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334" r:id="rId2"/>
    <p:sldId id="335" r:id="rId3"/>
    <p:sldId id="336" r:id="rId4"/>
    <p:sldId id="337" r:id="rId5"/>
    <p:sldId id="338" r:id="rId6"/>
    <p:sldId id="341" r:id="rId7"/>
    <p:sldId id="343" r:id="rId8"/>
    <p:sldId id="307" r:id="rId9"/>
    <p:sldId id="282" r:id="rId10"/>
    <p:sldId id="276" r:id="rId11"/>
    <p:sldId id="278" r:id="rId12"/>
    <p:sldId id="277" r:id="rId13"/>
    <p:sldId id="298" r:id="rId14"/>
    <p:sldId id="310" r:id="rId15"/>
    <p:sldId id="311" r:id="rId16"/>
    <p:sldId id="321" r:id="rId17"/>
    <p:sldId id="312" r:id="rId18"/>
    <p:sldId id="319" r:id="rId19"/>
    <p:sldId id="317" r:id="rId20"/>
    <p:sldId id="318" r:id="rId21"/>
    <p:sldId id="299" r:id="rId22"/>
    <p:sldId id="256" r:id="rId23"/>
    <p:sldId id="316" r:id="rId24"/>
    <p:sldId id="314" r:id="rId25"/>
    <p:sldId id="300" r:id="rId26"/>
    <p:sldId id="315" r:id="rId27"/>
    <p:sldId id="313" r:id="rId28"/>
    <p:sldId id="258" r:id="rId29"/>
    <p:sldId id="269" r:id="rId30"/>
    <p:sldId id="288" r:id="rId31"/>
    <p:sldId id="302" r:id="rId32"/>
    <p:sldId id="273" r:id="rId33"/>
    <p:sldId id="308" r:id="rId34"/>
    <p:sldId id="309" r:id="rId35"/>
    <p:sldId id="304" r:id="rId36"/>
    <p:sldId id="279" r:id="rId37"/>
    <p:sldId id="260" r:id="rId38"/>
    <p:sldId id="285" r:id="rId39"/>
    <p:sldId id="301" r:id="rId40"/>
    <p:sldId id="303" r:id="rId41"/>
    <p:sldId id="320" r:id="rId42"/>
    <p:sldId id="287" r:id="rId43"/>
    <p:sldId id="284" r:id="rId44"/>
    <p:sldId id="259" r:id="rId45"/>
    <p:sldId id="286" r:id="rId46"/>
    <p:sldId id="280" r:id="rId47"/>
    <p:sldId id="281" r:id="rId48"/>
    <p:sldId id="271" r:id="rId49"/>
    <p:sldId id="274" r:id="rId50"/>
    <p:sldId id="275" r:id="rId51"/>
    <p:sldId id="272" r:id="rId52"/>
    <p:sldId id="322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25" r:id="rId61"/>
    <p:sldId id="324" r:id="rId62"/>
    <p:sldId id="323" r:id="rId63"/>
    <p:sldId id="333" r:id="rId64"/>
    <p:sldId id="342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FBE5D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432" autoAdjust="0"/>
  </p:normalViewPr>
  <p:slideViewPr>
    <p:cSldViewPr snapToGrid="0">
      <p:cViewPr varScale="1">
        <p:scale>
          <a:sx n="93" d="100"/>
          <a:sy n="93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7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78FBB-D195-4D6B-989A-220DFF318372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99E90-4994-4AFE-B02C-1EAE825B3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0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4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53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98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7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72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47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97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99E90-4994-4AFE-B02C-1EAE825B356F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30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CD6CC-7633-43D3-930C-A23083DEE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752B9-0257-40A3-B2B3-437A4507C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5FE0B-E4AC-4AA1-8381-9E1A0A647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97F5F-E173-4A57-BD2E-B4A289ED8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B25FF-065D-42DF-91E7-DE24B6FA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E82EA-5EE6-43ED-8D08-D0F52206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E089D-2054-4170-95B9-C6E033477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1AFB4-4771-4DBD-B863-21B6B1A4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3F233-4DC2-4DA4-B87E-AAD55385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0705-964F-4AFE-9D6F-8222B089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4EB9-3CCB-43B6-8822-AE1F84FA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3C249-D0D4-465C-B768-5F2F064BF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F93F5-1297-44E2-85AC-2306A401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8EB7D-AFAE-4743-ADE9-F7451BC86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AB77C-0AA1-4D12-B377-B4FA0E7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9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EDC9-D42E-4E57-957E-522C4C0D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29C79-FED8-4004-9C84-951C5BD94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3F71A-D980-4666-A72B-1454F4F27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6D15A-6D83-4013-A4E1-3B84A671D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FA15A-5B26-4110-9458-EA658215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A89BE-6C13-412A-B8C0-27D037C0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8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F890-2601-45CD-8A8B-05F11E36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4ADEA-1A04-40DE-B48A-FC8508A21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A2837-14B8-4038-B722-E1E48B85A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C0C6D-6B9D-4010-82FD-0A7F5EA7B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25916-9EB3-4CCF-875F-BF52924C7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3F38A-77BC-4466-9DF2-342D2F5C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BA57B-36B1-4108-BE7B-6FC7BB32C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D8ECE-5F9E-4381-8FFD-44F0ACA2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CDF6-B572-4B52-BC06-6CBA05CF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E50D5A-B791-41BF-9AF4-3AFBE620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6BD70-BB05-40BE-85EE-C8F73298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52C7F-19E0-4259-A6EF-72DFF634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0F54B-0C3D-4110-9277-70A36AA59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9F45F-8071-4887-AC75-DB8705EF2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6F86D-C7E4-45A9-B9CF-6CCE76E5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7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0A1D-186F-422A-B41F-B22C7D1C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C2C18-A579-47E3-9973-C67156D00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D373C-C601-43B0-800B-E0AA29FDB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5FCC0-03C7-4CF6-AB2E-C3FF8253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9D5ED-36E7-41BD-AB64-7D5FBDD5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B40E9-82A8-4109-B1F6-CED11A4FA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8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D98EE-D396-4E5F-8318-20C4DBA5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16CA5-0340-47F3-AE50-245E23A6C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6FD0D-76F3-40ED-BBAC-E0A4037BE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BB2CE-1545-4D26-8965-D0FB317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65E55-E051-4545-847F-6FD1D0689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B8755-AFF7-47FC-9BD9-70DD8BE0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4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2FC0-F99A-4002-B2E9-66EA7B5B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E12C0-685A-4447-9816-ECF7D51B8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04561-F02A-4190-B54E-5A5EC354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7E0EC-C6D1-4290-A052-DF4BAF50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CA42D-8326-4C72-978F-F7C9DCAC7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4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EA7E5-2EEC-4C9F-8AE7-465154DA3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319D1-8541-4BCF-8AFD-9B78CFBF0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5C362-57F9-49FF-92A6-1EC8D005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6316B-75E5-4E34-ABA5-8666F1B4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318D8-03A8-418E-8A6F-8C13E714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85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39DB2-50F2-47ED-A3F9-10E4AF6AE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061B7-75A7-4698-8BCC-87891A2C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82E1B-FEBA-497F-BC78-316990E3E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9D68E-A539-4942-9ABE-BA952A7BAA3F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FB312-04DA-4839-BDB6-FA381386C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078FA-FE2A-4B0C-8BC8-112FC92BA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0DD7D-E90D-485F-AB43-8EC198A77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3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ai/CLIP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90101C4A-D39E-B41E-8974-6CBB7943720D}"/>
              </a:ext>
            </a:extLst>
          </p:cNvPr>
          <p:cNvGrpSpPr/>
          <p:nvPr/>
        </p:nvGrpSpPr>
        <p:grpSpPr>
          <a:xfrm>
            <a:off x="852612" y="2079732"/>
            <a:ext cx="10336442" cy="2143639"/>
            <a:chOff x="852612" y="2079732"/>
            <a:chExt cx="10336442" cy="214363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9302B1-C0EA-0730-AFBA-598DAAA4951F}"/>
                </a:ext>
              </a:extLst>
            </p:cNvPr>
            <p:cNvSpPr/>
            <p:nvPr/>
          </p:nvSpPr>
          <p:spPr>
            <a:xfrm>
              <a:off x="10197574" y="2488770"/>
              <a:ext cx="991480" cy="1325563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MQTT broker</a:t>
              </a:r>
            </a:p>
          </p:txBody>
        </p:sp>
        <p:sp>
          <p:nvSpPr>
            <p:cNvPr id="11" name="Cloud 10">
              <a:extLst>
                <a:ext uri="{FF2B5EF4-FFF2-40B4-BE49-F238E27FC236}">
                  <a16:creationId xmlns:a16="http://schemas.microsoft.com/office/drawing/2014/main" id="{AAF46243-C2CF-802D-F18E-6CC6C41B2F0A}"/>
                </a:ext>
              </a:extLst>
            </p:cNvPr>
            <p:cNvSpPr/>
            <p:nvPr/>
          </p:nvSpPr>
          <p:spPr>
            <a:xfrm>
              <a:off x="7629718" y="2697244"/>
              <a:ext cx="1352481" cy="908615"/>
            </a:xfrm>
            <a:prstGeom prst="cloud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65586D4-B2AB-D92E-5EF9-0C414FF99A83}"/>
                </a:ext>
              </a:extLst>
            </p:cNvPr>
            <p:cNvCxnSpPr>
              <a:cxnSpLocks/>
              <a:stCxn id="10" idx="1"/>
              <a:endCxn id="11" idx="0"/>
            </p:cNvCxnSpPr>
            <p:nvPr/>
          </p:nvCxnSpPr>
          <p:spPr>
            <a:xfrm flipH="1">
              <a:off x="8981072" y="3151552"/>
              <a:ext cx="1216502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FF108B-965F-C5A7-A449-F5D3F3FD62C4}"/>
                </a:ext>
              </a:extLst>
            </p:cNvPr>
            <p:cNvSpPr txBox="1"/>
            <p:nvPr/>
          </p:nvSpPr>
          <p:spPr>
            <a:xfrm>
              <a:off x="9363296" y="3129788"/>
              <a:ext cx="790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MQTT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E2F592-5476-4134-C624-E93140DB1369}"/>
                </a:ext>
              </a:extLst>
            </p:cNvPr>
            <p:cNvSpPr txBox="1"/>
            <p:nvPr/>
          </p:nvSpPr>
          <p:spPr>
            <a:xfrm>
              <a:off x="9146100" y="2760456"/>
              <a:ext cx="1085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32 msg/s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CD55889-4B71-7E95-7D84-38A88515780D}"/>
                </a:ext>
              </a:extLst>
            </p:cNvPr>
            <p:cNvSpPr txBox="1"/>
            <p:nvPr/>
          </p:nvSpPr>
          <p:spPr>
            <a:xfrm>
              <a:off x="5709035" y="3146965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MII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13174EC-33A5-C31D-BAC9-AA540D0433B0}"/>
                </a:ext>
              </a:extLst>
            </p:cNvPr>
            <p:cNvSpPr/>
            <p:nvPr/>
          </p:nvSpPr>
          <p:spPr>
            <a:xfrm>
              <a:off x="3648398" y="2600588"/>
              <a:ext cx="1995579" cy="1099226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Gemini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FPGA SoC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69CD171-8601-D025-F84B-F219CBBB7EF9}"/>
                </a:ext>
              </a:extLst>
            </p:cNvPr>
            <p:cNvCxnSpPr>
              <a:cxnSpLocks/>
              <a:stCxn id="2" idx="1"/>
              <a:endCxn id="8" idx="3"/>
            </p:cNvCxnSpPr>
            <p:nvPr/>
          </p:nvCxnSpPr>
          <p:spPr>
            <a:xfrm flipH="1">
              <a:off x="2233940" y="3150201"/>
              <a:ext cx="1414458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1CE121-EACB-3BEB-3FCA-42437277BBE5}"/>
                </a:ext>
              </a:extLst>
            </p:cNvPr>
            <p:cNvSpPr txBox="1"/>
            <p:nvPr/>
          </p:nvSpPr>
          <p:spPr>
            <a:xfrm>
              <a:off x="2250035" y="3198880"/>
              <a:ext cx="12923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I2C @1MHz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9ACA29F-22A8-DC9F-87B7-F33542B60C35}"/>
                </a:ext>
              </a:extLst>
            </p:cNvPr>
            <p:cNvSpPr txBox="1"/>
            <p:nvPr/>
          </p:nvSpPr>
          <p:spPr>
            <a:xfrm>
              <a:off x="2250035" y="2760456"/>
              <a:ext cx="752578" cy="369332"/>
            </a:xfrm>
            <a:prstGeom prst="rect">
              <a:avLst/>
            </a:prstGeom>
            <a:noFill/>
            <a:ln w="22225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32 fps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3751BC-CCF6-F049-0AD9-D88FC5FE1C5D}"/>
                </a:ext>
              </a:extLst>
            </p:cNvPr>
            <p:cNvSpPr/>
            <p:nvPr/>
          </p:nvSpPr>
          <p:spPr>
            <a:xfrm>
              <a:off x="852612" y="2600588"/>
              <a:ext cx="1381328" cy="1099226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MLX90640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32x24 IR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F211DAF-CD1E-CEE3-8C08-CFECF2810B5B}"/>
                </a:ext>
              </a:extLst>
            </p:cNvPr>
            <p:cNvSpPr/>
            <p:nvPr/>
          </p:nvSpPr>
          <p:spPr>
            <a:xfrm>
              <a:off x="3985303" y="2079732"/>
              <a:ext cx="1381328" cy="347836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SPI flash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EF1070-22A7-2BC6-95E6-3505CB86F2E2}"/>
                </a:ext>
              </a:extLst>
            </p:cNvPr>
            <p:cNvSpPr/>
            <p:nvPr/>
          </p:nvSpPr>
          <p:spPr>
            <a:xfrm>
              <a:off x="3985303" y="3875535"/>
              <a:ext cx="1381328" cy="347836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DDR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0BE04D2-419B-FA3A-1044-B460ED68BFB8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4675967" y="2427568"/>
              <a:ext cx="0" cy="1773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7E7397B-55C2-2C7D-0822-7272C053CC2D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4675967" y="3698159"/>
              <a:ext cx="0" cy="1773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3285364-BE96-CC34-AECD-72094E3D845F}"/>
                </a:ext>
              </a:extLst>
            </p:cNvPr>
            <p:cNvSpPr/>
            <p:nvPr/>
          </p:nvSpPr>
          <p:spPr>
            <a:xfrm>
              <a:off x="6357849" y="2809804"/>
              <a:ext cx="627393" cy="683495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eth</a:t>
              </a:r>
            </a:p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phy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41B15A-8477-EE91-2D90-BDF48837100B}"/>
                </a:ext>
              </a:extLst>
            </p:cNvPr>
            <p:cNvCxnSpPr>
              <a:cxnSpLocks/>
              <a:stCxn id="11" idx="2"/>
              <a:endCxn id="29" idx="3"/>
            </p:cNvCxnSpPr>
            <p:nvPr/>
          </p:nvCxnSpPr>
          <p:spPr>
            <a:xfrm flipH="1">
              <a:off x="6985242" y="3151552"/>
              <a:ext cx="648671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C2074CB-D037-7CDD-ED80-E304363B5174}"/>
                </a:ext>
              </a:extLst>
            </p:cNvPr>
            <p:cNvCxnSpPr>
              <a:cxnSpLocks/>
              <a:stCxn id="29" idx="1"/>
              <a:endCxn id="2" idx="3"/>
            </p:cNvCxnSpPr>
            <p:nvPr/>
          </p:nvCxnSpPr>
          <p:spPr>
            <a:xfrm flipH="1" flipV="1">
              <a:off x="5643977" y="3150201"/>
              <a:ext cx="713872" cy="1351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847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12F4A7-E0E4-6E77-6DB3-6508D21191B3}"/>
              </a:ext>
            </a:extLst>
          </p:cNvPr>
          <p:cNvSpPr txBox="1"/>
          <p:nvPr/>
        </p:nvSpPr>
        <p:spPr>
          <a:xfrm>
            <a:off x="1700887" y="2485199"/>
            <a:ext cx="845236" cy="153486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input buffer</a:t>
            </a:r>
          </a:p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0E054B0-422D-ADB9-2B36-BF753B9F9A3C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>
            <a:off x="2546123" y="3252632"/>
            <a:ext cx="1163386" cy="2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C0CAA18-688B-AFA2-3F14-E017D014F617}"/>
              </a:ext>
            </a:extLst>
          </p:cNvPr>
          <p:cNvSpPr txBox="1"/>
          <p:nvPr/>
        </p:nvSpPr>
        <p:spPr>
          <a:xfrm>
            <a:off x="142031" y="2622146"/>
            <a:ext cx="1292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 @1MHz</a:t>
            </a:r>
          </a:p>
          <a:p>
            <a:r>
              <a:rPr lang="en-US" dirty="0"/>
              <a:t>GPIO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55CAD-6B0B-EF50-45DA-BBBF5B56E790}"/>
              </a:ext>
            </a:extLst>
          </p:cNvPr>
          <p:cNvSpPr txBox="1"/>
          <p:nvPr/>
        </p:nvSpPr>
        <p:spPr>
          <a:xfrm>
            <a:off x="3038821" y="325525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BDDEC-6F88-94EB-6244-9A118757CB2F}"/>
              </a:ext>
            </a:extLst>
          </p:cNvPr>
          <p:cNvSpPr txBox="1"/>
          <p:nvPr/>
        </p:nvSpPr>
        <p:spPr>
          <a:xfrm>
            <a:off x="3191785" y="2868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0A47C-85F1-2F1E-C3F7-5AFE8D8DC22C}"/>
              </a:ext>
            </a:extLst>
          </p:cNvPr>
          <p:cNvSpPr txBox="1"/>
          <p:nvPr/>
        </p:nvSpPr>
        <p:spPr>
          <a:xfrm>
            <a:off x="6728811" y="5962271"/>
            <a:ext cx="1091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logits</a:t>
            </a:r>
          </a:p>
          <a:p>
            <a:r>
              <a:rPr lang="en-US" dirty="0"/>
              <a:t>@32Hz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B48DB6-B7BE-F8FD-1293-35A00ED31611}"/>
              </a:ext>
            </a:extLst>
          </p:cNvPr>
          <p:cNvSpPr txBox="1"/>
          <p:nvPr/>
        </p:nvSpPr>
        <p:spPr>
          <a:xfrm>
            <a:off x="1447260" y="1328742"/>
            <a:ext cx="1420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andromeda.v</a:t>
            </a:r>
            <a:endParaRPr lang="en-US" i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0E9FAE-D51C-C855-94B4-1AA59B8B0EE0}"/>
              </a:ext>
            </a:extLst>
          </p:cNvPr>
          <p:cNvCxnSpPr>
            <a:cxnSpLocks/>
          </p:cNvCxnSpPr>
          <p:nvPr/>
        </p:nvCxnSpPr>
        <p:spPr>
          <a:xfrm>
            <a:off x="205400" y="3255251"/>
            <a:ext cx="1495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74C023-CFB0-EEF5-9CC9-F4484B8F888B}"/>
              </a:ext>
            </a:extLst>
          </p:cNvPr>
          <p:cNvSpPr txBox="1"/>
          <p:nvPr/>
        </p:nvSpPr>
        <p:spPr>
          <a:xfrm>
            <a:off x="142031" y="3344025"/>
            <a:ext cx="13052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32x24x16b</a:t>
            </a:r>
          </a:p>
          <a:p>
            <a:r>
              <a:rPr lang="en-US" dirty="0"/>
              <a:t>32 fps</a:t>
            </a:r>
          </a:p>
          <a:p>
            <a:r>
              <a:rPr lang="en-US" dirty="0"/>
              <a:t>chess 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80D4E4-895A-CF0D-5209-4E66745A5C3D}"/>
              </a:ext>
            </a:extLst>
          </p:cNvPr>
          <p:cNvSpPr txBox="1"/>
          <p:nvPr/>
        </p:nvSpPr>
        <p:spPr>
          <a:xfrm>
            <a:off x="3709509" y="2101537"/>
            <a:ext cx="552556" cy="230742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t" anchorCtr="1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E4FE30-8567-2C01-337A-37E270D6E959}"/>
              </a:ext>
            </a:extLst>
          </p:cNvPr>
          <p:cNvCxnSpPr>
            <a:cxnSpLocks/>
          </p:cNvCxnSpPr>
          <p:nvPr/>
        </p:nvCxnSpPr>
        <p:spPr>
          <a:xfrm>
            <a:off x="4269985" y="3255251"/>
            <a:ext cx="642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50B9C9-5085-C3C7-8BBB-8D249EA3A73D}"/>
              </a:ext>
            </a:extLst>
          </p:cNvPr>
          <p:cNvSpPr txBox="1"/>
          <p:nvPr/>
        </p:nvSpPr>
        <p:spPr>
          <a:xfrm>
            <a:off x="4264920" y="325525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ADD97B-7795-7FE5-2A91-C49C1A72EAE4}"/>
              </a:ext>
            </a:extLst>
          </p:cNvPr>
          <p:cNvSpPr txBox="1"/>
          <p:nvPr/>
        </p:nvSpPr>
        <p:spPr>
          <a:xfrm>
            <a:off x="4391557" y="2868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A8F89-14F1-EEB3-ECD0-26E8C3869F54}"/>
              </a:ext>
            </a:extLst>
          </p:cNvPr>
          <p:cNvSpPr txBox="1"/>
          <p:nvPr/>
        </p:nvSpPr>
        <p:spPr>
          <a:xfrm>
            <a:off x="3593781" y="1715333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76B54A-292D-3818-B583-FA2DE5900275}"/>
              </a:ext>
            </a:extLst>
          </p:cNvPr>
          <p:cNvSpPr txBox="1"/>
          <p:nvPr/>
        </p:nvSpPr>
        <p:spPr>
          <a:xfrm>
            <a:off x="4921104" y="2101537"/>
            <a:ext cx="552556" cy="230742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t" anchorCtr="1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70B2872-8CE8-9E60-0452-F87BE3967DCC}"/>
              </a:ext>
            </a:extLst>
          </p:cNvPr>
          <p:cNvCxnSpPr>
            <a:cxnSpLocks/>
          </p:cNvCxnSpPr>
          <p:nvPr/>
        </p:nvCxnSpPr>
        <p:spPr>
          <a:xfrm>
            <a:off x="5481580" y="3255251"/>
            <a:ext cx="642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266B9A6-BB5A-29F0-33C6-C592BEF384D9}"/>
              </a:ext>
            </a:extLst>
          </p:cNvPr>
          <p:cNvSpPr txBox="1"/>
          <p:nvPr/>
        </p:nvSpPr>
        <p:spPr>
          <a:xfrm>
            <a:off x="5476515" y="325525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7CEBC8-7552-3D1A-A713-AC1FDF6796F6}"/>
              </a:ext>
            </a:extLst>
          </p:cNvPr>
          <p:cNvSpPr txBox="1"/>
          <p:nvPr/>
        </p:nvSpPr>
        <p:spPr>
          <a:xfrm>
            <a:off x="5603152" y="2868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C3F070-B0C4-1D3D-8B4A-013E30A457D1}"/>
              </a:ext>
            </a:extLst>
          </p:cNvPr>
          <p:cNvSpPr txBox="1"/>
          <p:nvPr/>
        </p:nvSpPr>
        <p:spPr>
          <a:xfrm>
            <a:off x="4805376" y="1715333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D24607-CFE1-8F63-055E-68330721FA3F}"/>
              </a:ext>
            </a:extLst>
          </p:cNvPr>
          <p:cNvSpPr txBox="1"/>
          <p:nvPr/>
        </p:nvSpPr>
        <p:spPr>
          <a:xfrm>
            <a:off x="6145447" y="2101537"/>
            <a:ext cx="552556" cy="230742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t" anchorCtr="1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EC2C9F-A001-5358-9D64-B510F947AD09}"/>
              </a:ext>
            </a:extLst>
          </p:cNvPr>
          <p:cNvCxnSpPr>
            <a:cxnSpLocks/>
          </p:cNvCxnSpPr>
          <p:nvPr/>
        </p:nvCxnSpPr>
        <p:spPr>
          <a:xfrm>
            <a:off x="6705923" y="3255251"/>
            <a:ext cx="642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A5EF37B-A71C-0E2D-25F8-458AE1BF8DA1}"/>
              </a:ext>
            </a:extLst>
          </p:cNvPr>
          <p:cNvSpPr txBox="1"/>
          <p:nvPr/>
        </p:nvSpPr>
        <p:spPr>
          <a:xfrm>
            <a:off x="6700858" y="325525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E5F6AE-14FD-EBD2-29F2-65EE87E3BCC6}"/>
              </a:ext>
            </a:extLst>
          </p:cNvPr>
          <p:cNvSpPr txBox="1"/>
          <p:nvPr/>
        </p:nvSpPr>
        <p:spPr>
          <a:xfrm>
            <a:off x="6827495" y="2868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66D71A-2F9E-FC0C-657F-7DF7422CA2DB}"/>
              </a:ext>
            </a:extLst>
          </p:cNvPr>
          <p:cNvSpPr txBox="1"/>
          <p:nvPr/>
        </p:nvSpPr>
        <p:spPr>
          <a:xfrm>
            <a:off x="6029719" y="1715333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177AD8-4D33-E347-AED9-EDD045239F5E}"/>
              </a:ext>
            </a:extLst>
          </p:cNvPr>
          <p:cNvSpPr txBox="1"/>
          <p:nvPr/>
        </p:nvSpPr>
        <p:spPr>
          <a:xfrm>
            <a:off x="8270471" y="2101537"/>
            <a:ext cx="552556" cy="230742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t" anchorCtr="1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E804F5-0A54-3541-35A8-C7B2B940C4CA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8823027" y="3255251"/>
            <a:ext cx="1040965" cy="132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4D5C268-E94A-0132-9BB6-6DFB544B6F0B}"/>
              </a:ext>
            </a:extLst>
          </p:cNvPr>
          <p:cNvSpPr txBox="1"/>
          <p:nvPr/>
        </p:nvSpPr>
        <p:spPr>
          <a:xfrm>
            <a:off x="8825882" y="325525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A5068D-093F-798B-DE88-7E853E054BA6}"/>
              </a:ext>
            </a:extLst>
          </p:cNvPr>
          <p:cNvSpPr txBox="1"/>
          <p:nvPr/>
        </p:nvSpPr>
        <p:spPr>
          <a:xfrm>
            <a:off x="8952519" y="2868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D8FFA4-2EEC-A973-2CD8-5F73011075A4}"/>
              </a:ext>
            </a:extLst>
          </p:cNvPr>
          <p:cNvSpPr txBox="1"/>
          <p:nvPr/>
        </p:nvSpPr>
        <p:spPr>
          <a:xfrm>
            <a:off x="8154743" y="1715333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E38BE87-40DD-6A98-9F2F-85A87B11AB7F}"/>
              </a:ext>
            </a:extLst>
          </p:cNvPr>
          <p:cNvCxnSpPr>
            <a:cxnSpLocks/>
          </p:cNvCxnSpPr>
          <p:nvPr/>
        </p:nvCxnSpPr>
        <p:spPr>
          <a:xfrm rot="5400000">
            <a:off x="7655146" y="3118184"/>
            <a:ext cx="0" cy="280692"/>
          </a:xfrm>
          <a:prstGeom prst="line">
            <a:avLst/>
          </a:prstGeom>
          <a:ln w="635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89B0C25-1CFA-CE45-93FA-2EFAA973F243}"/>
              </a:ext>
            </a:extLst>
          </p:cNvPr>
          <p:cNvCxnSpPr>
            <a:cxnSpLocks/>
          </p:cNvCxnSpPr>
          <p:nvPr/>
        </p:nvCxnSpPr>
        <p:spPr>
          <a:xfrm>
            <a:off x="8007927" y="3251820"/>
            <a:ext cx="2600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3362BCB-A1EA-3C6A-1F5B-D5E146CE6E3D}"/>
              </a:ext>
            </a:extLst>
          </p:cNvPr>
          <p:cNvSpPr txBox="1"/>
          <p:nvPr/>
        </p:nvSpPr>
        <p:spPr>
          <a:xfrm>
            <a:off x="9857827" y="2482764"/>
            <a:ext cx="827559" cy="153486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output buffer</a:t>
            </a:r>
          </a:p>
          <a:p>
            <a:pPr algn="ctr"/>
            <a:endParaRPr 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36978E6-81C8-A756-1CF6-5A287DC28BE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56789" y="4426760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F77DC3C-5FD7-4790-5DD3-0EE88CDDBB6E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914899" y="4420026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5C75219-6F54-11CC-D883-0D6D9FAC56E8}"/>
              </a:ext>
            </a:extLst>
          </p:cNvPr>
          <p:cNvSpPr txBox="1"/>
          <p:nvPr/>
        </p:nvSpPr>
        <p:spPr>
          <a:xfrm>
            <a:off x="2278893" y="4242587"/>
            <a:ext cx="51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intr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72E07A-EC56-8E02-78ED-737517FB1366}"/>
              </a:ext>
            </a:extLst>
          </p:cNvPr>
          <p:cNvSpPr txBox="1"/>
          <p:nvPr/>
        </p:nvSpPr>
        <p:spPr>
          <a:xfrm>
            <a:off x="1518932" y="4103595"/>
            <a:ext cx="498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axi</a:t>
            </a:r>
            <a:r>
              <a:rPr lang="en-US" dirty="0"/>
              <a:t> </a:t>
            </a:r>
          </a:p>
          <a:p>
            <a:r>
              <a:rPr lang="en-US" dirty="0"/>
              <a:t>lite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CAF539-74C2-F052-9AE8-DDB966215B6E}"/>
              </a:ext>
            </a:extLst>
          </p:cNvPr>
          <p:cNvSpPr txBox="1"/>
          <p:nvPr/>
        </p:nvSpPr>
        <p:spPr>
          <a:xfrm>
            <a:off x="5827379" y="6287414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 </a:t>
            </a:r>
            <a:r>
              <a:rPr lang="en-US" dirty="0" err="1"/>
              <a:t>i</a:t>
            </a:r>
            <a:r>
              <a:rPr lang="en-US" dirty="0"/>
              <a:t>/f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AC8E8B-1864-A0A9-898B-5C8198FC8840}"/>
              </a:ext>
            </a:extLst>
          </p:cNvPr>
          <p:cNvSpPr txBox="1"/>
          <p:nvPr/>
        </p:nvSpPr>
        <p:spPr>
          <a:xfrm>
            <a:off x="1794383" y="2116178"/>
            <a:ext cx="6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ibuf.v</a:t>
            </a:r>
            <a:endParaRPr lang="en-US" i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3301BC-C22D-F84F-17B1-E69AD0B7C49C}"/>
              </a:ext>
            </a:extLst>
          </p:cNvPr>
          <p:cNvSpPr txBox="1"/>
          <p:nvPr/>
        </p:nvSpPr>
        <p:spPr>
          <a:xfrm>
            <a:off x="9930103" y="2121611"/>
            <a:ext cx="751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obuf.v</a:t>
            </a:r>
            <a:endParaRPr lang="en-US" i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FE50C6-1232-3274-0BE8-3F570F0B7F7B}"/>
              </a:ext>
            </a:extLst>
          </p:cNvPr>
          <p:cNvSpPr/>
          <p:nvPr/>
        </p:nvSpPr>
        <p:spPr>
          <a:xfrm>
            <a:off x="1453745" y="1319398"/>
            <a:ext cx="9539396" cy="444214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7F7356-A2D5-D5ED-0D50-7F0A4BBD3E57}"/>
              </a:ext>
            </a:extLst>
          </p:cNvPr>
          <p:cNvSpPr txBox="1"/>
          <p:nvPr/>
        </p:nvSpPr>
        <p:spPr>
          <a:xfrm>
            <a:off x="1700887" y="4814421"/>
            <a:ext cx="8990984" cy="60720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 err="1"/>
              <a:t>soc_if.v</a:t>
            </a:r>
            <a:endParaRPr lang="en-US" i="1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DB9641A-4016-32A0-AFCB-A539B02B0B3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701091" y="4423510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519E3EC-AD0F-6F1C-D25C-ADF9AA3F06D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0059201" y="4416776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A2EAF75-7023-B3D5-D3F6-521C7AC687E0}"/>
              </a:ext>
            </a:extLst>
          </p:cNvPr>
          <p:cNvSpPr txBox="1"/>
          <p:nvPr/>
        </p:nvSpPr>
        <p:spPr>
          <a:xfrm>
            <a:off x="10423195" y="4239337"/>
            <a:ext cx="51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intr</a:t>
            </a:r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17A0BC-7C12-45CB-53BC-0F5761BB076A}"/>
              </a:ext>
            </a:extLst>
          </p:cNvPr>
          <p:cNvSpPr txBox="1"/>
          <p:nvPr/>
        </p:nvSpPr>
        <p:spPr>
          <a:xfrm>
            <a:off x="9663234" y="4100345"/>
            <a:ext cx="498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axi</a:t>
            </a:r>
            <a:r>
              <a:rPr lang="en-US" dirty="0"/>
              <a:t> </a:t>
            </a:r>
          </a:p>
          <a:p>
            <a:r>
              <a:rPr lang="en-US" dirty="0"/>
              <a:t>lite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ED43F0E-E2F8-3818-7B6A-82C9D21857CE}"/>
              </a:ext>
            </a:extLst>
          </p:cNvPr>
          <p:cNvCxnSpPr>
            <a:cxnSpLocks/>
          </p:cNvCxnSpPr>
          <p:nvPr/>
        </p:nvCxnSpPr>
        <p:spPr>
          <a:xfrm flipV="1">
            <a:off x="3991553" y="4423510"/>
            <a:ext cx="0" cy="3876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30DC3D-26BA-467B-FCDF-B2C2391A4066}"/>
              </a:ext>
            </a:extLst>
          </p:cNvPr>
          <p:cNvSpPr txBox="1"/>
          <p:nvPr/>
        </p:nvSpPr>
        <p:spPr>
          <a:xfrm>
            <a:off x="3210176" y="4423337"/>
            <a:ext cx="794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axi</a:t>
            </a:r>
            <a:r>
              <a:rPr lang="en-US" dirty="0"/>
              <a:t> lite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05EEAE2-3B4F-B1F7-943F-5FB31ED736C0}"/>
              </a:ext>
            </a:extLst>
          </p:cNvPr>
          <p:cNvCxnSpPr>
            <a:cxnSpLocks/>
          </p:cNvCxnSpPr>
          <p:nvPr/>
        </p:nvCxnSpPr>
        <p:spPr>
          <a:xfrm flipV="1">
            <a:off x="5197703" y="4423510"/>
            <a:ext cx="0" cy="3876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07B1304-FEA2-E7A9-1250-63E69716FDAC}"/>
              </a:ext>
            </a:extLst>
          </p:cNvPr>
          <p:cNvCxnSpPr>
            <a:cxnSpLocks/>
          </p:cNvCxnSpPr>
          <p:nvPr/>
        </p:nvCxnSpPr>
        <p:spPr>
          <a:xfrm flipV="1">
            <a:off x="6441947" y="4423510"/>
            <a:ext cx="0" cy="3876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6A0862D-4690-F14E-EE3C-CB8375DD7252}"/>
              </a:ext>
            </a:extLst>
          </p:cNvPr>
          <p:cNvCxnSpPr>
            <a:cxnSpLocks/>
          </p:cNvCxnSpPr>
          <p:nvPr/>
        </p:nvCxnSpPr>
        <p:spPr>
          <a:xfrm flipV="1">
            <a:off x="8559064" y="4423510"/>
            <a:ext cx="0" cy="38766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F47E043-4BF0-4108-E14D-17BCCB712DF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33410" y="5810043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D9CCB30-3C06-FC1B-AE0B-A48409DD27AF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991520" y="5803309"/>
            <a:ext cx="7753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367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D0009F-737D-234F-0ECF-B86BE21158F3}"/>
              </a:ext>
            </a:extLst>
          </p:cNvPr>
          <p:cNvSpPr txBox="1"/>
          <p:nvPr/>
        </p:nvSpPr>
        <p:spPr>
          <a:xfrm>
            <a:off x="9536491" y="2924231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7DE3EC7-4DD1-640F-4A8A-85A6263330C8}"/>
              </a:ext>
            </a:extLst>
          </p:cNvPr>
          <p:cNvCxnSpPr>
            <a:cxnSpLocks/>
          </p:cNvCxnSpPr>
          <p:nvPr/>
        </p:nvCxnSpPr>
        <p:spPr>
          <a:xfrm>
            <a:off x="8702486" y="3132798"/>
            <a:ext cx="819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551AB2-F0C9-B7ED-85EE-56AF9E0DFED1}"/>
              </a:ext>
            </a:extLst>
          </p:cNvPr>
          <p:cNvSpPr txBox="1"/>
          <p:nvPr/>
        </p:nvSpPr>
        <p:spPr>
          <a:xfrm>
            <a:off x="9056865" y="3413641"/>
            <a:ext cx="1755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AXI-Stream</a:t>
            </a:r>
          </a:p>
          <a:p>
            <a:r>
              <a:rPr lang="en-US" i="1" dirty="0"/>
              <a:t>rate limit TVALID</a:t>
            </a:r>
          </a:p>
          <a:p>
            <a:r>
              <a:rPr lang="en-US" i="1" dirty="0"/>
              <a:t>25KHz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F5110-2766-6F21-5070-C5A05A0FB243}"/>
              </a:ext>
            </a:extLst>
          </p:cNvPr>
          <p:cNvSpPr txBox="1"/>
          <p:nvPr/>
        </p:nvSpPr>
        <p:spPr>
          <a:xfrm>
            <a:off x="2698905" y="2671135"/>
            <a:ext cx="845236" cy="123959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I2C</a:t>
            </a:r>
          </a:p>
          <a:p>
            <a:pPr algn="ctr"/>
            <a:r>
              <a:rPr lang="en-US" dirty="0"/>
              <a:t>FSM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292EF9-332A-3F05-BE75-72C8B67DCCA5}"/>
              </a:ext>
            </a:extLst>
          </p:cNvPr>
          <p:cNvCxnSpPr/>
          <p:nvPr/>
        </p:nvCxnSpPr>
        <p:spPr>
          <a:xfrm>
            <a:off x="1969214" y="3511742"/>
            <a:ext cx="729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017AF0-F365-FF7C-A19D-BE0F0E3FB4E1}"/>
              </a:ext>
            </a:extLst>
          </p:cNvPr>
          <p:cNvCxnSpPr/>
          <p:nvPr/>
        </p:nvCxnSpPr>
        <p:spPr>
          <a:xfrm flipH="1">
            <a:off x="1911549" y="3727830"/>
            <a:ext cx="787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59C43AF-E9E4-B0D0-22AF-33ED8C442C13}"/>
              </a:ext>
            </a:extLst>
          </p:cNvPr>
          <p:cNvSpPr txBox="1"/>
          <p:nvPr/>
        </p:nvSpPr>
        <p:spPr>
          <a:xfrm>
            <a:off x="1177487" y="330317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sda_i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60FCB-4004-33C4-28C4-BCF59EFA0FFD}"/>
              </a:ext>
            </a:extLst>
          </p:cNvPr>
          <p:cNvSpPr txBox="1"/>
          <p:nvPr/>
        </p:nvSpPr>
        <p:spPr>
          <a:xfrm>
            <a:off x="1177487" y="351214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sda_o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553FCC-6936-2045-CE78-1991FFFCDE16}"/>
              </a:ext>
            </a:extLst>
          </p:cNvPr>
          <p:cNvSpPr txBox="1"/>
          <p:nvPr/>
        </p:nvSpPr>
        <p:spPr>
          <a:xfrm>
            <a:off x="6033517" y="2508488"/>
            <a:ext cx="1651357" cy="5237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2BFAF5-2661-0238-FE1A-11008BD42B7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789384" y="2770351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A9CB24-D65F-FE48-F962-3A6083A65383}"/>
              </a:ext>
            </a:extLst>
          </p:cNvPr>
          <p:cNvCxnSpPr>
            <a:cxnSpLocks/>
          </p:cNvCxnSpPr>
          <p:nvPr/>
        </p:nvCxnSpPr>
        <p:spPr>
          <a:xfrm>
            <a:off x="5789383" y="3535147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C0B55D-7C99-08D9-82F0-5DA60201801E}"/>
              </a:ext>
            </a:extLst>
          </p:cNvPr>
          <p:cNvCxnSpPr/>
          <p:nvPr/>
        </p:nvCxnSpPr>
        <p:spPr>
          <a:xfrm>
            <a:off x="5789383" y="2770351"/>
            <a:ext cx="0" cy="764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DB4E06-0897-B7DC-DBB5-F8F147EFA9CE}"/>
              </a:ext>
            </a:extLst>
          </p:cNvPr>
          <p:cNvCxnSpPr>
            <a:cxnSpLocks/>
          </p:cNvCxnSpPr>
          <p:nvPr/>
        </p:nvCxnSpPr>
        <p:spPr>
          <a:xfrm>
            <a:off x="3544141" y="3220352"/>
            <a:ext cx="484531" cy="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A4CFEE3-ACE8-5F43-5F82-B87D9F9F97F7}"/>
              </a:ext>
            </a:extLst>
          </p:cNvPr>
          <p:cNvSpPr txBox="1"/>
          <p:nvPr/>
        </p:nvSpPr>
        <p:spPr>
          <a:xfrm>
            <a:off x="3524888" y="322443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56841C78-14DA-9AD6-F763-3D45C0F8BCA5}"/>
              </a:ext>
            </a:extLst>
          </p:cNvPr>
          <p:cNvSpPr/>
          <p:nvPr/>
        </p:nvSpPr>
        <p:spPr>
          <a:xfrm rot="5400000">
            <a:off x="7878635" y="2979848"/>
            <a:ext cx="1286971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E65D88-AFAF-0E4D-6447-02FC04705443}"/>
              </a:ext>
            </a:extLst>
          </p:cNvPr>
          <p:cNvCxnSpPr>
            <a:cxnSpLocks/>
          </p:cNvCxnSpPr>
          <p:nvPr/>
        </p:nvCxnSpPr>
        <p:spPr>
          <a:xfrm>
            <a:off x="7684873" y="2777431"/>
            <a:ext cx="665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A74BAA-1C0B-29D9-1211-B21BA52F121B}"/>
              </a:ext>
            </a:extLst>
          </p:cNvPr>
          <p:cNvCxnSpPr>
            <a:cxnSpLocks/>
          </p:cNvCxnSpPr>
          <p:nvPr/>
        </p:nvCxnSpPr>
        <p:spPr>
          <a:xfrm>
            <a:off x="7684873" y="3535145"/>
            <a:ext cx="665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E2410C6-6ECB-CC64-8678-A83ABBCD5829}"/>
              </a:ext>
            </a:extLst>
          </p:cNvPr>
          <p:cNvSpPr txBox="1"/>
          <p:nvPr/>
        </p:nvSpPr>
        <p:spPr>
          <a:xfrm>
            <a:off x="6919028" y="1163575"/>
            <a:ext cx="903565" cy="7586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AXI-S</a:t>
            </a:r>
          </a:p>
          <a:p>
            <a:pPr algn="ctr"/>
            <a:r>
              <a:rPr lang="en-US" dirty="0"/>
              <a:t>FSM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6E97CA-D7D3-DF8C-3EC5-D7F775208501}"/>
              </a:ext>
            </a:extLst>
          </p:cNvPr>
          <p:cNvSpPr txBox="1"/>
          <p:nvPr/>
        </p:nvSpPr>
        <p:spPr>
          <a:xfrm>
            <a:off x="9071782" y="27703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CDB5F1-5D4F-7985-45A0-0CEE9D095359}"/>
              </a:ext>
            </a:extLst>
          </p:cNvPr>
          <p:cNvSpPr txBox="1"/>
          <p:nvPr/>
        </p:nvSpPr>
        <p:spPr>
          <a:xfrm>
            <a:off x="5366327" y="4803865"/>
            <a:ext cx="3246921" cy="51572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AXI lite memory mapped slave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B57FDF-FBC3-3BB4-FA30-6B1884E385A9}"/>
              </a:ext>
            </a:extLst>
          </p:cNvPr>
          <p:cNvSpPr txBox="1"/>
          <p:nvPr/>
        </p:nvSpPr>
        <p:spPr>
          <a:xfrm>
            <a:off x="6033516" y="3271734"/>
            <a:ext cx="1651357" cy="52372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606252-2B5E-FD62-8B84-47B46710B541}"/>
              </a:ext>
            </a:extLst>
          </p:cNvPr>
          <p:cNvSpPr txBox="1"/>
          <p:nvPr/>
        </p:nvSpPr>
        <p:spPr>
          <a:xfrm>
            <a:off x="7662619" y="2418296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EF9E84-986F-3C02-8587-8861EE74C060}"/>
              </a:ext>
            </a:extLst>
          </p:cNvPr>
          <p:cNvCxnSpPr/>
          <p:nvPr/>
        </p:nvCxnSpPr>
        <p:spPr>
          <a:xfrm>
            <a:off x="7370811" y="1934854"/>
            <a:ext cx="0" cy="5736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0A1CA1-EB8F-33EE-FCC1-592278E6E817}"/>
              </a:ext>
            </a:extLst>
          </p:cNvPr>
          <p:cNvSpPr txBox="1"/>
          <p:nvPr/>
        </p:nvSpPr>
        <p:spPr>
          <a:xfrm>
            <a:off x="7370811" y="201348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6BC7256-CC30-525A-79E3-C14BDDC4C702}"/>
              </a:ext>
            </a:extLst>
          </p:cNvPr>
          <p:cNvCxnSpPr>
            <a:cxnSpLocks/>
          </p:cNvCxnSpPr>
          <p:nvPr/>
        </p:nvCxnSpPr>
        <p:spPr>
          <a:xfrm>
            <a:off x="7822593" y="1342712"/>
            <a:ext cx="1699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20E4EA-1915-741E-A843-36AF1407CDD7}"/>
              </a:ext>
            </a:extLst>
          </p:cNvPr>
          <p:cNvCxnSpPr>
            <a:cxnSpLocks/>
          </p:cNvCxnSpPr>
          <p:nvPr/>
        </p:nvCxnSpPr>
        <p:spPr>
          <a:xfrm>
            <a:off x="7822593" y="1689665"/>
            <a:ext cx="1699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9944F4-D0B6-F747-FE26-4FD28CC0670B}"/>
              </a:ext>
            </a:extLst>
          </p:cNvPr>
          <p:cNvSpPr txBox="1"/>
          <p:nvPr/>
        </p:nvSpPr>
        <p:spPr>
          <a:xfrm>
            <a:off x="9582572" y="1158046"/>
            <a:ext cx="848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6154FC-490D-E5FD-F688-8A00BA977D7A}"/>
              </a:ext>
            </a:extLst>
          </p:cNvPr>
          <p:cNvSpPr txBox="1"/>
          <p:nvPr/>
        </p:nvSpPr>
        <p:spPr>
          <a:xfrm>
            <a:off x="9583494" y="150499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TLAST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E54E3D-E538-3F8D-4548-F5B33DA54373}"/>
              </a:ext>
            </a:extLst>
          </p:cNvPr>
          <p:cNvSpPr txBox="1"/>
          <p:nvPr/>
        </p:nvSpPr>
        <p:spPr>
          <a:xfrm>
            <a:off x="6567684" y="5853502"/>
            <a:ext cx="84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 lite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C5AD53-3CF3-9296-9DB3-72C22A7BFD63}"/>
              </a:ext>
            </a:extLst>
          </p:cNvPr>
          <p:cNvSpPr/>
          <p:nvPr/>
        </p:nvSpPr>
        <p:spPr>
          <a:xfrm>
            <a:off x="2352913" y="982789"/>
            <a:ext cx="6536987" cy="45817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BC9274-C604-499C-A52C-AC7EF67C7C96}"/>
              </a:ext>
            </a:extLst>
          </p:cNvPr>
          <p:cNvSpPr txBox="1"/>
          <p:nvPr/>
        </p:nvSpPr>
        <p:spPr>
          <a:xfrm>
            <a:off x="2356247" y="982862"/>
            <a:ext cx="6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ibuf.v</a:t>
            </a:r>
            <a:endParaRPr lang="en-US" i="1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150D18A-8986-9E4D-2407-30F5FD57A714}"/>
              </a:ext>
            </a:extLst>
          </p:cNvPr>
          <p:cNvCxnSpPr>
            <a:cxnSpLocks/>
          </p:cNvCxnSpPr>
          <p:nvPr/>
        </p:nvCxnSpPr>
        <p:spPr>
          <a:xfrm>
            <a:off x="2897786" y="3910726"/>
            <a:ext cx="0" cy="1926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B1964D1-E02D-C9D8-8420-EC15A7B920EA}"/>
              </a:ext>
            </a:extLst>
          </p:cNvPr>
          <p:cNvSpPr txBox="1"/>
          <p:nvPr/>
        </p:nvSpPr>
        <p:spPr>
          <a:xfrm>
            <a:off x="2136616" y="5813807"/>
            <a:ext cx="1522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CPU interrupt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8373E3-406F-799D-9E3E-760294DCBC2F}"/>
              </a:ext>
            </a:extLst>
          </p:cNvPr>
          <p:cNvSpPr txBox="1"/>
          <p:nvPr/>
        </p:nvSpPr>
        <p:spPr>
          <a:xfrm>
            <a:off x="4033717" y="2848175"/>
            <a:ext cx="655030" cy="577932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8BD599B-B60B-0E65-030C-6C55588B4B89}"/>
              </a:ext>
            </a:extLst>
          </p:cNvPr>
          <p:cNvCxnSpPr>
            <a:stCxn id="42" idx="3"/>
          </p:cNvCxnSpPr>
          <p:nvPr/>
        </p:nvCxnSpPr>
        <p:spPr>
          <a:xfrm>
            <a:off x="4688747" y="3137141"/>
            <a:ext cx="11006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BDADB6D-5BAD-4187-19B3-DA7FEA04C4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52348" y="2558491"/>
            <a:ext cx="659093" cy="3036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75C3EA2-3DBE-F82E-A06F-A9247891F0D0}"/>
              </a:ext>
            </a:extLst>
          </p:cNvPr>
          <p:cNvSpPr txBox="1"/>
          <p:nvPr/>
        </p:nvSpPr>
        <p:spPr>
          <a:xfrm>
            <a:off x="2904392" y="1857042"/>
            <a:ext cx="1651357" cy="5237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8E7166-B31A-7726-32A0-2A431873F78B}"/>
              </a:ext>
            </a:extLst>
          </p:cNvPr>
          <p:cNvSpPr txBox="1"/>
          <p:nvPr/>
        </p:nvSpPr>
        <p:spPr>
          <a:xfrm>
            <a:off x="5486858" y="2422593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03B1E1-224F-3B00-442D-837349DF7A9A}"/>
              </a:ext>
            </a:extLst>
          </p:cNvPr>
          <p:cNvSpPr txBox="1"/>
          <p:nvPr/>
        </p:nvSpPr>
        <p:spPr>
          <a:xfrm>
            <a:off x="3694495" y="2345678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0D9E230-6675-ADEE-0101-F2A982626B83}"/>
              </a:ext>
            </a:extLst>
          </p:cNvPr>
          <p:cNvCxnSpPr>
            <a:cxnSpLocks/>
          </p:cNvCxnSpPr>
          <p:nvPr/>
        </p:nvCxnSpPr>
        <p:spPr>
          <a:xfrm flipH="1">
            <a:off x="4898171" y="5061730"/>
            <a:ext cx="46027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8B3D5B8-ECA7-ECD7-F49D-DF9E1AE67CC0}"/>
              </a:ext>
            </a:extLst>
          </p:cNvPr>
          <p:cNvSpPr txBox="1"/>
          <p:nvPr/>
        </p:nvSpPr>
        <p:spPr>
          <a:xfrm>
            <a:off x="3202312" y="4742417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BRAM0,1,2 R/W</a:t>
            </a:r>
          </a:p>
          <a:p>
            <a:pPr algn="r"/>
            <a:r>
              <a:rPr lang="en-US" dirty="0"/>
              <a:t>CSR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B75770-0E82-5224-1889-49DDB50DAF81}"/>
              </a:ext>
            </a:extLst>
          </p:cNvPr>
          <p:cNvSpPr txBox="1"/>
          <p:nvPr/>
        </p:nvSpPr>
        <p:spPr>
          <a:xfrm>
            <a:off x="6915465" y="3857882"/>
            <a:ext cx="87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839DECD-8D3F-13A8-16D0-43A6C4CFFA45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121523" y="2418296"/>
            <a:ext cx="0" cy="2528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5246BE4-27BE-66A8-3773-C8CE36A52CF0}"/>
              </a:ext>
            </a:extLst>
          </p:cNvPr>
          <p:cNvSpPr txBox="1"/>
          <p:nvPr/>
        </p:nvSpPr>
        <p:spPr>
          <a:xfrm>
            <a:off x="2683016" y="234567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A56B2F-1A47-4ADC-0481-7DDC4648EA1D}"/>
              </a:ext>
            </a:extLst>
          </p:cNvPr>
          <p:cNvSpPr txBox="1"/>
          <p:nvPr/>
        </p:nvSpPr>
        <p:spPr>
          <a:xfrm>
            <a:off x="4670907" y="27822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4C60C40-F907-380E-1C8B-8C180CF681C6}"/>
              </a:ext>
            </a:extLst>
          </p:cNvPr>
          <p:cNvCxnSpPr/>
          <p:nvPr/>
        </p:nvCxnSpPr>
        <p:spPr>
          <a:xfrm>
            <a:off x="1983244" y="2905806"/>
            <a:ext cx="729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F71F3A9-1063-A5D9-9A9E-0350BBF31AA9}"/>
              </a:ext>
            </a:extLst>
          </p:cNvPr>
          <p:cNvCxnSpPr/>
          <p:nvPr/>
        </p:nvCxnSpPr>
        <p:spPr>
          <a:xfrm flipH="1">
            <a:off x="1925579" y="3121894"/>
            <a:ext cx="787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F285CD3-D0B1-B743-B298-47B3E3659636}"/>
              </a:ext>
            </a:extLst>
          </p:cNvPr>
          <p:cNvSpPr txBox="1"/>
          <p:nvPr/>
        </p:nvSpPr>
        <p:spPr>
          <a:xfrm>
            <a:off x="1191517" y="2697237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sdc_i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CAB682-AD81-8A8B-FA03-1938D370C79D}"/>
              </a:ext>
            </a:extLst>
          </p:cNvPr>
          <p:cNvSpPr txBox="1"/>
          <p:nvPr/>
        </p:nvSpPr>
        <p:spPr>
          <a:xfrm>
            <a:off x="1191517" y="2906206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sdc_o</a:t>
            </a:r>
            <a:endParaRPr lang="en-US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DC2BAAA-5C66-6DD7-D903-56457BF066AD}"/>
              </a:ext>
            </a:extLst>
          </p:cNvPr>
          <p:cNvCxnSpPr>
            <a:cxnSpLocks/>
            <a:stCxn id="5" idx="2"/>
            <a:endCxn id="24" idx="2"/>
          </p:cNvCxnSpPr>
          <p:nvPr/>
        </p:nvCxnSpPr>
        <p:spPr>
          <a:xfrm rot="5400000" flipH="1" flipV="1">
            <a:off x="4932726" y="1984257"/>
            <a:ext cx="115266" cy="3737672"/>
          </a:xfrm>
          <a:prstGeom prst="bentConnector3">
            <a:avLst>
              <a:gd name="adj1" fmla="val -1983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479C4CC-790B-8619-3D67-4F9B7B214C05}"/>
              </a:ext>
            </a:extLst>
          </p:cNvPr>
          <p:cNvCxnSpPr>
            <a:stCxn id="24" idx="0"/>
            <a:endCxn id="10" idx="2"/>
          </p:cNvCxnSpPr>
          <p:nvPr/>
        </p:nvCxnSpPr>
        <p:spPr>
          <a:xfrm flipV="1">
            <a:off x="6859195" y="3032214"/>
            <a:ext cx="1" cy="239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1E8C12D-036B-6CBB-3EB7-88ABB3F15ECA}"/>
              </a:ext>
            </a:extLst>
          </p:cNvPr>
          <p:cNvCxnSpPr>
            <a:cxnSpLocks/>
          </p:cNvCxnSpPr>
          <p:nvPr/>
        </p:nvCxnSpPr>
        <p:spPr>
          <a:xfrm flipV="1">
            <a:off x="6989788" y="5321295"/>
            <a:ext cx="0" cy="4827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857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14FA8DC-2D7D-1BF9-1763-8C29471C5676}"/>
              </a:ext>
            </a:extLst>
          </p:cNvPr>
          <p:cNvGrpSpPr/>
          <p:nvPr/>
        </p:nvGrpSpPr>
        <p:grpSpPr>
          <a:xfrm>
            <a:off x="3581319" y="305600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328F75-A72C-2C77-7F5F-F59D0E036ACF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EAC4063-EE2F-DFF5-95A2-5772D0DCB29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859C170-0E80-41BF-7A17-6AA6F55782F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0E88FB-6148-EA98-FAC3-3D73BC7CE4A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A9CB7A-B5F0-1616-9ED2-D9BBE9E036C7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F688F8-7A45-804F-10D6-D842AE0A332B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D9440B-DA7C-FE03-5D36-CB494DB4C825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7C81E8-7A64-0764-FCDE-3E2022FB48E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55387D-9FCC-ED25-48AF-7245CE3B682B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BD49A0-9D30-FB34-1E02-7E1DBE4DC17B}"/>
              </a:ext>
            </a:extLst>
          </p:cNvPr>
          <p:cNvGrpSpPr/>
          <p:nvPr/>
        </p:nvGrpSpPr>
        <p:grpSpPr>
          <a:xfrm>
            <a:off x="3428919" y="290360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2FBBF4-6E51-AC85-622E-BC1640A8CC4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BBF9EB-AE56-D2AB-A2FE-E3BD76FA6131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1C5802-67B3-73E6-3D19-09E6B3F68FB8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A25DD3A-F0A4-CECF-1F5E-534A9F57BA74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9AFF045-D21B-E309-4C66-60CE3D5E124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DFEF706-6068-0D01-5A96-F1D90C0B8E3F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A548D4-41D4-0825-8ACD-DCDE6E38450F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E2C75A0-6277-E986-ED70-0C85D3E497F5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41C50B-DEEF-5AE3-270F-5DE1AB9CF048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873C6F6-9945-A991-2B45-1335AAEB1079}"/>
              </a:ext>
            </a:extLst>
          </p:cNvPr>
          <p:cNvSpPr txBox="1"/>
          <p:nvPr/>
        </p:nvSpPr>
        <p:spPr>
          <a:xfrm>
            <a:off x="3171687" y="2043817"/>
            <a:ext cx="151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patch</a:t>
            </a:r>
          </a:p>
          <a:p>
            <a:r>
              <a:rPr lang="en-US" i="1" dirty="0"/>
              <a:t>[3,3,ichan]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5A427D-B1D5-D0E6-06AF-85FF18F4854E}"/>
              </a:ext>
            </a:extLst>
          </p:cNvPr>
          <p:cNvGrpSpPr/>
          <p:nvPr/>
        </p:nvGrpSpPr>
        <p:grpSpPr>
          <a:xfrm>
            <a:off x="3276519" y="275120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75DF91B-03F6-ECFF-815A-5420F021B991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C3D5835-78B9-E50C-6FB2-8C48E05F156D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CA83F1F-89FA-3764-A218-C41FADD04E8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16D37CD-BB54-6476-CA9A-76D6A9825BDB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C727AA9-2945-7A74-0C74-4EAE90ACD1CB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71C6A5-81BD-96ED-D8A1-E0FD7AC6245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34913F-A080-DCD4-FFEB-17E23080E3D9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AC1141-15DF-65C2-4868-4DA19749983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797E007-CF12-941E-0F95-3E80DF1710B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68B3A69-AA8C-94C9-AC64-0E080BF6F02D}"/>
              </a:ext>
            </a:extLst>
          </p:cNvPr>
          <p:cNvGrpSpPr/>
          <p:nvPr/>
        </p:nvGrpSpPr>
        <p:grpSpPr>
          <a:xfrm>
            <a:off x="5769860" y="221431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98D51A0-306B-F389-9016-3D1494D45EC4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CB571B9-72A0-2D5A-BA88-2A335AEB0670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726A680-D8BC-C243-8C43-85324C011902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C88DEF-F0F0-1A1E-AE76-EC3B4832704D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4C9F578-85C9-3C84-A905-27D59645C9C5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76EFDF8-0176-660A-DE4E-D0D77A1C8F8E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05DBDF9-C1E0-7E2D-0AB2-4658067C636A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ECCE7E3-54C7-7AED-26EA-7220F3DA9D58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C9794F8-6251-6A65-7F25-CB9D67C0F4E5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1B58E21-2A36-4323-38D2-357C99ED21CE}"/>
              </a:ext>
            </a:extLst>
          </p:cNvPr>
          <p:cNvGrpSpPr/>
          <p:nvPr/>
        </p:nvGrpSpPr>
        <p:grpSpPr>
          <a:xfrm>
            <a:off x="5617460" y="206191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3FBBB66-C282-9548-6BD5-058152B179C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28D8DA-47C2-1EBC-5765-5B5FCEA72C53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C980F29-061D-1DEA-0C9E-1FEE85B9C64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B3F550B-7FFB-DF39-4BCD-E1F76A9EE74C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94780DE-92B9-7DA7-B0FE-9F1CE419AC6A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36EB21C-914A-3DBC-3F56-E938EC686C27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2A1F8B-E70B-7929-17F4-8347E33194F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0243636-787E-DC5A-2C79-D8DB5C91D8A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439103D-5E59-A644-CA17-509A816E73E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56BFE2-339A-D2C6-517A-EDDF58E50797}"/>
              </a:ext>
            </a:extLst>
          </p:cNvPr>
          <p:cNvGrpSpPr/>
          <p:nvPr/>
        </p:nvGrpSpPr>
        <p:grpSpPr>
          <a:xfrm>
            <a:off x="5465060" y="1909511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9E950D4-E910-FFE0-19ED-AA3CABF0D7D1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A15C48B-61A0-7FA6-B16E-C203668F48DA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29C2CB2-5376-3334-2B7A-51A6A5E0478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46775CB-5B22-A5B7-A749-5753C7937417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DBE5EC5-4B69-DDA4-E7A0-96BE9343C59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BDEC0D3-961B-1705-B71B-7C2E1EF9B99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D11CF10-4726-E40E-C6DB-64CCC011C338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B3D8ED5-EE95-734A-C569-4728CC78147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25C5242-6640-FC6C-6330-3F12D87062A9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F0443A5-CCE9-D75F-28A6-99999CC6448B}"/>
              </a:ext>
            </a:extLst>
          </p:cNvPr>
          <p:cNvSpPr txBox="1"/>
          <p:nvPr/>
        </p:nvSpPr>
        <p:spPr>
          <a:xfrm>
            <a:off x="5362393" y="1249079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  <a:p>
            <a:r>
              <a:rPr lang="en-US" i="1" dirty="0"/>
              <a:t>[ochan,3,3,ichan]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626C3EF-6D0B-BD96-99A0-B2DB0AA669E3}"/>
              </a:ext>
            </a:extLst>
          </p:cNvPr>
          <p:cNvGrpSpPr/>
          <p:nvPr/>
        </p:nvGrpSpPr>
        <p:grpSpPr>
          <a:xfrm>
            <a:off x="5771992" y="3718857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1BDE3F8-4B8D-F992-8958-D393251E6582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088866F-78CC-9F97-BCE5-8B6EEE24EEE5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079E7C1-2758-A4EB-8355-F9B59BB0C448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39235B4-C14B-71FA-E79B-2B862CB8496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31F66A5-3E15-E457-659D-73E0D607062C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B4C13A4-6DEE-234F-3461-31668CF68D27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E0615D3-133F-6A7F-1CDD-C5B876B4E7F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335C0B8-C886-1A70-CFA5-C9813D0BA34E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F76D818-9462-F955-2774-6EF491EAEFE4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AD2BCC0-5E64-82C1-D07F-3D3498F845BC}"/>
              </a:ext>
            </a:extLst>
          </p:cNvPr>
          <p:cNvGrpSpPr/>
          <p:nvPr/>
        </p:nvGrpSpPr>
        <p:grpSpPr>
          <a:xfrm>
            <a:off x="5619592" y="3566457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99A6784-4B71-25BB-BECD-BF9827D67F5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AA74A0C-933D-288C-E2BE-4A88AF8413C8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7A3F0AB-A60E-C164-D45D-E9690898D82F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D526867-BB29-AE3E-6377-E98E131A8DA3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46D7BC6-455A-FABE-D401-A6BA7CEAC9D4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0EE7983-2307-67E7-AF9D-584F4090A2A1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4E07AFA-6DB5-AC8F-764B-D2707686A575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5C35F6E-12A1-28F0-0185-37D873062679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ACFCA83-FA00-6300-BEC5-122F8BC13399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5DEC1FB-3427-58E3-E98B-23748ABB477B}"/>
              </a:ext>
            </a:extLst>
          </p:cNvPr>
          <p:cNvGrpSpPr/>
          <p:nvPr/>
        </p:nvGrpSpPr>
        <p:grpSpPr>
          <a:xfrm>
            <a:off x="5467192" y="3414057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E6DF40E-CE9A-9D0F-8945-F2D12527361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623FC9A-6301-A929-EC37-ACE60ED2F61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8AD19EB-B39E-DC6F-C656-A4BB6578A6F0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C09D3C5-B085-5832-7C12-1F0D4CF06560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3683D38-FDBF-5AAF-0134-B97D231D10B8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31892D6-9129-5516-8803-0B7C378983EC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BA37A89-DDCF-D852-F105-088344F6D43B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2CB3C7-FC2C-6C2C-D530-12BA97604E44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377CE8E-53F6-452E-CCC5-C55B61D58D24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A7BC31E-066E-2080-FB0E-157779484E1D}"/>
              </a:ext>
            </a:extLst>
          </p:cNvPr>
          <p:cNvCxnSpPr>
            <a:cxnSpLocks/>
          </p:cNvCxnSpPr>
          <p:nvPr/>
        </p:nvCxnSpPr>
        <p:spPr>
          <a:xfrm flipV="1">
            <a:off x="4683313" y="2472758"/>
            <a:ext cx="664773" cy="583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0A148D9-6803-8DC0-94BF-EB75C5EEB34C}"/>
              </a:ext>
            </a:extLst>
          </p:cNvPr>
          <p:cNvCxnSpPr>
            <a:cxnSpLocks/>
          </p:cNvCxnSpPr>
          <p:nvPr/>
        </p:nvCxnSpPr>
        <p:spPr>
          <a:xfrm>
            <a:off x="4647220" y="3792526"/>
            <a:ext cx="637274" cy="11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B2F0C19-7F3A-AB67-8A95-186EF3C41D3E}"/>
              </a:ext>
            </a:extLst>
          </p:cNvPr>
          <p:cNvCxnSpPr>
            <a:cxnSpLocks/>
          </p:cNvCxnSpPr>
          <p:nvPr/>
        </p:nvCxnSpPr>
        <p:spPr>
          <a:xfrm>
            <a:off x="6782522" y="2943289"/>
            <a:ext cx="619789" cy="281317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6A4F78F1-50DD-F11A-70B0-CC59D3749123}"/>
              </a:ext>
            </a:extLst>
          </p:cNvPr>
          <p:cNvSpPr/>
          <p:nvPr/>
        </p:nvSpPr>
        <p:spPr>
          <a:xfrm>
            <a:off x="7810481" y="3510499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7717D65-7ED6-CE0F-4134-70B03A9D82FE}"/>
              </a:ext>
            </a:extLst>
          </p:cNvPr>
          <p:cNvSpPr/>
          <p:nvPr/>
        </p:nvSpPr>
        <p:spPr>
          <a:xfrm>
            <a:off x="7658081" y="3358099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A7BDC32-068B-4076-6ECF-5371AF467185}"/>
              </a:ext>
            </a:extLst>
          </p:cNvPr>
          <p:cNvSpPr/>
          <p:nvPr/>
        </p:nvSpPr>
        <p:spPr>
          <a:xfrm>
            <a:off x="7501416" y="3201438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EDE12AB-F7FC-DC8F-6D33-625978535393}"/>
              </a:ext>
            </a:extLst>
          </p:cNvPr>
          <p:cNvSpPr txBox="1"/>
          <p:nvPr/>
        </p:nvSpPr>
        <p:spPr>
          <a:xfrm>
            <a:off x="7168865" y="2370910"/>
            <a:ext cx="150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vector</a:t>
            </a:r>
          </a:p>
          <a:p>
            <a:r>
              <a:rPr lang="en-US" i="1" dirty="0"/>
              <a:t>[1,1,ochan]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C5FABD8-491A-A766-CBF8-A95DA83557F8}"/>
              </a:ext>
            </a:extLst>
          </p:cNvPr>
          <p:cNvCxnSpPr>
            <a:cxnSpLocks/>
          </p:cNvCxnSpPr>
          <p:nvPr/>
        </p:nvCxnSpPr>
        <p:spPr>
          <a:xfrm flipV="1">
            <a:off x="6798598" y="3682655"/>
            <a:ext cx="661303" cy="25019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BA7F6F0-881E-03ED-E59D-34C4FC72B26A}"/>
              </a:ext>
            </a:extLst>
          </p:cNvPr>
          <p:cNvCxnSpPr>
            <a:cxnSpLocks/>
          </p:cNvCxnSpPr>
          <p:nvPr/>
        </p:nvCxnSpPr>
        <p:spPr>
          <a:xfrm>
            <a:off x="6096000" y="4889372"/>
            <a:ext cx="0" cy="375409"/>
          </a:xfrm>
          <a:prstGeom prst="line">
            <a:avLst/>
          </a:prstGeom>
          <a:ln w="635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8C0C147-9F3A-EFF2-1E09-31DE6AF1152C}"/>
              </a:ext>
            </a:extLst>
          </p:cNvPr>
          <p:cNvCxnSpPr>
            <a:cxnSpLocks/>
          </p:cNvCxnSpPr>
          <p:nvPr/>
        </p:nvCxnSpPr>
        <p:spPr>
          <a:xfrm>
            <a:off x="8206289" y="3914821"/>
            <a:ext cx="209417" cy="164552"/>
          </a:xfrm>
          <a:prstGeom prst="line">
            <a:avLst/>
          </a:prstGeom>
          <a:ln w="635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678A939-7A8B-D8B2-9266-952DA805946C}"/>
              </a:ext>
            </a:extLst>
          </p:cNvPr>
          <p:cNvCxnSpPr>
            <a:cxnSpLocks/>
            <a:stCxn id="106" idx="0"/>
          </p:cNvCxnSpPr>
          <p:nvPr/>
        </p:nvCxnSpPr>
        <p:spPr>
          <a:xfrm flipH="1" flipV="1">
            <a:off x="4111628" y="4184585"/>
            <a:ext cx="302320" cy="45001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E25A229-56D2-7155-6B2E-942537B7D000}"/>
              </a:ext>
            </a:extLst>
          </p:cNvPr>
          <p:cNvCxnSpPr>
            <a:cxnSpLocks/>
            <a:stCxn id="106" idx="0"/>
          </p:cNvCxnSpPr>
          <p:nvPr/>
        </p:nvCxnSpPr>
        <p:spPr>
          <a:xfrm flipV="1">
            <a:off x="4413948" y="4345511"/>
            <a:ext cx="907939" cy="2890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57B75275-730D-A03C-075C-4D8EA9E2ED61}"/>
              </a:ext>
            </a:extLst>
          </p:cNvPr>
          <p:cNvSpPr txBox="1"/>
          <p:nvPr/>
        </p:nvSpPr>
        <p:spPr>
          <a:xfrm>
            <a:off x="3765373" y="4634600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same shape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3320E2C-5E59-8162-2709-E1CAFC704BA2}"/>
              </a:ext>
            </a:extLst>
          </p:cNvPr>
          <p:cNvCxnSpPr>
            <a:cxnSpLocks/>
            <a:stCxn id="109" idx="0"/>
          </p:cNvCxnSpPr>
          <p:nvPr/>
        </p:nvCxnSpPr>
        <p:spPr>
          <a:xfrm flipH="1" flipV="1">
            <a:off x="7248446" y="4027923"/>
            <a:ext cx="296756" cy="79134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D791E9A-B101-5969-96A7-1E8F2A0955AB}"/>
              </a:ext>
            </a:extLst>
          </p:cNvPr>
          <p:cNvSpPr txBox="1"/>
          <p:nvPr/>
        </p:nvSpPr>
        <p:spPr>
          <a:xfrm>
            <a:off x="6906245" y="4819266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dot product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4AC5FE5-5C51-B652-DF4C-0B1DEE66A526}"/>
              </a:ext>
            </a:extLst>
          </p:cNvPr>
          <p:cNvSpPr/>
          <p:nvPr/>
        </p:nvSpPr>
        <p:spPr>
          <a:xfrm>
            <a:off x="3276519" y="2751201"/>
            <a:ext cx="927197" cy="93145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87F650B-7431-FFC3-BAB0-399744898856}"/>
              </a:ext>
            </a:extLst>
          </p:cNvPr>
          <p:cNvSpPr/>
          <p:nvPr/>
        </p:nvSpPr>
        <p:spPr>
          <a:xfrm>
            <a:off x="5465059" y="1913771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85A1506-C1DB-DFE9-C79E-0D34EC376F43}"/>
              </a:ext>
            </a:extLst>
          </p:cNvPr>
          <p:cNvSpPr/>
          <p:nvPr/>
        </p:nvSpPr>
        <p:spPr>
          <a:xfrm>
            <a:off x="5471457" y="3414057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08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97D3CB7-D32B-8C4D-2B7F-336395F1CEF8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6166439" y="2483975"/>
            <a:ext cx="861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6EEF9D-CDBE-D0EC-E8C3-A16A44328D0A}"/>
              </a:ext>
            </a:extLst>
          </p:cNvPr>
          <p:cNvGrpSpPr/>
          <p:nvPr/>
        </p:nvGrpSpPr>
        <p:grpSpPr>
          <a:xfrm>
            <a:off x="7028260" y="2308877"/>
            <a:ext cx="350195" cy="350195"/>
            <a:chOff x="3860124" y="2202910"/>
            <a:chExt cx="350195" cy="35019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8CA55E5-310F-8256-48DF-C1A01E492A0C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C779DCD7-A6E5-5CD2-9103-3BCD333EDB49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0387E7-4F88-6E9B-B477-5F615041D24E}"/>
              </a:ext>
            </a:extLst>
          </p:cNvPr>
          <p:cNvCxnSpPr>
            <a:cxnSpLocks/>
          </p:cNvCxnSpPr>
          <p:nvPr/>
        </p:nvCxnSpPr>
        <p:spPr>
          <a:xfrm>
            <a:off x="7378455" y="2474206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AD02EEF-FCE9-5C9B-96FB-4C8A7095FC01}"/>
              </a:ext>
            </a:extLst>
          </p:cNvPr>
          <p:cNvSpPr txBox="1"/>
          <p:nvPr/>
        </p:nvSpPr>
        <p:spPr>
          <a:xfrm>
            <a:off x="7912054" y="1833655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A908294-1DF7-052A-734B-439C506E6016}"/>
              </a:ext>
            </a:extLst>
          </p:cNvPr>
          <p:cNvGrpSpPr/>
          <p:nvPr/>
        </p:nvGrpSpPr>
        <p:grpSpPr>
          <a:xfrm>
            <a:off x="8787451" y="2355064"/>
            <a:ext cx="350195" cy="350195"/>
            <a:chOff x="3860124" y="2202910"/>
            <a:chExt cx="350195" cy="35019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2286156-B0F7-A35E-1DFF-8DB0F33D6763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C456E2A0-A1BE-C4BC-A282-FCEC0E176A83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EDB1470-F034-62F7-38C6-2FAD4236C96B}"/>
              </a:ext>
            </a:extLst>
          </p:cNvPr>
          <p:cNvCxnSpPr>
            <a:cxnSpLocks/>
          </p:cNvCxnSpPr>
          <p:nvPr/>
        </p:nvCxnSpPr>
        <p:spPr>
          <a:xfrm>
            <a:off x="8546015" y="2530161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E82282D-90E9-5B6F-19A1-A169AEFFEDBB}"/>
              </a:ext>
            </a:extLst>
          </p:cNvPr>
          <p:cNvCxnSpPr>
            <a:cxnSpLocks/>
          </p:cNvCxnSpPr>
          <p:nvPr/>
        </p:nvCxnSpPr>
        <p:spPr>
          <a:xfrm>
            <a:off x="9137646" y="2527770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8BEC078-9730-E0B2-7E3C-4AD89220E856}"/>
              </a:ext>
            </a:extLst>
          </p:cNvPr>
          <p:cNvCxnSpPr>
            <a:cxnSpLocks/>
          </p:cNvCxnSpPr>
          <p:nvPr/>
        </p:nvCxnSpPr>
        <p:spPr>
          <a:xfrm>
            <a:off x="7595022" y="2039331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AB7EA7C-D3D9-75AB-D2DA-E4ECA09DE885}"/>
              </a:ext>
            </a:extLst>
          </p:cNvPr>
          <p:cNvCxnSpPr>
            <a:cxnSpLocks/>
          </p:cNvCxnSpPr>
          <p:nvPr/>
        </p:nvCxnSpPr>
        <p:spPr>
          <a:xfrm flipV="1">
            <a:off x="7595022" y="1537235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00C61C3-5D9C-7AF6-20C0-5CBABD967D02}"/>
              </a:ext>
            </a:extLst>
          </p:cNvPr>
          <p:cNvCxnSpPr>
            <a:cxnSpLocks/>
          </p:cNvCxnSpPr>
          <p:nvPr/>
        </p:nvCxnSpPr>
        <p:spPr>
          <a:xfrm>
            <a:off x="7595022" y="1537235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F0E59F6-1147-B769-56A5-FD125E1AFD13}"/>
              </a:ext>
            </a:extLst>
          </p:cNvPr>
          <p:cNvCxnSpPr>
            <a:cxnSpLocks/>
          </p:cNvCxnSpPr>
          <p:nvPr/>
        </p:nvCxnSpPr>
        <p:spPr>
          <a:xfrm flipV="1">
            <a:off x="9329685" y="1537235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rapezoid 51">
            <a:extLst>
              <a:ext uri="{FF2B5EF4-FFF2-40B4-BE49-F238E27FC236}">
                <a16:creationId xmlns:a16="http://schemas.microsoft.com/office/drawing/2014/main" id="{4EFCE9AB-40C8-95D3-7BE2-D31E11CFAE8A}"/>
              </a:ext>
            </a:extLst>
          </p:cNvPr>
          <p:cNvSpPr/>
          <p:nvPr/>
        </p:nvSpPr>
        <p:spPr>
          <a:xfrm rot="5400000">
            <a:off x="9352457" y="2358035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237AFFB-2CE0-3871-04AB-A930A211A07E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0493707" y="2530162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D9CA0DC-347B-7F09-1B42-302A79B23841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422775" y="2927490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78401E3-84B2-E5DE-7574-7D46DC33B686}"/>
              </a:ext>
            </a:extLst>
          </p:cNvPr>
          <p:cNvGrpSpPr/>
          <p:nvPr/>
        </p:nvGrpSpPr>
        <p:grpSpPr>
          <a:xfrm>
            <a:off x="7028260" y="2752392"/>
            <a:ext cx="350195" cy="350195"/>
            <a:chOff x="3860124" y="2202910"/>
            <a:chExt cx="350195" cy="35019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D2E727D-BD5A-981F-8E60-021A49469F56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6ECFC03B-295D-B270-FBCB-F2E25278BF04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B3BEC0C-A017-94B7-E9FB-CEB1FCD02102}"/>
              </a:ext>
            </a:extLst>
          </p:cNvPr>
          <p:cNvGrpSpPr/>
          <p:nvPr/>
        </p:nvGrpSpPr>
        <p:grpSpPr>
          <a:xfrm>
            <a:off x="10143512" y="2355064"/>
            <a:ext cx="350195" cy="350195"/>
            <a:chOff x="3860124" y="2202910"/>
            <a:chExt cx="350195" cy="350195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E2CDB94-2120-5960-156D-E4159FE92D66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3E516D91-AF7C-B7FB-1CD9-07769A8CCBCB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09A4405-0D19-88BA-4335-7D1E7E9B44E7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9887492" y="2527770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DFA9892-95DC-C93B-E864-BED21FD75DC7}"/>
              </a:ext>
            </a:extLst>
          </p:cNvPr>
          <p:cNvSpPr txBox="1"/>
          <p:nvPr/>
        </p:nvSpPr>
        <p:spPr>
          <a:xfrm>
            <a:off x="10869435" y="2140050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26F1043-32A3-D9EB-F78E-25E9ECA1EDFA}"/>
              </a:ext>
            </a:extLst>
          </p:cNvPr>
          <p:cNvCxnSpPr>
            <a:cxnSpLocks/>
          </p:cNvCxnSpPr>
          <p:nvPr/>
        </p:nvCxnSpPr>
        <p:spPr>
          <a:xfrm>
            <a:off x="7378455" y="2927490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AA71D08-BCD8-7094-A6EE-784006EDF60B}"/>
              </a:ext>
            </a:extLst>
          </p:cNvPr>
          <p:cNvSpPr txBox="1"/>
          <p:nvPr/>
        </p:nvSpPr>
        <p:spPr>
          <a:xfrm>
            <a:off x="8694810" y="201731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2FC9DB-7E81-6BB7-CEB8-87A992ECD81D}"/>
              </a:ext>
            </a:extLst>
          </p:cNvPr>
          <p:cNvSpPr txBox="1"/>
          <p:nvPr/>
        </p:nvSpPr>
        <p:spPr>
          <a:xfrm>
            <a:off x="11077259" y="254838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EE9BFF-C376-0351-5931-8FE054D471C6}"/>
              </a:ext>
            </a:extLst>
          </p:cNvPr>
          <p:cNvSpPr txBox="1"/>
          <p:nvPr/>
        </p:nvSpPr>
        <p:spPr>
          <a:xfrm>
            <a:off x="9387637" y="1847836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RELU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E2122C2-619D-B55D-960D-8B3219C13D4B}"/>
              </a:ext>
            </a:extLst>
          </p:cNvPr>
          <p:cNvCxnSpPr>
            <a:cxnSpLocks/>
          </p:cNvCxnSpPr>
          <p:nvPr/>
        </p:nvCxnSpPr>
        <p:spPr>
          <a:xfrm>
            <a:off x="400543" y="2429329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11C9D5C-AAB1-321E-A24F-8CF45F78969E}"/>
              </a:ext>
            </a:extLst>
          </p:cNvPr>
          <p:cNvSpPr txBox="1"/>
          <p:nvPr/>
        </p:nvSpPr>
        <p:spPr>
          <a:xfrm>
            <a:off x="776271" y="2039217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927A33-3672-A0DD-8AFD-BA3C2F908666}"/>
              </a:ext>
            </a:extLst>
          </p:cNvPr>
          <p:cNvSpPr txBox="1"/>
          <p:nvPr/>
        </p:nvSpPr>
        <p:spPr>
          <a:xfrm>
            <a:off x="984095" y="24475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E5390F8-A8B1-3564-8AE2-389E0D761E4C}"/>
              </a:ext>
            </a:extLst>
          </p:cNvPr>
          <p:cNvGrpSpPr/>
          <p:nvPr/>
        </p:nvGrpSpPr>
        <p:grpSpPr>
          <a:xfrm>
            <a:off x="1757335" y="2254231"/>
            <a:ext cx="350195" cy="350195"/>
            <a:chOff x="3860124" y="2202910"/>
            <a:chExt cx="350195" cy="350195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D915044-7962-E16A-657D-5F36AB8361F0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EC525FE3-B17A-CBFE-9E5E-DE966F4A7AF7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34B9C82-5AF5-BC2D-EE57-F9BC5F531E61}"/>
              </a:ext>
            </a:extLst>
          </p:cNvPr>
          <p:cNvCxnSpPr>
            <a:cxnSpLocks/>
          </p:cNvCxnSpPr>
          <p:nvPr/>
        </p:nvCxnSpPr>
        <p:spPr>
          <a:xfrm>
            <a:off x="2107200" y="2447556"/>
            <a:ext cx="5510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90EBC9D-C353-EA31-383A-9E487B2A9DE4}"/>
              </a:ext>
            </a:extLst>
          </p:cNvPr>
          <p:cNvSpPr txBox="1"/>
          <p:nvPr/>
        </p:nvSpPr>
        <p:spPr>
          <a:xfrm>
            <a:off x="4251853" y="3849194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441EAE-B2BA-CDB1-BB37-357ADF9D6D5A}"/>
              </a:ext>
            </a:extLst>
          </p:cNvPr>
          <p:cNvSpPr txBox="1"/>
          <p:nvPr/>
        </p:nvSpPr>
        <p:spPr>
          <a:xfrm>
            <a:off x="3867877" y="2693278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row buffer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C83CD48-3B39-BF2E-1FE8-EE4F27B4422A}"/>
              </a:ext>
            </a:extLst>
          </p:cNvPr>
          <p:cNvSpPr/>
          <p:nvPr/>
        </p:nvSpPr>
        <p:spPr>
          <a:xfrm rot="10800000">
            <a:off x="5554109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3F6A8B-9DA0-5BEC-DAA6-13CD4D174776}"/>
              </a:ext>
            </a:extLst>
          </p:cNvPr>
          <p:cNvSpPr/>
          <p:nvPr/>
        </p:nvSpPr>
        <p:spPr>
          <a:xfrm rot="10800000">
            <a:off x="5453686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6EEBCD9-C932-3692-F198-3789C3AC08F1}"/>
              </a:ext>
            </a:extLst>
          </p:cNvPr>
          <p:cNvSpPr/>
          <p:nvPr/>
        </p:nvSpPr>
        <p:spPr>
          <a:xfrm rot="10800000">
            <a:off x="5353263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A696617-29A1-F57A-9F04-1CF32CB100D2}"/>
              </a:ext>
            </a:extLst>
          </p:cNvPr>
          <p:cNvSpPr/>
          <p:nvPr/>
        </p:nvSpPr>
        <p:spPr>
          <a:xfrm rot="10800000">
            <a:off x="5252840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011AE38-C685-1F55-240F-7F631DC1401F}"/>
              </a:ext>
            </a:extLst>
          </p:cNvPr>
          <p:cNvSpPr/>
          <p:nvPr/>
        </p:nvSpPr>
        <p:spPr>
          <a:xfrm rot="10800000">
            <a:off x="5152417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A210AC-80E3-9020-3E88-C6CDDD298C5E}"/>
              </a:ext>
            </a:extLst>
          </p:cNvPr>
          <p:cNvSpPr/>
          <p:nvPr/>
        </p:nvSpPr>
        <p:spPr>
          <a:xfrm rot="10800000">
            <a:off x="5051994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89C3EE7-0F36-B70E-D960-651F33AB9B8D}"/>
              </a:ext>
            </a:extLst>
          </p:cNvPr>
          <p:cNvSpPr/>
          <p:nvPr/>
        </p:nvSpPr>
        <p:spPr>
          <a:xfrm rot="10800000">
            <a:off x="4951571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0838583-798F-1715-0049-14D1EBF6E91C}"/>
              </a:ext>
            </a:extLst>
          </p:cNvPr>
          <p:cNvSpPr/>
          <p:nvPr/>
        </p:nvSpPr>
        <p:spPr>
          <a:xfrm rot="10800000">
            <a:off x="4851149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32C818E-C539-3EDE-ABB6-11AA82937E19}"/>
              </a:ext>
            </a:extLst>
          </p:cNvPr>
          <p:cNvSpPr/>
          <p:nvPr/>
        </p:nvSpPr>
        <p:spPr>
          <a:xfrm rot="10800000">
            <a:off x="4750726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F34CEA3-7068-EA54-8627-DA9FD4D887E3}"/>
              </a:ext>
            </a:extLst>
          </p:cNvPr>
          <p:cNvSpPr/>
          <p:nvPr/>
        </p:nvSpPr>
        <p:spPr>
          <a:xfrm rot="10800000">
            <a:off x="4650303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59AAE03-FD92-33A9-FB89-C7EA727FA42D}"/>
              </a:ext>
            </a:extLst>
          </p:cNvPr>
          <p:cNvSpPr/>
          <p:nvPr/>
        </p:nvSpPr>
        <p:spPr>
          <a:xfrm rot="10800000">
            <a:off x="4549880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A96206F-BC6A-4620-C500-600F35D917E7}"/>
              </a:ext>
            </a:extLst>
          </p:cNvPr>
          <p:cNvSpPr/>
          <p:nvPr/>
        </p:nvSpPr>
        <p:spPr>
          <a:xfrm rot="10800000">
            <a:off x="4449457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47A1CB8-E849-9E1E-1DF8-9205106FA0F5}"/>
              </a:ext>
            </a:extLst>
          </p:cNvPr>
          <p:cNvSpPr/>
          <p:nvPr/>
        </p:nvSpPr>
        <p:spPr>
          <a:xfrm rot="10800000">
            <a:off x="4349034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241D589-9CF3-E33F-78A7-9A5F4672564C}"/>
              </a:ext>
            </a:extLst>
          </p:cNvPr>
          <p:cNvSpPr/>
          <p:nvPr/>
        </p:nvSpPr>
        <p:spPr>
          <a:xfrm rot="10800000">
            <a:off x="4248611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1EAE0F6-DAD4-C96D-3577-F7FFF8F21BD1}"/>
              </a:ext>
            </a:extLst>
          </p:cNvPr>
          <p:cNvSpPr/>
          <p:nvPr/>
        </p:nvSpPr>
        <p:spPr>
          <a:xfrm rot="10800000">
            <a:off x="4148188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DC6520E-E775-980B-DDA5-676C2C82391C}"/>
              </a:ext>
            </a:extLst>
          </p:cNvPr>
          <p:cNvSpPr/>
          <p:nvPr/>
        </p:nvSpPr>
        <p:spPr>
          <a:xfrm rot="10800000">
            <a:off x="4047765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6B9298-0B45-243D-E963-B3F40C63199A}"/>
              </a:ext>
            </a:extLst>
          </p:cNvPr>
          <p:cNvSpPr/>
          <p:nvPr/>
        </p:nvSpPr>
        <p:spPr>
          <a:xfrm rot="10800000">
            <a:off x="3947342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BF24796-8A30-B116-6C38-13884DBB478B}"/>
              </a:ext>
            </a:extLst>
          </p:cNvPr>
          <p:cNvSpPr/>
          <p:nvPr/>
        </p:nvSpPr>
        <p:spPr>
          <a:xfrm rot="10800000">
            <a:off x="3846919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C3D4488-D773-C66B-E47B-1662C3BFD413}"/>
              </a:ext>
            </a:extLst>
          </p:cNvPr>
          <p:cNvSpPr/>
          <p:nvPr/>
        </p:nvSpPr>
        <p:spPr>
          <a:xfrm rot="10800000">
            <a:off x="3746496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A11D35A-6551-A930-DF2B-524F8EEBD536}"/>
              </a:ext>
            </a:extLst>
          </p:cNvPr>
          <p:cNvSpPr/>
          <p:nvPr/>
        </p:nvSpPr>
        <p:spPr>
          <a:xfrm rot="10800000">
            <a:off x="3646073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758F7A1-7FCF-8C85-741E-31EF713C2858}"/>
              </a:ext>
            </a:extLst>
          </p:cNvPr>
          <p:cNvSpPr/>
          <p:nvPr/>
        </p:nvSpPr>
        <p:spPr>
          <a:xfrm rot="10800000">
            <a:off x="3545650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7191461-9877-9F88-41CA-49EF41E441AD}"/>
              </a:ext>
            </a:extLst>
          </p:cNvPr>
          <p:cNvSpPr/>
          <p:nvPr/>
        </p:nvSpPr>
        <p:spPr>
          <a:xfrm rot="10800000">
            <a:off x="3445228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ABDE312-793B-F438-DBFF-4A63D0A45880}"/>
              </a:ext>
            </a:extLst>
          </p:cNvPr>
          <p:cNvSpPr/>
          <p:nvPr/>
        </p:nvSpPr>
        <p:spPr>
          <a:xfrm rot="10800000">
            <a:off x="3344805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87DDC7D-CB97-E859-28B9-1A96DF352540}"/>
              </a:ext>
            </a:extLst>
          </p:cNvPr>
          <p:cNvSpPr/>
          <p:nvPr/>
        </p:nvSpPr>
        <p:spPr>
          <a:xfrm rot="10800000">
            <a:off x="3244382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178FCD8-C4AC-0399-3D7A-789F84816738}"/>
              </a:ext>
            </a:extLst>
          </p:cNvPr>
          <p:cNvSpPr/>
          <p:nvPr/>
        </p:nvSpPr>
        <p:spPr>
          <a:xfrm rot="10800000">
            <a:off x="3143959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A560652-8B8B-B672-59C9-22B98BFBDC67}"/>
              </a:ext>
            </a:extLst>
          </p:cNvPr>
          <p:cNvSpPr/>
          <p:nvPr/>
        </p:nvSpPr>
        <p:spPr>
          <a:xfrm rot="10800000">
            <a:off x="3043536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7E9997C-6CF8-5668-5E39-3FFB672A1EB5}"/>
              </a:ext>
            </a:extLst>
          </p:cNvPr>
          <p:cNvSpPr/>
          <p:nvPr/>
        </p:nvSpPr>
        <p:spPr>
          <a:xfrm rot="10800000">
            <a:off x="2943113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27E4FE1-C651-A5F5-1B90-BD2793E2F60B}"/>
              </a:ext>
            </a:extLst>
          </p:cNvPr>
          <p:cNvSpPr/>
          <p:nvPr/>
        </p:nvSpPr>
        <p:spPr>
          <a:xfrm rot="10800000">
            <a:off x="2842690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CCB97A-4EC3-2894-0F48-1D86D39C315D}"/>
              </a:ext>
            </a:extLst>
          </p:cNvPr>
          <p:cNvSpPr/>
          <p:nvPr/>
        </p:nvSpPr>
        <p:spPr>
          <a:xfrm rot="10800000">
            <a:off x="2742267" y="2605671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2CBF533-EA6C-D76F-1223-BCD79ECEB515}"/>
              </a:ext>
            </a:extLst>
          </p:cNvPr>
          <p:cNvGrpSpPr/>
          <p:nvPr/>
        </p:nvGrpSpPr>
        <p:grpSpPr>
          <a:xfrm rot="10800000">
            <a:off x="2742267" y="2505382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BA35905-F389-2AD4-D8BE-98BDDD11B528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8BC2DD8-B335-421D-73D6-F3EA805B91F1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7C1EB80-9267-7351-C69A-6ECA673882BD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7436FB2-CDC1-D71C-13AF-91FBC5E7D1DD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C98B469D-0926-D7FA-A9FB-1EFF46C04C6E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942A960-2E55-8D0F-74D7-4A15D004279C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D1C01D5-F1A1-7EE6-8DE9-890C7B901801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D483880-301F-6E2A-8277-009A44B8718E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973A310-F4DB-A95B-B8B8-8C3A7FC563B7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CDEE607-A492-BCBC-2518-A2ACCD0B0730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C89C721-9B70-F44F-DB25-3403E1F2F733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A8BA1E4-76A6-3E0A-A6E7-7CBA28FAA836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D451C9C-4CE9-8D7C-562F-9BD4844FEE6D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D1DEAE0-16FD-DFEA-5187-45DB05BABEBD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50BF03E-09A6-977B-D7C4-8FA939B8A9E0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378E1AF-A148-8C92-C2DE-8D1CD7A66337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090BE8E-82FB-3E8D-FC08-D1E98D62221E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FBBDFD8-E628-8A7F-A81F-63CCA15B825A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098CB0F-F66F-90E2-6F55-3C460DD8C854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08B339A-E816-A7A4-42A0-94677AB39982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BE79BEE-04E4-978C-0958-6230DF3C9354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546C294-AAEC-6448-7145-1DB99DECB371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0164CF1-2F6E-1730-A081-86F925F3388F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4BAA13D-1B69-B159-9275-F8224A72F59D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604F73B-EF32-E31E-D644-A3798EEE00A5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8BFB8DE-6A34-BEDF-8A9B-1D9ADEF5AB8B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EF7785C-61C3-2283-F4E7-167CFA764C44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A0B215EF-29EA-B5B8-816B-B960611F9034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1FC9058-FEA9-5BE1-FE83-0AD484497AEC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40A8496-8E3D-CD0F-D963-679A797F7F2D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E9CC8AE-9FB5-8FEB-1C81-3184C16EDB19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10C2757-0432-60C4-781C-92389FC00230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6A405F1-868A-C8D2-D424-E4359FC5322C}"/>
              </a:ext>
            </a:extLst>
          </p:cNvPr>
          <p:cNvGrpSpPr/>
          <p:nvPr/>
        </p:nvGrpSpPr>
        <p:grpSpPr>
          <a:xfrm rot="10800000">
            <a:off x="2742267" y="2404959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ADE4AAC3-F920-8ED5-6352-6B0794648895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990D0D2-1884-FF52-09AD-F119C1B0EE73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21557CE-E72B-752D-BAA7-4B7D8FD5A52A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4ED3A5C-1A58-5F6A-29A1-5A8E265084E8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5D793B2-E6F8-1BD0-EA05-4E6307F893D0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98EBB05-A325-B7A5-CEAF-6A98FF3872BE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65F54123-8725-5BFB-01C5-CB9CF0F3ED1A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40DF505-F97F-08A8-CB48-21E91CB30628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E31B7041-91C6-E352-6BA2-969D45C4BBB9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14BE570-99C5-AFEF-A724-CE6B765CCBEC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78EC34A-B35E-DE25-F669-7C2C6F6E7038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B842C11-CA26-DE0D-78A5-863CE45717A8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837CC8D6-FE5A-443B-CEDC-948640343448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2D4A2A4-BBDA-63F0-4218-7636B7016C32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F2996E4B-07C3-6A2A-051D-402F2CE54B13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C54E68F7-12CD-092F-33C6-AA610679F25B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49531E7-C2C6-EAE6-2D6D-1E18B695A34A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680B5DF-69A9-2E2A-4B36-B206368330D4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3BBC254-90C6-53F6-07F6-E3AD1BD6E357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AAD8F4C-BBB2-82D9-E55A-B5A27E150CDB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A4809EDC-732B-4068-DB3B-CFA8A7ADB88B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1CAF6AAD-0EE6-12C2-F9ED-0C0756916602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A3F0D23E-A80F-D07B-3FF7-2A26ECC42FC6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1762F9B-D255-B377-F305-48398A88F3AC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869F99E-9537-653B-0189-3A64BF31ABEB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3D3B111-9109-AF09-3E2D-6280DF7BA205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FFF442B-0E4F-6BC6-FDEB-84A4DE6EB1E3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DEF1FB5C-891C-CDCD-53EF-A2DDF5596DFE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738A5970-A22B-5CBE-A1AA-4993355CE806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A6A8962-9840-8384-484A-E67622469E03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D5D242FF-737E-15F1-33C6-754BBB14DE4A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E1B716D2-F0CE-D434-A82F-4462A745B913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C139F79-47B1-D880-3F1F-B5DADAFFC094}"/>
              </a:ext>
            </a:extLst>
          </p:cNvPr>
          <p:cNvGrpSpPr/>
          <p:nvPr/>
        </p:nvGrpSpPr>
        <p:grpSpPr>
          <a:xfrm rot="10800000">
            <a:off x="5654532" y="2560086"/>
            <a:ext cx="350300" cy="146008"/>
            <a:chOff x="1150032" y="5207038"/>
            <a:chExt cx="690543" cy="287825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71E32EB-FACF-A4C9-FEA9-3F16A9F71222}"/>
                </a:ext>
              </a:extLst>
            </p:cNvPr>
            <p:cNvSpPr/>
            <p:nvPr/>
          </p:nvSpPr>
          <p:spPr>
            <a:xfrm>
              <a:off x="1246686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ED35C691-7F7E-5661-2B07-E4751C6A65D9}"/>
                </a:ext>
              </a:extLst>
            </p:cNvPr>
            <p:cNvSpPr/>
            <p:nvPr/>
          </p:nvSpPr>
          <p:spPr>
            <a:xfrm>
              <a:off x="1444649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809C3B39-370F-BB2E-1AE9-9336279DF1F4}"/>
                </a:ext>
              </a:extLst>
            </p:cNvPr>
            <p:cNvSpPr/>
            <p:nvPr/>
          </p:nvSpPr>
          <p:spPr>
            <a:xfrm>
              <a:off x="1642612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1252EAD-6E46-9EE0-12EF-7E5048C24559}"/>
                </a:ext>
              </a:extLst>
            </p:cNvPr>
            <p:cNvSpPr/>
            <p:nvPr/>
          </p:nvSpPr>
          <p:spPr>
            <a:xfrm>
              <a:off x="1150032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2CBCA59-BC04-0494-0680-621F822B01D9}"/>
                </a:ext>
              </a:extLst>
            </p:cNvPr>
            <p:cNvSpPr/>
            <p:nvPr/>
          </p:nvSpPr>
          <p:spPr>
            <a:xfrm>
              <a:off x="1347995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83E1B59A-FD17-2923-DB16-1B363B4267CA}"/>
                </a:ext>
              </a:extLst>
            </p:cNvPr>
            <p:cNvSpPr/>
            <p:nvPr/>
          </p:nvSpPr>
          <p:spPr>
            <a:xfrm>
              <a:off x="1545958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7FB599F-F94E-3921-6091-2286AB551526}"/>
              </a:ext>
            </a:extLst>
          </p:cNvPr>
          <p:cNvSpPr/>
          <p:nvPr/>
        </p:nvSpPr>
        <p:spPr>
          <a:xfrm rot="10800000">
            <a:off x="5603140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E9BA8CD-4418-CAC7-81DD-BEFF62830D97}"/>
              </a:ext>
            </a:extLst>
          </p:cNvPr>
          <p:cNvSpPr/>
          <p:nvPr/>
        </p:nvSpPr>
        <p:spPr>
          <a:xfrm rot="10800000">
            <a:off x="5502717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29F5F886-70BD-3179-620C-B693C86B34E7}"/>
              </a:ext>
            </a:extLst>
          </p:cNvPr>
          <p:cNvSpPr/>
          <p:nvPr/>
        </p:nvSpPr>
        <p:spPr>
          <a:xfrm rot="10800000">
            <a:off x="5402294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E652E4C0-A6C9-AB03-250B-F916D97E9370}"/>
              </a:ext>
            </a:extLst>
          </p:cNvPr>
          <p:cNvSpPr/>
          <p:nvPr/>
        </p:nvSpPr>
        <p:spPr>
          <a:xfrm rot="10800000">
            <a:off x="5301871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890D7BFB-7ED0-E0A2-47AD-1F80BB6D6F0D}"/>
              </a:ext>
            </a:extLst>
          </p:cNvPr>
          <p:cNvSpPr/>
          <p:nvPr/>
        </p:nvSpPr>
        <p:spPr>
          <a:xfrm rot="10800000">
            <a:off x="5201448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25A8ECC-8896-3872-5A76-0C3371F9FA15}"/>
              </a:ext>
            </a:extLst>
          </p:cNvPr>
          <p:cNvSpPr/>
          <p:nvPr/>
        </p:nvSpPr>
        <p:spPr>
          <a:xfrm rot="10800000">
            <a:off x="5101025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82158E31-C704-2C22-6114-4E0557D8009B}"/>
              </a:ext>
            </a:extLst>
          </p:cNvPr>
          <p:cNvSpPr/>
          <p:nvPr/>
        </p:nvSpPr>
        <p:spPr>
          <a:xfrm rot="10800000">
            <a:off x="5000602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B8F980F-1898-965B-7F05-0EE833AA207F}"/>
              </a:ext>
            </a:extLst>
          </p:cNvPr>
          <p:cNvSpPr/>
          <p:nvPr/>
        </p:nvSpPr>
        <p:spPr>
          <a:xfrm rot="10800000">
            <a:off x="4900179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5D19CF2-3BC5-3C20-C1D7-3E52DB8AC3E8}"/>
              </a:ext>
            </a:extLst>
          </p:cNvPr>
          <p:cNvSpPr/>
          <p:nvPr/>
        </p:nvSpPr>
        <p:spPr>
          <a:xfrm rot="10800000">
            <a:off x="4799756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DEE6829D-48C7-26CB-89B7-71DCA59F9EF8}"/>
              </a:ext>
            </a:extLst>
          </p:cNvPr>
          <p:cNvSpPr/>
          <p:nvPr/>
        </p:nvSpPr>
        <p:spPr>
          <a:xfrm rot="10800000">
            <a:off x="4699333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AEC4A195-EAB0-986D-3510-5A75E4FC6146}"/>
              </a:ext>
            </a:extLst>
          </p:cNvPr>
          <p:cNvSpPr/>
          <p:nvPr/>
        </p:nvSpPr>
        <p:spPr>
          <a:xfrm rot="10800000">
            <a:off x="4598911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B81F043-E32D-107D-712F-7E6671537803}"/>
              </a:ext>
            </a:extLst>
          </p:cNvPr>
          <p:cNvSpPr/>
          <p:nvPr/>
        </p:nvSpPr>
        <p:spPr>
          <a:xfrm rot="10800000">
            <a:off x="4498488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329BFB7-E9D1-F15D-80A5-3D8C538056C3}"/>
              </a:ext>
            </a:extLst>
          </p:cNvPr>
          <p:cNvSpPr/>
          <p:nvPr/>
        </p:nvSpPr>
        <p:spPr>
          <a:xfrm rot="10800000">
            <a:off x="4398065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BEB1AB9-C9FF-A732-B365-F361A60FF147}"/>
              </a:ext>
            </a:extLst>
          </p:cNvPr>
          <p:cNvSpPr/>
          <p:nvPr/>
        </p:nvSpPr>
        <p:spPr>
          <a:xfrm rot="10800000">
            <a:off x="4297642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7AC1AD2-1558-05F2-782C-816807C3C303}"/>
              </a:ext>
            </a:extLst>
          </p:cNvPr>
          <p:cNvSpPr/>
          <p:nvPr/>
        </p:nvSpPr>
        <p:spPr>
          <a:xfrm rot="10800000">
            <a:off x="4197219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4DA025C-74E1-664E-4C3B-1B84224182F8}"/>
              </a:ext>
            </a:extLst>
          </p:cNvPr>
          <p:cNvSpPr/>
          <p:nvPr/>
        </p:nvSpPr>
        <p:spPr>
          <a:xfrm rot="10800000">
            <a:off x="4096796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4D4973C-A35C-268A-9DBD-3FC2C0C74AF2}"/>
              </a:ext>
            </a:extLst>
          </p:cNvPr>
          <p:cNvSpPr/>
          <p:nvPr/>
        </p:nvSpPr>
        <p:spPr>
          <a:xfrm rot="10800000">
            <a:off x="3996373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4772118-B402-46AA-B463-38E2BC140C45}"/>
              </a:ext>
            </a:extLst>
          </p:cNvPr>
          <p:cNvSpPr/>
          <p:nvPr/>
        </p:nvSpPr>
        <p:spPr>
          <a:xfrm rot="10800000">
            <a:off x="3895950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763423B-4B01-3AC4-21E5-4808A3C367AC}"/>
              </a:ext>
            </a:extLst>
          </p:cNvPr>
          <p:cNvSpPr/>
          <p:nvPr/>
        </p:nvSpPr>
        <p:spPr>
          <a:xfrm rot="10800000">
            <a:off x="3795527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7DF39F8-DB0C-0351-6691-4890DDE0D1C3}"/>
              </a:ext>
            </a:extLst>
          </p:cNvPr>
          <p:cNvSpPr/>
          <p:nvPr/>
        </p:nvSpPr>
        <p:spPr>
          <a:xfrm rot="10800000">
            <a:off x="3695104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0E2E8C98-C9C9-96FD-1D4E-091B6343FFAF}"/>
              </a:ext>
            </a:extLst>
          </p:cNvPr>
          <p:cNvSpPr/>
          <p:nvPr/>
        </p:nvSpPr>
        <p:spPr>
          <a:xfrm rot="10800000">
            <a:off x="3594681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07A2BCA-814B-BFA2-F24D-D98CE453BCBE}"/>
              </a:ext>
            </a:extLst>
          </p:cNvPr>
          <p:cNvSpPr/>
          <p:nvPr/>
        </p:nvSpPr>
        <p:spPr>
          <a:xfrm rot="10800000">
            <a:off x="3494258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44CF97DD-9C9F-D0D2-3312-C63030B84F0E}"/>
              </a:ext>
            </a:extLst>
          </p:cNvPr>
          <p:cNvSpPr/>
          <p:nvPr/>
        </p:nvSpPr>
        <p:spPr>
          <a:xfrm rot="10800000">
            <a:off x="3393835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66791165-4AA3-9D51-CB5C-E99286661250}"/>
              </a:ext>
            </a:extLst>
          </p:cNvPr>
          <p:cNvSpPr/>
          <p:nvPr/>
        </p:nvSpPr>
        <p:spPr>
          <a:xfrm rot="10800000">
            <a:off x="3293412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0327E19-8764-4862-9D87-A1DDFC73DF3A}"/>
              </a:ext>
            </a:extLst>
          </p:cNvPr>
          <p:cNvSpPr/>
          <p:nvPr/>
        </p:nvSpPr>
        <p:spPr>
          <a:xfrm rot="10800000">
            <a:off x="3192989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C0F29FC-2BE1-6A95-51FA-B5C7A79F96AC}"/>
              </a:ext>
            </a:extLst>
          </p:cNvPr>
          <p:cNvSpPr/>
          <p:nvPr/>
        </p:nvSpPr>
        <p:spPr>
          <a:xfrm rot="10800000">
            <a:off x="3092567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F10B93D-083E-C2CB-1A9F-05186F985907}"/>
              </a:ext>
            </a:extLst>
          </p:cNvPr>
          <p:cNvSpPr/>
          <p:nvPr/>
        </p:nvSpPr>
        <p:spPr>
          <a:xfrm rot="10800000">
            <a:off x="2992144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8739248C-505D-503B-0DEF-CDB734456C8A}"/>
              </a:ext>
            </a:extLst>
          </p:cNvPr>
          <p:cNvSpPr/>
          <p:nvPr/>
        </p:nvSpPr>
        <p:spPr>
          <a:xfrm rot="10800000">
            <a:off x="2891721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915182D8-102D-37CB-361F-6831D767E193}"/>
              </a:ext>
            </a:extLst>
          </p:cNvPr>
          <p:cNvSpPr/>
          <p:nvPr/>
        </p:nvSpPr>
        <p:spPr>
          <a:xfrm rot="10800000">
            <a:off x="2791298" y="2560086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D667B7AB-D1F2-0579-313D-9F595980E21D}"/>
              </a:ext>
            </a:extLst>
          </p:cNvPr>
          <p:cNvGrpSpPr/>
          <p:nvPr/>
        </p:nvGrpSpPr>
        <p:grpSpPr>
          <a:xfrm rot="10800000">
            <a:off x="2791298" y="2459796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9C034FF-BC61-1872-9E79-534B62823E91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C875A4FB-C9A6-8259-FDE1-0FF147BAFDB3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CFC959B4-EE68-E64A-C917-3F799375ABD2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3AB65B17-2E47-D3B2-0064-7478731C2481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8222474C-8049-13D7-6572-A4C635C520CB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0326ABA-B0CB-3F34-A23C-A1840CAF1160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2AB3D615-4A9A-87D2-782A-EE3E4AB61C97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9D71B6D3-5CEF-4342-929A-4D8BDD46F239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61883D46-793E-C6E0-E255-1F296A27F15F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FB61DE1E-4299-B657-63C4-78EF45F56DDF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ECAFA47B-80BC-1E3D-2E13-2840DC4A19E0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54B2042-65CB-1E69-2C7E-9E64FED7EEE1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96D78FDE-E38D-B490-80EB-81E5ABFDC5CA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7E0BBAFF-BB7B-6C88-D124-D42C1DC0DFD2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D5EC6D14-C058-F12E-5406-753A116C4C61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E96EDC4D-3543-5799-3219-1F223E00E30E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0F20E582-D4B5-EB69-2A55-1BB71C1D5021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3E3BDA77-7991-C9D3-9E68-01284F561791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F3854CF4-8629-0749-6BA5-77CCB9FC886F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3C83904-B83F-E9E6-6528-30F0A6D959E4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80CB9C8E-F7AB-4836-489D-0E11E990F576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4B1AF55E-792B-0213-7F54-4AC7731E570F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BB4105E8-3D3D-861B-EDD0-6431EC1C4CF4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00BC2375-39B0-56B3-3F82-AE502C147FF8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09E12768-834F-CFBC-5F53-DA683DFF134B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7CB5045B-A77D-850E-E12D-8D8CA8367F93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67FFA25D-0079-1055-7998-B28AEC936B17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87F35F7-25FB-BD4C-7C2E-C1330384887F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F4A91ECA-F105-E838-64B0-B51351FADA4A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C12B024E-80B5-6072-7758-27F81B202483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8CBF221A-1D7A-3ADB-4F45-1BC08C15EFA2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37ED9FDD-50B7-E0D7-86AB-B7F0D6BAE6ED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13729998-C768-A740-A2A0-142DBFF91D87}"/>
              </a:ext>
            </a:extLst>
          </p:cNvPr>
          <p:cNvGrpSpPr/>
          <p:nvPr/>
        </p:nvGrpSpPr>
        <p:grpSpPr>
          <a:xfrm rot="10800000">
            <a:off x="2791298" y="2359374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941D874E-A2C2-EA90-3185-9490017DF7CB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D5ACB45C-F266-079E-48F7-1A3D215243C2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D5D7D035-A14A-D656-F55B-83491F20D85A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125B2B6D-D57F-70B9-5869-4F0BA36D68EC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ABC0D336-4C5E-040C-A0EE-3AD98E17ACE4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501AD36F-1666-B0FF-ADD3-FCA7B8484F5C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5673BD46-85CC-F30D-AB9E-59FED7CA55FF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8B41C322-710F-6422-401D-BEEBE5B13EC2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29E4B8DB-F96C-2D08-F007-882ABD8CCE20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FF063F74-A455-883B-A3A3-A6BB1EAD8996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0E0D95DD-FA15-8BA5-3FC5-F55455FBD323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E782A568-93DF-A7B4-1205-D14420199EA4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637ACA40-BE14-9A82-F29E-9D023ECDD947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8A12DC8E-F19B-9B0F-8580-BBA51EF0E347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B5CC153F-5795-DAAB-CCB8-8488049645E9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775151BE-FAD0-1DE4-9D8B-B59A2A62C7F1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3E91B633-5B85-CDC2-E9F3-36F87B399F6A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F59D06EA-9053-2D66-5378-C966196357BA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9C39EF28-51DF-CFA6-4142-06A4C09918D8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FDF020DB-0786-C2D6-72FA-26C9397CFCE5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EDBBEF7B-2D8F-405B-685C-DFDD2776F2B9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7CD4616F-B305-3BCA-0E67-25B09E41D6F1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90B217A3-5F82-5F26-632B-27277B93D7A0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D2AD0ED1-0DD5-6F5F-9AA3-DAFB3B003D70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A648B6C5-DE61-4930-55B7-BA3E9C5405FA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060D6EE9-98B5-BC19-0556-FF46B480E81C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E7933DDE-5B34-CF62-9C29-294D89759F73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A89243C9-E760-D868-A571-D374FD89C6C2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8547C8D-5151-EC49-4F2A-FA8600F2DDDF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2257D0F4-6567-1568-FDA1-6B68CF591777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44A2EAF5-15F1-E23D-7947-0201A1ADD9F6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DAAA073A-A489-A10E-4F6D-7E578CE319CF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3" name="Rectangle 272">
            <a:extLst>
              <a:ext uri="{FF2B5EF4-FFF2-40B4-BE49-F238E27FC236}">
                <a16:creationId xmlns:a16="http://schemas.microsoft.com/office/drawing/2014/main" id="{C493C604-677F-0352-2F21-EAC629B872CE}"/>
              </a:ext>
            </a:extLst>
          </p:cNvPr>
          <p:cNvSpPr/>
          <p:nvPr/>
        </p:nvSpPr>
        <p:spPr>
          <a:xfrm rot="10800000">
            <a:off x="5653332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B0BEA247-9541-6098-A4B0-1427A026C740}"/>
              </a:ext>
            </a:extLst>
          </p:cNvPr>
          <p:cNvSpPr/>
          <p:nvPr/>
        </p:nvSpPr>
        <p:spPr>
          <a:xfrm rot="10800000">
            <a:off x="5552909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DE67B8DE-D6C9-B546-9EDC-1688FBB224CA}"/>
              </a:ext>
            </a:extLst>
          </p:cNvPr>
          <p:cNvSpPr/>
          <p:nvPr/>
        </p:nvSpPr>
        <p:spPr>
          <a:xfrm rot="10800000">
            <a:off x="5452486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A74E267E-03B2-E084-CEE6-77F0F6F49F1A}"/>
              </a:ext>
            </a:extLst>
          </p:cNvPr>
          <p:cNvSpPr/>
          <p:nvPr/>
        </p:nvSpPr>
        <p:spPr>
          <a:xfrm rot="10800000">
            <a:off x="5352063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6D46502A-CC0D-7514-B707-3B98BDA47171}"/>
              </a:ext>
            </a:extLst>
          </p:cNvPr>
          <p:cNvSpPr/>
          <p:nvPr/>
        </p:nvSpPr>
        <p:spPr>
          <a:xfrm rot="10800000">
            <a:off x="5251641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E0C6FBED-15CE-B1F2-15C1-6AF5B32D9C16}"/>
              </a:ext>
            </a:extLst>
          </p:cNvPr>
          <p:cNvSpPr/>
          <p:nvPr/>
        </p:nvSpPr>
        <p:spPr>
          <a:xfrm rot="10800000">
            <a:off x="5151218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0FB6BF9A-0A9B-BF9B-7774-130E000E1457}"/>
              </a:ext>
            </a:extLst>
          </p:cNvPr>
          <p:cNvSpPr/>
          <p:nvPr/>
        </p:nvSpPr>
        <p:spPr>
          <a:xfrm rot="10800000">
            <a:off x="5050795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A8D244D8-9A11-358F-D99F-2804ACECC95A}"/>
              </a:ext>
            </a:extLst>
          </p:cNvPr>
          <p:cNvSpPr/>
          <p:nvPr/>
        </p:nvSpPr>
        <p:spPr>
          <a:xfrm rot="10800000">
            <a:off x="4950372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93186E80-E541-8D67-FA02-FD2B76F7FE40}"/>
              </a:ext>
            </a:extLst>
          </p:cNvPr>
          <p:cNvSpPr/>
          <p:nvPr/>
        </p:nvSpPr>
        <p:spPr>
          <a:xfrm rot="10800000">
            <a:off x="4849949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5D56D360-B5FE-9189-D542-CD176B901195}"/>
              </a:ext>
            </a:extLst>
          </p:cNvPr>
          <p:cNvSpPr/>
          <p:nvPr/>
        </p:nvSpPr>
        <p:spPr>
          <a:xfrm rot="10800000">
            <a:off x="4749526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8032FC1-FC9D-5DA6-654A-305F3E905D34}"/>
              </a:ext>
            </a:extLst>
          </p:cNvPr>
          <p:cNvSpPr/>
          <p:nvPr/>
        </p:nvSpPr>
        <p:spPr>
          <a:xfrm rot="10800000">
            <a:off x="4649103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6C12958-4AD3-7880-89BC-3F63375EB22D}"/>
              </a:ext>
            </a:extLst>
          </p:cNvPr>
          <p:cNvSpPr/>
          <p:nvPr/>
        </p:nvSpPr>
        <p:spPr>
          <a:xfrm rot="10800000">
            <a:off x="4548680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6F368882-5AC3-588A-ED74-E74F0954DEFE}"/>
              </a:ext>
            </a:extLst>
          </p:cNvPr>
          <p:cNvSpPr/>
          <p:nvPr/>
        </p:nvSpPr>
        <p:spPr>
          <a:xfrm rot="10800000">
            <a:off x="4448257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68507FA8-11F8-B7B6-1B42-238B61E3452D}"/>
              </a:ext>
            </a:extLst>
          </p:cNvPr>
          <p:cNvSpPr/>
          <p:nvPr/>
        </p:nvSpPr>
        <p:spPr>
          <a:xfrm rot="10800000">
            <a:off x="4347834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ADF4990F-6839-5578-D651-CBEF19959DF3}"/>
              </a:ext>
            </a:extLst>
          </p:cNvPr>
          <p:cNvSpPr/>
          <p:nvPr/>
        </p:nvSpPr>
        <p:spPr>
          <a:xfrm rot="10800000">
            <a:off x="4247411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DBE42094-3FFC-1F1F-0B72-95EB840F7669}"/>
              </a:ext>
            </a:extLst>
          </p:cNvPr>
          <p:cNvSpPr/>
          <p:nvPr/>
        </p:nvSpPr>
        <p:spPr>
          <a:xfrm rot="10800000">
            <a:off x="4146988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5B9E6C02-E0A2-380F-E387-716EC784105B}"/>
              </a:ext>
            </a:extLst>
          </p:cNvPr>
          <p:cNvSpPr/>
          <p:nvPr/>
        </p:nvSpPr>
        <p:spPr>
          <a:xfrm rot="10800000">
            <a:off x="4046565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135B76A-DCEE-0BE9-C9FC-870D96D1541E}"/>
              </a:ext>
            </a:extLst>
          </p:cNvPr>
          <p:cNvSpPr/>
          <p:nvPr/>
        </p:nvSpPr>
        <p:spPr>
          <a:xfrm rot="10800000">
            <a:off x="3946142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D7316855-6365-9AA0-E58C-D495FF7F861C}"/>
              </a:ext>
            </a:extLst>
          </p:cNvPr>
          <p:cNvSpPr/>
          <p:nvPr/>
        </p:nvSpPr>
        <p:spPr>
          <a:xfrm rot="10800000">
            <a:off x="3845720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D7EC651E-F083-42DD-501A-0D51FD542410}"/>
              </a:ext>
            </a:extLst>
          </p:cNvPr>
          <p:cNvSpPr/>
          <p:nvPr/>
        </p:nvSpPr>
        <p:spPr>
          <a:xfrm rot="10800000">
            <a:off x="3745297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BE3F85C5-CE3A-982D-EAD0-08D736573FA4}"/>
              </a:ext>
            </a:extLst>
          </p:cNvPr>
          <p:cNvSpPr/>
          <p:nvPr/>
        </p:nvSpPr>
        <p:spPr>
          <a:xfrm rot="10800000">
            <a:off x="3644874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69FA7F78-649B-9C16-2E62-959DEFB1F3D3}"/>
              </a:ext>
            </a:extLst>
          </p:cNvPr>
          <p:cNvSpPr/>
          <p:nvPr/>
        </p:nvSpPr>
        <p:spPr>
          <a:xfrm rot="10800000">
            <a:off x="3544451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B301F0F3-0A72-C9D5-EAD3-17A8586BD27D}"/>
              </a:ext>
            </a:extLst>
          </p:cNvPr>
          <p:cNvSpPr/>
          <p:nvPr/>
        </p:nvSpPr>
        <p:spPr>
          <a:xfrm rot="10800000">
            <a:off x="3444028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2D5F3267-61E2-C096-AFE1-D99A1152B897}"/>
              </a:ext>
            </a:extLst>
          </p:cNvPr>
          <p:cNvSpPr/>
          <p:nvPr/>
        </p:nvSpPr>
        <p:spPr>
          <a:xfrm rot="10800000">
            <a:off x="3343605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F8CB6DB2-70FC-791B-9B4F-3FEB529A1703}"/>
              </a:ext>
            </a:extLst>
          </p:cNvPr>
          <p:cNvSpPr/>
          <p:nvPr/>
        </p:nvSpPr>
        <p:spPr>
          <a:xfrm rot="10800000">
            <a:off x="3243182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EA892F06-0762-5EC0-7FAF-A104CA2ECD7C}"/>
              </a:ext>
            </a:extLst>
          </p:cNvPr>
          <p:cNvSpPr/>
          <p:nvPr/>
        </p:nvSpPr>
        <p:spPr>
          <a:xfrm rot="10800000">
            <a:off x="3142759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06429DFD-0572-961A-6866-B91A0C95E4FC}"/>
              </a:ext>
            </a:extLst>
          </p:cNvPr>
          <p:cNvSpPr/>
          <p:nvPr/>
        </p:nvSpPr>
        <p:spPr>
          <a:xfrm rot="10800000">
            <a:off x="3042336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4108D59E-C952-5D43-93D3-9F5FC9BB3806}"/>
              </a:ext>
            </a:extLst>
          </p:cNvPr>
          <p:cNvSpPr/>
          <p:nvPr/>
        </p:nvSpPr>
        <p:spPr>
          <a:xfrm rot="10800000">
            <a:off x="2941913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FB174FA2-4E6F-192A-6F04-E557821987BF}"/>
              </a:ext>
            </a:extLst>
          </p:cNvPr>
          <p:cNvSpPr/>
          <p:nvPr/>
        </p:nvSpPr>
        <p:spPr>
          <a:xfrm rot="10800000">
            <a:off x="2841490" y="250447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35CE2333-EB50-7F2F-F0F8-62AD622A0384}"/>
              </a:ext>
            </a:extLst>
          </p:cNvPr>
          <p:cNvSpPr/>
          <p:nvPr/>
        </p:nvSpPr>
        <p:spPr>
          <a:xfrm rot="10800000">
            <a:off x="5653332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F008B5F-4A38-D8A3-FBAF-F78775082F70}"/>
              </a:ext>
            </a:extLst>
          </p:cNvPr>
          <p:cNvSpPr/>
          <p:nvPr/>
        </p:nvSpPr>
        <p:spPr>
          <a:xfrm rot="10800000">
            <a:off x="5552909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5BA972E3-F2D7-741F-2721-604AD2A83049}"/>
              </a:ext>
            </a:extLst>
          </p:cNvPr>
          <p:cNvSpPr/>
          <p:nvPr/>
        </p:nvSpPr>
        <p:spPr>
          <a:xfrm rot="10800000">
            <a:off x="5452486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DFCDFA83-D1DB-6A97-A949-58DCF16E1480}"/>
              </a:ext>
            </a:extLst>
          </p:cNvPr>
          <p:cNvSpPr/>
          <p:nvPr/>
        </p:nvSpPr>
        <p:spPr>
          <a:xfrm rot="10800000">
            <a:off x="5352063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7538897E-5A59-DD82-B37E-ED83BBE8882A}"/>
              </a:ext>
            </a:extLst>
          </p:cNvPr>
          <p:cNvSpPr/>
          <p:nvPr/>
        </p:nvSpPr>
        <p:spPr>
          <a:xfrm rot="10800000">
            <a:off x="5251641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7E84485C-E5A3-ADF9-CD2C-3C2E16519322}"/>
              </a:ext>
            </a:extLst>
          </p:cNvPr>
          <p:cNvSpPr/>
          <p:nvPr/>
        </p:nvSpPr>
        <p:spPr>
          <a:xfrm rot="10800000">
            <a:off x="5151218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7C6770E7-367A-4213-1572-B6DA4EA75F85}"/>
              </a:ext>
            </a:extLst>
          </p:cNvPr>
          <p:cNvSpPr/>
          <p:nvPr/>
        </p:nvSpPr>
        <p:spPr>
          <a:xfrm rot="10800000">
            <a:off x="5050795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18A79AB9-805C-D85A-BFF6-C6BC36CBFD53}"/>
              </a:ext>
            </a:extLst>
          </p:cNvPr>
          <p:cNvSpPr/>
          <p:nvPr/>
        </p:nvSpPr>
        <p:spPr>
          <a:xfrm rot="10800000">
            <a:off x="4950372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39118C9A-284B-5EC4-2968-1866A3BFC6E6}"/>
              </a:ext>
            </a:extLst>
          </p:cNvPr>
          <p:cNvSpPr/>
          <p:nvPr/>
        </p:nvSpPr>
        <p:spPr>
          <a:xfrm rot="10800000">
            <a:off x="4849949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A0566B82-3217-CBCE-EF9C-8D66D4A0FD89}"/>
              </a:ext>
            </a:extLst>
          </p:cNvPr>
          <p:cNvSpPr/>
          <p:nvPr/>
        </p:nvSpPr>
        <p:spPr>
          <a:xfrm rot="10800000">
            <a:off x="4749526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16EC6730-FD27-5B7C-B208-B2055415A59D}"/>
              </a:ext>
            </a:extLst>
          </p:cNvPr>
          <p:cNvSpPr/>
          <p:nvPr/>
        </p:nvSpPr>
        <p:spPr>
          <a:xfrm rot="10800000">
            <a:off x="4649103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85A2FF6-4A5F-425D-EFD0-D1013FDD319A}"/>
              </a:ext>
            </a:extLst>
          </p:cNvPr>
          <p:cNvSpPr/>
          <p:nvPr/>
        </p:nvSpPr>
        <p:spPr>
          <a:xfrm rot="10800000">
            <a:off x="4548680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774CC8F0-16E9-998B-46C3-C40AD5B20857}"/>
              </a:ext>
            </a:extLst>
          </p:cNvPr>
          <p:cNvSpPr/>
          <p:nvPr/>
        </p:nvSpPr>
        <p:spPr>
          <a:xfrm rot="10800000">
            <a:off x="4448257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30C7FD8-E18F-EF55-0E31-F1E39A27D23B}"/>
              </a:ext>
            </a:extLst>
          </p:cNvPr>
          <p:cNvSpPr/>
          <p:nvPr/>
        </p:nvSpPr>
        <p:spPr>
          <a:xfrm rot="10800000">
            <a:off x="4347834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7F3C5909-F0A1-FD2F-4A6B-9FB7D6E9A7F8}"/>
              </a:ext>
            </a:extLst>
          </p:cNvPr>
          <p:cNvSpPr/>
          <p:nvPr/>
        </p:nvSpPr>
        <p:spPr>
          <a:xfrm rot="10800000">
            <a:off x="4247411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D9BEC98C-27F8-EE5B-AC0C-668694D3A1EF}"/>
              </a:ext>
            </a:extLst>
          </p:cNvPr>
          <p:cNvSpPr/>
          <p:nvPr/>
        </p:nvSpPr>
        <p:spPr>
          <a:xfrm rot="10800000">
            <a:off x="4146988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B18664E6-0259-22B3-97DF-92D07A7B0C74}"/>
              </a:ext>
            </a:extLst>
          </p:cNvPr>
          <p:cNvSpPr/>
          <p:nvPr/>
        </p:nvSpPr>
        <p:spPr>
          <a:xfrm rot="10800000">
            <a:off x="4046565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0A05EE36-55A9-0A90-A551-A283A44A978C}"/>
              </a:ext>
            </a:extLst>
          </p:cNvPr>
          <p:cNvSpPr/>
          <p:nvPr/>
        </p:nvSpPr>
        <p:spPr>
          <a:xfrm rot="10800000">
            <a:off x="3946142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59E57949-0CF1-08DF-44FA-00853E143AD1}"/>
              </a:ext>
            </a:extLst>
          </p:cNvPr>
          <p:cNvSpPr/>
          <p:nvPr/>
        </p:nvSpPr>
        <p:spPr>
          <a:xfrm rot="10800000">
            <a:off x="3845720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824EC135-143F-A4C3-C984-D1CB18573A4C}"/>
              </a:ext>
            </a:extLst>
          </p:cNvPr>
          <p:cNvSpPr/>
          <p:nvPr/>
        </p:nvSpPr>
        <p:spPr>
          <a:xfrm rot="10800000">
            <a:off x="3745297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BDFC6B7F-0D7A-4691-9784-261E74A4D659}"/>
              </a:ext>
            </a:extLst>
          </p:cNvPr>
          <p:cNvSpPr/>
          <p:nvPr/>
        </p:nvSpPr>
        <p:spPr>
          <a:xfrm rot="10800000">
            <a:off x="3644874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C3859978-7943-E357-3534-3F76BC1BCAC7}"/>
              </a:ext>
            </a:extLst>
          </p:cNvPr>
          <p:cNvSpPr/>
          <p:nvPr/>
        </p:nvSpPr>
        <p:spPr>
          <a:xfrm rot="10800000">
            <a:off x="3544451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77D61BE0-0559-054E-B65A-C1331560AB66}"/>
              </a:ext>
            </a:extLst>
          </p:cNvPr>
          <p:cNvSpPr/>
          <p:nvPr/>
        </p:nvSpPr>
        <p:spPr>
          <a:xfrm rot="10800000">
            <a:off x="3444028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869E4676-33A5-656F-0F10-6BFB5128E1FA}"/>
              </a:ext>
            </a:extLst>
          </p:cNvPr>
          <p:cNvSpPr/>
          <p:nvPr/>
        </p:nvSpPr>
        <p:spPr>
          <a:xfrm rot="10800000">
            <a:off x="3343605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F4BB8D34-62D8-5C23-4ABC-B311DCA2EFEA}"/>
              </a:ext>
            </a:extLst>
          </p:cNvPr>
          <p:cNvSpPr/>
          <p:nvPr/>
        </p:nvSpPr>
        <p:spPr>
          <a:xfrm rot="10800000">
            <a:off x="3243182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782EC69E-0FE0-B9D6-06E6-924194FA6A57}"/>
              </a:ext>
            </a:extLst>
          </p:cNvPr>
          <p:cNvSpPr/>
          <p:nvPr/>
        </p:nvSpPr>
        <p:spPr>
          <a:xfrm rot="10800000">
            <a:off x="3142759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DB74249A-9C3D-0003-3FF5-DD6A9B8294FF}"/>
              </a:ext>
            </a:extLst>
          </p:cNvPr>
          <p:cNvSpPr/>
          <p:nvPr/>
        </p:nvSpPr>
        <p:spPr>
          <a:xfrm rot="10800000">
            <a:off x="3042336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17D8382E-2C51-B7FD-AE30-04E194B7819C}"/>
              </a:ext>
            </a:extLst>
          </p:cNvPr>
          <p:cNvSpPr/>
          <p:nvPr/>
        </p:nvSpPr>
        <p:spPr>
          <a:xfrm rot="10800000">
            <a:off x="2941913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72147335-413A-7289-DD96-BFB9877E1359}"/>
              </a:ext>
            </a:extLst>
          </p:cNvPr>
          <p:cNvSpPr/>
          <p:nvPr/>
        </p:nvSpPr>
        <p:spPr>
          <a:xfrm rot="10800000">
            <a:off x="2841490" y="240418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0D2C5D51-B397-5E89-CD16-D0F2F9496FE3}"/>
              </a:ext>
            </a:extLst>
          </p:cNvPr>
          <p:cNvGrpSpPr/>
          <p:nvPr/>
        </p:nvGrpSpPr>
        <p:grpSpPr>
          <a:xfrm rot="10800000">
            <a:off x="5753755" y="2303758"/>
            <a:ext cx="301269" cy="301135"/>
            <a:chOff x="1051088" y="5406535"/>
            <a:chExt cx="593889" cy="593625"/>
          </a:xfrm>
        </p:grpSpPr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09832650-1C45-86FE-FFDC-A6320B8F0A08}"/>
                </a:ext>
              </a:extLst>
            </p:cNvPr>
            <p:cNvSpPr/>
            <p:nvPr/>
          </p:nvSpPr>
          <p:spPr>
            <a:xfrm>
              <a:off x="1051088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CC691926-E08C-11AB-3A56-EBA1626FAA8F}"/>
                </a:ext>
              </a:extLst>
            </p:cNvPr>
            <p:cNvSpPr/>
            <p:nvPr/>
          </p:nvSpPr>
          <p:spPr>
            <a:xfrm>
              <a:off x="1249051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733E44BF-F147-D22E-F2C9-5BCDF8E44E10}"/>
                </a:ext>
              </a:extLst>
            </p:cNvPr>
            <p:cNvSpPr/>
            <p:nvPr/>
          </p:nvSpPr>
          <p:spPr>
            <a:xfrm>
              <a:off x="1447014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D2E537EA-2C34-B8C4-B536-6726F6759ECB}"/>
                </a:ext>
              </a:extLst>
            </p:cNvPr>
            <p:cNvSpPr/>
            <p:nvPr/>
          </p:nvSpPr>
          <p:spPr>
            <a:xfrm>
              <a:off x="1051088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B96A3930-207B-271E-05D7-E2FA130055FF}"/>
                </a:ext>
              </a:extLst>
            </p:cNvPr>
            <p:cNvSpPr/>
            <p:nvPr/>
          </p:nvSpPr>
          <p:spPr>
            <a:xfrm>
              <a:off x="1249051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456A5495-97BF-9E25-8C35-A830873CB291}"/>
                </a:ext>
              </a:extLst>
            </p:cNvPr>
            <p:cNvSpPr/>
            <p:nvPr/>
          </p:nvSpPr>
          <p:spPr>
            <a:xfrm>
              <a:off x="1447014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A67E4EC3-700A-4ADF-E121-9CA1A4934406}"/>
                </a:ext>
              </a:extLst>
            </p:cNvPr>
            <p:cNvSpPr/>
            <p:nvPr/>
          </p:nvSpPr>
          <p:spPr>
            <a:xfrm>
              <a:off x="1051088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861603DD-1F11-46ED-925C-08CA378B5D25}"/>
                </a:ext>
              </a:extLst>
            </p:cNvPr>
            <p:cNvSpPr/>
            <p:nvPr/>
          </p:nvSpPr>
          <p:spPr>
            <a:xfrm>
              <a:off x="1249051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E6CACB2A-4AFE-DBDA-00C4-D28DE1172521}"/>
                </a:ext>
              </a:extLst>
            </p:cNvPr>
            <p:cNvSpPr/>
            <p:nvPr/>
          </p:nvSpPr>
          <p:spPr>
            <a:xfrm>
              <a:off x="1447014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1" name="Rectangle 340">
            <a:extLst>
              <a:ext uri="{FF2B5EF4-FFF2-40B4-BE49-F238E27FC236}">
                <a16:creationId xmlns:a16="http://schemas.microsoft.com/office/drawing/2014/main" id="{420524DD-C61F-A4AB-3EDA-7F226A8DEE20}"/>
              </a:ext>
            </a:extLst>
          </p:cNvPr>
          <p:cNvSpPr/>
          <p:nvPr/>
        </p:nvSpPr>
        <p:spPr>
          <a:xfrm rot="10800000">
            <a:off x="5653332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FEF9ACC5-58CF-DE3E-684C-1407FEA8A988}"/>
              </a:ext>
            </a:extLst>
          </p:cNvPr>
          <p:cNvSpPr/>
          <p:nvPr/>
        </p:nvSpPr>
        <p:spPr>
          <a:xfrm rot="10800000">
            <a:off x="5552909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6EB60707-DABA-CCC3-61B4-170950663E5A}"/>
              </a:ext>
            </a:extLst>
          </p:cNvPr>
          <p:cNvSpPr/>
          <p:nvPr/>
        </p:nvSpPr>
        <p:spPr>
          <a:xfrm rot="10800000">
            <a:off x="5452486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5973F6C4-E6AA-A49E-4321-634CB8D261A9}"/>
              </a:ext>
            </a:extLst>
          </p:cNvPr>
          <p:cNvSpPr/>
          <p:nvPr/>
        </p:nvSpPr>
        <p:spPr>
          <a:xfrm rot="10800000">
            <a:off x="5352063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85336619-8625-7343-5240-EBEF65920CB6}"/>
              </a:ext>
            </a:extLst>
          </p:cNvPr>
          <p:cNvSpPr/>
          <p:nvPr/>
        </p:nvSpPr>
        <p:spPr>
          <a:xfrm rot="10800000">
            <a:off x="5251641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A3482ED4-D60E-E0B4-7CB5-1A6502308610}"/>
              </a:ext>
            </a:extLst>
          </p:cNvPr>
          <p:cNvSpPr/>
          <p:nvPr/>
        </p:nvSpPr>
        <p:spPr>
          <a:xfrm rot="10800000">
            <a:off x="5151218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92D1E1D8-9070-7E26-4CCE-A36E3876F6B5}"/>
              </a:ext>
            </a:extLst>
          </p:cNvPr>
          <p:cNvSpPr/>
          <p:nvPr/>
        </p:nvSpPr>
        <p:spPr>
          <a:xfrm rot="10800000">
            <a:off x="5050795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E097C4A6-CF9C-461B-65CF-FAD58480C22A}"/>
              </a:ext>
            </a:extLst>
          </p:cNvPr>
          <p:cNvSpPr/>
          <p:nvPr/>
        </p:nvSpPr>
        <p:spPr>
          <a:xfrm rot="10800000">
            <a:off x="4950372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B5C98AC5-6CCD-EB44-BEBA-56EBEAA05C5D}"/>
              </a:ext>
            </a:extLst>
          </p:cNvPr>
          <p:cNvSpPr/>
          <p:nvPr/>
        </p:nvSpPr>
        <p:spPr>
          <a:xfrm rot="10800000">
            <a:off x="4849949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DDF592F4-6866-F9F8-1B35-F7A9EC2D3E43}"/>
              </a:ext>
            </a:extLst>
          </p:cNvPr>
          <p:cNvSpPr/>
          <p:nvPr/>
        </p:nvSpPr>
        <p:spPr>
          <a:xfrm rot="10800000">
            <a:off x="4749526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E4DC2BDC-96E8-0A4B-8995-03C59449238F}"/>
              </a:ext>
            </a:extLst>
          </p:cNvPr>
          <p:cNvSpPr/>
          <p:nvPr/>
        </p:nvSpPr>
        <p:spPr>
          <a:xfrm rot="10800000">
            <a:off x="4649103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2E2848E2-5ED1-FFCC-DBBE-48B06C88A2F6}"/>
              </a:ext>
            </a:extLst>
          </p:cNvPr>
          <p:cNvSpPr/>
          <p:nvPr/>
        </p:nvSpPr>
        <p:spPr>
          <a:xfrm rot="10800000">
            <a:off x="4548680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83A3ADB0-1ABA-FEC9-E153-8F45F66C62FA}"/>
              </a:ext>
            </a:extLst>
          </p:cNvPr>
          <p:cNvSpPr/>
          <p:nvPr/>
        </p:nvSpPr>
        <p:spPr>
          <a:xfrm rot="10800000">
            <a:off x="4448257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3E4E72E-819A-E06B-5969-794EA108FC66}"/>
              </a:ext>
            </a:extLst>
          </p:cNvPr>
          <p:cNvSpPr/>
          <p:nvPr/>
        </p:nvSpPr>
        <p:spPr>
          <a:xfrm rot="10800000">
            <a:off x="4347834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14715317-3D43-CBC2-4F33-606FCF6813C6}"/>
              </a:ext>
            </a:extLst>
          </p:cNvPr>
          <p:cNvSpPr/>
          <p:nvPr/>
        </p:nvSpPr>
        <p:spPr>
          <a:xfrm rot="10800000">
            <a:off x="4247411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1331BA0D-72B6-7001-A7AF-725FA64E508C}"/>
              </a:ext>
            </a:extLst>
          </p:cNvPr>
          <p:cNvSpPr/>
          <p:nvPr/>
        </p:nvSpPr>
        <p:spPr>
          <a:xfrm rot="10800000">
            <a:off x="4146988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1B0759C-701C-27D0-8AB1-CC494735D628}"/>
              </a:ext>
            </a:extLst>
          </p:cNvPr>
          <p:cNvSpPr/>
          <p:nvPr/>
        </p:nvSpPr>
        <p:spPr>
          <a:xfrm rot="10800000">
            <a:off x="4046565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CE777946-6DF6-1D10-42CB-B0A7B3B8D492}"/>
              </a:ext>
            </a:extLst>
          </p:cNvPr>
          <p:cNvSpPr/>
          <p:nvPr/>
        </p:nvSpPr>
        <p:spPr>
          <a:xfrm rot="10800000">
            <a:off x="3946142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E9F31F95-C662-B531-CD7D-FC52758325A2}"/>
              </a:ext>
            </a:extLst>
          </p:cNvPr>
          <p:cNvSpPr/>
          <p:nvPr/>
        </p:nvSpPr>
        <p:spPr>
          <a:xfrm rot="10800000">
            <a:off x="3845720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ADE6ADD8-7872-0FE0-2061-220ECE2B8931}"/>
              </a:ext>
            </a:extLst>
          </p:cNvPr>
          <p:cNvSpPr/>
          <p:nvPr/>
        </p:nvSpPr>
        <p:spPr>
          <a:xfrm rot="10800000">
            <a:off x="3745297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07608846-73E5-C6D7-C44C-3CC34610D9E5}"/>
              </a:ext>
            </a:extLst>
          </p:cNvPr>
          <p:cNvSpPr/>
          <p:nvPr/>
        </p:nvSpPr>
        <p:spPr>
          <a:xfrm rot="10800000">
            <a:off x="3644874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519FDA80-BBB1-EAA2-D6EC-A36522ADFD30}"/>
              </a:ext>
            </a:extLst>
          </p:cNvPr>
          <p:cNvSpPr/>
          <p:nvPr/>
        </p:nvSpPr>
        <p:spPr>
          <a:xfrm rot="10800000">
            <a:off x="3544451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C3DFADB7-B988-580F-53A4-7FA6CC2888AD}"/>
              </a:ext>
            </a:extLst>
          </p:cNvPr>
          <p:cNvSpPr/>
          <p:nvPr/>
        </p:nvSpPr>
        <p:spPr>
          <a:xfrm rot="10800000">
            <a:off x="3444028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A1ADC399-27C5-6954-FFEA-FB30FDC5CE6C}"/>
              </a:ext>
            </a:extLst>
          </p:cNvPr>
          <p:cNvSpPr/>
          <p:nvPr/>
        </p:nvSpPr>
        <p:spPr>
          <a:xfrm rot="10800000">
            <a:off x="3343605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98DD56D-9968-411A-6CC3-2EE66C2D8BFF}"/>
              </a:ext>
            </a:extLst>
          </p:cNvPr>
          <p:cNvSpPr/>
          <p:nvPr/>
        </p:nvSpPr>
        <p:spPr>
          <a:xfrm rot="10800000">
            <a:off x="3243182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7FCE109B-52C4-E3FE-A5D1-5793CBD50C4E}"/>
              </a:ext>
            </a:extLst>
          </p:cNvPr>
          <p:cNvSpPr/>
          <p:nvPr/>
        </p:nvSpPr>
        <p:spPr>
          <a:xfrm rot="10800000">
            <a:off x="3142759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0317FF07-BA30-38E8-A3C9-2DF09B9F998D}"/>
              </a:ext>
            </a:extLst>
          </p:cNvPr>
          <p:cNvSpPr/>
          <p:nvPr/>
        </p:nvSpPr>
        <p:spPr>
          <a:xfrm rot="10800000">
            <a:off x="3042336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B185582C-3409-6B89-95C3-F7E69A9D7B9E}"/>
              </a:ext>
            </a:extLst>
          </p:cNvPr>
          <p:cNvSpPr/>
          <p:nvPr/>
        </p:nvSpPr>
        <p:spPr>
          <a:xfrm rot="10800000">
            <a:off x="2941913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9D78E028-164F-4694-975D-94EF6D23AB0A}"/>
              </a:ext>
            </a:extLst>
          </p:cNvPr>
          <p:cNvSpPr/>
          <p:nvPr/>
        </p:nvSpPr>
        <p:spPr>
          <a:xfrm rot="10800000">
            <a:off x="2841490" y="2303758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BC8CEFAB-4128-D255-CECD-8C9591737EEF}"/>
              </a:ext>
            </a:extLst>
          </p:cNvPr>
          <p:cNvSpPr txBox="1"/>
          <p:nvPr/>
        </p:nvSpPr>
        <p:spPr>
          <a:xfrm rot="5400000">
            <a:off x="3861881" y="735775"/>
            <a:ext cx="1109396" cy="349972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D653C56-D6D0-C3F9-52E5-29BFAC800DB7}"/>
              </a:ext>
            </a:extLst>
          </p:cNvPr>
          <p:cNvSpPr txBox="1"/>
          <p:nvPr/>
        </p:nvSpPr>
        <p:spPr>
          <a:xfrm>
            <a:off x="4382476" y="4755883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weights</a:t>
            </a:r>
          </a:p>
        </p:txBody>
      </p: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875CEC1C-B423-5896-3175-2B1C0C28D338}"/>
              </a:ext>
            </a:extLst>
          </p:cNvPr>
          <p:cNvGrpSpPr/>
          <p:nvPr/>
        </p:nvGrpSpPr>
        <p:grpSpPr>
          <a:xfrm rot="10800000">
            <a:off x="5667375" y="4271392"/>
            <a:ext cx="397619" cy="396106"/>
            <a:chOff x="7383761" y="5206905"/>
            <a:chExt cx="796285" cy="793255"/>
          </a:xfrm>
        </p:grpSpPr>
        <p:grpSp>
          <p:nvGrpSpPr>
            <p:cNvPr id="373" name="Group 372">
              <a:extLst>
                <a:ext uri="{FF2B5EF4-FFF2-40B4-BE49-F238E27FC236}">
                  <a16:creationId xmlns:a16="http://schemas.microsoft.com/office/drawing/2014/main" id="{4F62E0B3-EB9A-70F4-AFEB-617F309E5DE1}"/>
                </a:ext>
              </a:extLst>
            </p:cNvPr>
            <p:cNvGrpSpPr/>
            <p:nvPr/>
          </p:nvGrpSpPr>
          <p:grpSpPr>
            <a:xfrm>
              <a:off x="7586157" y="5206905"/>
              <a:ext cx="593889" cy="593625"/>
              <a:chOff x="1910636" y="2494271"/>
              <a:chExt cx="593889" cy="593625"/>
            </a:xfrm>
          </p:grpSpPr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26A94771-8DF3-4CDE-3FB7-33F10BBB7C5F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82D211B6-CF04-9C8C-416C-C5666EAADBC0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B4649C1A-76C0-4BA3-0E80-46B31EAE33FF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0B8F10E1-E3EF-F496-6F19-D1E0CEF8A94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62F06F41-A387-FD0A-6E33-A2CFCDFFEF90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95BA5945-F154-9CEB-1D8D-96D9BFDDE23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9D4D7D24-91C4-BC4C-2752-BD80937EED6F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D92A4AE5-74D5-75EC-97A9-375AAE1F078A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A7762DBA-A1D7-0E47-939D-FCC68FD92F72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D262DFFD-F965-94EB-45D0-467DDB97DF37}"/>
                </a:ext>
              </a:extLst>
            </p:cNvPr>
            <p:cNvGrpSpPr/>
            <p:nvPr/>
          </p:nvGrpSpPr>
          <p:grpSpPr>
            <a:xfrm>
              <a:off x="7487213" y="5307553"/>
              <a:ext cx="593889" cy="593625"/>
              <a:chOff x="1910636" y="2494271"/>
              <a:chExt cx="593889" cy="593625"/>
            </a:xfrm>
          </p:grpSpPr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7C7561E7-93D0-F80E-37D7-F986569B0DD8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54603A73-3C21-D485-7F9A-09055D24588A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ADE93081-98EA-08A0-6FBF-3D057DCA9D26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DDECC2EC-2A26-996E-94C8-C93CF9D4CB0C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AA679F4B-0DD8-CCA1-2076-3F888ED82C7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994BD70F-7213-CA5B-4E6D-54C837EABE9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181460C8-0C8B-BD14-37BD-2DC8E7EBC608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97D907B9-627E-9836-01B9-639D8F305648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CA9B2FA4-7BFE-ACA1-C039-E18EBC829083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CF52766D-9416-9708-91D7-5A4E25B192B5}"/>
                </a:ext>
              </a:extLst>
            </p:cNvPr>
            <p:cNvGrpSpPr/>
            <p:nvPr/>
          </p:nvGrpSpPr>
          <p:grpSpPr>
            <a:xfrm>
              <a:off x="7383761" y="5406535"/>
              <a:ext cx="593889" cy="593625"/>
              <a:chOff x="1910636" y="2494271"/>
              <a:chExt cx="593889" cy="593625"/>
            </a:xfrm>
          </p:grpSpPr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EADA7F31-E8B4-C1E0-E2FC-ABE3F41921B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A66C3F86-6A83-A847-505D-DBF254A1C496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55C92B8C-34F1-7D78-7A2D-AB56994D997D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0FE82A0E-6478-2C14-E2CE-B6DE7563A3BD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CC0B4151-B28B-180C-C311-C96E199E98E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4B396D93-E965-153E-A496-0146015AA1FE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2047DF7D-DE1F-CB60-BB61-A4F77E47180F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FE98498E-0621-32C3-E975-AC08D6CB76FD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8D670F32-1B43-A834-BCFD-831CC2B489EF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3EE28B4-8208-BE31-1265-DEF4E3DE4213}"/>
              </a:ext>
            </a:extLst>
          </p:cNvPr>
          <p:cNvGrpSpPr/>
          <p:nvPr/>
        </p:nvGrpSpPr>
        <p:grpSpPr>
          <a:xfrm rot="10800000">
            <a:off x="5333799" y="4271392"/>
            <a:ext cx="397619" cy="396106"/>
            <a:chOff x="9651794" y="5208440"/>
            <a:chExt cx="796285" cy="793255"/>
          </a:xfrm>
        </p:grpSpPr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55F41943-1FDF-A842-352C-33BB7391948D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B44F6EEC-6C70-BB82-FD1F-9D09071D935B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34970C19-35DC-E9CA-9132-9EF59490435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8FD0AE25-DDB9-684C-04F4-ACAC0D6B91A1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08E98D83-045D-22F4-C1EF-849F2017A6B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5BF5A158-BE1D-0DC1-973D-AF1D2BE555B9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FC8130F5-03CB-23F0-E920-14C405C590A9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98E82731-402C-2F8D-E725-A031FE7E63E5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EC681F55-25C5-DBE7-843B-A36E66B20638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813F7A72-AE19-F7F0-8C05-77218B5F9691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5" name="Group 404">
              <a:extLst>
                <a:ext uri="{FF2B5EF4-FFF2-40B4-BE49-F238E27FC236}">
                  <a16:creationId xmlns:a16="http://schemas.microsoft.com/office/drawing/2014/main" id="{22E40B1F-C965-0194-519A-449E3B8BD716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3B2F63CF-EF4D-2EE2-E02D-357F9C0071EB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D4E03206-EBA4-43AD-6AE0-9F8069CBF21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94F67078-3798-36F4-2B55-61E8C58EA4A5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D1812C41-4279-31BF-217F-9A964ABAEE1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2D62C5F5-FF04-70C5-3126-A9508893D99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7E1DB29A-0DA7-6F3B-B6FB-9412CCFB5EF6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7BBF2DBD-77C1-0132-1712-4E27A0C6AB3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0661337C-4DF1-3546-3B00-9279E54ADD2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2122A0BD-A1BD-3851-EA07-26F7C2202C35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C21728B7-8B77-8C30-FE12-A27C38E9D4D2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EB94CBD7-8C23-598A-DC98-BF40E574B6D4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08F139D1-41E9-7B0E-040D-5C36696C56D6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D353E30B-3DF5-7B74-2C6B-5F0866CDCE20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FB367A3B-6AB2-F31B-4755-735671C067B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22C02189-3223-F031-BA7E-4DAF80154FF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98B00A90-1E79-1EFE-83CF-A60E10CA4684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C7E0C227-96FB-A89C-D062-3220E8D92D2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19CA9E56-5801-7BD0-9C45-820A46BCF0C4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391BAAF4-1C69-A42E-9CFF-1CE53D2701D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63F62346-AF9B-4213-5E91-EFE0616C717C}"/>
              </a:ext>
            </a:extLst>
          </p:cNvPr>
          <p:cNvGrpSpPr/>
          <p:nvPr/>
        </p:nvGrpSpPr>
        <p:grpSpPr>
          <a:xfrm rot="10800000">
            <a:off x="5000222" y="4271392"/>
            <a:ext cx="397619" cy="396106"/>
            <a:chOff x="9651794" y="5208440"/>
            <a:chExt cx="796285" cy="793255"/>
          </a:xfrm>
        </p:grpSpPr>
        <p:grpSp>
          <p:nvGrpSpPr>
            <p:cNvPr id="435" name="Group 434">
              <a:extLst>
                <a:ext uri="{FF2B5EF4-FFF2-40B4-BE49-F238E27FC236}">
                  <a16:creationId xmlns:a16="http://schemas.microsoft.com/office/drawing/2014/main" id="{1188F2E2-8441-5985-FCB9-491DFBFD9E18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456" name="Rectangle 455">
                <a:extLst>
                  <a:ext uri="{FF2B5EF4-FFF2-40B4-BE49-F238E27FC236}">
                    <a16:creationId xmlns:a16="http://schemas.microsoft.com/office/drawing/2014/main" id="{E1F64897-E867-C240-E4C5-55A519DE77D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937EED6C-6BB6-495A-E136-4F3E600D7010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F4E80DDC-9786-9005-7552-18C80681B3C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D72B5E65-8018-75F7-CB97-CEDB025D900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CA3021E6-A939-A2EF-465D-AFDE135A30E7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FFC137D3-B9C9-E2E5-033D-6CB0A9167AEB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D4E85E98-C6EB-2E8E-DABC-2138435E7ED2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3" name="Rectangle 462">
                <a:extLst>
                  <a:ext uri="{FF2B5EF4-FFF2-40B4-BE49-F238E27FC236}">
                    <a16:creationId xmlns:a16="http://schemas.microsoft.com/office/drawing/2014/main" id="{3C9D64CD-3DF1-8AD7-1C84-AB198B0627F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4" name="Rectangle 463">
                <a:extLst>
                  <a:ext uri="{FF2B5EF4-FFF2-40B4-BE49-F238E27FC236}">
                    <a16:creationId xmlns:a16="http://schemas.microsoft.com/office/drawing/2014/main" id="{CDDE0998-3F7E-E826-462E-BAC9269DAD69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6" name="Group 435">
              <a:extLst>
                <a:ext uri="{FF2B5EF4-FFF2-40B4-BE49-F238E27FC236}">
                  <a16:creationId xmlns:a16="http://schemas.microsoft.com/office/drawing/2014/main" id="{1ECF0541-5440-760C-5F38-29C8EA742184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CD1D241D-7A07-B841-888B-69511FBB0F6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ECA25DB4-440C-4884-2D5D-4296FEE47186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987C98F4-A4D6-B04B-B8C7-FED44FAED550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74ADFB88-EE80-4E23-E644-6C20762AE5C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E96AB323-2DDA-D9E2-21D2-6A002776A04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6294C74E-DA4C-22FD-2465-1A253A327353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9C8AF961-CB74-5C55-D4CC-62E9370B5A24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F66D97ED-2966-ABEF-6D1B-3D08166C365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59366822-A99D-6950-97A4-39E39D226A5B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7" name="Group 436">
              <a:extLst>
                <a:ext uri="{FF2B5EF4-FFF2-40B4-BE49-F238E27FC236}">
                  <a16:creationId xmlns:a16="http://schemas.microsoft.com/office/drawing/2014/main" id="{6D9C5755-0E9C-2F1F-EC5A-5A73B7895784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07C53716-6CD9-8811-4531-69445AB92868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FF8F27EA-28A4-5C4B-7C8F-70BE51188C14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AA211432-90F4-2D3D-9F15-A7595F135D7F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FDC3701C-B582-CB95-D8E2-CA6E13D3ABAA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D3BB9299-099E-A15C-88C6-21A46BEC36F3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069B5C5C-9A1F-3409-BE18-F608DAD72AD9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8A0CE107-629A-C4FD-F7E7-2BB57ED4C46D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668AC5D0-C97F-82EC-1D05-8AF73EC3A1BC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B589F625-B608-A7D2-9C88-EABD3FBE3BEC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F4873C2D-7073-BB1D-22B0-9DAAA6B0A475}"/>
              </a:ext>
            </a:extLst>
          </p:cNvPr>
          <p:cNvGrpSpPr/>
          <p:nvPr/>
        </p:nvGrpSpPr>
        <p:grpSpPr>
          <a:xfrm rot="10800000">
            <a:off x="4666646" y="4271392"/>
            <a:ext cx="397619" cy="396106"/>
            <a:chOff x="9651794" y="5208440"/>
            <a:chExt cx="796285" cy="793255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7D2F6F32-EED9-B2D6-E4AA-F537237BDD37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7E123777-59AA-A0DB-B839-3D5BD8A714D3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04784C4C-FA76-C200-A41F-D3DE521A4C6D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090E48D6-8E38-392F-EDDA-674947BADF95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B9A2F45D-2886-E0D2-25AE-06497B21E33C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0443BB10-46A4-6160-DBEB-B40B0DEA8FF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9A6ED714-5762-E6A7-F575-72457AFDBEE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CFE9FF44-CCD3-7693-5B92-28DE212E151D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90687A3A-5450-FBE1-5A48-B730E336A16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62734762-125D-8677-3EE7-D3D65151849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4A07B703-9BFD-BB7A-89C3-20796866A313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478" name="Rectangle 477">
                <a:extLst>
                  <a:ext uri="{FF2B5EF4-FFF2-40B4-BE49-F238E27FC236}">
                    <a16:creationId xmlns:a16="http://schemas.microsoft.com/office/drawing/2014/main" id="{B239BEA8-6A61-CDC0-C8B6-BED35934270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E05D822D-4E08-C02C-727C-47F3837D5C48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5B309E71-0310-5D61-5A14-F0E3DE20171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17F68912-81A4-7534-1AE3-7B5A918311BC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69AD8BC9-5B26-ECAA-2214-175A22DE4E2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1B67C386-4A03-4B6A-5BD0-5FD24EFED060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D33E4CC5-FF41-3AC1-EDA2-E9914A621854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1997384E-CDDB-2C64-2113-CDF4030C8847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21649615-50EF-BAA3-35E9-6144300BABC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91F42C81-1A6B-AEF1-5DA5-D8C6FFEFCB58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2A16D464-014B-8872-2491-1E4FA752A48E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D3F9C2FE-D3F1-A8C4-B6FD-888542EB6FC5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6C5D5A22-E4F3-7B6F-59A5-51758AA2F36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84BF8EDC-2272-9D70-E77D-E6C3BBC4C3BD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314A945A-9599-7C4E-CF71-DE1DDD094996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53CDA95F-99B4-AF19-8B0D-59814D32AEE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A5EB1AD9-7126-AC57-99CD-82CC1A99479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28329699-5300-F58C-31E1-75246CFEEDBD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ED47394F-1566-4BDC-E23B-C297DC6E8AF9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4AC7D023-5545-E002-35B7-3CF280C1C42F}"/>
              </a:ext>
            </a:extLst>
          </p:cNvPr>
          <p:cNvGrpSpPr/>
          <p:nvPr/>
        </p:nvGrpSpPr>
        <p:grpSpPr>
          <a:xfrm rot="10800000">
            <a:off x="4333070" y="4276361"/>
            <a:ext cx="397619" cy="396106"/>
            <a:chOff x="9651794" y="5208440"/>
            <a:chExt cx="796285" cy="793255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F0E87831-EAF7-6A21-E5A4-1187ECA1F683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BA73B6F0-B0A4-3EB6-77D6-27C7736E662D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E904A5BA-13C0-CECE-9054-D1C2991B9CF5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Rectangle 519">
                <a:extLst>
                  <a:ext uri="{FF2B5EF4-FFF2-40B4-BE49-F238E27FC236}">
                    <a16:creationId xmlns:a16="http://schemas.microsoft.com/office/drawing/2014/main" id="{1298ECD9-4402-1184-F4CE-64B448076034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9648FA65-CBFB-7ACF-744F-EEA08E8058C1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Rectangle 521">
                <a:extLst>
                  <a:ext uri="{FF2B5EF4-FFF2-40B4-BE49-F238E27FC236}">
                    <a16:creationId xmlns:a16="http://schemas.microsoft.com/office/drawing/2014/main" id="{BD16C60E-12D1-32C8-1C01-9070DDC2B856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139406F3-D94C-6047-B076-4D44FACF0FF5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4" name="Rectangle 523">
                <a:extLst>
                  <a:ext uri="{FF2B5EF4-FFF2-40B4-BE49-F238E27FC236}">
                    <a16:creationId xmlns:a16="http://schemas.microsoft.com/office/drawing/2014/main" id="{1E572A67-50DD-2964-9F3E-7965431A00FA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Rectangle 524">
                <a:extLst>
                  <a:ext uri="{FF2B5EF4-FFF2-40B4-BE49-F238E27FC236}">
                    <a16:creationId xmlns:a16="http://schemas.microsoft.com/office/drawing/2014/main" id="{AD16115E-9F0E-729F-C1A7-34EF38CD1EC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Rectangle 525">
                <a:extLst>
                  <a:ext uri="{FF2B5EF4-FFF2-40B4-BE49-F238E27FC236}">
                    <a16:creationId xmlns:a16="http://schemas.microsoft.com/office/drawing/2014/main" id="{60E01F37-788F-A291-25C4-0FEB7D2A8F5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D5440AA9-9616-5614-4D5D-401E88D89453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09" name="Rectangle 508">
                <a:extLst>
                  <a:ext uri="{FF2B5EF4-FFF2-40B4-BE49-F238E27FC236}">
                    <a16:creationId xmlns:a16="http://schemas.microsoft.com/office/drawing/2014/main" id="{0D838F36-DDE7-9C85-D2C1-3F00D457A23D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4FC11157-42EF-2115-8B87-5AC233AF9E05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1" name="Rectangle 510">
                <a:extLst>
                  <a:ext uri="{FF2B5EF4-FFF2-40B4-BE49-F238E27FC236}">
                    <a16:creationId xmlns:a16="http://schemas.microsoft.com/office/drawing/2014/main" id="{4B45EF09-1B6B-AE2A-0B4D-F88BC931A69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2" name="Rectangle 511">
                <a:extLst>
                  <a:ext uri="{FF2B5EF4-FFF2-40B4-BE49-F238E27FC236}">
                    <a16:creationId xmlns:a16="http://schemas.microsoft.com/office/drawing/2014/main" id="{3CC0F94A-B37F-1CEA-5A69-0192C860E2BB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6A028648-4DBD-433B-09F0-3666F83E481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FEF6F753-94B1-3842-282E-B0496182974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49CE9AC9-EF3C-4FA9-C234-93EE2FCF92C0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5E74259C-193C-A232-9282-0A708C10FF19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F798A324-0188-9E8C-3ED4-8390C4A5A163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9" name="Group 498">
              <a:extLst>
                <a:ext uri="{FF2B5EF4-FFF2-40B4-BE49-F238E27FC236}">
                  <a16:creationId xmlns:a16="http://schemas.microsoft.com/office/drawing/2014/main" id="{5C18DE20-B4A1-8D8B-118A-2A15BC8D086C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43BD4BCD-A8E8-7359-9DFD-D7A1E4BAA507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65A2D54D-C0B0-3217-916C-5762D5FDB5C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8BB53988-B64D-ECAD-80A5-75E7231CCEA1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D1D5CBE4-C692-2AEA-49BF-3857CFC12FFC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67620510-BDA6-0179-CDE4-2C8E5CD914E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943E2016-29B3-2C41-5123-146EC7C33EF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651529D7-F5F1-BEC4-24C2-28B6030F9DC4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869AF678-64E2-A64A-3962-19C3D5F808AD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52DCB60E-347D-5E85-0868-064F9D166074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2E0C1D27-0769-1BAB-CE48-75FB0252A462}"/>
              </a:ext>
            </a:extLst>
          </p:cNvPr>
          <p:cNvCxnSpPr>
            <a:cxnSpLocks/>
          </p:cNvCxnSpPr>
          <p:nvPr/>
        </p:nvCxnSpPr>
        <p:spPr>
          <a:xfrm rot="10800000" flipH="1">
            <a:off x="4084546" y="4523840"/>
            <a:ext cx="183699" cy="0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4EE62665-C60F-2B99-24A6-30DF535ECC6B}"/>
              </a:ext>
            </a:extLst>
          </p:cNvPr>
          <p:cNvGrpSpPr/>
          <p:nvPr/>
        </p:nvGrpSpPr>
        <p:grpSpPr>
          <a:xfrm rot="10800000">
            <a:off x="3578345" y="4276844"/>
            <a:ext cx="397619" cy="396106"/>
            <a:chOff x="9651794" y="5208440"/>
            <a:chExt cx="796285" cy="793255"/>
          </a:xfrm>
        </p:grpSpPr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85FC2484-61B8-573D-9DAA-C5E93415DAFF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9844C776-34C4-0353-8BA5-FE2B39527188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6CF78B71-3CD7-2883-78D7-7E140C0B2692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5F704C3F-C29B-26A8-8936-B5E25E64850E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55454FF2-07BB-E5D8-541C-C66FA57F01AB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50210570-5B62-33C7-28F8-234AF59BAB10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5" name="Rectangle 554">
                <a:extLst>
                  <a:ext uri="{FF2B5EF4-FFF2-40B4-BE49-F238E27FC236}">
                    <a16:creationId xmlns:a16="http://schemas.microsoft.com/office/drawing/2014/main" id="{F73E4A60-BE47-8E9B-121E-40B8CEF231F0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1E0E255A-C68D-75E7-BAF1-FC8EA633B910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7" name="Rectangle 556">
                <a:extLst>
                  <a:ext uri="{FF2B5EF4-FFF2-40B4-BE49-F238E27FC236}">
                    <a16:creationId xmlns:a16="http://schemas.microsoft.com/office/drawing/2014/main" id="{D6D10576-2883-D1A4-6B2B-4BB64D55D78A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2D09CAE6-88AD-5EA1-A113-18F40EDC049F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0" name="Group 529">
              <a:extLst>
                <a:ext uri="{FF2B5EF4-FFF2-40B4-BE49-F238E27FC236}">
                  <a16:creationId xmlns:a16="http://schemas.microsoft.com/office/drawing/2014/main" id="{B5C77153-8154-7DD4-68E6-B001930A3F8E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41" name="Rectangle 540">
                <a:extLst>
                  <a:ext uri="{FF2B5EF4-FFF2-40B4-BE49-F238E27FC236}">
                    <a16:creationId xmlns:a16="http://schemas.microsoft.com/office/drawing/2014/main" id="{C3763EAA-7712-21DF-F736-A3CC14875E1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BF7E3641-EA3D-CF5F-4B67-296C7DFF9309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0D6EF6FF-4B6A-497C-17D8-0540900D743B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Rectangle 543">
                <a:extLst>
                  <a:ext uri="{FF2B5EF4-FFF2-40B4-BE49-F238E27FC236}">
                    <a16:creationId xmlns:a16="http://schemas.microsoft.com/office/drawing/2014/main" id="{EECE6C4F-EDD2-D384-49BC-A0000655F559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23FB5526-C1F5-C8EA-DFA0-541C54A1075D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01310F9F-E91C-B352-85A6-A3E16A0F0853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A1061C62-A900-1F65-AB09-C5F1EB80D464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0F257DC3-8744-5AE1-90D6-65DA3A700639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5258D605-6B8B-5953-F101-1DC744F046DE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B41E6AE0-B3B6-2A25-E21A-364B366C950C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0A7E71DB-BB38-898A-AF70-B0D62705A59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Rectangle 532">
                <a:extLst>
                  <a:ext uri="{FF2B5EF4-FFF2-40B4-BE49-F238E27FC236}">
                    <a16:creationId xmlns:a16="http://schemas.microsoft.com/office/drawing/2014/main" id="{6A2ACCAF-F0FF-76CC-7DBD-0136D075E237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4" name="Rectangle 533">
                <a:extLst>
                  <a:ext uri="{FF2B5EF4-FFF2-40B4-BE49-F238E27FC236}">
                    <a16:creationId xmlns:a16="http://schemas.microsoft.com/office/drawing/2014/main" id="{28A4F024-D73A-4C49-E2B6-6901096C01E8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5" name="Rectangle 534">
                <a:extLst>
                  <a:ext uri="{FF2B5EF4-FFF2-40B4-BE49-F238E27FC236}">
                    <a16:creationId xmlns:a16="http://schemas.microsoft.com/office/drawing/2014/main" id="{A4C85763-571C-E856-AF30-5CA916A9166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D543C3DF-2006-9E6B-7C3F-50D36B278DE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16D63F8A-4D66-5F54-40E3-C01E1AA2A71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8" name="Rectangle 537">
                <a:extLst>
                  <a:ext uri="{FF2B5EF4-FFF2-40B4-BE49-F238E27FC236}">
                    <a16:creationId xmlns:a16="http://schemas.microsoft.com/office/drawing/2014/main" id="{808608DC-1BD2-477C-E8BA-874EA42BFA7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9" name="Rectangle 538">
                <a:extLst>
                  <a:ext uri="{FF2B5EF4-FFF2-40B4-BE49-F238E27FC236}">
                    <a16:creationId xmlns:a16="http://schemas.microsoft.com/office/drawing/2014/main" id="{0E3AD24E-FB65-BD4B-DAD9-35C0FB23BD87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DF4342B9-5672-64CA-38C5-B02FD4DF9C8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59" name="TextBox 558">
            <a:extLst>
              <a:ext uri="{FF2B5EF4-FFF2-40B4-BE49-F238E27FC236}">
                <a16:creationId xmlns:a16="http://schemas.microsoft.com/office/drawing/2014/main" id="{DF552416-C04A-22B8-1095-5E0BD0CEB569}"/>
              </a:ext>
            </a:extLst>
          </p:cNvPr>
          <p:cNvSpPr txBox="1"/>
          <p:nvPr/>
        </p:nvSpPr>
        <p:spPr>
          <a:xfrm rot="5400000">
            <a:off x="4210803" y="3133420"/>
            <a:ext cx="1243099" cy="26750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0" name="TextBox 559">
            <a:extLst>
              <a:ext uri="{FF2B5EF4-FFF2-40B4-BE49-F238E27FC236}">
                <a16:creationId xmlns:a16="http://schemas.microsoft.com/office/drawing/2014/main" id="{751B40CF-3F52-408E-3B47-E32BC9043852}"/>
              </a:ext>
            </a:extLst>
          </p:cNvPr>
          <p:cNvSpPr txBox="1"/>
          <p:nvPr/>
        </p:nvSpPr>
        <p:spPr>
          <a:xfrm>
            <a:off x="3975379" y="1919132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</a:t>
            </a:r>
          </a:p>
        </p:txBody>
      </p:sp>
      <p:cxnSp>
        <p:nvCxnSpPr>
          <p:cNvPr id="561" name="Connector: Elbow 560">
            <a:extLst>
              <a:ext uri="{FF2B5EF4-FFF2-40B4-BE49-F238E27FC236}">
                <a16:creationId xmlns:a16="http://schemas.microsoft.com/office/drawing/2014/main" id="{D76ED692-91FF-D3E7-124D-10961564B6F3}"/>
              </a:ext>
            </a:extLst>
          </p:cNvPr>
          <p:cNvCxnSpPr>
            <a:cxnSpLocks/>
            <a:stCxn id="559" idx="0"/>
          </p:cNvCxnSpPr>
          <p:nvPr/>
        </p:nvCxnSpPr>
        <p:spPr>
          <a:xfrm flipV="1">
            <a:off x="6169890" y="2934627"/>
            <a:ext cx="250105" cy="153633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629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extBox 534">
            <a:extLst>
              <a:ext uri="{FF2B5EF4-FFF2-40B4-BE49-F238E27FC236}">
                <a16:creationId xmlns:a16="http://schemas.microsoft.com/office/drawing/2014/main" id="{9ADA8AF2-115A-B5CE-B438-8CE75A8219C6}"/>
              </a:ext>
            </a:extLst>
          </p:cNvPr>
          <p:cNvSpPr txBox="1"/>
          <p:nvPr/>
        </p:nvSpPr>
        <p:spPr>
          <a:xfrm>
            <a:off x="3371327" y="3086059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B58C31C6-7487-A917-25AC-E0D0D92F4BAD}"/>
              </a:ext>
            </a:extLst>
          </p:cNvPr>
          <p:cNvSpPr txBox="1"/>
          <p:nvPr/>
        </p:nvSpPr>
        <p:spPr>
          <a:xfrm>
            <a:off x="3371327" y="3563933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B06F3751-E0DB-C56C-E0AD-C25F9B7F1DFB}"/>
              </a:ext>
            </a:extLst>
          </p:cNvPr>
          <p:cNvSpPr txBox="1"/>
          <p:nvPr/>
        </p:nvSpPr>
        <p:spPr>
          <a:xfrm>
            <a:off x="3371327" y="4041807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m</a:t>
            </a:r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66A91DDB-2B72-FDC8-5A2A-6E830F67771E}"/>
              </a:ext>
            </a:extLst>
          </p:cNvPr>
          <p:cNvSpPr txBox="1"/>
          <p:nvPr/>
        </p:nvSpPr>
        <p:spPr>
          <a:xfrm>
            <a:off x="6275168" y="308605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39" name="TextBox 538">
            <a:extLst>
              <a:ext uri="{FF2B5EF4-FFF2-40B4-BE49-F238E27FC236}">
                <a16:creationId xmlns:a16="http://schemas.microsoft.com/office/drawing/2014/main" id="{7BDF0973-B957-64C2-6D45-CC59CEC1003E}"/>
              </a:ext>
            </a:extLst>
          </p:cNvPr>
          <p:cNvSpPr txBox="1"/>
          <p:nvPr/>
        </p:nvSpPr>
        <p:spPr>
          <a:xfrm>
            <a:off x="6275167" y="3563933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0F55150F-9347-24F1-7145-60AF9639711B}"/>
              </a:ext>
            </a:extLst>
          </p:cNvPr>
          <p:cNvSpPr txBox="1"/>
          <p:nvPr/>
        </p:nvSpPr>
        <p:spPr>
          <a:xfrm>
            <a:off x="6275166" y="4041807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26B8CA67-62FD-BECB-DC16-EE3BB89C6C90}"/>
              </a:ext>
            </a:extLst>
          </p:cNvPr>
          <p:cNvSpPr txBox="1"/>
          <p:nvPr/>
        </p:nvSpPr>
        <p:spPr>
          <a:xfrm>
            <a:off x="3371325" y="5017833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340E3453-EE48-2E2A-9DBB-E6016642F54D}"/>
              </a:ext>
            </a:extLst>
          </p:cNvPr>
          <p:cNvSpPr txBox="1"/>
          <p:nvPr/>
        </p:nvSpPr>
        <p:spPr>
          <a:xfrm>
            <a:off x="3371325" y="5495707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6C24E539-A96B-737C-67B0-3AD988B042A9}"/>
              </a:ext>
            </a:extLst>
          </p:cNvPr>
          <p:cNvSpPr txBox="1"/>
          <p:nvPr/>
        </p:nvSpPr>
        <p:spPr>
          <a:xfrm>
            <a:off x="3371325" y="5973581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m</a:t>
            </a: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D516AA5A-77D7-5F2F-B58C-E40446EE8F51}"/>
              </a:ext>
            </a:extLst>
          </p:cNvPr>
          <p:cNvSpPr txBox="1"/>
          <p:nvPr/>
        </p:nvSpPr>
        <p:spPr>
          <a:xfrm>
            <a:off x="6275166" y="5017833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A4108DE0-9A45-69A6-DB7A-3F843E07AA8A}"/>
              </a:ext>
            </a:extLst>
          </p:cNvPr>
          <p:cNvSpPr txBox="1"/>
          <p:nvPr/>
        </p:nvSpPr>
        <p:spPr>
          <a:xfrm>
            <a:off x="6275165" y="5495707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3D6DFC05-ACAB-D215-D4DE-969006E7C272}"/>
              </a:ext>
            </a:extLst>
          </p:cNvPr>
          <p:cNvSpPr txBox="1"/>
          <p:nvPr/>
        </p:nvSpPr>
        <p:spPr>
          <a:xfrm>
            <a:off x="6275164" y="597358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A78DA1C8-BE75-9B28-5BE0-8D8A8E3AF978}"/>
              </a:ext>
            </a:extLst>
          </p:cNvPr>
          <p:cNvSpPr txBox="1"/>
          <p:nvPr/>
        </p:nvSpPr>
        <p:spPr>
          <a:xfrm>
            <a:off x="3371325" y="715451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FE8226B0-C10A-6AD4-BB69-B3C0326783BB}"/>
              </a:ext>
            </a:extLst>
          </p:cNvPr>
          <p:cNvSpPr txBox="1"/>
          <p:nvPr/>
        </p:nvSpPr>
        <p:spPr>
          <a:xfrm>
            <a:off x="3371325" y="1193325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23350721-9B9E-DD03-A006-D220A0DEFE74}"/>
              </a:ext>
            </a:extLst>
          </p:cNvPr>
          <p:cNvSpPr txBox="1"/>
          <p:nvPr/>
        </p:nvSpPr>
        <p:spPr>
          <a:xfrm>
            <a:off x="3371325" y="1671199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n</a:t>
            </a:r>
          </a:p>
        </p:txBody>
      </p:sp>
      <p:cxnSp>
        <p:nvCxnSpPr>
          <p:cNvPr id="550" name="Straight Arrow Connector 549">
            <a:extLst>
              <a:ext uri="{FF2B5EF4-FFF2-40B4-BE49-F238E27FC236}">
                <a16:creationId xmlns:a16="http://schemas.microsoft.com/office/drawing/2014/main" id="{C1BD3803-0A3B-5839-4719-32919AF59656}"/>
              </a:ext>
            </a:extLst>
          </p:cNvPr>
          <p:cNvCxnSpPr/>
          <p:nvPr/>
        </p:nvCxnSpPr>
        <p:spPr>
          <a:xfrm>
            <a:off x="5211267" y="3275570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6433EA45-111E-88CE-61CD-750CC4E3ADF5}"/>
              </a:ext>
            </a:extLst>
          </p:cNvPr>
          <p:cNvCxnSpPr>
            <a:cxnSpLocks/>
          </p:cNvCxnSpPr>
          <p:nvPr/>
        </p:nvCxnSpPr>
        <p:spPr>
          <a:xfrm>
            <a:off x="5211267" y="3745206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F9978F80-8F7A-625D-77D1-9D53755E14C7}"/>
              </a:ext>
            </a:extLst>
          </p:cNvPr>
          <p:cNvCxnSpPr>
            <a:cxnSpLocks/>
          </p:cNvCxnSpPr>
          <p:nvPr/>
        </p:nvCxnSpPr>
        <p:spPr>
          <a:xfrm>
            <a:off x="5211267" y="4223080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Arrow Connector 552">
            <a:extLst>
              <a:ext uri="{FF2B5EF4-FFF2-40B4-BE49-F238E27FC236}">
                <a16:creationId xmlns:a16="http://schemas.microsoft.com/office/drawing/2014/main" id="{CA5C5A31-7162-F806-DEB4-47C7BFA1AAFA}"/>
              </a:ext>
            </a:extLst>
          </p:cNvPr>
          <p:cNvCxnSpPr/>
          <p:nvPr/>
        </p:nvCxnSpPr>
        <p:spPr>
          <a:xfrm>
            <a:off x="5211267" y="5141441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Arrow Connector 553">
            <a:extLst>
              <a:ext uri="{FF2B5EF4-FFF2-40B4-BE49-F238E27FC236}">
                <a16:creationId xmlns:a16="http://schemas.microsoft.com/office/drawing/2014/main" id="{262676F6-86C1-E9DA-FF2B-0DF2B4D73019}"/>
              </a:ext>
            </a:extLst>
          </p:cNvPr>
          <p:cNvCxnSpPr>
            <a:cxnSpLocks/>
          </p:cNvCxnSpPr>
          <p:nvPr/>
        </p:nvCxnSpPr>
        <p:spPr>
          <a:xfrm>
            <a:off x="5211267" y="5627553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Arrow Connector 554">
            <a:extLst>
              <a:ext uri="{FF2B5EF4-FFF2-40B4-BE49-F238E27FC236}">
                <a16:creationId xmlns:a16="http://schemas.microsoft.com/office/drawing/2014/main" id="{14DA3ABB-2F0E-6937-3F6C-DF153C58C4F5}"/>
              </a:ext>
            </a:extLst>
          </p:cNvPr>
          <p:cNvCxnSpPr>
            <a:cxnSpLocks/>
          </p:cNvCxnSpPr>
          <p:nvPr/>
        </p:nvCxnSpPr>
        <p:spPr>
          <a:xfrm>
            <a:off x="5211267" y="6113665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Arrow Connector 555">
            <a:extLst>
              <a:ext uri="{FF2B5EF4-FFF2-40B4-BE49-F238E27FC236}">
                <a16:creationId xmlns:a16="http://schemas.microsoft.com/office/drawing/2014/main" id="{7B44B378-2059-74B0-56F3-D42F005F9C89}"/>
              </a:ext>
            </a:extLst>
          </p:cNvPr>
          <p:cNvCxnSpPr>
            <a:cxnSpLocks/>
          </p:cNvCxnSpPr>
          <p:nvPr/>
        </p:nvCxnSpPr>
        <p:spPr>
          <a:xfrm>
            <a:off x="5905972" y="3436228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Arrow Connector 556">
            <a:extLst>
              <a:ext uri="{FF2B5EF4-FFF2-40B4-BE49-F238E27FC236}">
                <a16:creationId xmlns:a16="http://schemas.microsoft.com/office/drawing/2014/main" id="{947205CA-EBF9-66D3-F9D5-DF508219B565}"/>
              </a:ext>
            </a:extLst>
          </p:cNvPr>
          <p:cNvCxnSpPr>
            <a:cxnSpLocks/>
          </p:cNvCxnSpPr>
          <p:nvPr/>
        </p:nvCxnSpPr>
        <p:spPr>
          <a:xfrm>
            <a:off x="5905972" y="3897626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9DC375FA-7AC0-48B7-CAA2-4FAC1B4DCA5E}"/>
              </a:ext>
            </a:extLst>
          </p:cNvPr>
          <p:cNvCxnSpPr>
            <a:cxnSpLocks/>
          </p:cNvCxnSpPr>
          <p:nvPr/>
        </p:nvCxnSpPr>
        <p:spPr>
          <a:xfrm>
            <a:off x="5905972" y="4375500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BA62DC7-2638-6B6C-1A4C-C88FBC412463}"/>
              </a:ext>
            </a:extLst>
          </p:cNvPr>
          <p:cNvCxnSpPr>
            <a:cxnSpLocks/>
          </p:cNvCxnSpPr>
          <p:nvPr/>
        </p:nvCxnSpPr>
        <p:spPr>
          <a:xfrm>
            <a:off x="5905972" y="5302099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A7D16F4D-E7DF-81A8-3F64-6306BD022258}"/>
              </a:ext>
            </a:extLst>
          </p:cNvPr>
          <p:cNvCxnSpPr>
            <a:cxnSpLocks/>
          </p:cNvCxnSpPr>
          <p:nvPr/>
        </p:nvCxnSpPr>
        <p:spPr>
          <a:xfrm>
            <a:off x="5905972" y="5779973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16AF078A-6BED-C84B-3EEC-C1A3258ECC18}"/>
              </a:ext>
            </a:extLst>
          </p:cNvPr>
          <p:cNvCxnSpPr>
            <a:cxnSpLocks/>
          </p:cNvCxnSpPr>
          <p:nvPr/>
        </p:nvCxnSpPr>
        <p:spPr>
          <a:xfrm>
            <a:off x="5905972" y="6249609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TextBox 561">
            <a:extLst>
              <a:ext uri="{FF2B5EF4-FFF2-40B4-BE49-F238E27FC236}">
                <a16:creationId xmlns:a16="http://schemas.microsoft.com/office/drawing/2014/main" id="{052B1F2D-BF7F-A79E-A8B1-12AEB4B34042}"/>
              </a:ext>
            </a:extLst>
          </p:cNvPr>
          <p:cNvSpPr txBox="1"/>
          <p:nvPr/>
        </p:nvSpPr>
        <p:spPr>
          <a:xfrm>
            <a:off x="3717324" y="328839"/>
            <a:ext cx="1163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row buffer</a:t>
            </a: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B9635435-763C-3D8E-1693-2946FD556458}"/>
              </a:ext>
            </a:extLst>
          </p:cNvPr>
          <p:cNvSpPr txBox="1"/>
          <p:nvPr/>
        </p:nvSpPr>
        <p:spPr>
          <a:xfrm>
            <a:off x="3833799" y="2704847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grpSp>
        <p:nvGrpSpPr>
          <p:cNvPr id="564" name="Group 563">
            <a:extLst>
              <a:ext uri="{FF2B5EF4-FFF2-40B4-BE49-F238E27FC236}">
                <a16:creationId xmlns:a16="http://schemas.microsoft.com/office/drawing/2014/main" id="{003DAACD-0DD0-F21F-F4DF-241839FA099C}"/>
              </a:ext>
            </a:extLst>
          </p:cNvPr>
          <p:cNvGrpSpPr/>
          <p:nvPr/>
        </p:nvGrpSpPr>
        <p:grpSpPr>
          <a:xfrm>
            <a:off x="7194647" y="4280744"/>
            <a:ext cx="1333658" cy="1931774"/>
            <a:chOff x="6409550" y="4280744"/>
            <a:chExt cx="717561" cy="1931774"/>
          </a:xfrm>
        </p:grpSpPr>
        <p:cxnSp>
          <p:nvCxnSpPr>
            <p:cNvPr id="565" name="Straight Arrow Connector 564">
              <a:extLst>
                <a:ext uri="{FF2B5EF4-FFF2-40B4-BE49-F238E27FC236}">
                  <a16:creationId xmlns:a16="http://schemas.microsoft.com/office/drawing/2014/main" id="{9A53FDFB-5A5D-9BF8-8DAC-6E5ACA1D8A66}"/>
                </a:ext>
              </a:extLst>
            </p:cNvPr>
            <p:cNvCxnSpPr>
              <a:stCxn id="540" idx="3"/>
            </p:cNvCxnSpPr>
            <p:nvPr/>
          </p:nvCxnSpPr>
          <p:spPr>
            <a:xfrm>
              <a:off x="6409552" y="4280744"/>
              <a:ext cx="7175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Connector: Elbow 565">
              <a:extLst>
                <a:ext uri="{FF2B5EF4-FFF2-40B4-BE49-F238E27FC236}">
                  <a16:creationId xmlns:a16="http://schemas.microsoft.com/office/drawing/2014/main" id="{2EECC53B-2F67-8299-388C-B23186D893A9}"/>
                </a:ext>
              </a:extLst>
            </p:cNvPr>
            <p:cNvCxnSpPr>
              <a:cxnSpLocks/>
              <a:stCxn id="546" idx="3"/>
            </p:cNvCxnSpPr>
            <p:nvPr/>
          </p:nvCxnSpPr>
          <p:spPr>
            <a:xfrm flipV="1">
              <a:off x="6409550" y="4778896"/>
              <a:ext cx="717561" cy="1433622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7" name="Trapezoid 566">
            <a:extLst>
              <a:ext uri="{FF2B5EF4-FFF2-40B4-BE49-F238E27FC236}">
                <a16:creationId xmlns:a16="http://schemas.microsoft.com/office/drawing/2014/main" id="{200DF759-0303-8FCC-6D89-8E08C7132A5D}"/>
              </a:ext>
            </a:extLst>
          </p:cNvPr>
          <p:cNvSpPr/>
          <p:nvPr/>
        </p:nvSpPr>
        <p:spPr>
          <a:xfrm rot="5400000">
            <a:off x="7980368" y="4371635"/>
            <a:ext cx="1433622" cy="344253"/>
          </a:xfrm>
          <a:prstGeom prst="trapezoid">
            <a:avLst>
              <a:gd name="adj" fmla="val 536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8" name="Straight Arrow Connector 567">
            <a:extLst>
              <a:ext uri="{FF2B5EF4-FFF2-40B4-BE49-F238E27FC236}">
                <a16:creationId xmlns:a16="http://schemas.microsoft.com/office/drawing/2014/main" id="{BADB5F7C-9305-2356-262F-5BEA67983B22}"/>
              </a:ext>
            </a:extLst>
          </p:cNvPr>
          <p:cNvCxnSpPr>
            <a:cxnSpLocks/>
            <a:stCxn id="567" idx="0"/>
          </p:cNvCxnSpPr>
          <p:nvPr/>
        </p:nvCxnSpPr>
        <p:spPr>
          <a:xfrm>
            <a:off x="8869306" y="4543762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ACCC5528-AF49-6FBB-2F60-1384562B5DB6}"/>
              </a:ext>
            </a:extLst>
          </p:cNvPr>
          <p:cNvSpPr txBox="1"/>
          <p:nvPr/>
        </p:nvSpPr>
        <p:spPr>
          <a:xfrm>
            <a:off x="9055327" y="4157512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570" name="Straight Arrow Connector 569">
            <a:extLst>
              <a:ext uri="{FF2B5EF4-FFF2-40B4-BE49-F238E27FC236}">
                <a16:creationId xmlns:a16="http://schemas.microsoft.com/office/drawing/2014/main" id="{30D1A831-652A-3991-1AD0-A1996FD85B53}"/>
              </a:ext>
            </a:extLst>
          </p:cNvPr>
          <p:cNvCxnSpPr>
            <a:endCxn id="547" idx="1"/>
          </p:cNvCxnSpPr>
          <p:nvPr/>
        </p:nvCxnSpPr>
        <p:spPr>
          <a:xfrm flipV="1">
            <a:off x="2087189" y="954388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TextBox 570">
            <a:extLst>
              <a:ext uri="{FF2B5EF4-FFF2-40B4-BE49-F238E27FC236}">
                <a16:creationId xmlns:a16="http://schemas.microsoft.com/office/drawing/2014/main" id="{B0E0723D-9D26-4563-4C87-0154BE2EDF03}"/>
              </a:ext>
            </a:extLst>
          </p:cNvPr>
          <p:cNvSpPr txBox="1"/>
          <p:nvPr/>
        </p:nvSpPr>
        <p:spPr>
          <a:xfrm>
            <a:off x="1995451" y="589215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572" name="Connector: Elbow 571">
            <a:extLst>
              <a:ext uri="{FF2B5EF4-FFF2-40B4-BE49-F238E27FC236}">
                <a16:creationId xmlns:a16="http://schemas.microsoft.com/office/drawing/2014/main" id="{A4A3762E-E523-CB41-ED78-7D2E265ABF71}"/>
              </a:ext>
            </a:extLst>
          </p:cNvPr>
          <p:cNvCxnSpPr>
            <a:endCxn id="548" idx="1"/>
          </p:cNvCxnSpPr>
          <p:nvPr/>
        </p:nvCxnSpPr>
        <p:spPr>
          <a:xfrm rot="16200000" flipH="1">
            <a:off x="2931044" y="991981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: Elbow 572">
            <a:extLst>
              <a:ext uri="{FF2B5EF4-FFF2-40B4-BE49-F238E27FC236}">
                <a16:creationId xmlns:a16="http://schemas.microsoft.com/office/drawing/2014/main" id="{F3B022B2-D3F9-F210-8A10-3C49C3893D45}"/>
              </a:ext>
            </a:extLst>
          </p:cNvPr>
          <p:cNvCxnSpPr>
            <a:endCxn id="549" idx="1"/>
          </p:cNvCxnSpPr>
          <p:nvPr/>
        </p:nvCxnSpPr>
        <p:spPr>
          <a:xfrm rot="16200000" flipH="1">
            <a:off x="2691379" y="1230190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E8424AE0-DDDD-D17B-2840-8CDD8BB9E16F}"/>
              </a:ext>
            </a:extLst>
          </p:cNvPr>
          <p:cNvCxnSpPr>
            <a:cxnSpLocks/>
          </p:cNvCxnSpPr>
          <p:nvPr/>
        </p:nvCxnSpPr>
        <p:spPr>
          <a:xfrm>
            <a:off x="4318403" y="4642424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B82F5224-F6E6-18F5-E20C-291AAE802655}"/>
              </a:ext>
            </a:extLst>
          </p:cNvPr>
          <p:cNvCxnSpPr>
            <a:cxnSpLocks/>
          </p:cNvCxnSpPr>
          <p:nvPr/>
        </p:nvCxnSpPr>
        <p:spPr>
          <a:xfrm>
            <a:off x="6734905" y="4650542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Left Brace 575">
            <a:extLst>
              <a:ext uri="{FF2B5EF4-FFF2-40B4-BE49-F238E27FC236}">
                <a16:creationId xmlns:a16="http://schemas.microsoft.com/office/drawing/2014/main" id="{5E308BEA-1709-C66A-0B71-5806AF5A0CE3}"/>
              </a:ext>
            </a:extLst>
          </p:cNvPr>
          <p:cNvSpPr/>
          <p:nvPr/>
        </p:nvSpPr>
        <p:spPr>
          <a:xfrm>
            <a:off x="2771312" y="3074179"/>
            <a:ext cx="195869" cy="33689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C48A984F-E9B5-55A4-48F8-D569A0F044BE}"/>
              </a:ext>
            </a:extLst>
          </p:cNvPr>
          <p:cNvCxnSpPr>
            <a:cxnSpLocks/>
          </p:cNvCxnSpPr>
          <p:nvPr/>
        </p:nvCxnSpPr>
        <p:spPr>
          <a:xfrm flipV="1">
            <a:off x="5905972" y="1092484"/>
            <a:ext cx="0" cy="535065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8" name="TextBox 577">
            <a:extLst>
              <a:ext uri="{FF2B5EF4-FFF2-40B4-BE49-F238E27FC236}">
                <a16:creationId xmlns:a16="http://schemas.microsoft.com/office/drawing/2014/main" id="{54721BB4-483D-50A5-9944-68D58A8F1622}"/>
              </a:ext>
            </a:extLst>
          </p:cNvPr>
          <p:cNvSpPr txBox="1"/>
          <p:nvPr/>
        </p:nvSpPr>
        <p:spPr>
          <a:xfrm>
            <a:off x="1699491" y="4554963"/>
            <a:ext cx="121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ochan</a:t>
            </a:r>
            <a:r>
              <a:rPr lang="en-US" dirty="0"/>
              <a:t>*</a:t>
            </a:r>
            <a:r>
              <a:rPr lang="en-US" b="1" dirty="0"/>
              <a:t>m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E7EEF64A-3E30-78F5-E802-190E215412A3}"/>
              </a:ext>
            </a:extLst>
          </p:cNvPr>
          <p:cNvSpPr txBox="1"/>
          <p:nvPr/>
        </p:nvSpPr>
        <p:spPr>
          <a:xfrm>
            <a:off x="5560330" y="1092484"/>
            <a:ext cx="365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F8A67A59-BE66-2840-7B5E-3EF0A60A0E5F}"/>
              </a:ext>
            </a:extLst>
          </p:cNvPr>
          <p:cNvSpPr txBox="1"/>
          <p:nvPr/>
        </p:nvSpPr>
        <p:spPr>
          <a:xfrm>
            <a:off x="7696119" y="4335015"/>
            <a:ext cx="813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ochan</a:t>
            </a:r>
            <a:endParaRPr lang="en-US" dirty="0"/>
          </a:p>
        </p:txBody>
      </p:sp>
      <p:sp>
        <p:nvSpPr>
          <p:cNvPr id="581" name="Trapezoid 580">
            <a:extLst>
              <a:ext uri="{FF2B5EF4-FFF2-40B4-BE49-F238E27FC236}">
                <a16:creationId xmlns:a16="http://schemas.microsoft.com/office/drawing/2014/main" id="{899E3FF1-D425-22E5-4B95-4A202A1E98A8}"/>
              </a:ext>
            </a:extLst>
          </p:cNvPr>
          <p:cNvSpPr/>
          <p:nvPr/>
        </p:nvSpPr>
        <p:spPr>
          <a:xfrm rot="5400000">
            <a:off x="4663867" y="1255949"/>
            <a:ext cx="1433622" cy="344253"/>
          </a:xfrm>
          <a:prstGeom prst="trapezoid">
            <a:avLst>
              <a:gd name="adj" fmla="val 536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2" name="Straight Arrow Connector 581">
            <a:extLst>
              <a:ext uri="{FF2B5EF4-FFF2-40B4-BE49-F238E27FC236}">
                <a16:creationId xmlns:a16="http://schemas.microsoft.com/office/drawing/2014/main" id="{D472598B-9166-6F8C-AB62-0FC1DE96FDC4}"/>
              </a:ext>
            </a:extLst>
          </p:cNvPr>
          <p:cNvCxnSpPr>
            <a:cxnSpLocks/>
          </p:cNvCxnSpPr>
          <p:nvPr/>
        </p:nvCxnSpPr>
        <p:spPr>
          <a:xfrm>
            <a:off x="5552805" y="1428302"/>
            <a:ext cx="3531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29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25C3B0-DB11-B015-426C-9AECDACD17E8}"/>
              </a:ext>
            </a:extLst>
          </p:cNvPr>
          <p:cNvSpPr txBox="1"/>
          <p:nvPr/>
        </p:nvSpPr>
        <p:spPr>
          <a:xfrm>
            <a:off x="967509" y="1534161"/>
            <a:ext cx="5865338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tensorflow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2.7.0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Model: "model"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_________________________________________________________________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Layer (type)                Output Shape              Param #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input_1 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InputLayer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[(None, 24, 32, 1)]       0   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 (Conv2D)             (None, 22, 30, 32)        288 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 (Conv2D)           (None, 20, 28,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conv2d_2 (Conv2D)           (None, 18, 26,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conv2d_3 (Conv2D)           (None, 16, 24,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conv2d_4 (Conv2D)           (None, 14, 22,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conv2d_5 (Conv2D)           (None, 12, 20,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conv2d_6 (Conv2D)           (None, 10, 18,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conv2d_7 (Conv2D)           (None, 8, 16,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conv2d_8 (Conv2D)           (None, 6, 14, 33)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conv2d_9 (Conv2D)           (None, 4, 12,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conv2d_10 (Conv2D)          (None, 2, 10,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conv2d_11 (Conv2D)          (None, 1, 1, 100)         64000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conv2d_12 (Conv2D)          (None, 1, 1, 100)         10000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conv2d_13 (Conv2D)          (None, 1, 1, 100)         10000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Total params: 176,448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Trainable params: 176,448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Non-trainable params: 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_________________________________________________________________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7790C-9B21-EE43-63E9-48A940372EF2}"/>
              </a:ext>
            </a:extLst>
          </p:cNvPr>
          <p:cNvSpPr txBox="1"/>
          <p:nvPr/>
        </p:nvSpPr>
        <p:spPr>
          <a:xfrm>
            <a:off x="8381987" y="955902"/>
            <a:ext cx="84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[24,32,1]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0B8622-138F-D23E-8EB5-B87A6C3FEA54}"/>
              </a:ext>
            </a:extLst>
          </p:cNvPr>
          <p:cNvSpPr/>
          <p:nvPr/>
        </p:nvSpPr>
        <p:spPr>
          <a:xfrm rot="5400000">
            <a:off x="8670071" y="1372664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1EBEA2-8277-32E2-E8B9-51188D481D80}"/>
              </a:ext>
            </a:extLst>
          </p:cNvPr>
          <p:cNvSpPr/>
          <p:nvPr/>
        </p:nvSpPr>
        <p:spPr>
          <a:xfrm rot="5400000">
            <a:off x="8670071" y="1684329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4C959-760C-A225-12E9-C7B7B7FC3B5D}"/>
              </a:ext>
            </a:extLst>
          </p:cNvPr>
          <p:cNvSpPr/>
          <p:nvPr/>
        </p:nvSpPr>
        <p:spPr>
          <a:xfrm rot="5400000">
            <a:off x="8670071" y="1995994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4E6E9D-522B-4683-92DB-AA7E8163E13D}"/>
              </a:ext>
            </a:extLst>
          </p:cNvPr>
          <p:cNvSpPr/>
          <p:nvPr/>
        </p:nvSpPr>
        <p:spPr>
          <a:xfrm rot="5400000">
            <a:off x="8670071" y="2307659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561A76-1E41-D326-F320-51CFE18E3BCE}"/>
              </a:ext>
            </a:extLst>
          </p:cNvPr>
          <p:cNvSpPr/>
          <p:nvPr/>
        </p:nvSpPr>
        <p:spPr>
          <a:xfrm rot="5400000">
            <a:off x="8670071" y="3242654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E4A5E-AD45-6EEA-40CD-139DB30585C9}"/>
              </a:ext>
            </a:extLst>
          </p:cNvPr>
          <p:cNvSpPr/>
          <p:nvPr/>
        </p:nvSpPr>
        <p:spPr>
          <a:xfrm rot="5400000">
            <a:off x="8670071" y="3554319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07CF11-67C8-C690-76DC-71B60A8FA7AC}"/>
              </a:ext>
            </a:extLst>
          </p:cNvPr>
          <p:cNvSpPr/>
          <p:nvPr/>
        </p:nvSpPr>
        <p:spPr>
          <a:xfrm rot="5400000">
            <a:off x="8670071" y="3865984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B1255E-A1B4-FC6F-ECEB-D145DFAA0A53}"/>
              </a:ext>
            </a:extLst>
          </p:cNvPr>
          <p:cNvSpPr/>
          <p:nvPr/>
        </p:nvSpPr>
        <p:spPr>
          <a:xfrm rot="5400000">
            <a:off x="8670071" y="4177648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F1602F-27F6-E020-3AAD-AC781FE583EC}"/>
              </a:ext>
            </a:extLst>
          </p:cNvPr>
          <p:cNvCxnSpPr>
            <a:cxnSpLocks/>
            <a:endCxn id="4" idx="1"/>
          </p:cNvCxnSpPr>
          <p:nvPr/>
        </p:nvCxnSpPr>
        <p:spPr>
          <a:xfrm flipH="1">
            <a:off x="8773044" y="1257347"/>
            <a:ext cx="1" cy="580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5400CE-9FB0-C012-D2BA-1D01E9FC73C3}"/>
              </a:ext>
            </a:extLst>
          </p:cNvPr>
          <p:cNvCxnSpPr>
            <a:cxnSpLocks/>
          </p:cNvCxnSpPr>
          <p:nvPr/>
        </p:nvCxnSpPr>
        <p:spPr>
          <a:xfrm>
            <a:off x="8773045" y="4849032"/>
            <a:ext cx="0" cy="5928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0C3D21-6714-C4DE-E53F-ABB43E9B1334}"/>
              </a:ext>
            </a:extLst>
          </p:cNvPr>
          <p:cNvSpPr txBox="1"/>
          <p:nvPr/>
        </p:nvSpPr>
        <p:spPr>
          <a:xfrm>
            <a:off x="8352895" y="5441862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[1,1,100]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E06AAA-1252-9CBD-39F5-5ED082B563E9}"/>
              </a:ext>
            </a:extLst>
          </p:cNvPr>
          <p:cNvSpPr txBox="1"/>
          <p:nvPr/>
        </p:nvSpPr>
        <p:spPr>
          <a:xfrm>
            <a:off x="9341455" y="795497"/>
            <a:ext cx="16660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~25K pix/s</a:t>
            </a:r>
          </a:p>
          <a:p>
            <a:r>
              <a:rPr lang="en-US" sz="1400" dirty="0"/>
              <a:t>‘C’ order</a:t>
            </a:r>
          </a:p>
          <a:p>
            <a:r>
              <a:rPr lang="en-US" sz="1400" dirty="0"/>
              <a:t>TDATA,TVALID,TLAST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4F20F0-EDB9-6F7A-AB39-45593E856842}"/>
              </a:ext>
            </a:extLst>
          </p:cNvPr>
          <p:cNvSpPr txBox="1"/>
          <p:nvPr/>
        </p:nvSpPr>
        <p:spPr>
          <a:xfrm>
            <a:off x="8824274" y="4895299"/>
            <a:ext cx="717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32 fps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CB8ECC-23D7-8253-D7E3-1EB6350A04C6}"/>
              </a:ext>
            </a:extLst>
          </p:cNvPr>
          <p:cNvCxnSpPr>
            <a:cxnSpLocks/>
          </p:cNvCxnSpPr>
          <p:nvPr/>
        </p:nvCxnSpPr>
        <p:spPr>
          <a:xfrm>
            <a:off x="8782508" y="3203538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C9EFDEF-767C-3DA8-E298-EE4EA99C1257}"/>
              </a:ext>
            </a:extLst>
          </p:cNvPr>
          <p:cNvSpPr/>
          <p:nvPr/>
        </p:nvSpPr>
        <p:spPr>
          <a:xfrm>
            <a:off x="7895530" y="1616879"/>
            <a:ext cx="1886464" cy="3654834"/>
          </a:xfrm>
          <a:custGeom>
            <a:avLst/>
            <a:gdLst>
              <a:gd name="connsiteX0" fmla="*/ 0 w 1886464"/>
              <a:gd name="connsiteY0" fmla="*/ 0 h 3654834"/>
              <a:gd name="connsiteX1" fmla="*/ 628821 w 1886464"/>
              <a:gd name="connsiteY1" fmla="*/ 0 h 3654834"/>
              <a:gd name="connsiteX2" fmla="*/ 1219913 w 1886464"/>
              <a:gd name="connsiteY2" fmla="*/ 0 h 3654834"/>
              <a:gd name="connsiteX3" fmla="*/ 1886464 w 1886464"/>
              <a:gd name="connsiteY3" fmla="*/ 0 h 3654834"/>
              <a:gd name="connsiteX4" fmla="*/ 1886464 w 1886464"/>
              <a:gd name="connsiteY4" fmla="*/ 645687 h 3654834"/>
              <a:gd name="connsiteX5" fmla="*/ 1886464 w 1886464"/>
              <a:gd name="connsiteY5" fmla="*/ 1218278 h 3654834"/>
              <a:gd name="connsiteX6" fmla="*/ 1886464 w 1886464"/>
              <a:gd name="connsiteY6" fmla="*/ 1754320 h 3654834"/>
              <a:gd name="connsiteX7" fmla="*/ 1886464 w 1886464"/>
              <a:gd name="connsiteY7" fmla="*/ 2326911 h 3654834"/>
              <a:gd name="connsiteX8" fmla="*/ 1886464 w 1886464"/>
              <a:gd name="connsiteY8" fmla="*/ 2899502 h 3654834"/>
              <a:gd name="connsiteX9" fmla="*/ 1886464 w 1886464"/>
              <a:gd name="connsiteY9" fmla="*/ 3654834 h 3654834"/>
              <a:gd name="connsiteX10" fmla="*/ 1238778 w 1886464"/>
              <a:gd name="connsiteY10" fmla="*/ 3654834 h 3654834"/>
              <a:gd name="connsiteX11" fmla="*/ 666551 w 1886464"/>
              <a:gd name="connsiteY11" fmla="*/ 3654834 h 3654834"/>
              <a:gd name="connsiteX12" fmla="*/ 0 w 1886464"/>
              <a:gd name="connsiteY12" fmla="*/ 3654834 h 3654834"/>
              <a:gd name="connsiteX13" fmla="*/ 0 w 1886464"/>
              <a:gd name="connsiteY13" fmla="*/ 3009147 h 3654834"/>
              <a:gd name="connsiteX14" fmla="*/ 0 w 1886464"/>
              <a:gd name="connsiteY14" fmla="*/ 2436556 h 3654834"/>
              <a:gd name="connsiteX15" fmla="*/ 0 w 1886464"/>
              <a:gd name="connsiteY15" fmla="*/ 1937062 h 3654834"/>
              <a:gd name="connsiteX16" fmla="*/ 0 w 1886464"/>
              <a:gd name="connsiteY16" fmla="*/ 1401020 h 3654834"/>
              <a:gd name="connsiteX17" fmla="*/ 0 w 1886464"/>
              <a:gd name="connsiteY17" fmla="*/ 901526 h 3654834"/>
              <a:gd name="connsiteX18" fmla="*/ 0 w 1886464"/>
              <a:gd name="connsiteY18" fmla="*/ 0 h 365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86464" h="3654834" extrusionOk="0">
                <a:moveTo>
                  <a:pt x="0" y="0"/>
                </a:moveTo>
                <a:cubicBezTo>
                  <a:pt x="213478" y="-29523"/>
                  <a:pt x="408000" y="28802"/>
                  <a:pt x="628821" y="0"/>
                </a:cubicBezTo>
                <a:cubicBezTo>
                  <a:pt x="849642" y="-28802"/>
                  <a:pt x="949438" y="-25974"/>
                  <a:pt x="1219913" y="0"/>
                </a:cubicBezTo>
                <a:cubicBezTo>
                  <a:pt x="1490388" y="25974"/>
                  <a:pt x="1568645" y="-32090"/>
                  <a:pt x="1886464" y="0"/>
                </a:cubicBezTo>
                <a:cubicBezTo>
                  <a:pt x="1905001" y="152431"/>
                  <a:pt x="1893968" y="440019"/>
                  <a:pt x="1886464" y="645687"/>
                </a:cubicBezTo>
                <a:cubicBezTo>
                  <a:pt x="1878960" y="851355"/>
                  <a:pt x="1898687" y="1073733"/>
                  <a:pt x="1886464" y="1218278"/>
                </a:cubicBezTo>
                <a:cubicBezTo>
                  <a:pt x="1874241" y="1362823"/>
                  <a:pt x="1890934" y="1579719"/>
                  <a:pt x="1886464" y="1754320"/>
                </a:cubicBezTo>
                <a:cubicBezTo>
                  <a:pt x="1881994" y="1928921"/>
                  <a:pt x="1892633" y="2151409"/>
                  <a:pt x="1886464" y="2326911"/>
                </a:cubicBezTo>
                <a:cubicBezTo>
                  <a:pt x="1880295" y="2502413"/>
                  <a:pt x="1891004" y="2758337"/>
                  <a:pt x="1886464" y="2899502"/>
                </a:cubicBezTo>
                <a:cubicBezTo>
                  <a:pt x="1881924" y="3040667"/>
                  <a:pt x="1883692" y="3425256"/>
                  <a:pt x="1886464" y="3654834"/>
                </a:cubicBezTo>
                <a:cubicBezTo>
                  <a:pt x="1714650" y="3624566"/>
                  <a:pt x="1559228" y="3668145"/>
                  <a:pt x="1238778" y="3654834"/>
                </a:cubicBezTo>
                <a:cubicBezTo>
                  <a:pt x="918328" y="3641523"/>
                  <a:pt x="794034" y="3680640"/>
                  <a:pt x="666551" y="3654834"/>
                </a:cubicBezTo>
                <a:cubicBezTo>
                  <a:pt x="539068" y="3629028"/>
                  <a:pt x="187104" y="3662374"/>
                  <a:pt x="0" y="3654834"/>
                </a:cubicBezTo>
                <a:cubicBezTo>
                  <a:pt x="-3498" y="3426264"/>
                  <a:pt x="9449" y="3312200"/>
                  <a:pt x="0" y="3009147"/>
                </a:cubicBezTo>
                <a:cubicBezTo>
                  <a:pt x="-9449" y="2706094"/>
                  <a:pt x="9489" y="2603062"/>
                  <a:pt x="0" y="2436556"/>
                </a:cubicBezTo>
                <a:cubicBezTo>
                  <a:pt x="-9489" y="2270050"/>
                  <a:pt x="-7426" y="2186732"/>
                  <a:pt x="0" y="1937062"/>
                </a:cubicBezTo>
                <a:cubicBezTo>
                  <a:pt x="7426" y="1687392"/>
                  <a:pt x="-10352" y="1508234"/>
                  <a:pt x="0" y="1401020"/>
                </a:cubicBezTo>
                <a:cubicBezTo>
                  <a:pt x="10352" y="1293806"/>
                  <a:pt x="-24009" y="1079586"/>
                  <a:pt x="0" y="901526"/>
                </a:cubicBezTo>
                <a:cubicBezTo>
                  <a:pt x="24009" y="723466"/>
                  <a:pt x="-26044" y="280231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4D9B19-9CDA-91DF-7F69-280B184D0941}"/>
              </a:ext>
            </a:extLst>
          </p:cNvPr>
          <p:cNvSpPr txBox="1"/>
          <p:nvPr/>
        </p:nvSpPr>
        <p:spPr>
          <a:xfrm>
            <a:off x="10012388" y="3136750"/>
            <a:ext cx="1119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FPGA Verilog</a:t>
            </a:r>
          </a:p>
        </p:txBody>
      </p:sp>
    </p:spTree>
    <p:extLst>
      <p:ext uri="{BB962C8B-B14F-4D97-AF65-F5344CB8AC3E}">
        <p14:creationId xmlns:p14="http://schemas.microsoft.com/office/powerpoint/2010/main" val="1486600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2FA7-FB0A-4814-8A93-88CDF78BE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1005" y="1122363"/>
            <a:ext cx="9522941" cy="2387600"/>
          </a:xfrm>
        </p:spPr>
        <p:txBody>
          <a:bodyPr/>
          <a:lstStyle/>
          <a:p>
            <a:r>
              <a:rPr lang="en-US" dirty="0"/>
              <a:t>Project Andromeda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B30E7-7324-401F-AFFE-344264AA7D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Gemini FPGA Reference Application</a:t>
            </a:r>
          </a:p>
        </p:txBody>
      </p:sp>
    </p:spTree>
    <p:extLst>
      <p:ext uri="{BB962C8B-B14F-4D97-AF65-F5344CB8AC3E}">
        <p14:creationId xmlns:p14="http://schemas.microsoft.com/office/powerpoint/2010/main" val="720414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A1BF-E563-48FC-829F-A03C4060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engineering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6A57F-617D-4B64-AFD2-B4C16C10D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22247"/>
          </a:xfrm>
        </p:spPr>
        <p:txBody>
          <a:bodyPr/>
          <a:lstStyle/>
          <a:p>
            <a:r>
              <a:rPr lang="en-US" dirty="0"/>
              <a:t>Develop two initial FPGA SoC reference applications</a:t>
            </a:r>
          </a:p>
          <a:p>
            <a:r>
              <a:rPr lang="en-US" dirty="0"/>
              <a:t>Target Gemini device</a:t>
            </a:r>
          </a:p>
          <a:p>
            <a:pPr lvl="1"/>
            <a:r>
              <a:rPr lang="en-US" dirty="0"/>
              <a:t>4096 CLB tiles, 720KB BRAM, 336 DSP, ~300MHz, ~1W</a:t>
            </a:r>
          </a:p>
          <a:p>
            <a:pPr lvl="1"/>
            <a:r>
              <a:rPr lang="en-US" dirty="0"/>
              <a:t>Equivalent to Zynq 7000, Cyclone 10, Spartan 6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A3DBDD-87F6-4792-8D35-D703D2717434}"/>
              </a:ext>
            </a:extLst>
          </p:cNvPr>
          <p:cNvSpPr/>
          <p:nvPr/>
        </p:nvSpPr>
        <p:spPr>
          <a:xfrm>
            <a:off x="1125868" y="4670584"/>
            <a:ext cx="9566846" cy="155695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CE1D60-062A-4C13-BEBC-9ECC0505ECFC}"/>
              </a:ext>
            </a:extLst>
          </p:cNvPr>
          <p:cNvSpPr txBox="1">
            <a:spLocks/>
          </p:cNvSpPr>
          <p:nvPr/>
        </p:nvSpPr>
        <p:spPr>
          <a:xfrm>
            <a:off x="1408738" y="4477949"/>
            <a:ext cx="9102744" cy="1942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App #1: Connectivity application - </a:t>
            </a:r>
            <a:r>
              <a:rPr lang="en-US" i="1" dirty="0"/>
              <a:t>32 port serial to telnet</a:t>
            </a:r>
          </a:p>
          <a:p>
            <a:pPr marL="0" indent="0">
              <a:buNone/>
            </a:pPr>
            <a:r>
              <a:rPr lang="en-US" dirty="0"/>
              <a:t>App #2: AI application - </a:t>
            </a:r>
            <a:r>
              <a:rPr lang="en-US" i="1" dirty="0"/>
              <a:t>thermal imaging with 14 layer CNN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3B9C4B-4519-4C2C-B4FB-705AD3726B50}"/>
              </a:ext>
            </a:extLst>
          </p:cNvPr>
          <p:cNvSpPr txBox="1">
            <a:spLocks/>
          </p:cNvSpPr>
          <p:nvPr/>
        </p:nvSpPr>
        <p:spPr>
          <a:xfrm>
            <a:off x="1408738" y="4051324"/>
            <a:ext cx="1545888" cy="619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proposal</a:t>
            </a:r>
          </a:p>
        </p:txBody>
      </p:sp>
    </p:spTree>
    <p:extLst>
      <p:ext uri="{BB962C8B-B14F-4D97-AF65-F5344CB8AC3E}">
        <p14:creationId xmlns:p14="http://schemas.microsoft.com/office/powerpoint/2010/main" val="3025222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8FDE-9CAE-46CB-9D80-654DB9BA0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application concept – thermal imaging CNN</a:t>
            </a:r>
          </a:p>
        </p:txBody>
      </p:sp>
      <p:pic>
        <p:nvPicPr>
          <p:cNvPr id="4" name="Picture 3" descr="A picture containing connector&#10;&#10;Description automatically generated">
            <a:extLst>
              <a:ext uri="{FF2B5EF4-FFF2-40B4-BE49-F238E27FC236}">
                <a16:creationId xmlns:a16="http://schemas.microsoft.com/office/drawing/2014/main" id="{C6A31DA4-228C-4254-A684-252708860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2343"/>
            <a:ext cx="3024636" cy="1813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5C2899-DA75-46B1-BECA-5D70FC7421BE}"/>
              </a:ext>
            </a:extLst>
          </p:cNvPr>
          <p:cNvSpPr txBox="1"/>
          <p:nvPr/>
        </p:nvSpPr>
        <p:spPr>
          <a:xfrm>
            <a:off x="3857159" y="1690688"/>
            <a:ext cx="4746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MLX90640 IR Array Thermal Imaging Camera Module 32×24 Pixels 55° Field of View Camera with I2C Interface for Raspberry Pi/Arduino</a:t>
            </a:r>
          </a:p>
        </p:txBody>
      </p:sp>
      <p:pic>
        <p:nvPicPr>
          <p:cNvPr id="10" name="Picture 9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9AA1E75-6EEE-40D5-8ECA-83E533922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39" y="3907767"/>
            <a:ext cx="4124804" cy="26893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2AFBC8-D014-4680-9AEA-00B0B8510586}"/>
              </a:ext>
            </a:extLst>
          </p:cNvPr>
          <p:cNvSpPr txBox="1"/>
          <p:nvPr/>
        </p:nvSpPr>
        <p:spPr>
          <a:xfrm>
            <a:off x="4808546" y="3907767"/>
            <a:ext cx="71010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32x24 calibrated FIR pixels, 14 bit precision, 32 fps</a:t>
            </a:r>
          </a:p>
          <a:p>
            <a:r>
              <a:rPr lang="en-US" dirty="0"/>
              <a:t>High precision non-contact temperature measurements</a:t>
            </a:r>
          </a:p>
          <a:p>
            <a:r>
              <a:rPr lang="en-US" dirty="0"/>
              <a:t>Intrusion / Movement detection</a:t>
            </a:r>
          </a:p>
          <a:p>
            <a:r>
              <a:rPr lang="en-US" dirty="0"/>
              <a:t>Presence detection / Person localization</a:t>
            </a:r>
          </a:p>
          <a:p>
            <a:r>
              <a:rPr lang="en-US" dirty="0"/>
              <a:t>Temperature sensing element for intelligent HVAC</a:t>
            </a:r>
          </a:p>
          <a:p>
            <a:r>
              <a:rPr lang="en-US" dirty="0"/>
              <a:t>Thermal Comfort sensor in automotive air conditioning control systems</a:t>
            </a:r>
          </a:p>
          <a:p>
            <a:r>
              <a:rPr lang="en-US" dirty="0"/>
              <a:t>Microwave ovens</a:t>
            </a:r>
          </a:p>
          <a:p>
            <a:r>
              <a:rPr lang="en-US" dirty="0"/>
              <a:t>Industrial temperature control of moving parts</a:t>
            </a:r>
          </a:p>
          <a:p>
            <a:r>
              <a:rPr lang="en-US" dirty="0"/>
              <a:t>Visual IR thermometers</a:t>
            </a:r>
          </a:p>
        </p:txBody>
      </p:sp>
    </p:spTree>
    <p:extLst>
      <p:ext uri="{BB962C8B-B14F-4D97-AF65-F5344CB8AC3E}">
        <p14:creationId xmlns:p14="http://schemas.microsoft.com/office/powerpoint/2010/main" val="3144596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83AA-8E7A-484D-818C-4053DA70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CNN tasks and training data</a:t>
            </a:r>
          </a:p>
        </p:txBody>
      </p:sp>
      <p:pic>
        <p:nvPicPr>
          <p:cNvPr id="4" name="Picture 3" descr="Graphical user interface, calendar&#10;&#10;Description automatically generated">
            <a:extLst>
              <a:ext uri="{FF2B5EF4-FFF2-40B4-BE49-F238E27FC236}">
                <a16:creationId xmlns:a16="http://schemas.microsoft.com/office/drawing/2014/main" id="{99E054CF-43C8-4E33-8B3C-81C3DC223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04" y="3309014"/>
            <a:ext cx="1420978" cy="2178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E3CC39-455C-42BE-AE78-88718E93157A}"/>
              </a:ext>
            </a:extLst>
          </p:cNvPr>
          <p:cNvSpPr txBox="1"/>
          <p:nvPr/>
        </p:nvSpPr>
        <p:spPr>
          <a:xfrm>
            <a:off x="542884" y="2114631"/>
            <a:ext cx="2088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Gesture Recognition</a:t>
            </a:r>
          </a:p>
          <a:p>
            <a:r>
              <a:rPr lang="en-US" i="1" dirty="0"/>
              <a:t>Sign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2B028D-77EA-452E-A0CC-8C36C87B91A3}"/>
              </a:ext>
            </a:extLst>
          </p:cNvPr>
          <p:cNvSpPr txBox="1"/>
          <p:nvPr/>
        </p:nvSpPr>
        <p:spPr>
          <a:xfrm>
            <a:off x="3098057" y="1845831"/>
            <a:ext cx="21109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Occupancy Counting</a:t>
            </a:r>
          </a:p>
          <a:p>
            <a:r>
              <a:rPr lang="en-US" i="1" dirty="0"/>
              <a:t>Privacy preserving</a:t>
            </a:r>
          </a:p>
          <a:p>
            <a:r>
              <a:rPr lang="en-US" i="1" dirty="0"/>
              <a:t>Pose detection</a:t>
            </a:r>
          </a:p>
          <a:p>
            <a:endParaRPr lang="en-US" i="1" dirty="0"/>
          </a:p>
        </p:txBody>
      </p:sp>
      <p:pic>
        <p:nvPicPr>
          <p:cNvPr id="10" name="Picture 9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70FDB354-EE85-4CDF-ADC6-E871DF55F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655" y="3309014"/>
            <a:ext cx="2968302" cy="26443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532AD2-107B-4C34-B3A2-C7B8AAA40A38}"/>
              </a:ext>
            </a:extLst>
          </p:cNvPr>
          <p:cNvSpPr txBox="1"/>
          <p:nvPr/>
        </p:nvSpPr>
        <p:spPr>
          <a:xfrm>
            <a:off x="5981327" y="1568832"/>
            <a:ext cx="24400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Industrial Inspection</a:t>
            </a:r>
          </a:p>
          <a:p>
            <a:r>
              <a:rPr lang="en-US" dirty="0"/>
              <a:t>Anomaly Detection</a:t>
            </a:r>
          </a:p>
          <a:p>
            <a:r>
              <a:rPr lang="en-US" i="1" dirty="0"/>
              <a:t>PCB hot spot analysis</a:t>
            </a:r>
          </a:p>
          <a:p>
            <a:r>
              <a:rPr lang="en-US" i="1" dirty="0"/>
              <a:t>Animal health screening</a:t>
            </a:r>
          </a:p>
        </p:txBody>
      </p:sp>
      <p:pic>
        <p:nvPicPr>
          <p:cNvPr id="12" name="Picture 11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CE3CA78-4854-41F1-A205-31B0DCBB7E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7" b="6972"/>
          <a:stretch/>
        </p:blipFill>
        <p:spPr>
          <a:xfrm>
            <a:off x="5786543" y="2886824"/>
            <a:ext cx="2493437" cy="16997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DFB4E0-09E9-45A8-B71D-2714989C30B2}"/>
              </a:ext>
            </a:extLst>
          </p:cNvPr>
          <p:cNvSpPr txBox="1"/>
          <p:nvPr/>
        </p:nvSpPr>
        <p:spPr>
          <a:xfrm>
            <a:off x="9336775" y="2070345"/>
            <a:ext cx="2141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Action Recognition</a:t>
            </a:r>
          </a:p>
          <a:p>
            <a:r>
              <a:rPr lang="en-US" i="1" dirty="0"/>
              <a:t>Human fall detection</a:t>
            </a:r>
          </a:p>
        </p:txBody>
      </p:sp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893152B3-CA63-4ED9-8BFB-A3714899F9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208" y="3172827"/>
            <a:ext cx="1828660" cy="2406132"/>
          </a:xfrm>
          <a:prstGeom prst="rect">
            <a:avLst/>
          </a:prstGeom>
        </p:spPr>
      </p:pic>
      <p:pic>
        <p:nvPicPr>
          <p:cNvPr id="14" name="Picture 13" descr="Rectangle&#10;&#10;Description automatically generated with medium confidence">
            <a:extLst>
              <a:ext uri="{FF2B5EF4-FFF2-40B4-BE49-F238E27FC236}">
                <a16:creationId xmlns:a16="http://schemas.microsoft.com/office/drawing/2014/main" id="{D115C294-43FF-4578-8DEB-F3CC8F428EA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47" t="72832" r="6590"/>
          <a:stretch/>
        </p:blipFill>
        <p:spPr>
          <a:xfrm>
            <a:off x="3778018" y="5782677"/>
            <a:ext cx="740756" cy="633506"/>
          </a:xfrm>
          <a:prstGeom prst="rect">
            <a:avLst/>
          </a:prstGeom>
        </p:spPr>
      </p:pic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6E1D3CB8-85C8-4C78-905F-5B9B6F3F9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79" y="4821867"/>
            <a:ext cx="1765909" cy="192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68CAE-9263-437E-A0A6-21A58233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application prototype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D2DA30-3BC6-4889-9D66-7CC8CA97D264}"/>
              </a:ext>
            </a:extLst>
          </p:cNvPr>
          <p:cNvSpPr/>
          <p:nvPr/>
        </p:nvSpPr>
        <p:spPr>
          <a:xfrm>
            <a:off x="3804920" y="2139269"/>
            <a:ext cx="1995579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Arty A7-100T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Artix-7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(Gemini/Orion)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D0D4F1-A094-4379-8CDF-CB0A667E7186}"/>
              </a:ext>
            </a:extLst>
          </p:cNvPr>
          <p:cNvCxnSpPr>
            <a:cxnSpLocks/>
            <a:stCxn id="3" idx="1"/>
            <a:endCxn id="15" idx="3"/>
          </p:cNvCxnSpPr>
          <p:nvPr/>
        </p:nvCxnSpPr>
        <p:spPr>
          <a:xfrm flipH="1">
            <a:off x="2406940" y="2688882"/>
            <a:ext cx="1397980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AE76BC-A5F7-44B3-AF1E-C61E54DCB150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800499" y="2688882"/>
            <a:ext cx="20077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641B08C-7587-4883-9328-C433F6C97211}"/>
              </a:ext>
            </a:extLst>
          </p:cNvPr>
          <p:cNvSpPr txBox="1"/>
          <p:nvPr/>
        </p:nvSpPr>
        <p:spPr>
          <a:xfrm>
            <a:off x="2431275" y="2737561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 @1MHz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7DF3DB-0D1B-4E07-8A4F-23BC562C636F}"/>
              </a:ext>
            </a:extLst>
          </p:cNvPr>
          <p:cNvSpPr txBox="1"/>
          <p:nvPr/>
        </p:nvSpPr>
        <p:spPr>
          <a:xfrm>
            <a:off x="5873478" y="2737561"/>
            <a:ext cx="160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10/100/1000 ethernet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48904-2399-4848-A093-646118B12BD6}"/>
              </a:ext>
            </a:extLst>
          </p:cNvPr>
          <p:cNvSpPr txBox="1"/>
          <p:nvPr/>
        </p:nvSpPr>
        <p:spPr>
          <a:xfrm>
            <a:off x="2729641" y="2299137"/>
            <a:ext cx="752578" cy="369332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32 fps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ED4B6C-2032-4E43-96EF-FAEBC3D9F489}"/>
              </a:ext>
            </a:extLst>
          </p:cNvPr>
          <p:cNvSpPr/>
          <p:nvPr/>
        </p:nvSpPr>
        <p:spPr>
          <a:xfrm>
            <a:off x="1025612" y="2139269"/>
            <a:ext cx="1381328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MLX90640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32x24 IR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BB17C6-C866-47AC-B0B7-F028BB9D7D29}"/>
              </a:ext>
            </a:extLst>
          </p:cNvPr>
          <p:cNvSpPr txBox="1"/>
          <p:nvPr/>
        </p:nvSpPr>
        <p:spPr>
          <a:xfrm>
            <a:off x="5800499" y="2299137"/>
            <a:ext cx="1875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 stream</a:t>
            </a:r>
          </a:p>
        </p:txBody>
      </p:sp>
      <p:pic>
        <p:nvPicPr>
          <p:cNvPr id="25" name="Picture 24" descr="A close-up of a computer&#10;&#10;Description automatically generated with low confidence">
            <a:extLst>
              <a:ext uri="{FF2B5EF4-FFF2-40B4-BE49-F238E27FC236}">
                <a16:creationId xmlns:a16="http://schemas.microsoft.com/office/drawing/2014/main" id="{AD403B39-1077-417F-B6F2-C118A1C1F8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0" b="15607"/>
          <a:stretch/>
        </p:blipFill>
        <p:spPr>
          <a:xfrm>
            <a:off x="3804921" y="3483258"/>
            <a:ext cx="2068558" cy="1522918"/>
          </a:xfrm>
          <a:prstGeom prst="rect">
            <a:avLst/>
          </a:prstGeom>
        </p:spPr>
      </p:pic>
      <p:pic>
        <p:nvPicPr>
          <p:cNvPr id="26" name="Picture 25" descr="A picture containing connector&#10;&#10;Description automatically generated">
            <a:extLst>
              <a:ext uri="{FF2B5EF4-FFF2-40B4-BE49-F238E27FC236}">
                <a16:creationId xmlns:a16="http://schemas.microsoft.com/office/drawing/2014/main" id="{1194DE89-17F7-4C3A-BE02-E15B6911C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612" y="3651701"/>
            <a:ext cx="1517820" cy="91018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48FFFAE-2C4A-4D7B-AD49-BA7F5383A613}"/>
              </a:ext>
            </a:extLst>
          </p:cNvPr>
          <p:cNvSpPr/>
          <p:nvPr/>
        </p:nvSpPr>
        <p:spPr>
          <a:xfrm>
            <a:off x="10310577" y="1979903"/>
            <a:ext cx="836059" cy="132556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1F593E18-B574-42DE-873A-58B3FD88BE58}"/>
              </a:ext>
            </a:extLst>
          </p:cNvPr>
          <p:cNvSpPr/>
          <p:nvPr/>
        </p:nvSpPr>
        <p:spPr>
          <a:xfrm>
            <a:off x="7841577" y="2188378"/>
            <a:ext cx="1352481" cy="908615"/>
          </a:xfrm>
          <a:prstGeom prst="clou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AD807-97EE-485A-80E1-D7229FF62260}"/>
              </a:ext>
            </a:extLst>
          </p:cNvPr>
          <p:cNvCxnSpPr>
            <a:cxnSpLocks/>
            <a:stCxn id="16" idx="1"/>
            <a:endCxn id="10" idx="0"/>
          </p:cNvCxnSpPr>
          <p:nvPr/>
        </p:nvCxnSpPr>
        <p:spPr>
          <a:xfrm flipH="1">
            <a:off x="9192931" y="2642685"/>
            <a:ext cx="1117646" cy="1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30FE28-F7ED-4616-AA35-DF70CE02B64D}"/>
              </a:ext>
            </a:extLst>
          </p:cNvPr>
          <p:cNvSpPr txBox="1"/>
          <p:nvPr/>
        </p:nvSpPr>
        <p:spPr>
          <a:xfrm>
            <a:off x="9519818" y="2668469"/>
            <a:ext cx="79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MQTT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5B0F0A-FB36-4737-8972-E1EC9B5BA783}"/>
              </a:ext>
            </a:extLst>
          </p:cNvPr>
          <p:cNvSpPr txBox="1"/>
          <p:nvPr/>
        </p:nvSpPr>
        <p:spPr>
          <a:xfrm>
            <a:off x="9359190" y="2299137"/>
            <a:ext cx="95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 pkt/s</a:t>
            </a:r>
          </a:p>
        </p:txBody>
      </p:sp>
      <p:pic>
        <p:nvPicPr>
          <p:cNvPr id="18" name="Picture 17" descr="Graphical user interface, calendar&#10;&#10;Description automatically generated">
            <a:extLst>
              <a:ext uri="{FF2B5EF4-FFF2-40B4-BE49-F238E27FC236}">
                <a16:creationId xmlns:a16="http://schemas.microsoft.com/office/drawing/2014/main" id="{4711F41D-5827-494D-993A-B3E2C5E8D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394" y="3594681"/>
            <a:ext cx="725242" cy="11116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7F8196-32B5-4C4B-9681-BBF26E858A8A}"/>
              </a:ext>
            </a:extLst>
          </p:cNvPr>
          <p:cNvSpPr txBox="1"/>
          <p:nvPr/>
        </p:nvSpPr>
        <p:spPr>
          <a:xfrm>
            <a:off x="1493750" y="5130864"/>
            <a:ext cx="39008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an accelerator</a:t>
            </a:r>
          </a:p>
          <a:p>
            <a:r>
              <a:rPr lang="en-US" dirty="0"/>
              <a:t>All parameters on chip using BRAM</a:t>
            </a:r>
          </a:p>
          <a:p>
            <a:r>
              <a:rPr lang="en-US" dirty="0"/>
              <a:t>Model evaluated entirely in FPGA fabric</a:t>
            </a:r>
          </a:p>
          <a:p>
            <a:r>
              <a:rPr lang="en-US" dirty="0"/>
              <a:t>Real time streaming pipeline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40631-31F5-420D-9DAC-18B685253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342" y="5006177"/>
            <a:ext cx="4655642" cy="173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37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0CBED-9658-4434-87BC-45AE2952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application milestones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1E227-42AF-4CA8-B138-CB9ED9904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821" y="5571118"/>
            <a:ext cx="1858288" cy="11140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CCD154-5D72-410F-AABF-867B34188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280" y="5331635"/>
            <a:ext cx="1985945" cy="1462957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A4507BB-0269-48E2-876C-8F53408C1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372550"/>
              </p:ext>
            </p:extLst>
          </p:nvPr>
        </p:nvGraphicFramePr>
        <p:xfrm>
          <a:off x="838203" y="1690688"/>
          <a:ext cx="10515597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83378">
                  <a:extLst>
                    <a:ext uri="{9D8B030D-6E8A-4147-A177-3AD203B41FA5}">
                      <a16:colId xmlns:a16="http://schemas.microsoft.com/office/drawing/2014/main" val="1210978260"/>
                    </a:ext>
                  </a:extLst>
                </a:gridCol>
                <a:gridCol w="1351006">
                  <a:extLst>
                    <a:ext uri="{9D8B030D-6E8A-4147-A177-3AD203B41FA5}">
                      <a16:colId xmlns:a16="http://schemas.microsoft.com/office/drawing/2014/main" val="3194406103"/>
                    </a:ext>
                  </a:extLst>
                </a:gridCol>
                <a:gridCol w="1081213">
                  <a:extLst>
                    <a:ext uri="{9D8B030D-6E8A-4147-A177-3AD203B41FA5}">
                      <a16:colId xmlns:a16="http://schemas.microsoft.com/office/drawing/2014/main" val="2265147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98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Concept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76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Lab ready with Arty A7-100T, MLX90640, remote test bed (</a:t>
                      </a:r>
                      <a:r>
                        <a:rPr lang="en-US" dirty="0" err="1"/>
                        <a:t>SJ+Lahore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4/15/22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20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Boot </a:t>
                      </a:r>
                      <a:r>
                        <a:rPr lang="en-US" dirty="0" err="1"/>
                        <a:t>petalinux</a:t>
                      </a:r>
                      <a:r>
                        <a:rPr lang="en-US" dirty="0"/>
                        <a:t> on minimal </a:t>
                      </a:r>
                      <a:r>
                        <a:rPr lang="en-US" dirty="0" err="1"/>
                        <a:t>MicroBlaze</a:t>
                      </a:r>
                      <a:r>
                        <a:rPr lang="en-US" dirty="0"/>
                        <a:t> design with ethernet and </a:t>
                      </a:r>
                      <a:r>
                        <a:rPr lang="en-US" dirty="0" err="1"/>
                        <a:t>uart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top.v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99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Live frame capture demo using MLX90640, I2C, </a:t>
                      </a:r>
                      <a:r>
                        <a:rPr lang="en-US" dirty="0" err="1"/>
                        <a:t>MicroBlaze</a:t>
                      </a:r>
                      <a:r>
                        <a:rPr lang="en-US" dirty="0"/>
                        <a:t>, UDP server (</a:t>
                      </a:r>
                      <a:r>
                        <a:rPr lang="en-US" dirty="0" err="1"/>
                        <a:t>ibuf.v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678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Hand gesture classifier dataset acquisition, model training, weight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853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Verilog code complete with basic DV testbench (top.v,ibuf.v,conv2d.v,obuf.v)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30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Hand gesture classifier demo complete, Artix-7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9/1/22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485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Port to Gemini evaluation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11/15/22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19813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164F0479-99C8-485F-8BBE-CC374F769C99}"/>
              </a:ext>
            </a:extLst>
          </p:cNvPr>
          <p:cNvGrpSpPr/>
          <p:nvPr/>
        </p:nvGrpSpPr>
        <p:grpSpPr>
          <a:xfrm>
            <a:off x="10309752" y="5331635"/>
            <a:ext cx="405709" cy="1107996"/>
            <a:chOff x="8962766" y="5422899"/>
            <a:chExt cx="1303635" cy="11079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7BF3D2-E3D0-4539-A351-E40F8A715501}"/>
                </a:ext>
              </a:extLst>
            </p:cNvPr>
            <p:cNvSpPr txBox="1"/>
            <p:nvPr/>
          </p:nvSpPr>
          <p:spPr>
            <a:xfrm>
              <a:off x="8962766" y="6161563"/>
              <a:ext cx="1303635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0677189-0BB4-4EFD-BDDD-4560EABB92CA}"/>
                </a:ext>
              </a:extLst>
            </p:cNvPr>
            <p:cNvSpPr txBox="1"/>
            <p:nvPr/>
          </p:nvSpPr>
          <p:spPr>
            <a:xfrm>
              <a:off x="8962766" y="5792231"/>
              <a:ext cx="1303635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47D99F-94D4-4B0A-B0AA-B40F0ADEE7DB}"/>
                </a:ext>
              </a:extLst>
            </p:cNvPr>
            <p:cNvSpPr txBox="1"/>
            <p:nvPr/>
          </p:nvSpPr>
          <p:spPr>
            <a:xfrm>
              <a:off x="8962766" y="5422899"/>
              <a:ext cx="1303635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7585ADE-25C7-465B-9FCC-6D2927BF688B}"/>
              </a:ext>
            </a:extLst>
          </p:cNvPr>
          <p:cNvSpPr txBox="1"/>
          <p:nvPr/>
        </p:nvSpPr>
        <p:spPr>
          <a:xfrm>
            <a:off x="10713404" y="6074292"/>
            <a:ext cx="122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started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EB69A0-094D-4D83-A86A-6D01E6A6A341}"/>
              </a:ext>
            </a:extLst>
          </p:cNvPr>
          <p:cNvSpPr txBox="1"/>
          <p:nvPr/>
        </p:nvSpPr>
        <p:spPr>
          <a:xfrm>
            <a:off x="10713404" y="5331635"/>
            <a:ext cx="106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971FC2-887C-4862-9134-5A373BD13595}"/>
              </a:ext>
            </a:extLst>
          </p:cNvPr>
          <p:cNvSpPr txBox="1"/>
          <p:nvPr/>
        </p:nvSpPr>
        <p:spPr>
          <a:xfrm>
            <a:off x="10713404" y="5702964"/>
            <a:ext cx="121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progress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9A0118D-1CF3-4E1D-87BD-12F15D7A4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106" y="5436973"/>
            <a:ext cx="814668" cy="124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40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E9C8-769B-4AED-819C-59E32DF2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– Intelligent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689C3-418F-4CEB-80A3-B293242EC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Spoken keyword detection</a:t>
            </a:r>
          </a:p>
          <a:p>
            <a:r>
              <a:rPr lang="en-US" dirty="0"/>
              <a:t>Slow moving license plate reader camera</a:t>
            </a:r>
          </a:p>
          <a:p>
            <a:r>
              <a:rPr lang="en-US" dirty="0"/>
              <a:t>Machine acoustic vibration monitoring</a:t>
            </a:r>
          </a:p>
          <a:p>
            <a:r>
              <a:rPr lang="en-US" dirty="0"/>
              <a:t>Short range FMCW radar applications</a:t>
            </a:r>
          </a:p>
          <a:p>
            <a:r>
              <a:rPr lang="en-US" dirty="0"/>
              <a:t>6-axis IMU inertial sensor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081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EFA08-E278-49A5-B03C-BF668804F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47" y="1736726"/>
            <a:ext cx="10515600" cy="2852737"/>
          </a:xfrm>
        </p:spPr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F7379-FBF8-4332-97A3-37F3ADDA5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8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2EA17B-076A-E2F2-D666-E629410B2368}"/>
              </a:ext>
            </a:extLst>
          </p:cNvPr>
          <p:cNvSpPr/>
          <p:nvPr/>
        </p:nvSpPr>
        <p:spPr>
          <a:xfrm>
            <a:off x="711585" y="5128970"/>
            <a:ext cx="2859490" cy="55296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Arty A7-100T FPGA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26CB9B-B3F9-F0C3-40DE-A37A4AB001DB}"/>
              </a:ext>
            </a:extLst>
          </p:cNvPr>
          <p:cNvSpPr/>
          <p:nvPr/>
        </p:nvSpPr>
        <p:spPr>
          <a:xfrm>
            <a:off x="711585" y="4576010"/>
            <a:ext cx="2859490" cy="55296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LiteX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Vexriscv</a:t>
            </a:r>
            <a:r>
              <a:rPr lang="en-US" dirty="0">
                <a:solidFill>
                  <a:schemeClr val="tx1"/>
                </a:solidFill>
              </a:rPr>
              <a:t> SoC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B0B0B-711A-FC21-D7FC-5CBDD76A5C52}"/>
              </a:ext>
            </a:extLst>
          </p:cNvPr>
          <p:cNvSpPr/>
          <p:nvPr/>
        </p:nvSpPr>
        <p:spPr>
          <a:xfrm>
            <a:off x="711585" y="4023050"/>
            <a:ext cx="2859490" cy="55296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Zephyr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F6A17-97CF-2A77-A39D-37202E426C1C}"/>
              </a:ext>
            </a:extLst>
          </p:cNvPr>
          <p:cNvSpPr/>
          <p:nvPr/>
        </p:nvSpPr>
        <p:spPr>
          <a:xfrm>
            <a:off x="711585" y="2468149"/>
            <a:ext cx="2859490" cy="15549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Embedded Application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interrupt driven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MQTT pub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89CACE-3F21-34A4-9B59-2C77DAD46CD5}"/>
              </a:ext>
            </a:extLst>
          </p:cNvPr>
          <p:cNvSpPr/>
          <p:nvPr/>
        </p:nvSpPr>
        <p:spPr>
          <a:xfrm>
            <a:off x="8789772" y="5128970"/>
            <a:ext cx="2859490" cy="55296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Laptop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D99AC2C6-E9BF-A296-A6D7-FDF950937CA8}"/>
              </a:ext>
            </a:extLst>
          </p:cNvPr>
          <p:cNvSpPr/>
          <p:nvPr/>
        </p:nvSpPr>
        <p:spPr>
          <a:xfrm>
            <a:off x="5666787" y="4773315"/>
            <a:ext cx="1352481" cy="908615"/>
          </a:xfrm>
          <a:prstGeom prst="clou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1B6FF4-28D8-A599-7552-4D6D32C946E3}"/>
              </a:ext>
            </a:extLst>
          </p:cNvPr>
          <p:cNvCxnSpPr>
            <a:stCxn id="6" idx="1"/>
            <a:endCxn id="7" idx="0"/>
          </p:cNvCxnSpPr>
          <p:nvPr/>
        </p:nvCxnSpPr>
        <p:spPr>
          <a:xfrm flipH="1" flipV="1">
            <a:off x="7018141" y="5227623"/>
            <a:ext cx="1771631" cy="1778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6CF39B-B3B6-19A1-E116-8D5687D59AA3}"/>
              </a:ext>
            </a:extLst>
          </p:cNvPr>
          <p:cNvCxnSpPr>
            <a:cxnSpLocks/>
            <a:stCxn id="7" idx="2"/>
            <a:endCxn id="2" idx="3"/>
          </p:cNvCxnSpPr>
          <p:nvPr/>
        </p:nvCxnSpPr>
        <p:spPr>
          <a:xfrm flipH="1">
            <a:off x="3571075" y="5227623"/>
            <a:ext cx="2099907" cy="1778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0743E4-60E3-5B79-D3E2-9295A29A0F4A}"/>
              </a:ext>
            </a:extLst>
          </p:cNvPr>
          <p:cNvSpPr txBox="1"/>
          <p:nvPr/>
        </p:nvSpPr>
        <p:spPr>
          <a:xfrm>
            <a:off x="3627664" y="5405450"/>
            <a:ext cx="49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75206-17DE-1314-AE37-F2917C4A4300}"/>
              </a:ext>
            </a:extLst>
          </p:cNvPr>
          <p:cNvSpPr txBox="1"/>
          <p:nvPr/>
        </p:nvSpPr>
        <p:spPr>
          <a:xfrm>
            <a:off x="3550341" y="4951143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192.168.1.50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8663CA-C56B-854C-8767-4E7D49A66A83}"/>
              </a:ext>
            </a:extLst>
          </p:cNvPr>
          <p:cNvSpPr txBox="1"/>
          <p:nvPr/>
        </p:nvSpPr>
        <p:spPr>
          <a:xfrm>
            <a:off x="7378808" y="4943799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192.168.1.51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3423F-51D6-9E87-F7D2-BAB3767DE5D3}"/>
              </a:ext>
            </a:extLst>
          </p:cNvPr>
          <p:cNvSpPr txBox="1"/>
          <p:nvPr/>
        </p:nvSpPr>
        <p:spPr>
          <a:xfrm>
            <a:off x="8204504" y="5359024"/>
            <a:ext cx="49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eth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2B792D-D3D1-FF9C-12D8-A41CA9BD208F}"/>
              </a:ext>
            </a:extLst>
          </p:cNvPr>
          <p:cNvSpPr/>
          <p:nvPr/>
        </p:nvSpPr>
        <p:spPr>
          <a:xfrm>
            <a:off x="8789772" y="4576010"/>
            <a:ext cx="2859490" cy="55296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Windows/Ubuntu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EF9463-FD49-B043-A0DC-315DB5D50FF9}"/>
              </a:ext>
            </a:extLst>
          </p:cNvPr>
          <p:cNvSpPr/>
          <p:nvPr/>
        </p:nvSpPr>
        <p:spPr>
          <a:xfrm>
            <a:off x="8789772" y="3089189"/>
            <a:ext cx="1243914" cy="148682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MQTT broker</a:t>
            </a:r>
          </a:p>
          <a:p>
            <a:pPr algn="ctr"/>
            <a:r>
              <a:rPr lang="en-US" i="1" dirty="0" err="1">
                <a:solidFill>
                  <a:schemeClr val="tx1"/>
                </a:solidFill>
              </a:rPr>
              <a:t>mosquitto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E2DC3-148B-68DD-2B95-02A0AFBF8A2D}"/>
              </a:ext>
            </a:extLst>
          </p:cNvPr>
          <p:cNvSpPr/>
          <p:nvPr/>
        </p:nvSpPr>
        <p:spPr>
          <a:xfrm>
            <a:off x="10033686" y="3089189"/>
            <a:ext cx="1615576" cy="14868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Visualization Application</a:t>
            </a:r>
            <a:endParaRPr lang="en-US" b="1" i="1" dirty="0">
              <a:solidFill>
                <a:schemeClr val="tx1"/>
              </a:solidFill>
            </a:endParaRP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localhost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MQTT sub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19743E32-F873-DB47-A40F-33C044489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71292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F61F988-20AA-441A-A3ED-C377D95872FF}"/>
              </a:ext>
            </a:extLst>
          </p:cNvPr>
          <p:cNvCxnSpPr>
            <a:cxnSpLocks/>
          </p:cNvCxnSpPr>
          <p:nvPr/>
        </p:nvCxnSpPr>
        <p:spPr>
          <a:xfrm>
            <a:off x="2302284" y="2391032"/>
            <a:ext cx="72065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955FFD6-503A-43F4-8B2B-EE083D7A4A59}"/>
              </a:ext>
            </a:extLst>
          </p:cNvPr>
          <p:cNvSpPr txBox="1"/>
          <p:nvPr/>
        </p:nvSpPr>
        <p:spPr>
          <a:xfrm>
            <a:off x="2302284" y="1282638"/>
            <a:ext cx="1132896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VEXRISCV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6B158-0B4E-4616-9AC8-8770125E3DBF}"/>
              </a:ext>
            </a:extLst>
          </p:cNvPr>
          <p:cNvSpPr txBox="1"/>
          <p:nvPr/>
        </p:nvSpPr>
        <p:spPr>
          <a:xfrm>
            <a:off x="3707392" y="1282638"/>
            <a:ext cx="634506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ROM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B3F48-F6F7-417B-A822-5F79F1F074DD}"/>
              </a:ext>
            </a:extLst>
          </p:cNvPr>
          <p:cNvSpPr txBox="1"/>
          <p:nvPr/>
        </p:nvSpPr>
        <p:spPr>
          <a:xfrm>
            <a:off x="4614110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SRAM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74881-8F03-420B-B25B-07722DA9DEAF}"/>
              </a:ext>
            </a:extLst>
          </p:cNvPr>
          <p:cNvSpPr txBox="1"/>
          <p:nvPr/>
        </p:nvSpPr>
        <p:spPr>
          <a:xfrm>
            <a:off x="5673229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DDR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5044C-98DC-48B0-9004-2CA168EA75CC}"/>
              </a:ext>
            </a:extLst>
          </p:cNvPr>
          <p:cNvSpPr txBox="1"/>
          <p:nvPr/>
        </p:nvSpPr>
        <p:spPr>
          <a:xfrm>
            <a:off x="6732348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TIMER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3D2C3-D090-42DF-9E11-39CD222E785E}"/>
              </a:ext>
            </a:extLst>
          </p:cNvPr>
          <p:cNvSpPr txBox="1"/>
          <p:nvPr/>
        </p:nvSpPr>
        <p:spPr>
          <a:xfrm>
            <a:off x="7791467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UART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DC9C2-A9FD-4E0F-A286-B31C4AF7A598}"/>
              </a:ext>
            </a:extLst>
          </p:cNvPr>
          <p:cNvSpPr txBox="1"/>
          <p:nvPr/>
        </p:nvSpPr>
        <p:spPr>
          <a:xfrm>
            <a:off x="8850585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LEDS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28D78F-C853-452B-AE3D-BF1488F2050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868732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AF62C4-0FF1-402F-A02D-C3A5F06047FB}"/>
              </a:ext>
            </a:extLst>
          </p:cNvPr>
          <p:cNvCxnSpPr>
            <a:cxnSpLocks/>
          </p:cNvCxnSpPr>
          <p:nvPr/>
        </p:nvCxnSpPr>
        <p:spPr>
          <a:xfrm>
            <a:off x="4042623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3DDED9-51F4-4D5C-AED8-F326A2B7B72D}"/>
              </a:ext>
            </a:extLst>
          </p:cNvPr>
          <p:cNvCxnSpPr>
            <a:cxnSpLocks/>
          </p:cNvCxnSpPr>
          <p:nvPr/>
        </p:nvCxnSpPr>
        <p:spPr>
          <a:xfrm>
            <a:off x="5027044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335575-EEF5-4D14-98D2-2CC3002206F1}"/>
              </a:ext>
            </a:extLst>
          </p:cNvPr>
          <p:cNvCxnSpPr>
            <a:cxnSpLocks/>
          </p:cNvCxnSpPr>
          <p:nvPr/>
        </p:nvCxnSpPr>
        <p:spPr>
          <a:xfrm>
            <a:off x="6085606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A4EF7B-1A46-4B76-92B8-DD56BB3B74DB}"/>
              </a:ext>
            </a:extLst>
          </p:cNvPr>
          <p:cNvCxnSpPr>
            <a:cxnSpLocks/>
          </p:cNvCxnSpPr>
          <p:nvPr/>
        </p:nvCxnSpPr>
        <p:spPr>
          <a:xfrm>
            <a:off x="7160644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E5081F-D586-40FD-93C4-6C76F8CC6F38}"/>
              </a:ext>
            </a:extLst>
          </p:cNvPr>
          <p:cNvCxnSpPr>
            <a:cxnSpLocks/>
          </p:cNvCxnSpPr>
          <p:nvPr/>
        </p:nvCxnSpPr>
        <p:spPr>
          <a:xfrm>
            <a:off x="8194493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CB794E-5ED8-49AB-A089-A6F2F04EE588}"/>
              </a:ext>
            </a:extLst>
          </p:cNvPr>
          <p:cNvCxnSpPr>
            <a:cxnSpLocks/>
          </p:cNvCxnSpPr>
          <p:nvPr/>
        </p:nvCxnSpPr>
        <p:spPr>
          <a:xfrm>
            <a:off x="9253055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9ACC8-0096-4C00-815A-C0702798556B}"/>
              </a:ext>
            </a:extLst>
          </p:cNvPr>
          <p:cNvSpPr/>
          <p:nvPr/>
        </p:nvSpPr>
        <p:spPr>
          <a:xfrm>
            <a:off x="2819304" y="3324129"/>
            <a:ext cx="6433751" cy="280071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564EC-79ED-4F70-B9B6-110C34BA01B5}"/>
              </a:ext>
            </a:extLst>
          </p:cNvPr>
          <p:cNvSpPr txBox="1"/>
          <p:nvPr/>
        </p:nvSpPr>
        <p:spPr>
          <a:xfrm>
            <a:off x="3214721" y="4582169"/>
            <a:ext cx="826172" cy="8138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 err="1"/>
              <a:t>ibuf.v</a:t>
            </a:r>
            <a:endParaRPr lang="en-US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94DEA7-50B9-4A71-BCDE-76BFBF3979D8}"/>
              </a:ext>
            </a:extLst>
          </p:cNvPr>
          <p:cNvSpPr txBox="1"/>
          <p:nvPr/>
        </p:nvSpPr>
        <p:spPr>
          <a:xfrm>
            <a:off x="2824822" y="5701282"/>
            <a:ext cx="1420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andromeda.v</a:t>
            </a:r>
            <a:endParaRPr lang="en-US" i="1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B51309-D2AA-444C-85C0-61EA2FAD0CA5}"/>
              </a:ext>
            </a:extLst>
          </p:cNvPr>
          <p:cNvCxnSpPr>
            <a:cxnSpLocks/>
            <a:stCxn id="24" idx="1"/>
            <a:endCxn id="45" idx="3"/>
          </p:cNvCxnSpPr>
          <p:nvPr/>
        </p:nvCxnSpPr>
        <p:spPr>
          <a:xfrm flipH="1" flipV="1">
            <a:off x="1826526" y="4988026"/>
            <a:ext cx="1388195" cy="10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90933CC-CF3D-4536-88BC-B02E830CAB0A}"/>
              </a:ext>
            </a:extLst>
          </p:cNvPr>
          <p:cNvSpPr txBox="1"/>
          <p:nvPr/>
        </p:nvSpPr>
        <p:spPr>
          <a:xfrm>
            <a:off x="2261477" y="4341694"/>
            <a:ext cx="562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SDA</a:t>
            </a:r>
          </a:p>
          <a:p>
            <a:r>
              <a:rPr lang="en-US" dirty="0"/>
              <a:t>SCL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FBD94E-BFF2-4BD6-A8CC-1F7362501642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040893" y="4989118"/>
            <a:ext cx="5207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C04CCB6-99BD-419A-A2F6-8F5A9DDF3EEA}"/>
              </a:ext>
            </a:extLst>
          </p:cNvPr>
          <p:cNvSpPr txBox="1"/>
          <p:nvPr/>
        </p:nvSpPr>
        <p:spPr>
          <a:xfrm>
            <a:off x="9530002" y="2206366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WishBone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6EB0AE-294F-44F4-BB6A-35F26990E72A}"/>
              </a:ext>
            </a:extLst>
          </p:cNvPr>
          <p:cNvSpPr txBox="1"/>
          <p:nvPr/>
        </p:nvSpPr>
        <p:spPr>
          <a:xfrm>
            <a:off x="4958997" y="3612750"/>
            <a:ext cx="1548713" cy="4196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 err="1"/>
              <a:t>wb_decoder.v</a:t>
            </a:r>
            <a:endParaRPr lang="en-US" i="1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556B0F3-F550-4D58-8E72-AD44091FB854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5733353" y="2403404"/>
            <a:ext cx="1" cy="12093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68F8354-BCB6-4563-BB3E-5A3280E3D81E}"/>
              </a:ext>
            </a:extLst>
          </p:cNvPr>
          <p:cNvSpPr txBox="1"/>
          <p:nvPr/>
        </p:nvSpPr>
        <p:spPr>
          <a:xfrm>
            <a:off x="4564112" y="4582169"/>
            <a:ext cx="930787" cy="8138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86FCD4-CBB2-4124-A9E6-7DAFD97D4E21}"/>
              </a:ext>
            </a:extLst>
          </p:cNvPr>
          <p:cNvSpPr txBox="1"/>
          <p:nvPr/>
        </p:nvSpPr>
        <p:spPr>
          <a:xfrm>
            <a:off x="6376434" y="4582169"/>
            <a:ext cx="930787" cy="8138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/>
              <a:t>conv2d.v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440437C-6E61-4C33-9253-FA772D48AF8A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7307221" y="4989118"/>
            <a:ext cx="4161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349ED18-73F4-4842-88EB-4421A8469A60}"/>
              </a:ext>
            </a:extLst>
          </p:cNvPr>
          <p:cNvCxnSpPr>
            <a:cxnSpLocks/>
          </p:cNvCxnSpPr>
          <p:nvPr/>
        </p:nvCxnSpPr>
        <p:spPr>
          <a:xfrm rot="5400000">
            <a:off x="5913477" y="4852290"/>
            <a:ext cx="0" cy="271472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FB7C7C9-68CA-451A-9856-DC6EDB3F63AC}"/>
              </a:ext>
            </a:extLst>
          </p:cNvPr>
          <p:cNvSpPr txBox="1"/>
          <p:nvPr/>
        </p:nvSpPr>
        <p:spPr>
          <a:xfrm>
            <a:off x="7723363" y="4582169"/>
            <a:ext cx="826172" cy="8138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i="1" dirty="0" err="1"/>
              <a:t>obuf.v</a:t>
            </a:r>
            <a:endParaRPr lang="en-US" i="1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945710B-6858-4B34-84D4-EA0F95C31C94}"/>
              </a:ext>
            </a:extLst>
          </p:cNvPr>
          <p:cNvCxnSpPr>
            <a:cxnSpLocks/>
            <a:endCxn id="24" idx="0"/>
          </p:cNvCxnSpPr>
          <p:nvPr/>
        </p:nvCxnSpPr>
        <p:spPr>
          <a:xfrm rot="10800000" flipV="1">
            <a:off x="3627808" y="4287297"/>
            <a:ext cx="1528653" cy="29487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E8D4F52-8D52-439C-87F4-02EAA4D969E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29030" y="4159865"/>
            <a:ext cx="254862" cy="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889173C1-DEB4-44B9-805A-A72C035E577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27777" y="4243587"/>
            <a:ext cx="382294" cy="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C028C245-4816-4A3B-B983-88DB47CEA9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79593" y="4233584"/>
            <a:ext cx="402299" cy="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4FFC78D-DDAB-4812-926D-0F957F80814F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47635" y="4148014"/>
            <a:ext cx="191148" cy="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16BF827-1789-4C86-845B-3F5E151389BE}"/>
              </a:ext>
            </a:extLst>
          </p:cNvPr>
          <p:cNvCxnSpPr>
            <a:cxnSpLocks/>
            <a:endCxn id="40" idx="0"/>
          </p:cNvCxnSpPr>
          <p:nvPr/>
        </p:nvCxnSpPr>
        <p:spPr>
          <a:xfrm rot="10800000" flipV="1">
            <a:off x="5029507" y="4417051"/>
            <a:ext cx="489417" cy="165117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54A474B3-E28E-4745-975C-88EEBE3CDF37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5980742" y="4434733"/>
            <a:ext cx="861086" cy="14743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973ACE83-4591-481D-8BDC-02D29ED7EA39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6343208" y="4228777"/>
            <a:ext cx="1793241" cy="35339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36C3E2E-A81F-4D21-9679-62FC78365219}"/>
              </a:ext>
            </a:extLst>
          </p:cNvPr>
          <p:cNvCxnSpPr/>
          <p:nvPr/>
        </p:nvCxnSpPr>
        <p:spPr>
          <a:xfrm flipV="1">
            <a:off x="8380429" y="2809188"/>
            <a:ext cx="0" cy="177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AE2FD59-D184-46BA-91C8-2A06DE3EDA75}"/>
              </a:ext>
            </a:extLst>
          </p:cNvPr>
          <p:cNvCxnSpPr/>
          <p:nvPr/>
        </p:nvCxnSpPr>
        <p:spPr>
          <a:xfrm flipV="1">
            <a:off x="3338660" y="2794913"/>
            <a:ext cx="0" cy="177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0AA4EF5-649F-48CA-AC3B-35F1001EF960}"/>
              </a:ext>
            </a:extLst>
          </p:cNvPr>
          <p:cNvSpPr txBox="1"/>
          <p:nvPr/>
        </p:nvSpPr>
        <p:spPr>
          <a:xfrm>
            <a:off x="3314886" y="2920336"/>
            <a:ext cx="1027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9F73DE-B79A-4F5D-AF6F-2FF111D0F10A}"/>
              </a:ext>
            </a:extLst>
          </p:cNvPr>
          <p:cNvSpPr txBox="1"/>
          <p:nvPr/>
        </p:nvSpPr>
        <p:spPr>
          <a:xfrm>
            <a:off x="8380429" y="2921886"/>
            <a:ext cx="1027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625FA0-C64E-30EF-440A-20D4B36644E8}"/>
              </a:ext>
            </a:extLst>
          </p:cNvPr>
          <p:cNvSpPr txBox="1"/>
          <p:nvPr/>
        </p:nvSpPr>
        <p:spPr>
          <a:xfrm>
            <a:off x="693630" y="4743785"/>
            <a:ext cx="1132896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MLX90640</a:t>
            </a:r>
          </a:p>
        </p:txBody>
      </p:sp>
    </p:spTree>
    <p:extLst>
      <p:ext uri="{BB962C8B-B14F-4D97-AF65-F5344CB8AC3E}">
        <p14:creationId xmlns:p14="http://schemas.microsoft.com/office/powerpoint/2010/main" val="1994719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7ADB9-4671-48D6-9DAE-AE01E99D6208}"/>
              </a:ext>
            </a:extLst>
          </p:cNvPr>
          <p:cNvSpPr txBox="1"/>
          <p:nvPr/>
        </p:nvSpPr>
        <p:spPr>
          <a:xfrm>
            <a:off x="3623684" y="906081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7E7F6-0DB7-4DB8-A782-DF3082E4A9B8}"/>
              </a:ext>
            </a:extLst>
          </p:cNvPr>
          <p:cNvSpPr txBox="1"/>
          <p:nvPr/>
        </p:nvSpPr>
        <p:spPr>
          <a:xfrm>
            <a:off x="3623684" y="1383955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57FF1-6B11-492F-B4C3-DB90CA1BCFE8}"/>
              </a:ext>
            </a:extLst>
          </p:cNvPr>
          <p:cNvSpPr txBox="1"/>
          <p:nvPr/>
        </p:nvSpPr>
        <p:spPr>
          <a:xfrm>
            <a:off x="3623684" y="1861829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9D58-3E44-432B-A16F-E1761FAECF3B}"/>
              </a:ext>
            </a:extLst>
          </p:cNvPr>
          <p:cNvSpPr txBox="1"/>
          <p:nvPr/>
        </p:nvSpPr>
        <p:spPr>
          <a:xfrm>
            <a:off x="6527525" y="90608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986E5-432D-476D-93E6-C0F56901E046}"/>
              </a:ext>
            </a:extLst>
          </p:cNvPr>
          <p:cNvSpPr txBox="1"/>
          <p:nvPr/>
        </p:nvSpPr>
        <p:spPr>
          <a:xfrm>
            <a:off x="6527524" y="138395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6A67-17B3-4DE1-84F9-559C6DDDA197}"/>
              </a:ext>
            </a:extLst>
          </p:cNvPr>
          <p:cNvSpPr txBox="1"/>
          <p:nvPr/>
        </p:nvSpPr>
        <p:spPr>
          <a:xfrm>
            <a:off x="6527523" y="186182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AE20-7511-406A-A9EA-F8EAD4ADEBEF}"/>
              </a:ext>
            </a:extLst>
          </p:cNvPr>
          <p:cNvSpPr txBox="1"/>
          <p:nvPr/>
        </p:nvSpPr>
        <p:spPr>
          <a:xfrm>
            <a:off x="3623682" y="2837855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4B04-7F17-4FD9-9058-CEFFFB85EB10}"/>
              </a:ext>
            </a:extLst>
          </p:cNvPr>
          <p:cNvSpPr txBox="1"/>
          <p:nvPr/>
        </p:nvSpPr>
        <p:spPr>
          <a:xfrm>
            <a:off x="3623682" y="3315729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3DDAD-0F73-4A06-B274-75C39E4C8945}"/>
              </a:ext>
            </a:extLst>
          </p:cNvPr>
          <p:cNvSpPr txBox="1"/>
          <p:nvPr/>
        </p:nvSpPr>
        <p:spPr>
          <a:xfrm>
            <a:off x="3623682" y="3793603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880CF-FE4C-4965-8890-06D6B323E4A1}"/>
              </a:ext>
            </a:extLst>
          </p:cNvPr>
          <p:cNvSpPr txBox="1"/>
          <p:nvPr/>
        </p:nvSpPr>
        <p:spPr>
          <a:xfrm>
            <a:off x="6527523" y="283785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F3914-3481-4587-86BB-C559B7C0DD2F}"/>
              </a:ext>
            </a:extLst>
          </p:cNvPr>
          <p:cNvSpPr txBox="1"/>
          <p:nvPr/>
        </p:nvSpPr>
        <p:spPr>
          <a:xfrm>
            <a:off x="6527522" y="331572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8A5A9-D108-4F06-A1E2-0A9DC708B723}"/>
              </a:ext>
            </a:extLst>
          </p:cNvPr>
          <p:cNvSpPr txBox="1"/>
          <p:nvPr/>
        </p:nvSpPr>
        <p:spPr>
          <a:xfrm>
            <a:off x="6527521" y="3793603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7774-788A-4298-97FE-F5A190A9DFDA}"/>
              </a:ext>
            </a:extLst>
          </p:cNvPr>
          <p:cNvSpPr txBox="1"/>
          <p:nvPr/>
        </p:nvSpPr>
        <p:spPr>
          <a:xfrm>
            <a:off x="3623682" y="4814896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8D886-E768-40D9-8E7C-D5795BE78A07}"/>
              </a:ext>
            </a:extLst>
          </p:cNvPr>
          <p:cNvSpPr txBox="1"/>
          <p:nvPr/>
        </p:nvSpPr>
        <p:spPr>
          <a:xfrm>
            <a:off x="3623682" y="5292770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A820C-0A32-4542-8573-121458B748B7}"/>
              </a:ext>
            </a:extLst>
          </p:cNvPr>
          <p:cNvSpPr txBox="1"/>
          <p:nvPr/>
        </p:nvSpPr>
        <p:spPr>
          <a:xfrm>
            <a:off x="3623682" y="5770644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411744-2B7F-4E14-8DE1-3AC7715DCF1C}"/>
              </a:ext>
            </a:extLst>
          </p:cNvPr>
          <p:cNvCxnSpPr/>
          <p:nvPr/>
        </p:nvCxnSpPr>
        <p:spPr>
          <a:xfrm>
            <a:off x="5463624" y="1095592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B3F647-5426-46C9-A19D-53545DF7F8F5}"/>
              </a:ext>
            </a:extLst>
          </p:cNvPr>
          <p:cNvCxnSpPr>
            <a:cxnSpLocks/>
          </p:cNvCxnSpPr>
          <p:nvPr/>
        </p:nvCxnSpPr>
        <p:spPr>
          <a:xfrm>
            <a:off x="5463624" y="1565228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8F7F48-CC25-47BA-AD20-02ADA2967AF1}"/>
              </a:ext>
            </a:extLst>
          </p:cNvPr>
          <p:cNvCxnSpPr>
            <a:cxnSpLocks/>
          </p:cNvCxnSpPr>
          <p:nvPr/>
        </p:nvCxnSpPr>
        <p:spPr>
          <a:xfrm>
            <a:off x="5463624" y="2043102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066BB2-86A8-42D5-8712-82D1C5AE89E2}"/>
              </a:ext>
            </a:extLst>
          </p:cNvPr>
          <p:cNvCxnSpPr/>
          <p:nvPr/>
        </p:nvCxnSpPr>
        <p:spPr>
          <a:xfrm>
            <a:off x="5463624" y="2961463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F4C83C-1DF4-4187-A9F4-EEA2CD47E7E5}"/>
              </a:ext>
            </a:extLst>
          </p:cNvPr>
          <p:cNvCxnSpPr>
            <a:cxnSpLocks/>
          </p:cNvCxnSpPr>
          <p:nvPr/>
        </p:nvCxnSpPr>
        <p:spPr>
          <a:xfrm>
            <a:off x="5463624" y="3447575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98129-F613-4C3E-BA47-818A00F3B586}"/>
              </a:ext>
            </a:extLst>
          </p:cNvPr>
          <p:cNvCxnSpPr>
            <a:cxnSpLocks/>
          </p:cNvCxnSpPr>
          <p:nvPr/>
        </p:nvCxnSpPr>
        <p:spPr>
          <a:xfrm>
            <a:off x="5463624" y="3933687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apezoid 30">
            <a:extLst>
              <a:ext uri="{FF2B5EF4-FFF2-40B4-BE49-F238E27FC236}">
                <a16:creationId xmlns:a16="http://schemas.microsoft.com/office/drawing/2014/main" id="{0F58A9B4-D7F0-4051-B769-47F8D76D31C5}"/>
              </a:ext>
            </a:extLst>
          </p:cNvPr>
          <p:cNvSpPr/>
          <p:nvPr/>
        </p:nvSpPr>
        <p:spPr>
          <a:xfrm rot="5400000">
            <a:off x="5127833" y="5359581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B3796F-B2F1-4FA0-AF30-E8007241020D}"/>
              </a:ext>
            </a:extLst>
          </p:cNvPr>
          <p:cNvCxnSpPr>
            <a:cxnSpLocks/>
          </p:cNvCxnSpPr>
          <p:nvPr/>
        </p:nvCxnSpPr>
        <p:spPr>
          <a:xfrm>
            <a:off x="5463620" y="5057992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31C3B02-BCA5-48ED-BB72-E9076C3BA424}"/>
              </a:ext>
            </a:extLst>
          </p:cNvPr>
          <p:cNvCxnSpPr>
            <a:cxnSpLocks/>
          </p:cNvCxnSpPr>
          <p:nvPr/>
        </p:nvCxnSpPr>
        <p:spPr>
          <a:xfrm>
            <a:off x="5463620" y="5498716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E2EBD5-5726-414B-A152-D7462A5665D1}"/>
              </a:ext>
            </a:extLst>
          </p:cNvPr>
          <p:cNvCxnSpPr>
            <a:cxnSpLocks/>
          </p:cNvCxnSpPr>
          <p:nvPr/>
        </p:nvCxnSpPr>
        <p:spPr>
          <a:xfrm>
            <a:off x="5463620" y="5972392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6ED90B-FE8D-4DDB-B5BF-31E0BBC3E26E}"/>
              </a:ext>
            </a:extLst>
          </p:cNvPr>
          <p:cNvCxnSpPr/>
          <p:nvPr/>
        </p:nvCxnSpPr>
        <p:spPr>
          <a:xfrm>
            <a:off x="6129146" y="1256250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4054C-4736-4805-94ED-67B4443A4EA5}"/>
              </a:ext>
            </a:extLst>
          </p:cNvPr>
          <p:cNvCxnSpPr>
            <a:cxnSpLocks/>
          </p:cNvCxnSpPr>
          <p:nvPr/>
        </p:nvCxnSpPr>
        <p:spPr>
          <a:xfrm>
            <a:off x="6129146" y="1717648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D57E09-E336-41BB-9498-B3BF2A1C2268}"/>
              </a:ext>
            </a:extLst>
          </p:cNvPr>
          <p:cNvCxnSpPr>
            <a:cxnSpLocks/>
          </p:cNvCxnSpPr>
          <p:nvPr/>
        </p:nvCxnSpPr>
        <p:spPr>
          <a:xfrm>
            <a:off x="6129146" y="2195522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3D56C9-5F35-413C-BA26-C90EA7271616}"/>
              </a:ext>
            </a:extLst>
          </p:cNvPr>
          <p:cNvCxnSpPr/>
          <p:nvPr/>
        </p:nvCxnSpPr>
        <p:spPr>
          <a:xfrm>
            <a:off x="6129146" y="3122121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F78C5-41EE-4780-8F53-C008EB3B055C}"/>
              </a:ext>
            </a:extLst>
          </p:cNvPr>
          <p:cNvCxnSpPr>
            <a:cxnSpLocks/>
          </p:cNvCxnSpPr>
          <p:nvPr/>
        </p:nvCxnSpPr>
        <p:spPr>
          <a:xfrm>
            <a:off x="6129146" y="3599995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575D20-50AB-454C-8B1B-6B73ECAA84E5}"/>
              </a:ext>
            </a:extLst>
          </p:cNvPr>
          <p:cNvCxnSpPr>
            <a:cxnSpLocks/>
          </p:cNvCxnSpPr>
          <p:nvPr/>
        </p:nvCxnSpPr>
        <p:spPr>
          <a:xfrm>
            <a:off x="6129146" y="4069631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0BE9AB1-A732-4A05-A563-C20494CECDEB}"/>
              </a:ext>
            </a:extLst>
          </p:cNvPr>
          <p:cNvCxnSpPr>
            <a:cxnSpLocks/>
          </p:cNvCxnSpPr>
          <p:nvPr/>
        </p:nvCxnSpPr>
        <p:spPr>
          <a:xfrm flipH="1">
            <a:off x="6122762" y="1256330"/>
            <a:ext cx="2067" cy="424242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F6B6054-4B41-4A26-B345-AA663673458E}"/>
              </a:ext>
            </a:extLst>
          </p:cNvPr>
          <p:cNvCxnSpPr>
            <a:cxnSpLocks/>
          </p:cNvCxnSpPr>
          <p:nvPr/>
        </p:nvCxnSpPr>
        <p:spPr>
          <a:xfrm flipH="1">
            <a:off x="6016771" y="5531707"/>
            <a:ext cx="10805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EA0BEC-7238-4456-98AC-351BA8DCF7FE}"/>
              </a:ext>
            </a:extLst>
          </p:cNvPr>
          <p:cNvSpPr txBox="1"/>
          <p:nvPr/>
        </p:nvSpPr>
        <p:spPr>
          <a:xfrm>
            <a:off x="3969681" y="4428284"/>
            <a:ext cx="1287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buffer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181E5B-DCF5-4212-808E-DEF956BED99D}"/>
              </a:ext>
            </a:extLst>
          </p:cNvPr>
          <p:cNvSpPr txBox="1"/>
          <p:nvPr/>
        </p:nvSpPr>
        <p:spPr>
          <a:xfrm>
            <a:off x="4086156" y="524869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F276726-634D-4280-AFF3-E2F885F4F871}"/>
              </a:ext>
            </a:extLst>
          </p:cNvPr>
          <p:cNvCxnSpPr>
            <a:stCxn id="7" idx="3"/>
          </p:cNvCxnSpPr>
          <p:nvPr/>
        </p:nvCxnSpPr>
        <p:spPr>
          <a:xfrm>
            <a:off x="7447006" y="2100766"/>
            <a:ext cx="717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F08733A-4F51-4EE2-B27E-A17D8599613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447004" y="2598918"/>
            <a:ext cx="717561" cy="14336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rapezoid 63">
            <a:extLst>
              <a:ext uri="{FF2B5EF4-FFF2-40B4-BE49-F238E27FC236}">
                <a16:creationId xmlns:a16="http://schemas.microsoft.com/office/drawing/2014/main" id="{97FD3F33-B4FE-4AE4-B09C-40D39F5285FE}"/>
              </a:ext>
            </a:extLst>
          </p:cNvPr>
          <p:cNvSpPr/>
          <p:nvPr/>
        </p:nvSpPr>
        <p:spPr>
          <a:xfrm rot="5400000">
            <a:off x="7619880" y="2220841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E6BF5C-F80D-4944-AF31-1268CDC40683}"/>
              </a:ext>
            </a:extLst>
          </p:cNvPr>
          <p:cNvCxnSpPr>
            <a:cxnSpLocks/>
            <a:stCxn id="64" idx="0"/>
          </p:cNvCxnSpPr>
          <p:nvPr/>
        </p:nvCxnSpPr>
        <p:spPr>
          <a:xfrm>
            <a:off x="8508818" y="2392968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060724B-1307-47D9-9711-A6CD03F05F13}"/>
              </a:ext>
            </a:extLst>
          </p:cNvPr>
          <p:cNvSpPr txBox="1"/>
          <p:nvPr/>
        </p:nvSpPr>
        <p:spPr>
          <a:xfrm>
            <a:off x="8694839" y="2006718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5B244D-009A-48C4-B22D-66665F70230C}"/>
              </a:ext>
            </a:extLst>
          </p:cNvPr>
          <p:cNvCxnSpPr>
            <a:endCxn id="14" idx="1"/>
          </p:cNvCxnSpPr>
          <p:nvPr/>
        </p:nvCxnSpPr>
        <p:spPr>
          <a:xfrm flipV="1">
            <a:off x="2339546" y="5053833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7745FAC-E6C7-423D-AD26-6C32D80D835D}"/>
              </a:ext>
            </a:extLst>
          </p:cNvPr>
          <p:cNvSpPr txBox="1"/>
          <p:nvPr/>
        </p:nvSpPr>
        <p:spPr>
          <a:xfrm>
            <a:off x="2247808" y="4688660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2FA2DE-DF12-46DC-A51A-11611121FB67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3183401" y="5091426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EB20DA-A5FC-4128-A637-89F466066AC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2943736" y="5329635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811449C-71BF-404D-8C11-B61E4845B946}"/>
              </a:ext>
            </a:extLst>
          </p:cNvPr>
          <p:cNvSpPr/>
          <p:nvPr/>
        </p:nvSpPr>
        <p:spPr>
          <a:xfrm>
            <a:off x="7661501" y="516700"/>
            <a:ext cx="980185" cy="588410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E050FA8-9555-44D3-853E-D7CFED5D7325}"/>
              </a:ext>
            </a:extLst>
          </p:cNvPr>
          <p:cNvSpPr/>
          <p:nvPr/>
        </p:nvSpPr>
        <p:spPr>
          <a:xfrm>
            <a:off x="3079379" y="516700"/>
            <a:ext cx="2478883" cy="5884099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22B78BF-18F6-4157-83AC-7CE266CFCC63}"/>
              </a:ext>
            </a:extLst>
          </p:cNvPr>
          <p:cNvSpPr/>
          <p:nvPr/>
        </p:nvSpPr>
        <p:spPr>
          <a:xfrm>
            <a:off x="6298094" y="524869"/>
            <a:ext cx="1363407" cy="5824597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7CDED9-86CB-4666-AB33-CCBDFA4FCD16}"/>
              </a:ext>
            </a:extLst>
          </p:cNvPr>
          <p:cNvSpPr/>
          <p:nvPr/>
        </p:nvSpPr>
        <p:spPr>
          <a:xfrm>
            <a:off x="5564235" y="524869"/>
            <a:ext cx="733848" cy="588410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53782D-31D8-4132-89DD-805BE037FDF2}"/>
              </a:ext>
            </a:extLst>
          </p:cNvPr>
          <p:cNvCxnSpPr>
            <a:cxnSpLocks/>
          </p:cNvCxnSpPr>
          <p:nvPr/>
        </p:nvCxnSpPr>
        <p:spPr>
          <a:xfrm>
            <a:off x="4570760" y="2462446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2A18B-4220-4A23-A69D-97CFB7EF9231}"/>
              </a:ext>
            </a:extLst>
          </p:cNvPr>
          <p:cNvCxnSpPr>
            <a:cxnSpLocks/>
          </p:cNvCxnSpPr>
          <p:nvPr/>
        </p:nvCxnSpPr>
        <p:spPr>
          <a:xfrm>
            <a:off x="6987262" y="2470564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757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AAF06D-AEFC-4832-A783-2F18C37421B8}"/>
              </a:ext>
            </a:extLst>
          </p:cNvPr>
          <p:cNvSpPr txBox="1"/>
          <p:nvPr/>
        </p:nvSpPr>
        <p:spPr>
          <a:xfrm>
            <a:off x="2798484" y="1215657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0FFA5-0D16-4652-B53E-DA10E3D44CD1}"/>
              </a:ext>
            </a:extLst>
          </p:cNvPr>
          <p:cNvSpPr txBox="1"/>
          <p:nvPr/>
        </p:nvSpPr>
        <p:spPr>
          <a:xfrm>
            <a:off x="2322007" y="5406322"/>
            <a:ext cx="4391776" cy="8415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AEAAAB-F083-467B-9F7B-3B0C3E133AEF}"/>
              </a:ext>
            </a:extLst>
          </p:cNvPr>
          <p:cNvCxnSpPr>
            <a:cxnSpLocks/>
            <a:stCxn id="74" idx="0"/>
            <a:endCxn id="82" idx="1"/>
          </p:cNvCxnSpPr>
          <p:nvPr/>
        </p:nvCxnSpPr>
        <p:spPr>
          <a:xfrm>
            <a:off x="6531124" y="3288172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8C2EA4-C7CD-4A8F-B42B-CB347AEE15D7}"/>
              </a:ext>
            </a:extLst>
          </p:cNvPr>
          <p:cNvSpPr txBox="1"/>
          <p:nvPr/>
        </p:nvSpPr>
        <p:spPr>
          <a:xfrm>
            <a:off x="6542856" y="2909071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B0087-F944-4DA5-807C-EB415D6E8C8E}"/>
              </a:ext>
            </a:extLst>
          </p:cNvPr>
          <p:cNvSpPr txBox="1"/>
          <p:nvPr/>
        </p:nvSpPr>
        <p:spPr>
          <a:xfrm>
            <a:off x="3366479" y="2466609"/>
            <a:ext cx="1839942" cy="84938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C3F7BD-8479-4F2C-A777-C971AACADF8A}"/>
              </a:ext>
            </a:extLst>
          </p:cNvPr>
          <p:cNvCxnSpPr>
            <a:cxnSpLocks/>
          </p:cNvCxnSpPr>
          <p:nvPr/>
        </p:nvCxnSpPr>
        <p:spPr>
          <a:xfrm>
            <a:off x="2356327" y="2546307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A7F3BE-4375-4A95-9DA5-5A89C5F65BA1}"/>
              </a:ext>
            </a:extLst>
          </p:cNvPr>
          <p:cNvCxnSpPr/>
          <p:nvPr/>
        </p:nvCxnSpPr>
        <p:spPr>
          <a:xfrm>
            <a:off x="2706524" y="2883533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9B98EB-CCBF-438F-9CB7-3B6F49C62046}"/>
              </a:ext>
            </a:extLst>
          </p:cNvPr>
          <p:cNvCxnSpPr/>
          <p:nvPr/>
        </p:nvCxnSpPr>
        <p:spPr>
          <a:xfrm>
            <a:off x="2706524" y="3220758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FC813E-1CA4-48CC-8781-1C46ACE0717C}"/>
              </a:ext>
            </a:extLst>
          </p:cNvPr>
          <p:cNvCxnSpPr>
            <a:cxnSpLocks/>
          </p:cNvCxnSpPr>
          <p:nvPr/>
        </p:nvCxnSpPr>
        <p:spPr>
          <a:xfrm flipH="1">
            <a:off x="5196805" y="2867319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017755-F867-41B8-8C6D-B86F591FCBBA}"/>
              </a:ext>
            </a:extLst>
          </p:cNvPr>
          <p:cNvCxnSpPr>
            <a:cxnSpLocks/>
          </p:cNvCxnSpPr>
          <p:nvPr/>
        </p:nvCxnSpPr>
        <p:spPr>
          <a:xfrm>
            <a:off x="5196805" y="2546307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0B3EF5E-21AE-48C1-B104-19D0A4AA55BA}"/>
              </a:ext>
            </a:extLst>
          </p:cNvPr>
          <p:cNvSpPr txBox="1"/>
          <p:nvPr/>
        </p:nvSpPr>
        <p:spPr>
          <a:xfrm>
            <a:off x="3356863" y="3962378"/>
            <a:ext cx="1839942" cy="85029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63F837-F8CF-421A-BDF0-90B5EF47368E}"/>
              </a:ext>
            </a:extLst>
          </p:cNvPr>
          <p:cNvCxnSpPr>
            <a:cxnSpLocks/>
          </p:cNvCxnSpPr>
          <p:nvPr/>
        </p:nvCxnSpPr>
        <p:spPr>
          <a:xfrm>
            <a:off x="2356327" y="404419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A5E0CA-C5AA-4FE3-8801-54C49920FF65}"/>
              </a:ext>
            </a:extLst>
          </p:cNvPr>
          <p:cNvCxnSpPr/>
          <p:nvPr/>
        </p:nvCxnSpPr>
        <p:spPr>
          <a:xfrm>
            <a:off x="2706524" y="4381420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F81ED7-5A62-42FF-A10A-0A39213A8DFB}"/>
              </a:ext>
            </a:extLst>
          </p:cNvPr>
          <p:cNvCxnSpPr/>
          <p:nvPr/>
        </p:nvCxnSpPr>
        <p:spPr>
          <a:xfrm>
            <a:off x="2706524" y="4718645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9CA73EB-CBD1-456B-B954-135C0B45185B}"/>
              </a:ext>
            </a:extLst>
          </p:cNvPr>
          <p:cNvCxnSpPr>
            <a:cxnSpLocks/>
          </p:cNvCxnSpPr>
          <p:nvPr/>
        </p:nvCxnSpPr>
        <p:spPr>
          <a:xfrm flipH="1">
            <a:off x="5196805" y="4365206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0E346B3-B0F5-43DD-AB80-89ACE5FBA513}"/>
              </a:ext>
            </a:extLst>
          </p:cNvPr>
          <p:cNvCxnSpPr>
            <a:cxnSpLocks/>
          </p:cNvCxnSpPr>
          <p:nvPr/>
        </p:nvCxnSpPr>
        <p:spPr>
          <a:xfrm>
            <a:off x="5196805" y="404419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84216-8B19-46D1-9CC0-47A811D1C912}"/>
              </a:ext>
            </a:extLst>
          </p:cNvPr>
          <p:cNvCxnSpPr>
            <a:cxnSpLocks/>
          </p:cNvCxnSpPr>
          <p:nvPr/>
        </p:nvCxnSpPr>
        <p:spPr>
          <a:xfrm>
            <a:off x="4241246" y="3542327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FDDD1F9-7D82-4700-8E3A-BF8B7005387C}"/>
              </a:ext>
            </a:extLst>
          </p:cNvPr>
          <p:cNvSpPr txBox="1"/>
          <p:nvPr/>
        </p:nvSpPr>
        <p:spPr>
          <a:xfrm>
            <a:off x="3360074" y="1499207"/>
            <a:ext cx="1839942" cy="84418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DBDF65-0B5C-4A6C-B53D-AD23BB8D01F6}"/>
              </a:ext>
            </a:extLst>
          </p:cNvPr>
          <p:cNvCxnSpPr>
            <a:cxnSpLocks/>
          </p:cNvCxnSpPr>
          <p:nvPr/>
        </p:nvCxnSpPr>
        <p:spPr>
          <a:xfrm>
            <a:off x="1831035" y="1578905"/>
            <a:ext cx="1519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D8368C-BAB5-4115-B50A-52F40C62F0E7}"/>
              </a:ext>
            </a:extLst>
          </p:cNvPr>
          <p:cNvCxnSpPr/>
          <p:nvPr/>
        </p:nvCxnSpPr>
        <p:spPr>
          <a:xfrm>
            <a:off x="2700119" y="1916131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62DAA33-4EB7-4382-B350-85F307C6B93C}"/>
              </a:ext>
            </a:extLst>
          </p:cNvPr>
          <p:cNvSpPr txBox="1"/>
          <p:nvPr/>
        </p:nvSpPr>
        <p:spPr>
          <a:xfrm>
            <a:off x="2798484" y="1578905"/>
            <a:ext cx="512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01859D-2588-4358-84E7-FD0CDCAA6DF4}"/>
              </a:ext>
            </a:extLst>
          </p:cNvPr>
          <p:cNvCxnSpPr>
            <a:cxnSpLocks/>
          </p:cNvCxnSpPr>
          <p:nvPr/>
        </p:nvCxnSpPr>
        <p:spPr>
          <a:xfrm>
            <a:off x="2700119" y="2253356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6ADCD8C-B283-41EE-99AC-1F9C76F31D83}"/>
              </a:ext>
            </a:extLst>
          </p:cNvPr>
          <p:cNvSpPr txBox="1"/>
          <p:nvPr/>
        </p:nvSpPr>
        <p:spPr>
          <a:xfrm>
            <a:off x="2798484" y="191613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5E45A6-A325-465B-9152-6B02A341D228}"/>
              </a:ext>
            </a:extLst>
          </p:cNvPr>
          <p:cNvCxnSpPr>
            <a:cxnSpLocks/>
          </p:cNvCxnSpPr>
          <p:nvPr/>
        </p:nvCxnSpPr>
        <p:spPr>
          <a:xfrm flipH="1">
            <a:off x="5190400" y="1899917"/>
            <a:ext cx="4822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AE0C10-FC9F-468A-BE7F-1CD28997668E}"/>
              </a:ext>
            </a:extLst>
          </p:cNvPr>
          <p:cNvSpPr txBox="1"/>
          <p:nvPr/>
        </p:nvSpPr>
        <p:spPr>
          <a:xfrm>
            <a:off x="5229926" y="1554746"/>
            <a:ext cx="75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RA,RB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46533E1-BAB0-4D79-939C-436B1B56C845}"/>
              </a:ext>
            </a:extLst>
          </p:cNvPr>
          <p:cNvCxnSpPr>
            <a:cxnSpLocks/>
          </p:cNvCxnSpPr>
          <p:nvPr/>
        </p:nvCxnSpPr>
        <p:spPr>
          <a:xfrm>
            <a:off x="5190400" y="1578905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13646CD-01C5-4EDF-93C0-1F9900385548}"/>
              </a:ext>
            </a:extLst>
          </p:cNvPr>
          <p:cNvSpPr txBox="1"/>
          <p:nvPr/>
        </p:nvSpPr>
        <p:spPr>
          <a:xfrm>
            <a:off x="5190398" y="1184450"/>
            <a:ext cx="1034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RDA,RDB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502F957-8BF5-47EF-9D54-63C2682C433A}"/>
              </a:ext>
            </a:extLst>
          </p:cNvPr>
          <p:cNvCxnSpPr>
            <a:cxnSpLocks/>
          </p:cNvCxnSpPr>
          <p:nvPr/>
        </p:nvCxnSpPr>
        <p:spPr>
          <a:xfrm>
            <a:off x="2356327" y="1578905"/>
            <a:ext cx="0" cy="24652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D4631A2-8B94-422B-8D4D-87DAE16841F4}"/>
              </a:ext>
            </a:extLst>
          </p:cNvPr>
          <p:cNvCxnSpPr>
            <a:cxnSpLocks/>
          </p:cNvCxnSpPr>
          <p:nvPr/>
        </p:nvCxnSpPr>
        <p:spPr>
          <a:xfrm>
            <a:off x="2700119" y="1925040"/>
            <a:ext cx="0" cy="3491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6A87F6A-3CB3-4712-B4C3-30BECFC76E9B}"/>
              </a:ext>
            </a:extLst>
          </p:cNvPr>
          <p:cNvSpPr txBox="1"/>
          <p:nvPr/>
        </p:nvSpPr>
        <p:spPr>
          <a:xfrm>
            <a:off x="2700119" y="5006902"/>
            <a:ext cx="131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WA,WE[n:0]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C6417C-7A0A-4B0C-AECD-A2DBD28AB590}"/>
              </a:ext>
            </a:extLst>
          </p:cNvPr>
          <p:cNvCxnSpPr>
            <a:cxnSpLocks/>
          </p:cNvCxnSpPr>
          <p:nvPr/>
        </p:nvCxnSpPr>
        <p:spPr>
          <a:xfrm>
            <a:off x="5675363" y="1916130"/>
            <a:ext cx="0" cy="35004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1152209-7CE4-48DA-A243-13F76006D2BF}"/>
              </a:ext>
            </a:extLst>
          </p:cNvPr>
          <p:cNvSpPr txBox="1"/>
          <p:nvPr/>
        </p:nvSpPr>
        <p:spPr>
          <a:xfrm>
            <a:off x="5683325" y="4770246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  <a:p>
            <a:r>
              <a:rPr lang="en-US" dirty="0"/>
              <a:t>RB</a:t>
            </a:r>
          </a:p>
        </p:txBody>
      </p:sp>
      <p:sp>
        <p:nvSpPr>
          <p:cNvPr id="74" name="Trapezoid 73">
            <a:extLst>
              <a:ext uri="{FF2B5EF4-FFF2-40B4-BE49-F238E27FC236}">
                <a16:creationId xmlns:a16="http://schemas.microsoft.com/office/drawing/2014/main" id="{0E856925-70F2-40BE-AD4E-F2E94463E39C}"/>
              </a:ext>
            </a:extLst>
          </p:cNvPr>
          <p:cNvSpPr/>
          <p:nvPr/>
        </p:nvSpPr>
        <p:spPr>
          <a:xfrm rot="5400000">
            <a:off x="4494013" y="3116045"/>
            <a:ext cx="3729969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63352E6-FBEC-4030-A83B-315855FF60BD}"/>
              </a:ext>
            </a:extLst>
          </p:cNvPr>
          <p:cNvGrpSpPr/>
          <p:nvPr/>
        </p:nvGrpSpPr>
        <p:grpSpPr>
          <a:xfrm>
            <a:off x="7136609" y="3113074"/>
            <a:ext cx="350195" cy="350195"/>
            <a:chOff x="3860124" y="2202910"/>
            <a:chExt cx="350195" cy="35019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7372AB7-FB9A-4135-9A61-70DE52A256C3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25A3F500-DE11-4088-A7AD-1EE737EC8BB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55445DC-1C78-4137-812E-DA3D2FAF3B53}"/>
              </a:ext>
            </a:extLst>
          </p:cNvPr>
          <p:cNvGrpSpPr/>
          <p:nvPr/>
        </p:nvGrpSpPr>
        <p:grpSpPr>
          <a:xfrm>
            <a:off x="1471225" y="1423187"/>
            <a:ext cx="350195" cy="350195"/>
            <a:chOff x="3860124" y="2202910"/>
            <a:chExt cx="350195" cy="35019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3E1EEE7-137C-4673-B4E6-BC39801ABC3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B278CF71-24A0-441E-831F-F474BE4CBF8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D6ECA30-E4FC-4B50-BAD5-873B052D3B45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6358997" y="5060884"/>
            <a:ext cx="0" cy="355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9C01952-4484-43C6-9D77-D344BA01007B}"/>
              </a:ext>
            </a:extLst>
          </p:cNvPr>
          <p:cNvSpPr txBox="1"/>
          <p:nvPr/>
        </p:nvSpPr>
        <p:spPr>
          <a:xfrm>
            <a:off x="6758333" y="5466477"/>
            <a:ext cx="372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AXI-S never stalls (no TREADY)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538464B-9487-4FC2-80DD-174A4BDF1DF2}"/>
              </a:ext>
            </a:extLst>
          </p:cNvPr>
          <p:cNvCxnSpPr>
            <a:cxnSpLocks/>
          </p:cNvCxnSpPr>
          <p:nvPr/>
        </p:nvCxnSpPr>
        <p:spPr>
          <a:xfrm>
            <a:off x="352430" y="5860660"/>
            <a:ext cx="19905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F57289E-AC3F-4131-9331-A7C976D78FFF}"/>
              </a:ext>
            </a:extLst>
          </p:cNvPr>
          <p:cNvSpPr txBox="1"/>
          <p:nvPr/>
        </p:nvSpPr>
        <p:spPr>
          <a:xfrm>
            <a:off x="329835" y="5193649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DA27BB3-3299-4EBC-B5EC-6145BD138771}"/>
              </a:ext>
            </a:extLst>
          </p:cNvPr>
          <p:cNvCxnSpPr>
            <a:cxnSpLocks/>
          </p:cNvCxnSpPr>
          <p:nvPr/>
        </p:nvCxnSpPr>
        <p:spPr>
          <a:xfrm>
            <a:off x="6742351" y="5860660"/>
            <a:ext cx="52086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52D2410-AA41-45F0-A7F9-0C24EAA50006}"/>
              </a:ext>
            </a:extLst>
          </p:cNvPr>
          <p:cNvCxnSpPr>
            <a:cxnSpLocks/>
          </p:cNvCxnSpPr>
          <p:nvPr/>
        </p:nvCxnSpPr>
        <p:spPr>
          <a:xfrm>
            <a:off x="470689" y="159828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F8F9282-325D-4A64-A1D8-117D375B8851}"/>
              </a:ext>
            </a:extLst>
          </p:cNvPr>
          <p:cNvSpPr txBox="1"/>
          <p:nvPr/>
        </p:nvSpPr>
        <p:spPr>
          <a:xfrm>
            <a:off x="400111" y="1208962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0BBBAAA-2008-4DD8-AA4C-95651199B3C3}"/>
              </a:ext>
            </a:extLst>
          </p:cNvPr>
          <p:cNvCxnSpPr>
            <a:cxnSpLocks/>
          </p:cNvCxnSpPr>
          <p:nvPr/>
        </p:nvCxnSpPr>
        <p:spPr>
          <a:xfrm>
            <a:off x="7486804" y="3278403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B204A2C-9B49-458E-98A8-92542FA422BD}"/>
              </a:ext>
            </a:extLst>
          </p:cNvPr>
          <p:cNvSpPr txBox="1"/>
          <p:nvPr/>
        </p:nvSpPr>
        <p:spPr>
          <a:xfrm>
            <a:off x="11040924" y="5212165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D91BE30-4205-45B7-8989-5A86D0BAE510}"/>
              </a:ext>
            </a:extLst>
          </p:cNvPr>
          <p:cNvSpPr txBox="1"/>
          <p:nvPr/>
        </p:nvSpPr>
        <p:spPr>
          <a:xfrm>
            <a:off x="8020403" y="2637852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3EE1FF6-2BD1-41D8-B38B-FA9D5C28ECAD}"/>
              </a:ext>
            </a:extLst>
          </p:cNvPr>
          <p:cNvGrpSpPr/>
          <p:nvPr/>
        </p:nvGrpSpPr>
        <p:grpSpPr>
          <a:xfrm>
            <a:off x="8895800" y="3159261"/>
            <a:ext cx="350195" cy="350195"/>
            <a:chOff x="3860124" y="2202910"/>
            <a:chExt cx="350195" cy="350195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F602C69-3442-4D27-9A58-D9FBE47CB154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Isosceles Triangle 126">
              <a:extLst>
                <a:ext uri="{FF2B5EF4-FFF2-40B4-BE49-F238E27FC236}">
                  <a16:creationId xmlns:a16="http://schemas.microsoft.com/office/drawing/2014/main" id="{78670785-693C-48BF-A783-54B33BF4C971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A754081-35C4-4C99-8806-7E3EEC4FCD03}"/>
              </a:ext>
            </a:extLst>
          </p:cNvPr>
          <p:cNvCxnSpPr>
            <a:cxnSpLocks/>
          </p:cNvCxnSpPr>
          <p:nvPr/>
        </p:nvCxnSpPr>
        <p:spPr>
          <a:xfrm>
            <a:off x="8654364" y="3334358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AD1AFD8-E926-48C5-ABCC-EC8CB8E4E564}"/>
              </a:ext>
            </a:extLst>
          </p:cNvPr>
          <p:cNvCxnSpPr>
            <a:cxnSpLocks/>
          </p:cNvCxnSpPr>
          <p:nvPr/>
        </p:nvCxnSpPr>
        <p:spPr>
          <a:xfrm>
            <a:off x="9245995" y="3331967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EE347D0-B325-42DB-895A-B9CE7C5C4D17}"/>
              </a:ext>
            </a:extLst>
          </p:cNvPr>
          <p:cNvCxnSpPr>
            <a:cxnSpLocks/>
          </p:cNvCxnSpPr>
          <p:nvPr/>
        </p:nvCxnSpPr>
        <p:spPr>
          <a:xfrm>
            <a:off x="7703371" y="2843528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BB29071-ACD6-434B-B273-AFA1DB87632D}"/>
              </a:ext>
            </a:extLst>
          </p:cNvPr>
          <p:cNvCxnSpPr>
            <a:cxnSpLocks/>
          </p:cNvCxnSpPr>
          <p:nvPr/>
        </p:nvCxnSpPr>
        <p:spPr>
          <a:xfrm flipV="1">
            <a:off x="7703371" y="2341432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2EC0C35-75A0-42B5-9A47-995A8720828F}"/>
              </a:ext>
            </a:extLst>
          </p:cNvPr>
          <p:cNvCxnSpPr>
            <a:cxnSpLocks/>
          </p:cNvCxnSpPr>
          <p:nvPr/>
        </p:nvCxnSpPr>
        <p:spPr>
          <a:xfrm>
            <a:off x="7703371" y="2341432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FBE5EA5-F49E-4101-ADAC-DBB7C32C69CE}"/>
              </a:ext>
            </a:extLst>
          </p:cNvPr>
          <p:cNvCxnSpPr>
            <a:cxnSpLocks/>
          </p:cNvCxnSpPr>
          <p:nvPr/>
        </p:nvCxnSpPr>
        <p:spPr>
          <a:xfrm flipV="1">
            <a:off x="9438034" y="2341432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rapezoid 136">
            <a:extLst>
              <a:ext uri="{FF2B5EF4-FFF2-40B4-BE49-F238E27FC236}">
                <a16:creationId xmlns:a16="http://schemas.microsoft.com/office/drawing/2014/main" id="{B03DEAF4-788E-44A3-9AC7-46C41325B479}"/>
              </a:ext>
            </a:extLst>
          </p:cNvPr>
          <p:cNvSpPr/>
          <p:nvPr/>
        </p:nvSpPr>
        <p:spPr>
          <a:xfrm rot="5400000">
            <a:off x="9460806" y="3162232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FE3BA19-EB96-46F1-A805-A7E979FD96C6}"/>
              </a:ext>
            </a:extLst>
          </p:cNvPr>
          <p:cNvCxnSpPr>
            <a:cxnSpLocks/>
            <a:stCxn id="152" idx="3"/>
          </p:cNvCxnSpPr>
          <p:nvPr/>
        </p:nvCxnSpPr>
        <p:spPr>
          <a:xfrm>
            <a:off x="10602056" y="3334359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0DBA92D6-7EEE-48AB-826A-FDC35B5CE815}"/>
              </a:ext>
            </a:extLst>
          </p:cNvPr>
          <p:cNvSpPr txBox="1"/>
          <p:nvPr/>
        </p:nvSpPr>
        <p:spPr>
          <a:xfrm>
            <a:off x="584442" y="16182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025EB28-77E2-40A5-8625-2671FA2EE732}"/>
              </a:ext>
            </a:extLst>
          </p:cNvPr>
          <p:cNvCxnSpPr>
            <a:cxnSpLocks/>
            <a:endCxn id="143" idx="1"/>
          </p:cNvCxnSpPr>
          <p:nvPr/>
        </p:nvCxnSpPr>
        <p:spPr>
          <a:xfrm>
            <a:off x="6531124" y="3731687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FD2B043-5927-438B-8017-151539A1C682}"/>
              </a:ext>
            </a:extLst>
          </p:cNvPr>
          <p:cNvGrpSpPr/>
          <p:nvPr/>
        </p:nvGrpSpPr>
        <p:grpSpPr>
          <a:xfrm>
            <a:off x="7136609" y="3556589"/>
            <a:ext cx="350195" cy="350195"/>
            <a:chOff x="3860124" y="2202910"/>
            <a:chExt cx="350195" cy="35019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2335FB0-2F2E-4118-AEFE-91295651DF77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Isosceles Triangle 143">
              <a:extLst>
                <a:ext uri="{FF2B5EF4-FFF2-40B4-BE49-F238E27FC236}">
                  <a16:creationId xmlns:a16="http://schemas.microsoft.com/office/drawing/2014/main" id="{3EFAD8A3-1F5C-41F2-95AE-CD9B1BAD6DF5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0B25C47F-824C-4FC5-862E-D5A01AAA7C2D}"/>
              </a:ext>
            </a:extLst>
          </p:cNvPr>
          <p:cNvSpPr txBox="1"/>
          <p:nvPr/>
        </p:nvSpPr>
        <p:spPr>
          <a:xfrm>
            <a:off x="6542856" y="3352586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CBF155E-9862-4C02-93A9-3FE20DA5809A}"/>
              </a:ext>
            </a:extLst>
          </p:cNvPr>
          <p:cNvGrpSpPr/>
          <p:nvPr/>
        </p:nvGrpSpPr>
        <p:grpSpPr>
          <a:xfrm>
            <a:off x="10251861" y="3159261"/>
            <a:ext cx="350195" cy="350195"/>
            <a:chOff x="3860124" y="2202910"/>
            <a:chExt cx="350195" cy="350195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884860E-CCBD-479D-91D3-488AE79CD2E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Isosceles Triangle 152">
              <a:extLst>
                <a:ext uri="{FF2B5EF4-FFF2-40B4-BE49-F238E27FC236}">
                  <a16:creationId xmlns:a16="http://schemas.microsoft.com/office/drawing/2014/main" id="{1E799DC4-1713-48E5-8AF2-4D7B5D9EFFA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D84763A-6828-40E6-8AA2-0B958DF2D6C9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9995841" y="3331967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D4573148-B634-40FD-B42E-0B63A32E28CB}"/>
              </a:ext>
            </a:extLst>
          </p:cNvPr>
          <p:cNvSpPr txBox="1"/>
          <p:nvPr/>
        </p:nvSpPr>
        <p:spPr>
          <a:xfrm>
            <a:off x="10977784" y="2944247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0301F39-8B0D-4A66-B27E-BDDED1F753BA}"/>
              </a:ext>
            </a:extLst>
          </p:cNvPr>
          <p:cNvCxnSpPr>
            <a:cxnSpLocks/>
          </p:cNvCxnSpPr>
          <p:nvPr/>
        </p:nvCxnSpPr>
        <p:spPr>
          <a:xfrm>
            <a:off x="7486804" y="3731687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A23BDA9-5EAB-47E7-9AFD-346CBF58B85F}"/>
              </a:ext>
            </a:extLst>
          </p:cNvPr>
          <p:cNvSpPr txBox="1"/>
          <p:nvPr/>
        </p:nvSpPr>
        <p:spPr>
          <a:xfrm>
            <a:off x="2469060" y="5505129"/>
            <a:ext cx="2962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iterator</a:t>
            </a:r>
          </a:p>
          <a:p>
            <a:r>
              <a:rPr lang="en-US" dirty="0"/>
              <a:t>Arrays are delimited by TLAST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FBBBBB-2049-4DAA-91EC-DB2C3540D0E6}"/>
              </a:ext>
            </a:extLst>
          </p:cNvPr>
          <p:cNvSpPr txBox="1"/>
          <p:nvPr/>
        </p:nvSpPr>
        <p:spPr>
          <a:xfrm>
            <a:off x="7927769" y="1234115"/>
            <a:ext cx="279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#(iwidth,ichan,stride,ochan)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A83338-DFBF-4776-9A88-1AF44EFB5423}"/>
              </a:ext>
            </a:extLst>
          </p:cNvPr>
          <p:cNvSpPr txBox="1"/>
          <p:nvPr/>
        </p:nvSpPr>
        <p:spPr>
          <a:xfrm>
            <a:off x="0" y="614726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166191-39CC-428F-AD9C-5128BBDC10CC}"/>
              </a:ext>
            </a:extLst>
          </p:cNvPr>
          <p:cNvSpPr txBox="1"/>
          <p:nvPr/>
        </p:nvSpPr>
        <p:spPr>
          <a:xfrm>
            <a:off x="8803159" y="282151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6436B9-9547-4AAA-B897-BC2FEE2999C7}"/>
              </a:ext>
            </a:extLst>
          </p:cNvPr>
          <p:cNvSpPr txBox="1"/>
          <p:nvPr/>
        </p:nvSpPr>
        <p:spPr>
          <a:xfrm>
            <a:off x="11185608" y="33525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DB6B245-4DB9-4934-8943-797AFA13AFA8}"/>
              </a:ext>
            </a:extLst>
          </p:cNvPr>
          <p:cNvSpPr txBox="1"/>
          <p:nvPr/>
        </p:nvSpPr>
        <p:spPr>
          <a:xfrm>
            <a:off x="9497886" y="3738824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269F02-77CC-48A6-A8F5-101246CC3439}"/>
              </a:ext>
            </a:extLst>
          </p:cNvPr>
          <p:cNvSpPr/>
          <p:nvPr/>
        </p:nvSpPr>
        <p:spPr>
          <a:xfrm>
            <a:off x="-271263" y="201327"/>
            <a:ext cx="1854167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E06B2A6-ABC5-4865-B313-C769C3796489}"/>
              </a:ext>
            </a:extLst>
          </p:cNvPr>
          <p:cNvSpPr/>
          <p:nvPr/>
        </p:nvSpPr>
        <p:spPr>
          <a:xfrm>
            <a:off x="-148013" y="643764"/>
            <a:ext cx="2511423" cy="4873050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38E1FDC-2BBA-4B01-8674-EB60531BEFEB}"/>
              </a:ext>
            </a:extLst>
          </p:cNvPr>
          <p:cNvSpPr/>
          <p:nvPr/>
        </p:nvSpPr>
        <p:spPr>
          <a:xfrm>
            <a:off x="7450910" y="407003"/>
            <a:ext cx="2070498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00C0E58-84C3-40CE-A7C9-9CB0B773F98D}"/>
              </a:ext>
            </a:extLst>
          </p:cNvPr>
          <p:cNvSpPr/>
          <p:nvPr/>
        </p:nvSpPr>
        <p:spPr>
          <a:xfrm>
            <a:off x="7616754" y="532692"/>
            <a:ext cx="1875127" cy="487305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B3296A3-09BD-4B42-AB4F-F3A74C8EE143}"/>
              </a:ext>
            </a:extLst>
          </p:cNvPr>
          <p:cNvSpPr/>
          <p:nvPr/>
        </p:nvSpPr>
        <p:spPr>
          <a:xfrm>
            <a:off x="9499875" y="533271"/>
            <a:ext cx="1477910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B2837-8217-41AE-8C11-C27B6EA0F0B2}"/>
              </a:ext>
            </a:extLst>
          </p:cNvPr>
          <p:cNvSpPr txBox="1"/>
          <p:nvPr/>
        </p:nvSpPr>
        <p:spPr>
          <a:xfrm>
            <a:off x="1722997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6896644-47BC-46F2-8252-CECFD8CCC553}"/>
              </a:ext>
            </a:extLst>
          </p:cNvPr>
          <p:cNvSpPr txBox="1"/>
          <p:nvPr/>
        </p:nvSpPr>
        <p:spPr>
          <a:xfrm>
            <a:off x="3820811" y="58877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BRAM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DB11320-DD19-4F78-A1C6-4AE88C56CAB8}"/>
              </a:ext>
            </a:extLst>
          </p:cNvPr>
          <p:cNvSpPr txBox="1"/>
          <p:nvPr/>
        </p:nvSpPr>
        <p:spPr>
          <a:xfrm>
            <a:off x="6246199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0F795FE-04E0-4C41-804C-50B7BCF9B7E1}"/>
              </a:ext>
            </a:extLst>
          </p:cNvPr>
          <p:cNvSpPr txBox="1"/>
          <p:nvPr/>
        </p:nvSpPr>
        <p:spPr>
          <a:xfrm>
            <a:off x="8166730" y="588774"/>
            <a:ext cx="688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DSP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452254-0D12-4448-9C95-A6966B6C9E22}"/>
              </a:ext>
            </a:extLst>
          </p:cNvPr>
          <p:cNvSpPr txBox="1"/>
          <p:nvPr/>
        </p:nvSpPr>
        <p:spPr>
          <a:xfrm>
            <a:off x="9949606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1AAA318-CF7C-48C3-8336-868CE5CC89C4}"/>
              </a:ext>
            </a:extLst>
          </p:cNvPr>
          <p:cNvSpPr/>
          <p:nvPr/>
        </p:nvSpPr>
        <p:spPr>
          <a:xfrm>
            <a:off x="2277456" y="5376234"/>
            <a:ext cx="4480877" cy="917938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95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AAF06D-AEFC-4832-A783-2F18C37421B8}"/>
              </a:ext>
            </a:extLst>
          </p:cNvPr>
          <p:cNvSpPr txBox="1"/>
          <p:nvPr/>
        </p:nvSpPr>
        <p:spPr>
          <a:xfrm>
            <a:off x="2798484" y="1215657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0FFA5-0D16-4652-B53E-DA10E3D44CD1}"/>
              </a:ext>
            </a:extLst>
          </p:cNvPr>
          <p:cNvSpPr txBox="1"/>
          <p:nvPr/>
        </p:nvSpPr>
        <p:spPr>
          <a:xfrm>
            <a:off x="2322007" y="5406322"/>
            <a:ext cx="4391776" cy="8415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AEAAAB-F083-467B-9F7B-3B0C3E133AEF}"/>
              </a:ext>
            </a:extLst>
          </p:cNvPr>
          <p:cNvCxnSpPr>
            <a:cxnSpLocks/>
            <a:stCxn id="74" idx="0"/>
            <a:endCxn id="82" idx="1"/>
          </p:cNvCxnSpPr>
          <p:nvPr/>
        </p:nvCxnSpPr>
        <p:spPr>
          <a:xfrm>
            <a:off x="6531124" y="3288172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8C2EA4-C7CD-4A8F-B42B-CB347AEE15D7}"/>
              </a:ext>
            </a:extLst>
          </p:cNvPr>
          <p:cNvSpPr txBox="1"/>
          <p:nvPr/>
        </p:nvSpPr>
        <p:spPr>
          <a:xfrm>
            <a:off x="6542856" y="2909071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B0087-F944-4DA5-807C-EB415D6E8C8E}"/>
              </a:ext>
            </a:extLst>
          </p:cNvPr>
          <p:cNvSpPr txBox="1"/>
          <p:nvPr/>
        </p:nvSpPr>
        <p:spPr>
          <a:xfrm>
            <a:off x="3366479" y="2466609"/>
            <a:ext cx="1839942" cy="84938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C3F7BD-8479-4F2C-A777-C971AACADF8A}"/>
              </a:ext>
            </a:extLst>
          </p:cNvPr>
          <p:cNvCxnSpPr>
            <a:cxnSpLocks/>
          </p:cNvCxnSpPr>
          <p:nvPr/>
        </p:nvCxnSpPr>
        <p:spPr>
          <a:xfrm>
            <a:off x="2356327" y="2546307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A7F3BE-4375-4A95-9DA5-5A89C5F65BA1}"/>
              </a:ext>
            </a:extLst>
          </p:cNvPr>
          <p:cNvCxnSpPr/>
          <p:nvPr/>
        </p:nvCxnSpPr>
        <p:spPr>
          <a:xfrm>
            <a:off x="2706524" y="2883533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9B98EB-CCBF-438F-9CB7-3B6F49C62046}"/>
              </a:ext>
            </a:extLst>
          </p:cNvPr>
          <p:cNvCxnSpPr/>
          <p:nvPr/>
        </p:nvCxnSpPr>
        <p:spPr>
          <a:xfrm>
            <a:off x="2706524" y="3220758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FC813E-1CA4-48CC-8781-1C46ACE0717C}"/>
              </a:ext>
            </a:extLst>
          </p:cNvPr>
          <p:cNvCxnSpPr>
            <a:cxnSpLocks/>
          </p:cNvCxnSpPr>
          <p:nvPr/>
        </p:nvCxnSpPr>
        <p:spPr>
          <a:xfrm flipH="1">
            <a:off x="5196805" y="2867319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017755-F867-41B8-8C6D-B86F591FCBBA}"/>
              </a:ext>
            </a:extLst>
          </p:cNvPr>
          <p:cNvCxnSpPr>
            <a:cxnSpLocks/>
          </p:cNvCxnSpPr>
          <p:nvPr/>
        </p:nvCxnSpPr>
        <p:spPr>
          <a:xfrm>
            <a:off x="5196805" y="2546307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0B3EF5E-21AE-48C1-B104-19D0A4AA55BA}"/>
              </a:ext>
            </a:extLst>
          </p:cNvPr>
          <p:cNvSpPr txBox="1"/>
          <p:nvPr/>
        </p:nvSpPr>
        <p:spPr>
          <a:xfrm>
            <a:off x="3356863" y="3962378"/>
            <a:ext cx="1839942" cy="85029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63F837-F8CF-421A-BDF0-90B5EF47368E}"/>
              </a:ext>
            </a:extLst>
          </p:cNvPr>
          <p:cNvCxnSpPr>
            <a:cxnSpLocks/>
          </p:cNvCxnSpPr>
          <p:nvPr/>
        </p:nvCxnSpPr>
        <p:spPr>
          <a:xfrm>
            <a:off x="2356327" y="404419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A5E0CA-C5AA-4FE3-8801-54C49920FF65}"/>
              </a:ext>
            </a:extLst>
          </p:cNvPr>
          <p:cNvCxnSpPr/>
          <p:nvPr/>
        </p:nvCxnSpPr>
        <p:spPr>
          <a:xfrm>
            <a:off x="2706524" y="4381420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F81ED7-5A62-42FF-A10A-0A39213A8DFB}"/>
              </a:ext>
            </a:extLst>
          </p:cNvPr>
          <p:cNvCxnSpPr/>
          <p:nvPr/>
        </p:nvCxnSpPr>
        <p:spPr>
          <a:xfrm>
            <a:off x="2706524" y="4718645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9CA73EB-CBD1-456B-B954-135C0B45185B}"/>
              </a:ext>
            </a:extLst>
          </p:cNvPr>
          <p:cNvCxnSpPr>
            <a:cxnSpLocks/>
          </p:cNvCxnSpPr>
          <p:nvPr/>
        </p:nvCxnSpPr>
        <p:spPr>
          <a:xfrm flipH="1">
            <a:off x="5196805" y="4365206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0E346B3-B0F5-43DD-AB80-89ACE5FBA513}"/>
              </a:ext>
            </a:extLst>
          </p:cNvPr>
          <p:cNvCxnSpPr>
            <a:cxnSpLocks/>
          </p:cNvCxnSpPr>
          <p:nvPr/>
        </p:nvCxnSpPr>
        <p:spPr>
          <a:xfrm>
            <a:off x="5196805" y="404419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84216-8B19-46D1-9CC0-47A811D1C912}"/>
              </a:ext>
            </a:extLst>
          </p:cNvPr>
          <p:cNvCxnSpPr>
            <a:cxnSpLocks/>
          </p:cNvCxnSpPr>
          <p:nvPr/>
        </p:nvCxnSpPr>
        <p:spPr>
          <a:xfrm>
            <a:off x="4241246" y="3542327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FDDD1F9-7D82-4700-8E3A-BF8B7005387C}"/>
              </a:ext>
            </a:extLst>
          </p:cNvPr>
          <p:cNvSpPr txBox="1"/>
          <p:nvPr/>
        </p:nvSpPr>
        <p:spPr>
          <a:xfrm>
            <a:off x="3360074" y="1499207"/>
            <a:ext cx="1839942" cy="84418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DBDF65-0B5C-4A6C-B53D-AD23BB8D01F6}"/>
              </a:ext>
            </a:extLst>
          </p:cNvPr>
          <p:cNvCxnSpPr>
            <a:cxnSpLocks/>
          </p:cNvCxnSpPr>
          <p:nvPr/>
        </p:nvCxnSpPr>
        <p:spPr>
          <a:xfrm>
            <a:off x="1831035" y="1578905"/>
            <a:ext cx="1519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D8368C-BAB5-4115-B50A-52F40C62F0E7}"/>
              </a:ext>
            </a:extLst>
          </p:cNvPr>
          <p:cNvCxnSpPr/>
          <p:nvPr/>
        </p:nvCxnSpPr>
        <p:spPr>
          <a:xfrm>
            <a:off x="2700119" y="1916131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62DAA33-4EB7-4382-B350-85F307C6B93C}"/>
              </a:ext>
            </a:extLst>
          </p:cNvPr>
          <p:cNvSpPr txBox="1"/>
          <p:nvPr/>
        </p:nvSpPr>
        <p:spPr>
          <a:xfrm>
            <a:off x="2798484" y="1578905"/>
            <a:ext cx="512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01859D-2588-4358-84E7-FD0CDCAA6DF4}"/>
              </a:ext>
            </a:extLst>
          </p:cNvPr>
          <p:cNvCxnSpPr>
            <a:cxnSpLocks/>
          </p:cNvCxnSpPr>
          <p:nvPr/>
        </p:nvCxnSpPr>
        <p:spPr>
          <a:xfrm>
            <a:off x="2700119" y="2253356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6ADCD8C-B283-41EE-99AC-1F9C76F31D83}"/>
              </a:ext>
            </a:extLst>
          </p:cNvPr>
          <p:cNvSpPr txBox="1"/>
          <p:nvPr/>
        </p:nvSpPr>
        <p:spPr>
          <a:xfrm>
            <a:off x="2798484" y="191613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5E45A6-A325-465B-9152-6B02A341D228}"/>
              </a:ext>
            </a:extLst>
          </p:cNvPr>
          <p:cNvCxnSpPr>
            <a:cxnSpLocks/>
          </p:cNvCxnSpPr>
          <p:nvPr/>
        </p:nvCxnSpPr>
        <p:spPr>
          <a:xfrm flipH="1">
            <a:off x="5190400" y="1899917"/>
            <a:ext cx="4822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AE0C10-FC9F-468A-BE7F-1CD28997668E}"/>
              </a:ext>
            </a:extLst>
          </p:cNvPr>
          <p:cNvSpPr txBox="1"/>
          <p:nvPr/>
        </p:nvSpPr>
        <p:spPr>
          <a:xfrm>
            <a:off x="5229926" y="1554746"/>
            <a:ext cx="75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RA,RB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46533E1-BAB0-4D79-939C-436B1B56C845}"/>
              </a:ext>
            </a:extLst>
          </p:cNvPr>
          <p:cNvCxnSpPr>
            <a:cxnSpLocks/>
          </p:cNvCxnSpPr>
          <p:nvPr/>
        </p:nvCxnSpPr>
        <p:spPr>
          <a:xfrm>
            <a:off x="5190400" y="1578905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13646CD-01C5-4EDF-93C0-1F9900385548}"/>
              </a:ext>
            </a:extLst>
          </p:cNvPr>
          <p:cNvSpPr txBox="1"/>
          <p:nvPr/>
        </p:nvSpPr>
        <p:spPr>
          <a:xfrm>
            <a:off x="5190398" y="1184450"/>
            <a:ext cx="1034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RDA,RDB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502F957-8BF5-47EF-9D54-63C2682C433A}"/>
              </a:ext>
            </a:extLst>
          </p:cNvPr>
          <p:cNvCxnSpPr>
            <a:cxnSpLocks/>
          </p:cNvCxnSpPr>
          <p:nvPr/>
        </p:nvCxnSpPr>
        <p:spPr>
          <a:xfrm>
            <a:off x="2356327" y="1578905"/>
            <a:ext cx="0" cy="24652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D4631A2-8B94-422B-8D4D-87DAE16841F4}"/>
              </a:ext>
            </a:extLst>
          </p:cNvPr>
          <p:cNvCxnSpPr>
            <a:cxnSpLocks/>
          </p:cNvCxnSpPr>
          <p:nvPr/>
        </p:nvCxnSpPr>
        <p:spPr>
          <a:xfrm>
            <a:off x="2700119" y="1925040"/>
            <a:ext cx="0" cy="3491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6A87F6A-3CB3-4712-B4C3-30BECFC76E9B}"/>
              </a:ext>
            </a:extLst>
          </p:cNvPr>
          <p:cNvSpPr txBox="1"/>
          <p:nvPr/>
        </p:nvSpPr>
        <p:spPr>
          <a:xfrm>
            <a:off x="2700119" y="5006902"/>
            <a:ext cx="131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WA,WE[n:0]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C6417C-7A0A-4B0C-AECD-A2DBD28AB590}"/>
              </a:ext>
            </a:extLst>
          </p:cNvPr>
          <p:cNvCxnSpPr>
            <a:cxnSpLocks/>
          </p:cNvCxnSpPr>
          <p:nvPr/>
        </p:nvCxnSpPr>
        <p:spPr>
          <a:xfrm>
            <a:off x="5675363" y="1916130"/>
            <a:ext cx="0" cy="35004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1152209-7CE4-48DA-A243-13F76006D2BF}"/>
              </a:ext>
            </a:extLst>
          </p:cNvPr>
          <p:cNvSpPr txBox="1"/>
          <p:nvPr/>
        </p:nvSpPr>
        <p:spPr>
          <a:xfrm>
            <a:off x="5683325" y="4770246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  <a:p>
            <a:r>
              <a:rPr lang="en-US" dirty="0"/>
              <a:t>RB</a:t>
            </a:r>
          </a:p>
        </p:txBody>
      </p:sp>
      <p:sp>
        <p:nvSpPr>
          <p:cNvPr id="74" name="Trapezoid 73">
            <a:extLst>
              <a:ext uri="{FF2B5EF4-FFF2-40B4-BE49-F238E27FC236}">
                <a16:creationId xmlns:a16="http://schemas.microsoft.com/office/drawing/2014/main" id="{0E856925-70F2-40BE-AD4E-F2E94463E39C}"/>
              </a:ext>
            </a:extLst>
          </p:cNvPr>
          <p:cNvSpPr/>
          <p:nvPr/>
        </p:nvSpPr>
        <p:spPr>
          <a:xfrm rot="5400000">
            <a:off x="4494013" y="3116045"/>
            <a:ext cx="3729969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63352E6-FBEC-4030-A83B-315855FF60BD}"/>
              </a:ext>
            </a:extLst>
          </p:cNvPr>
          <p:cNvGrpSpPr/>
          <p:nvPr/>
        </p:nvGrpSpPr>
        <p:grpSpPr>
          <a:xfrm>
            <a:off x="7136609" y="3113074"/>
            <a:ext cx="350195" cy="350195"/>
            <a:chOff x="3860124" y="2202910"/>
            <a:chExt cx="350195" cy="35019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7372AB7-FB9A-4135-9A61-70DE52A256C3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25A3F500-DE11-4088-A7AD-1EE737EC8BB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55445DC-1C78-4137-812E-DA3D2FAF3B53}"/>
              </a:ext>
            </a:extLst>
          </p:cNvPr>
          <p:cNvGrpSpPr/>
          <p:nvPr/>
        </p:nvGrpSpPr>
        <p:grpSpPr>
          <a:xfrm>
            <a:off x="1471225" y="1423187"/>
            <a:ext cx="350195" cy="350195"/>
            <a:chOff x="3860124" y="2202910"/>
            <a:chExt cx="350195" cy="35019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3E1EEE7-137C-4673-B4E6-BC39801ABC3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B278CF71-24A0-441E-831F-F474BE4CBF8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D6ECA30-E4FC-4B50-BAD5-873B052D3B45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6358997" y="5060884"/>
            <a:ext cx="0" cy="355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9C01952-4484-43C6-9D77-D344BA01007B}"/>
              </a:ext>
            </a:extLst>
          </p:cNvPr>
          <p:cNvSpPr txBox="1"/>
          <p:nvPr/>
        </p:nvSpPr>
        <p:spPr>
          <a:xfrm>
            <a:off x="6758333" y="5466477"/>
            <a:ext cx="372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AXI-S never stalls (no TREADY)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538464B-9487-4FC2-80DD-174A4BDF1DF2}"/>
              </a:ext>
            </a:extLst>
          </p:cNvPr>
          <p:cNvCxnSpPr>
            <a:cxnSpLocks/>
          </p:cNvCxnSpPr>
          <p:nvPr/>
        </p:nvCxnSpPr>
        <p:spPr>
          <a:xfrm>
            <a:off x="352430" y="5860660"/>
            <a:ext cx="19905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F57289E-AC3F-4131-9331-A7C976D78FFF}"/>
              </a:ext>
            </a:extLst>
          </p:cNvPr>
          <p:cNvSpPr txBox="1"/>
          <p:nvPr/>
        </p:nvSpPr>
        <p:spPr>
          <a:xfrm>
            <a:off x="329835" y="5193649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DA27BB3-3299-4EBC-B5EC-6145BD138771}"/>
              </a:ext>
            </a:extLst>
          </p:cNvPr>
          <p:cNvCxnSpPr>
            <a:cxnSpLocks/>
          </p:cNvCxnSpPr>
          <p:nvPr/>
        </p:nvCxnSpPr>
        <p:spPr>
          <a:xfrm>
            <a:off x="6742351" y="5860660"/>
            <a:ext cx="52086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52D2410-AA41-45F0-A7F9-0C24EAA50006}"/>
              </a:ext>
            </a:extLst>
          </p:cNvPr>
          <p:cNvCxnSpPr>
            <a:cxnSpLocks/>
          </p:cNvCxnSpPr>
          <p:nvPr/>
        </p:nvCxnSpPr>
        <p:spPr>
          <a:xfrm>
            <a:off x="470689" y="1598284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F8F9282-325D-4A64-A1D8-117D375B8851}"/>
              </a:ext>
            </a:extLst>
          </p:cNvPr>
          <p:cNvSpPr txBox="1"/>
          <p:nvPr/>
        </p:nvSpPr>
        <p:spPr>
          <a:xfrm>
            <a:off x="400111" y="1208962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0BBBAAA-2008-4DD8-AA4C-95651199B3C3}"/>
              </a:ext>
            </a:extLst>
          </p:cNvPr>
          <p:cNvCxnSpPr>
            <a:cxnSpLocks/>
          </p:cNvCxnSpPr>
          <p:nvPr/>
        </p:nvCxnSpPr>
        <p:spPr>
          <a:xfrm>
            <a:off x="7486804" y="3278403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B204A2C-9B49-458E-98A8-92542FA422BD}"/>
              </a:ext>
            </a:extLst>
          </p:cNvPr>
          <p:cNvSpPr txBox="1"/>
          <p:nvPr/>
        </p:nvSpPr>
        <p:spPr>
          <a:xfrm>
            <a:off x="11040924" y="5212165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D91BE30-4205-45B7-8989-5A86D0BAE510}"/>
              </a:ext>
            </a:extLst>
          </p:cNvPr>
          <p:cNvSpPr txBox="1"/>
          <p:nvPr/>
        </p:nvSpPr>
        <p:spPr>
          <a:xfrm>
            <a:off x="8020403" y="2637852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3EE1FF6-2BD1-41D8-B38B-FA9D5C28ECAD}"/>
              </a:ext>
            </a:extLst>
          </p:cNvPr>
          <p:cNvGrpSpPr/>
          <p:nvPr/>
        </p:nvGrpSpPr>
        <p:grpSpPr>
          <a:xfrm>
            <a:off x="8895800" y="3159261"/>
            <a:ext cx="350195" cy="350195"/>
            <a:chOff x="3860124" y="2202910"/>
            <a:chExt cx="350195" cy="350195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F602C69-3442-4D27-9A58-D9FBE47CB154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Isosceles Triangle 126">
              <a:extLst>
                <a:ext uri="{FF2B5EF4-FFF2-40B4-BE49-F238E27FC236}">
                  <a16:creationId xmlns:a16="http://schemas.microsoft.com/office/drawing/2014/main" id="{78670785-693C-48BF-A783-54B33BF4C971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A754081-35C4-4C99-8806-7E3EEC4FCD03}"/>
              </a:ext>
            </a:extLst>
          </p:cNvPr>
          <p:cNvCxnSpPr>
            <a:cxnSpLocks/>
          </p:cNvCxnSpPr>
          <p:nvPr/>
        </p:nvCxnSpPr>
        <p:spPr>
          <a:xfrm>
            <a:off x="8654364" y="3334358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AD1AFD8-E926-48C5-ABCC-EC8CB8E4E564}"/>
              </a:ext>
            </a:extLst>
          </p:cNvPr>
          <p:cNvCxnSpPr>
            <a:cxnSpLocks/>
          </p:cNvCxnSpPr>
          <p:nvPr/>
        </p:nvCxnSpPr>
        <p:spPr>
          <a:xfrm>
            <a:off x="9245995" y="3331967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EE347D0-B325-42DB-895A-B9CE7C5C4D17}"/>
              </a:ext>
            </a:extLst>
          </p:cNvPr>
          <p:cNvCxnSpPr>
            <a:cxnSpLocks/>
          </p:cNvCxnSpPr>
          <p:nvPr/>
        </p:nvCxnSpPr>
        <p:spPr>
          <a:xfrm>
            <a:off x="7703371" y="2843528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BB29071-ACD6-434B-B273-AFA1DB87632D}"/>
              </a:ext>
            </a:extLst>
          </p:cNvPr>
          <p:cNvCxnSpPr>
            <a:cxnSpLocks/>
          </p:cNvCxnSpPr>
          <p:nvPr/>
        </p:nvCxnSpPr>
        <p:spPr>
          <a:xfrm flipV="1">
            <a:off x="7703371" y="2341432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2EC0C35-75A0-42B5-9A47-995A8720828F}"/>
              </a:ext>
            </a:extLst>
          </p:cNvPr>
          <p:cNvCxnSpPr>
            <a:cxnSpLocks/>
          </p:cNvCxnSpPr>
          <p:nvPr/>
        </p:nvCxnSpPr>
        <p:spPr>
          <a:xfrm>
            <a:off x="7703371" y="2341432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FBE5EA5-F49E-4101-ADAC-DBB7C32C69CE}"/>
              </a:ext>
            </a:extLst>
          </p:cNvPr>
          <p:cNvCxnSpPr>
            <a:cxnSpLocks/>
          </p:cNvCxnSpPr>
          <p:nvPr/>
        </p:nvCxnSpPr>
        <p:spPr>
          <a:xfrm flipV="1">
            <a:off x="9438034" y="2341432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rapezoid 136">
            <a:extLst>
              <a:ext uri="{FF2B5EF4-FFF2-40B4-BE49-F238E27FC236}">
                <a16:creationId xmlns:a16="http://schemas.microsoft.com/office/drawing/2014/main" id="{B03DEAF4-788E-44A3-9AC7-46C41325B479}"/>
              </a:ext>
            </a:extLst>
          </p:cNvPr>
          <p:cNvSpPr/>
          <p:nvPr/>
        </p:nvSpPr>
        <p:spPr>
          <a:xfrm rot="5400000">
            <a:off x="9460806" y="3162232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FE3BA19-EB96-46F1-A805-A7E979FD96C6}"/>
              </a:ext>
            </a:extLst>
          </p:cNvPr>
          <p:cNvCxnSpPr>
            <a:cxnSpLocks/>
            <a:stCxn id="152" idx="3"/>
          </p:cNvCxnSpPr>
          <p:nvPr/>
        </p:nvCxnSpPr>
        <p:spPr>
          <a:xfrm>
            <a:off x="10602056" y="3334359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0DBA92D6-7EEE-48AB-826A-FDC35B5CE815}"/>
              </a:ext>
            </a:extLst>
          </p:cNvPr>
          <p:cNvSpPr txBox="1"/>
          <p:nvPr/>
        </p:nvSpPr>
        <p:spPr>
          <a:xfrm>
            <a:off x="584442" y="16182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025EB28-77E2-40A5-8625-2671FA2EE732}"/>
              </a:ext>
            </a:extLst>
          </p:cNvPr>
          <p:cNvCxnSpPr>
            <a:cxnSpLocks/>
            <a:endCxn id="143" idx="1"/>
          </p:cNvCxnSpPr>
          <p:nvPr/>
        </p:nvCxnSpPr>
        <p:spPr>
          <a:xfrm>
            <a:off x="6531124" y="3731687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FD2B043-5927-438B-8017-151539A1C682}"/>
              </a:ext>
            </a:extLst>
          </p:cNvPr>
          <p:cNvGrpSpPr/>
          <p:nvPr/>
        </p:nvGrpSpPr>
        <p:grpSpPr>
          <a:xfrm>
            <a:off x="7136609" y="3556589"/>
            <a:ext cx="350195" cy="350195"/>
            <a:chOff x="3860124" y="2202910"/>
            <a:chExt cx="350195" cy="35019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2335FB0-2F2E-4118-AEFE-91295651DF77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Isosceles Triangle 143">
              <a:extLst>
                <a:ext uri="{FF2B5EF4-FFF2-40B4-BE49-F238E27FC236}">
                  <a16:creationId xmlns:a16="http://schemas.microsoft.com/office/drawing/2014/main" id="{3EFAD8A3-1F5C-41F2-95AE-CD9B1BAD6DF5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0B25C47F-824C-4FC5-862E-D5A01AAA7C2D}"/>
              </a:ext>
            </a:extLst>
          </p:cNvPr>
          <p:cNvSpPr txBox="1"/>
          <p:nvPr/>
        </p:nvSpPr>
        <p:spPr>
          <a:xfrm>
            <a:off x="6542856" y="3352586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CBF155E-9862-4C02-93A9-3FE20DA5809A}"/>
              </a:ext>
            </a:extLst>
          </p:cNvPr>
          <p:cNvGrpSpPr/>
          <p:nvPr/>
        </p:nvGrpSpPr>
        <p:grpSpPr>
          <a:xfrm>
            <a:off x="10251861" y="3159261"/>
            <a:ext cx="350195" cy="350195"/>
            <a:chOff x="3860124" y="2202910"/>
            <a:chExt cx="350195" cy="350195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884860E-CCBD-479D-91D3-488AE79CD2E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Isosceles Triangle 152">
              <a:extLst>
                <a:ext uri="{FF2B5EF4-FFF2-40B4-BE49-F238E27FC236}">
                  <a16:creationId xmlns:a16="http://schemas.microsoft.com/office/drawing/2014/main" id="{1E799DC4-1713-48E5-8AF2-4D7B5D9EFFA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D84763A-6828-40E6-8AA2-0B958DF2D6C9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9995841" y="3331967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D4573148-B634-40FD-B42E-0B63A32E28CB}"/>
              </a:ext>
            </a:extLst>
          </p:cNvPr>
          <p:cNvSpPr txBox="1"/>
          <p:nvPr/>
        </p:nvSpPr>
        <p:spPr>
          <a:xfrm>
            <a:off x="10977784" y="2944247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0301F39-8B0D-4A66-B27E-BDDED1F753BA}"/>
              </a:ext>
            </a:extLst>
          </p:cNvPr>
          <p:cNvCxnSpPr>
            <a:cxnSpLocks/>
          </p:cNvCxnSpPr>
          <p:nvPr/>
        </p:nvCxnSpPr>
        <p:spPr>
          <a:xfrm>
            <a:off x="7486804" y="3731687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A23BDA9-5EAB-47E7-9AFD-346CBF58B85F}"/>
              </a:ext>
            </a:extLst>
          </p:cNvPr>
          <p:cNvSpPr txBox="1"/>
          <p:nvPr/>
        </p:nvSpPr>
        <p:spPr>
          <a:xfrm>
            <a:off x="2469060" y="5505129"/>
            <a:ext cx="2962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iterator</a:t>
            </a:r>
          </a:p>
          <a:p>
            <a:r>
              <a:rPr lang="en-US" dirty="0"/>
              <a:t>Arrays are delimited by TLAST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FBBBBB-2049-4DAA-91EC-DB2C3540D0E6}"/>
              </a:ext>
            </a:extLst>
          </p:cNvPr>
          <p:cNvSpPr txBox="1"/>
          <p:nvPr/>
        </p:nvSpPr>
        <p:spPr>
          <a:xfrm>
            <a:off x="7927769" y="1234115"/>
            <a:ext cx="279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#(iwidth,ichan,stride,ochan)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A83338-DFBF-4776-9A88-1AF44EFB5423}"/>
              </a:ext>
            </a:extLst>
          </p:cNvPr>
          <p:cNvSpPr txBox="1"/>
          <p:nvPr/>
        </p:nvSpPr>
        <p:spPr>
          <a:xfrm>
            <a:off x="0" y="614726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166191-39CC-428F-AD9C-5128BBDC10CC}"/>
              </a:ext>
            </a:extLst>
          </p:cNvPr>
          <p:cNvSpPr txBox="1"/>
          <p:nvPr/>
        </p:nvSpPr>
        <p:spPr>
          <a:xfrm>
            <a:off x="8803159" y="282151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6436B9-9547-4AAA-B897-BC2FEE2999C7}"/>
              </a:ext>
            </a:extLst>
          </p:cNvPr>
          <p:cNvSpPr txBox="1"/>
          <p:nvPr/>
        </p:nvSpPr>
        <p:spPr>
          <a:xfrm>
            <a:off x="11185608" y="33525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DB6B245-4DB9-4934-8943-797AFA13AFA8}"/>
              </a:ext>
            </a:extLst>
          </p:cNvPr>
          <p:cNvSpPr txBox="1"/>
          <p:nvPr/>
        </p:nvSpPr>
        <p:spPr>
          <a:xfrm>
            <a:off x="9497886" y="3738824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269F02-77CC-48A6-A8F5-101246CC3439}"/>
              </a:ext>
            </a:extLst>
          </p:cNvPr>
          <p:cNvSpPr/>
          <p:nvPr/>
        </p:nvSpPr>
        <p:spPr>
          <a:xfrm>
            <a:off x="1178529" y="532692"/>
            <a:ext cx="1854167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E06B2A6-ABC5-4865-B313-C769C3796489}"/>
              </a:ext>
            </a:extLst>
          </p:cNvPr>
          <p:cNvSpPr/>
          <p:nvPr/>
        </p:nvSpPr>
        <p:spPr>
          <a:xfrm>
            <a:off x="3031045" y="532692"/>
            <a:ext cx="2511423" cy="4873050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38E1FDC-2BBA-4B01-8674-EB60531BEFEB}"/>
              </a:ext>
            </a:extLst>
          </p:cNvPr>
          <p:cNvSpPr/>
          <p:nvPr/>
        </p:nvSpPr>
        <p:spPr>
          <a:xfrm>
            <a:off x="5546255" y="532692"/>
            <a:ext cx="2070498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00C0E58-84C3-40CE-A7C9-9CB0B773F98D}"/>
              </a:ext>
            </a:extLst>
          </p:cNvPr>
          <p:cNvSpPr/>
          <p:nvPr/>
        </p:nvSpPr>
        <p:spPr>
          <a:xfrm>
            <a:off x="7616754" y="532692"/>
            <a:ext cx="1875127" cy="4873050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B3296A3-09BD-4B42-AB4F-F3A74C8EE143}"/>
              </a:ext>
            </a:extLst>
          </p:cNvPr>
          <p:cNvSpPr/>
          <p:nvPr/>
        </p:nvSpPr>
        <p:spPr>
          <a:xfrm>
            <a:off x="9499875" y="533271"/>
            <a:ext cx="1477910" cy="487305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B2837-8217-41AE-8C11-C27B6EA0F0B2}"/>
              </a:ext>
            </a:extLst>
          </p:cNvPr>
          <p:cNvSpPr txBox="1"/>
          <p:nvPr/>
        </p:nvSpPr>
        <p:spPr>
          <a:xfrm>
            <a:off x="1722997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6896644-47BC-46F2-8252-CECFD8CCC553}"/>
              </a:ext>
            </a:extLst>
          </p:cNvPr>
          <p:cNvSpPr txBox="1"/>
          <p:nvPr/>
        </p:nvSpPr>
        <p:spPr>
          <a:xfrm>
            <a:off x="3820811" y="58877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BRAM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DB11320-DD19-4F78-A1C6-4AE88C56CAB8}"/>
              </a:ext>
            </a:extLst>
          </p:cNvPr>
          <p:cNvSpPr txBox="1"/>
          <p:nvPr/>
        </p:nvSpPr>
        <p:spPr>
          <a:xfrm>
            <a:off x="6246199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0F795FE-04E0-4C41-804C-50B7BCF9B7E1}"/>
              </a:ext>
            </a:extLst>
          </p:cNvPr>
          <p:cNvSpPr txBox="1"/>
          <p:nvPr/>
        </p:nvSpPr>
        <p:spPr>
          <a:xfrm>
            <a:off x="8166730" y="588774"/>
            <a:ext cx="688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DSP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452254-0D12-4448-9C95-A6966B6C9E22}"/>
              </a:ext>
            </a:extLst>
          </p:cNvPr>
          <p:cNvSpPr txBox="1"/>
          <p:nvPr/>
        </p:nvSpPr>
        <p:spPr>
          <a:xfrm>
            <a:off x="9949606" y="588774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CLB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1AAA318-CF7C-48C3-8336-868CE5CC89C4}"/>
              </a:ext>
            </a:extLst>
          </p:cNvPr>
          <p:cNvSpPr/>
          <p:nvPr/>
        </p:nvSpPr>
        <p:spPr>
          <a:xfrm>
            <a:off x="2277456" y="5376234"/>
            <a:ext cx="4480877" cy="917938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85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E8B7-682A-4B94-8D2E-898385AE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 : Application system diagram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F36258-724C-48EE-A8F9-061619265BCF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2862081" y="2942889"/>
            <a:ext cx="755427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493183-55AE-4F9F-9EC2-CFFE879DCA71}"/>
              </a:ext>
            </a:extLst>
          </p:cNvPr>
          <p:cNvSpPr txBox="1"/>
          <p:nvPr/>
        </p:nvSpPr>
        <p:spPr>
          <a:xfrm>
            <a:off x="5067437" y="258430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CCD57-0FC4-4CE8-A6B2-6BB060D72148}"/>
              </a:ext>
            </a:extLst>
          </p:cNvPr>
          <p:cNvSpPr txBox="1"/>
          <p:nvPr/>
        </p:nvSpPr>
        <p:spPr>
          <a:xfrm>
            <a:off x="3041038" y="2584305"/>
            <a:ext cx="482825" cy="369332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I2C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1344C3-1B3D-41C7-9F30-C0A1B21FFA85}"/>
              </a:ext>
            </a:extLst>
          </p:cNvPr>
          <p:cNvSpPr/>
          <p:nvPr/>
        </p:nvSpPr>
        <p:spPr>
          <a:xfrm>
            <a:off x="1480753" y="2393276"/>
            <a:ext cx="1381328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MLX90640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32x24 IR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sensor array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41D03A-AE9B-41F7-8EC1-94B88ABC08B0}"/>
              </a:ext>
            </a:extLst>
          </p:cNvPr>
          <p:cNvSpPr/>
          <p:nvPr/>
        </p:nvSpPr>
        <p:spPr>
          <a:xfrm>
            <a:off x="3617508" y="2393276"/>
            <a:ext cx="1381328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Gemini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8DECC1-7F95-4DB8-BD29-D0705658D671}"/>
              </a:ext>
            </a:extLst>
          </p:cNvPr>
          <p:cNvSpPr/>
          <p:nvPr/>
        </p:nvSpPr>
        <p:spPr>
          <a:xfrm>
            <a:off x="3617508" y="1868064"/>
            <a:ext cx="1381328" cy="34783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 flash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F72A68-4CA6-484F-8C18-31C443D37955}"/>
              </a:ext>
            </a:extLst>
          </p:cNvPr>
          <p:cNvSpPr/>
          <p:nvPr/>
        </p:nvSpPr>
        <p:spPr>
          <a:xfrm>
            <a:off x="3617508" y="3669878"/>
            <a:ext cx="1381328" cy="34783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DDR (</a:t>
            </a:r>
            <a:r>
              <a:rPr lang="en-US" dirty="0" err="1">
                <a:solidFill>
                  <a:schemeClr val="tx1"/>
                </a:solidFill>
              </a:rPr>
              <a:t>tbd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BCC14E-8696-4091-8E89-A8FE47B7E095}"/>
              </a:ext>
            </a:extLst>
          </p:cNvPr>
          <p:cNvSpPr/>
          <p:nvPr/>
        </p:nvSpPr>
        <p:spPr>
          <a:xfrm>
            <a:off x="5668952" y="2768971"/>
            <a:ext cx="991480" cy="34783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eth </a:t>
            </a:r>
            <a:r>
              <a:rPr lang="en-US" dirty="0" err="1">
                <a:solidFill>
                  <a:schemeClr val="tx1"/>
                </a:solidFill>
              </a:rPr>
              <a:t>phy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CA6029-EB1A-4443-8471-E7138BD59148}"/>
              </a:ext>
            </a:extLst>
          </p:cNvPr>
          <p:cNvCxnSpPr>
            <a:cxnSpLocks/>
            <a:stCxn id="10" idx="1"/>
            <a:endCxn id="7" idx="3"/>
          </p:cNvCxnSpPr>
          <p:nvPr/>
        </p:nvCxnSpPr>
        <p:spPr>
          <a:xfrm flipH="1">
            <a:off x="4998836" y="2942889"/>
            <a:ext cx="67011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A61DF4-3717-49AC-9B9F-A0F46733A33E}"/>
              </a:ext>
            </a:extLst>
          </p:cNvPr>
          <p:cNvCxnSpPr>
            <a:stCxn id="8" idx="2"/>
            <a:endCxn id="7" idx="0"/>
          </p:cNvCxnSpPr>
          <p:nvPr/>
        </p:nvCxnSpPr>
        <p:spPr>
          <a:xfrm>
            <a:off x="4308172" y="2215900"/>
            <a:ext cx="0" cy="1773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0A54A3-DF18-4A30-943F-AFD78490CAEF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4308172" y="3492502"/>
            <a:ext cx="0" cy="1773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124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799A72-6577-4AF6-B7EE-685B717EB766}"/>
              </a:ext>
            </a:extLst>
          </p:cNvPr>
          <p:cNvSpPr txBox="1"/>
          <p:nvPr/>
        </p:nvSpPr>
        <p:spPr>
          <a:xfrm>
            <a:off x="1783265" y="2954756"/>
            <a:ext cx="845236" cy="153486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input buffer</a:t>
            </a:r>
          </a:p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96D7E9-85DF-4483-9365-3E96A3A41B99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628501" y="3722189"/>
            <a:ext cx="1163386" cy="2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2C1FBF3-FC41-464F-A7DD-9B2D126EAFE6}"/>
              </a:ext>
            </a:extLst>
          </p:cNvPr>
          <p:cNvSpPr txBox="1"/>
          <p:nvPr/>
        </p:nvSpPr>
        <p:spPr>
          <a:xfrm>
            <a:off x="224409" y="3091703"/>
            <a:ext cx="1292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 @1MHz</a:t>
            </a:r>
          </a:p>
          <a:p>
            <a:r>
              <a:rPr lang="en-US" dirty="0"/>
              <a:t>GPIO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C1BED-4D74-4641-BE1B-F895E3E7062D}"/>
              </a:ext>
            </a:extLst>
          </p:cNvPr>
          <p:cNvSpPr txBox="1"/>
          <p:nvPr/>
        </p:nvSpPr>
        <p:spPr>
          <a:xfrm>
            <a:off x="3121199" y="372480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1834C4-F5C2-4157-9B90-A910DF91B312}"/>
              </a:ext>
            </a:extLst>
          </p:cNvPr>
          <p:cNvCxnSpPr>
            <a:cxnSpLocks/>
            <a:stCxn id="24" idx="3"/>
            <a:endCxn id="27" idx="0"/>
          </p:cNvCxnSpPr>
          <p:nvPr/>
        </p:nvCxnSpPr>
        <p:spPr>
          <a:xfrm flipH="1">
            <a:off x="4067498" y="4868792"/>
            <a:ext cx="1" cy="199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D5E3BB1-29C8-4C2C-8417-AB0D6AE46FE8}"/>
              </a:ext>
            </a:extLst>
          </p:cNvPr>
          <p:cNvSpPr txBox="1"/>
          <p:nvPr/>
        </p:nvSpPr>
        <p:spPr>
          <a:xfrm>
            <a:off x="3583230" y="5068712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400MHz</a:t>
            </a:r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6EFF1458-F47B-45D7-83FA-7472FAE0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2 : FPGA top level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A540C9-F02C-442B-8F54-D309EAE7B305}"/>
              </a:ext>
            </a:extLst>
          </p:cNvPr>
          <p:cNvSpPr txBox="1"/>
          <p:nvPr/>
        </p:nvSpPr>
        <p:spPr>
          <a:xfrm>
            <a:off x="3274163" y="33383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550131-2CB9-4359-9547-4CDB05F0BA85}"/>
              </a:ext>
            </a:extLst>
          </p:cNvPr>
          <p:cNvSpPr txBox="1"/>
          <p:nvPr/>
        </p:nvSpPr>
        <p:spPr>
          <a:xfrm>
            <a:off x="9768592" y="4585454"/>
            <a:ext cx="1091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logits</a:t>
            </a:r>
          </a:p>
          <a:p>
            <a:r>
              <a:rPr lang="en-US" dirty="0"/>
              <a:t>@32Hz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E0207B-B357-4413-A80F-CA5E79D273A2}"/>
              </a:ext>
            </a:extLst>
          </p:cNvPr>
          <p:cNvSpPr txBox="1"/>
          <p:nvPr/>
        </p:nvSpPr>
        <p:spPr>
          <a:xfrm>
            <a:off x="11257291" y="2954756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 </a:t>
            </a:r>
            <a:r>
              <a:rPr lang="en-US" dirty="0" err="1"/>
              <a:t>i</a:t>
            </a:r>
            <a:r>
              <a:rPr lang="en-US" dirty="0"/>
              <a:t>/f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6215D3-02B3-4137-A11D-D7AB02CD3DB5}"/>
              </a:ext>
            </a:extLst>
          </p:cNvPr>
          <p:cNvSpPr txBox="1"/>
          <p:nvPr/>
        </p:nvSpPr>
        <p:spPr>
          <a:xfrm>
            <a:off x="1783265" y="1774388"/>
            <a:ext cx="64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top.v</a:t>
            </a:r>
            <a:endParaRPr lang="en-US" i="1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B521717-0E11-4476-B1A9-9E91D396AEB7}"/>
              </a:ext>
            </a:extLst>
          </p:cNvPr>
          <p:cNvCxnSpPr>
            <a:cxnSpLocks/>
          </p:cNvCxnSpPr>
          <p:nvPr/>
        </p:nvCxnSpPr>
        <p:spPr>
          <a:xfrm>
            <a:off x="287778" y="3724808"/>
            <a:ext cx="1495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B6B39D6-56F0-42CA-8EE8-FDB6F8AAA032}"/>
              </a:ext>
            </a:extLst>
          </p:cNvPr>
          <p:cNvSpPr txBox="1"/>
          <p:nvPr/>
        </p:nvSpPr>
        <p:spPr>
          <a:xfrm>
            <a:off x="224409" y="3813582"/>
            <a:ext cx="13052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32x24x16b</a:t>
            </a:r>
          </a:p>
          <a:p>
            <a:r>
              <a:rPr lang="en-US" dirty="0"/>
              <a:t>32 fps</a:t>
            </a:r>
          </a:p>
          <a:p>
            <a:r>
              <a:rPr lang="en-US" dirty="0"/>
              <a:t>chess board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A5430F-84C5-4330-BA0E-598CF4F3BF6B}"/>
              </a:ext>
            </a:extLst>
          </p:cNvPr>
          <p:cNvGrpSpPr/>
          <p:nvPr/>
        </p:nvGrpSpPr>
        <p:grpSpPr>
          <a:xfrm>
            <a:off x="3676159" y="2184890"/>
            <a:ext cx="1343118" cy="2693632"/>
            <a:chOff x="3676159" y="2184890"/>
            <a:chExt cx="1343118" cy="26936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42E5FD-2171-4198-9873-E1A59D11CF2F}"/>
                </a:ext>
              </a:extLst>
            </p:cNvPr>
            <p:cNvSpPr txBox="1"/>
            <p:nvPr/>
          </p:nvSpPr>
          <p:spPr>
            <a:xfrm>
              <a:off x="3791887" y="2571094"/>
              <a:ext cx="552556" cy="2307428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txBody>
            <a:bodyPr wrap="none" rtlCol="0" anchor="t" anchorCtr="1">
              <a:no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D1932BA6-4381-45A1-A2D3-67D2A12BBC1E}"/>
                </a:ext>
              </a:extLst>
            </p:cNvPr>
            <p:cNvSpPr/>
            <p:nvPr/>
          </p:nvSpPr>
          <p:spPr>
            <a:xfrm>
              <a:off x="3973657" y="4706996"/>
              <a:ext cx="187683" cy="1617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DE65DC9-CCB3-4650-94DC-F144447E584C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63" y="3724808"/>
              <a:ext cx="6420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B3131FD-CE8E-40EB-9120-7F93165FB958}"/>
                </a:ext>
              </a:extLst>
            </p:cNvPr>
            <p:cNvSpPr txBox="1"/>
            <p:nvPr/>
          </p:nvSpPr>
          <p:spPr>
            <a:xfrm>
              <a:off x="4347298" y="372480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AXI-S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59F535C-9AD1-4122-88BA-EDF7BE34665D}"/>
                </a:ext>
              </a:extLst>
            </p:cNvPr>
            <p:cNvSpPr txBox="1"/>
            <p:nvPr/>
          </p:nvSpPr>
          <p:spPr>
            <a:xfrm>
              <a:off x="4473935" y="333831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2A13F55-6A74-411D-AEB3-7C510EA1E8F8}"/>
                </a:ext>
              </a:extLst>
            </p:cNvPr>
            <p:cNvSpPr txBox="1"/>
            <p:nvPr/>
          </p:nvSpPr>
          <p:spPr>
            <a:xfrm>
              <a:off x="3676159" y="2184890"/>
              <a:ext cx="10020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conv2d.v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B4D1C19-9996-4F65-9542-7DE3108D3009}"/>
              </a:ext>
            </a:extLst>
          </p:cNvPr>
          <p:cNvGrpSpPr/>
          <p:nvPr/>
        </p:nvGrpSpPr>
        <p:grpSpPr>
          <a:xfrm>
            <a:off x="4887754" y="2184890"/>
            <a:ext cx="1343118" cy="2693632"/>
            <a:chOff x="3676159" y="2184890"/>
            <a:chExt cx="1343118" cy="2693632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E25B4B3-5F83-46F3-A71A-EC0BA52A081A}"/>
                </a:ext>
              </a:extLst>
            </p:cNvPr>
            <p:cNvSpPr txBox="1"/>
            <p:nvPr/>
          </p:nvSpPr>
          <p:spPr>
            <a:xfrm>
              <a:off x="3791887" y="2571094"/>
              <a:ext cx="552556" cy="2307428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txBody>
            <a:bodyPr wrap="none" rtlCol="0" anchor="t" anchorCtr="1">
              <a:no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77" name="Isosceles Triangle 76">
              <a:extLst>
                <a:ext uri="{FF2B5EF4-FFF2-40B4-BE49-F238E27FC236}">
                  <a16:creationId xmlns:a16="http://schemas.microsoft.com/office/drawing/2014/main" id="{C1441AE4-B737-400A-BA2A-CFAD82982805}"/>
                </a:ext>
              </a:extLst>
            </p:cNvPr>
            <p:cNvSpPr/>
            <p:nvPr/>
          </p:nvSpPr>
          <p:spPr>
            <a:xfrm>
              <a:off x="3973657" y="4706996"/>
              <a:ext cx="187683" cy="1617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FC9D67FE-C8CA-46DE-A741-81023FAFA1B8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63" y="3724808"/>
              <a:ext cx="6420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730828D-BD1A-4100-893B-9E7D33A953EA}"/>
                </a:ext>
              </a:extLst>
            </p:cNvPr>
            <p:cNvSpPr txBox="1"/>
            <p:nvPr/>
          </p:nvSpPr>
          <p:spPr>
            <a:xfrm>
              <a:off x="4347298" y="372480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AXI-S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DEE6F24-A1A1-48E5-8270-79389CEDA388}"/>
                </a:ext>
              </a:extLst>
            </p:cNvPr>
            <p:cNvSpPr txBox="1"/>
            <p:nvPr/>
          </p:nvSpPr>
          <p:spPr>
            <a:xfrm>
              <a:off x="4473935" y="333831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CC6BEE6-B6EA-42A3-92CB-26FDC1FC1166}"/>
                </a:ext>
              </a:extLst>
            </p:cNvPr>
            <p:cNvSpPr txBox="1"/>
            <p:nvPr/>
          </p:nvSpPr>
          <p:spPr>
            <a:xfrm>
              <a:off x="3676159" y="2184890"/>
              <a:ext cx="10020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conv2d.v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F28A68-9CFC-459C-A7C4-32DA9EAEC754}"/>
              </a:ext>
            </a:extLst>
          </p:cNvPr>
          <p:cNvGrpSpPr/>
          <p:nvPr/>
        </p:nvGrpSpPr>
        <p:grpSpPr>
          <a:xfrm>
            <a:off x="6112097" y="2184890"/>
            <a:ext cx="1343118" cy="2693632"/>
            <a:chOff x="3676159" y="2184890"/>
            <a:chExt cx="1343118" cy="269363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8D39485-64FF-4391-A3AD-5A77ACD5C214}"/>
                </a:ext>
              </a:extLst>
            </p:cNvPr>
            <p:cNvSpPr txBox="1"/>
            <p:nvPr/>
          </p:nvSpPr>
          <p:spPr>
            <a:xfrm>
              <a:off x="3791887" y="2571094"/>
              <a:ext cx="552556" cy="2307428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txBody>
            <a:bodyPr wrap="none" rtlCol="0" anchor="t" anchorCtr="1">
              <a:no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84" name="Isosceles Triangle 83">
              <a:extLst>
                <a:ext uri="{FF2B5EF4-FFF2-40B4-BE49-F238E27FC236}">
                  <a16:creationId xmlns:a16="http://schemas.microsoft.com/office/drawing/2014/main" id="{0D36D6AC-8B51-4491-95F0-C87A898744FF}"/>
                </a:ext>
              </a:extLst>
            </p:cNvPr>
            <p:cNvSpPr/>
            <p:nvPr/>
          </p:nvSpPr>
          <p:spPr>
            <a:xfrm>
              <a:off x="3973657" y="4706996"/>
              <a:ext cx="187683" cy="1617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9DF13C4-D993-438F-A01C-CB32AA2846CE}"/>
                </a:ext>
              </a:extLst>
            </p:cNvPr>
            <p:cNvCxnSpPr>
              <a:cxnSpLocks/>
            </p:cNvCxnSpPr>
            <p:nvPr/>
          </p:nvCxnSpPr>
          <p:spPr>
            <a:xfrm>
              <a:off x="4352363" y="3724808"/>
              <a:ext cx="6420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9E8746B-F72B-4CE8-9881-C4704C0B0362}"/>
                </a:ext>
              </a:extLst>
            </p:cNvPr>
            <p:cNvSpPr txBox="1"/>
            <p:nvPr/>
          </p:nvSpPr>
          <p:spPr>
            <a:xfrm>
              <a:off x="4347298" y="372480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AXI-S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F3B6F36-A298-4DE5-9123-627EA4A17F52}"/>
                </a:ext>
              </a:extLst>
            </p:cNvPr>
            <p:cNvSpPr txBox="1"/>
            <p:nvPr/>
          </p:nvSpPr>
          <p:spPr>
            <a:xfrm>
              <a:off x="4473935" y="333831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974B3C1-C230-4CB3-925A-FACB10808E26}"/>
                </a:ext>
              </a:extLst>
            </p:cNvPr>
            <p:cNvSpPr txBox="1"/>
            <p:nvPr/>
          </p:nvSpPr>
          <p:spPr>
            <a:xfrm>
              <a:off x="3676159" y="2184890"/>
              <a:ext cx="10020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conv2d.v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F86002DB-71D1-4330-89BE-1D7D73675517}"/>
              </a:ext>
            </a:extLst>
          </p:cNvPr>
          <p:cNvSpPr txBox="1"/>
          <p:nvPr/>
        </p:nvSpPr>
        <p:spPr>
          <a:xfrm>
            <a:off x="8352849" y="2571094"/>
            <a:ext cx="552556" cy="230742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t" anchorCtr="1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E1025EE0-F893-4F5A-B946-3B8D591A165A}"/>
              </a:ext>
            </a:extLst>
          </p:cNvPr>
          <p:cNvSpPr/>
          <p:nvPr/>
        </p:nvSpPr>
        <p:spPr>
          <a:xfrm>
            <a:off x="8534619" y="4706996"/>
            <a:ext cx="187683" cy="1617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4A3693A-F7D9-4282-89A7-B388F05F10C1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8905405" y="3724808"/>
            <a:ext cx="1040965" cy="132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DB53F40-7FA2-4C8B-8375-0ED89B8039A0}"/>
              </a:ext>
            </a:extLst>
          </p:cNvPr>
          <p:cNvSpPr txBox="1"/>
          <p:nvPr/>
        </p:nvSpPr>
        <p:spPr>
          <a:xfrm>
            <a:off x="8908260" y="372480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E4376D-8DFC-4CB5-96E2-ED78C1BB80C8}"/>
              </a:ext>
            </a:extLst>
          </p:cNvPr>
          <p:cNvSpPr txBox="1"/>
          <p:nvPr/>
        </p:nvSpPr>
        <p:spPr>
          <a:xfrm>
            <a:off x="9034897" y="33383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3142321-F6B7-4064-B5F4-CBBAEFD70A0A}"/>
              </a:ext>
            </a:extLst>
          </p:cNvPr>
          <p:cNvSpPr txBox="1"/>
          <p:nvPr/>
        </p:nvSpPr>
        <p:spPr>
          <a:xfrm>
            <a:off x="8237121" y="2184890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8124BE7-E834-456D-8CF1-F40A3F1B574C}"/>
              </a:ext>
            </a:extLst>
          </p:cNvPr>
          <p:cNvCxnSpPr>
            <a:cxnSpLocks/>
          </p:cNvCxnSpPr>
          <p:nvPr/>
        </p:nvCxnSpPr>
        <p:spPr>
          <a:xfrm rot="5400000">
            <a:off x="7672872" y="3606213"/>
            <a:ext cx="0" cy="280692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BBEA56B-FFF7-4D9E-A253-A830494DAB7D}"/>
              </a:ext>
            </a:extLst>
          </p:cNvPr>
          <p:cNvCxnSpPr>
            <a:cxnSpLocks/>
          </p:cNvCxnSpPr>
          <p:nvPr/>
        </p:nvCxnSpPr>
        <p:spPr>
          <a:xfrm>
            <a:off x="7892132" y="3721377"/>
            <a:ext cx="4581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42F9178-15B4-4859-B889-654A706F924C}"/>
              </a:ext>
            </a:extLst>
          </p:cNvPr>
          <p:cNvCxnSpPr>
            <a:cxnSpLocks/>
          </p:cNvCxnSpPr>
          <p:nvPr/>
        </p:nvCxnSpPr>
        <p:spPr>
          <a:xfrm>
            <a:off x="10767764" y="3892022"/>
            <a:ext cx="7467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F43665C-E1A1-4E89-845D-3BAD0768AFA1}"/>
              </a:ext>
            </a:extLst>
          </p:cNvPr>
          <p:cNvSpPr txBox="1"/>
          <p:nvPr/>
        </p:nvSpPr>
        <p:spPr>
          <a:xfrm>
            <a:off x="11505494" y="3702037"/>
            <a:ext cx="51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intr</a:t>
            </a:r>
            <a:endParaRPr lang="en-US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F9F9395-371B-4E43-95F9-99B1B51D44D2}"/>
              </a:ext>
            </a:extLst>
          </p:cNvPr>
          <p:cNvCxnSpPr>
            <a:cxnSpLocks/>
          </p:cNvCxnSpPr>
          <p:nvPr/>
        </p:nvCxnSpPr>
        <p:spPr>
          <a:xfrm flipH="1">
            <a:off x="10774249" y="3533912"/>
            <a:ext cx="7467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01CF639-D801-49CC-B870-B8048CDA5943}"/>
              </a:ext>
            </a:extLst>
          </p:cNvPr>
          <p:cNvSpPr txBox="1"/>
          <p:nvPr/>
        </p:nvSpPr>
        <p:spPr>
          <a:xfrm>
            <a:off x="11505494" y="3338316"/>
            <a:ext cx="445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axi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2F7A32-D80C-48D5-8608-64CD5A4D6A7B}"/>
              </a:ext>
            </a:extLst>
          </p:cNvPr>
          <p:cNvSpPr txBox="1"/>
          <p:nvPr/>
        </p:nvSpPr>
        <p:spPr>
          <a:xfrm>
            <a:off x="9940205" y="2952321"/>
            <a:ext cx="827559" cy="153486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output buffer</a:t>
            </a:r>
          </a:p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A0DEA9-F0E2-4689-A54F-03FB86D0B11D}"/>
              </a:ext>
            </a:extLst>
          </p:cNvPr>
          <p:cNvGrpSpPr/>
          <p:nvPr/>
        </p:nvGrpSpPr>
        <p:grpSpPr>
          <a:xfrm rot="16200000" flipV="1">
            <a:off x="1520055" y="5008695"/>
            <a:ext cx="1371655" cy="358110"/>
            <a:chOff x="1887954" y="4881556"/>
            <a:chExt cx="753198" cy="358110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0EC2695-6BBA-4753-A81E-AF6F67B42E50}"/>
                </a:ext>
              </a:extLst>
            </p:cNvPr>
            <p:cNvCxnSpPr>
              <a:cxnSpLocks/>
            </p:cNvCxnSpPr>
            <p:nvPr/>
          </p:nvCxnSpPr>
          <p:spPr>
            <a:xfrm>
              <a:off x="1887954" y="5239666"/>
              <a:ext cx="74671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E8E02D9-0086-47D2-A20E-713B4219AD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4439" y="4881556"/>
              <a:ext cx="74671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8EF335E-8B84-44D3-B657-16B91119101C}"/>
              </a:ext>
            </a:extLst>
          </p:cNvPr>
          <p:cNvSpPr txBox="1"/>
          <p:nvPr/>
        </p:nvSpPr>
        <p:spPr>
          <a:xfrm>
            <a:off x="2150896" y="5861768"/>
            <a:ext cx="51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intr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63C326-348D-482E-9172-F36CD1EB0764}"/>
              </a:ext>
            </a:extLst>
          </p:cNvPr>
          <p:cNvSpPr txBox="1"/>
          <p:nvPr/>
        </p:nvSpPr>
        <p:spPr>
          <a:xfrm>
            <a:off x="1783584" y="5861768"/>
            <a:ext cx="445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axi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B27C94-3814-4A6D-9793-2558B203D12F}"/>
              </a:ext>
            </a:extLst>
          </p:cNvPr>
          <p:cNvSpPr txBox="1"/>
          <p:nvPr/>
        </p:nvSpPr>
        <p:spPr>
          <a:xfrm>
            <a:off x="1805290" y="6231100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 </a:t>
            </a:r>
            <a:r>
              <a:rPr lang="en-US" dirty="0" err="1"/>
              <a:t>i</a:t>
            </a:r>
            <a:r>
              <a:rPr lang="en-US" dirty="0"/>
              <a:t>/f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044BAA-95A8-40AF-BB1D-ADFC02365170}"/>
              </a:ext>
            </a:extLst>
          </p:cNvPr>
          <p:cNvSpPr txBox="1"/>
          <p:nvPr/>
        </p:nvSpPr>
        <p:spPr>
          <a:xfrm>
            <a:off x="1876761" y="2585735"/>
            <a:ext cx="6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ibuf.v</a:t>
            </a:r>
            <a:endParaRPr lang="en-US" i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306BF1-4103-4D3E-9072-6BB57CE060AE}"/>
              </a:ext>
            </a:extLst>
          </p:cNvPr>
          <p:cNvSpPr txBox="1"/>
          <p:nvPr/>
        </p:nvSpPr>
        <p:spPr>
          <a:xfrm>
            <a:off x="10012481" y="2591168"/>
            <a:ext cx="751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obuf.v</a:t>
            </a:r>
            <a:endParaRPr lang="en-US" i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C35750B-69DA-4B42-B0A5-F709990B5076}"/>
              </a:ext>
            </a:extLst>
          </p:cNvPr>
          <p:cNvSpPr/>
          <p:nvPr/>
        </p:nvSpPr>
        <p:spPr>
          <a:xfrm>
            <a:off x="1536123" y="1788955"/>
            <a:ext cx="9539396" cy="380444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9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C918-82BD-4BEF-B0F8-8E8C97D1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ibuf.v</a:t>
            </a:r>
            <a:r>
              <a:rPr lang="en-US" dirty="0"/>
              <a:t> memory map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B78FD98-1B61-4BED-8236-AF43FD9D1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81405"/>
              </p:ext>
            </p:extLst>
          </p:nvPr>
        </p:nvGraphicFramePr>
        <p:xfrm>
          <a:off x="838200" y="204884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64382780"/>
                    </a:ext>
                  </a:extLst>
                </a:gridCol>
                <a:gridCol w="1746315">
                  <a:extLst>
                    <a:ext uri="{9D8B030D-6E8A-4147-A177-3AD203B41FA5}">
                      <a16:colId xmlns:a16="http://schemas.microsoft.com/office/drawing/2014/main" val="743380618"/>
                    </a:ext>
                  </a:extLst>
                </a:gridCol>
                <a:gridCol w="5264085">
                  <a:extLst>
                    <a:ext uri="{9D8B030D-6E8A-4147-A177-3AD203B41FA5}">
                      <a16:colId xmlns:a16="http://schemas.microsoft.com/office/drawing/2014/main" val="3074212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Address (32 bit aligned)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45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0x00000-0x3fffc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15:0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MLX90640 I2C registers, 64K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0x40000-0x40ffc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17:0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BRAM0, 1K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45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0x50000-0x50ffc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17:0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BRAM1, 1K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93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0x60000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FSM reset, enable CPU access to MLX90640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192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518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C9B4A-87CF-41EB-ACCB-B486D5B5A738}"/>
              </a:ext>
            </a:extLst>
          </p:cNvPr>
          <p:cNvSpPr txBox="1"/>
          <p:nvPr/>
        </p:nvSpPr>
        <p:spPr>
          <a:xfrm>
            <a:off x="2051223" y="2578442"/>
            <a:ext cx="1095631" cy="325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dirty="0"/>
              <a:t>i2c_if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SA=0x33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728E5-0EA8-4711-9C22-B9C7AD5E91A2}"/>
              </a:ext>
            </a:extLst>
          </p:cNvPr>
          <p:cNvSpPr txBox="1"/>
          <p:nvPr/>
        </p:nvSpPr>
        <p:spPr>
          <a:xfrm>
            <a:off x="628893" y="3374079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o_sdc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5C0ABA-B3D4-49E0-986E-9FEA00C5D5B8}"/>
              </a:ext>
            </a:extLst>
          </p:cNvPr>
          <p:cNvCxnSpPr/>
          <p:nvPr/>
        </p:nvCxnSpPr>
        <p:spPr>
          <a:xfrm flipH="1">
            <a:off x="1400433" y="3558745"/>
            <a:ext cx="650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2D4271-4C53-4B84-A53D-207B31AA75F0}"/>
              </a:ext>
            </a:extLst>
          </p:cNvPr>
          <p:cNvCxnSpPr/>
          <p:nvPr/>
        </p:nvCxnSpPr>
        <p:spPr>
          <a:xfrm>
            <a:off x="1425146" y="3863545"/>
            <a:ext cx="626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059893-893F-44AA-9822-D3ED4CE6E79B}"/>
              </a:ext>
            </a:extLst>
          </p:cNvPr>
          <p:cNvSpPr txBox="1"/>
          <p:nvPr/>
        </p:nvSpPr>
        <p:spPr>
          <a:xfrm>
            <a:off x="663357" y="3678879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i_sdc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A3547-FB9D-4F9E-92F4-2FCB853952A3}"/>
              </a:ext>
            </a:extLst>
          </p:cNvPr>
          <p:cNvSpPr txBox="1"/>
          <p:nvPr/>
        </p:nvSpPr>
        <p:spPr>
          <a:xfrm>
            <a:off x="620082" y="419992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o_sda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D094BE-0159-43D5-93C2-C150850081C0}"/>
              </a:ext>
            </a:extLst>
          </p:cNvPr>
          <p:cNvCxnSpPr/>
          <p:nvPr/>
        </p:nvCxnSpPr>
        <p:spPr>
          <a:xfrm flipH="1">
            <a:off x="1391622" y="4384588"/>
            <a:ext cx="650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E7AEB-C272-43DF-89CE-5768F9F94204}"/>
              </a:ext>
            </a:extLst>
          </p:cNvPr>
          <p:cNvCxnSpPr/>
          <p:nvPr/>
        </p:nvCxnSpPr>
        <p:spPr>
          <a:xfrm>
            <a:off x="1416335" y="4689388"/>
            <a:ext cx="626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EB5E2F-D057-4E6E-B1CA-B7AB7D5D76C1}"/>
              </a:ext>
            </a:extLst>
          </p:cNvPr>
          <p:cNvSpPr txBox="1"/>
          <p:nvPr/>
        </p:nvSpPr>
        <p:spPr>
          <a:xfrm>
            <a:off x="654546" y="4504722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i_sda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945FB0-F080-483E-8EA3-11FBDAFECC15}"/>
              </a:ext>
            </a:extLst>
          </p:cNvPr>
          <p:cNvSpPr txBox="1"/>
          <p:nvPr/>
        </p:nvSpPr>
        <p:spPr>
          <a:xfrm>
            <a:off x="3292213" y="2472721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i2c_addr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B677A3-F6D5-4DC8-9C1B-8EA384B337EA}"/>
              </a:ext>
            </a:extLst>
          </p:cNvPr>
          <p:cNvSpPr txBox="1"/>
          <p:nvPr/>
        </p:nvSpPr>
        <p:spPr>
          <a:xfrm>
            <a:off x="3293639" y="2920998"/>
            <a:ext cx="1145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i2c_wdata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78E393-799E-4405-A5D0-C1502CDE09FC}"/>
              </a:ext>
            </a:extLst>
          </p:cNvPr>
          <p:cNvSpPr txBox="1"/>
          <p:nvPr/>
        </p:nvSpPr>
        <p:spPr>
          <a:xfrm>
            <a:off x="3292213" y="3348677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i2c_rdata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94C50F-3C80-4897-BCA4-D5F0C21DE331}"/>
              </a:ext>
            </a:extLst>
          </p:cNvPr>
          <p:cNvSpPr txBox="1"/>
          <p:nvPr/>
        </p:nvSpPr>
        <p:spPr>
          <a:xfrm>
            <a:off x="3292212" y="3950724"/>
            <a:ext cx="853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i2c_stb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6AE4C4-D88B-46CB-99C1-C93693FF8DA7}"/>
              </a:ext>
            </a:extLst>
          </p:cNvPr>
          <p:cNvSpPr txBox="1"/>
          <p:nvPr/>
        </p:nvSpPr>
        <p:spPr>
          <a:xfrm>
            <a:off x="3279022" y="4313878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i2c_ack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97131D-8AB7-48F1-9077-B01A08C73926}"/>
              </a:ext>
            </a:extLst>
          </p:cNvPr>
          <p:cNvSpPr txBox="1"/>
          <p:nvPr/>
        </p:nvSpPr>
        <p:spPr>
          <a:xfrm>
            <a:off x="3292212" y="4694193"/>
            <a:ext cx="84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i2c_we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9085678-489B-43A7-B8A0-D1A72C08F9CA}"/>
              </a:ext>
            </a:extLst>
          </p:cNvPr>
          <p:cNvCxnSpPr/>
          <p:nvPr/>
        </p:nvCxnSpPr>
        <p:spPr>
          <a:xfrm flipV="1">
            <a:off x="2648447" y="5828537"/>
            <a:ext cx="0" cy="37455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E3FF095-2968-4BCC-9437-BC1F62B07750}"/>
              </a:ext>
            </a:extLst>
          </p:cNvPr>
          <p:cNvSpPr txBox="1"/>
          <p:nvPr/>
        </p:nvSpPr>
        <p:spPr>
          <a:xfrm>
            <a:off x="2432811" y="6203091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FC61DD-2314-4BBA-824E-F1B48D662C39}"/>
              </a:ext>
            </a:extLst>
          </p:cNvPr>
          <p:cNvCxnSpPr>
            <a:cxnSpLocks/>
          </p:cNvCxnSpPr>
          <p:nvPr/>
        </p:nvCxnSpPr>
        <p:spPr>
          <a:xfrm flipH="1">
            <a:off x="3156238" y="2842053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6AAED9-7E79-401E-A709-BB2E0E3B7AC6}"/>
              </a:ext>
            </a:extLst>
          </p:cNvPr>
          <p:cNvCxnSpPr>
            <a:cxnSpLocks/>
          </p:cNvCxnSpPr>
          <p:nvPr/>
        </p:nvCxnSpPr>
        <p:spPr>
          <a:xfrm flipH="1">
            <a:off x="3158679" y="3290330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B8EFA2-6797-42EB-8828-E01E63988ECB}"/>
              </a:ext>
            </a:extLst>
          </p:cNvPr>
          <p:cNvCxnSpPr>
            <a:cxnSpLocks/>
          </p:cNvCxnSpPr>
          <p:nvPr/>
        </p:nvCxnSpPr>
        <p:spPr>
          <a:xfrm>
            <a:off x="3156238" y="3718009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222402-3ED3-443B-BBE4-3258F338ADEF}"/>
              </a:ext>
            </a:extLst>
          </p:cNvPr>
          <p:cNvCxnSpPr>
            <a:cxnSpLocks/>
          </p:cNvCxnSpPr>
          <p:nvPr/>
        </p:nvCxnSpPr>
        <p:spPr>
          <a:xfrm flipH="1">
            <a:off x="3156237" y="4320056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C56FF1-4322-40E2-AE8B-A1423C7E8731}"/>
              </a:ext>
            </a:extLst>
          </p:cNvPr>
          <p:cNvCxnSpPr>
            <a:cxnSpLocks/>
          </p:cNvCxnSpPr>
          <p:nvPr/>
        </p:nvCxnSpPr>
        <p:spPr>
          <a:xfrm>
            <a:off x="3133663" y="4683210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69D670-2E3C-4B56-86F9-D0B3D8827680}"/>
              </a:ext>
            </a:extLst>
          </p:cNvPr>
          <p:cNvCxnSpPr>
            <a:cxnSpLocks/>
          </p:cNvCxnSpPr>
          <p:nvPr/>
        </p:nvCxnSpPr>
        <p:spPr>
          <a:xfrm flipH="1">
            <a:off x="3156237" y="5063525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26EE30BC-98C9-43AC-82F2-5E24D4DBD391}"/>
              </a:ext>
            </a:extLst>
          </p:cNvPr>
          <p:cNvSpPr/>
          <p:nvPr/>
        </p:nvSpPr>
        <p:spPr>
          <a:xfrm>
            <a:off x="2559899" y="5675868"/>
            <a:ext cx="177096" cy="152669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F38DB7-BDCD-44B5-928A-569969F24F2B}"/>
              </a:ext>
            </a:extLst>
          </p:cNvPr>
          <p:cNvSpPr txBox="1"/>
          <p:nvPr/>
        </p:nvSpPr>
        <p:spPr>
          <a:xfrm>
            <a:off x="4594272" y="2578442"/>
            <a:ext cx="1438035" cy="325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dirty="0"/>
              <a:t>i2c_mux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0F80F9B-117D-4191-9ADD-16996D5753DB}"/>
              </a:ext>
            </a:extLst>
          </p:cNvPr>
          <p:cNvCxnSpPr>
            <a:cxnSpLocks/>
          </p:cNvCxnSpPr>
          <p:nvPr/>
        </p:nvCxnSpPr>
        <p:spPr>
          <a:xfrm>
            <a:off x="4695568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6ACF24C-D10B-4B9E-B174-448E660BDB5B}"/>
              </a:ext>
            </a:extLst>
          </p:cNvPr>
          <p:cNvCxnSpPr>
            <a:cxnSpLocks/>
          </p:cNvCxnSpPr>
          <p:nvPr/>
        </p:nvCxnSpPr>
        <p:spPr>
          <a:xfrm>
            <a:off x="4823254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82F586C-A17D-4237-A6D3-5E61DFE8F347}"/>
              </a:ext>
            </a:extLst>
          </p:cNvPr>
          <p:cNvCxnSpPr>
            <a:cxnSpLocks/>
          </p:cNvCxnSpPr>
          <p:nvPr/>
        </p:nvCxnSpPr>
        <p:spPr>
          <a:xfrm flipV="1">
            <a:off x="4942703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063D64D-73D2-4657-A817-41901C064870}"/>
              </a:ext>
            </a:extLst>
          </p:cNvPr>
          <p:cNvCxnSpPr>
            <a:cxnSpLocks/>
          </p:cNvCxnSpPr>
          <p:nvPr/>
        </p:nvCxnSpPr>
        <p:spPr>
          <a:xfrm>
            <a:off x="5160595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AB454BF-428D-40F9-9E79-25F8A16FB023}"/>
              </a:ext>
            </a:extLst>
          </p:cNvPr>
          <p:cNvCxnSpPr>
            <a:cxnSpLocks/>
          </p:cNvCxnSpPr>
          <p:nvPr/>
        </p:nvCxnSpPr>
        <p:spPr>
          <a:xfrm flipV="1">
            <a:off x="5280044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3C5B394-DF8D-4CCE-8C98-E7810297DF7B}"/>
              </a:ext>
            </a:extLst>
          </p:cNvPr>
          <p:cNvCxnSpPr>
            <a:cxnSpLocks/>
          </p:cNvCxnSpPr>
          <p:nvPr/>
        </p:nvCxnSpPr>
        <p:spPr>
          <a:xfrm>
            <a:off x="5403607" y="1863122"/>
            <a:ext cx="0" cy="7153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CADB535-3C14-4AC9-B489-B5931CD0B8E7}"/>
              </a:ext>
            </a:extLst>
          </p:cNvPr>
          <p:cNvCxnSpPr>
            <a:cxnSpLocks/>
          </p:cNvCxnSpPr>
          <p:nvPr/>
        </p:nvCxnSpPr>
        <p:spPr>
          <a:xfrm>
            <a:off x="5770195" y="2046319"/>
            <a:ext cx="0" cy="5321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1A539C4-5E74-4EE2-BC36-EBECBF98E169}"/>
              </a:ext>
            </a:extLst>
          </p:cNvPr>
          <p:cNvSpPr txBox="1"/>
          <p:nvPr/>
        </p:nvSpPr>
        <p:spPr>
          <a:xfrm>
            <a:off x="6170514" y="247272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mlx_addr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658130-E743-43DE-B234-3FDCB469A8A0}"/>
              </a:ext>
            </a:extLst>
          </p:cNvPr>
          <p:cNvSpPr txBox="1"/>
          <p:nvPr/>
        </p:nvSpPr>
        <p:spPr>
          <a:xfrm>
            <a:off x="6171940" y="2920998"/>
            <a:ext cx="1214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mlx_wdata</a:t>
            </a:r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DD1060-762D-4C0F-A6B0-9BBFB982C801}"/>
              </a:ext>
            </a:extLst>
          </p:cNvPr>
          <p:cNvSpPr txBox="1"/>
          <p:nvPr/>
        </p:nvSpPr>
        <p:spPr>
          <a:xfrm>
            <a:off x="6170514" y="3348677"/>
            <a:ext cx="1128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mlx_rdata</a:t>
            </a:r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D89494-3EDD-4883-AFAF-7AE02E82F80B}"/>
              </a:ext>
            </a:extLst>
          </p:cNvPr>
          <p:cNvSpPr txBox="1"/>
          <p:nvPr/>
        </p:nvSpPr>
        <p:spPr>
          <a:xfrm>
            <a:off x="6170513" y="3950724"/>
            <a:ext cx="922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mlx_stb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9CC306-F9CA-4013-B3C4-150A5CA32178}"/>
              </a:ext>
            </a:extLst>
          </p:cNvPr>
          <p:cNvSpPr txBox="1"/>
          <p:nvPr/>
        </p:nvSpPr>
        <p:spPr>
          <a:xfrm>
            <a:off x="6157323" y="4313878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mlx_ack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7D2B23-A276-4D27-B989-826D8089E589}"/>
              </a:ext>
            </a:extLst>
          </p:cNvPr>
          <p:cNvSpPr txBox="1"/>
          <p:nvPr/>
        </p:nvSpPr>
        <p:spPr>
          <a:xfrm>
            <a:off x="6170513" y="4694193"/>
            <a:ext cx="915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mlx_we</a:t>
            </a:r>
            <a:endParaRPr lang="en-US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A08F69F-9673-430D-9C75-6F33642AEE37}"/>
              </a:ext>
            </a:extLst>
          </p:cNvPr>
          <p:cNvCxnSpPr>
            <a:cxnSpLocks/>
          </p:cNvCxnSpPr>
          <p:nvPr/>
        </p:nvCxnSpPr>
        <p:spPr>
          <a:xfrm flipH="1">
            <a:off x="6034539" y="2842053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6E43F6A-CE4D-41A3-890B-CF5FD03F0B95}"/>
              </a:ext>
            </a:extLst>
          </p:cNvPr>
          <p:cNvCxnSpPr>
            <a:cxnSpLocks/>
          </p:cNvCxnSpPr>
          <p:nvPr/>
        </p:nvCxnSpPr>
        <p:spPr>
          <a:xfrm flipH="1">
            <a:off x="6036980" y="3290330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22F4E08-F0CC-4BD8-BC16-08B0B2140A66}"/>
              </a:ext>
            </a:extLst>
          </p:cNvPr>
          <p:cNvCxnSpPr>
            <a:cxnSpLocks/>
          </p:cNvCxnSpPr>
          <p:nvPr/>
        </p:nvCxnSpPr>
        <p:spPr>
          <a:xfrm>
            <a:off x="6034539" y="3718009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A72002E-8A4F-4904-B631-A5B9231C28E9}"/>
              </a:ext>
            </a:extLst>
          </p:cNvPr>
          <p:cNvCxnSpPr>
            <a:cxnSpLocks/>
          </p:cNvCxnSpPr>
          <p:nvPr/>
        </p:nvCxnSpPr>
        <p:spPr>
          <a:xfrm flipH="1">
            <a:off x="6034538" y="4320056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39D97E0-5739-486F-913F-267440AD22DA}"/>
              </a:ext>
            </a:extLst>
          </p:cNvPr>
          <p:cNvCxnSpPr>
            <a:cxnSpLocks/>
          </p:cNvCxnSpPr>
          <p:nvPr/>
        </p:nvCxnSpPr>
        <p:spPr>
          <a:xfrm>
            <a:off x="6011964" y="4683210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1EE1B5B-54AD-4B1C-ADBD-4F09C56953BD}"/>
              </a:ext>
            </a:extLst>
          </p:cNvPr>
          <p:cNvCxnSpPr>
            <a:cxnSpLocks/>
          </p:cNvCxnSpPr>
          <p:nvPr/>
        </p:nvCxnSpPr>
        <p:spPr>
          <a:xfrm flipH="1">
            <a:off x="6034538" y="5063525"/>
            <a:ext cx="14380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342B792-18E0-448B-8EC4-31133BA04DF5}"/>
              </a:ext>
            </a:extLst>
          </p:cNvPr>
          <p:cNvSpPr txBox="1"/>
          <p:nvPr/>
        </p:nvSpPr>
        <p:spPr>
          <a:xfrm>
            <a:off x="7489132" y="2510342"/>
            <a:ext cx="1438035" cy="325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dirty="0" err="1"/>
              <a:t>mlx_fsm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F977966-758C-49CB-ADEE-5209287BEDDF}"/>
              </a:ext>
            </a:extLst>
          </p:cNvPr>
          <p:cNvSpPr txBox="1"/>
          <p:nvPr/>
        </p:nvSpPr>
        <p:spPr>
          <a:xfrm>
            <a:off x="10288810" y="3444868"/>
            <a:ext cx="1651357" cy="5237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CDDF7BC-5DF8-4140-AE52-F11A9EFFD9E3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10044677" y="3706731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9295066-D5BD-4CE9-B8B7-D0B2BBBCA79E}"/>
              </a:ext>
            </a:extLst>
          </p:cNvPr>
          <p:cNvCxnSpPr>
            <a:cxnSpLocks/>
          </p:cNvCxnSpPr>
          <p:nvPr/>
        </p:nvCxnSpPr>
        <p:spPr>
          <a:xfrm>
            <a:off x="10044676" y="4471527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B721CF7-7418-4310-B387-8674205058A6}"/>
              </a:ext>
            </a:extLst>
          </p:cNvPr>
          <p:cNvCxnSpPr/>
          <p:nvPr/>
        </p:nvCxnSpPr>
        <p:spPr>
          <a:xfrm>
            <a:off x="10044676" y="3706731"/>
            <a:ext cx="0" cy="764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1AF3184-DB08-4D2A-88A9-AB1EE969D342}"/>
              </a:ext>
            </a:extLst>
          </p:cNvPr>
          <p:cNvSpPr txBox="1"/>
          <p:nvPr/>
        </p:nvSpPr>
        <p:spPr>
          <a:xfrm>
            <a:off x="10288809" y="4208114"/>
            <a:ext cx="1651357" cy="52372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6FB12BF-D928-4041-A4F8-249D28E64174}"/>
              </a:ext>
            </a:extLst>
          </p:cNvPr>
          <p:cNvCxnSpPr/>
          <p:nvPr/>
        </p:nvCxnSpPr>
        <p:spPr>
          <a:xfrm>
            <a:off x="8944040" y="4073521"/>
            <a:ext cx="11006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E332DAF-8A55-4513-BF5E-CEFA9CA5CCAD}"/>
              </a:ext>
            </a:extLst>
          </p:cNvPr>
          <p:cNvSpPr txBox="1"/>
          <p:nvPr/>
        </p:nvSpPr>
        <p:spPr>
          <a:xfrm>
            <a:off x="8919684" y="3761446"/>
            <a:ext cx="902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WA,WD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A33D15F-42AE-41E8-98B7-A8E115ADAAA6}"/>
              </a:ext>
            </a:extLst>
          </p:cNvPr>
          <p:cNvCxnSpPr/>
          <p:nvPr/>
        </p:nvCxnSpPr>
        <p:spPr>
          <a:xfrm flipV="1">
            <a:off x="8237820" y="5760437"/>
            <a:ext cx="0" cy="37455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1C35BC3-2BD8-4EAE-B383-5D70B5A77704}"/>
              </a:ext>
            </a:extLst>
          </p:cNvPr>
          <p:cNvSpPr txBox="1"/>
          <p:nvPr/>
        </p:nvSpPr>
        <p:spPr>
          <a:xfrm>
            <a:off x="8022184" y="6134991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sp>
        <p:nvSpPr>
          <p:cNvPr id="101" name="Isosceles Triangle 100">
            <a:extLst>
              <a:ext uri="{FF2B5EF4-FFF2-40B4-BE49-F238E27FC236}">
                <a16:creationId xmlns:a16="http://schemas.microsoft.com/office/drawing/2014/main" id="{875AFB7C-D797-47C7-91A6-FA38102AE1FD}"/>
              </a:ext>
            </a:extLst>
          </p:cNvPr>
          <p:cNvSpPr/>
          <p:nvPr/>
        </p:nvSpPr>
        <p:spPr>
          <a:xfrm>
            <a:off x="8149272" y="5607768"/>
            <a:ext cx="177096" cy="152669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4B142FF-F7BA-4CC6-997D-836B83FA989E}"/>
              </a:ext>
            </a:extLst>
          </p:cNvPr>
          <p:cNvCxnSpPr/>
          <p:nvPr/>
        </p:nvCxnSpPr>
        <p:spPr>
          <a:xfrm>
            <a:off x="8926200" y="3558745"/>
            <a:ext cx="1362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B031154-D049-4E90-8E04-8EF054669B11}"/>
              </a:ext>
            </a:extLst>
          </p:cNvPr>
          <p:cNvCxnSpPr/>
          <p:nvPr/>
        </p:nvCxnSpPr>
        <p:spPr>
          <a:xfrm>
            <a:off x="8922081" y="4633783"/>
            <a:ext cx="1362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202E04C-56A4-47CF-9C02-D4435B2EDDF6}"/>
              </a:ext>
            </a:extLst>
          </p:cNvPr>
          <p:cNvSpPr txBox="1"/>
          <p:nvPr/>
        </p:nvSpPr>
        <p:spPr>
          <a:xfrm>
            <a:off x="8929239" y="3202731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CCAFBDF-39FE-48CB-8B2A-870E16C05A71}"/>
              </a:ext>
            </a:extLst>
          </p:cNvPr>
          <p:cNvSpPr txBox="1"/>
          <p:nvPr/>
        </p:nvSpPr>
        <p:spPr>
          <a:xfrm>
            <a:off x="8875492" y="4285311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9A975A8-67BD-4B2F-B11F-CCFE750D26A7}"/>
              </a:ext>
            </a:extLst>
          </p:cNvPr>
          <p:cNvSpPr txBox="1"/>
          <p:nvPr/>
        </p:nvSpPr>
        <p:spPr>
          <a:xfrm>
            <a:off x="7788262" y="2022508"/>
            <a:ext cx="65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reset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59AA535-34EE-41C3-A25E-BBA8A3467D75}"/>
              </a:ext>
            </a:extLst>
          </p:cNvPr>
          <p:cNvCxnSpPr>
            <a:cxnSpLocks/>
          </p:cNvCxnSpPr>
          <p:nvPr/>
        </p:nvCxnSpPr>
        <p:spPr>
          <a:xfrm>
            <a:off x="7770902" y="1863122"/>
            <a:ext cx="0" cy="609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C6E0ABC-AB50-435B-96F0-08098B0F53BF}"/>
              </a:ext>
            </a:extLst>
          </p:cNvPr>
          <p:cNvCxnSpPr>
            <a:cxnSpLocks/>
          </p:cNvCxnSpPr>
          <p:nvPr/>
        </p:nvCxnSpPr>
        <p:spPr>
          <a:xfrm>
            <a:off x="10707994" y="1863122"/>
            <a:ext cx="0" cy="1565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80C72F9-9EF4-499A-89C0-F8FBF70FF722}"/>
              </a:ext>
            </a:extLst>
          </p:cNvPr>
          <p:cNvSpPr txBox="1"/>
          <p:nvPr/>
        </p:nvSpPr>
        <p:spPr>
          <a:xfrm>
            <a:off x="10700492" y="2006696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endParaRPr lang="en-US" dirty="0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0E9450D-1422-4A05-A178-9F329AB97125}"/>
              </a:ext>
            </a:extLst>
          </p:cNvPr>
          <p:cNvCxnSpPr>
            <a:cxnSpLocks/>
          </p:cNvCxnSpPr>
          <p:nvPr/>
        </p:nvCxnSpPr>
        <p:spPr>
          <a:xfrm flipV="1">
            <a:off x="11568848" y="1863122"/>
            <a:ext cx="0" cy="1565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2EAECC2-A031-430C-90D3-5BC4723E99B7}"/>
              </a:ext>
            </a:extLst>
          </p:cNvPr>
          <p:cNvSpPr txBox="1"/>
          <p:nvPr/>
        </p:nvSpPr>
        <p:spPr>
          <a:xfrm>
            <a:off x="11599870" y="1995244"/>
            <a:ext cx="59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70B44B2-0688-48BE-8D98-368A0A0333EA}"/>
              </a:ext>
            </a:extLst>
          </p:cNvPr>
          <p:cNvCxnSpPr>
            <a:cxnSpLocks/>
          </p:cNvCxnSpPr>
          <p:nvPr/>
        </p:nvCxnSpPr>
        <p:spPr>
          <a:xfrm flipV="1">
            <a:off x="8662778" y="1863122"/>
            <a:ext cx="0" cy="609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0ABF6FF-9E4E-4372-AC49-3619192BCC7A}"/>
              </a:ext>
            </a:extLst>
          </p:cNvPr>
          <p:cNvSpPr txBox="1"/>
          <p:nvPr/>
        </p:nvSpPr>
        <p:spPr>
          <a:xfrm>
            <a:off x="8678534" y="2046319"/>
            <a:ext cx="1027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C1AD5C1-5378-4EE8-8DD3-44D1EA9D0847}"/>
              </a:ext>
            </a:extLst>
          </p:cNvPr>
          <p:cNvSpPr txBox="1"/>
          <p:nvPr/>
        </p:nvSpPr>
        <p:spPr>
          <a:xfrm>
            <a:off x="10707994" y="290410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65B03DC-8AB2-472D-B844-AA33D874F35D}"/>
              </a:ext>
            </a:extLst>
          </p:cNvPr>
          <p:cNvSpPr txBox="1"/>
          <p:nvPr/>
        </p:nvSpPr>
        <p:spPr>
          <a:xfrm>
            <a:off x="11568848" y="2898996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331415-5100-41AA-BC3F-869C8899DDF2}"/>
              </a:ext>
            </a:extLst>
          </p:cNvPr>
          <p:cNvSpPr txBox="1"/>
          <p:nvPr/>
        </p:nvSpPr>
        <p:spPr>
          <a:xfrm>
            <a:off x="1300688" y="1179802"/>
            <a:ext cx="10599040" cy="677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dirty="0" err="1"/>
              <a:t>wb_interface</a:t>
            </a:r>
            <a:endParaRPr lang="en-US" dirty="0"/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22167070-6777-481A-A0E6-145115E93BB7}"/>
              </a:ext>
            </a:extLst>
          </p:cNvPr>
          <p:cNvSpPr txBox="1">
            <a:spLocks/>
          </p:cNvSpPr>
          <p:nvPr/>
        </p:nvSpPr>
        <p:spPr>
          <a:xfrm>
            <a:off x="145807" y="109800"/>
            <a:ext cx="10515600" cy="7868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ibuf.v</a:t>
            </a:r>
            <a:r>
              <a:rPr lang="en-US" dirty="0"/>
              <a:t> block diagram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799CE5-6600-44B4-BCDC-D09921B75504}"/>
              </a:ext>
            </a:extLst>
          </p:cNvPr>
          <p:cNvCxnSpPr>
            <a:cxnSpLocks/>
          </p:cNvCxnSpPr>
          <p:nvPr/>
        </p:nvCxnSpPr>
        <p:spPr>
          <a:xfrm>
            <a:off x="5770195" y="2046319"/>
            <a:ext cx="20007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6008547-EBD4-4E98-8B9F-410C4B8BF183}"/>
              </a:ext>
            </a:extLst>
          </p:cNvPr>
          <p:cNvSpPr txBox="1"/>
          <p:nvPr/>
        </p:nvSpPr>
        <p:spPr>
          <a:xfrm>
            <a:off x="5801834" y="2033399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1800444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6B53-57B3-4876-9800-36F069B7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3" y="4267"/>
            <a:ext cx="10515600" cy="1325563"/>
          </a:xfrm>
        </p:spPr>
        <p:txBody>
          <a:bodyPr/>
          <a:lstStyle/>
          <a:p>
            <a:r>
              <a:rPr lang="en-US" dirty="0"/>
              <a:t>Figure 3 : </a:t>
            </a:r>
            <a:r>
              <a:rPr lang="en-US" dirty="0" err="1"/>
              <a:t>ibuf.v</a:t>
            </a:r>
            <a:r>
              <a:rPr lang="en-US" dirty="0"/>
              <a:t> block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41FD5-1AE5-4139-AD72-739B50C84CB5}"/>
              </a:ext>
            </a:extLst>
          </p:cNvPr>
          <p:cNvSpPr txBox="1"/>
          <p:nvPr/>
        </p:nvSpPr>
        <p:spPr>
          <a:xfrm>
            <a:off x="9148564" y="3478413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FC4D20-0EA2-4EE2-8D18-CCA4D49D22CC}"/>
              </a:ext>
            </a:extLst>
          </p:cNvPr>
          <p:cNvCxnSpPr>
            <a:cxnSpLocks/>
          </p:cNvCxnSpPr>
          <p:nvPr/>
        </p:nvCxnSpPr>
        <p:spPr>
          <a:xfrm>
            <a:off x="8314559" y="3686980"/>
            <a:ext cx="819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B0C137-4F0A-49FF-A6DD-77A062AD56A5}"/>
              </a:ext>
            </a:extLst>
          </p:cNvPr>
          <p:cNvSpPr txBox="1"/>
          <p:nvPr/>
        </p:nvSpPr>
        <p:spPr>
          <a:xfrm>
            <a:off x="9197570" y="4199167"/>
            <a:ext cx="1755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AXI-Stream</a:t>
            </a:r>
          </a:p>
          <a:p>
            <a:r>
              <a:rPr lang="en-US" i="1" dirty="0"/>
              <a:t>rate limit TVALID</a:t>
            </a:r>
          </a:p>
          <a:p>
            <a:r>
              <a:rPr lang="en-US" i="1" dirty="0"/>
              <a:t>25KHz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3C526-F152-4A59-8425-5742769F071C}"/>
              </a:ext>
            </a:extLst>
          </p:cNvPr>
          <p:cNvSpPr txBox="1"/>
          <p:nvPr/>
        </p:nvSpPr>
        <p:spPr>
          <a:xfrm>
            <a:off x="2310978" y="3225317"/>
            <a:ext cx="845236" cy="123959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I2C</a:t>
            </a:r>
          </a:p>
          <a:p>
            <a:pPr algn="ctr"/>
            <a:r>
              <a:rPr lang="en-US" dirty="0"/>
              <a:t>FSM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5056C8-F0CD-42AA-AFF3-A4389B87A8F4}"/>
              </a:ext>
            </a:extLst>
          </p:cNvPr>
          <p:cNvCxnSpPr/>
          <p:nvPr/>
        </p:nvCxnSpPr>
        <p:spPr>
          <a:xfrm>
            <a:off x="1581287" y="4065924"/>
            <a:ext cx="729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842753-AF3F-4C3B-9BA8-43A5F6ABB1EF}"/>
              </a:ext>
            </a:extLst>
          </p:cNvPr>
          <p:cNvCxnSpPr/>
          <p:nvPr/>
        </p:nvCxnSpPr>
        <p:spPr>
          <a:xfrm flipH="1">
            <a:off x="1523622" y="4282012"/>
            <a:ext cx="787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C6BBBE-8AA2-4826-9065-512869914DDF}"/>
              </a:ext>
            </a:extLst>
          </p:cNvPr>
          <p:cNvSpPr txBox="1"/>
          <p:nvPr/>
        </p:nvSpPr>
        <p:spPr>
          <a:xfrm>
            <a:off x="789560" y="3857355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sda_i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DA77C7-EB14-4F1E-BD7F-B38038FBD949}"/>
              </a:ext>
            </a:extLst>
          </p:cNvPr>
          <p:cNvSpPr txBox="1"/>
          <p:nvPr/>
        </p:nvSpPr>
        <p:spPr>
          <a:xfrm>
            <a:off x="789560" y="4066324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sda_o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906F90-7B3C-4FF3-9984-0E161E814052}"/>
              </a:ext>
            </a:extLst>
          </p:cNvPr>
          <p:cNvSpPr txBox="1"/>
          <p:nvPr/>
        </p:nvSpPr>
        <p:spPr>
          <a:xfrm>
            <a:off x="5645590" y="3062670"/>
            <a:ext cx="1651357" cy="5237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0E97B4-1444-4527-A3F2-E775EA11BCFF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5401457" y="3324533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53599C0-DC1D-433A-AAB6-CCA20B91B26D}"/>
              </a:ext>
            </a:extLst>
          </p:cNvPr>
          <p:cNvCxnSpPr>
            <a:cxnSpLocks/>
          </p:cNvCxnSpPr>
          <p:nvPr/>
        </p:nvCxnSpPr>
        <p:spPr>
          <a:xfrm>
            <a:off x="5401456" y="4089329"/>
            <a:ext cx="2441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FA141C0-A551-4411-9B7A-EE2B8A8613FC}"/>
              </a:ext>
            </a:extLst>
          </p:cNvPr>
          <p:cNvCxnSpPr/>
          <p:nvPr/>
        </p:nvCxnSpPr>
        <p:spPr>
          <a:xfrm>
            <a:off x="5401456" y="3324533"/>
            <a:ext cx="0" cy="764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8ED2173-07A2-47DA-8A1A-81FE77BB82EB}"/>
              </a:ext>
            </a:extLst>
          </p:cNvPr>
          <p:cNvCxnSpPr>
            <a:cxnSpLocks/>
          </p:cNvCxnSpPr>
          <p:nvPr/>
        </p:nvCxnSpPr>
        <p:spPr>
          <a:xfrm>
            <a:off x="3156214" y="3774534"/>
            <a:ext cx="484531" cy="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3E70DA0-CAB5-4DE6-B0B7-6C7C9599437E}"/>
              </a:ext>
            </a:extLst>
          </p:cNvPr>
          <p:cNvSpPr txBox="1"/>
          <p:nvPr/>
        </p:nvSpPr>
        <p:spPr>
          <a:xfrm>
            <a:off x="3136961" y="37786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9B4CD782-1392-4536-8708-ED337FBFFE45}"/>
              </a:ext>
            </a:extLst>
          </p:cNvPr>
          <p:cNvSpPr/>
          <p:nvPr/>
        </p:nvSpPr>
        <p:spPr>
          <a:xfrm rot="5400000">
            <a:off x="7490708" y="3534030"/>
            <a:ext cx="1286971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39B5B7D-D877-4EDB-AE95-8B77B556E335}"/>
              </a:ext>
            </a:extLst>
          </p:cNvPr>
          <p:cNvCxnSpPr>
            <a:cxnSpLocks/>
          </p:cNvCxnSpPr>
          <p:nvPr/>
        </p:nvCxnSpPr>
        <p:spPr>
          <a:xfrm>
            <a:off x="7296946" y="3331613"/>
            <a:ext cx="665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2472722-85DA-49CE-B01F-E21384CA159E}"/>
              </a:ext>
            </a:extLst>
          </p:cNvPr>
          <p:cNvCxnSpPr>
            <a:cxnSpLocks/>
          </p:cNvCxnSpPr>
          <p:nvPr/>
        </p:nvCxnSpPr>
        <p:spPr>
          <a:xfrm>
            <a:off x="7296946" y="4089327"/>
            <a:ext cx="665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366FD93-98F1-45DE-B00C-2D8BDC22D6C2}"/>
              </a:ext>
            </a:extLst>
          </p:cNvPr>
          <p:cNvSpPr txBox="1"/>
          <p:nvPr/>
        </p:nvSpPr>
        <p:spPr>
          <a:xfrm>
            <a:off x="6318673" y="1717757"/>
            <a:ext cx="903565" cy="7586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AXI-S</a:t>
            </a:r>
          </a:p>
          <a:p>
            <a:pPr algn="ctr"/>
            <a:r>
              <a:rPr lang="en-US" dirty="0"/>
              <a:t>FSM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9D1D75-28A3-4D6E-97D5-232E8C5A6B41}"/>
              </a:ext>
            </a:extLst>
          </p:cNvPr>
          <p:cNvSpPr txBox="1"/>
          <p:nvPr/>
        </p:nvSpPr>
        <p:spPr>
          <a:xfrm>
            <a:off x="8683855" y="332453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D41565-958A-4493-8B18-91248D1DD34F}"/>
              </a:ext>
            </a:extLst>
          </p:cNvPr>
          <p:cNvSpPr txBox="1"/>
          <p:nvPr/>
        </p:nvSpPr>
        <p:spPr>
          <a:xfrm>
            <a:off x="5328703" y="4978247"/>
            <a:ext cx="2444036" cy="92333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AXI</a:t>
            </a:r>
          </a:p>
          <a:p>
            <a:pPr algn="ctr"/>
            <a:r>
              <a:rPr lang="en-US" dirty="0"/>
              <a:t>memory mapped slave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4E3EC5C-F538-4E71-A841-A2F87A6C7902}"/>
              </a:ext>
            </a:extLst>
          </p:cNvPr>
          <p:cNvCxnSpPr>
            <a:cxnSpLocks/>
          </p:cNvCxnSpPr>
          <p:nvPr/>
        </p:nvCxnSpPr>
        <p:spPr>
          <a:xfrm>
            <a:off x="6923049" y="3581109"/>
            <a:ext cx="0" cy="1391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89B7EE3-2BCB-44A2-B0D1-5F48712C395F}"/>
              </a:ext>
            </a:extLst>
          </p:cNvPr>
          <p:cNvCxnSpPr>
            <a:cxnSpLocks/>
          </p:cNvCxnSpPr>
          <p:nvPr/>
        </p:nvCxnSpPr>
        <p:spPr>
          <a:xfrm>
            <a:off x="7104632" y="4349642"/>
            <a:ext cx="0" cy="622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2BA14F9-8A2B-4280-8D1C-30ACBEC9FC16}"/>
              </a:ext>
            </a:extLst>
          </p:cNvPr>
          <p:cNvSpPr txBox="1"/>
          <p:nvPr/>
        </p:nvSpPr>
        <p:spPr>
          <a:xfrm>
            <a:off x="5645589" y="3825916"/>
            <a:ext cx="1651357" cy="52372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6E103B-3DDF-4207-882A-2F9FC08E4711}"/>
              </a:ext>
            </a:extLst>
          </p:cNvPr>
          <p:cNvSpPr txBox="1"/>
          <p:nvPr/>
        </p:nvSpPr>
        <p:spPr>
          <a:xfrm>
            <a:off x="6364820" y="4349122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DE3070-977A-4BC8-989D-5029CCBBA9C5}"/>
              </a:ext>
            </a:extLst>
          </p:cNvPr>
          <p:cNvSpPr txBox="1"/>
          <p:nvPr/>
        </p:nvSpPr>
        <p:spPr>
          <a:xfrm>
            <a:off x="7274692" y="2972478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32484FF-C85F-4554-9623-17A1479B6D0D}"/>
              </a:ext>
            </a:extLst>
          </p:cNvPr>
          <p:cNvCxnSpPr/>
          <p:nvPr/>
        </p:nvCxnSpPr>
        <p:spPr>
          <a:xfrm>
            <a:off x="6770456" y="2489036"/>
            <a:ext cx="0" cy="5736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5080A5D-75BC-4690-96EA-B3FB2477C611}"/>
              </a:ext>
            </a:extLst>
          </p:cNvPr>
          <p:cNvSpPr txBox="1"/>
          <p:nvPr/>
        </p:nvSpPr>
        <p:spPr>
          <a:xfrm>
            <a:off x="6770456" y="256766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6CFA80B-2423-4364-9A93-F2D281E15110}"/>
              </a:ext>
            </a:extLst>
          </p:cNvPr>
          <p:cNvCxnSpPr/>
          <p:nvPr/>
        </p:nvCxnSpPr>
        <p:spPr>
          <a:xfrm flipV="1">
            <a:off x="6019484" y="4349122"/>
            <a:ext cx="0" cy="6234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6364058-4583-4F91-B875-D20C54803FD2}"/>
              </a:ext>
            </a:extLst>
          </p:cNvPr>
          <p:cNvSpPr txBox="1"/>
          <p:nvPr/>
        </p:nvSpPr>
        <p:spPr>
          <a:xfrm>
            <a:off x="5590415" y="434860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122DDEB-866F-47D1-8A5A-6E6619BB83DE}"/>
              </a:ext>
            </a:extLst>
          </p:cNvPr>
          <p:cNvCxnSpPr>
            <a:cxnSpLocks/>
          </p:cNvCxnSpPr>
          <p:nvPr/>
        </p:nvCxnSpPr>
        <p:spPr>
          <a:xfrm>
            <a:off x="7222238" y="1896894"/>
            <a:ext cx="19120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27788C9-6335-4BD7-886D-DAF9D3BB0B2B}"/>
              </a:ext>
            </a:extLst>
          </p:cNvPr>
          <p:cNvCxnSpPr>
            <a:cxnSpLocks/>
          </p:cNvCxnSpPr>
          <p:nvPr/>
        </p:nvCxnSpPr>
        <p:spPr>
          <a:xfrm>
            <a:off x="7216212" y="2243847"/>
            <a:ext cx="19180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F3BEB8C-4D8E-46AB-A9B2-97721AEB1FC5}"/>
              </a:ext>
            </a:extLst>
          </p:cNvPr>
          <p:cNvSpPr txBox="1"/>
          <p:nvPr/>
        </p:nvSpPr>
        <p:spPr>
          <a:xfrm>
            <a:off x="9194645" y="1712228"/>
            <a:ext cx="848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40154C-FE5F-45D8-8F67-0390D375C938}"/>
              </a:ext>
            </a:extLst>
          </p:cNvPr>
          <p:cNvSpPr txBox="1"/>
          <p:nvPr/>
        </p:nvSpPr>
        <p:spPr>
          <a:xfrm>
            <a:off x="9195567" y="2059181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TLAST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3CED922-81D6-451D-9153-9D3169B5F98D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6550721" y="5901578"/>
            <a:ext cx="0" cy="48949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328B205C-E558-42E9-8CAA-2A65CDD56067}"/>
              </a:ext>
            </a:extLst>
          </p:cNvPr>
          <p:cNvSpPr txBox="1"/>
          <p:nvPr/>
        </p:nvSpPr>
        <p:spPr>
          <a:xfrm>
            <a:off x="6079277" y="6391072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NoC</a:t>
            </a:r>
            <a:r>
              <a:rPr lang="en-US" dirty="0"/>
              <a:t> AXI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924020-5B9E-45A2-AA6D-A81655543D34}"/>
              </a:ext>
            </a:extLst>
          </p:cNvPr>
          <p:cNvCxnSpPr>
            <a:cxnSpLocks/>
          </p:cNvCxnSpPr>
          <p:nvPr/>
        </p:nvCxnSpPr>
        <p:spPr>
          <a:xfrm flipV="1">
            <a:off x="6019484" y="3598428"/>
            <a:ext cx="0" cy="227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A5B0AB54-176A-451A-A4F6-34BFA8AC6853}"/>
              </a:ext>
            </a:extLst>
          </p:cNvPr>
          <p:cNvSpPr/>
          <p:nvPr/>
        </p:nvSpPr>
        <p:spPr>
          <a:xfrm>
            <a:off x="1964986" y="1536971"/>
            <a:ext cx="6536987" cy="45817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C2DAD1D-F3DE-4FD2-A7DE-6F15DF52486E}"/>
              </a:ext>
            </a:extLst>
          </p:cNvPr>
          <p:cNvSpPr txBox="1"/>
          <p:nvPr/>
        </p:nvSpPr>
        <p:spPr>
          <a:xfrm>
            <a:off x="1968320" y="1537044"/>
            <a:ext cx="6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ibuf.v</a:t>
            </a:r>
            <a:endParaRPr lang="en-US" i="1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322019E-28DE-486D-8A5C-327275A69DD0}"/>
              </a:ext>
            </a:extLst>
          </p:cNvPr>
          <p:cNvCxnSpPr>
            <a:cxnSpLocks/>
          </p:cNvCxnSpPr>
          <p:nvPr/>
        </p:nvCxnSpPr>
        <p:spPr>
          <a:xfrm>
            <a:off x="2509859" y="4464908"/>
            <a:ext cx="0" cy="1926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4148ED22-0B1C-4B61-99AB-C5A2E685BE13}"/>
              </a:ext>
            </a:extLst>
          </p:cNvPr>
          <p:cNvSpPr txBox="1"/>
          <p:nvPr/>
        </p:nvSpPr>
        <p:spPr>
          <a:xfrm>
            <a:off x="1609422" y="6394998"/>
            <a:ext cx="1814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CPU interrupt 0,1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5FFD6C-665A-43AA-8651-CF082B115CC1}"/>
              </a:ext>
            </a:extLst>
          </p:cNvPr>
          <p:cNvSpPr txBox="1"/>
          <p:nvPr/>
        </p:nvSpPr>
        <p:spPr>
          <a:xfrm>
            <a:off x="3645790" y="3402357"/>
            <a:ext cx="655030" cy="577932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8683A1A-1D10-4ACF-B3ED-28161736F11F}"/>
              </a:ext>
            </a:extLst>
          </p:cNvPr>
          <p:cNvCxnSpPr>
            <a:stCxn id="102" idx="3"/>
          </p:cNvCxnSpPr>
          <p:nvPr/>
        </p:nvCxnSpPr>
        <p:spPr>
          <a:xfrm>
            <a:off x="4300820" y="3691323"/>
            <a:ext cx="11006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FCF7F701-1117-4AFE-AD5D-E0E23380B23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64421" y="3112673"/>
            <a:ext cx="659093" cy="3036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6A2FEAE-17EB-407F-AE2E-D8DD8918FAFF}"/>
              </a:ext>
            </a:extLst>
          </p:cNvPr>
          <p:cNvSpPr txBox="1"/>
          <p:nvPr/>
        </p:nvSpPr>
        <p:spPr>
          <a:xfrm>
            <a:off x="2516465" y="2411224"/>
            <a:ext cx="1651357" cy="5237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0A32521-D46B-406C-BD8E-C5C4E0F5CE27}"/>
              </a:ext>
            </a:extLst>
          </p:cNvPr>
          <p:cNvSpPr txBox="1"/>
          <p:nvPr/>
        </p:nvSpPr>
        <p:spPr>
          <a:xfrm>
            <a:off x="5098931" y="2976775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C1BED7-3EBE-4526-9082-500A2B8289DF}"/>
              </a:ext>
            </a:extLst>
          </p:cNvPr>
          <p:cNvSpPr txBox="1"/>
          <p:nvPr/>
        </p:nvSpPr>
        <p:spPr>
          <a:xfrm>
            <a:off x="3306568" y="2899860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BFB9DD5-1C9F-4E8D-B64A-00243AB564D1}"/>
              </a:ext>
            </a:extLst>
          </p:cNvPr>
          <p:cNvCxnSpPr>
            <a:stCxn id="55" idx="1"/>
          </p:cNvCxnSpPr>
          <p:nvPr/>
        </p:nvCxnSpPr>
        <p:spPr>
          <a:xfrm flipH="1" flipV="1">
            <a:off x="4406630" y="5439912"/>
            <a:ext cx="922073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AA9566CA-5C33-46B1-B32D-E62B34347FC4}"/>
              </a:ext>
            </a:extLst>
          </p:cNvPr>
          <p:cNvSpPr txBox="1"/>
          <p:nvPr/>
        </p:nvSpPr>
        <p:spPr>
          <a:xfrm>
            <a:off x="3145991" y="5134578"/>
            <a:ext cx="1295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2</a:t>
            </a:r>
          </a:p>
          <a:p>
            <a:r>
              <a:rPr lang="en-US" dirty="0"/>
              <a:t>I2C FSM reg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01A3A6CE-5BCC-497E-8BA7-58ECE88ED760}"/>
              </a:ext>
            </a:extLst>
          </p:cNvPr>
          <p:cNvCxnSpPr>
            <a:cxnSpLocks/>
            <a:stCxn id="14" idx="2"/>
            <a:endCxn id="119" idx="1"/>
          </p:cNvCxnSpPr>
          <p:nvPr/>
        </p:nvCxnSpPr>
        <p:spPr>
          <a:xfrm rot="16200000" flipH="1">
            <a:off x="2910391" y="4288113"/>
            <a:ext cx="217360" cy="57095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9589A9B2-EB03-40D5-8EF9-ADACAA7A7CFC}"/>
              </a:ext>
            </a:extLst>
          </p:cNvPr>
          <p:cNvSpPr txBox="1"/>
          <p:nvPr/>
        </p:nvSpPr>
        <p:spPr>
          <a:xfrm>
            <a:off x="3304546" y="4359102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WA,WE</a:t>
            </a:r>
          </a:p>
          <a:p>
            <a:r>
              <a:rPr lang="en-US" dirty="0"/>
              <a:t>BRAM 0,1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AC05674-8741-4348-BCC3-5E4930175B4E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733596" y="2972478"/>
            <a:ext cx="0" cy="2528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997DF14-EA1C-486D-9022-6D4CF2636FD7}"/>
              </a:ext>
            </a:extLst>
          </p:cNvPr>
          <p:cNvSpPr txBox="1"/>
          <p:nvPr/>
        </p:nvSpPr>
        <p:spPr>
          <a:xfrm>
            <a:off x="2295089" y="289986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2B5589C-F980-4C6C-97E9-5EEDBE2FC866}"/>
              </a:ext>
            </a:extLst>
          </p:cNvPr>
          <p:cNvSpPr txBox="1"/>
          <p:nvPr/>
        </p:nvSpPr>
        <p:spPr>
          <a:xfrm>
            <a:off x="4282980" y="33364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28454A3-26C8-4E65-AA68-F83427B7DB95}"/>
              </a:ext>
            </a:extLst>
          </p:cNvPr>
          <p:cNvCxnSpPr/>
          <p:nvPr/>
        </p:nvCxnSpPr>
        <p:spPr>
          <a:xfrm>
            <a:off x="1595317" y="3459988"/>
            <a:ext cx="7296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07D7285-4268-439C-8DF4-5DC125793680}"/>
              </a:ext>
            </a:extLst>
          </p:cNvPr>
          <p:cNvCxnSpPr/>
          <p:nvPr/>
        </p:nvCxnSpPr>
        <p:spPr>
          <a:xfrm flipH="1">
            <a:off x="1537652" y="3676076"/>
            <a:ext cx="787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5526FBD-8643-4E82-8CBD-E03532AA4DD0}"/>
              </a:ext>
            </a:extLst>
          </p:cNvPr>
          <p:cNvSpPr txBox="1"/>
          <p:nvPr/>
        </p:nvSpPr>
        <p:spPr>
          <a:xfrm>
            <a:off x="803590" y="3251419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sdc_i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047C0B-AA09-473B-95D2-75E836AB1D53}"/>
              </a:ext>
            </a:extLst>
          </p:cNvPr>
          <p:cNvSpPr txBox="1"/>
          <p:nvPr/>
        </p:nvSpPr>
        <p:spPr>
          <a:xfrm>
            <a:off x="803590" y="346038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sdc_o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52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F61F988-20AA-441A-A3ED-C377D95872FF}"/>
              </a:ext>
            </a:extLst>
          </p:cNvPr>
          <p:cNvCxnSpPr>
            <a:cxnSpLocks/>
          </p:cNvCxnSpPr>
          <p:nvPr/>
        </p:nvCxnSpPr>
        <p:spPr>
          <a:xfrm>
            <a:off x="2302284" y="2391032"/>
            <a:ext cx="72065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955FFD6-503A-43F4-8B2B-EE083D7A4A59}"/>
              </a:ext>
            </a:extLst>
          </p:cNvPr>
          <p:cNvSpPr txBox="1"/>
          <p:nvPr/>
        </p:nvSpPr>
        <p:spPr>
          <a:xfrm>
            <a:off x="2302284" y="1282638"/>
            <a:ext cx="1132896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VEXRISCV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6B158-0B4E-4616-9AC8-8770125E3DBF}"/>
              </a:ext>
            </a:extLst>
          </p:cNvPr>
          <p:cNvSpPr txBox="1"/>
          <p:nvPr/>
        </p:nvSpPr>
        <p:spPr>
          <a:xfrm>
            <a:off x="3707392" y="1282638"/>
            <a:ext cx="634506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ROM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B3F48-F6F7-417B-A822-5F79F1F074DD}"/>
              </a:ext>
            </a:extLst>
          </p:cNvPr>
          <p:cNvSpPr txBox="1"/>
          <p:nvPr/>
        </p:nvSpPr>
        <p:spPr>
          <a:xfrm>
            <a:off x="4614110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SRAM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74881-8F03-420B-B25B-07722DA9DEAF}"/>
              </a:ext>
            </a:extLst>
          </p:cNvPr>
          <p:cNvSpPr txBox="1"/>
          <p:nvPr/>
        </p:nvSpPr>
        <p:spPr>
          <a:xfrm>
            <a:off x="5673229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DDR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5044C-98DC-48B0-9004-2CA168EA75CC}"/>
              </a:ext>
            </a:extLst>
          </p:cNvPr>
          <p:cNvSpPr txBox="1"/>
          <p:nvPr/>
        </p:nvSpPr>
        <p:spPr>
          <a:xfrm>
            <a:off x="6732348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TIMER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3D2C3-D090-42DF-9E11-39CD222E785E}"/>
              </a:ext>
            </a:extLst>
          </p:cNvPr>
          <p:cNvSpPr txBox="1"/>
          <p:nvPr/>
        </p:nvSpPr>
        <p:spPr>
          <a:xfrm>
            <a:off x="7791467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UART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DC9C2-A9FD-4E0F-A286-B31C4AF7A598}"/>
              </a:ext>
            </a:extLst>
          </p:cNvPr>
          <p:cNvSpPr txBox="1"/>
          <p:nvPr/>
        </p:nvSpPr>
        <p:spPr>
          <a:xfrm>
            <a:off x="8850585" y="1282638"/>
            <a:ext cx="786907" cy="48848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LEDS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28D78F-C853-452B-AE3D-BF1488F2050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868732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AF62C4-0FF1-402F-A02D-C3A5F06047FB}"/>
              </a:ext>
            </a:extLst>
          </p:cNvPr>
          <p:cNvCxnSpPr>
            <a:cxnSpLocks/>
          </p:cNvCxnSpPr>
          <p:nvPr/>
        </p:nvCxnSpPr>
        <p:spPr>
          <a:xfrm>
            <a:off x="4042623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3DDED9-51F4-4D5C-AED8-F326A2B7B72D}"/>
              </a:ext>
            </a:extLst>
          </p:cNvPr>
          <p:cNvCxnSpPr>
            <a:cxnSpLocks/>
          </p:cNvCxnSpPr>
          <p:nvPr/>
        </p:nvCxnSpPr>
        <p:spPr>
          <a:xfrm>
            <a:off x="5027044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335575-EEF5-4D14-98D2-2CC3002206F1}"/>
              </a:ext>
            </a:extLst>
          </p:cNvPr>
          <p:cNvCxnSpPr>
            <a:cxnSpLocks/>
          </p:cNvCxnSpPr>
          <p:nvPr/>
        </p:nvCxnSpPr>
        <p:spPr>
          <a:xfrm>
            <a:off x="6085606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A4EF7B-1A46-4B76-92B8-DD56BB3B74DB}"/>
              </a:ext>
            </a:extLst>
          </p:cNvPr>
          <p:cNvCxnSpPr>
            <a:cxnSpLocks/>
          </p:cNvCxnSpPr>
          <p:nvPr/>
        </p:nvCxnSpPr>
        <p:spPr>
          <a:xfrm>
            <a:off x="7160644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E5081F-D586-40FD-93C4-6C76F8CC6F38}"/>
              </a:ext>
            </a:extLst>
          </p:cNvPr>
          <p:cNvCxnSpPr>
            <a:cxnSpLocks/>
          </p:cNvCxnSpPr>
          <p:nvPr/>
        </p:nvCxnSpPr>
        <p:spPr>
          <a:xfrm>
            <a:off x="8194493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CB794E-5ED8-49AB-A089-A6F2F04EE588}"/>
              </a:ext>
            </a:extLst>
          </p:cNvPr>
          <p:cNvCxnSpPr>
            <a:cxnSpLocks/>
          </p:cNvCxnSpPr>
          <p:nvPr/>
        </p:nvCxnSpPr>
        <p:spPr>
          <a:xfrm>
            <a:off x="9253055" y="1771119"/>
            <a:ext cx="0" cy="619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9ACC8-0096-4C00-815A-C0702798556B}"/>
              </a:ext>
            </a:extLst>
          </p:cNvPr>
          <p:cNvSpPr/>
          <p:nvPr/>
        </p:nvSpPr>
        <p:spPr>
          <a:xfrm>
            <a:off x="1491049" y="2998573"/>
            <a:ext cx="6433751" cy="3113899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564EC-79ED-4F70-B9B6-110C34BA01B5}"/>
              </a:ext>
            </a:extLst>
          </p:cNvPr>
          <p:cNvSpPr txBox="1"/>
          <p:nvPr/>
        </p:nvSpPr>
        <p:spPr>
          <a:xfrm>
            <a:off x="1886466" y="4569797"/>
            <a:ext cx="5632790" cy="81389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 err="1"/>
              <a:t>ibuf.v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94DEA7-50B9-4A71-BCDE-76BFBF3979D8}"/>
              </a:ext>
            </a:extLst>
          </p:cNvPr>
          <p:cNvSpPr txBox="1"/>
          <p:nvPr/>
        </p:nvSpPr>
        <p:spPr>
          <a:xfrm>
            <a:off x="1496567" y="5688910"/>
            <a:ext cx="2845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class </a:t>
            </a:r>
            <a:r>
              <a:rPr lang="en-US" i="1" dirty="0" err="1"/>
              <a:t>ibuf</a:t>
            </a:r>
            <a:r>
              <a:rPr lang="en-US" i="1" dirty="0"/>
              <a:t>(</a:t>
            </a:r>
            <a:r>
              <a:rPr lang="en-US" i="1" dirty="0" err="1"/>
              <a:t>Module,AutoCSR</a:t>
            </a:r>
            <a:r>
              <a:rPr lang="en-US" i="1" dirty="0"/>
              <a:t>):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D5F9E-60A6-47DB-B38B-E6C27273E982}"/>
              </a:ext>
            </a:extLst>
          </p:cNvPr>
          <p:cNvSpPr txBox="1"/>
          <p:nvPr/>
        </p:nvSpPr>
        <p:spPr>
          <a:xfrm>
            <a:off x="1743418" y="3451653"/>
            <a:ext cx="1548713" cy="5684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 err="1"/>
              <a:t>CSRStorage</a:t>
            </a:r>
            <a:r>
              <a:rPr lang="en-US" dirty="0"/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100A2A-101F-4C99-9FA8-4990A52D64F0}"/>
              </a:ext>
            </a:extLst>
          </p:cNvPr>
          <p:cNvSpPr txBox="1"/>
          <p:nvPr/>
        </p:nvSpPr>
        <p:spPr>
          <a:xfrm>
            <a:off x="5900522" y="3451653"/>
            <a:ext cx="1762898" cy="5684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 err="1"/>
              <a:t>EventManager</a:t>
            </a:r>
            <a:r>
              <a:rPr lang="en-US" dirty="0"/>
              <a:t>()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6EEC57F-B5F7-4040-B2ED-2ADD68B9577D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781971" y="2391032"/>
            <a:ext cx="0" cy="1060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1F348F-FF24-45E8-8432-9144D3C0F626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2517774" y="2391032"/>
            <a:ext cx="1" cy="1060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855958-D6A2-440B-B3FD-E455686C4B59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517775" y="4020064"/>
            <a:ext cx="0" cy="5354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79C6459-2358-4EE9-BE46-DE1E7B220579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4405099" y="4020064"/>
            <a:ext cx="0" cy="5497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2FBB80-7C77-444B-9C9E-780E4412468A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6781971" y="4020064"/>
            <a:ext cx="0" cy="5497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B51309-D2AA-444C-85C0-61EA2FAD0CA5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1128584" y="4975654"/>
            <a:ext cx="757882" cy="10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90933CC-CF3D-4536-88BC-B02E830CAB0A}"/>
              </a:ext>
            </a:extLst>
          </p:cNvPr>
          <p:cNvSpPr txBox="1"/>
          <p:nvPr/>
        </p:nvSpPr>
        <p:spPr>
          <a:xfrm>
            <a:off x="565801" y="4652488"/>
            <a:ext cx="562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SDA</a:t>
            </a:r>
          </a:p>
          <a:p>
            <a:r>
              <a:rPr lang="en-US" dirty="0"/>
              <a:t>SCL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C99402-2EC2-4967-8026-EC00B7DDAABC}"/>
              </a:ext>
            </a:extLst>
          </p:cNvPr>
          <p:cNvSpPr txBox="1"/>
          <p:nvPr/>
        </p:nvSpPr>
        <p:spPr>
          <a:xfrm>
            <a:off x="9508854" y="4521823"/>
            <a:ext cx="8486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FBD94E-BFF2-4BD6-A8CC-1F7362501642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519256" y="4975654"/>
            <a:ext cx="1913069" cy="1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C04CCB6-99BD-419A-A2F6-8F5A9DDF3EEA}"/>
              </a:ext>
            </a:extLst>
          </p:cNvPr>
          <p:cNvSpPr txBox="1"/>
          <p:nvPr/>
        </p:nvSpPr>
        <p:spPr>
          <a:xfrm>
            <a:off x="9530002" y="2206366"/>
            <a:ext cx="1757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WishBone</a:t>
            </a:r>
            <a:r>
              <a:rPr lang="en-US" dirty="0"/>
              <a:t> or AXI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6EB0AE-294F-44F4-BB6A-35F26990E72A}"/>
              </a:ext>
            </a:extLst>
          </p:cNvPr>
          <p:cNvSpPr txBox="1"/>
          <p:nvPr/>
        </p:nvSpPr>
        <p:spPr>
          <a:xfrm>
            <a:off x="3630742" y="3451653"/>
            <a:ext cx="1548713" cy="5684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 err="1"/>
              <a:t>CSRStatus</a:t>
            </a:r>
            <a:r>
              <a:rPr lang="en-US" dirty="0"/>
              <a:t>()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556B0F3-F550-4D58-8E72-AD44091FB854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4405098" y="2391032"/>
            <a:ext cx="1" cy="1060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041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C9B4A-87CF-41EB-ACCB-B486D5B5A738}"/>
              </a:ext>
            </a:extLst>
          </p:cNvPr>
          <p:cNvSpPr txBox="1"/>
          <p:nvPr/>
        </p:nvSpPr>
        <p:spPr>
          <a:xfrm>
            <a:off x="5074510" y="1869989"/>
            <a:ext cx="1095631" cy="325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pPr algn="ctr"/>
            <a:r>
              <a:rPr lang="en-US" dirty="0"/>
              <a:t>i2c_if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SA=0x33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728E5-0EA8-4711-9C22-B9C7AD5E91A2}"/>
              </a:ext>
            </a:extLst>
          </p:cNvPr>
          <p:cNvSpPr txBox="1"/>
          <p:nvPr/>
        </p:nvSpPr>
        <p:spPr>
          <a:xfrm>
            <a:off x="3652180" y="2665626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o_sdc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5C0ABA-B3D4-49E0-986E-9FEA00C5D5B8}"/>
              </a:ext>
            </a:extLst>
          </p:cNvPr>
          <p:cNvCxnSpPr/>
          <p:nvPr/>
        </p:nvCxnSpPr>
        <p:spPr>
          <a:xfrm flipH="1">
            <a:off x="4423720" y="2850292"/>
            <a:ext cx="650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2D4271-4C53-4B84-A53D-207B31AA75F0}"/>
              </a:ext>
            </a:extLst>
          </p:cNvPr>
          <p:cNvCxnSpPr/>
          <p:nvPr/>
        </p:nvCxnSpPr>
        <p:spPr>
          <a:xfrm>
            <a:off x="4448433" y="3155092"/>
            <a:ext cx="626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059893-893F-44AA-9822-D3ED4CE6E79B}"/>
              </a:ext>
            </a:extLst>
          </p:cNvPr>
          <p:cNvSpPr txBox="1"/>
          <p:nvPr/>
        </p:nvSpPr>
        <p:spPr>
          <a:xfrm>
            <a:off x="3686644" y="2970426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i_sdc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A3547-FB9D-4F9E-92F4-2FCB853952A3}"/>
              </a:ext>
            </a:extLst>
          </p:cNvPr>
          <p:cNvSpPr txBox="1"/>
          <p:nvPr/>
        </p:nvSpPr>
        <p:spPr>
          <a:xfrm>
            <a:off x="3643369" y="349146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o_sda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D094BE-0159-43D5-93C2-C150850081C0}"/>
              </a:ext>
            </a:extLst>
          </p:cNvPr>
          <p:cNvCxnSpPr/>
          <p:nvPr/>
        </p:nvCxnSpPr>
        <p:spPr>
          <a:xfrm flipH="1">
            <a:off x="4414909" y="3676135"/>
            <a:ext cx="6507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E7AEB-C272-43DF-89CE-5768F9F94204}"/>
              </a:ext>
            </a:extLst>
          </p:cNvPr>
          <p:cNvCxnSpPr/>
          <p:nvPr/>
        </p:nvCxnSpPr>
        <p:spPr>
          <a:xfrm>
            <a:off x="4439622" y="3980935"/>
            <a:ext cx="626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EB5E2F-D057-4E6E-B1CA-B7AB7D5D76C1}"/>
              </a:ext>
            </a:extLst>
          </p:cNvPr>
          <p:cNvSpPr txBox="1"/>
          <p:nvPr/>
        </p:nvSpPr>
        <p:spPr>
          <a:xfrm>
            <a:off x="3677833" y="3796269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i_sda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4583-07D3-4B3F-9200-4383587FEB16}"/>
              </a:ext>
            </a:extLst>
          </p:cNvPr>
          <p:cNvSpPr txBox="1"/>
          <p:nvPr/>
        </p:nvSpPr>
        <p:spPr>
          <a:xfrm>
            <a:off x="1631040" y="2959447"/>
            <a:ext cx="12010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PADS</a:t>
            </a:r>
          </a:p>
          <a:p>
            <a:r>
              <a:rPr lang="en-US" dirty="0"/>
              <a:t>open drain</a:t>
            </a:r>
          </a:p>
          <a:p>
            <a:r>
              <a:rPr lang="en-US" dirty="0"/>
              <a:t>1MHz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FC61DD-2314-4BBA-824E-F1B48D662C39}"/>
              </a:ext>
            </a:extLst>
          </p:cNvPr>
          <p:cNvCxnSpPr/>
          <p:nvPr/>
        </p:nvCxnSpPr>
        <p:spPr>
          <a:xfrm flipH="1">
            <a:off x="6170141" y="2133600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9945FB0-F080-483E-8EA3-11FBDAFECC15}"/>
              </a:ext>
            </a:extLst>
          </p:cNvPr>
          <p:cNvSpPr txBox="1"/>
          <p:nvPr/>
        </p:nvSpPr>
        <p:spPr>
          <a:xfrm>
            <a:off x="7116191" y="1948934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i2c_addr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1D9022-7CB3-49DF-A266-DAE194C6D14B}"/>
              </a:ext>
            </a:extLst>
          </p:cNvPr>
          <p:cNvSpPr txBox="1"/>
          <p:nvPr/>
        </p:nvSpPr>
        <p:spPr>
          <a:xfrm>
            <a:off x="6275931" y="17872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6AAED9-7E79-401E-A709-BB2E0E3B7AC6}"/>
              </a:ext>
            </a:extLst>
          </p:cNvPr>
          <p:cNvCxnSpPr/>
          <p:nvPr/>
        </p:nvCxnSpPr>
        <p:spPr>
          <a:xfrm flipH="1">
            <a:off x="6171567" y="2581877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8B677A3-F6D5-4DC8-9C1B-8EA384B337EA}"/>
              </a:ext>
            </a:extLst>
          </p:cNvPr>
          <p:cNvSpPr txBox="1"/>
          <p:nvPr/>
        </p:nvSpPr>
        <p:spPr>
          <a:xfrm>
            <a:off x="7117617" y="2397211"/>
            <a:ext cx="1145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i2c_wdata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45EE9E-F720-479A-806F-3A6D39F8F787}"/>
              </a:ext>
            </a:extLst>
          </p:cNvPr>
          <p:cNvSpPr txBox="1"/>
          <p:nvPr/>
        </p:nvSpPr>
        <p:spPr>
          <a:xfrm>
            <a:off x="6277357" y="223554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B8EFA2-6797-42EB-8828-E01E63988ECB}"/>
              </a:ext>
            </a:extLst>
          </p:cNvPr>
          <p:cNvCxnSpPr>
            <a:cxnSpLocks/>
          </p:cNvCxnSpPr>
          <p:nvPr/>
        </p:nvCxnSpPr>
        <p:spPr>
          <a:xfrm>
            <a:off x="6170141" y="3009556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E78E393-799E-4405-A5D0-C1502CDE09FC}"/>
              </a:ext>
            </a:extLst>
          </p:cNvPr>
          <p:cNvSpPr txBox="1"/>
          <p:nvPr/>
        </p:nvSpPr>
        <p:spPr>
          <a:xfrm>
            <a:off x="7116191" y="2824890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i2c_rdata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CE658A-F037-4111-853B-FF7BDADAA6B1}"/>
              </a:ext>
            </a:extLst>
          </p:cNvPr>
          <p:cNvSpPr txBox="1"/>
          <p:nvPr/>
        </p:nvSpPr>
        <p:spPr>
          <a:xfrm>
            <a:off x="6275931" y="26632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222402-3ED3-443B-BBE4-3258F338ADEF}"/>
              </a:ext>
            </a:extLst>
          </p:cNvPr>
          <p:cNvCxnSpPr/>
          <p:nvPr/>
        </p:nvCxnSpPr>
        <p:spPr>
          <a:xfrm flipH="1">
            <a:off x="6170140" y="3611603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394C50F-3C80-4897-BCA4-D5F0C21DE331}"/>
              </a:ext>
            </a:extLst>
          </p:cNvPr>
          <p:cNvSpPr txBox="1"/>
          <p:nvPr/>
        </p:nvSpPr>
        <p:spPr>
          <a:xfrm>
            <a:off x="7116190" y="3426937"/>
            <a:ext cx="882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i2c_req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C56FF1-4322-40E2-AE8B-A1423C7E8731}"/>
              </a:ext>
            </a:extLst>
          </p:cNvPr>
          <p:cNvCxnSpPr>
            <a:cxnSpLocks/>
          </p:cNvCxnSpPr>
          <p:nvPr/>
        </p:nvCxnSpPr>
        <p:spPr>
          <a:xfrm>
            <a:off x="6156950" y="3974757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E6AE4C4-D88B-46CB-99C1-C93693FF8DA7}"/>
              </a:ext>
            </a:extLst>
          </p:cNvPr>
          <p:cNvSpPr txBox="1"/>
          <p:nvPr/>
        </p:nvSpPr>
        <p:spPr>
          <a:xfrm>
            <a:off x="7103000" y="3790091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i2c_ack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69D670-2E3C-4B56-86F9-D0B3D8827680}"/>
              </a:ext>
            </a:extLst>
          </p:cNvPr>
          <p:cNvCxnSpPr/>
          <p:nvPr/>
        </p:nvCxnSpPr>
        <p:spPr>
          <a:xfrm flipH="1">
            <a:off x="6170140" y="4355072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F97131D-8AB7-48F1-9077-B01A08C73926}"/>
              </a:ext>
            </a:extLst>
          </p:cNvPr>
          <p:cNvSpPr txBox="1"/>
          <p:nvPr/>
        </p:nvSpPr>
        <p:spPr>
          <a:xfrm>
            <a:off x="7116190" y="417040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i2c_wr_n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90695C-A272-4FC5-8D66-FB866E478B13}"/>
              </a:ext>
            </a:extLst>
          </p:cNvPr>
          <p:cNvSpPr txBox="1"/>
          <p:nvPr/>
        </p:nvSpPr>
        <p:spPr>
          <a:xfrm>
            <a:off x="9271357" y="3122137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CSR</a:t>
            </a: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C95A3465-4AE5-4D24-B0C0-98AE4CD50495}"/>
              </a:ext>
            </a:extLst>
          </p:cNvPr>
          <p:cNvSpPr/>
          <p:nvPr/>
        </p:nvSpPr>
        <p:spPr>
          <a:xfrm>
            <a:off x="3263450" y="2581877"/>
            <a:ext cx="221155" cy="165237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7FEC763-A500-40D9-BE00-E9F50F57ED16}"/>
              </a:ext>
            </a:extLst>
          </p:cNvPr>
          <p:cNvSpPr/>
          <p:nvPr/>
        </p:nvSpPr>
        <p:spPr>
          <a:xfrm>
            <a:off x="8476735" y="1869988"/>
            <a:ext cx="208329" cy="30974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9085678-489B-43A7-B8A0-D1A72C08F9CA}"/>
              </a:ext>
            </a:extLst>
          </p:cNvPr>
          <p:cNvCxnSpPr/>
          <p:nvPr/>
        </p:nvCxnSpPr>
        <p:spPr>
          <a:xfrm flipV="1">
            <a:off x="5671734" y="5120084"/>
            <a:ext cx="0" cy="37455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E3FF095-2968-4BCC-9437-BC1F62B07750}"/>
              </a:ext>
            </a:extLst>
          </p:cNvPr>
          <p:cNvSpPr txBox="1"/>
          <p:nvPr/>
        </p:nvSpPr>
        <p:spPr>
          <a:xfrm>
            <a:off x="5456098" y="5494638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B4DF90-F4A2-423F-B80B-C8640B37FF9E}"/>
              </a:ext>
            </a:extLst>
          </p:cNvPr>
          <p:cNvCxnSpPr/>
          <p:nvPr/>
        </p:nvCxnSpPr>
        <p:spPr>
          <a:xfrm flipH="1">
            <a:off x="6170140" y="4867193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2AADAE8-59EF-43E1-93C1-2B06C3013719}"/>
              </a:ext>
            </a:extLst>
          </p:cNvPr>
          <p:cNvSpPr txBox="1"/>
          <p:nvPr/>
        </p:nvSpPr>
        <p:spPr>
          <a:xfrm>
            <a:off x="7116190" y="4682527"/>
            <a:ext cx="65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reset</a:t>
            </a: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26EE30BC-98C9-43AC-82F2-5E24D4DBD391}"/>
              </a:ext>
            </a:extLst>
          </p:cNvPr>
          <p:cNvSpPr/>
          <p:nvPr/>
        </p:nvSpPr>
        <p:spPr>
          <a:xfrm>
            <a:off x="5583186" y="4967415"/>
            <a:ext cx="177096" cy="152669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62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E01A-B52F-4319-85C4-DC14B2AD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architecture - classification task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36EED0-DC47-4C6B-94E8-981237454690}"/>
              </a:ext>
            </a:extLst>
          </p:cNvPr>
          <p:cNvSpPr txBox="1"/>
          <p:nvPr/>
        </p:nvSpPr>
        <p:spPr>
          <a:xfrm>
            <a:off x="838200" y="1338243"/>
            <a:ext cx="45293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Tiny models that fit in FPGA BRAM</a:t>
            </a:r>
          </a:p>
          <a:p>
            <a:r>
              <a:rPr lang="en-US" dirty="0"/>
              <a:t>Train and test model using </a:t>
            </a:r>
            <a:r>
              <a:rPr lang="en-US" dirty="0" err="1"/>
              <a:t>tensorflow</a:t>
            </a:r>
            <a:r>
              <a:rPr lang="en-US" dirty="0"/>
              <a:t>/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Extract weights and write to FPGA BRAM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CF1353-08E5-4858-97E6-0FFF391CA1FD}"/>
              </a:ext>
            </a:extLst>
          </p:cNvPr>
          <p:cNvSpPr txBox="1"/>
          <p:nvPr/>
        </p:nvSpPr>
        <p:spPr>
          <a:xfrm>
            <a:off x="838200" y="2383907"/>
            <a:ext cx="5865338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tensorflow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2.7.0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Model: "model"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_________________________________________________________________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Layer (type)                Output Shape              Param #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input_1 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InputLayer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[(None, 24, 32, 1)]       0   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 (Conv2D)             (None, 22, 30, 32)        288 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 (Conv2D)           (None, 20, 28,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conv2d_2 (Conv2D)           (None, 18, 26,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conv2d_3 (Conv2D)           (None, 16, 24,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conv2d_4 (Conv2D)           (None, 14, 22,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conv2d_5 (Conv2D)           (None, 12, 20,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conv2d_6 (Conv2D)           (None, 10, 18, 32)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conv2d_7 (Conv2D)           (None, 8, 16,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conv2d_8 (Conv2D)           (None, 6, 14, 33)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conv2d_9 (Conv2D)           (None, 4, 12,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conv2d_10 (Conv2D)          (None, 2, 10, 32)         9216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conv2d_11 (Conv2D)          (None, 1, 1, 100)         64000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conv2d_12 (Conv2D)          (None, 1, 1, 100)         10000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conv2d_13 (Conv2D)          (None, 1, 1, 100)         10000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Total params: 176,448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Trainable params: 176,448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Non-trainable params: 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_________________________________________________________________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878174-2D24-478C-9708-9BA34B41C284}"/>
              </a:ext>
            </a:extLst>
          </p:cNvPr>
          <p:cNvSpPr txBox="1"/>
          <p:nvPr/>
        </p:nvSpPr>
        <p:spPr>
          <a:xfrm>
            <a:off x="8252678" y="1805648"/>
            <a:ext cx="84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[24,32,1]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D6BA70-4B7A-42C2-959F-4D02A2161D81}"/>
              </a:ext>
            </a:extLst>
          </p:cNvPr>
          <p:cNvSpPr/>
          <p:nvPr/>
        </p:nvSpPr>
        <p:spPr>
          <a:xfrm rot="5400000">
            <a:off x="8540762" y="2222410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62087-48B1-4119-9E5A-781D0CBFFFCE}"/>
              </a:ext>
            </a:extLst>
          </p:cNvPr>
          <p:cNvSpPr/>
          <p:nvPr/>
        </p:nvSpPr>
        <p:spPr>
          <a:xfrm rot="5400000">
            <a:off x="8540762" y="2534075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051681-760F-40E7-BF48-B13556A3F3F1}"/>
              </a:ext>
            </a:extLst>
          </p:cNvPr>
          <p:cNvSpPr/>
          <p:nvPr/>
        </p:nvSpPr>
        <p:spPr>
          <a:xfrm rot="5400000">
            <a:off x="8540762" y="2845740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605581-5AA2-4308-A189-8D26A260DB33}"/>
              </a:ext>
            </a:extLst>
          </p:cNvPr>
          <p:cNvSpPr/>
          <p:nvPr/>
        </p:nvSpPr>
        <p:spPr>
          <a:xfrm rot="5400000">
            <a:off x="8540762" y="3157405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5B068A-5A34-4F9E-84EA-69C838BB0FFC}"/>
              </a:ext>
            </a:extLst>
          </p:cNvPr>
          <p:cNvSpPr/>
          <p:nvPr/>
        </p:nvSpPr>
        <p:spPr>
          <a:xfrm rot="5400000">
            <a:off x="8540762" y="4092400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7A4696-6DF4-449C-9822-95E8563A85C9}"/>
              </a:ext>
            </a:extLst>
          </p:cNvPr>
          <p:cNvSpPr/>
          <p:nvPr/>
        </p:nvSpPr>
        <p:spPr>
          <a:xfrm rot="5400000">
            <a:off x="8540762" y="4404065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F00D32-38A8-473C-B8A4-C7387A8441CF}"/>
              </a:ext>
            </a:extLst>
          </p:cNvPr>
          <p:cNvSpPr/>
          <p:nvPr/>
        </p:nvSpPr>
        <p:spPr>
          <a:xfrm rot="5400000">
            <a:off x="8540762" y="4715730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E78C7-53E1-474E-BC4D-837B4DCCEF05}"/>
              </a:ext>
            </a:extLst>
          </p:cNvPr>
          <p:cNvSpPr/>
          <p:nvPr/>
        </p:nvSpPr>
        <p:spPr>
          <a:xfrm rot="5400000">
            <a:off x="8540762" y="5027394"/>
            <a:ext cx="205946" cy="113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531F07-C814-41F0-A3E7-A2013367A05F}"/>
              </a:ext>
            </a:extLst>
          </p:cNvPr>
          <p:cNvCxnSpPr>
            <a:cxnSpLocks/>
            <a:endCxn id="3" idx="1"/>
          </p:cNvCxnSpPr>
          <p:nvPr/>
        </p:nvCxnSpPr>
        <p:spPr>
          <a:xfrm flipH="1">
            <a:off x="8643735" y="2107093"/>
            <a:ext cx="1" cy="580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C8CBBF-F095-4607-826E-88D57EB03576}"/>
              </a:ext>
            </a:extLst>
          </p:cNvPr>
          <p:cNvCxnSpPr>
            <a:cxnSpLocks/>
          </p:cNvCxnSpPr>
          <p:nvPr/>
        </p:nvCxnSpPr>
        <p:spPr>
          <a:xfrm>
            <a:off x="8643736" y="5698778"/>
            <a:ext cx="0" cy="5928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68DCB17-AD0A-4A8F-8AFE-27A8BFFFEF04}"/>
              </a:ext>
            </a:extLst>
          </p:cNvPr>
          <p:cNvSpPr txBox="1"/>
          <p:nvPr/>
        </p:nvSpPr>
        <p:spPr>
          <a:xfrm>
            <a:off x="8223586" y="6291608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[1,1,100]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A9FB25-3B64-41E9-ACF2-A38182A82982}"/>
              </a:ext>
            </a:extLst>
          </p:cNvPr>
          <p:cNvSpPr txBox="1"/>
          <p:nvPr/>
        </p:nvSpPr>
        <p:spPr>
          <a:xfrm>
            <a:off x="9212146" y="1645243"/>
            <a:ext cx="16660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~25K pix/s</a:t>
            </a:r>
          </a:p>
          <a:p>
            <a:r>
              <a:rPr lang="en-US" sz="1400" dirty="0"/>
              <a:t>‘C’ order</a:t>
            </a:r>
          </a:p>
          <a:p>
            <a:r>
              <a:rPr lang="en-US" sz="1400" dirty="0"/>
              <a:t>TDATA,TVALID,TLAST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EAAB01-0FA4-4660-A541-D59BF7056FD8}"/>
              </a:ext>
            </a:extLst>
          </p:cNvPr>
          <p:cNvSpPr txBox="1"/>
          <p:nvPr/>
        </p:nvSpPr>
        <p:spPr>
          <a:xfrm>
            <a:off x="8694965" y="5745045"/>
            <a:ext cx="717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32 fps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FA8C8DB-AABD-4C82-8507-E714F199DBC8}"/>
              </a:ext>
            </a:extLst>
          </p:cNvPr>
          <p:cNvCxnSpPr>
            <a:cxnSpLocks/>
          </p:cNvCxnSpPr>
          <p:nvPr/>
        </p:nvCxnSpPr>
        <p:spPr>
          <a:xfrm>
            <a:off x="8653199" y="4053284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737AE44-5F99-4B2D-BA95-B16F48158CEE}"/>
              </a:ext>
            </a:extLst>
          </p:cNvPr>
          <p:cNvSpPr/>
          <p:nvPr/>
        </p:nvSpPr>
        <p:spPr>
          <a:xfrm>
            <a:off x="7766221" y="2466625"/>
            <a:ext cx="1886464" cy="3654834"/>
          </a:xfrm>
          <a:custGeom>
            <a:avLst/>
            <a:gdLst>
              <a:gd name="connsiteX0" fmla="*/ 0 w 1886464"/>
              <a:gd name="connsiteY0" fmla="*/ 0 h 3654834"/>
              <a:gd name="connsiteX1" fmla="*/ 628821 w 1886464"/>
              <a:gd name="connsiteY1" fmla="*/ 0 h 3654834"/>
              <a:gd name="connsiteX2" fmla="*/ 1219913 w 1886464"/>
              <a:gd name="connsiteY2" fmla="*/ 0 h 3654834"/>
              <a:gd name="connsiteX3" fmla="*/ 1886464 w 1886464"/>
              <a:gd name="connsiteY3" fmla="*/ 0 h 3654834"/>
              <a:gd name="connsiteX4" fmla="*/ 1886464 w 1886464"/>
              <a:gd name="connsiteY4" fmla="*/ 645687 h 3654834"/>
              <a:gd name="connsiteX5" fmla="*/ 1886464 w 1886464"/>
              <a:gd name="connsiteY5" fmla="*/ 1218278 h 3654834"/>
              <a:gd name="connsiteX6" fmla="*/ 1886464 w 1886464"/>
              <a:gd name="connsiteY6" fmla="*/ 1754320 h 3654834"/>
              <a:gd name="connsiteX7" fmla="*/ 1886464 w 1886464"/>
              <a:gd name="connsiteY7" fmla="*/ 2326911 h 3654834"/>
              <a:gd name="connsiteX8" fmla="*/ 1886464 w 1886464"/>
              <a:gd name="connsiteY8" fmla="*/ 2899502 h 3654834"/>
              <a:gd name="connsiteX9" fmla="*/ 1886464 w 1886464"/>
              <a:gd name="connsiteY9" fmla="*/ 3654834 h 3654834"/>
              <a:gd name="connsiteX10" fmla="*/ 1238778 w 1886464"/>
              <a:gd name="connsiteY10" fmla="*/ 3654834 h 3654834"/>
              <a:gd name="connsiteX11" fmla="*/ 666551 w 1886464"/>
              <a:gd name="connsiteY11" fmla="*/ 3654834 h 3654834"/>
              <a:gd name="connsiteX12" fmla="*/ 0 w 1886464"/>
              <a:gd name="connsiteY12" fmla="*/ 3654834 h 3654834"/>
              <a:gd name="connsiteX13" fmla="*/ 0 w 1886464"/>
              <a:gd name="connsiteY13" fmla="*/ 3009147 h 3654834"/>
              <a:gd name="connsiteX14" fmla="*/ 0 w 1886464"/>
              <a:gd name="connsiteY14" fmla="*/ 2436556 h 3654834"/>
              <a:gd name="connsiteX15" fmla="*/ 0 w 1886464"/>
              <a:gd name="connsiteY15" fmla="*/ 1937062 h 3654834"/>
              <a:gd name="connsiteX16" fmla="*/ 0 w 1886464"/>
              <a:gd name="connsiteY16" fmla="*/ 1401020 h 3654834"/>
              <a:gd name="connsiteX17" fmla="*/ 0 w 1886464"/>
              <a:gd name="connsiteY17" fmla="*/ 901526 h 3654834"/>
              <a:gd name="connsiteX18" fmla="*/ 0 w 1886464"/>
              <a:gd name="connsiteY18" fmla="*/ 0 h 365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86464" h="3654834" extrusionOk="0">
                <a:moveTo>
                  <a:pt x="0" y="0"/>
                </a:moveTo>
                <a:cubicBezTo>
                  <a:pt x="213478" y="-29523"/>
                  <a:pt x="408000" y="28802"/>
                  <a:pt x="628821" y="0"/>
                </a:cubicBezTo>
                <a:cubicBezTo>
                  <a:pt x="849642" y="-28802"/>
                  <a:pt x="949438" y="-25974"/>
                  <a:pt x="1219913" y="0"/>
                </a:cubicBezTo>
                <a:cubicBezTo>
                  <a:pt x="1490388" y="25974"/>
                  <a:pt x="1568645" y="-32090"/>
                  <a:pt x="1886464" y="0"/>
                </a:cubicBezTo>
                <a:cubicBezTo>
                  <a:pt x="1905001" y="152431"/>
                  <a:pt x="1893968" y="440019"/>
                  <a:pt x="1886464" y="645687"/>
                </a:cubicBezTo>
                <a:cubicBezTo>
                  <a:pt x="1878960" y="851355"/>
                  <a:pt x="1898687" y="1073733"/>
                  <a:pt x="1886464" y="1218278"/>
                </a:cubicBezTo>
                <a:cubicBezTo>
                  <a:pt x="1874241" y="1362823"/>
                  <a:pt x="1890934" y="1579719"/>
                  <a:pt x="1886464" y="1754320"/>
                </a:cubicBezTo>
                <a:cubicBezTo>
                  <a:pt x="1881994" y="1928921"/>
                  <a:pt x="1892633" y="2151409"/>
                  <a:pt x="1886464" y="2326911"/>
                </a:cubicBezTo>
                <a:cubicBezTo>
                  <a:pt x="1880295" y="2502413"/>
                  <a:pt x="1891004" y="2758337"/>
                  <a:pt x="1886464" y="2899502"/>
                </a:cubicBezTo>
                <a:cubicBezTo>
                  <a:pt x="1881924" y="3040667"/>
                  <a:pt x="1883692" y="3425256"/>
                  <a:pt x="1886464" y="3654834"/>
                </a:cubicBezTo>
                <a:cubicBezTo>
                  <a:pt x="1714650" y="3624566"/>
                  <a:pt x="1559228" y="3668145"/>
                  <a:pt x="1238778" y="3654834"/>
                </a:cubicBezTo>
                <a:cubicBezTo>
                  <a:pt x="918328" y="3641523"/>
                  <a:pt x="794034" y="3680640"/>
                  <a:pt x="666551" y="3654834"/>
                </a:cubicBezTo>
                <a:cubicBezTo>
                  <a:pt x="539068" y="3629028"/>
                  <a:pt x="187104" y="3662374"/>
                  <a:pt x="0" y="3654834"/>
                </a:cubicBezTo>
                <a:cubicBezTo>
                  <a:pt x="-3498" y="3426264"/>
                  <a:pt x="9449" y="3312200"/>
                  <a:pt x="0" y="3009147"/>
                </a:cubicBezTo>
                <a:cubicBezTo>
                  <a:pt x="-9449" y="2706094"/>
                  <a:pt x="9489" y="2603062"/>
                  <a:pt x="0" y="2436556"/>
                </a:cubicBezTo>
                <a:cubicBezTo>
                  <a:pt x="-9489" y="2270050"/>
                  <a:pt x="-7426" y="2186732"/>
                  <a:pt x="0" y="1937062"/>
                </a:cubicBezTo>
                <a:cubicBezTo>
                  <a:pt x="7426" y="1687392"/>
                  <a:pt x="-10352" y="1508234"/>
                  <a:pt x="0" y="1401020"/>
                </a:cubicBezTo>
                <a:cubicBezTo>
                  <a:pt x="10352" y="1293806"/>
                  <a:pt x="-24009" y="1079586"/>
                  <a:pt x="0" y="901526"/>
                </a:cubicBezTo>
                <a:cubicBezTo>
                  <a:pt x="24009" y="723466"/>
                  <a:pt x="-26044" y="280231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731222-A1B7-4716-88CD-494CDDEF7901}"/>
              </a:ext>
            </a:extLst>
          </p:cNvPr>
          <p:cNvSpPr txBox="1"/>
          <p:nvPr/>
        </p:nvSpPr>
        <p:spPr>
          <a:xfrm>
            <a:off x="9883079" y="3986496"/>
            <a:ext cx="1119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FPGA Verilog</a:t>
            </a:r>
          </a:p>
        </p:txBody>
      </p:sp>
    </p:spTree>
    <p:extLst>
      <p:ext uri="{BB962C8B-B14F-4D97-AF65-F5344CB8AC3E}">
        <p14:creationId xmlns:p14="http://schemas.microsoft.com/office/powerpoint/2010/main" val="1559522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B252863-7C31-4F11-9378-0EF94AA521E8}"/>
              </a:ext>
            </a:extLst>
          </p:cNvPr>
          <p:cNvGrpSpPr/>
          <p:nvPr/>
        </p:nvGrpSpPr>
        <p:grpSpPr>
          <a:xfrm>
            <a:off x="1032083" y="36723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D209B5-94B3-4933-B45E-7F556D7ED04E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598B94-D066-43C7-9CF9-3D13F118ED3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BBA570-B841-4A69-99A9-D1D1FFD6143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3160C5-A6E6-4271-9C9A-E0B5D16CFF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FB31AD-199C-46A9-898E-A0D3FFBA8CE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63E487-E0AD-4E21-98B2-06F4E0C03EED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DE3135-A429-4666-B07C-E14B69B635B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888CCF-9C5E-4AAA-87D2-A934890121A5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376E0E-798D-4359-A9B1-C078581A402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0F4F81-57EB-490A-936B-56FDD0522722}"/>
              </a:ext>
            </a:extLst>
          </p:cNvPr>
          <p:cNvGrpSpPr/>
          <p:nvPr/>
        </p:nvGrpSpPr>
        <p:grpSpPr>
          <a:xfrm>
            <a:off x="879683" y="35199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2CA6CB-16BD-4590-90F0-1FD5D137AEC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474B89C-8432-4077-9F33-2EEE712C4322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B846BC-A1C2-4265-BB65-BC923045A68E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D22E0C-4757-4FA9-95A1-4BE234EFDF1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AD34D2-BE36-41FC-92F7-AC942CCE712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BB4E48-DE05-4E11-A7FB-1E1CF464D6E4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4859F3-D08F-4711-A557-132F3F6EC492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5E55E-1358-457C-91CF-930EB1651F0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1C0BF4-6E7D-4A23-93F9-8D56B034FE85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9F2901-B2F6-4130-9B7B-1D49D60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dot product using FPGA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943C8-38E3-41CE-994C-6A05DA33D725}"/>
              </a:ext>
            </a:extLst>
          </p:cNvPr>
          <p:cNvSpPr txBox="1"/>
          <p:nvPr/>
        </p:nvSpPr>
        <p:spPr>
          <a:xfrm>
            <a:off x="622451" y="2660168"/>
            <a:ext cx="151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patch</a:t>
            </a:r>
          </a:p>
          <a:p>
            <a:r>
              <a:rPr lang="en-US" dirty="0"/>
              <a:t>[3,3,ichan]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676BB6-57A4-48D5-96D8-D96B58EFD81C}"/>
              </a:ext>
            </a:extLst>
          </p:cNvPr>
          <p:cNvGrpSpPr/>
          <p:nvPr/>
        </p:nvGrpSpPr>
        <p:grpSpPr>
          <a:xfrm>
            <a:off x="727283" y="33675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3D16E6-F938-4077-BC43-19C5549070D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364DB3-E4DE-4537-BB5E-00E44EEAA048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29DB9-B503-46A2-83A5-426E58FEA9D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B5FC1-7493-4577-A67E-29BE31A903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E9A126-1DB4-46E9-8566-9DEDBA925AE8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0D88B-797F-4A3A-957F-F73960D2E51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E1A370-689E-4A29-AE7B-297D4CFC4893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B7EE32-5DCE-4471-8B67-6DF66A8B0B2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DAB7DD-6E56-4CAE-9995-3F7DF828089C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B72BC64-3870-4210-BBA2-AF5CD9A7177B}"/>
              </a:ext>
            </a:extLst>
          </p:cNvPr>
          <p:cNvGrpSpPr/>
          <p:nvPr/>
        </p:nvGrpSpPr>
        <p:grpSpPr>
          <a:xfrm>
            <a:off x="3220624" y="28306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9423D0-4C18-457F-A0CD-6118CF7E7EA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3DFCD8-D4C1-4E4F-899F-C9A618512D99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A8EE49-E6BD-4918-BD92-4F5AE1B61A7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6974BF-8F91-4349-A0C0-5216C26D0A1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09167AD-E405-405E-9D28-2F60AD9773C7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0D9C83-72FA-4237-8658-437E11E8A95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BB8620-1237-4412-B8AD-540C1A6A44AB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BA50A7-C390-48E0-B2B1-DF9167BF9A83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8AD0D0A-80E7-4BA8-861F-F31C6D6F688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549CEA-CD72-40FF-B7C9-3BA2112B3AFA}"/>
              </a:ext>
            </a:extLst>
          </p:cNvPr>
          <p:cNvGrpSpPr/>
          <p:nvPr/>
        </p:nvGrpSpPr>
        <p:grpSpPr>
          <a:xfrm>
            <a:off x="3068224" y="26782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9452844-73DF-4E09-8C1B-FEF29CC26F2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16282C0-7697-4F48-AC68-07EED099C87A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8E6B84-C389-4215-8456-E436B1F9D55A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F9D5EC-1C09-415A-9FAC-F9F0F7CB3D54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463C63-9B87-4ACA-84D9-4764861B9756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0253723-5EB8-4749-AF13-539E13FC3830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6AAEAED-3B55-4712-860F-D4BAD9D5295C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A1C4FA-0D36-4EBD-AFC9-DEFC0D0FD53F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ABE8FD-6F91-41D8-BA4D-E7F10CA9902D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3EF08BB-2FAB-4410-91DF-4224E4436768}"/>
              </a:ext>
            </a:extLst>
          </p:cNvPr>
          <p:cNvGrpSpPr/>
          <p:nvPr/>
        </p:nvGrpSpPr>
        <p:grpSpPr>
          <a:xfrm>
            <a:off x="2915824" y="25258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955B484-CB99-4A09-A637-0CCEF997094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0E79F2-6325-4950-A6CB-920DFD06D5A3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3650E8B-9FB6-4773-9536-E0B9E8147AE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0416219-95E8-44E7-9BF3-A974C1DCA1C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C4BA2B7-0515-4269-9236-55152D1512F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B1A1BBB-5016-403F-955D-DA3E077D02D1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4E7B37-82A8-4891-AD1F-345642862218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E7FD66-0EC7-4EBF-A3FB-FABCE69C9C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98A5D6-8CB3-4ECB-8BB1-3D0BC9C0BFA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544FFE7-1BCD-4645-A587-7E844A3D2735}"/>
              </a:ext>
            </a:extLst>
          </p:cNvPr>
          <p:cNvSpPr txBox="1"/>
          <p:nvPr/>
        </p:nvSpPr>
        <p:spPr>
          <a:xfrm>
            <a:off x="2813157" y="1865430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  <a:p>
            <a:r>
              <a:rPr lang="en-US" dirty="0"/>
              <a:t>[ochan,3,3,ichan]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8638E8-F6FA-4742-965A-08A3008D039A}"/>
              </a:ext>
            </a:extLst>
          </p:cNvPr>
          <p:cNvGrpSpPr/>
          <p:nvPr/>
        </p:nvGrpSpPr>
        <p:grpSpPr>
          <a:xfrm>
            <a:off x="3222756" y="43352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0AE3CCE-79BD-4D58-B0E5-9D782FF1FF40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7EE5ED7-EA6F-4FF8-B2B3-8DC49521458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BB48594-9B79-442A-AB8C-E947C7B1BA89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37C3FD5-EDDF-4B8B-B88C-4314E21FC5D1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512A61-0DDF-476B-BFA9-50E50FEE836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70D0A78-007C-44B4-BED3-0506FEDAF40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9C26B9-D382-4D87-A218-CBCC087C7C36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57312D8-2B8B-4DEF-A96B-F64F78CE04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1C40D6C-C8DE-4A5C-88CE-71E9056688F1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A7A438-6021-48C9-880B-8C162CEFBCE9}"/>
              </a:ext>
            </a:extLst>
          </p:cNvPr>
          <p:cNvGrpSpPr/>
          <p:nvPr/>
        </p:nvGrpSpPr>
        <p:grpSpPr>
          <a:xfrm>
            <a:off x="3070356" y="41828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565F0A2-7B6F-440B-A3B1-8FC6484A1BF2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638FBC7-CBDC-42CE-A443-B315B4ECB2D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0E1408B-B02D-4F8D-9EE9-94E8E3F117B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37419F-A743-48F9-9384-AF6A5507962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92B3E0C-07E8-4A66-B883-4CF9BFB0FDBB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06ED5B6-9A1E-4C04-9AD2-EDA15C57DCE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6F24DE-9090-428D-B3D5-BB6AA02A449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158B646-363D-4DD4-B655-241618739C34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850B23D-B58F-49A3-B1A2-B8FDB805D47A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5328531-6E23-4B8D-BB01-57AF17673520}"/>
              </a:ext>
            </a:extLst>
          </p:cNvPr>
          <p:cNvGrpSpPr/>
          <p:nvPr/>
        </p:nvGrpSpPr>
        <p:grpSpPr>
          <a:xfrm>
            <a:off x="2917956" y="40304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131E4B6-BA9C-4643-B754-8233AC82C53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D5CC4C8-9854-4557-801C-E9FD288FA1D0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1FB2FAE-5CFB-4984-92E6-108B14728792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51381E-9C6C-4A93-A1D1-C5219FA00A55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51BC145-CA28-4915-A2F6-AA94961D229E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80F588C-905F-4E8E-8E25-27EBFE296C88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FFD4B2E-9ABE-4696-9A1F-C658E429B7B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60A8F4A-813B-4E39-AC74-3827216F1C27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62964D3-2C34-4204-BA13-47F980064A1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4AC6642-806D-4940-A0D5-423E3056E40F}"/>
              </a:ext>
            </a:extLst>
          </p:cNvPr>
          <p:cNvCxnSpPr>
            <a:cxnSpLocks/>
          </p:cNvCxnSpPr>
          <p:nvPr/>
        </p:nvCxnSpPr>
        <p:spPr>
          <a:xfrm flipV="1">
            <a:off x="2134077" y="3089109"/>
            <a:ext cx="664773" cy="583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1F208E9-9DDD-489F-9258-AED7B7813A54}"/>
              </a:ext>
            </a:extLst>
          </p:cNvPr>
          <p:cNvCxnSpPr>
            <a:cxnSpLocks/>
          </p:cNvCxnSpPr>
          <p:nvPr/>
        </p:nvCxnSpPr>
        <p:spPr>
          <a:xfrm>
            <a:off x="2097984" y="4408877"/>
            <a:ext cx="637274" cy="11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DB612FA-45C8-47FB-9F2F-F7C80EA0CA24}"/>
              </a:ext>
            </a:extLst>
          </p:cNvPr>
          <p:cNvCxnSpPr>
            <a:cxnSpLocks/>
          </p:cNvCxnSpPr>
          <p:nvPr/>
        </p:nvCxnSpPr>
        <p:spPr>
          <a:xfrm>
            <a:off x="4233286" y="3559640"/>
            <a:ext cx="619789" cy="281317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3B1BC4B-025E-4169-AB78-6484C8A3BD02}"/>
              </a:ext>
            </a:extLst>
          </p:cNvPr>
          <p:cNvSpPr/>
          <p:nvPr/>
        </p:nvSpPr>
        <p:spPr>
          <a:xfrm>
            <a:off x="5261245" y="41268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75D6472-F0EA-428F-A88C-2F34C6D87736}"/>
              </a:ext>
            </a:extLst>
          </p:cNvPr>
          <p:cNvSpPr/>
          <p:nvPr/>
        </p:nvSpPr>
        <p:spPr>
          <a:xfrm>
            <a:off x="5108845" y="39744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6650F8F-BA1F-4897-92EB-3F088B6F73F5}"/>
              </a:ext>
            </a:extLst>
          </p:cNvPr>
          <p:cNvSpPr/>
          <p:nvPr/>
        </p:nvSpPr>
        <p:spPr>
          <a:xfrm>
            <a:off x="4952180" y="3817789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CD2028-283B-493A-8017-4E0F979DDE95}"/>
              </a:ext>
            </a:extLst>
          </p:cNvPr>
          <p:cNvSpPr txBox="1"/>
          <p:nvPr/>
        </p:nvSpPr>
        <p:spPr>
          <a:xfrm>
            <a:off x="4619629" y="2987261"/>
            <a:ext cx="150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vector</a:t>
            </a:r>
          </a:p>
          <a:p>
            <a:r>
              <a:rPr lang="en-US" dirty="0"/>
              <a:t>[1,1,ochan]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946FC0F-CD0C-481E-BCB5-956F43346580}"/>
              </a:ext>
            </a:extLst>
          </p:cNvPr>
          <p:cNvCxnSpPr>
            <a:cxnSpLocks/>
          </p:cNvCxnSpPr>
          <p:nvPr/>
        </p:nvCxnSpPr>
        <p:spPr>
          <a:xfrm flipV="1">
            <a:off x="4249362" y="4299006"/>
            <a:ext cx="661303" cy="25019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42445D5-8BA2-4E87-88A0-290ACA78C60D}"/>
              </a:ext>
            </a:extLst>
          </p:cNvPr>
          <p:cNvCxnSpPr>
            <a:cxnSpLocks/>
          </p:cNvCxnSpPr>
          <p:nvPr/>
        </p:nvCxnSpPr>
        <p:spPr>
          <a:xfrm>
            <a:off x="3655351" y="5487250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AFCB326-5655-49E7-BE62-8EAE582D55AD}"/>
              </a:ext>
            </a:extLst>
          </p:cNvPr>
          <p:cNvCxnSpPr>
            <a:cxnSpLocks/>
          </p:cNvCxnSpPr>
          <p:nvPr/>
        </p:nvCxnSpPr>
        <p:spPr>
          <a:xfrm>
            <a:off x="5657053" y="4531172"/>
            <a:ext cx="209417" cy="164552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29E8183-6596-4528-9BF3-55943B7077EA}"/>
              </a:ext>
            </a:extLst>
          </p:cNvPr>
          <p:cNvCxnSpPr>
            <a:cxnSpLocks/>
            <a:stCxn id="166" idx="0"/>
          </p:cNvCxnSpPr>
          <p:nvPr/>
        </p:nvCxnSpPr>
        <p:spPr>
          <a:xfrm flipH="1" flipV="1">
            <a:off x="1562392" y="4800936"/>
            <a:ext cx="302320" cy="45001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31E44FF-09EA-4DEE-8DFD-AFDA48C07B01}"/>
              </a:ext>
            </a:extLst>
          </p:cNvPr>
          <p:cNvCxnSpPr>
            <a:cxnSpLocks/>
            <a:stCxn id="166" idx="0"/>
          </p:cNvCxnSpPr>
          <p:nvPr/>
        </p:nvCxnSpPr>
        <p:spPr>
          <a:xfrm flipV="1">
            <a:off x="1864712" y="4961862"/>
            <a:ext cx="907939" cy="2890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76856C98-913B-40B3-920C-07B1AC81D952}"/>
              </a:ext>
            </a:extLst>
          </p:cNvPr>
          <p:cNvSpPr txBox="1"/>
          <p:nvPr/>
        </p:nvSpPr>
        <p:spPr>
          <a:xfrm>
            <a:off x="1216137" y="5250951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same shape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61AD3C30-0113-4E68-8C19-3FD75F0E24C6}"/>
              </a:ext>
            </a:extLst>
          </p:cNvPr>
          <p:cNvSpPr/>
          <p:nvPr/>
        </p:nvSpPr>
        <p:spPr>
          <a:xfrm>
            <a:off x="533401" y="1758422"/>
            <a:ext cx="5639648" cy="4573858"/>
          </a:xfrm>
          <a:custGeom>
            <a:avLst/>
            <a:gdLst>
              <a:gd name="connsiteX0" fmla="*/ 0 w 5639648"/>
              <a:gd name="connsiteY0" fmla="*/ 0 h 4573858"/>
              <a:gd name="connsiteX1" fmla="*/ 626628 w 5639648"/>
              <a:gd name="connsiteY1" fmla="*/ 0 h 4573858"/>
              <a:gd name="connsiteX2" fmla="*/ 1140462 w 5639648"/>
              <a:gd name="connsiteY2" fmla="*/ 0 h 4573858"/>
              <a:gd name="connsiteX3" fmla="*/ 1710693 w 5639648"/>
              <a:gd name="connsiteY3" fmla="*/ 0 h 4573858"/>
              <a:gd name="connsiteX4" fmla="*/ 2393717 w 5639648"/>
              <a:gd name="connsiteY4" fmla="*/ 0 h 4573858"/>
              <a:gd name="connsiteX5" fmla="*/ 3076741 w 5639648"/>
              <a:gd name="connsiteY5" fmla="*/ 0 h 4573858"/>
              <a:gd name="connsiteX6" fmla="*/ 3590576 w 5639648"/>
              <a:gd name="connsiteY6" fmla="*/ 0 h 4573858"/>
              <a:gd name="connsiteX7" fmla="*/ 4160807 w 5639648"/>
              <a:gd name="connsiteY7" fmla="*/ 0 h 4573858"/>
              <a:gd name="connsiteX8" fmla="*/ 4843831 w 5639648"/>
              <a:gd name="connsiteY8" fmla="*/ 0 h 4573858"/>
              <a:gd name="connsiteX9" fmla="*/ 5639648 w 5639648"/>
              <a:gd name="connsiteY9" fmla="*/ 0 h 4573858"/>
              <a:gd name="connsiteX10" fmla="*/ 5639648 w 5639648"/>
              <a:gd name="connsiteY10" fmla="*/ 561931 h 4573858"/>
              <a:gd name="connsiteX11" fmla="*/ 5639648 w 5639648"/>
              <a:gd name="connsiteY11" fmla="*/ 1261078 h 4573858"/>
              <a:gd name="connsiteX12" fmla="*/ 5639648 w 5639648"/>
              <a:gd name="connsiteY12" fmla="*/ 2005963 h 4573858"/>
              <a:gd name="connsiteX13" fmla="*/ 5639648 w 5639648"/>
              <a:gd name="connsiteY13" fmla="*/ 2613633 h 4573858"/>
              <a:gd name="connsiteX14" fmla="*/ 5639648 w 5639648"/>
              <a:gd name="connsiteY14" fmla="*/ 3358519 h 4573858"/>
              <a:gd name="connsiteX15" fmla="*/ 5639648 w 5639648"/>
              <a:gd name="connsiteY15" fmla="*/ 3966188 h 4573858"/>
              <a:gd name="connsiteX16" fmla="*/ 5639648 w 5639648"/>
              <a:gd name="connsiteY16" fmla="*/ 4573858 h 4573858"/>
              <a:gd name="connsiteX17" fmla="*/ 5125813 w 5639648"/>
              <a:gd name="connsiteY17" fmla="*/ 4573858 h 4573858"/>
              <a:gd name="connsiteX18" fmla="*/ 4555582 w 5639648"/>
              <a:gd name="connsiteY18" fmla="*/ 4573858 h 4573858"/>
              <a:gd name="connsiteX19" fmla="*/ 4041748 w 5639648"/>
              <a:gd name="connsiteY19" fmla="*/ 4573858 h 4573858"/>
              <a:gd name="connsiteX20" fmla="*/ 3415120 w 5639648"/>
              <a:gd name="connsiteY20" fmla="*/ 4573858 h 4573858"/>
              <a:gd name="connsiteX21" fmla="*/ 2844889 w 5639648"/>
              <a:gd name="connsiteY21" fmla="*/ 4573858 h 4573858"/>
              <a:gd name="connsiteX22" fmla="*/ 2387451 w 5639648"/>
              <a:gd name="connsiteY22" fmla="*/ 4573858 h 4573858"/>
              <a:gd name="connsiteX23" fmla="*/ 1648030 w 5639648"/>
              <a:gd name="connsiteY23" fmla="*/ 4573858 h 4573858"/>
              <a:gd name="connsiteX24" fmla="*/ 965006 w 5639648"/>
              <a:gd name="connsiteY24" fmla="*/ 4573858 h 4573858"/>
              <a:gd name="connsiteX25" fmla="*/ 0 w 5639648"/>
              <a:gd name="connsiteY25" fmla="*/ 4573858 h 4573858"/>
              <a:gd name="connsiteX26" fmla="*/ 0 w 5639648"/>
              <a:gd name="connsiteY26" fmla="*/ 3966188 h 4573858"/>
              <a:gd name="connsiteX27" fmla="*/ 0 w 5639648"/>
              <a:gd name="connsiteY27" fmla="*/ 3358519 h 4573858"/>
              <a:gd name="connsiteX28" fmla="*/ 0 w 5639648"/>
              <a:gd name="connsiteY28" fmla="*/ 2705110 h 4573858"/>
              <a:gd name="connsiteX29" fmla="*/ 0 w 5639648"/>
              <a:gd name="connsiteY29" fmla="*/ 2051702 h 4573858"/>
              <a:gd name="connsiteX30" fmla="*/ 0 w 5639648"/>
              <a:gd name="connsiteY30" fmla="*/ 1444032 h 4573858"/>
              <a:gd name="connsiteX31" fmla="*/ 0 w 5639648"/>
              <a:gd name="connsiteY31" fmla="*/ 699147 h 4573858"/>
              <a:gd name="connsiteX32" fmla="*/ 0 w 5639648"/>
              <a:gd name="connsiteY32" fmla="*/ 0 h 4573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639648" h="4573858" extrusionOk="0">
                <a:moveTo>
                  <a:pt x="0" y="0"/>
                </a:moveTo>
                <a:cubicBezTo>
                  <a:pt x="230085" y="26342"/>
                  <a:pt x="337380" y="26803"/>
                  <a:pt x="626628" y="0"/>
                </a:cubicBezTo>
                <a:cubicBezTo>
                  <a:pt x="915876" y="-26803"/>
                  <a:pt x="922278" y="899"/>
                  <a:pt x="1140462" y="0"/>
                </a:cubicBezTo>
                <a:cubicBezTo>
                  <a:pt x="1358646" y="-899"/>
                  <a:pt x="1495083" y="10929"/>
                  <a:pt x="1710693" y="0"/>
                </a:cubicBezTo>
                <a:cubicBezTo>
                  <a:pt x="1926303" y="-10929"/>
                  <a:pt x="2191418" y="-10993"/>
                  <a:pt x="2393717" y="0"/>
                </a:cubicBezTo>
                <a:cubicBezTo>
                  <a:pt x="2596016" y="10993"/>
                  <a:pt x="2843630" y="-8695"/>
                  <a:pt x="3076741" y="0"/>
                </a:cubicBezTo>
                <a:cubicBezTo>
                  <a:pt x="3309852" y="8695"/>
                  <a:pt x="3473874" y="-10311"/>
                  <a:pt x="3590576" y="0"/>
                </a:cubicBezTo>
                <a:cubicBezTo>
                  <a:pt x="3707279" y="10311"/>
                  <a:pt x="3887107" y="19124"/>
                  <a:pt x="4160807" y="0"/>
                </a:cubicBezTo>
                <a:cubicBezTo>
                  <a:pt x="4434507" y="-19124"/>
                  <a:pt x="4571239" y="-31249"/>
                  <a:pt x="4843831" y="0"/>
                </a:cubicBezTo>
                <a:cubicBezTo>
                  <a:pt x="5116423" y="31249"/>
                  <a:pt x="5410049" y="-32383"/>
                  <a:pt x="5639648" y="0"/>
                </a:cubicBezTo>
                <a:cubicBezTo>
                  <a:pt x="5628080" y="249509"/>
                  <a:pt x="5628123" y="345220"/>
                  <a:pt x="5639648" y="561931"/>
                </a:cubicBezTo>
                <a:cubicBezTo>
                  <a:pt x="5651173" y="778642"/>
                  <a:pt x="5635081" y="1004230"/>
                  <a:pt x="5639648" y="1261078"/>
                </a:cubicBezTo>
                <a:cubicBezTo>
                  <a:pt x="5644215" y="1517926"/>
                  <a:pt x="5629092" y="1657972"/>
                  <a:pt x="5639648" y="2005963"/>
                </a:cubicBezTo>
                <a:cubicBezTo>
                  <a:pt x="5650204" y="2353955"/>
                  <a:pt x="5666380" y="2441204"/>
                  <a:pt x="5639648" y="2613633"/>
                </a:cubicBezTo>
                <a:cubicBezTo>
                  <a:pt x="5612917" y="2786062"/>
                  <a:pt x="5637622" y="3069557"/>
                  <a:pt x="5639648" y="3358519"/>
                </a:cubicBezTo>
                <a:cubicBezTo>
                  <a:pt x="5641674" y="3647481"/>
                  <a:pt x="5633263" y="3811615"/>
                  <a:pt x="5639648" y="3966188"/>
                </a:cubicBezTo>
                <a:cubicBezTo>
                  <a:pt x="5646033" y="4120761"/>
                  <a:pt x="5614570" y="4406403"/>
                  <a:pt x="5639648" y="4573858"/>
                </a:cubicBezTo>
                <a:cubicBezTo>
                  <a:pt x="5489769" y="4592270"/>
                  <a:pt x="5268202" y="4577051"/>
                  <a:pt x="5125813" y="4573858"/>
                </a:cubicBezTo>
                <a:cubicBezTo>
                  <a:pt x="4983424" y="4570665"/>
                  <a:pt x="4830848" y="4596049"/>
                  <a:pt x="4555582" y="4573858"/>
                </a:cubicBezTo>
                <a:cubicBezTo>
                  <a:pt x="4280316" y="4551667"/>
                  <a:pt x="4241793" y="4558125"/>
                  <a:pt x="4041748" y="4573858"/>
                </a:cubicBezTo>
                <a:cubicBezTo>
                  <a:pt x="3841703" y="4589591"/>
                  <a:pt x="3661811" y="4567517"/>
                  <a:pt x="3415120" y="4573858"/>
                </a:cubicBezTo>
                <a:cubicBezTo>
                  <a:pt x="3168429" y="4580199"/>
                  <a:pt x="3008720" y="4592527"/>
                  <a:pt x="2844889" y="4573858"/>
                </a:cubicBezTo>
                <a:cubicBezTo>
                  <a:pt x="2681058" y="4555189"/>
                  <a:pt x="2592511" y="4553885"/>
                  <a:pt x="2387451" y="4573858"/>
                </a:cubicBezTo>
                <a:cubicBezTo>
                  <a:pt x="2182391" y="4593831"/>
                  <a:pt x="1992420" y="4547413"/>
                  <a:pt x="1648030" y="4573858"/>
                </a:cubicBezTo>
                <a:cubicBezTo>
                  <a:pt x="1303640" y="4600303"/>
                  <a:pt x="1300369" y="4562193"/>
                  <a:pt x="965006" y="4573858"/>
                </a:cubicBezTo>
                <a:cubicBezTo>
                  <a:pt x="629643" y="4585523"/>
                  <a:pt x="228404" y="4530152"/>
                  <a:pt x="0" y="4573858"/>
                </a:cubicBezTo>
                <a:cubicBezTo>
                  <a:pt x="30052" y="4435091"/>
                  <a:pt x="-24234" y="4185729"/>
                  <a:pt x="0" y="3966188"/>
                </a:cubicBezTo>
                <a:cubicBezTo>
                  <a:pt x="24234" y="3746647"/>
                  <a:pt x="-6202" y="3600318"/>
                  <a:pt x="0" y="3358519"/>
                </a:cubicBezTo>
                <a:cubicBezTo>
                  <a:pt x="6202" y="3116720"/>
                  <a:pt x="-8011" y="2854110"/>
                  <a:pt x="0" y="2705110"/>
                </a:cubicBezTo>
                <a:cubicBezTo>
                  <a:pt x="8011" y="2556110"/>
                  <a:pt x="-32622" y="2273230"/>
                  <a:pt x="0" y="2051702"/>
                </a:cubicBezTo>
                <a:cubicBezTo>
                  <a:pt x="32622" y="1830174"/>
                  <a:pt x="4739" y="1712524"/>
                  <a:pt x="0" y="1444032"/>
                </a:cubicBezTo>
                <a:cubicBezTo>
                  <a:pt x="-4739" y="1175540"/>
                  <a:pt x="11016" y="887801"/>
                  <a:pt x="0" y="699147"/>
                </a:cubicBezTo>
                <a:cubicBezTo>
                  <a:pt x="-11016" y="510494"/>
                  <a:pt x="-18108" y="181888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B9DEB0A-0D19-4DC2-B667-83CD8D502CE4}"/>
              </a:ext>
            </a:extLst>
          </p:cNvPr>
          <p:cNvCxnSpPr>
            <a:cxnSpLocks/>
            <a:stCxn id="184" idx="0"/>
          </p:cNvCxnSpPr>
          <p:nvPr/>
        </p:nvCxnSpPr>
        <p:spPr>
          <a:xfrm flipH="1" flipV="1">
            <a:off x="4699210" y="4644274"/>
            <a:ext cx="296756" cy="79134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6421675-6EBA-4D21-AF02-1663601E6651}"/>
              </a:ext>
            </a:extLst>
          </p:cNvPr>
          <p:cNvSpPr txBox="1"/>
          <p:nvPr/>
        </p:nvSpPr>
        <p:spPr>
          <a:xfrm>
            <a:off x="4357009" y="5435617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dot product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81BAB52-F307-40BA-A75C-38D1A0486543}"/>
              </a:ext>
            </a:extLst>
          </p:cNvPr>
          <p:cNvSpPr/>
          <p:nvPr/>
        </p:nvSpPr>
        <p:spPr>
          <a:xfrm>
            <a:off x="727283" y="3367552"/>
            <a:ext cx="927197" cy="93145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FFD1781-3EF4-49BD-B6E2-71B92F1AF3A5}"/>
              </a:ext>
            </a:extLst>
          </p:cNvPr>
          <p:cNvSpPr/>
          <p:nvPr/>
        </p:nvSpPr>
        <p:spPr>
          <a:xfrm>
            <a:off x="2915823" y="2530122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E17AF61-3BA0-431D-8715-FE056D381E41}"/>
              </a:ext>
            </a:extLst>
          </p:cNvPr>
          <p:cNvSpPr/>
          <p:nvPr/>
        </p:nvSpPr>
        <p:spPr>
          <a:xfrm>
            <a:off x="2922221" y="4030408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63FF8ED-AF91-4E41-8150-094F5C5561F0}"/>
              </a:ext>
            </a:extLst>
          </p:cNvPr>
          <p:cNvSpPr/>
          <p:nvPr/>
        </p:nvSpPr>
        <p:spPr>
          <a:xfrm>
            <a:off x="7338354" y="1756224"/>
            <a:ext cx="3792982" cy="19901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E2E1CE8-EDDB-4032-A2D6-587025701F04}"/>
              </a:ext>
            </a:extLst>
          </p:cNvPr>
          <p:cNvSpPr txBox="1"/>
          <p:nvPr/>
        </p:nvSpPr>
        <p:spPr>
          <a:xfrm>
            <a:off x="7705886" y="2675275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E55E56E-2DE4-4477-9582-2607ED600F0E}"/>
              </a:ext>
            </a:extLst>
          </p:cNvPr>
          <p:cNvSpPr txBox="1"/>
          <p:nvPr/>
        </p:nvSpPr>
        <p:spPr>
          <a:xfrm>
            <a:off x="7705886" y="3078592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F998B26-29FD-4EC7-917A-E744ECEBE394}"/>
              </a:ext>
            </a:extLst>
          </p:cNvPr>
          <p:cNvSpPr txBox="1"/>
          <p:nvPr/>
        </p:nvSpPr>
        <p:spPr>
          <a:xfrm>
            <a:off x="8762960" y="2255372"/>
            <a:ext cx="650437" cy="118322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696BD30-36C0-4480-9BFC-CB4532F92126}"/>
              </a:ext>
            </a:extLst>
          </p:cNvPr>
          <p:cNvGrpSpPr/>
          <p:nvPr/>
        </p:nvGrpSpPr>
        <p:grpSpPr>
          <a:xfrm>
            <a:off x="9654833" y="2684844"/>
            <a:ext cx="350195" cy="350195"/>
            <a:chOff x="3860124" y="2202910"/>
            <a:chExt cx="350195" cy="350195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FE319F1-0F55-47D7-BD32-88617E5A6868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Isosceles Triangle 161">
              <a:extLst>
                <a:ext uri="{FF2B5EF4-FFF2-40B4-BE49-F238E27FC236}">
                  <a16:creationId xmlns:a16="http://schemas.microsoft.com/office/drawing/2014/main" id="{B0E4369D-D198-448E-9783-379BA8C624C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DFE148D-F2F6-4C5C-8F3D-A94467DE8CA6}"/>
              </a:ext>
            </a:extLst>
          </p:cNvPr>
          <p:cNvCxnSpPr>
            <a:cxnSpLocks/>
          </p:cNvCxnSpPr>
          <p:nvPr/>
        </p:nvCxnSpPr>
        <p:spPr>
          <a:xfrm>
            <a:off x="9413397" y="2859941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96EA40E-A9B8-4B4A-9C0C-D316DD849463}"/>
              </a:ext>
            </a:extLst>
          </p:cNvPr>
          <p:cNvCxnSpPr>
            <a:cxnSpLocks/>
          </p:cNvCxnSpPr>
          <p:nvPr/>
        </p:nvCxnSpPr>
        <p:spPr>
          <a:xfrm>
            <a:off x="8470839" y="2855157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A083AB88-91C4-4D95-BB40-93EF48931A8F}"/>
              </a:ext>
            </a:extLst>
          </p:cNvPr>
          <p:cNvCxnSpPr>
            <a:cxnSpLocks/>
            <a:stCxn id="156" idx="3"/>
          </p:cNvCxnSpPr>
          <p:nvPr/>
        </p:nvCxnSpPr>
        <p:spPr>
          <a:xfrm>
            <a:off x="8470839" y="3263258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D95A645-AAE5-4577-A6BA-49071CDA1136}"/>
              </a:ext>
            </a:extLst>
          </p:cNvPr>
          <p:cNvCxnSpPr>
            <a:cxnSpLocks/>
            <a:endCxn id="149" idx="1"/>
          </p:cNvCxnSpPr>
          <p:nvPr/>
        </p:nvCxnSpPr>
        <p:spPr>
          <a:xfrm>
            <a:off x="6657594" y="2859941"/>
            <a:ext cx="1048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3FA3C2E-0F57-4676-BD5F-B4E66A70F03C}"/>
              </a:ext>
            </a:extLst>
          </p:cNvPr>
          <p:cNvCxnSpPr>
            <a:cxnSpLocks/>
            <a:stCxn id="161" idx="3"/>
          </p:cNvCxnSpPr>
          <p:nvPr/>
        </p:nvCxnSpPr>
        <p:spPr>
          <a:xfrm>
            <a:off x="10005028" y="2859942"/>
            <a:ext cx="48018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FAB9BBCD-7209-4D96-9205-9171FE0BD1CC}"/>
              </a:ext>
            </a:extLst>
          </p:cNvPr>
          <p:cNvSpPr txBox="1"/>
          <p:nvPr/>
        </p:nvSpPr>
        <p:spPr>
          <a:xfrm>
            <a:off x="6898125" y="25001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8C7179C-F4EA-4737-BD5E-590D24A4D798}"/>
              </a:ext>
            </a:extLst>
          </p:cNvPr>
          <p:cNvSpPr txBox="1"/>
          <p:nvPr/>
        </p:nvSpPr>
        <p:spPr>
          <a:xfrm>
            <a:off x="10126173" y="3369002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4303698-6117-4E21-974C-EE3A489C7814}"/>
              </a:ext>
            </a:extLst>
          </p:cNvPr>
          <p:cNvSpPr txBox="1"/>
          <p:nvPr/>
        </p:nvSpPr>
        <p:spPr>
          <a:xfrm>
            <a:off x="7320373" y="3988312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883DE96-2D45-4134-BEFB-87A596FECB74}"/>
              </a:ext>
            </a:extLst>
          </p:cNvPr>
          <p:cNvSpPr txBox="1"/>
          <p:nvPr/>
        </p:nvSpPr>
        <p:spPr>
          <a:xfrm>
            <a:off x="9776833" y="3961484"/>
            <a:ext cx="764953" cy="35319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2A394BE-4A39-42CF-B8CC-8FE33D1DEBA8}"/>
              </a:ext>
            </a:extLst>
          </p:cNvPr>
          <p:cNvSpPr txBox="1"/>
          <p:nvPr/>
        </p:nvSpPr>
        <p:spPr>
          <a:xfrm>
            <a:off x="8085326" y="3988312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buffer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ACE607C-1563-419A-85B1-43D0AF292405}"/>
              </a:ext>
            </a:extLst>
          </p:cNvPr>
          <p:cNvSpPr txBox="1"/>
          <p:nvPr/>
        </p:nvSpPr>
        <p:spPr>
          <a:xfrm>
            <a:off x="10554166" y="3961484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6D8231E-F8AC-47B5-852E-3407843A7044}"/>
              </a:ext>
            </a:extLst>
          </p:cNvPr>
          <p:cNvGrpSpPr/>
          <p:nvPr/>
        </p:nvGrpSpPr>
        <p:grpSpPr>
          <a:xfrm>
            <a:off x="8616899" y="1983751"/>
            <a:ext cx="1590925" cy="485399"/>
            <a:chOff x="4351259" y="3300340"/>
            <a:chExt cx="1590925" cy="249762"/>
          </a:xfrm>
        </p:grpSpPr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5BD3D7AD-025D-4F8F-B72D-BA2BACF1BE89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550102"/>
              <a:ext cx="1460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2FC7D60-2C17-4EAD-BEC6-1BD13E704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1259" y="3300340"/>
              <a:ext cx="0" cy="2497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9646BE43-923E-4864-8133-735F773AA004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300340"/>
              <a:ext cx="15909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1B2B4ED7-4F5F-414C-B3E9-DA562A37DEA1}"/>
              </a:ext>
            </a:extLst>
          </p:cNvPr>
          <p:cNvCxnSpPr>
            <a:cxnSpLocks/>
          </p:cNvCxnSpPr>
          <p:nvPr/>
        </p:nvCxnSpPr>
        <p:spPr>
          <a:xfrm flipV="1">
            <a:off x="10207824" y="1983751"/>
            <a:ext cx="0" cy="8714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rapezoid 184">
            <a:extLst>
              <a:ext uri="{FF2B5EF4-FFF2-40B4-BE49-F238E27FC236}">
                <a16:creationId xmlns:a16="http://schemas.microsoft.com/office/drawing/2014/main" id="{8290EC2A-87DB-4967-8238-81A509891C80}"/>
              </a:ext>
            </a:extLst>
          </p:cNvPr>
          <p:cNvSpPr/>
          <p:nvPr/>
        </p:nvSpPr>
        <p:spPr>
          <a:xfrm rot="5400000">
            <a:off x="10305220" y="2683031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00CCBDA-5FF4-4D65-8541-2AEDEC24E1BA}"/>
              </a:ext>
            </a:extLst>
          </p:cNvPr>
          <p:cNvCxnSpPr>
            <a:cxnSpLocks/>
          </p:cNvCxnSpPr>
          <p:nvPr/>
        </p:nvCxnSpPr>
        <p:spPr>
          <a:xfrm>
            <a:off x="10840255" y="2845342"/>
            <a:ext cx="102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4C80FEC1-EB38-4867-A2FC-37438F736399}"/>
              </a:ext>
            </a:extLst>
          </p:cNvPr>
          <p:cNvSpPr txBox="1"/>
          <p:nvPr/>
        </p:nvSpPr>
        <p:spPr>
          <a:xfrm>
            <a:off x="11174387" y="25001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F588F9E-16E7-4344-A4E1-CB24981636DB}"/>
              </a:ext>
            </a:extLst>
          </p:cNvPr>
          <p:cNvSpPr txBox="1"/>
          <p:nvPr/>
        </p:nvSpPr>
        <p:spPr>
          <a:xfrm>
            <a:off x="6657594" y="289084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6683E60-D991-4D0E-9429-2DFC13E3C2A6}"/>
              </a:ext>
            </a:extLst>
          </p:cNvPr>
          <p:cNvSpPr txBox="1"/>
          <p:nvPr/>
        </p:nvSpPr>
        <p:spPr>
          <a:xfrm>
            <a:off x="11128242" y="287573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20FB0622-0A3B-46B0-8079-397B84610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007" y="5369061"/>
            <a:ext cx="1677585" cy="819973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00336B6D-DB3D-4CA1-9C3F-5AB0D223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64" y="5369060"/>
            <a:ext cx="1677586" cy="819973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C72D7AE9-A597-4A68-82CC-86CE11D1F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288" y="5365710"/>
            <a:ext cx="1677586" cy="81997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A999D2A-E578-4BA3-A15D-DAC2CB48DCF9}"/>
              </a:ext>
            </a:extLst>
          </p:cNvPr>
          <p:cNvSpPr txBox="1"/>
          <p:nvPr/>
        </p:nvSpPr>
        <p:spPr>
          <a:xfrm>
            <a:off x="6844488" y="4937458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1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0CCF11E-17BA-4B3D-BBDA-5FD91A70C785}"/>
              </a:ext>
            </a:extLst>
          </p:cNvPr>
          <p:cNvSpPr txBox="1"/>
          <p:nvPr/>
        </p:nvSpPr>
        <p:spPr>
          <a:xfrm>
            <a:off x="8521669" y="4905524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087D6E8-118D-41D7-A503-7AD5D96E3B50}"/>
              </a:ext>
            </a:extLst>
          </p:cNvPr>
          <p:cNvSpPr txBox="1"/>
          <p:nvPr/>
        </p:nvSpPr>
        <p:spPr>
          <a:xfrm>
            <a:off x="10651462" y="4901076"/>
            <a:ext cx="81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n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6168DE4-78E4-4AFB-82A6-949DF6E3E3A9}"/>
              </a:ext>
            </a:extLst>
          </p:cNvPr>
          <p:cNvCxnSpPr>
            <a:cxnSpLocks/>
          </p:cNvCxnSpPr>
          <p:nvPr/>
        </p:nvCxnSpPr>
        <p:spPr>
          <a:xfrm rot="5400000">
            <a:off x="10049029" y="5670678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135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AAF06D-AEFC-4832-A783-2F18C37421B8}"/>
              </a:ext>
            </a:extLst>
          </p:cNvPr>
          <p:cNvSpPr txBox="1"/>
          <p:nvPr/>
        </p:nvSpPr>
        <p:spPr>
          <a:xfrm>
            <a:off x="2822205" y="63900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0FFA5-0D16-4652-B53E-DA10E3D44CD1}"/>
              </a:ext>
            </a:extLst>
          </p:cNvPr>
          <p:cNvSpPr txBox="1"/>
          <p:nvPr/>
        </p:nvSpPr>
        <p:spPr>
          <a:xfrm>
            <a:off x="2345728" y="4829672"/>
            <a:ext cx="4391776" cy="177437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AEAAAB-F083-467B-9F7B-3B0C3E133AEF}"/>
              </a:ext>
            </a:extLst>
          </p:cNvPr>
          <p:cNvCxnSpPr>
            <a:cxnSpLocks/>
            <a:stCxn id="74" idx="0"/>
            <a:endCxn id="82" idx="1"/>
          </p:cNvCxnSpPr>
          <p:nvPr/>
        </p:nvCxnSpPr>
        <p:spPr>
          <a:xfrm>
            <a:off x="6554845" y="2711523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8C2EA4-C7CD-4A8F-B42B-CB347AEE15D7}"/>
              </a:ext>
            </a:extLst>
          </p:cNvPr>
          <p:cNvSpPr txBox="1"/>
          <p:nvPr/>
        </p:nvSpPr>
        <p:spPr>
          <a:xfrm>
            <a:off x="6566577" y="2332422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B0087-F944-4DA5-807C-EB415D6E8C8E}"/>
              </a:ext>
            </a:extLst>
          </p:cNvPr>
          <p:cNvSpPr txBox="1"/>
          <p:nvPr/>
        </p:nvSpPr>
        <p:spPr>
          <a:xfrm>
            <a:off x="3390200" y="1889960"/>
            <a:ext cx="1839942" cy="84938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C3F7BD-8479-4F2C-A777-C971AACADF8A}"/>
              </a:ext>
            </a:extLst>
          </p:cNvPr>
          <p:cNvCxnSpPr>
            <a:cxnSpLocks/>
          </p:cNvCxnSpPr>
          <p:nvPr/>
        </p:nvCxnSpPr>
        <p:spPr>
          <a:xfrm>
            <a:off x="2380048" y="1969658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A7F3BE-4375-4A95-9DA5-5A89C5F65BA1}"/>
              </a:ext>
            </a:extLst>
          </p:cNvPr>
          <p:cNvCxnSpPr/>
          <p:nvPr/>
        </p:nvCxnSpPr>
        <p:spPr>
          <a:xfrm>
            <a:off x="2730245" y="2306884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9B98EB-CCBF-438F-9CB7-3B6F49C62046}"/>
              </a:ext>
            </a:extLst>
          </p:cNvPr>
          <p:cNvCxnSpPr/>
          <p:nvPr/>
        </p:nvCxnSpPr>
        <p:spPr>
          <a:xfrm>
            <a:off x="2730245" y="2644109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FC813E-1CA4-48CC-8781-1C46ACE0717C}"/>
              </a:ext>
            </a:extLst>
          </p:cNvPr>
          <p:cNvCxnSpPr>
            <a:cxnSpLocks/>
          </p:cNvCxnSpPr>
          <p:nvPr/>
        </p:nvCxnSpPr>
        <p:spPr>
          <a:xfrm flipH="1">
            <a:off x="5220526" y="2290670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017755-F867-41B8-8C6D-B86F591FCBBA}"/>
              </a:ext>
            </a:extLst>
          </p:cNvPr>
          <p:cNvCxnSpPr>
            <a:cxnSpLocks/>
          </p:cNvCxnSpPr>
          <p:nvPr/>
        </p:nvCxnSpPr>
        <p:spPr>
          <a:xfrm>
            <a:off x="5220526" y="1969658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0B3EF5E-21AE-48C1-B104-19D0A4AA55BA}"/>
              </a:ext>
            </a:extLst>
          </p:cNvPr>
          <p:cNvSpPr txBox="1"/>
          <p:nvPr/>
        </p:nvSpPr>
        <p:spPr>
          <a:xfrm>
            <a:off x="3380584" y="3385729"/>
            <a:ext cx="1839942" cy="85029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63F837-F8CF-421A-BDF0-90B5EF47368E}"/>
              </a:ext>
            </a:extLst>
          </p:cNvPr>
          <p:cNvCxnSpPr>
            <a:cxnSpLocks/>
          </p:cNvCxnSpPr>
          <p:nvPr/>
        </p:nvCxnSpPr>
        <p:spPr>
          <a:xfrm>
            <a:off x="2380048" y="3467545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A5E0CA-C5AA-4FE3-8801-54C49920FF65}"/>
              </a:ext>
            </a:extLst>
          </p:cNvPr>
          <p:cNvCxnSpPr/>
          <p:nvPr/>
        </p:nvCxnSpPr>
        <p:spPr>
          <a:xfrm>
            <a:off x="2730245" y="3804771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F81ED7-5A62-42FF-A10A-0A39213A8DFB}"/>
              </a:ext>
            </a:extLst>
          </p:cNvPr>
          <p:cNvCxnSpPr/>
          <p:nvPr/>
        </p:nvCxnSpPr>
        <p:spPr>
          <a:xfrm>
            <a:off x="2730245" y="4141996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9CA73EB-CBD1-456B-B954-135C0B45185B}"/>
              </a:ext>
            </a:extLst>
          </p:cNvPr>
          <p:cNvCxnSpPr>
            <a:cxnSpLocks/>
          </p:cNvCxnSpPr>
          <p:nvPr/>
        </p:nvCxnSpPr>
        <p:spPr>
          <a:xfrm flipH="1">
            <a:off x="5220526" y="3788557"/>
            <a:ext cx="47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0E346B3-B0F5-43DD-AB80-89ACE5FBA513}"/>
              </a:ext>
            </a:extLst>
          </p:cNvPr>
          <p:cNvCxnSpPr>
            <a:cxnSpLocks/>
          </p:cNvCxnSpPr>
          <p:nvPr/>
        </p:nvCxnSpPr>
        <p:spPr>
          <a:xfrm>
            <a:off x="5220526" y="3467545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D84216-8B19-46D1-9CC0-47A811D1C912}"/>
              </a:ext>
            </a:extLst>
          </p:cNvPr>
          <p:cNvCxnSpPr>
            <a:cxnSpLocks/>
          </p:cNvCxnSpPr>
          <p:nvPr/>
        </p:nvCxnSpPr>
        <p:spPr>
          <a:xfrm>
            <a:off x="4264967" y="2965678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FDDD1F9-7D82-4700-8E3A-BF8B7005387C}"/>
              </a:ext>
            </a:extLst>
          </p:cNvPr>
          <p:cNvSpPr txBox="1"/>
          <p:nvPr/>
        </p:nvSpPr>
        <p:spPr>
          <a:xfrm>
            <a:off x="3383795" y="922558"/>
            <a:ext cx="1839942" cy="84418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DBDF65-0B5C-4A6C-B53D-AD23BB8D01F6}"/>
              </a:ext>
            </a:extLst>
          </p:cNvPr>
          <p:cNvCxnSpPr>
            <a:cxnSpLocks/>
          </p:cNvCxnSpPr>
          <p:nvPr/>
        </p:nvCxnSpPr>
        <p:spPr>
          <a:xfrm>
            <a:off x="1854756" y="1002256"/>
            <a:ext cx="1519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D8368C-BAB5-4115-B50A-52F40C62F0E7}"/>
              </a:ext>
            </a:extLst>
          </p:cNvPr>
          <p:cNvCxnSpPr/>
          <p:nvPr/>
        </p:nvCxnSpPr>
        <p:spPr>
          <a:xfrm>
            <a:off x="2723840" y="1339482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62DAA33-4EB7-4382-B350-85F307C6B93C}"/>
              </a:ext>
            </a:extLst>
          </p:cNvPr>
          <p:cNvSpPr txBox="1"/>
          <p:nvPr/>
        </p:nvSpPr>
        <p:spPr>
          <a:xfrm>
            <a:off x="2822205" y="1002256"/>
            <a:ext cx="512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01859D-2588-4358-84E7-FD0CDCAA6DF4}"/>
              </a:ext>
            </a:extLst>
          </p:cNvPr>
          <p:cNvCxnSpPr>
            <a:cxnSpLocks/>
          </p:cNvCxnSpPr>
          <p:nvPr/>
        </p:nvCxnSpPr>
        <p:spPr>
          <a:xfrm>
            <a:off x="2723840" y="1676707"/>
            <a:ext cx="6503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6ADCD8C-B283-41EE-99AC-1F9C76F31D83}"/>
              </a:ext>
            </a:extLst>
          </p:cNvPr>
          <p:cNvSpPr txBox="1"/>
          <p:nvPr/>
        </p:nvSpPr>
        <p:spPr>
          <a:xfrm>
            <a:off x="2822205" y="133948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5E45A6-A325-465B-9152-6B02A341D228}"/>
              </a:ext>
            </a:extLst>
          </p:cNvPr>
          <p:cNvCxnSpPr>
            <a:cxnSpLocks/>
          </p:cNvCxnSpPr>
          <p:nvPr/>
        </p:nvCxnSpPr>
        <p:spPr>
          <a:xfrm flipH="1">
            <a:off x="5214121" y="1323268"/>
            <a:ext cx="4822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AE0C10-FC9F-468A-BE7F-1CD28997668E}"/>
              </a:ext>
            </a:extLst>
          </p:cNvPr>
          <p:cNvSpPr txBox="1"/>
          <p:nvPr/>
        </p:nvSpPr>
        <p:spPr>
          <a:xfrm>
            <a:off x="5253647" y="978097"/>
            <a:ext cx="75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RA,RB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46533E1-BAB0-4D79-939C-436B1B56C845}"/>
              </a:ext>
            </a:extLst>
          </p:cNvPr>
          <p:cNvCxnSpPr>
            <a:cxnSpLocks/>
          </p:cNvCxnSpPr>
          <p:nvPr/>
        </p:nvCxnSpPr>
        <p:spPr>
          <a:xfrm>
            <a:off x="5214121" y="1002256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13646CD-01C5-4EDF-93C0-1F9900385548}"/>
              </a:ext>
            </a:extLst>
          </p:cNvPr>
          <p:cNvSpPr txBox="1"/>
          <p:nvPr/>
        </p:nvSpPr>
        <p:spPr>
          <a:xfrm>
            <a:off x="5214119" y="607801"/>
            <a:ext cx="1034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RDA,RDB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502F957-8BF5-47EF-9D54-63C2682C433A}"/>
              </a:ext>
            </a:extLst>
          </p:cNvPr>
          <p:cNvCxnSpPr>
            <a:cxnSpLocks/>
          </p:cNvCxnSpPr>
          <p:nvPr/>
        </p:nvCxnSpPr>
        <p:spPr>
          <a:xfrm>
            <a:off x="2380048" y="1002256"/>
            <a:ext cx="0" cy="24652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D4631A2-8B94-422B-8D4D-87DAE16841F4}"/>
              </a:ext>
            </a:extLst>
          </p:cNvPr>
          <p:cNvCxnSpPr>
            <a:cxnSpLocks/>
          </p:cNvCxnSpPr>
          <p:nvPr/>
        </p:nvCxnSpPr>
        <p:spPr>
          <a:xfrm>
            <a:off x="2723840" y="1348391"/>
            <a:ext cx="0" cy="3491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6A87F6A-3CB3-4712-B4C3-30BECFC76E9B}"/>
              </a:ext>
            </a:extLst>
          </p:cNvPr>
          <p:cNvSpPr txBox="1"/>
          <p:nvPr/>
        </p:nvSpPr>
        <p:spPr>
          <a:xfrm>
            <a:off x="2723840" y="4430253"/>
            <a:ext cx="131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WA,WE[n:0]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C6417C-7A0A-4B0C-AECD-A2DBD28AB590}"/>
              </a:ext>
            </a:extLst>
          </p:cNvPr>
          <p:cNvCxnSpPr>
            <a:cxnSpLocks/>
          </p:cNvCxnSpPr>
          <p:nvPr/>
        </p:nvCxnSpPr>
        <p:spPr>
          <a:xfrm>
            <a:off x="5699084" y="1339481"/>
            <a:ext cx="0" cy="35004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1152209-7CE4-48DA-A243-13F76006D2BF}"/>
              </a:ext>
            </a:extLst>
          </p:cNvPr>
          <p:cNvSpPr txBox="1"/>
          <p:nvPr/>
        </p:nvSpPr>
        <p:spPr>
          <a:xfrm>
            <a:off x="5707046" y="4193597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</a:t>
            </a:r>
          </a:p>
          <a:p>
            <a:r>
              <a:rPr lang="en-US" dirty="0"/>
              <a:t>RB</a:t>
            </a:r>
          </a:p>
        </p:txBody>
      </p:sp>
      <p:sp>
        <p:nvSpPr>
          <p:cNvPr id="74" name="Trapezoid 73">
            <a:extLst>
              <a:ext uri="{FF2B5EF4-FFF2-40B4-BE49-F238E27FC236}">
                <a16:creationId xmlns:a16="http://schemas.microsoft.com/office/drawing/2014/main" id="{0E856925-70F2-40BE-AD4E-F2E94463E39C}"/>
              </a:ext>
            </a:extLst>
          </p:cNvPr>
          <p:cNvSpPr/>
          <p:nvPr/>
        </p:nvSpPr>
        <p:spPr>
          <a:xfrm rot="5400000">
            <a:off x="4517734" y="2539396"/>
            <a:ext cx="3729969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63352E6-FBEC-4030-A83B-315855FF60BD}"/>
              </a:ext>
            </a:extLst>
          </p:cNvPr>
          <p:cNvGrpSpPr/>
          <p:nvPr/>
        </p:nvGrpSpPr>
        <p:grpSpPr>
          <a:xfrm>
            <a:off x="7160330" y="2536425"/>
            <a:ext cx="350195" cy="350195"/>
            <a:chOff x="3860124" y="2202910"/>
            <a:chExt cx="350195" cy="35019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7372AB7-FB9A-4135-9A61-70DE52A256C3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25A3F500-DE11-4088-A7AD-1EE737EC8BB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55445DC-1C78-4137-812E-DA3D2FAF3B53}"/>
              </a:ext>
            </a:extLst>
          </p:cNvPr>
          <p:cNvGrpSpPr/>
          <p:nvPr/>
        </p:nvGrpSpPr>
        <p:grpSpPr>
          <a:xfrm>
            <a:off x="1494946" y="846538"/>
            <a:ext cx="350195" cy="350195"/>
            <a:chOff x="3860124" y="2202910"/>
            <a:chExt cx="350195" cy="35019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3E1EEE7-137C-4673-B4E6-BC39801ABC3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B278CF71-24A0-441E-831F-F474BE4CBF8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D6ECA30-E4FC-4B50-BAD5-873B052D3B45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6382718" y="4484235"/>
            <a:ext cx="0" cy="355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9C01952-4484-43C6-9D77-D344BA01007B}"/>
              </a:ext>
            </a:extLst>
          </p:cNvPr>
          <p:cNvSpPr txBox="1"/>
          <p:nvPr/>
        </p:nvSpPr>
        <p:spPr>
          <a:xfrm>
            <a:off x="6782054" y="5277014"/>
            <a:ext cx="372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AXI-S never stalls (no TREADY)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538464B-9487-4FC2-80DD-174A4BDF1DF2}"/>
              </a:ext>
            </a:extLst>
          </p:cNvPr>
          <p:cNvCxnSpPr>
            <a:cxnSpLocks/>
          </p:cNvCxnSpPr>
          <p:nvPr/>
        </p:nvCxnSpPr>
        <p:spPr>
          <a:xfrm>
            <a:off x="376151" y="5671197"/>
            <a:ext cx="19905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F57289E-AC3F-4131-9331-A7C976D78FFF}"/>
              </a:ext>
            </a:extLst>
          </p:cNvPr>
          <p:cNvSpPr txBox="1"/>
          <p:nvPr/>
        </p:nvSpPr>
        <p:spPr>
          <a:xfrm>
            <a:off x="353556" y="5004186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DA27BB3-3299-4EBC-B5EC-6145BD138771}"/>
              </a:ext>
            </a:extLst>
          </p:cNvPr>
          <p:cNvCxnSpPr>
            <a:cxnSpLocks/>
          </p:cNvCxnSpPr>
          <p:nvPr/>
        </p:nvCxnSpPr>
        <p:spPr>
          <a:xfrm>
            <a:off x="6766072" y="5671197"/>
            <a:ext cx="52086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52D2410-AA41-45F0-A7F9-0C24EAA50006}"/>
              </a:ext>
            </a:extLst>
          </p:cNvPr>
          <p:cNvCxnSpPr>
            <a:cxnSpLocks/>
          </p:cNvCxnSpPr>
          <p:nvPr/>
        </p:nvCxnSpPr>
        <p:spPr>
          <a:xfrm>
            <a:off x="494410" y="1021635"/>
            <a:ext cx="10005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F8F9282-325D-4A64-A1D8-117D375B8851}"/>
              </a:ext>
            </a:extLst>
          </p:cNvPr>
          <p:cNvSpPr txBox="1"/>
          <p:nvPr/>
        </p:nvSpPr>
        <p:spPr>
          <a:xfrm>
            <a:off x="423832" y="632313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0BBBAAA-2008-4DD8-AA4C-95651199B3C3}"/>
              </a:ext>
            </a:extLst>
          </p:cNvPr>
          <p:cNvCxnSpPr>
            <a:cxnSpLocks/>
          </p:cNvCxnSpPr>
          <p:nvPr/>
        </p:nvCxnSpPr>
        <p:spPr>
          <a:xfrm>
            <a:off x="7510525" y="2701754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B204A2C-9B49-458E-98A8-92542FA422BD}"/>
              </a:ext>
            </a:extLst>
          </p:cNvPr>
          <p:cNvSpPr txBox="1"/>
          <p:nvPr/>
        </p:nvSpPr>
        <p:spPr>
          <a:xfrm>
            <a:off x="11064645" y="5022702"/>
            <a:ext cx="848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TVALID</a:t>
            </a:r>
          </a:p>
          <a:p>
            <a:r>
              <a:rPr lang="en-US" dirty="0"/>
              <a:t>TLAST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D91BE30-4205-45B7-8989-5A86D0BAE510}"/>
              </a:ext>
            </a:extLst>
          </p:cNvPr>
          <p:cNvSpPr txBox="1"/>
          <p:nvPr/>
        </p:nvSpPr>
        <p:spPr>
          <a:xfrm>
            <a:off x="8044124" y="2061203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3EE1FF6-2BD1-41D8-B38B-FA9D5C28ECAD}"/>
              </a:ext>
            </a:extLst>
          </p:cNvPr>
          <p:cNvGrpSpPr/>
          <p:nvPr/>
        </p:nvGrpSpPr>
        <p:grpSpPr>
          <a:xfrm>
            <a:off x="8919521" y="2582612"/>
            <a:ext cx="350195" cy="350195"/>
            <a:chOff x="3860124" y="2202910"/>
            <a:chExt cx="350195" cy="350195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F602C69-3442-4D27-9A58-D9FBE47CB154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Isosceles Triangle 126">
              <a:extLst>
                <a:ext uri="{FF2B5EF4-FFF2-40B4-BE49-F238E27FC236}">
                  <a16:creationId xmlns:a16="http://schemas.microsoft.com/office/drawing/2014/main" id="{78670785-693C-48BF-A783-54B33BF4C971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A754081-35C4-4C99-8806-7E3EEC4FCD03}"/>
              </a:ext>
            </a:extLst>
          </p:cNvPr>
          <p:cNvCxnSpPr>
            <a:cxnSpLocks/>
          </p:cNvCxnSpPr>
          <p:nvPr/>
        </p:nvCxnSpPr>
        <p:spPr>
          <a:xfrm>
            <a:off x="8678085" y="2757709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AD1AFD8-E926-48C5-ABCC-EC8CB8E4E564}"/>
              </a:ext>
            </a:extLst>
          </p:cNvPr>
          <p:cNvCxnSpPr>
            <a:cxnSpLocks/>
          </p:cNvCxnSpPr>
          <p:nvPr/>
        </p:nvCxnSpPr>
        <p:spPr>
          <a:xfrm>
            <a:off x="9269716" y="2755318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EE347D0-B325-42DB-895A-B9CE7C5C4D17}"/>
              </a:ext>
            </a:extLst>
          </p:cNvPr>
          <p:cNvCxnSpPr>
            <a:cxnSpLocks/>
          </p:cNvCxnSpPr>
          <p:nvPr/>
        </p:nvCxnSpPr>
        <p:spPr>
          <a:xfrm>
            <a:off x="7727092" y="2266879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BB29071-ACD6-434B-B273-AFA1DB87632D}"/>
              </a:ext>
            </a:extLst>
          </p:cNvPr>
          <p:cNvCxnSpPr>
            <a:cxnSpLocks/>
          </p:cNvCxnSpPr>
          <p:nvPr/>
        </p:nvCxnSpPr>
        <p:spPr>
          <a:xfrm flipV="1">
            <a:off x="7727092" y="1764783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2EC0C35-75A0-42B5-9A47-995A8720828F}"/>
              </a:ext>
            </a:extLst>
          </p:cNvPr>
          <p:cNvCxnSpPr>
            <a:cxnSpLocks/>
          </p:cNvCxnSpPr>
          <p:nvPr/>
        </p:nvCxnSpPr>
        <p:spPr>
          <a:xfrm>
            <a:off x="7727092" y="1764783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FBE5EA5-F49E-4101-ADAC-DBB7C32C69CE}"/>
              </a:ext>
            </a:extLst>
          </p:cNvPr>
          <p:cNvCxnSpPr>
            <a:cxnSpLocks/>
          </p:cNvCxnSpPr>
          <p:nvPr/>
        </p:nvCxnSpPr>
        <p:spPr>
          <a:xfrm flipV="1">
            <a:off x="9461755" y="1764783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rapezoid 136">
            <a:extLst>
              <a:ext uri="{FF2B5EF4-FFF2-40B4-BE49-F238E27FC236}">
                <a16:creationId xmlns:a16="http://schemas.microsoft.com/office/drawing/2014/main" id="{B03DEAF4-788E-44A3-9AC7-46C41325B479}"/>
              </a:ext>
            </a:extLst>
          </p:cNvPr>
          <p:cNvSpPr/>
          <p:nvPr/>
        </p:nvSpPr>
        <p:spPr>
          <a:xfrm rot="5400000">
            <a:off x="9484527" y="2585583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FE3BA19-EB96-46F1-A805-A7E979FD96C6}"/>
              </a:ext>
            </a:extLst>
          </p:cNvPr>
          <p:cNvCxnSpPr>
            <a:cxnSpLocks/>
            <a:stCxn id="152" idx="3"/>
          </p:cNvCxnSpPr>
          <p:nvPr/>
        </p:nvCxnSpPr>
        <p:spPr>
          <a:xfrm>
            <a:off x="10625777" y="2757710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0DBA92D6-7EEE-48AB-826A-FDC35B5CE815}"/>
              </a:ext>
            </a:extLst>
          </p:cNvPr>
          <p:cNvSpPr txBox="1"/>
          <p:nvPr/>
        </p:nvSpPr>
        <p:spPr>
          <a:xfrm>
            <a:off x="608163" y="10416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025EB28-77E2-40A5-8625-2671FA2EE732}"/>
              </a:ext>
            </a:extLst>
          </p:cNvPr>
          <p:cNvCxnSpPr>
            <a:cxnSpLocks/>
            <a:endCxn id="143" idx="1"/>
          </p:cNvCxnSpPr>
          <p:nvPr/>
        </p:nvCxnSpPr>
        <p:spPr>
          <a:xfrm>
            <a:off x="6554845" y="3155038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FD2B043-5927-438B-8017-151539A1C682}"/>
              </a:ext>
            </a:extLst>
          </p:cNvPr>
          <p:cNvGrpSpPr/>
          <p:nvPr/>
        </p:nvGrpSpPr>
        <p:grpSpPr>
          <a:xfrm>
            <a:off x="7160330" y="2979940"/>
            <a:ext cx="350195" cy="350195"/>
            <a:chOff x="3860124" y="2202910"/>
            <a:chExt cx="350195" cy="35019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2335FB0-2F2E-4118-AEFE-91295651DF77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Isosceles Triangle 143">
              <a:extLst>
                <a:ext uri="{FF2B5EF4-FFF2-40B4-BE49-F238E27FC236}">
                  <a16:creationId xmlns:a16="http://schemas.microsoft.com/office/drawing/2014/main" id="{3EFAD8A3-1F5C-41F2-95AE-CD9B1BAD6DF5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0B25C47F-824C-4FC5-862E-D5A01AAA7C2D}"/>
              </a:ext>
            </a:extLst>
          </p:cNvPr>
          <p:cNvSpPr txBox="1"/>
          <p:nvPr/>
        </p:nvSpPr>
        <p:spPr>
          <a:xfrm>
            <a:off x="6566577" y="2775937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CBF155E-9862-4C02-93A9-3FE20DA5809A}"/>
              </a:ext>
            </a:extLst>
          </p:cNvPr>
          <p:cNvGrpSpPr/>
          <p:nvPr/>
        </p:nvGrpSpPr>
        <p:grpSpPr>
          <a:xfrm>
            <a:off x="10275582" y="2582612"/>
            <a:ext cx="350195" cy="350195"/>
            <a:chOff x="3860124" y="2202910"/>
            <a:chExt cx="350195" cy="350195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884860E-CCBD-479D-91D3-488AE79CD2E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Isosceles Triangle 152">
              <a:extLst>
                <a:ext uri="{FF2B5EF4-FFF2-40B4-BE49-F238E27FC236}">
                  <a16:creationId xmlns:a16="http://schemas.microsoft.com/office/drawing/2014/main" id="{1E799DC4-1713-48E5-8AF2-4D7B5D9EFFA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D84763A-6828-40E6-8AA2-0B958DF2D6C9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10019562" y="2755318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D4573148-B634-40FD-B42E-0B63A32E28CB}"/>
              </a:ext>
            </a:extLst>
          </p:cNvPr>
          <p:cNvSpPr txBox="1"/>
          <p:nvPr/>
        </p:nvSpPr>
        <p:spPr>
          <a:xfrm>
            <a:off x="11001505" y="2367598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0301F39-8B0D-4A66-B27E-BDDED1F753BA}"/>
              </a:ext>
            </a:extLst>
          </p:cNvPr>
          <p:cNvCxnSpPr>
            <a:cxnSpLocks/>
          </p:cNvCxnSpPr>
          <p:nvPr/>
        </p:nvCxnSpPr>
        <p:spPr>
          <a:xfrm>
            <a:off x="7510525" y="3155038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A23BDA9-5EAB-47E7-9AFD-346CBF58B85F}"/>
              </a:ext>
            </a:extLst>
          </p:cNvPr>
          <p:cNvSpPr txBox="1"/>
          <p:nvPr/>
        </p:nvSpPr>
        <p:spPr>
          <a:xfrm>
            <a:off x="2557320" y="5024866"/>
            <a:ext cx="2962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iterator</a:t>
            </a:r>
          </a:p>
          <a:p>
            <a:r>
              <a:rPr lang="en-US" dirty="0"/>
              <a:t>Arrays are delimited by TLAST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FBBBBB-2049-4DAA-91EC-DB2C3540D0E6}"/>
              </a:ext>
            </a:extLst>
          </p:cNvPr>
          <p:cNvSpPr txBox="1"/>
          <p:nvPr/>
        </p:nvSpPr>
        <p:spPr>
          <a:xfrm>
            <a:off x="7951490" y="657466"/>
            <a:ext cx="279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#(iwidth,ichan,stride,ochan)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0F6962-4CB4-4583-AA72-0352C1007E39}"/>
              </a:ext>
            </a:extLst>
          </p:cNvPr>
          <p:cNvSpPr/>
          <p:nvPr/>
        </p:nvSpPr>
        <p:spPr>
          <a:xfrm>
            <a:off x="1202250" y="263610"/>
            <a:ext cx="9655220" cy="6591997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A83338-DFBF-4776-9A88-1AF44EFB5423}"/>
              </a:ext>
            </a:extLst>
          </p:cNvPr>
          <p:cNvSpPr txBox="1"/>
          <p:nvPr/>
        </p:nvSpPr>
        <p:spPr>
          <a:xfrm>
            <a:off x="9706815" y="334057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166191-39CC-428F-AD9C-5128BBDC10CC}"/>
              </a:ext>
            </a:extLst>
          </p:cNvPr>
          <p:cNvSpPr txBox="1"/>
          <p:nvPr/>
        </p:nvSpPr>
        <p:spPr>
          <a:xfrm>
            <a:off x="8826880" y="2244862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6436B9-9547-4AAA-B897-BC2FEE2999C7}"/>
              </a:ext>
            </a:extLst>
          </p:cNvPr>
          <p:cNvSpPr txBox="1"/>
          <p:nvPr/>
        </p:nvSpPr>
        <p:spPr>
          <a:xfrm>
            <a:off x="11209329" y="27759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DB6B245-4DB9-4934-8943-797AFA13AFA8}"/>
              </a:ext>
            </a:extLst>
          </p:cNvPr>
          <p:cNvSpPr txBox="1"/>
          <p:nvPr/>
        </p:nvSpPr>
        <p:spPr>
          <a:xfrm>
            <a:off x="9521607" y="3162175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RELU</a:t>
            </a:r>
          </a:p>
        </p:txBody>
      </p:sp>
    </p:spTree>
    <p:extLst>
      <p:ext uri="{BB962C8B-B14F-4D97-AF65-F5344CB8AC3E}">
        <p14:creationId xmlns:p14="http://schemas.microsoft.com/office/powerpoint/2010/main" val="4114663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BA4675-04CB-492F-B213-DEAC621AC604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475670" y="2961472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A0A4A95-8D97-4E96-AFA4-B252D95FFA02}"/>
              </a:ext>
            </a:extLst>
          </p:cNvPr>
          <p:cNvSpPr txBox="1"/>
          <p:nvPr/>
        </p:nvSpPr>
        <p:spPr>
          <a:xfrm>
            <a:off x="5487402" y="2582371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99CE7-93A5-4E08-887C-34677961F5D1}"/>
              </a:ext>
            </a:extLst>
          </p:cNvPr>
          <p:cNvGrpSpPr/>
          <p:nvPr/>
        </p:nvGrpSpPr>
        <p:grpSpPr>
          <a:xfrm>
            <a:off x="6081155" y="2786374"/>
            <a:ext cx="350195" cy="350195"/>
            <a:chOff x="3860124" y="2202910"/>
            <a:chExt cx="350195" cy="3501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32958A7-5017-4BF8-9D4E-1C7C5BB513E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659107C-C77A-4D5E-BBE3-B8F215EE1246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69BD0D-C56D-4128-A770-F596F07379DB}"/>
              </a:ext>
            </a:extLst>
          </p:cNvPr>
          <p:cNvCxnSpPr>
            <a:cxnSpLocks/>
          </p:cNvCxnSpPr>
          <p:nvPr/>
        </p:nvCxnSpPr>
        <p:spPr>
          <a:xfrm>
            <a:off x="6431350" y="2951703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8D5FAF6-0FB9-49D9-83B2-41040AB3628A}"/>
              </a:ext>
            </a:extLst>
          </p:cNvPr>
          <p:cNvSpPr txBox="1"/>
          <p:nvPr/>
        </p:nvSpPr>
        <p:spPr>
          <a:xfrm>
            <a:off x="6964949" y="2311152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E3D428-9E14-409C-A667-5173798C24C9}"/>
              </a:ext>
            </a:extLst>
          </p:cNvPr>
          <p:cNvGrpSpPr/>
          <p:nvPr/>
        </p:nvGrpSpPr>
        <p:grpSpPr>
          <a:xfrm>
            <a:off x="7840346" y="2832561"/>
            <a:ext cx="350195" cy="350195"/>
            <a:chOff x="3860124" y="2202910"/>
            <a:chExt cx="350195" cy="3501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D07190-4B43-4523-B9C5-3F5E7CCFAD6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27A521E9-E898-4D83-86A1-8C734B7B920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B522AC2-5688-447A-BD25-AF4C09B6E045}"/>
              </a:ext>
            </a:extLst>
          </p:cNvPr>
          <p:cNvCxnSpPr>
            <a:cxnSpLocks/>
          </p:cNvCxnSpPr>
          <p:nvPr/>
        </p:nvCxnSpPr>
        <p:spPr>
          <a:xfrm>
            <a:off x="7598910" y="3007658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519826-07B4-47DB-B3A3-39DAD6AE2E91}"/>
              </a:ext>
            </a:extLst>
          </p:cNvPr>
          <p:cNvCxnSpPr>
            <a:cxnSpLocks/>
          </p:cNvCxnSpPr>
          <p:nvPr/>
        </p:nvCxnSpPr>
        <p:spPr>
          <a:xfrm>
            <a:off x="8190541" y="3005267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9B4C0DE-2E64-44A8-82FA-42BD4B49900A}"/>
              </a:ext>
            </a:extLst>
          </p:cNvPr>
          <p:cNvCxnSpPr>
            <a:cxnSpLocks/>
          </p:cNvCxnSpPr>
          <p:nvPr/>
        </p:nvCxnSpPr>
        <p:spPr>
          <a:xfrm>
            <a:off x="6647917" y="2516828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E36A4B3-37A7-45D5-9A6A-31C37A8B6F1A}"/>
              </a:ext>
            </a:extLst>
          </p:cNvPr>
          <p:cNvCxnSpPr>
            <a:cxnSpLocks/>
          </p:cNvCxnSpPr>
          <p:nvPr/>
        </p:nvCxnSpPr>
        <p:spPr>
          <a:xfrm flipV="1">
            <a:off x="6647917" y="2014732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71A70B-8FF7-4583-BCAC-7A7E54791300}"/>
              </a:ext>
            </a:extLst>
          </p:cNvPr>
          <p:cNvCxnSpPr>
            <a:cxnSpLocks/>
          </p:cNvCxnSpPr>
          <p:nvPr/>
        </p:nvCxnSpPr>
        <p:spPr>
          <a:xfrm>
            <a:off x="6647917" y="2014732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1761FD-A8A3-42BA-9218-56286218A6FB}"/>
              </a:ext>
            </a:extLst>
          </p:cNvPr>
          <p:cNvCxnSpPr>
            <a:cxnSpLocks/>
          </p:cNvCxnSpPr>
          <p:nvPr/>
        </p:nvCxnSpPr>
        <p:spPr>
          <a:xfrm flipV="1">
            <a:off x="8382580" y="2014732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rapezoid 57">
            <a:extLst>
              <a:ext uri="{FF2B5EF4-FFF2-40B4-BE49-F238E27FC236}">
                <a16:creationId xmlns:a16="http://schemas.microsoft.com/office/drawing/2014/main" id="{84E9056F-E91E-4AC6-972D-83044D6E8306}"/>
              </a:ext>
            </a:extLst>
          </p:cNvPr>
          <p:cNvSpPr/>
          <p:nvPr/>
        </p:nvSpPr>
        <p:spPr>
          <a:xfrm rot="5400000">
            <a:off x="8405352" y="2835532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960A8CF-30E5-4368-861A-F252B057E2F6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9546602" y="3007659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2F4C5CA-D83D-4609-BEA3-AB5B880A7644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5475670" y="3404987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FC06FCF-5FBC-4195-B611-923EC75F61A6}"/>
              </a:ext>
            </a:extLst>
          </p:cNvPr>
          <p:cNvGrpSpPr/>
          <p:nvPr/>
        </p:nvGrpSpPr>
        <p:grpSpPr>
          <a:xfrm>
            <a:off x="6081155" y="3229889"/>
            <a:ext cx="350195" cy="350195"/>
            <a:chOff x="3860124" y="2202910"/>
            <a:chExt cx="350195" cy="35019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36E8817-08B3-4F50-A5C9-FF3F13713C6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B6DEFAA5-8EF9-48EB-B5C6-E3D21BF8D13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7A58A24-A323-4465-BAEB-9AE54D2C4EF8}"/>
              </a:ext>
            </a:extLst>
          </p:cNvPr>
          <p:cNvSpPr txBox="1"/>
          <p:nvPr/>
        </p:nvSpPr>
        <p:spPr>
          <a:xfrm>
            <a:off x="5487402" y="3025886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357F21-EDD4-40D2-ABAC-BEF4BEAB5224}"/>
              </a:ext>
            </a:extLst>
          </p:cNvPr>
          <p:cNvGrpSpPr/>
          <p:nvPr/>
        </p:nvGrpSpPr>
        <p:grpSpPr>
          <a:xfrm>
            <a:off x="9196407" y="2832561"/>
            <a:ext cx="350195" cy="350195"/>
            <a:chOff x="3860124" y="2202910"/>
            <a:chExt cx="350195" cy="35019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F11E03E-3D35-4CA9-8EB1-6BA2D9AF8B5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FF907043-2640-41F6-95E1-8F4629C947B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E3693D-8C37-47B3-9225-ACE167165038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8940387" y="3005267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A6A3AD3-AAA8-4152-84C5-00033F520955}"/>
              </a:ext>
            </a:extLst>
          </p:cNvPr>
          <p:cNvSpPr txBox="1"/>
          <p:nvPr/>
        </p:nvSpPr>
        <p:spPr>
          <a:xfrm>
            <a:off x="9922330" y="2617547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22B4CA4-A43E-4123-BF69-8B9BC717BE26}"/>
              </a:ext>
            </a:extLst>
          </p:cNvPr>
          <p:cNvCxnSpPr>
            <a:cxnSpLocks/>
          </p:cNvCxnSpPr>
          <p:nvPr/>
        </p:nvCxnSpPr>
        <p:spPr>
          <a:xfrm>
            <a:off x="6431350" y="3404987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40C27C6-FDF2-4883-8FBF-9EDB6B14FFFE}"/>
              </a:ext>
            </a:extLst>
          </p:cNvPr>
          <p:cNvSpPr txBox="1"/>
          <p:nvPr/>
        </p:nvSpPr>
        <p:spPr>
          <a:xfrm>
            <a:off x="7747705" y="249481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663524-8518-4E96-A060-8B3A3F5E310D}"/>
              </a:ext>
            </a:extLst>
          </p:cNvPr>
          <p:cNvSpPr txBox="1"/>
          <p:nvPr/>
        </p:nvSpPr>
        <p:spPr>
          <a:xfrm>
            <a:off x="10130154" y="30258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A833DE-0264-49B2-BBC0-CB3931309AFD}"/>
              </a:ext>
            </a:extLst>
          </p:cNvPr>
          <p:cNvSpPr txBox="1"/>
          <p:nvPr/>
        </p:nvSpPr>
        <p:spPr>
          <a:xfrm>
            <a:off x="8442432" y="3412124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81" name="Left Bracket 80">
            <a:extLst>
              <a:ext uri="{FF2B5EF4-FFF2-40B4-BE49-F238E27FC236}">
                <a16:creationId xmlns:a16="http://schemas.microsoft.com/office/drawing/2014/main" id="{3DC55D7E-02E5-4ECC-A760-38E7E8C67358}"/>
              </a:ext>
            </a:extLst>
          </p:cNvPr>
          <p:cNvSpPr/>
          <p:nvPr/>
        </p:nvSpPr>
        <p:spPr>
          <a:xfrm>
            <a:off x="4046629" y="680491"/>
            <a:ext cx="155737" cy="311744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7C426F3-429B-4A2E-A205-07243C2B4FCF}"/>
              </a:ext>
            </a:extLst>
          </p:cNvPr>
          <p:cNvCxnSpPr>
            <a:cxnSpLocks/>
          </p:cNvCxnSpPr>
          <p:nvPr/>
        </p:nvCxnSpPr>
        <p:spPr>
          <a:xfrm>
            <a:off x="1190918" y="805648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DAA48FC-709A-46E0-9FD5-E7CA274DFA4F}"/>
              </a:ext>
            </a:extLst>
          </p:cNvPr>
          <p:cNvSpPr txBox="1"/>
          <p:nvPr/>
        </p:nvSpPr>
        <p:spPr>
          <a:xfrm>
            <a:off x="1566646" y="415536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2D6EE9-7A45-4E1D-9741-B72FD20AA9A0}"/>
              </a:ext>
            </a:extLst>
          </p:cNvPr>
          <p:cNvSpPr txBox="1"/>
          <p:nvPr/>
        </p:nvSpPr>
        <p:spPr>
          <a:xfrm>
            <a:off x="1774470" y="8238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4520A3B-BAC6-49CA-8093-0D1E9F27B9F4}"/>
              </a:ext>
            </a:extLst>
          </p:cNvPr>
          <p:cNvGrpSpPr/>
          <p:nvPr/>
        </p:nvGrpSpPr>
        <p:grpSpPr>
          <a:xfrm>
            <a:off x="2547710" y="630550"/>
            <a:ext cx="350195" cy="350195"/>
            <a:chOff x="3860124" y="2202910"/>
            <a:chExt cx="350195" cy="35019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D3805CF-683B-4014-B234-14839A681E82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5969044B-F5A2-4ABD-967A-37FD0CE3EA6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7D9754F-BC54-4B97-93A5-C0CE5B0DD2AE}"/>
              </a:ext>
            </a:extLst>
          </p:cNvPr>
          <p:cNvCxnSpPr>
            <a:cxnSpLocks/>
          </p:cNvCxnSpPr>
          <p:nvPr/>
        </p:nvCxnSpPr>
        <p:spPr>
          <a:xfrm>
            <a:off x="2879019" y="816722"/>
            <a:ext cx="5510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E2D3571-1DD2-45CF-9644-F947C1B1D630}"/>
              </a:ext>
            </a:extLst>
          </p:cNvPr>
          <p:cNvSpPr txBox="1"/>
          <p:nvPr/>
        </p:nvSpPr>
        <p:spPr>
          <a:xfrm>
            <a:off x="4822692" y="949628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ichan</a:t>
            </a:r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9DF3588-7036-4D50-90A5-487CCA5716E0}"/>
              </a:ext>
            </a:extLst>
          </p:cNvPr>
          <p:cNvSpPr txBox="1"/>
          <p:nvPr/>
        </p:nvSpPr>
        <p:spPr>
          <a:xfrm>
            <a:off x="4595303" y="553904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ochan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80766-F1A4-468E-8E5D-ED78CB85A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971794" y="2942593"/>
            <a:ext cx="5660627" cy="11034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6D940248-C1EC-41BB-B6C7-9A3DE86BF294}"/>
              </a:ext>
            </a:extLst>
          </p:cNvPr>
          <p:cNvSpPr txBox="1"/>
          <p:nvPr/>
        </p:nvSpPr>
        <p:spPr>
          <a:xfrm>
            <a:off x="2897575" y="415536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F8DDEB3-3679-4094-B723-0EA18C03959D}"/>
              </a:ext>
            </a:extLst>
          </p:cNvPr>
          <p:cNvSpPr/>
          <p:nvPr/>
        </p:nvSpPr>
        <p:spPr>
          <a:xfrm>
            <a:off x="3433778" y="458071"/>
            <a:ext cx="2063824" cy="599215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D5EB3E-80EA-47B3-9E89-75599EB985D5}"/>
              </a:ext>
            </a:extLst>
          </p:cNvPr>
          <p:cNvSpPr txBox="1"/>
          <p:nvPr/>
        </p:nvSpPr>
        <p:spPr>
          <a:xfrm>
            <a:off x="3832062" y="6307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0..n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E14EA7-90B5-4565-963E-942D8CB2A149}"/>
              </a:ext>
            </a:extLst>
          </p:cNvPr>
          <p:cNvSpPr txBox="1"/>
          <p:nvPr/>
        </p:nvSpPr>
        <p:spPr>
          <a:xfrm rot="16200000">
            <a:off x="3229488" y="1973013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row buffer</a:t>
            </a:r>
          </a:p>
        </p:txBody>
      </p:sp>
      <p:sp>
        <p:nvSpPr>
          <p:cNvPr id="79" name="Left Bracket 78">
            <a:extLst>
              <a:ext uri="{FF2B5EF4-FFF2-40B4-BE49-F238E27FC236}">
                <a16:creationId xmlns:a16="http://schemas.microsoft.com/office/drawing/2014/main" id="{6726A44E-7822-4ACF-A77C-F75A6C641904}"/>
              </a:ext>
            </a:extLst>
          </p:cNvPr>
          <p:cNvSpPr/>
          <p:nvPr/>
        </p:nvSpPr>
        <p:spPr>
          <a:xfrm>
            <a:off x="4043106" y="3837997"/>
            <a:ext cx="141706" cy="2446893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AB90B9-5234-46F2-8172-30F93C75B245}"/>
              </a:ext>
            </a:extLst>
          </p:cNvPr>
          <p:cNvSpPr txBox="1"/>
          <p:nvPr/>
        </p:nvSpPr>
        <p:spPr>
          <a:xfrm rot="16200000">
            <a:off x="3378943" y="4666731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weights</a:t>
            </a:r>
          </a:p>
        </p:txBody>
      </p:sp>
    </p:spTree>
    <p:extLst>
      <p:ext uri="{BB962C8B-B14F-4D97-AF65-F5344CB8AC3E}">
        <p14:creationId xmlns:p14="http://schemas.microsoft.com/office/powerpoint/2010/main" val="4002702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0A4B-944E-45A0-857C-01EF32186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65E4E-A8DA-43F5-9DD0-9A5F3FAF7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70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2F5-7100-4062-B4C1-5FD43ED8D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application concept</a:t>
            </a:r>
          </a:p>
        </p:txBody>
      </p:sp>
      <p:pic>
        <p:nvPicPr>
          <p:cNvPr id="10" name="Picture 9" descr="A close-up of a computer&#10;&#10;Description automatically generated with low confidence">
            <a:extLst>
              <a:ext uri="{FF2B5EF4-FFF2-40B4-BE49-F238E27FC236}">
                <a16:creationId xmlns:a16="http://schemas.microsoft.com/office/drawing/2014/main" id="{22920C4D-687E-4076-96FA-2344B96DD6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0" b="15607"/>
          <a:stretch/>
        </p:blipFill>
        <p:spPr>
          <a:xfrm>
            <a:off x="6432065" y="4183408"/>
            <a:ext cx="3429000" cy="25245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0520666-1D1B-4315-B423-37D9F80AA289}"/>
              </a:ext>
            </a:extLst>
          </p:cNvPr>
          <p:cNvSpPr/>
          <p:nvPr/>
        </p:nvSpPr>
        <p:spPr>
          <a:xfrm>
            <a:off x="3629699" y="2564637"/>
            <a:ext cx="1995579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Arty A7-100T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Artix-7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(Gemini/Orion)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70D09E-9BA1-40F2-A164-C836484EC42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625278" y="3114250"/>
            <a:ext cx="200775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B22681-2C01-445E-AA79-C16D9B9E5CB4}"/>
              </a:ext>
            </a:extLst>
          </p:cNvPr>
          <p:cNvSpPr txBox="1"/>
          <p:nvPr/>
        </p:nvSpPr>
        <p:spPr>
          <a:xfrm>
            <a:off x="5698257" y="3162929"/>
            <a:ext cx="160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10/100/1000 ethernet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B87A1-47AF-453D-9574-0C6AA128FFA6}"/>
              </a:ext>
            </a:extLst>
          </p:cNvPr>
          <p:cNvSpPr txBox="1"/>
          <p:nvPr/>
        </p:nvSpPr>
        <p:spPr>
          <a:xfrm>
            <a:off x="269720" y="2816838"/>
            <a:ext cx="677750" cy="646331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up to</a:t>
            </a:r>
          </a:p>
          <a:p>
            <a:pPr algn="ctr"/>
            <a:r>
              <a:rPr lang="en-US" dirty="0"/>
              <a:t>32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762E5A-3F43-4D18-A6E1-E8CBBFB4E123}"/>
              </a:ext>
            </a:extLst>
          </p:cNvPr>
          <p:cNvSpPr/>
          <p:nvPr/>
        </p:nvSpPr>
        <p:spPr>
          <a:xfrm>
            <a:off x="1375154" y="2551499"/>
            <a:ext cx="1381328" cy="44647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12C3A5-0AF6-4B24-9415-882FF74B1275}"/>
              </a:ext>
            </a:extLst>
          </p:cNvPr>
          <p:cNvSpPr txBox="1"/>
          <p:nvPr/>
        </p:nvSpPr>
        <p:spPr>
          <a:xfrm>
            <a:off x="5801898" y="2708279"/>
            <a:ext cx="76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E9E1F9-9481-4FD2-B4D6-D07FCF6C24B5}"/>
              </a:ext>
            </a:extLst>
          </p:cNvPr>
          <p:cNvSpPr/>
          <p:nvPr/>
        </p:nvSpPr>
        <p:spPr>
          <a:xfrm>
            <a:off x="10135356" y="2405271"/>
            <a:ext cx="836059" cy="132556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B38ED7D4-17E4-49C0-9286-1F31D031FC55}"/>
              </a:ext>
            </a:extLst>
          </p:cNvPr>
          <p:cNvSpPr/>
          <p:nvPr/>
        </p:nvSpPr>
        <p:spPr>
          <a:xfrm>
            <a:off x="7666356" y="2613746"/>
            <a:ext cx="1352481" cy="908615"/>
          </a:xfrm>
          <a:prstGeom prst="clou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51967E-F603-4E65-9E1B-694590C8E359}"/>
              </a:ext>
            </a:extLst>
          </p:cNvPr>
          <p:cNvCxnSpPr>
            <a:cxnSpLocks/>
            <a:stCxn id="20" idx="1"/>
            <a:endCxn id="21" idx="0"/>
          </p:cNvCxnSpPr>
          <p:nvPr/>
        </p:nvCxnSpPr>
        <p:spPr>
          <a:xfrm flipH="1">
            <a:off x="9017710" y="3068053"/>
            <a:ext cx="1117646" cy="1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0BE2686-66E4-4B2F-BC0F-C6B066E77AB6}"/>
              </a:ext>
            </a:extLst>
          </p:cNvPr>
          <p:cNvSpPr txBox="1"/>
          <p:nvPr/>
        </p:nvSpPr>
        <p:spPr>
          <a:xfrm>
            <a:off x="9562092" y="2721605"/>
            <a:ext cx="61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A6CCD-6089-4416-B2D2-40BE6490ADC0}"/>
              </a:ext>
            </a:extLst>
          </p:cNvPr>
          <p:cNvSpPr/>
          <p:nvPr/>
        </p:nvSpPr>
        <p:spPr>
          <a:xfrm>
            <a:off x="1371200" y="3270574"/>
            <a:ext cx="1381328" cy="44647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servo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6F4B3D-267D-4958-883D-E1BD2C9E40C2}"/>
              </a:ext>
            </a:extLst>
          </p:cNvPr>
          <p:cNvCxnSpPr>
            <a:cxnSpLocks/>
          </p:cNvCxnSpPr>
          <p:nvPr/>
        </p:nvCxnSpPr>
        <p:spPr>
          <a:xfrm>
            <a:off x="2079466" y="3050900"/>
            <a:ext cx="0" cy="196045"/>
          </a:xfrm>
          <a:prstGeom prst="line">
            <a:avLst/>
          </a:prstGeom>
          <a:ln w="381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78A1AA-763D-4B68-86FC-D0A3410EE9BC}"/>
              </a:ext>
            </a:extLst>
          </p:cNvPr>
          <p:cNvCxnSpPr>
            <a:cxnSpLocks/>
          </p:cNvCxnSpPr>
          <p:nvPr/>
        </p:nvCxnSpPr>
        <p:spPr>
          <a:xfrm flipH="1">
            <a:off x="2767001" y="2774734"/>
            <a:ext cx="8577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8E6EC2D-EDEB-4C13-BCE8-57C2FFCE704E}"/>
              </a:ext>
            </a:extLst>
          </p:cNvPr>
          <p:cNvCxnSpPr>
            <a:cxnSpLocks/>
          </p:cNvCxnSpPr>
          <p:nvPr/>
        </p:nvCxnSpPr>
        <p:spPr>
          <a:xfrm flipH="1">
            <a:off x="2766141" y="3475182"/>
            <a:ext cx="8577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Left Brace 42">
            <a:extLst>
              <a:ext uri="{FF2B5EF4-FFF2-40B4-BE49-F238E27FC236}">
                <a16:creationId xmlns:a16="http://schemas.microsoft.com/office/drawing/2014/main" id="{0A9B678B-7351-45AA-96B7-9E7CB9D2253E}"/>
              </a:ext>
            </a:extLst>
          </p:cNvPr>
          <p:cNvSpPr/>
          <p:nvPr/>
        </p:nvSpPr>
        <p:spPr>
          <a:xfrm>
            <a:off x="962947" y="2551499"/>
            <a:ext cx="173051" cy="117933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3B3A9A-2718-43F2-A9A1-91BB0115174B}"/>
              </a:ext>
            </a:extLst>
          </p:cNvPr>
          <p:cNvSpPr txBox="1"/>
          <p:nvPr/>
        </p:nvSpPr>
        <p:spPr>
          <a:xfrm>
            <a:off x="2872442" y="274016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GPIO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A55592-B53D-4930-866C-F570330A9E85}"/>
              </a:ext>
            </a:extLst>
          </p:cNvPr>
          <p:cNvSpPr txBox="1"/>
          <p:nvPr/>
        </p:nvSpPr>
        <p:spPr>
          <a:xfrm>
            <a:off x="2877939" y="2417336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PWM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D8252-D391-4193-ABD7-211AE4C60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014" y="5433737"/>
            <a:ext cx="1129408" cy="112940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CCAED5F-586F-4AE3-A66E-487C9FA0C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889" y="4316252"/>
            <a:ext cx="1129408" cy="112940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85C51E9-D8C7-404D-BC81-971626A4D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903" y="4426989"/>
            <a:ext cx="1129408" cy="11294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21C760-D1D4-42CC-A2D7-532EF8BB28A7}"/>
              </a:ext>
            </a:extLst>
          </p:cNvPr>
          <p:cNvSpPr txBox="1"/>
          <p:nvPr/>
        </p:nvSpPr>
        <p:spPr>
          <a:xfrm>
            <a:off x="6771633" y="1894829"/>
            <a:ext cx="3706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Remote PWM servo control over UDP</a:t>
            </a:r>
          </a:p>
          <a:p>
            <a:r>
              <a:rPr lang="en-US" dirty="0"/>
              <a:t>Industrial ethernet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B54D49-9180-44AF-A88C-C6CFC6F64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00" y="4308693"/>
            <a:ext cx="2495408" cy="249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23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2F5-7100-4062-B4C1-5FD43ED8D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latency control concept</a:t>
            </a:r>
          </a:p>
        </p:txBody>
      </p:sp>
      <p:pic>
        <p:nvPicPr>
          <p:cNvPr id="10" name="Picture 9" descr="A close-up of a computer&#10;&#10;Description automatically generated with low confidence">
            <a:extLst>
              <a:ext uri="{FF2B5EF4-FFF2-40B4-BE49-F238E27FC236}">
                <a16:creationId xmlns:a16="http://schemas.microsoft.com/office/drawing/2014/main" id="{22920C4D-687E-4076-96FA-2344B96DD6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0" b="15607"/>
          <a:stretch/>
        </p:blipFill>
        <p:spPr>
          <a:xfrm>
            <a:off x="6432065" y="4183408"/>
            <a:ext cx="3429000" cy="25245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0520666-1D1B-4315-B423-37D9F80AA289}"/>
              </a:ext>
            </a:extLst>
          </p:cNvPr>
          <p:cNvSpPr/>
          <p:nvPr/>
        </p:nvSpPr>
        <p:spPr>
          <a:xfrm>
            <a:off x="3629699" y="2144662"/>
            <a:ext cx="1995579" cy="1916592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Arty A7-100T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Artix-7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(Gemini/Orion)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B22681-2C01-445E-AA79-C16D9B9E5CB4}"/>
              </a:ext>
            </a:extLst>
          </p:cNvPr>
          <p:cNvSpPr txBox="1"/>
          <p:nvPr/>
        </p:nvSpPr>
        <p:spPr>
          <a:xfrm>
            <a:off x="5698257" y="3162929"/>
            <a:ext cx="160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10/100/1000 ethernet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B87A1-47AF-453D-9574-0C6AA128FFA6}"/>
              </a:ext>
            </a:extLst>
          </p:cNvPr>
          <p:cNvSpPr txBox="1"/>
          <p:nvPr/>
        </p:nvSpPr>
        <p:spPr>
          <a:xfrm>
            <a:off x="269720" y="3179305"/>
            <a:ext cx="677750" cy="646331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up to</a:t>
            </a:r>
          </a:p>
          <a:p>
            <a:pPr algn="ctr"/>
            <a:r>
              <a:rPr lang="en-US" dirty="0"/>
              <a:t>32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762E5A-3F43-4D18-A6E1-E8CBBFB4E123}"/>
              </a:ext>
            </a:extLst>
          </p:cNvPr>
          <p:cNvSpPr/>
          <p:nvPr/>
        </p:nvSpPr>
        <p:spPr>
          <a:xfrm>
            <a:off x="1375154" y="2913966"/>
            <a:ext cx="1381328" cy="44647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12C3A5-0AF6-4B24-9415-882FF74B1275}"/>
              </a:ext>
            </a:extLst>
          </p:cNvPr>
          <p:cNvSpPr txBox="1"/>
          <p:nvPr/>
        </p:nvSpPr>
        <p:spPr>
          <a:xfrm>
            <a:off x="5801898" y="2708279"/>
            <a:ext cx="76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E9E1F9-9481-4FD2-B4D6-D07FCF6C24B5}"/>
              </a:ext>
            </a:extLst>
          </p:cNvPr>
          <p:cNvSpPr/>
          <p:nvPr/>
        </p:nvSpPr>
        <p:spPr>
          <a:xfrm>
            <a:off x="10135356" y="2405271"/>
            <a:ext cx="836059" cy="132556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B38ED7D4-17E4-49C0-9286-1F31D031FC55}"/>
              </a:ext>
            </a:extLst>
          </p:cNvPr>
          <p:cNvSpPr/>
          <p:nvPr/>
        </p:nvSpPr>
        <p:spPr>
          <a:xfrm>
            <a:off x="7666356" y="2613746"/>
            <a:ext cx="1352481" cy="908615"/>
          </a:xfrm>
          <a:prstGeom prst="clou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51967E-F603-4E65-9E1B-694590C8E359}"/>
              </a:ext>
            </a:extLst>
          </p:cNvPr>
          <p:cNvCxnSpPr>
            <a:cxnSpLocks/>
            <a:stCxn id="20" idx="1"/>
            <a:endCxn id="21" idx="0"/>
          </p:cNvCxnSpPr>
          <p:nvPr/>
        </p:nvCxnSpPr>
        <p:spPr>
          <a:xfrm flipH="1">
            <a:off x="9017710" y="3068053"/>
            <a:ext cx="1117646" cy="1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0BE2686-66E4-4B2F-BC0F-C6B066E77AB6}"/>
              </a:ext>
            </a:extLst>
          </p:cNvPr>
          <p:cNvSpPr txBox="1"/>
          <p:nvPr/>
        </p:nvSpPr>
        <p:spPr>
          <a:xfrm>
            <a:off x="9562092" y="2721605"/>
            <a:ext cx="61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A6CCD-6089-4416-B2D2-40BE6490ADC0}"/>
              </a:ext>
            </a:extLst>
          </p:cNvPr>
          <p:cNvSpPr/>
          <p:nvPr/>
        </p:nvSpPr>
        <p:spPr>
          <a:xfrm>
            <a:off x="1371200" y="3633041"/>
            <a:ext cx="1381328" cy="44647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servo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6F4B3D-267D-4958-883D-E1BD2C9E40C2}"/>
              </a:ext>
            </a:extLst>
          </p:cNvPr>
          <p:cNvCxnSpPr>
            <a:cxnSpLocks/>
          </p:cNvCxnSpPr>
          <p:nvPr/>
        </p:nvCxnSpPr>
        <p:spPr>
          <a:xfrm>
            <a:off x="2079466" y="3413367"/>
            <a:ext cx="0" cy="196045"/>
          </a:xfrm>
          <a:prstGeom prst="line">
            <a:avLst/>
          </a:prstGeom>
          <a:ln w="381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78A1AA-763D-4B68-86FC-D0A3410EE9BC}"/>
              </a:ext>
            </a:extLst>
          </p:cNvPr>
          <p:cNvCxnSpPr>
            <a:cxnSpLocks/>
          </p:cNvCxnSpPr>
          <p:nvPr/>
        </p:nvCxnSpPr>
        <p:spPr>
          <a:xfrm flipH="1">
            <a:off x="2767001" y="3137201"/>
            <a:ext cx="8577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8E6EC2D-EDEB-4C13-BCE8-57C2FFCE704E}"/>
              </a:ext>
            </a:extLst>
          </p:cNvPr>
          <p:cNvCxnSpPr>
            <a:cxnSpLocks/>
          </p:cNvCxnSpPr>
          <p:nvPr/>
        </p:nvCxnSpPr>
        <p:spPr>
          <a:xfrm flipH="1">
            <a:off x="2766141" y="3837649"/>
            <a:ext cx="8577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Left Brace 42">
            <a:extLst>
              <a:ext uri="{FF2B5EF4-FFF2-40B4-BE49-F238E27FC236}">
                <a16:creationId xmlns:a16="http://schemas.microsoft.com/office/drawing/2014/main" id="{0A9B678B-7351-45AA-96B7-9E7CB9D2253E}"/>
              </a:ext>
            </a:extLst>
          </p:cNvPr>
          <p:cNvSpPr/>
          <p:nvPr/>
        </p:nvSpPr>
        <p:spPr>
          <a:xfrm>
            <a:off x="962947" y="2913966"/>
            <a:ext cx="173051" cy="117933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3B3A9A-2718-43F2-A9A1-91BB0115174B}"/>
              </a:ext>
            </a:extLst>
          </p:cNvPr>
          <p:cNvSpPr txBox="1"/>
          <p:nvPr/>
        </p:nvSpPr>
        <p:spPr>
          <a:xfrm>
            <a:off x="2872442" y="3102631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GPIO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A55592-B53D-4930-866C-F570330A9E85}"/>
              </a:ext>
            </a:extLst>
          </p:cNvPr>
          <p:cNvSpPr txBox="1"/>
          <p:nvPr/>
        </p:nvSpPr>
        <p:spPr>
          <a:xfrm>
            <a:off x="2877939" y="2779803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PWM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D8252-D391-4193-ABD7-211AE4C60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014" y="5433737"/>
            <a:ext cx="1129408" cy="112940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CCAED5F-586F-4AE3-A66E-487C9FA0C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537" y="4449726"/>
            <a:ext cx="1129408" cy="112940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85C51E9-D8C7-404D-BC81-971626A4D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010" y="4713339"/>
            <a:ext cx="1129408" cy="11294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21C760-D1D4-42CC-A2D7-532EF8BB28A7}"/>
              </a:ext>
            </a:extLst>
          </p:cNvPr>
          <p:cNvSpPr txBox="1"/>
          <p:nvPr/>
        </p:nvSpPr>
        <p:spPr>
          <a:xfrm>
            <a:off x="5870006" y="1636891"/>
            <a:ext cx="3706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Remote PWM servo control over UDP</a:t>
            </a:r>
          </a:p>
          <a:p>
            <a:r>
              <a:rPr lang="en-US" dirty="0"/>
              <a:t>MIPI over UDP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B54D49-9180-44AF-A88C-C6CFC6F64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00" y="4308693"/>
            <a:ext cx="2495408" cy="249540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06A6E3F-BB97-4611-8C28-042D93946D18}"/>
              </a:ext>
            </a:extLst>
          </p:cNvPr>
          <p:cNvSpPr/>
          <p:nvPr/>
        </p:nvSpPr>
        <p:spPr>
          <a:xfrm>
            <a:off x="1371200" y="2167276"/>
            <a:ext cx="1381328" cy="44647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camera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6AC0AB1-7CB7-4C12-AAD7-8223810BAE36}"/>
              </a:ext>
            </a:extLst>
          </p:cNvPr>
          <p:cNvCxnSpPr>
            <a:cxnSpLocks/>
          </p:cNvCxnSpPr>
          <p:nvPr/>
        </p:nvCxnSpPr>
        <p:spPr>
          <a:xfrm>
            <a:off x="2752528" y="2385209"/>
            <a:ext cx="8577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6F9AA27-3A59-4B4F-965B-0359ACDD10DB}"/>
              </a:ext>
            </a:extLst>
          </p:cNvPr>
          <p:cNvSpPr txBox="1"/>
          <p:nvPr/>
        </p:nvSpPr>
        <p:spPr>
          <a:xfrm>
            <a:off x="2800740" y="2007080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MIPI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F665687-55F5-4F23-8449-53A5E5B8ED77}"/>
              </a:ext>
            </a:extLst>
          </p:cNvPr>
          <p:cNvCxnSpPr>
            <a:cxnSpLocks/>
          </p:cNvCxnSpPr>
          <p:nvPr/>
        </p:nvCxnSpPr>
        <p:spPr>
          <a:xfrm flipH="1">
            <a:off x="5643797" y="3096191"/>
            <a:ext cx="1943554" cy="0"/>
          </a:xfrm>
          <a:prstGeom prst="line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215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3618-F33E-4D15-BEE6-00F202BA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AI application landscape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5EF601-A655-4AD5-8C93-B4DFB2181B28}"/>
              </a:ext>
            </a:extLst>
          </p:cNvPr>
          <p:cNvCxnSpPr/>
          <p:nvPr/>
        </p:nvCxnSpPr>
        <p:spPr>
          <a:xfrm flipV="1">
            <a:off x="2102789" y="2060020"/>
            <a:ext cx="0" cy="4114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E50D4A-ACD2-4370-A3FC-6B11E9FEBFA8}"/>
              </a:ext>
            </a:extLst>
          </p:cNvPr>
          <p:cNvCxnSpPr>
            <a:cxnSpLocks/>
          </p:cNvCxnSpPr>
          <p:nvPr/>
        </p:nvCxnSpPr>
        <p:spPr>
          <a:xfrm>
            <a:off x="2102789" y="6164607"/>
            <a:ext cx="41148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D352915-7AA7-46EA-891C-321D2D719029}"/>
              </a:ext>
            </a:extLst>
          </p:cNvPr>
          <p:cNvSpPr txBox="1"/>
          <p:nvPr/>
        </p:nvSpPr>
        <p:spPr>
          <a:xfrm>
            <a:off x="1589603" y="1690688"/>
            <a:ext cx="1026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D0D35-B4B6-4002-B3F9-773E6175251D}"/>
              </a:ext>
            </a:extLst>
          </p:cNvPr>
          <p:cNvSpPr txBox="1"/>
          <p:nvPr/>
        </p:nvSpPr>
        <p:spPr>
          <a:xfrm>
            <a:off x="6269472" y="5979941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B2842-DA24-46A8-826E-50F4D912A902}"/>
              </a:ext>
            </a:extLst>
          </p:cNvPr>
          <p:cNvSpPr txBox="1"/>
          <p:nvPr/>
        </p:nvSpPr>
        <p:spPr>
          <a:xfrm>
            <a:off x="672767" y="4844146"/>
            <a:ext cx="112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100K</a:t>
            </a:r>
          </a:p>
          <a:p>
            <a:r>
              <a:rPr lang="en-US" dirty="0"/>
              <a:t>samples/s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A04C7F-AF36-4A18-A78E-D92412C8C14C}"/>
              </a:ext>
            </a:extLst>
          </p:cNvPr>
          <p:cNvSpPr txBox="1"/>
          <p:nvPr/>
        </p:nvSpPr>
        <p:spPr>
          <a:xfrm>
            <a:off x="672767" y="2369920"/>
            <a:ext cx="112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100M</a:t>
            </a:r>
          </a:p>
          <a:p>
            <a:r>
              <a:rPr lang="en-US" dirty="0"/>
              <a:t>samples/s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1CCE3-433A-4C84-8416-23B4F79F6589}"/>
              </a:ext>
            </a:extLst>
          </p:cNvPr>
          <p:cNvSpPr txBox="1"/>
          <p:nvPr/>
        </p:nvSpPr>
        <p:spPr>
          <a:xfrm>
            <a:off x="672767" y="3603700"/>
            <a:ext cx="112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10M</a:t>
            </a:r>
          </a:p>
          <a:p>
            <a:r>
              <a:rPr lang="en-US" dirty="0"/>
              <a:t>samples/s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BE449-27B4-4F0D-85C4-71DB402C75A8}"/>
              </a:ext>
            </a:extLst>
          </p:cNvPr>
          <p:cNvSpPr txBox="1"/>
          <p:nvPr/>
        </p:nvSpPr>
        <p:spPr>
          <a:xfrm>
            <a:off x="2267363" y="4757861"/>
            <a:ext cx="18928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Thermal sensor</a:t>
            </a:r>
          </a:p>
          <a:p>
            <a:r>
              <a:rPr lang="en-US" dirty="0"/>
              <a:t>Audio</a:t>
            </a:r>
          </a:p>
          <a:p>
            <a:r>
              <a:rPr lang="en-US" dirty="0"/>
              <a:t>Fingerprint reader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D3DB73-B733-41D1-8B3F-97893030147F}"/>
              </a:ext>
            </a:extLst>
          </p:cNvPr>
          <p:cNvSpPr txBox="1"/>
          <p:nvPr/>
        </p:nvSpPr>
        <p:spPr>
          <a:xfrm>
            <a:off x="2224978" y="2113511"/>
            <a:ext cx="3550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industrial imaging 728x544@289fps</a:t>
            </a:r>
          </a:p>
          <a:p>
            <a:r>
              <a:rPr lang="en-US" dirty="0"/>
              <a:t>5G/802.11 baseband IQ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F18E13-BD43-4CD8-A4C3-445B44E9B6D5}"/>
              </a:ext>
            </a:extLst>
          </p:cNvPr>
          <p:cNvSpPr txBox="1"/>
          <p:nvPr/>
        </p:nvSpPr>
        <p:spPr>
          <a:xfrm>
            <a:off x="9078096" y="273707"/>
            <a:ext cx="2712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weights: on or off chip</a:t>
            </a:r>
          </a:p>
          <a:p>
            <a:r>
              <a:rPr lang="en-US" dirty="0"/>
              <a:t>FPGA vs. GPU vs. multicore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4DAA0-399F-4606-8139-69130CFD76DD}"/>
              </a:ext>
            </a:extLst>
          </p:cNvPr>
          <p:cNvSpPr txBox="1"/>
          <p:nvPr/>
        </p:nvSpPr>
        <p:spPr>
          <a:xfrm>
            <a:off x="2267363" y="3546657"/>
            <a:ext cx="2999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 imaging 2MP@5fps</a:t>
            </a:r>
          </a:p>
          <a:p>
            <a:r>
              <a:rPr lang="en-US" dirty="0"/>
              <a:t>IoT wireless</a:t>
            </a:r>
          </a:p>
        </p:txBody>
      </p:sp>
    </p:spTree>
    <p:extLst>
      <p:ext uri="{BB962C8B-B14F-4D97-AF65-F5344CB8AC3E}">
        <p14:creationId xmlns:p14="http://schemas.microsoft.com/office/powerpoint/2010/main" val="1577342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DD11-0ECE-4363-A33D-A6258159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</a:t>
            </a:r>
          </a:p>
        </p:txBody>
      </p:sp>
      <p:pic>
        <p:nvPicPr>
          <p:cNvPr id="4" name="Picture 3" descr="A close-up of a cell phone&#10;&#10;Description automatically generated with medium confidence">
            <a:extLst>
              <a:ext uri="{FF2B5EF4-FFF2-40B4-BE49-F238E27FC236}">
                <a16:creationId xmlns:a16="http://schemas.microsoft.com/office/drawing/2014/main" id="{1EADBA5B-6503-405F-B8D3-0E6DDCDFD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34" y="3866438"/>
            <a:ext cx="2632071" cy="2558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1318F4-AF89-4A48-85A7-B76CE1F07456}"/>
              </a:ext>
            </a:extLst>
          </p:cNvPr>
          <p:cNvSpPr txBox="1"/>
          <p:nvPr/>
        </p:nvSpPr>
        <p:spPr>
          <a:xfrm>
            <a:off x="742594" y="1823345"/>
            <a:ext cx="36316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Thermal Imager Camera Handheld, MLX90640 Portable Temperature Tester Meter Sensor 2.4in LCD Display Screen</a:t>
            </a:r>
          </a:p>
          <a:p>
            <a:r>
              <a:rPr lang="en-US" b="1" dirty="0"/>
              <a:t>$170 </a:t>
            </a:r>
            <a:r>
              <a:rPr lang="en-US" dirty="0"/>
              <a:t>through Amazon</a:t>
            </a:r>
          </a:p>
        </p:txBody>
      </p:sp>
      <p:pic>
        <p:nvPicPr>
          <p:cNvPr id="7" name="Picture 6" descr="A picture containing connector&#10;&#10;Description automatically generated">
            <a:extLst>
              <a:ext uri="{FF2B5EF4-FFF2-40B4-BE49-F238E27FC236}">
                <a16:creationId xmlns:a16="http://schemas.microsoft.com/office/drawing/2014/main" id="{B5A3AB3E-3CB7-4F98-9227-965F4A4C1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033" y="4169045"/>
            <a:ext cx="2542735" cy="15247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0FF5CF-F516-4092-8A1B-03DAAE5AC851}"/>
              </a:ext>
            </a:extLst>
          </p:cNvPr>
          <p:cNvSpPr txBox="1"/>
          <p:nvPr/>
        </p:nvSpPr>
        <p:spPr>
          <a:xfrm>
            <a:off x="4555524" y="1823345"/>
            <a:ext cx="29308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MLX90640 IR Array Thermal Imaging Camera Module 32×24 Pixels 55° Field of View Camera with I2C Interface for Raspberry Pi/Arduino</a:t>
            </a:r>
          </a:p>
          <a:p>
            <a:r>
              <a:rPr lang="en-US" b="1" dirty="0"/>
              <a:t>$83 </a:t>
            </a:r>
            <a:r>
              <a:rPr lang="en-US" dirty="0"/>
              <a:t>through Amazon</a:t>
            </a:r>
          </a:p>
        </p:txBody>
      </p:sp>
      <p:pic>
        <p:nvPicPr>
          <p:cNvPr id="10" name="Picture 9" descr="A close-up of a computer&#10;&#10;Description automatically generated with low confidence">
            <a:extLst>
              <a:ext uri="{FF2B5EF4-FFF2-40B4-BE49-F238E27FC236}">
                <a16:creationId xmlns:a16="http://schemas.microsoft.com/office/drawing/2014/main" id="{3660C787-B00B-49CB-90AC-76AE24601E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0" b="15607"/>
          <a:stretch/>
        </p:blipFill>
        <p:spPr>
          <a:xfrm>
            <a:off x="7837397" y="3757694"/>
            <a:ext cx="3429000" cy="25245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EEDFC6-A5FD-4DEC-B874-B5398AA57A24}"/>
              </a:ext>
            </a:extLst>
          </p:cNvPr>
          <p:cNvSpPr txBox="1"/>
          <p:nvPr/>
        </p:nvSpPr>
        <p:spPr>
          <a:xfrm>
            <a:off x="8436560" y="1823345"/>
            <a:ext cx="2230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Arty A7</a:t>
            </a:r>
          </a:p>
          <a:p>
            <a:r>
              <a:rPr lang="en-US" b="1" dirty="0"/>
              <a:t>$249 </a:t>
            </a:r>
            <a:r>
              <a:rPr lang="en-US" dirty="0"/>
              <a:t>through </a:t>
            </a:r>
            <a:r>
              <a:rPr lang="en-US" dirty="0" err="1"/>
              <a:t>Digilent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45AC2-C817-402A-9547-0BB8F1CDD4FD}"/>
              </a:ext>
            </a:extLst>
          </p:cNvPr>
          <p:cNvSpPr txBox="1"/>
          <p:nvPr/>
        </p:nvSpPr>
        <p:spPr>
          <a:xfrm>
            <a:off x="4568218" y="6308209"/>
            <a:ext cx="538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PR: need someone to chase lead times on several items</a:t>
            </a:r>
          </a:p>
        </p:txBody>
      </p:sp>
    </p:spTree>
    <p:extLst>
      <p:ext uri="{BB962C8B-B14F-4D97-AF65-F5344CB8AC3E}">
        <p14:creationId xmlns:p14="http://schemas.microsoft.com/office/powerpoint/2010/main" val="1252779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16E7-EF2E-4CC8-A815-684742F66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resource analysis spreadsheet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2F0B58A-F8C5-43A0-A3B0-7418EE4B59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660147"/>
              </p:ext>
            </p:extLst>
          </p:nvPr>
        </p:nvGraphicFramePr>
        <p:xfrm>
          <a:off x="939800" y="1744663"/>
          <a:ext cx="10312400" cy="336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367048" imgH="4031142" progId="Excel.Sheet.12">
                  <p:embed/>
                </p:oleObj>
              </mc:Choice>
              <mc:Fallback>
                <p:oleObj name="Worksheet" r:id="rId2" imgW="12367048" imgH="403114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9800" y="1744663"/>
                        <a:ext cx="10312400" cy="336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2669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9DA7-28DB-4E07-BE1E-502FABAC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15F-5698-4887-869A-A5800ED75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659894" cy="3252212"/>
          </a:xfrm>
        </p:spPr>
        <p:txBody>
          <a:bodyPr>
            <a:noAutofit/>
          </a:bodyPr>
          <a:lstStyle/>
          <a:p>
            <a:r>
              <a:rPr lang="en-US" dirty="0"/>
              <a:t>Initial dataset will be manually labeled with ~1000 examples</a:t>
            </a:r>
          </a:p>
          <a:p>
            <a:r>
              <a:rPr lang="en-US" dirty="0"/>
              <a:t>Future: large unlabeled dataset + few shot learning for classification tasks</a:t>
            </a:r>
          </a:p>
          <a:p>
            <a:r>
              <a:rPr lang="en-US" dirty="0"/>
              <a:t>Future: multimodal training data </a:t>
            </a:r>
            <a:r>
              <a:rPr lang="en-US" dirty="0">
                <a:hlinkClick r:id="rId2"/>
              </a:rPr>
              <a:t>https://github.com/openai/CLIP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08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roup 318">
            <a:extLst>
              <a:ext uri="{FF2B5EF4-FFF2-40B4-BE49-F238E27FC236}">
                <a16:creationId xmlns:a16="http://schemas.microsoft.com/office/drawing/2014/main" id="{C4E13554-79E1-4207-A5D3-9133737E3ED6}"/>
              </a:ext>
            </a:extLst>
          </p:cNvPr>
          <p:cNvGrpSpPr/>
          <p:nvPr/>
        </p:nvGrpSpPr>
        <p:grpSpPr>
          <a:xfrm>
            <a:off x="1939557" y="2364594"/>
            <a:ext cx="6334816" cy="593625"/>
            <a:chOff x="4603033" y="4630132"/>
            <a:chExt cx="6334816" cy="593625"/>
          </a:xfrm>
          <a:solidFill>
            <a:schemeClr val="bg1"/>
          </a:solidFill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AD86BF01-FB27-444A-A668-F5BA1101C7F2}"/>
                </a:ext>
              </a:extLst>
            </p:cNvPr>
            <p:cNvGrpSpPr/>
            <p:nvPr/>
          </p:nvGrpSpPr>
          <p:grpSpPr>
            <a:xfrm>
              <a:off x="4603033" y="4630132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4E4CA042-A47D-4BE6-8743-AF8AE2457231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D3ED9850-1F94-4C60-954F-BF1CB3144EC8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41D10322-4EF6-4A28-8FD1-5CB8F24547B1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88B65BD5-62E6-4A02-A641-5A89BFC7C6FF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08C78413-850D-4853-B5B8-FFC947790FC9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4666A769-87CB-41F9-8A28-C4BA54CB73FF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17480312-D252-4631-A9E0-D1B09C2F3D40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822A88F5-1F6A-41FE-9C96-9BAA4E71C15E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0636F4C9-1C72-4FF8-90F9-BBE3314C9A1F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BA822E6D-8C63-41AD-A58D-CB4B70444113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437E4C00-372F-48BA-9F6D-66E644A4AE91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B3B88D2A-5DC2-4A09-8C7C-D5377F204604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7D71D504-E870-4C91-87C4-7CD26E6959BB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BAA4B1DF-94B1-45AF-9C96-EE05D922F45A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A35304A5-646E-471A-A35C-E804943FB0C1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83656E43-8A38-4B52-802B-ACC6C02AE485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479B8B62-0E00-448C-8646-EE4A392352F7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275D904B-95E4-4126-BB39-4B27D0A7D4FF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85387A6F-B9A9-4780-AD9B-CAAF3090EF07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7396C1D8-8E3C-40E4-B76D-28D7841B4B53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84B9C71E-9EB2-44BA-A502-B059CA22CC42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C7F2ECC2-D08A-4FD3-BCBC-B0689EF8458F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4D2323A9-9F18-4E84-91C1-0D807D5C1926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0AC62136-AB06-4649-B173-5827C8DCA852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964946DC-140B-49DE-8228-F122470B7DF5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FD2BDA98-CF9B-44E3-9D2C-F676DA6ED930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7B6FEF2B-CAED-4BA4-AACB-EABE7AB00B8E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82B0AD5C-D5C2-4FB0-9787-38B99D7492F1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9BBD0F4A-35C8-4071-B6FE-045314D3F0B2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8870099B-416A-4805-99BA-E3C892EC7CE4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00C127ED-FE12-4E24-BE5F-7D9F187470CF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48C8DBE6-D2ED-45BF-BBD1-4B0D9998005A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7A5F78DE-59FD-4B1D-843A-38633D616D70}"/>
                </a:ext>
              </a:extLst>
            </p:cNvPr>
            <p:cNvGrpSpPr/>
            <p:nvPr/>
          </p:nvGrpSpPr>
          <p:grpSpPr>
            <a:xfrm>
              <a:off x="4603033" y="4827832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FBCCE676-1D13-4960-93A4-AFD14233A905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6DEFF4B9-1EB9-49E4-B6CB-96C9BCA3386D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4C983D6D-C318-4A4D-9236-23FCE8C60331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6592517B-3270-4092-BBC7-4F2BB26E17E2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424A2748-48AC-4D8E-BA31-2E1BCE8A9A05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762E1731-8D21-4581-BB1B-DC25EEFEE0F1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B3EA4AA2-78D0-42DD-8C12-D4926A3F733C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41537EAF-7A4E-46F6-8A2C-56D194C1136C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A70CCA18-B099-41FF-AE67-FEB5F92668E2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85E85840-A65C-4901-9FC7-D24622F37F50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247274B0-528D-4527-8AE6-AD2BEFBD4DC3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2CE97F09-2FED-4047-8091-3398554FEC55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AE6FDB31-176A-4BDD-94E5-9D966E3FD557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4DE6751D-ADFD-4671-8313-AE53AC8C1895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6D02AE65-990B-41D1-8CF8-9C318B83AE78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567EF89C-83A1-44D4-8115-F815EA0740AB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E6734B44-09EC-4438-AA36-6643BC2A8C07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2895F8EA-6E1C-4D32-BFEF-64BEECF933DB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919333D1-A69F-4469-B9B4-F10C555DC5AB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110D3E62-3DC2-407E-86F1-5520FAFDA47C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66E3DD78-B23D-438B-9883-A24D46FC3997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7B1554A6-2BA1-47BE-B79B-EB1DFCE4B2D9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80836809-2A36-4ACF-80F2-991338AC5E84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F1CEB809-9C13-4299-8A73-9B1CDAF661E2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88775E23-A739-4E7A-94DD-14C2B8B7ED0C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3822FC88-1B08-4D1F-9E59-3567D972A53C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5805BB6A-420B-44CD-BA19-E859528CE4F9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9B54B471-E5DE-4661-B9DB-054D79A80AE0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86FE3CC9-511F-4796-9BC6-DD95AFB11802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3165B817-67AC-4528-89DF-DDDAD11F351F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921DC999-69B0-4C0B-B506-08C5AF313AB8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3DA7E7A9-7B84-4005-A933-4F7CCB0E619A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5AD5FFD4-335C-42A4-BC8A-28C9E626C00B}"/>
                </a:ext>
              </a:extLst>
            </p:cNvPr>
            <p:cNvGrpSpPr/>
            <p:nvPr/>
          </p:nvGrpSpPr>
          <p:grpSpPr>
            <a:xfrm>
              <a:off x="4603033" y="5025794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BD4DC0FB-8D46-4B42-A9D6-0FBD4482878A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03BF308A-F6B5-44DB-972A-9FEC015281FB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64B354CD-6B1A-43CF-A0EA-7F344486CA0A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FDF002DF-DC85-447D-B343-B6D48BB6ED04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2D4C4511-7E0F-4446-ADB8-3443CBCC2D98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A2A92329-41BA-410F-9DC4-C7FDC9AC7C49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A45C1C72-4E55-4B40-8435-07715B3F3453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88D2077D-5D43-4976-8427-C8C2B16CC07C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42F88B22-3DDB-4C41-8D59-1710FAAB9227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DF09A9F9-44CD-4533-829E-FA046924A4D0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583FD657-8159-4DC5-B9BE-92E57AB8D97B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578A5785-9A74-4E2B-8FAE-81CB3642B44E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5D8986CE-100C-475C-B62C-A9FC23ECEC53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A4A74928-FD5B-4DE6-8767-0EB0E66ECFDD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60496450-41D2-495E-B818-8B2F99C0D031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C1A7DC5A-AA2A-4E2D-92AF-9A2BD0854332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A155B17E-268D-4F11-81A2-403D3840EB9C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FBB6345A-254A-42C5-A004-54ABB5C81CFE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2FCD4169-2461-4AC0-9CA6-AFECD5FE448F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0B4194E0-E368-41F0-A1C9-B601D1017CDC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5317C1A5-8EAC-4E9F-87AC-EE0B46F371DE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3CC01DB1-173B-4A20-8083-340D66167FD6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82C79151-6E2B-46A2-9ACB-3C005F89561F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9812506A-AE94-408D-AA3D-1B8D55761C6D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4764B2F1-105A-47E3-BD45-6AF3A5D8E949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E2E79091-E0B3-4743-804E-02BCAC1D6AAE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3D63860D-516B-484D-ACB0-E2C099024E99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CB9DDFD1-BC4D-4B54-B128-0B2A637580C9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D3A7ED3E-A759-4A69-900B-2D2DCBF35511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E1885582-891D-4DC8-BA48-70B054900492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CDD7EC59-4755-4FE6-A013-CC11491E686E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E250C6EE-22BE-4D6C-9262-AA6A0011C1A7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B8DC8D2-9480-40F1-922C-DA3BA6D9F1CD}"/>
              </a:ext>
            </a:extLst>
          </p:cNvPr>
          <p:cNvGrpSpPr/>
          <p:nvPr/>
        </p:nvGrpSpPr>
        <p:grpSpPr>
          <a:xfrm>
            <a:off x="1842903" y="2454456"/>
            <a:ext cx="6334816" cy="593625"/>
            <a:chOff x="4603033" y="4630132"/>
            <a:chExt cx="6334816" cy="593625"/>
          </a:xfrm>
          <a:solidFill>
            <a:schemeClr val="bg1"/>
          </a:solidFill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5C3EA49C-EC26-461E-8EEE-3F2820B9465E}"/>
                </a:ext>
              </a:extLst>
            </p:cNvPr>
            <p:cNvGrpSpPr/>
            <p:nvPr/>
          </p:nvGrpSpPr>
          <p:grpSpPr>
            <a:xfrm>
              <a:off x="4603033" y="4630132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D9D26A2B-D6CF-420B-AA1F-2C0DC19003DD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BB025A4-CC64-49F1-A400-9A8AD4C5765E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CD627C7-CC52-4412-93D6-5C6479229C15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6C2F2B44-CA6E-4F14-8DB1-2EDDEA75A50A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6BC2BEFE-BFBB-4793-BDAA-6315D794A9E9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FD17B414-26DC-43AF-8219-8B5149C04890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6C000102-2035-4DD2-9F30-C6942C7420C1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805084C-1993-48E5-92A5-59951DFFE3AD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ADF5F68F-4853-40B3-A49C-843EC336D49A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AF9C3CEF-4684-4780-B2C3-1B540D856FC6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CDC8C4E1-283F-4BAD-A14E-E343AEC79FAD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E8F107BA-5644-4524-9DB1-BFC6092859BA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19C54167-0B6E-415E-8B19-FB572C5E78E5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5084D9B0-B7E8-4E7E-A5FD-E1F92B105200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88AD7145-1112-45C7-9916-033617EFCB96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DCAB83E-F44E-4323-AE0C-0F99D5177A8F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8608F2BE-7B9F-4DFB-BDCE-C66129EFA72F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F51D9C07-D3F1-4DFE-A046-E4EC2BEEE60D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C171E489-7277-4880-B12C-F77E51BE4692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04D2FBBB-84EE-4485-AB34-D922BEF08A43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8DD5079F-F6EE-48F1-8F3F-7EA0467C64C8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FCD39FF8-04EF-47F7-B8B8-CE66E6AFD737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6670FDC1-5B98-4364-B876-23C8318C0F9A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4E1D4D90-6AC5-40C1-BE57-26C4CF43EBEF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9E7CFC18-A392-4E02-A471-B512B015D932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E5FBD05C-D506-4E92-A940-74A307A5A51F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FB06D366-1462-46F2-8C9F-CDFAAF0F57CC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D1672C21-F381-4B42-B030-DDB484A51A0E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55F19AF5-E4C7-4341-A7B9-AA43FFAD5493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AE46DF5-D44F-429F-938C-4C60AC44B9BB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833F2CD8-D447-45CF-AB68-68E68CD2828D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016BAD47-4D4A-45B8-A158-2B47B27CCFEF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0ACAF1FA-FA2E-4F92-AC88-1A387A4BFDDE}"/>
                </a:ext>
              </a:extLst>
            </p:cNvPr>
            <p:cNvGrpSpPr/>
            <p:nvPr/>
          </p:nvGrpSpPr>
          <p:grpSpPr>
            <a:xfrm>
              <a:off x="4603033" y="4827832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6674CD2D-ACE4-4182-B13B-66D023AEA162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C7F3D9A2-3FCE-470F-A298-3E365FD9F9B0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AEFE672-FB3C-4B84-9A04-8D0822B4A046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D66CAA1D-A0E9-438D-B415-B9AEA5B24B24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5FEE6AD-73BF-4C2C-9F27-274D8074A1E5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E23874D9-12A8-4FCF-BA33-9366CCB5B442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30513C03-C91C-4E4E-8C96-D88BC7C5ACB3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ABD9BE41-40F9-4345-BCC1-1581C93E971F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50488B74-DF44-42F0-B624-9CD12E07F80D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867832DA-845E-408F-A57B-4A926160A672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88F48711-2FC9-48EB-84DB-6D4291BFA251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CA6EBC9-37F7-4D33-9AB2-71BEEFC267E8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EBCFB18D-0705-41A0-A0D0-037FEF92919F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6D2D6999-3B77-4EE4-8C4E-D8FA19A9A706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1A172466-73EA-4E1B-BF4E-0F93084B80F2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EB1EE4AE-5F7F-4219-B6C5-61E102D80375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2007852C-2148-44B8-8845-D87B05C3EE82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629E9336-02B9-4989-94EF-6F15B703F547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6E22A959-7B8D-417A-9FE7-DA43757538B6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40561BE7-FABC-4491-810D-D86BB4DC5554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32E06DC8-E22B-45E3-8720-1FDD972D2CA6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B071F151-E63F-4F2F-A254-E04DCFEBD1F7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97CAC1F0-07D1-465A-9979-957C63980337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A9D77567-7B74-4694-B544-2738FC302B13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B15F1970-1ACF-432C-A9E4-3C13939BB85A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E21A6A17-3BCB-4152-ADC1-F919EEEB4671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544FF21-92AF-4684-B99A-4ECDB050CCC9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AC597A1B-521B-42AF-B064-3257776DCCC3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7715F98F-F02C-4AA7-922E-30E8F21CBA79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B49B488F-9311-43DC-A355-8F5F5D2BFF0F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DD1A3A53-1B35-417B-B20B-861970B13859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CE060350-586B-4859-9634-F7B45C763EC3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F0565-3788-45A9-82F9-6E3B1CF00D1D}"/>
                </a:ext>
              </a:extLst>
            </p:cNvPr>
            <p:cNvGrpSpPr/>
            <p:nvPr/>
          </p:nvGrpSpPr>
          <p:grpSpPr>
            <a:xfrm>
              <a:off x="4603033" y="5025794"/>
              <a:ext cx="6334816" cy="197963"/>
              <a:chOff x="1743959" y="2564091"/>
              <a:chExt cx="6334816" cy="197963"/>
            </a:xfrm>
            <a:grpFill/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459B217E-452C-4245-BAC8-91B949962CD8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CB78D3D7-3430-4CA3-80EA-81456A8D7251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392F8269-1009-469B-BBAB-9ACB10336748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2CA97E2D-947F-4741-ABD6-B1A813C41933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9684055F-8476-410A-BDD4-C1087C478C6D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C1A2E0FC-B878-4064-8138-F48BBA0A8A56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E1DD7A13-6061-474D-9883-49B31C436BC5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16C5DA2-627C-4D2F-B3F2-B6FC017AF401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A31F5BC4-D3F2-440E-B320-7ED2DDBCCE25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BCA7AB01-DDC8-431B-A2E4-439562E27CA1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F983E2E-5BB5-45E8-B9E1-52BE862E06A8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0A0E07CD-6662-4520-8126-17CA1798C6F5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8C3071FF-CE9B-446A-8003-993837A38D3D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23FC57B7-5774-4D10-9C11-147931C0933F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0B8A01E2-96A4-4080-BF76-172204CD584C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4F5AEE31-6611-4AFC-91D6-53A1C4058863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52D4CDA2-1ACA-46D8-8EE3-964BD3E12670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FD644736-8022-47A4-8156-90211FCAD833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ED952CA4-C4C5-48F8-8E82-360114EEE595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450716AE-2640-4045-BAB4-3AD71B369329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CF53B90B-3241-4E59-A3B8-FE9F0318F980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D037063D-4891-4D56-A80B-F1828A67B210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2D7717DE-270D-4352-9C51-0E71CA180489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E8E0AF57-0C6A-41B9-80E3-6BD17C75BE24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01A1E12F-C201-477C-8CF1-A0A2194AABA1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4190D37-5FFB-41D8-98C2-71A1756C379C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E2A00B27-B328-4702-BD3E-7956A4C2AC08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9B138A60-B1B2-4C2A-A1A1-6F7E88D4BAA9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5218749B-4FF3-4798-A3B8-279B35DC02B8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D78ED9FF-4C9C-4C02-9DE8-12F17F8D2F49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E629352-EB65-4346-9F6F-18FDE5AF5BB7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B13CC119-DB20-468D-BFB1-2A20F6CAD98B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B8A76C-0C24-4F3C-A930-D0F21F54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 : row buffer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66B4693-CABA-4CBE-802A-3BD5E1799AEE}"/>
              </a:ext>
            </a:extLst>
          </p:cNvPr>
          <p:cNvGrpSpPr/>
          <p:nvPr/>
        </p:nvGrpSpPr>
        <p:grpSpPr>
          <a:xfrm>
            <a:off x="1743959" y="2564091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06476DA-266E-4D76-B3CA-3AA9DBE2A10D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37ED04-7888-460C-A06C-4EBD3B22D639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1FA3B58-58C5-43B4-B123-3288A6921371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0222AF-F93A-4EA1-90DC-8EAFBC23BE4E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3CD186-E946-4C00-8178-6E0E936C2853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0BE44E-7478-41CE-B012-191C23A1FF06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AF5942-D5ED-419D-8AE4-613A6DB27AA0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633BC4-B5F6-4FC3-B94F-A9956309C108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36127B-5328-4A4B-BE49-604BA4A21E85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805239-AFBE-4AD8-BD47-21EEB1DACD70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4810389-65CE-4521-AF43-22832210B4E6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118B50D-C59B-4875-93F6-BBA7FC6921B3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8B3832-ACB7-4AE5-BF5B-3E25D8EF0630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547E70A-C4C8-4132-A7EE-24E2BA6F912C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7ED911-707D-4E20-A688-4E7C61DE178A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82D9C47-B8F9-4BDD-A4DC-B93800B4524F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B254E85-D92A-41C3-8015-F3A2C109D6D6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15ED0D-2F9D-40A2-BD2A-0E621FCB442F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DF2920-5E30-44CB-8CDC-985734EF9F81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AC10132-87C3-4603-B1A8-E03E26B470A8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5E4335-F3E1-452D-872B-8C1F2A03405B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C95337D-A52E-4C8A-8AD1-ED8AE4A0067B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A78A1A-D19A-465D-8C74-C01B9A42AA64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34FEA87-EF81-45CC-BACB-630997C632BB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C53A204-C7C9-42D4-B4CE-212D32D02762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0ED9036-C8EB-4A72-9715-9589957AF97E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F19CBEC-9798-42CB-9C4A-E5714ADDF7A6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857F34F-952F-40F5-B714-CE5892BB6D92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C33DE0-A06E-4AD4-A93E-D0FDBA7367E1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0D78B77-B9A4-4A6C-B159-A74FC9CCFD78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35FD525-D2EA-4DD3-B5B3-184CA54BAC65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5EC6030-8A9A-4557-A165-3A221709E412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F026597-1154-40DE-AEAE-CB7F212BC388}"/>
              </a:ext>
            </a:extLst>
          </p:cNvPr>
          <p:cNvGrpSpPr/>
          <p:nvPr/>
        </p:nvGrpSpPr>
        <p:grpSpPr>
          <a:xfrm>
            <a:off x="1743959" y="2761791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E8606F2-2020-4EA1-A552-B1EEC20A0814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8003590-457E-42B7-B37C-56973CB331E3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854DB1E-B608-45CA-AD40-098D7FAB5B0F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883408-909E-4FED-A1E8-F04AA3E19109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2238959-7C6D-4254-8ABB-5F362443D7E7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ACCEE3B-F9EF-4F21-928E-751D605326EF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FCB5697-1E1F-4555-911C-ADE47BBF70DD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7737812-0EC6-49C7-9D1F-B2BB6124B9ED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0C8E00B-48DA-471F-85CD-1A78AA571982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0F80C79-BCCC-44EF-B869-FAFBDA2E2901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C835CE7-5CD2-4B2D-8B95-32987A35677D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5C15AD4-5942-4C0C-8B20-D54E8C076ABE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B662352-16A7-4101-AE2C-E412E713CA49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D4FAF0B-D8A8-419C-AA89-85C3B079DA7E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EFA041F-96AB-4CD6-A2C2-5D4F9C4B3B37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23CD50-49D1-4BAA-81F2-E5DB17FBD93E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37C54CB-FCF0-4AA0-B8D6-50085334B1E2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E739897-35AA-45B2-B4A1-66D699CA4DDE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D58D0C7-D226-4675-9BCC-932669A9651B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0477317-F503-45D5-9781-597A25E1FA68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8EEAE62-53B6-431A-8931-57A54175D450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520E451-C041-4A46-9054-D5B141CF1B4E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DC5A9B2-37A6-4249-B09F-3578680A7E6B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1B041A6-DC76-46F1-B0E6-AB95EA157A15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7978C05-A366-4AC5-BB03-4D70B6C0A8B3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6820484-8099-4B42-99D9-5AF45BF11DEB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A5156F5-8226-4068-A7D5-92B8FC424D0D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F07220A-40BC-414C-9EC4-D3B09C0FC32A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5F27267-2E79-4BC9-AAB3-517CBC6029D4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8919904-27B9-4E96-96EE-1BF1E4A9334C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E0109E5-EB73-44F0-8B70-F8673E7781AA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2AF4D2F-5BFC-41DF-ABCF-D3061206311D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D616C03-1E31-4CBF-BCCE-0E29382D587A}"/>
              </a:ext>
            </a:extLst>
          </p:cNvPr>
          <p:cNvGrpSpPr/>
          <p:nvPr/>
        </p:nvGrpSpPr>
        <p:grpSpPr>
          <a:xfrm>
            <a:off x="1743959" y="2959753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842A9A3-77AF-4D2A-AD1A-5F1B45FEBFA9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7DD352B-1202-4495-ADBA-98B668E4B41F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2373D4A-7267-400B-9B19-EAAE450943AF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EC6FC90-C131-4BAB-A8AE-310457994A0F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4C6CE95-7B98-4473-AD78-0F3B244E8D17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AC22FA5-B023-4FFC-B555-FAD378DB36B7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D844968-CF1F-457E-938E-5712171A295D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512AF5B-9DFF-4E42-B1C7-78315347B314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1CADE5F-4F82-4966-91C5-4E5AFFDA8990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C879772-AA2F-49D1-B2F4-3CAC176CD406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08B4D3A-9480-4E0A-B16A-2AC99D610CA0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F0639A8-477A-489A-ADEB-0AF22E16C478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3FF8A3D-9C80-4339-A8AC-B211DBAD0340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3B03885-C3E5-4A0A-901D-A841B2BBF96C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6AE4E13-F3D8-4967-95A5-09B2C2D8F868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4880C30-FA8D-46BA-978F-0F975903C1D4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5E40EE9-F6DE-47B9-8138-004A707B688C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C7BE4C0-658A-4502-89D6-DD3F2F3DE584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CA676D6-B930-422E-AB25-B752B1E7E60D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33B859E-90A0-44F9-8FFF-8B961945DBEF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E34D55C-8336-4000-97A0-5C0E9BED1140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04C2422-927E-4701-87CD-13BC8F56C309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41F6B76-EEB3-4460-AF99-C62D79EBFB96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4BE4D10-636D-4263-9FB9-BCD69238D0FB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C6BAC6-454C-49FC-B97D-850DA18AEEA8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7A6236C-E3A3-4F4B-800B-9C462C43EA38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3755E76-D45C-43EF-96A7-E8FE8973B1CB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C084749-2D7D-45E7-A4B2-BF9FFCE4D13D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397AA65-0127-41B8-A66E-D62A98E36570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9C54AC5-8270-4A09-A4AE-8D0D7C3E7A4F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68BA7E3-63DC-4D67-ABB8-8EB7D70A1A8D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1FB2B7A-21A3-4A02-B319-B0C9FEF346AA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0F8BF73-41BA-4CE2-B86A-CD3F1D7DD5FB}"/>
              </a:ext>
            </a:extLst>
          </p:cNvPr>
          <p:cNvSpPr/>
          <p:nvPr/>
        </p:nvSpPr>
        <p:spPr>
          <a:xfrm>
            <a:off x="1758108" y="2580227"/>
            <a:ext cx="593889" cy="593625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3BAE2B0B-A334-412D-AC71-A6EB786E37E1}"/>
              </a:ext>
            </a:extLst>
          </p:cNvPr>
          <p:cNvCxnSpPr>
            <a:cxnSpLocks/>
            <a:stCxn id="354" idx="3"/>
            <a:endCxn id="3" idx="1"/>
          </p:cNvCxnSpPr>
          <p:nvPr/>
        </p:nvCxnSpPr>
        <p:spPr>
          <a:xfrm flipH="1" flipV="1">
            <a:off x="1743959" y="2663073"/>
            <a:ext cx="6530414" cy="196165"/>
          </a:xfrm>
          <a:prstGeom prst="curvedConnector5">
            <a:avLst>
              <a:gd name="adj1" fmla="val -3501"/>
              <a:gd name="adj2" fmla="val 388777"/>
              <a:gd name="adj3" fmla="val 1035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" name="TextBox 418">
            <a:extLst>
              <a:ext uri="{FF2B5EF4-FFF2-40B4-BE49-F238E27FC236}">
                <a16:creationId xmlns:a16="http://schemas.microsoft.com/office/drawing/2014/main" id="{4DCE4ADE-5F0C-48CC-AE58-54190C4889E7}"/>
              </a:ext>
            </a:extLst>
          </p:cNvPr>
          <p:cNvSpPr txBox="1"/>
          <p:nvPr/>
        </p:nvSpPr>
        <p:spPr>
          <a:xfrm>
            <a:off x="2289986" y="1728154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ichan</a:t>
            </a:r>
            <a:endParaRPr lang="en-US" dirty="0"/>
          </a:p>
        </p:txBody>
      </p:sp>
      <p:cxnSp>
        <p:nvCxnSpPr>
          <p:cNvPr id="421" name="Straight Arrow Connector 420">
            <a:extLst>
              <a:ext uri="{FF2B5EF4-FFF2-40B4-BE49-F238E27FC236}">
                <a16:creationId xmlns:a16="http://schemas.microsoft.com/office/drawing/2014/main" id="{C3BE45F9-62D4-4F94-A810-B301B5A047CE}"/>
              </a:ext>
            </a:extLst>
          </p:cNvPr>
          <p:cNvCxnSpPr>
            <a:cxnSpLocks/>
          </p:cNvCxnSpPr>
          <p:nvPr/>
        </p:nvCxnSpPr>
        <p:spPr>
          <a:xfrm flipV="1">
            <a:off x="2036190" y="2008290"/>
            <a:ext cx="282817" cy="3955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9370705E-0E3B-4807-91CE-9AF7DAD27E72}"/>
              </a:ext>
            </a:extLst>
          </p:cNvPr>
          <p:cNvCxnSpPr>
            <a:cxnSpLocks/>
          </p:cNvCxnSpPr>
          <p:nvPr/>
        </p:nvCxnSpPr>
        <p:spPr>
          <a:xfrm>
            <a:off x="8333295" y="2795283"/>
            <a:ext cx="802457" cy="183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TextBox 428">
            <a:extLst>
              <a:ext uri="{FF2B5EF4-FFF2-40B4-BE49-F238E27FC236}">
                <a16:creationId xmlns:a16="http://schemas.microsoft.com/office/drawing/2014/main" id="{ECCA8A7A-2EA2-49C6-A890-A2542F5F49FF}"/>
              </a:ext>
            </a:extLst>
          </p:cNvPr>
          <p:cNvSpPr txBox="1"/>
          <p:nvPr/>
        </p:nvSpPr>
        <p:spPr>
          <a:xfrm>
            <a:off x="9145018" y="2795283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ichan</a:t>
            </a:r>
            <a:r>
              <a:rPr lang="en-US" dirty="0"/>
              <a:t>*</a:t>
            </a:r>
            <a:r>
              <a:rPr lang="en-US" dirty="0" err="1"/>
              <a:t>iwidth</a:t>
            </a:r>
            <a:r>
              <a:rPr lang="en-US" dirty="0"/>
              <a:t>*3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7ABA11EC-1269-41DE-98DA-6808CC6A6768}"/>
              </a:ext>
            </a:extLst>
          </p:cNvPr>
          <p:cNvSpPr txBox="1"/>
          <p:nvPr/>
        </p:nvSpPr>
        <p:spPr>
          <a:xfrm>
            <a:off x="3947252" y="3244334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[3,iwidth,ichan]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2C02CE7-16B5-41CE-B78D-76DA4735404B}"/>
              </a:ext>
            </a:extLst>
          </p:cNvPr>
          <p:cNvGrpSpPr/>
          <p:nvPr/>
        </p:nvGrpSpPr>
        <p:grpSpPr>
          <a:xfrm>
            <a:off x="1051088" y="5207038"/>
            <a:ext cx="6530414" cy="809258"/>
            <a:chOff x="3626935" y="5015097"/>
            <a:chExt cx="6530414" cy="809258"/>
          </a:xfrm>
        </p:grpSpPr>
        <p:grpSp>
          <p:nvGrpSpPr>
            <p:cNvPr id="583" name="Group 582">
              <a:extLst>
                <a:ext uri="{FF2B5EF4-FFF2-40B4-BE49-F238E27FC236}">
                  <a16:creationId xmlns:a16="http://schemas.microsoft.com/office/drawing/2014/main" id="{507E1973-E6DE-46C6-A789-57C5A5A550F1}"/>
                </a:ext>
              </a:extLst>
            </p:cNvPr>
            <p:cNvGrpSpPr/>
            <p:nvPr/>
          </p:nvGrpSpPr>
          <p:grpSpPr>
            <a:xfrm>
              <a:off x="3822533" y="5015097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650" name="Rectangle 649">
                <a:extLst>
                  <a:ext uri="{FF2B5EF4-FFF2-40B4-BE49-F238E27FC236}">
                    <a16:creationId xmlns:a16="http://schemas.microsoft.com/office/drawing/2014/main" id="{B8B64129-6320-4C2F-912D-85368F4E7EB4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1" name="Rectangle 650">
                <a:extLst>
                  <a:ext uri="{FF2B5EF4-FFF2-40B4-BE49-F238E27FC236}">
                    <a16:creationId xmlns:a16="http://schemas.microsoft.com/office/drawing/2014/main" id="{66789470-037F-4DFC-A68E-377F31370F7A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5F74E8CD-3542-409B-B47D-369862B2BF22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3" name="Rectangle 652">
                <a:extLst>
                  <a:ext uri="{FF2B5EF4-FFF2-40B4-BE49-F238E27FC236}">
                    <a16:creationId xmlns:a16="http://schemas.microsoft.com/office/drawing/2014/main" id="{8366E6A0-7966-445B-BBF7-5BC8B8BB3B5C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4" name="Rectangle 653">
                <a:extLst>
                  <a:ext uri="{FF2B5EF4-FFF2-40B4-BE49-F238E27FC236}">
                    <a16:creationId xmlns:a16="http://schemas.microsoft.com/office/drawing/2014/main" id="{938C4633-230A-4DF7-8A8C-A98EA7F8FFD6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5" name="Rectangle 654">
                <a:extLst>
                  <a:ext uri="{FF2B5EF4-FFF2-40B4-BE49-F238E27FC236}">
                    <a16:creationId xmlns:a16="http://schemas.microsoft.com/office/drawing/2014/main" id="{094B3EFA-A8FF-42D3-829E-5C0812F76F25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6" name="Rectangle 655">
                <a:extLst>
                  <a:ext uri="{FF2B5EF4-FFF2-40B4-BE49-F238E27FC236}">
                    <a16:creationId xmlns:a16="http://schemas.microsoft.com/office/drawing/2014/main" id="{5E54B103-BE76-41F5-B951-F53837105771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7" name="Rectangle 656">
                <a:extLst>
                  <a:ext uri="{FF2B5EF4-FFF2-40B4-BE49-F238E27FC236}">
                    <a16:creationId xmlns:a16="http://schemas.microsoft.com/office/drawing/2014/main" id="{4FB0D22E-B5E7-4F15-8079-3B19918B5FF1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8" name="Rectangle 657">
                <a:extLst>
                  <a:ext uri="{FF2B5EF4-FFF2-40B4-BE49-F238E27FC236}">
                    <a16:creationId xmlns:a16="http://schemas.microsoft.com/office/drawing/2014/main" id="{D46DE6F2-3B66-40FD-9669-21BCE5A65A38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004B39DE-3C6D-4EAF-A050-CF5849FD368F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A431FEC7-B342-4365-BE10-396FDB78AC3C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D672D44D-8D59-4573-963F-D17AA8F0937C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75BADD52-D5AE-4B58-8F65-C860078CF886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E1D55FAC-AC96-4F8A-BEC8-53651BAD86C1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255734A0-6168-4098-8766-52D307D08252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5" name="Rectangle 664">
                <a:extLst>
                  <a:ext uri="{FF2B5EF4-FFF2-40B4-BE49-F238E27FC236}">
                    <a16:creationId xmlns:a16="http://schemas.microsoft.com/office/drawing/2014/main" id="{9C09CEF1-9D8E-42A6-ABE5-5C8B7810BA89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CFFED66C-DE28-49C7-8582-70A3F67BB8B9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AACF4FAB-9D36-4763-809E-9D30E19CC1E2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8" name="Rectangle 667">
                <a:extLst>
                  <a:ext uri="{FF2B5EF4-FFF2-40B4-BE49-F238E27FC236}">
                    <a16:creationId xmlns:a16="http://schemas.microsoft.com/office/drawing/2014/main" id="{942C5FF3-D081-4F13-9AD2-672E11D13BD1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DBA00652-FAC6-4AC6-AFDE-C87F0F0C005B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8F82B2FC-2797-4BC0-9DE8-DFDD75009580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F8A311A6-50A2-4726-8AE3-26E636984176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281057FF-BC57-4821-A494-7506BD2A884C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8A67FFF5-14D5-4025-AED7-2DB1FDB345E3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AEA773A5-8B7B-463F-96BF-F242A1DE79C8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DE7312B6-15A6-4FC1-8D0D-B697EEF525A2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6" name="Rectangle 675">
                <a:extLst>
                  <a:ext uri="{FF2B5EF4-FFF2-40B4-BE49-F238E27FC236}">
                    <a16:creationId xmlns:a16="http://schemas.microsoft.com/office/drawing/2014/main" id="{02238942-A773-44F1-9F68-0DE743CAEDCC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7" name="Rectangle 676">
                <a:extLst>
                  <a:ext uri="{FF2B5EF4-FFF2-40B4-BE49-F238E27FC236}">
                    <a16:creationId xmlns:a16="http://schemas.microsoft.com/office/drawing/2014/main" id="{153145AB-0F80-4AE0-8C37-1FD51784CFAA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8" name="Rectangle 677">
                <a:extLst>
                  <a:ext uri="{FF2B5EF4-FFF2-40B4-BE49-F238E27FC236}">
                    <a16:creationId xmlns:a16="http://schemas.microsoft.com/office/drawing/2014/main" id="{F652B571-0FA4-4789-A54C-9E28951093EE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9" name="Rectangle 678">
                <a:extLst>
                  <a:ext uri="{FF2B5EF4-FFF2-40B4-BE49-F238E27FC236}">
                    <a16:creationId xmlns:a16="http://schemas.microsoft.com/office/drawing/2014/main" id="{1E57236A-E94E-40CE-B7D7-B094D8E699D5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0" name="Rectangle 679">
                <a:extLst>
                  <a:ext uri="{FF2B5EF4-FFF2-40B4-BE49-F238E27FC236}">
                    <a16:creationId xmlns:a16="http://schemas.microsoft.com/office/drawing/2014/main" id="{542CE1D7-A493-4489-84E4-A38724DB5B51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1" name="Rectangle 680">
                <a:extLst>
                  <a:ext uri="{FF2B5EF4-FFF2-40B4-BE49-F238E27FC236}">
                    <a16:creationId xmlns:a16="http://schemas.microsoft.com/office/drawing/2014/main" id="{50F30219-ED53-4D28-B039-0D9B495C042D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9CC40371-978C-4B18-BBDD-E8F09B5A1CBF}"/>
                </a:ext>
              </a:extLst>
            </p:cNvPr>
            <p:cNvGrpSpPr/>
            <p:nvPr/>
          </p:nvGrpSpPr>
          <p:grpSpPr>
            <a:xfrm>
              <a:off x="3822533" y="5212797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618" name="Rectangle 617">
                <a:extLst>
                  <a:ext uri="{FF2B5EF4-FFF2-40B4-BE49-F238E27FC236}">
                    <a16:creationId xmlns:a16="http://schemas.microsoft.com/office/drawing/2014/main" id="{4158A5EB-FCD3-4AAB-AF3B-7F7CFEEFB510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9" name="Rectangle 618">
                <a:extLst>
                  <a:ext uri="{FF2B5EF4-FFF2-40B4-BE49-F238E27FC236}">
                    <a16:creationId xmlns:a16="http://schemas.microsoft.com/office/drawing/2014/main" id="{726FDC62-682C-43CB-A868-DE50615DED6D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" name="Rectangle 619">
                <a:extLst>
                  <a:ext uri="{FF2B5EF4-FFF2-40B4-BE49-F238E27FC236}">
                    <a16:creationId xmlns:a16="http://schemas.microsoft.com/office/drawing/2014/main" id="{2976A245-EC16-419C-B4DC-810515C4DCD1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1" name="Rectangle 620">
                <a:extLst>
                  <a:ext uri="{FF2B5EF4-FFF2-40B4-BE49-F238E27FC236}">
                    <a16:creationId xmlns:a16="http://schemas.microsoft.com/office/drawing/2014/main" id="{E9DF6265-D39B-40ED-A9A2-501E4DB5ED17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8DE46057-BAA6-45FF-B868-7E3807229B59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3D489CF0-8D94-429E-A4E8-192C359F153E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27F83A9A-676E-4EC7-8C09-3BE94C165BFD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01B8EE85-51CD-4A72-BCB1-E927BBF6D694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9C3A1933-8677-46AE-9CAB-EF70ACE78899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AF5B464D-4844-4BB8-8EFB-459B486263C2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A98C4D7D-A351-4546-8E3B-CDA0F4416EAD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AF983D55-8F10-4FEF-AC5F-D1336CFC1B51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620667D8-1E8A-4323-A8DA-37396989C811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C9CE64FE-5F2B-4FCC-AB17-BEFD65590C3E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2" name="Rectangle 631">
                <a:extLst>
                  <a:ext uri="{FF2B5EF4-FFF2-40B4-BE49-F238E27FC236}">
                    <a16:creationId xmlns:a16="http://schemas.microsoft.com/office/drawing/2014/main" id="{6817C0C2-FF97-45F3-9D5B-B47EAD99D727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7D07391B-38B4-4421-8D46-07DEFA21FF7E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D7370C89-73B9-4084-B54A-837D86A6412B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9D3E82AD-A53B-4C27-9997-D3376576D8A4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B438415C-100F-4419-94A5-053FEF18CB41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7" name="Rectangle 636">
                <a:extLst>
                  <a:ext uri="{FF2B5EF4-FFF2-40B4-BE49-F238E27FC236}">
                    <a16:creationId xmlns:a16="http://schemas.microsoft.com/office/drawing/2014/main" id="{DB5B8BB9-9AC6-4049-B134-8A5175100310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8" name="Rectangle 637">
                <a:extLst>
                  <a:ext uri="{FF2B5EF4-FFF2-40B4-BE49-F238E27FC236}">
                    <a16:creationId xmlns:a16="http://schemas.microsoft.com/office/drawing/2014/main" id="{88134F3D-B9CF-4571-B201-ACE2CEB327DD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0E8B6550-A2D2-4096-8730-0DEF4C332DB3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062D569B-E1AC-4D6D-B1BF-342D0BCF61A6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1" name="Rectangle 640">
                <a:extLst>
                  <a:ext uri="{FF2B5EF4-FFF2-40B4-BE49-F238E27FC236}">
                    <a16:creationId xmlns:a16="http://schemas.microsoft.com/office/drawing/2014/main" id="{CA60A117-2B8D-417F-A20B-CA6527F0DA4A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AF1EA015-4624-410B-A518-6D549945B52A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3" name="Rectangle 642">
                <a:extLst>
                  <a:ext uri="{FF2B5EF4-FFF2-40B4-BE49-F238E27FC236}">
                    <a16:creationId xmlns:a16="http://schemas.microsoft.com/office/drawing/2014/main" id="{10DE10DA-7D16-4FAA-8E78-F06BC57C2531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E7253C3F-3B69-429B-80DD-AF33F59B3847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C4877825-F529-4A38-98C6-C965F05C13EC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9299B3ED-7CBD-4889-BFC4-300CDF7B81AB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32445D0B-3F9E-4A12-8761-5BCCF33F8314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8" name="Rectangle 647">
                <a:extLst>
                  <a:ext uri="{FF2B5EF4-FFF2-40B4-BE49-F238E27FC236}">
                    <a16:creationId xmlns:a16="http://schemas.microsoft.com/office/drawing/2014/main" id="{8C12A8BB-3DD6-492D-A407-EA76A6760624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9" name="Rectangle 648">
                <a:extLst>
                  <a:ext uri="{FF2B5EF4-FFF2-40B4-BE49-F238E27FC236}">
                    <a16:creationId xmlns:a16="http://schemas.microsoft.com/office/drawing/2014/main" id="{0088F967-AB44-44E8-B92C-308F486DA3DC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BE7830B8-3BD2-47E8-9A53-1EE193CFD91B}"/>
                </a:ext>
              </a:extLst>
            </p:cNvPr>
            <p:cNvGrpSpPr/>
            <p:nvPr/>
          </p:nvGrpSpPr>
          <p:grpSpPr>
            <a:xfrm>
              <a:off x="3822533" y="5410759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586" name="Rectangle 585">
                <a:extLst>
                  <a:ext uri="{FF2B5EF4-FFF2-40B4-BE49-F238E27FC236}">
                    <a16:creationId xmlns:a16="http://schemas.microsoft.com/office/drawing/2014/main" id="{9EB4AACB-10EF-4784-8738-BBDA09259125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7" name="Rectangle 586">
                <a:extLst>
                  <a:ext uri="{FF2B5EF4-FFF2-40B4-BE49-F238E27FC236}">
                    <a16:creationId xmlns:a16="http://schemas.microsoft.com/office/drawing/2014/main" id="{D3EC90F6-B664-40D3-A085-1EC9B620E7E5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8" name="Rectangle 587">
                <a:extLst>
                  <a:ext uri="{FF2B5EF4-FFF2-40B4-BE49-F238E27FC236}">
                    <a16:creationId xmlns:a16="http://schemas.microsoft.com/office/drawing/2014/main" id="{436653FA-529E-4C9F-B577-56B962FCD5AB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925CDE98-7F8E-4968-8D72-9085C5147079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C25340BD-F47D-4F62-9FC9-754EE537E4B9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18F53E65-B858-417A-9CDF-637128AD51C1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4F712DFA-E404-48C6-9FEC-7E129E678028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37E66760-E16F-44A7-A91D-E838FF572B27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F8FB612C-13B6-4CFB-8DFF-D8008F101BDC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1BCBD79A-0ACE-4F18-AD2A-9E5F08A34E11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6" name="Rectangle 595">
                <a:extLst>
                  <a:ext uri="{FF2B5EF4-FFF2-40B4-BE49-F238E27FC236}">
                    <a16:creationId xmlns:a16="http://schemas.microsoft.com/office/drawing/2014/main" id="{F9035827-0742-49DB-8544-DE38F665999A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7" name="Rectangle 596">
                <a:extLst>
                  <a:ext uri="{FF2B5EF4-FFF2-40B4-BE49-F238E27FC236}">
                    <a16:creationId xmlns:a16="http://schemas.microsoft.com/office/drawing/2014/main" id="{AEF2A93C-9D4C-4EB2-ACD3-9352EF3CE33B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8" name="Rectangle 597">
                <a:extLst>
                  <a:ext uri="{FF2B5EF4-FFF2-40B4-BE49-F238E27FC236}">
                    <a16:creationId xmlns:a16="http://schemas.microsoft.com/office/drawing/2014/main" id="{D1D51C2A-1EBE-4241-8B72-3EA3A9C0BE06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9" name="Rectangle 598">
                <a:extLst>
                  <a:ext uri="{FF2B5EF4-FFF2-40B4-BE49-F238E27FC236}">
                    <a16:creationId xmlns:a16="http://schemas.microsoft.com/office/drawing/2014/main" id="{3023CC8C-6497-4063-99CA-A8545633989F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CBDC4FC8-3D1C-4B67-B733-3F5BF9AC1574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3FB3FB32-19A5-447C-8B55-8F41ADD94A13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8BBDA96F-BDAD-4158-9092-0E8A039AE6B2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3" name="Rectangle 602">
                <a:extLst>
                  <a:ext uri="{FF2B5EF4-FFF2-40B4-BE49-F238E27FC236}">
                    <a16:creationId xmlns:a16="http://schemas.microsoft.com/office/drawing/2014/main" id="{30AFE8C4-CBDC-41D6-93FB-B74A3CA9E312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4" name="Rectangle 603">
                <a:extLst>
                  <a:ext uri="{FF2B5EF4-FFF2-40B4-BE49-F238E27FC236}">
                    <a16:creationId xmlns:a16="http://schemas.microsoft.com/office/drawing/2014/main" id="{2F382341-D76C-468F-8976-5270C7E3DBFA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5" name="Rectangle 604">
                <a:extLst>
                  <a:ext uri="{FF2B5EF4-FFF2-40B4-BE49-F238E27FC236}">
                    <a16:creationId xmlns:a16="http://schemas.microsoft.com/office/drawing/2014/main" id="{E540645C-31D2-4AEA-A028-B6ECBE8D32DC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C74D8C1A-8CDC-43A5-8385-B98C9965F891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7" name="Rectangle 606">
                <a:extLst>
                  <a:ext uri="{FF2B5EF4-FFF2-40B4-BE49-F238E27FC236}">
                    <a16:creationId xmlns:a16="http://schemas.microsoft.com/office/drawing/2014/main" id="{3D76F2BC-CE5F-4325-B01C-83F2C9937F09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8" name="Rectangle 607">
                <a:extLst>
                  <a:ext uri="{FF2B5EF4-FFF2-40B4-BE49-F238E27FC236}">
                    <a16:creationId xmlns:a16="http://schemas.microsoft.com/office/drawing/2014/main" id="{3F248526-9429-4727-ADD9-690707E11C07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8856A8FD-54A5-4AC3-B726-94CBCB459763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0" name="Rectangle 609">
                <a:extLst>
                  <a:ext uri="{FF2B5EF4-FFF2-40B4-BE49-F238E27FC236}">
                    <a16:creationId xmlns:a16="http://schemas.microsoft.com/office/drawing/2014/main" id="{B6A373DE-A108-4421-88F9-6483C70886F0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1" name="Rectangle 610">
                <a:extLst>
                  <a:ext uri="{FF2B5EF4-FFF2-40B4-BE49-F238E27FC236}">
                    <a16:creationId xmlns:a16="http://schemas.microsoft.com/office/drawing/2014/main" id="{79EBD8BA-5813-4C2C-A4E1-F2C02D5B3D9E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6C6FACED-FBDD-40CE-AB5E-3EEE4424A4C8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C2784720-ABE4-4CC5-9EC2-90CF3DC1B641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83876BB7-B80F-44DE-BB59-5F88EC076B75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9E598124-29FA-461C-AA9C-400B71726CC8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6" name="Rectangle 615">
                <a:extLst>
                  <a:ext uri="{FF2B5EF4-FFF2-40B4-BE49-F238E27FC236}">
                    <a16:creationId xmlns:a16="http://schemas.microsoft.com/office/drawing/2014/main" id="{0DA75A16-832B-4CD7-8586-8FB389E977E2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7" name="Rectangle 616">
                <a:extLst>
                  <a:ext uri="{FF2B5EF4-FFF2-40B4-BE49-F238E27FC236}">
                    <a16:creationId xmlns:a16="http://schemas.microsoft.com/office/drawing/2014/main" id="{DA40AFD9-DBC8-441E-BFA3-50391E35898B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3" name="Group 682">
              <a:extLst>
                <a:ext uri="{FF2B5EF4-FFF2-40B4-BE49-F238E27FC236}">
                  <a16:creationId xmlns:a16="http://schemas.microsoft.com/office/drawing/2014/main" id="{310F9F09-64BE-40A3-B691-12807FC73F03}"/>
                </a:ext>
              </a:extLst>
            </p:cNvPr>
            <p:cNvGrpSpPr/>
            <p:nvPr/>
          </p:nvGrpSpPr>
          <p:grpSpPr>
            <a:xfrm>
              <a:off x="3725879" y="5104959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750" name="Rectangle 749">
                <a:extLst>
                  <a:ext uri="{FF2B5EF4-FFF2-40B4-BE49-F238E27FC236}">
                    <a16:creationId xmlns:a16="http://schemas.microsoft.com/office/drawing/2014/main" id="{BB12EB4B-6E53-496E-AA0C-2DD1C8C05DEF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1" name="Rectangle 750">
                <a:extLst>
                  <a:ext uri="{FF2B5EF4-FFF2-40B4-BE49-F238E27FC236}">
                    <a16:creationId xmlns:a16="http://schemas.microsoft.com/office/drawing/2014/main" id="{E2A1556E-CDFB-409B-842E-4528C8CA6044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2" name="Rectangle 751">
                <a:extLst>
                  <a:ext uri="{FF2B5EF4-FFF2-40B4-BE49-F238E27FC236}">
                    <a16:creationId xmlns:a16="http://schemas.microsoft.com/office/drawing/2014/main" id="{BF0D78C7-95A2-4CB8-8686-CB7A24F5C7EC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3" name="Rectangle 752">
                <a:extLst>
                  <a:ext uri="{FF2B5EF4-FFF2-40B4-BE49-F238E27FC236}">
                    <a16:creationId xmlns:a16="http://schemas.microsoft.com/office/drawing/2014/main" id="{6043C9D3-A968-466E-A0E9-4252AF05A9A9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4" name="Rectangle 753">
                <a:extLst>
                  <a:ext uri="{FF2B5EF4-FFF2-40B4-BE49-F238E27FC236}">
                    <a16:creationId xmlns:a16="http://schemas.microsoft.com/office/drawing/2014/main" id="{9265BBFF-66E5-451C-82B8-7D5A316EA57E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5" name="Rectangle 754">
                <a:extLst>
                  <a:ext uri="{FF2B5EF4-FFF2-40B4-BE49-F238E27FC236}">
                    <a16:creationId xmlns:a16="http://schemas.microsoft.com/office/drawing/2014/main" id="{6C128047-5AA5-4B72-9B42-D2EAE5E57FE1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6" name="Rectangle 755">
                <a:extLst>
                  <a:ext uri="{FF2B5EF4-FFF2-40B4-BE49-F238E27FC236}">
                    <a16:creationId xmlns:a16="http://schemas.microsoft.com/office/drawing/2014/main" id="{636C9B2B-F8FA-455C-8A22-B4ADB71886A2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7" name="Rectangle 756">
                <a:extLst>
                  <a:ext uri="{FF2B5EF4-FFF2-40B4-BE49-F238E27FC236}">
                    <a16:creationId xmlns:a16="http://schemas.microsoft.com/office/drawing/2014/main" id="{071C3975-9A7E-424A-96EA-452854F92628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8" name="Rectangle 757">
                <a:extLst>
                  <a:ext uri="{FF2B5EF4-FFF2-40B4-BE49-F238E27FC236}">
                    <a16:creationId xmlns:a16="http://schemas.microsoft.com/office/drawing/2014/main" id="{FF571D2B-CE2C-4B01-8A3D-70DBF8FBC1D1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9" name="Rectangle 758">
                <a:extLst>
                  <a:ext uri="{FF2B5EF4-FFF2-40B4-BE49-F238E27FC236}">
                    <a16:creationId xmlns:a16="http://schemas.microsoft.com/office/drawing/2014/main" id="{65E000C2-DF23-4739-851B-21095E176BDC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0" name="Rectangle 759">
                <a:extLst>
                  <a:ext uri="{FF2B5EF4-FFF2-40B4-BE49-F238E27FC236}">
                    <a16:creationId xmlns:a16="http://schemas.microsoft.com/office/drawing/2014/main" id="{98F10C5E-9D5A-4893-BF67-5596FBAD38DC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1" name="Rectangle 760">
                <a:extLst>
                  <a:ext uri="{FF2B5EF4-FFF2-40B4-BE49-F238E27FC236}">
                    <a16:creationId xmlns:a16="http://schemas.microsoft.com/office/drawing/2014/main" id="{89E2293A-419D-403E-94FE-B2F6BC51B843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2" name="Rectangle 761">
                <a:extLst>
                  <a:ext uri="{FF2B5EF4-FFF2-40B4-BE49-F238E27FC236}">
                    <a16:creationId xmlns:a16="http://schemas.microsoft.com/office/drawing/2014/main" id="{34032E9B-C43E-44E1-81CD-2F6405E9FA52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3" name="Rectangle 762">
                <a:extLst>
                  <a:ext uri="{FF2B5EF4-FFF2-40B4-BE49-F238E27FC236}">
                    <a16:creationId xmlns:a16="http://schemas.microsoft.com/office/drawing/2014/main" id="{16ADCF31-E505-4ED7-BC3E-8A0B216A01EF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4" name="Rectangle 763">
                <a:extLst>
                  <a:ext uri="{FF2B5EF4-FFF2-40B4-BE49-F238E27FC236}">
                    <a16:creationId xmlns:a16="http://schemas.microsoft.com/office/drawing/2014/main" id="{E3C685C8-6118-4281-97BD-A3A16CCE0501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5" name="Rectangle 764">
                <a:extLst>
                  <a:ext uri="{FF2B5EF4-FFF2-40B4-BE49-F238E27FC236}">
                    <a16:creationId xmlns:a16="http://schemas.microsoft.com/office/drawing/2014/main" id="{17C96BBD-B781-4A26-B854-4AF5DF739A40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6" name="Rectangle 765">
                <a:extLst>
                  <a:ext uri="{FF2B5EF4-FFF2-40B4-BE49-F238E27FC236}">
                    <a16:creationId xmlns:a16="http://schemas.microsoft.com/office/drawing/2014/main" id="{0445A1DB-E36F-4991-923F-F557E7C7A676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7" name="Rectangle 766">
                <a:extLst>
                  <a:ext uri="{FF2B5EF4-FFF2-40B4-BE49-F238E27FC236}">
                    <a16:creationId xmlns:a16="http://schemas.microsoft.com/office/drawing/2014/main" id="{60AD19C4-5010-444F-B28B-40C9800A2184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C0709F80-E432-4F8F-8D41-D30CC336F54A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9" name="Rectangle 768">
                <a:extLst>
                  <a:ext uri="{FF2B5EF4-FFF2-40B4-BE49-F238E27FC236}">
                    <a16:creationId xmlns:a16="http://schemas.microsoft.com/office/drawing/2014/main" id="{037DA9F9-5D97-4D83-8292-62015C7DED74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0" name="Rectangle 769">
                <a:extLst>
                  <a:ext uri="{FF2B5EF4-FFF2-40B4-BE49-F238E27FC236}">
                    <a16:creationId xmlns:a16="http://schemas.microsoft.com/office/drawing/2014/main" id="{1A9B4DEA-4003-4CFF-8E6F-AB1AD7D28706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1" name="Rectangle 770">
                <a:extLst>
                  <a:ext uri="{FF2B5EF4-FFF2-40B4-BE49-F238E27FC236}">
                    <a16:creationId xmlns:a16="http://schemas.microsoft.com/office/drawing/2014/main" id="{AB0B4EC9-D345-46D6-A171-3FAC5795DA66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2" name="Rectangle 771">
                <a:extLst>
                  <a:ext uri="{FF2B5EF4-FFF2-40B4-BE49-F238E27FC236}">
                    <a16:creationId xmlns:a16="http://schemas.microsoft.com/office/drawing/2014/main" id="{916E0BF4-EAD4-48FE-8F0C-FCDA4EF34A0B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3" name="Rectangle 772">
                <a:extLst>
                  <a:ext uri="{FF2B5EF4-FFF2-40B4-BE49-F238E27FC236}">
                    <a16:creationId xmlns:a16="http://schemas.microsoft.com/office/drawing/2014/main" id="{890C2576-4C3B-4EE1-882A-A3F5A544648B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4" name="Rectangle 773">
                <a:extLst>
                  <a:ext uri="{FF2B5EF4-FFF2-40B4-BE49-F238E27FC236}">
                    <a16:creationId xmlns:a16="http://schemas.microsoft.com/office/drawing/2014/main" id="{9BE8705F-147C-43C3-84FC-30A531B1834F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5" name="Rectangle 774">
                <a:extLst>
                  <a:ext uri="{FF2B5EF4-FFF2-40B4-BE49-F238E27FC236}">
                    <a16:creationId xmlns:a16="http://schemas.microsoft.com/office/drawing/2014/main" id="{CF5F6F66-936F-42D8-B5ED-B9C15277EE7E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6" name="Rectangle 775">
                <a:extLst>
                  <a:ext uri="{FF2B5EF4-FFF2-40B4-BE49-F238E27FC236}">
                    <a16:creationId xmlns:a16="http://schemas.microsoft.com/office/drawing/2014/main" id="{29B09737-8159-473D-A23A-55DC40278342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7" name="Rectangle 776">
                <a:extLst>
                  <a:ext uri="{FF2B5EF4-FFF2-40B4-BE49-F238E27FC236}">
                    <a16:creationId xmlns:a16="http://schemas.microsoft.com/office/drawing/2014/main" id="{64CB5AB3-69A2-48D4-8410-90F9DB478AC5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8" name="Rectangle 777">
                <a:extLst>
                  <a:ext uri="{FF2B5EF4-FFF2-40B4-BE49-F238E27FC236}">
                    <a16:creationId xmlns:a16="http://schemas.microsoft.com/office/drawing/2014/main" id="{399860CB-503C-4A88-B60C-5FC336F3D16F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9" name="Rectangle 778">
                <a:extLst>
                  <a:ext uri="{FF2B5EF4-FFF2-40B4-BE49-F238E27FC236}">
                    <a16:creationId xmlns:a16="http://schemas.microsoft.com/office/drawing/2014/main" id="{50F7B65E-C7BC-43A9-8BCA-57895CA36706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0" name="Rectangle 779">
                <a:extLst>
                  <a:ext uri="{FF2B5EF4-FFF2-40B4-BE49-F238E27FC236}">
                    <a16:creationId xmlns:a16="http://schemas.microsoft.com/office/drawing/2014/main" id="{8DBFA751-44B7-411B-A536-E64073149609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1" name="Rectangle 780">
                <a:extLst>
                  <a:ext uri="{FF2B5EF4-FFF2-40B4-BE49-F238E27FC236}">
                    <a16:creationId xmlns:a16="http://schemas.microsoft.com/office/drawing/2014/main" id="{46611AB4-B087-4F03-8709-C0FEF343ECA6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4" name="Group 683">
              <a:extLst>
                <a:ext uri="{FF2B5EF4-FFF2-40B4-BE49-F238E27FC236}">
                  <a16:creationId xmlns:a16="http://schemas.microsoft.com/office/drawing/2014/main" id="{A19056A2-D8C3-47FA-A3F0-46ECABFD6CB8}"/>
                </a:ext>
              </a:extLst>
            </p:cNvPr>
            <p:cNvGrpSpPr/>
            <p:nvPr/>
          </p:nvGrpSpPr>
          <p:grpSpPr>
            <a:xfrm>
              <a:off x="3725879" y="5302659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718" name="Rectangle 717">
                <a:extLst>
                  <a:ext uri="{FF2B5EF4-FFF2-40B4-BE49-F238E27FC236}">
                    <a16:creationId xmlns:a16="http://schemas.microsoft.com/office/drawing/2014/main" id="{49F7088E-F59F-4A3F-8C06-EFF18C50019D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9" name="Rectangle 718">
                <a:extLst>
                  <a:ext uri="{FF2B5EF4-FFF2-40B4-BE49-F238E27FC236}">
                    <a16:creationId xmlns:a16="http://schemas.microsoft.com/office/drawing/2014/main" id="{F26DFA19-9498-430D-BA42-77A15A1A3521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0" name="Rectangle 719">
                <a:extLst>
                  <a:ext uri="{FF2B5EF4-FFF2-40B4-BE49-F238E27FC236}">
                    <a16:creationId xmlns:a16="http://schemas.microsoft.com/office/drawing/2014/main" id="{88A223F9-3BBF-4717-BC1C-A717CA25402A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1" name="Rectangle 720">
                <a:extLst>
                  <a:ext uri="{FF2B5EF4-FFF2-40B4-BE49-F238E27FC236}">
                    <a16:creationId xmlns:a16="http://schemas.microsoft.com/office/drawing/2014/main" id="{596AF7FB-9FF1-46FE-A688-3EE7E59EEE5D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2" name="Rectangle 721">
                <a:extLst>
                  <a:ext uri="{FF2B5EF4-FFF2-40B4-BE49-F238E27FC236}">
                    <a16:creationId xmlns:a16="http://schemas.microsoft.com/office/drawing/2014/main" id="{01A5BAF8-1902-45F9-A60E-7013C915CE9D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3" name="Rectangle 722">
                <a:extLst>
                  <a:ext uri="{FF2B5EF4-FFF2-40B4-BE49-F238E27FC236}">
                    <a16:creationId xmlns:a16="http://schemas.microsoft.com/office/drawing/2014/main" id="{4E07EBD3-3709-42FA-9FF4-3C78C0E1E4AB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4" name="Rectangle 723">
                <a:extLst>
                  <a:ext uri="{FF2B5EF4-FFF2-40B4-BE49-F238E27FC236}">
                    <a16:creationId xmlns:a16="http://schemas.microsoft.com/office/drawing/2014/main" id="{C0E50BFD-B814-4DFF-9BE1-3E03E7623C54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5" name="Rectangle 724">
                <a:extLst>
                  <a:ext uri="{FF2B5EF4-FFF2-40B4-BE49-F238E27FC236}">
                    <a16:creationId xmlns:a16="http://schemas.microsoft.com/office/drawing/2014/main" id="{C400303D-50C7-4DBE-8588-A2C8479F57FD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6" name="Rectangle 725">
                <a:extLst>
                  <a:ext uri="{FF2B5EF4-FFF2-40B4-BE49-F238E27FC236}">
                    <a16:creationId xmlns:a16="http://schemas.microsoft.com/office/drawing/2014/main" id="{EAABCBC0-97B8-416B-80FB-1B3091BB74A7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7" name="Rectangle 726">
                <a:extLst>
                  <a:ext uri="{FF2B5EF4-FFF2-40B4-BE49-F238E27FC236}">
                    <a16:creationId xmlns:a16="http://schemas.microsoft.com/office/drawing/2014/main" id="{6B793D2B-B1FB-4D59-BE78-8882BFE79856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8" name="Rectangle 727">
                <a:extLst>
                  <a:ext uri="{FF2B5EF4-FFF2-40B4-BE49-F238E27FC236}">
                    <a16:creationId xmlns:a16="http://schemas.microsoft.com/office/drawing/2014/main" id="{BADF13BB-D643-487B-9352-96A52DAD15F5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9" name="Rectangle 728">
                <a:extLst>
                  <a:ext uri="{FF2B5EF4-FFF2-40B4-BE49-F238E27FC236}">
                    <a16:creationId xmlns:a16="http://schemas.microsoft.com/office/drawing/2014/main" id="{AAB97404-9239-41E3-BD19-402F0E092E93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0" name="Rectangle 729">
                <a:extLst>
                  <a:ext uri="{FF2B5EF4-FFF2-40B4-BE49-F238E27FC236}">
                    <a16:creationId xmlns:a16="http://schemas.microsoft.com/office/drawing/2014/main" id="{E0CEC07C-8423-4797-A611-B21A44E5117A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1" name="Rectangle 730">
                <a:extLst>
                  <a:ext uri="{FF2B5EF4-FFF2-40B4-BE49-F238E27FC236}">
                    <a16:creationId xmlns:a16="http://schemas.microsoft.com/office/drawing/2014/main" id="{638448F4-BC58-4346-8340-020C95FC38BC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2" name="Rectangle 731">
                <a:extLst>
                  <a:ext uri="{FF2B5EF4-FFF2-40B4-BE49-F238E27FC236}">
                    <a16:creationId xmlns:a16="http://schemas.microsoft.com/office/drawing/2014/main" id="{85A1FB87-C1BD-4BDD-BC91-37BA61BE2E20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3" name="Rectangle 732">
                <a:extLst>
                  <a:ext uri="{FF2B5EF4-FFF2-40B4-BE49-F238E27FC236}">
                    <a16:creationId xmlns:a16="http://schemas.microsoft.com/office/drawing/2014/main" id="{D038D4C1-2E94-4AD5-9540-D9EF2E89543C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4" name="Rectangle 733">
                <a:extLst>
                  <a:ext uri="{FF2B5EF4-FFF2-40B4-BE49-F238E27FC236}">
                    <a16:creationId xmlns:a16="http://schemas.microsoft.com/office/drawing/2014/main" id="{851CF9EE-0F3E-4CF0-876A-527A08E51D61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377493D6-928B-4A1B-A739-7E0FA325E872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6" name="Rectangle 735">
                <a:extLst>
                  <a:ext uri="{FF2B5EF4-FFF2-40B4-BE49-F238E27FC236}">
                    <a16:creationId xmlns:a16="http://schemas.microsoft.com/office/drawing/2014/main" id="{0269EE0E-A6D2-475C-8F59-4563F958CC95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7" name="Rectangle 736">
                <a:extLst>
                  <a:ext uri="{FF2B5EF4-FFF2-40B4-BE49-F238E27FC236}">
                    <a16:creationId xmlns:a16="http://schemas.microsoft.com/office/drawing/2014/main" id="{2D4B27D0-A057-4404-9079-CC063BC1B097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8" name="Rectangle 737">
                <a:extLst>
                  <a:ext uri="{FF2B5EF4-FFF2-40B4-BE49-F238E27FC236}">
                    <a16:creationId xmlns:a16="http://schemas.microsoft.com/office/drawing/2014/main" id="{0FD2E172-E754-4C0D-8982-B78DE6EAA238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9" name="Rectangle 738">
                <a:extLst>
                  <a:ext uri="{FF2B5EF4-FFF2-40B4-BE49-F238E27FC236}">
                    <a16:creationId xmlns:a16="http://schemas.microsoft.com/office/drawing/2014/main" id="{905F6C81-6811-4295-B4A6-5D6B35EDC44C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0" name="Rectangle 739">
                <a:extLst>
                  <a:ext uri="{FF2B5EF4-FFF2-40B4-BE49-F238E27FC236}">
                    <a16:creationId xmlns:a16="http://schemas.microsoft.com/office/drawing/2014/main" id="{A3C4AF9F-0BA4-409C-B120-0DFF3F1E2780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1" name="Rectangle 740">
                <a:extLst>
                  <a:ext uri="{FF2B5EF4-FFF2-40B4-BE49-F238E27FC236}">
                    <a16:creationId xmlns:a16="http://schemas.microsoft.com/office/drawing/2014/main" id="{61D1B329-2659-4B1A-9487-92D8105FEC9C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2" name="Rectangle 741">
                <a:extLst>
                  <a:ext uri="{FF2B5EF4-FFF2-40B4-BE49-F238E27FC236}">
                    <a16:creationId xmlns:a16="http://schemas.microsoft.com/office/drawing/2014/main" id="{2959695F-564D-42F9-B901-964D5501084F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3" name="Rectangle 742">
                <a:extLst>
                  <a:ext uri="{FF2B5EF4-FFF2-40B4-BE49-F238E27FC236}">
                    <a16:creationId xmlns:a16="http://schemas.microsoft.com/office/drawing/2014/main" id="{AB3BD075-A362-4648-A242-90CB71F53FEF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4" name="Rectangle 743">
                <a:extLst>
                  <a:ext uri="{FF2B5EF4-FFF2-40B4-BE49-F238E27FC236}">
                    <a16:creationId xmlns:a16="http://schemas.microsoft.com/office/drawing/2014/main" id="{D0B63104-0DF7-4394-BF5B-D15691ABBF52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5" name="Rectangle 744">
                <a:extLst>
                  <a:ext uri="{FF2B5EF4-FFF2-40B4-BE49-F238E27FC236}">
                    <a16:creationId xmlns:a16="http://schemas.microsoft.com/office/drawing/2014/main" id="{4AD411EF-6759-43AE-9318-6286BCD17BDA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6" name="Rectangle 745">
                <a:extLst>
                  <a:ext uri="{FF2B5EF4-FFF2-40B4-BE49-F238E27FC236}">
                    <a16:creationId xmlns:a16="http://schemas.microsoft.com/office/drawing/2014/main" id="{65230E16-07DC-4C0B-926F-370F5ADC02AB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7" name="Rectangle 746">
                <a:extLst>
                  <a:ext uri="{FF2B5EF4-FFF2-40B4-BE49-F238E27FC236}">
                    <a16:creationId xmlns:a16="http://schemas.microsoft.com/office/drawing/2014/main" id="{6A9F88F2-25D8-4836-B35A-263B1E76CCC6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8" name="Rectangle 747">
                <a:extLst>
                  <a:ext uri="{FF2B5EF4-FFF2-40B4-BE49-F238E27FC236}">
                    <a16:creationId xmlns:a16="http://schemas.microsoft.com/office/drawing/2014/main" id="{3AF584FC-4703-48EB-AB6A-149E13E97F35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9" name="Rectangle 748">
                <a:extLst>
                  <a:ext uri="{FF2B5EF4-FFF2-40B4-BE49-F238E27FC236}">
                    <a16:creationId xmlns:a16="http://schemas.microsoft.com/office/drawing/2014/main" id="{79FB311F-B5C0-4091-9217-91246ACDF501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5" name="Group 684">
              <a:extLst>
                <a:ext uri="{FF2B5EF4-FFF2-40B4-BE49-F238E27FC236}">
                  <a16:creationId xmlns:a16="http://schemas.microsoft.com/office/drawing/2014/main" id="{D7918460-CA8C-47B9-90C3-EFCA7EB84175}"/>
                </a:ext>
              </a:extLst>
            </p:cNvPr>
            <p:cNvGrpSpPr/>
            <p:nvPr/>
          </p:nvGrpSpPr>
          <p:grpSpPr>
            <a:xfrm>
              <a:off x="3725879" y="5500621"/>
              <a:ext cx="6334816" cy="197963"/>
              <a:chOff x="1743959" y="2564091"/>
              <a:chExt cx="6334816" cy="197963"/>
            </a:xfrm>
            <a:solidFill>
              <a:schemeClr val="bg1"/>
            </a:solidFill>
          </p:grpSpPr>
          <p:sp>
            <p:nvSpPr>
              <p:cNvPr id="686" name="Rectangle 685">
                <a:extLst>
                  <a:ext uri="{FF2B5EF4-FFF2-40B4-BE49-F238E27FC236}">
                    <a16:creationId xmlns:a16="http://schemas.microsoft.com/office/drawing/2014/main" id="{904AC9A2-2A30-400B-8DF6-B73D2634B29A}"/>
                  </a:ext>
                </a:extLst>
              </p:cNvPr>
              <p:cNvSpPr/>
              <p:nvPr/>
            </p:nvSpPr>
            <p:spPr>
              <a:xfrm>
                <a:off x="174395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7" name="Rectangle 686">
                <a:extLst>
                  <a:ext uri="{FF2B5EF4-FFF2-40B4-BE49-F238E27FC236}">
                    <a16:creationId xmlns:a16="http://schemas.microsoft.com/office/drawing/2014/main" id="{970EF405-1187-4982-8084-5DFDB5027544}"/>
                  </a:ext>
                </a:extLst>
              </p:cNvPr>
              <p:cNvSpPr/>
              <p:nvPr/>
            </p:nvSpPr>
            <p:spPr>
              <a:xfrm>
                <a:off x="194192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8" name="Rectangle 687">
                <a:extLst>
                  <a:ext uri="{FF2B5EF4-FFF2-40B4-BE49-F238E27FC236}">
                    <a16:creationId xmlns:a16="http://schemas.microsoft.com/office/drawing/2014/main" id="{BD0D37E3-E33C-43E0-AC3E-6F75AA3EC30F}"/>
                  </a:ext>
                </a:extLst>
              </p:cNvPr>
              <p:cNvSpPr/>
              <p:nvPr/>
            </p:nvSpPr>
            <p:spPr>
              <a:xfrm>
                <a:off x="213988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9" name="Rectangle 688">
                <a:extLst>
                  <a:ext uri="{FF2B5EF4-FFF2-40B4-BE49-F238E27FC236}">
                    <a16:creationId xmlns:a16="http://schemas.microsoft.com/office/drawing/2014/main" id="{32221179-36EB-4202-AAC4-BF53EB903DD1}"/>
                  </a:ext>
                </a:extLst>
              </p:cNvPr>
              <p:cNvSpPr/>
              <p:nvPr/>
            </p:nvSpPr>
            <p:spPr>
              <a:xfrm>
                <a:off x="233784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0" name="Rectangle 689">
                <a:extLst>
                  <a:ext uri="{FF2B5EF4-FFF2-40B4-BE49-F238E27FC236}">
                    <a16:creationId xmlns:a16="http://schemas.microsoft.com/office/drawing/2014/main" id="{7DC26BBD-766F-4509-B15F-84A484BC5B5D}"/>
                  </a:ext>
                </a:extLst>
              </p:cNvPr>
              <p:cNvSpPr/>
              <p:nvPr/>
            </p:nvSpPr>
            <p:spPr>
              <a:xfrm>
                <a:off x="253581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ECA0665C-A094-4249-99B6-B038237CE105}"/>
                  </a:ext>
                </a:extLst>
              </p:cNvPr>
              <p:cNvSpPr/>
              <p:nvPr/>
            </p:nvSpPr>
            <p:spPr>
              <a:xfrm>
                <a:off x="273377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37330ECA-DD37-4589-A020-BF00C375FEB3}"/>
                  </a:ext>
                </a:extLst>
              </p:cNvPr>
              <p:cNvSpPr/>
              <p:nvPr/>
            </p:nvSpPr>
            <p:spPr>
              <a:xfrm>
                <a:off x="293173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CA922C09-B8DF-4958-93BC-008BF96BBB49}"/>
                  </a:ext>
                </a:extLst>
              </p:cNvPr>
              <p:cNvSpPr/>
              <p:nvPr/>
            </p:nvSpPr>
            <p:spPr>
              <a:xfrm>
                <a:off x="312970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4" name="Rectangle 693">
                <a:extLst>
                  <a:ext uri="{FF2B5EF4-FFF2-40B4-BE49-F238E27FC236}">
                    <a16:creationId xmlns:a16="http://schemas.microsoft.com/office/drawing/2014/main" id="{380A79D0-4519-4C37-92BC-AFF4C3F425EC}"/>
                  </a:ext>
                </a:extLst>
              </p:cNvPr>
              <p:cNvSpPr/>
              <p:nvPr/>
            </p:nvSpPr>
            <p:spPr>
              <a:xfrm>
                <a:off x="332766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3A16D9AE-7544-4749-8919-17BD3D2D2826}"/>
                  </a:ext>
                </a:extLst>
              </p:cNvPr>
              <p:cNvSpPr/>
              <p:nvPr/>
            </p:nvSpPr>
            <p:spPr>
              <a:xfrm>
                <a:off x="352562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6" name="Rectangle 695">
                <a:extLst>
                  <a:ext uri="{FF2B5EF4-FFF2-40B4-BE49-F238E27FC236}">
                    <a16:creationId xmlns:a16="http://schemas.microsoft.com/office/drawing/2014/main" id="{4DF0C6D7-F0D3-47A7-8DCD-9CC80A29B10D}"/>
                  </a:ext>
                </a:extLst>
              </p:cNvPr>
              <p:cNvSpPr/>
              <p:nvPr/>
            </p:nvSpPr>
            <p:spPr>
              <a:xfrm>
                <a:off x="372358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7" name="Rectangle 696">
                <a:extLst>
                  <a:ext uri="{FF2B5EF4-FFF2-40B4-BE49-F238E27FC236}">
                    <a16:creationId xmlns:a16="http://schemas.microsoft.com/office/drawing/2014/main" id="{E28980EB-6F9F-49DE-B25B-BB7CA63B3BEB}"/>
                  </a:ext>
                </a:extLst>
              </p:cNvPr>
              <p:cNvSpPr/>
              <p:nvPr/>
            </p:nvSpPr>
            <p:spPr>
              <a:xfrm>
                <a:off x="392155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8" name="Rectangle 697">
                <a:extLst>
                  <a:ext uri="{FF2B5EF4-FFF2-40B4-BE49-F238E27FC236}">
                    <a16:creationId xmlns:a16="http://schemas.microsoft.com/office/drawing/2014/main" id="{A204CF74-1868-4FB0-893C-8A4E002DE6AD}"/>
                  </a:ext>
                </a:extLst>
              </p:cNvPr>
              <p:cNvSpPr/>
              <p:nvPr/>
            </p:nvSpPr>
            <p:spPr>
              <a:xfrm>
                <a:off x="411951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9" name="Rectangle 698">
                <a:extLst>
                  <a:ext uri="{FF2B5EF4-FFF2-40B4-BE49-F238E27FC236}">
                    <a16:creationId xmlns:a16="http://schemas.microsoft.com/office/drawing/2014/main" id="{FA1286EE-3BF7-4B08-BDB6-3BDD28EEF459}"/>
                  </a:ext>
                </a:extLst>
              </p:cNvPr>
              <p:cNvSpPr/>
              <p:nvPr/>
            </p:nvSpPr>
            <p:spPr>
              <a:xfrm>
                <a:off x="431747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0" name="Rectangle 699">
                <a:extLst>
                  <a:ext uri="{FF2B5EF4-FFF2-40B4-BE49-F238E27FC236}">
                    <a16:creationId xmlns:a16="http://schemas.microsoft.com/office/drawing/2014/main" id="{4BA79DEC-3B6B-4770-A9E7-FA09ECD894EE}"/>
                  </a:ext>
                </a:extLst>
              </p:cNvPr>
              <p:cNvSpPr/>
              <p:nvPr/>
            </p:nvSpPr>
            <p:spPr>
              <a:xfrm>
                <a:off x="451544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0C622B64-5177-439D-B1F1-8A6F96E4454D}"/>
                  </a:ext>
                </a:extLst>
              </p:cNvPr>
              <p:cNvSpPr/>
              <p:nvPr/>
            </p:nvSpPr>
            <p:spPr>
              <a:xfrm>
                <a:off x="471340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2" name="Rectangle 701">
                <a:extLst>
                  <a:ext uri="{FF2B5EF4-FFF2-40B4-BE49-F238E27FC236}">
                    <a16:creationId xmlns:a16="http://schemas.microsoft.com/office/drawing/2014/main" id="{50B891A6-EF92-4042-8FAE-D78D9F7C64B3}"/>
                  </a:ext>
                </a:extLst>
              </p:cNvPr>
              <p:cNvSpPr/>
              <p:nvPr/>
            </p:nvSpPr>
            <p:spPr>
              <a:xfrm>
                <a:off x="491136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3" name="Rectangle 702">
                <a:extLst>
                  <a:ext uri="{FF2B5EF4-FFF2-40B4-BE49-F238E27FC236}">
                    <a16:creationId xmlns:a16="http://schemas.microsoft.com/office/drawing/2014/main" id="{578D9BDC-870F-4209-A59A-0899AA0558D0}"/>
                  </a:ext>
                </a:extLst>
              </p:cNvPr>
              <p:cNvSpPr/>
              <p:nvPr/>
            </p:nvSpPr>
            <p:spPr>
              <a:xfrm>
                <a:off x="510933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4" name="Rectangle 703">
                <a:extLst>
                  <a:ext uri="{FF2B5EF4-FFF2-40B4-BE49-F238E27FC236}">
                    <a16:creationId xmlns:a16="http://schemas.microsoft.com/office/drawing/2014/main" id="{98C9E891-2EED-4F48-8F8C-F109D7D358C9}"/>
                  </a:ext>
                </a:extLst>
              </p:cNvPr>
              <p:cNvSpPr/>
              <p:nvPr/>
            </p:nvSpPr>
            <p:spPr>
              <a:xfrm>
                <a:off x="530729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5" name="Rectangle 704">
                <a:extLst>
                  <a:ext uri="{FF2B5EF4-FFF2-40B4-BE49-F238E27FC236}">
                    <a16:creationId xmlns:a16="http://schemas.microsoft.com/office/drawing/2014/main" id="{AE4C1F42-5EE0-4C5F-8238-9F64F0629A0A}"/>
                  </a:ext>
                </a:extLst>
              </p:cNvPr>
              <p:cNvSpPr/>
              <p:nvPr/>
            </p:nvSpPr>
            <p:spPr>
              <a:xfrm>
                <a:off x="550525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6" name="Rectangle 705">
                <a:extLst>
                  <a:ext uri="{FF2B5EF4-FFF2-40B4-BE49-F238E27FC236}">
                    <a16:creationId xmlns:a16="http://schemas.microsoft.com/office/drawing/2014/main" id="{53E26927-4F5D-48A2-885C-E3BCC32B5880}"/>
                  </a:ext>
                </a:extLst>
              </p:cNvPr>
              <p:cNvSpPr/>
              <p:nvPr/>
            </p:nvSpPr>
            <p:spPr>
              <a:xfrm>
                <a:off x="570321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7" name="Rectangle 706">
                <a:extLst>
                  <a:ext uri="{FF2B5EF4-FFF2-40B4-BE49-F238E27FC236}">
                    <a16:creationId xmlns:a16="http://schemas.microsoft.com/office/drawing/2014/main" id="{9661278F-54D7-4EBC-95D4-54E965DCFFC1}"/>
                  </a:ext>
                </a:extLst>
              </p:cNvPr>
              <p:cNvSpPr/>
              <p:nvPr/>
            </p:nvSpPr>
            <p:spPr>
              <a:xfrm>
                <a:off x="590118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8" name="Rectangle 707">
                <a:extLst>
                  <a:ext uri="{FF2B5EF4-FFF2-40B4-BE49-F238E27FC236}">
                    <a16:creationId xmlns:a16="http://schemas.microsoft.com/office/drawing/2014/main" id="{84D03DAA-5F70-48D2-931D-85C53E0F11C1}"/>
                  </a:ext>
                </a:extLst>
              </p:cNvPr>
              <p:cNvSpPr/>
              <p:nvPr/>
            </p:nvSpPr>
            <p:spPr>
              <a:xfrm>
                <a:off x="6099145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9" name="Rectangle 708">
                <a:extLst>
                  <a:ext uri="{FF2B5EF4-FFF2-40B4-BE49-F238E27FC236}">
                    <a16:creationId xmlns:a16="http://schemas.microsoft.com/office/drawing/2014/main" id="{75C5457A-E455-4C61-AB96-6BF7211CB90B}"/>
                  </a:ext>
                </a:extLst>
              </p:cNvPr>
              <p:cNvSpPr/>
              <p:nvPr/>
            </p:nvSpPr>
            <p:spPr>
              <a:xfrm>
                <a:off x="6297108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0" name="Rectangle 709">
                <a:extLst>
                  <a:ext uri="{FF2B5EF4-FFF2-40B4-BE49-F238E27FC236}">
                    <a16:creationId xmlns:a16="http://schemas.microsoft.com/office/drawing/2014/main" id="{4FD0A726-1D60-45D7-8725-6B80B496FC4F}"/>
                  </a:ext>
                </a:extLst>
              </p:cNvPr>
              <p:cNvSpPr/>
              <p:nvPr/>
            </p:nvSpPr>
            <p:spPr>
              <a:xfrm>
                <a:off x="6495071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1" name="Rectangle 710">
                <a:extLst>
                  <a:ext uri="{FF2B5EF4-FFF2-40B4-BE49-F238E27FC236}">
                    <a16:creationId xmlns:a16="http://schemas.microsoft.com/office/drawing/2014/main" id="{9EBF30EE-9BE0-48AF-BB33-17258F170002}"/>
                  </a:ext>
                </a:extLst>
              </p:cNvPr>
              <p:cNvSpPr/>
              <p:nvPr/>
            </p:nvSpPr>
            <p:spPr>
              <a:xfrm>
                <a:off x="6693034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2" name="Rectangle 711">
                <a:extLst>
                  <a:ext uri="{FF2B5EF4-FFF2-40B4-BE49-F238E27FC236}">
                    <a16:creationId xmlns:a16="http://schemas.microsoft.com/office/drawing/2014/main" id="{21E4CCF1-68AC-4BE8-BAFD-56D241AF8255}"/>
                  </a:ext>
                </a:extLst>
              </p:cNvPr>
              <p:cNvSpPr/>
              <p:nvPr/>
            </p:nvSpPr>
            <p:spPr>
              <a:xfrm>
                <a:off x="6890997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3" name="Rectangle 712">
                <a:extLst>
                  <a:ext uri="{FF2B5EF4-FFF2-40B4-BE49-F238E27FC236}">
                    <a16:creationId xmlns:a16="http://schemas.microsoft.com/office/drawing/2014/main" id="{467F5ADB-5A77-4AE5-8749-24200E790890}"/>
                  </a:ext>
                </a:extLst>
              </p:cNvPr>
              <p:cNvSpPr/>
              <p:nvPr/>
            </p:nvSpPr>
            <p:spPr>
              <a:xfrm>
                <a:off x="7088960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4" name="Rectangle 713">
                <a:extLst>
                  <a:ext uri="{FF2B5EF4-FFF2-40B4-BE49-F238E27FC236}">
                    <a16:creationId xmlns:a16="http://schemas.microsoft.com/office/drawing/2014/main" id="{8C0E0BF0-E166-43BF-8856-04E47DC7C6B9}"/>
                  </a:ext>
                </a:extLst>
              </p:cNvPr>
              <p:cNvSpPr/>
              <p:nvPr/>
            </p:nvSpPr>
            <p:spPr>
              <a:xfrm>
                <a:off x="7286923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5" name="Rectangle 714">
                <a:extLst>
                  <a:ext uri="{FF2B5EF4-FFF2-40B4-BE49-F238E27FC236}">
                    <a16:creationId xmlns:a16="http://schemas.microsoft.com/office/drawing/2014/main" id="{EA608D4D-98EC-4CC4-BFE1-88EFA5B61332}"/>
                  </a:ext>
                </a:extLst>
              </p:cNvPr>
              <p:cNvSpPr/>
              <p:nvPr/>
            </p:nvSpPr>
            <p:spPr>
              <a:xfrm>
                <a:off x="7484886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6" name="Rectangle 715">
                <a:extLst>
                  <a:ext uri="{FF2B5EF4-FFF2-40B4-BE49-F238E27FC236}">
                    <a16:creationId xmlns:a16="http://schemas.microsoft.com/office/drawing/2014/main" id="{3CCEA1F8-4DBE-44D4-9415-EDFA551B665C}"/>
                  </a:ext>
                </a:extLst>
              </p:cNvPr>
              <p:cNvSpPr/>
              <p:nvPr/>
            </p:nvSpPr>
            <p:spPr>
              <a:xfrm>
                <a:off x="7682849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7" name="Rectangle 716">
                <a:extLst>
                  <a:ext uri="{FF2B5EF4-FFF2-40B4-BE49-F238E27FC236}">
                    <a16:creationId xmlns:a16="http://schemas.microsoft.com/office/drawing/2014/main" id="{FAB7B97F-8178-41C6-9E7D-3BFC23EC652B}"/>
                  </a:ext>
                </a:extLst>
              </p:cNvPr>
              <p:cNvSpPr/>
              <p:nvPr/>
            </p:nvSpPr>
            <p:spPr>
              <a:xfrm>
                <a:off x="7880812" y="256409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1074C11C-EC7A-4AED-99D8-02087534B809}"/>
                </a:ext>
              </a:extLst>
            </p:cNvPr>
            <p:cNvSpPr/>
            <p:nvPr/>
          </p:nvSpPr>
          <p:spPr>
            <a:xfrm>
              <a:off x="3626935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763D0C46-610E-4E0F-BB49-545C0D39A407}"/>
                </a:ext>
              </a:extLst>
            </p:cNvPr>
            <p:cNvSpPr/>
            <p:nvPr/>
          </p:nvSpPr>
          <p:spPr>
            <a:xfrm>
              <a:off x="3824898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81FD3E7C-822E-41D3-A387-ACC6DD083AE1}"/>
                </a:ext>
              </a:extLst>
            </p:cNvPr>
            <p:cNvSpPr/>
            <p:nvPr/>
          </p:nvSpPr>
          <p:spPr>
            <a:xfrm>
              <a:off x="4022861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67106954-6BE9-47CD-A01A-2D8862B30FC2}"/>
                </a:ext>
              </a:extLst>
            </p:cNvPr>
            <p:cNvSpPr/>
            <p:nvPr/>
          </p:nvSpPr>
          <p:spPr>
            <a:xfrm>
              <a:off x="4220824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CA170A8D-4AEB-40DA-8432-C5B36CD0B956}"/>
                </a:ext>
              </a:extLst>
            </p:cNvPr>
            <p:cNvSpPr/>
            <p:nvPr/>
          </p:nvSpPr>
          <p:spPr>
            <a:xfrm>
              <a:off x="4418787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3D54CD98-4465-4090-999B-954105AC78DD}"/>
                </a:ext>
              </a:extLst>
            </p:cNvPr>
            <p:cNvSpPr/>
            <p:nvPr/>
          </p:nvSpPr>
          <p:spPr>
            <a:xfrm>
              <a:off x="4616750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F3437E9D-88F3-408F-B3CE-D739BA039766}"/>
                </a:ext>
              </a:extLst>
            </p:cNvPr>
            <p:cNvSpPr/>
            <p:nvPr/>
          </p:nvSpPr>
          <p:spPr>
            <a:xfrm>
              <a:off x="4814713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0" name="Rectangle 789">
              <a:extLst>
                <a:ext uri="{FF2B5EF4-FFF2-40B4-BE49-F238E27FC236}">
                  <a16:creationId xmlns:a16="http://schemas.microsoft.com/office/drawing/2014/main" id="{4687575C-2B0C-4D54-A6FE-F783072DEE5C}"/>
                </a:ext>
              </a:extLst>
            </p:cNvPr>
            <p:cNvSpPr/>
            <p:nvPr/>
          </p:nvSpPr>
          <p:spPr>
            <a:xfrm>
              <a:off x="5012676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1" name="Rectangle 790">
              <a:extLst>
                <a:ext uri="{FF2B5EF4-FFF2-40B4-BE49-F238E27FC236}">
                  <a16:creationId xmlns:a16="http://schemas.microsoft.com/office/drawing/2014/main" id="{38DF6280-CB27-4681-8381-6EF5D0BB83CC}"/>
                </a:ext>
              </a:extLst>
            </p:cNvPr>
            <p:cNvSpPr/>
            <p:nvPr/>
          </p:nvSpPr>
          <p:spPr>
            <a:xfrm>
              <a:off x="5210639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5F2F2684-17CE-4D9B-B6AD-5B1CCD2330B9}"/>
                </a:ext>
              </a:extLst>
            </p:cNvPr>
            <p:cNvSpPr/>
            <p:nvPr/>
          </p:nvSpPr>
          <p:spPr>
            <a:xfrm>
              <a:off x="5408602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AB656128-A27A-4216-8F7B-2FA5D44E7D7C}"/>
                </a:ext>
              </a:extLst>
            </p:cNvPr>
            <p:cNvSpPr/>
            <p:nvPr/>
          </p:nvSpPr>
          <p:spPr>
            <a:xfrm>
              <a:off x="5606565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4" name="Rectangle 793">
              <a:extLst>
                <a:ext uri="{FF2B5EF4-FFF2-40B4-BE49-F238E27FC236}">
                  <a16:creationId xmlns:a16="http://schemas.microsoft.com/office/drawing/2014/main" id="{4E629294-857F-4407-8C9D-2490643C155B}"/>
                </a:ext>
              </a:extLst>
            </p:cNvPr>
            <p:cNvSpPr/>
            <p:nvPr/>
          </p:nvSpPr>
          <p:spPr>
            <a:xfrm>
              <a:off x="5804528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5" name="Rectangle 794">
              <a:extLst>
                <a:ext uri="{FF2B5EF4-FFF2-40B4-BE49-F238E27FC236}">
                  <a16:creationId xmlns:a16="http://schemas.microsoft.com/office/drawing/2014/main" id="{8B447BC7-B724-4E13-9B02-BF35122000AE}"/>
                </a:ext>
              </a:extLst>
            </p:cNvPr>
            <p:cNvSpPr/>
            <p:nvPr/>
          </p:nvSpPr>
          <p:spPr>
            <a:xfrm>
              <a:off x="6002491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6" name="Rectangle 795">
              <a:extLst>
                <a:ext uri="{FF2B5EF4-FFF2-40B4-BE49-F238E27FC236}">
                  <a16:creationId xmlns:a16="http://schemas.microsoft.com/office/drawing/2014/main" id="{A534B7CC-1D56-427B-A751-2B9E74DB2ECE}"/>
                </a:ext>
              </a:extLst>
            </p:cNvPr>
            <p:cNvSpPr/>
            <p:nvPr/>
          </p:nvSpPr>
          <p:spPr>
            <a:xfrm>
              <a:off x="6200454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7" name="Rectangle 796">
              <a:extLst>
                <a:ext uri="{FF2B5EF4-FFF2-40B4-BE49-F238E27FC236}">
                  <a16:creationId xmlns:a16="http://schemas.microsoft.com/office/drawing/2014/main" id="{7B71E2A8-CB41-49BA-896B-AEE173D2C4D2}"/>
                </a:ext>
              </a:extLst>
            </p:cNvPr>
            <p:cNvSpPr/>
            <p:nvPr/>
          </p:nvSpPr>
          <p:spPr>
            <a:xfrm>
              <a:off x="6398417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49EA5568-17E2-404A-B875-A6B7296DDD2B}"/>
                </a:ext>
              </a:extLst>
            </p:cNvPr>
            <p:cNvSpPr/>
            <p:nvPr/>
          </p:nvSpPr>
          <p:spPr>
            <a:xfrm>
              <a:off x="6596380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9" name="Rectangle 798">
              <a:extLst>
                <a:ext uri="{FF2B5EF4-FFF2-40B4-BE49-F238E27FC236}">
                  <a16:creationId xmlns:a16="http://schemas.microsoft.com/office/drawing/2014/main" id="{FC7CD10C-798A-403F-947D-DE02479B6264}"/>
                </a:ext>
              </a:extLst>
            </p:cNvPr>
            <p:cNvSpPr/>
            <p:nvPr/>
          </p:nvSpPr>
          <p:spPr>
            <a:xfrm>
              <a:off x="6794343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0" name="Rectangle 799">
              <a:extLst>
                <a:ext uri="{FF2B5EF4-FFF2-40B4-BE49-F238E27FC236}">
                  <a16:creationId xmlns:a16="http://schemas.microsoft.com/office/drawing/2014/main" id="{8DD22677-1064-416B-BDDB-A5AB0A14E0AE}"/>
                </a:ext>
              </a:extLst>
            </p:cNvPr>
            <p:cNvSpPr/>
            <p:nvPr/>
          </p:nvSpPr>
          <p:spPr>
            <a:xfrm>
              <a:off x="6992306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39978C73-6399-4EA0-A18D-EDF23F28FED8}"/>
                </a:ext>
              </a:extLst>
            </p:cNvPr>
            <p:cNvSpPr/>
            <p:nvPr/>
          </p:nvSpPr>
          <p:spPr>
            <a:xfrm>
              <a:off x="7190269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2" name="Rectangle 801">
              <a:extLst>
                <a:ext uri="{FF2B5EF4-FFF2-40B4-BE49-F238E27FC236}">
                  <a16:creationId xmlns:a16="http://schemas.microsoft.com/office/drawing/2014/main" id="{EA298B13-A76E-4989-966A-C2F2CD6A707E}"/>
                </a:ext>
              </a:extLst>
            </p:cNvPr>
            <p:cNvSpPr/>
            <p:nvPr/>
          </p:nvSpPr>
          <p:spPr>
            <a:xfrm>
              <a:off x="7388232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3" name="Rectangle 802">
              <a:extLst>
                <a:ext uri="{FF2B5EF4-FFF2-40B4-BE49-F238E27FC236}">
                  <a16:creationId xmlns:a16="http://schemas.microsoft.com/office/drawing/2014/main" id="{6DF93051-683A-4649-953F-2BD052031FDA}"/>
                </a:ext>
              </a:extLst>
            </p:cNvPr>
            <p:cNvSpPr/>
            <p:nvPr/>
          </p:nvSpPr>
          <p:spPr>
            <a:xfrm>
              <a:off x="7586195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4" name="Rectangle 803">
              <a:extLst>
                <a:ext uri="{FF2B5EF4-FFF2-40B4-BE49-F238E27FC236}">
                  <a16:creationId xmlns:a16="http://schemas.microsoft.com/office/drawing/2014/main" id="{C301E876-9996-454B-9FC8-0B773C06AD93}"/>
                </a:ext>
              </a:extLst>
            </p:cNvPr>
            <p:cNvSpPr/>
            <p:nvPr/>
          </p:nvSpPr>
          <p:spPr>
            <a:xfrm>
              <a:off x="7784158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5" name="Rectangle 804">
              <a:extLst>
                <a:ext uri="{FF2B5EF4-FFF2-40B4-BE49-F238E27FC236}">
                  <a16:creationId xmlns:a16="http://schemas.microsoft.com/office/drawing/2014/main" id="{D5AFFCF0-EE22-4685-9E00-97E12CDEEB1E}"/>
                </a:ext>
              </a:extLst>
            </p:cNvPr>
            <p:cNvSpPr/>
            <p:nvPr/>
          </p:nvSpPr>
          <p:spPr>
            <a:xfrm>
              <a:off x="7982121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6" name="Rectangle 805">
              <a:extLst>
                <a:ext uri="{FF2B5EF4-FFF2-40B4-BE49-F238E27FC236}">
                  <a16:creationId xmlns:a16="http://schemas.microsoft.com/office/drawing/2014/main" id="{D12192F8-0631-418B-9A1A-8AC9069E6C30}"/>
                </a:ext>
              </a:extLst>
            </p:cNvPr>
            <p:cNvSpPr/>
            <p:nvPr/>
          </p:nvSpPr>
          <p:spPr>
            <a:xfrm>
              <a:off x="8180084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7" name="Rectangle 806">
              <a:extLst>
                <a:ext uri="{FF2B5EF4-FFF2-40B4-BE49-F238E27FC236}">
                  <a16:creationId xmlns:a16="http://schemas.microsoft.com/office/drawing/2014/main" id="{980B4AA2-C07D-443E-9CAD-3BBE33A10ABA}"/>
                </a:ext>
              </a:extLst>
            </p:cNvPr>
            <p:cNvSpPr/>
            <p:nvPr/>
          </p:nvSpPr>
          <p:spPr>
            <a:xfrm>
              <a:off x="8378047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8" name="Rectangle 807">
              <a:extLst>
                <a:ext uri="{FF2B5EF4-FFF2-40B4-BE49-F238E27FC236}">
                  <a16:creationId xmlns:a16="http://schemas.microsoft.com/office/drawing/2014/main" id="{051E5E64-7237-401C-BDE3-8718C0924BA6}"/>
                </a:ext>
              </a:extLst>
            </p:cNvPr>
            <p:cNvSpPr/>
            <p:nvPr/>
          </p:nvSpPr>
          <p:spPr>
            <a:xfrm>
              <a:off x="8576010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9" name="Rectangle 808">
              <a:extLst>
                <a:ext uri="{FF2B5EF4-FFF2-40B4-BE49-F238E27FC236}">
                  <a16:creationId xmlns:a16="http://schemas.microsoft.com/office/drawing/2014/main" id="{E0B1D737-6CA3-4848-9369-61548B570A82}"/>
                </a:ext>
              </a:extLst>
            </p:cNvPr>
            <p:cNvSpPr/>
            <p:nvPr/>
          </p:nvSpPr>
          <p:spPr>
            <a:xfrm>
              <a:off x="8773973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0" name="Rectangle 809">
              <a:extLst>
                <a:ext uri="{FF2B5EF4-FFF2-40B4-BE49-F238E27FC236}">
                  <a16:creationId xmlns:a16="http://schemas.microsoft.com/office/drawing/2014/main" id="{694C7796-A079-4B4B-B960-F3CBA3E4DDA8}"/>
                </a:ext>
              </a:extLst>
            </p:cNvPr>
            <p:cNvSpPr/>
            <p:nvPr/>
          </p:nvSpPr>
          <p:spPr>
            <a:xfrm>
              <a:off x="8971936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1" name="Rectangle 810">
              <a:extLst>
                <a:ext uri="{FF2B5EF4-FFF2-40B4-BE49-F238E27FC236}">
                  <a16:creationId xmlns:a16="http://schemas.microsoft.com/office/drawing/2014/main" id="{84D3DEA1-52A5-45A7-8C59-2D28BCB8504E}"/>
                </a:ext>
              </a:extLst>
            </p:cNvPr>
            <p:cNvSpPr/>
            <p:nvPr/>
          </p:nvSpPr>
          <p:spPr>
            <a:xfrm>
              <a:off x="9169899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2" name="Rectangle 811">
              <a:extLst>
                <a:ext uri="{FF2B5EF4-FFF2-40B4-BE49-F238E27FC236}">
                  <a16:creationId xmlns:a16="http://schemas.microsoft.com/office/drawing/2014/main" id="{5B744B28-6F9F-46B6-89C4-F20502FCB40F}"/>
                </a:ext>
              </a:extLst>
            </p:cNvPr>
            <p:cNvSpPr/>
            <p:nvPr/>
          </p:nvSpPr>
          <p:spPr>
            <a:xfrm>
              <a:off x="9367862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3" name="Rectangle 812">
              <a:extLst>
                <a:ext uri="{FF2B5EF4-FFF2-40B4-BE49-F238E27FC236}">
                  <a16:creationId xmlns:a16="http://schemas.microsoft.com/office/drawing/2014/main" id="{5D74AA1B-036E-436F-83B8-67FBD0D57EC7}"/>
                </a:ext>
              </a:extLst>
            </p:cNvPr>
            <p:cNvSpPr/>
            <p:nvPr/>
          </p:nvSpPr>
          <p:spPr>
            <a:xfrm>
              <a:off x="9565825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4" name="Rectangle 813">
              <a:extLst>
                <a:ext uri="{FF2B5EF4-FFF2-40B4-BE49-F238E27FC236}">
                  <a16:creationId xmlns:a16="http://schemas.microsoft.com/office/drawing/2014/main" id="{5209F0FC-2DA4-4073-89F3-3137AB2C28F5}"/>
                </a:ext>
              </a:extLst>
            </p:cNvPr>
            <p:cNvSpPr/>
            <p:nvPr/>
          </p:nvSpPr>
          <p:spPr>
            <a:xfrm>
              <a:off x="9763788" y="52145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D52E4746-BCC1-4A2C-8432-B6BA35413C33}"/>
                </a:ext>
              </a:extLst>
            </p:cNvPr>
            <p:cNvSpPr/>
            <p:nvPr/>
          </p:nvSpPr>
          <p:spPr>
            <a:xfrm>
              <a:off x="3626935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7" name="Rectangle 816">
              <a:extLst>
                <a:ext uri="{FF2B5EF4-FFF2-40B4-BE49-F238E27FC236}">
                  <a16:creationId xmlns:a16="http://schemas.microsoft.com/office/drawing/2014/main" id="{2BFD2962-5FD9-4815-8DEA-76D0564608A1}"/>
                </a:ext>
              </a:extLst>
            </p:cNvPr>
            <p:cNvSpPr/>
            <p:nvPr/>
          </p:nvSpPr>
          <p:spPr>
            <a:xfrm>
              <a:off x="3824898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733E2B84-1F14-4645-BB15-F18D8CA83FDE}"/>
                </a:ext>
              </a:extLst>
            </p:cNvPr>
            <p:cNvSpPr/>
            <p:nvPr/>
          </p:nvSpPr>
          <p:spPr>
            <a:xfrm>
              <a:off x="4022861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" name="Rectangle 818">
              <a:extLst>
                <a:ext uri="{FF2B5EF4-FFF2-40B4-BE49-F238E27FC236}">
                  <a16:creationId xmlns:a16="http://schemas.microsoft.com/office/drawing/2014/main" id="{4E2CAC7C-D791-4A1C-BE14-7B6DF2975D39}"/>
                </a:ext>
              </a:extLst>
            </p:cNvPr>
            <p:cNvSpPr/>
            <p:nvPr/>
          </p:nvSpPr>
          <p:spPr>
            <a:xfrm>
              <a:off x="4220824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" name="Rectangle 819">
              <a:extLst>
                <a:ext uri="{FF2B5EF4-FFF2-40B4-BE49-F238E27FC236}">
                  <a16:creationId xmlns:a16="http://schemas.microsoft.com/office/drawing/2014/main" id="{D7BB9DBD-691E-48B9-8A24-414EF58F42BF}"/>
                </a:ext>
              </a:extLst>
            </p:cNvPr>
            <p:cNvSpPr/>
            <p:nvPr/>
          </p:nvSpPr>
          <p:spPr>
            <a:xfrm>
              <a:off x="4418787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" name="Rectangle 820">
              <a:extLst>
                <a:ext uri="{FF2B5EF4-FFF2-40B4-BE49-F238E27FC236}">
                  <a16:creationId xmlns:a16="http://schemas.microsoft.com/office/drawing/2014/main" id="{64C20E6D-65D9-474D-B91C-1BC7F84F0CA6}"/>
                </a:ext>
              </a:extLst>
            </p:cNvPr>
            <p:cNvSpPr/>
            <p:nvPr/>
          </p:nvSpPr>
          <p:spPr>
            <a:xfrm>
              <a:off x="4616750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2" name="Rectangle 821">
              <a:extLst>
                <a:ext uri="{FF2B5EF4-FFF2-40B4-BE49-F238E27FC236}">
                  <a16:creationId xmlns:a16="http://schemas.microsoft.com/office/drawing/2014/main" id="{1D31F457-407F-4AE6-82B7-9D3B05929D09}"/>
                </a:ext>
              </a:extLst>
            </p:cNvPr>
            <p:cNvSpPr/>
            <p:nvPr/>
          </p:nvSpPr>
          <p:spPr>
            <a:xfrm>
              <a:off x="4814713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3" name="Rectangle 822">
              <a:extLst>
                <a:ext uri="{FF2B5EF4-FFF2-40B4-BE49-F238E27FC236}">
                  <a16:creationId xmlns:a16="http://schemas.microsoft.com/office/drawing/2014/main" id="{31515E31-FDA9-43E5-B838-25F25A9EEA46}"/>
                </a:ext>
              </a:extLst>
            </p:cNvPr>
            <p:cNvSpPr/>
            <p:nvPr/>
          </p:nvSpPr>
          <p:spPr>
            <a:xfrm>
              <a:off x="5012676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4" name="Rectangle 823">
              <a:extLst>
                <a:ext uri="{FF2B5EF4-FFF2-40B4-BE49-F238E27FC236}">
                  <a16:creationId xmlns:a16="http://schemas.microsoft.com/office/drawing/2014/main" id="{F8688C79-C485-4F2F-B9A6-63535438798B}"/>
                </a:ext>
              </a:extLst>
            </p:cNvPr>
            <p:cNvSpPr/>
            <p:nvPr/>
          </p:nvSpPr>
          <p:spPr>
            <a:xfrm>
              <a:off x="5210639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5" name="Rectangle 824">
              <a:extLst>
                <a:ext uri="{FF2B5EF4-FFF2-40B4-BE49-F238E27FC236}">
                  <a16:creationId xmlns:a16="http://schemas.microsoft.com/office/drawing/2014/main" id="{2381C5D0-625B-420B-9C9A-80E0A00ADD58}"/>
                </a:ext>
              </a:extLst>
            </p:cNvPr>
            <p:cNvSpPr/>
            <p:nvPr/>
          </p:nvSpPr>
          <p:spPr>
            <a:xfrm>
              <a:off x="5408602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6" name="Rectangle 825">
              <a:extLst>
                <a:ext uri="{FF2B5EF4-FFF2-40B4-BE49-F238E27FC236}">
                  <a16:creationId xmlns:a16="http://schemas.microsoft.com/office/drawing/2014/main" id="{E8330AAD-24C7-475D-92C6-9E723D4EF82D}"/>
                </a:ext>
              </a:extLst>
            </p:cNvPr>
            <p:cNvSpPr/>
            <p:nvPr/>
          </p:nvSpPr>
          <p:spPr>
            <a:xfrm>
              <a:off x="5606565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C441B1B7-D75E-46F9-A254-DC3FB720E627}"/>
                </a:ext>
              </a:extLst>
            </p:cNvPr>
            <p:cNvSpPr/>
            <p:nvPr/>
          </p:nvSpPr>
          <p:spPr>
            <a:xfrm>
              <a:off x="5804528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1E2F2BEC-1557-4513-8C8E-8A72755C1F45}"/>
                </a:ext>
              </a:extLst>
            </p:cNvPr>
            <p:cNvSpPr/>
            <p:nvPr/>
          </p:nvSpPr>
          <p:spPr>
            <a:xfrm>
              <a:off x="6002491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50E9C90A-69AC-4EED-8F2F-1031DAB1B616}"/>
                </a:ext>
              </a:extLst>
            </p:cNvPr>
            <p:cNvSpPr/>
            <p:nvPr/>
          </p:nvSpPr>
          <p:spPr>
            <a:xfrm>
              <a:off x="6200454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8B23A6A2-18E6-4F05-A32C-D965F3DC10F5}"/>
                </a:ext>
              </a:extLst>
            </p:cNvPr>
            <p:cNvSpPr/>
            <p:nvPr/>
          </p:nvSpPr>
          <p:spPr>
            <a:xfrm>
              <a:off x="6398417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6597B0AD-2059-4410-813D-5D7F6D283353}"/>
                </a:ext>
              </a:extLst>
            </p:cNvPr>
            <p:cNvSpPr/>
            <p:nvPr/>
          </p:nvSpPr>
          <p:spPr>
            <a:xfrm>
              <a:off x="6596380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BE5A0B39-BFFA-438F-88F9-75A1BB0DBE0F}"/>
                </a:ext>
              </a:extLst>
            </p:cNvPr>
            <p:cNvSpPr/>
            <p:nvPr/>
          </p:nvSpPr>
          <p:spPr>
            <a:xfrm>
              <a:off x="6794343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8D8DC2CD-A5F7-46C7-9423-E350E781F4C1}"/>
                </a:ext>
              </a:extLst>
            </p:cNvPr>
            <p:cNvSpPr/>
            <p:nvPr/>
          </p:nvSpPr>
          <p:spPr>
            <a:xfrm>
              <a:off x="6992306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2FB4CF19-91B1-49BF-8B4E-6C310A89A931}"/>
                </a:ext>
              </a:extLst>
            </p:cNvPr>
            <p:cNvSpPr/>
            <p:nvPr/>
          </p:nvSpPr>
          <p:spPr>
            <a:xfrm>
              <a:off x="7190269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29A919CD-4919-4549-B042-C31C32C74A6D}"/>
                </a:ext>
              </a:extLst>
            </p:cNvPr>
            <p:cNvSpPr/>
            <p:nvPr/>
          </p:nvSpPr>
          <p:spPr>
            <a:xfrm>
              <a:off x="7388232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AD388533-2F58-4710-A952-4AF75B441F3B}"/>
                </a:ext>
              </a:extLst>
            </p:cNvPr>
            <p:cNvSpPr/>
            <p:nvPr/>
          </p:nvSpPr>
          <p:spPr>
            <a:xfrm>
              <a:off x="7586195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6B98F0B2-F099-4E8E-83E5-E3041555F081}"/>
                </a:ext>
              </a:extLst>
            </p:cNvPr>
            <p:cNvSpPr/>
            <p:nvPr/>
          </p:nvSpPr>
          <p:spPr>
            <a:xfrm>
              <a:off x="7784158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BEE5A813-5934-4E51-9A04-E51559438990}"/>
                </a:ext>
              </a:extLst>
            </p:cNvPr>
            <p:cNvSpPr/>
            <p:nvPr/>
          </p:nvSpPr>
          <p:spPr>
            <a:xfrm>
              <a:off x="7982121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D1537853-40AA-467C-8FE7-FCE8C099C3DA}"/>
                </a:ext>
              </a:extLst>
            </p:cNvPr>
            <p:cNvSpPr/>
            <p:nvPr/>
          </p:nvSpPr>
          <p:spPr>
            <a:xfrm>
              <a:off x="8180084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6ADDF598-79DB-460E-8E3D-9B713516D623}"/>
                </a:ext>
              </a:extLst>
            </p:cNvPr>
            <p:cNvSpPr/>
            <p:nvPr/>
          </p:nvSpPr>
          <p:spPr>
            <a:xfrm>
              <a:off x="8378047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9192E598-EEF3-4B7A-B16C-7E2463B66DAE}"/>
                </a:ext>
              </a:extLst>
            </p:cNvPr>
            <p:cNvSpPr/>
            <p:nvPr/>
          </p:nvSpPr>
          <p:spPr>
            <a:xfrm>
              <a:off x="8576010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21499532-ACBB-4517-B530-85FC0A536452}"/>
                </a:ext>
              </a:extLst>
            </p:cNvPr>
            <p:cNvSpPr/>
            <p:nvPr/>
          </p:nvSpPr>
          <p:spPr>
            <a:xfrm>
              <a:off x="8773973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24BB097A-AA45-48D0-93DE-1272F8D787BC}"/>
                </a:ext>
              </a:extLst>
            </p:cNvPr>
            <p:cNvSpPr/>
            <p:nvPr/>
          </p:nvSpPr>
          <p:spPr>
            <a:xfrm>
              <a:off x="8971936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4" name="Rectangle 843">
              <a:extLst>
                <a:ext uri="{FF2B5EF4-FFF2-40B4-BE49-F238E27FC236}">
                  <a16:creationId xmlns:a16="http://schemas.microsoft.com/office/drawing/2014/main" id="{BAD210E6-BA34-41EE-95A5-39D761F0B830}"/>
                </a:ext>
              </a:extLst>
            </p:cNvPr>
            <p:cNvSpPr/>
            <p:nvPr/>
          </p:nvSpPr>
          <p:spPr>
            <a:xfrm>
              <a:off x="9169899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42792104-B39F-47B5-8416-15AF8AB446A1}"/>
                </a:ext>
              </a:extLst>
            </p:cNvPr>
            <p:cNvSpPr/>
            <p:nvPr/>
          </p:nvSpPr>
          <p:spPr>
            <a:xfrm>
              <a:off x="9367862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6" name="Rectangle 845">
              <a:extLst>
                <a:ext uri="{FF2B5EF4-FFF2-40B4-BE49-F238E27FC236}">
                  <a16:creationId xmlns:a16="http://schemas.microsoft.com/office/drawing/2014/main" id="{DF08393D-180D-444B-8772-5C027F36DE3C}"/>
                </a:ext>
              </a:extLst>
            </p:cNvPr>
            <p:cNvSpPr/>
            <p:nvPr/>
          </p:nvSpPr>
          <p:spPr>
            <a:xfrm>
              <a:off x="9565825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7" name="Rectangle 846">
              <a:extLst>
                <a:ext uri="{FF2B5EF4-FFF2-40B4-BE49-F238E27FC236}">
                  <a16:creationId xmlns:a16="http://schemas.microsoft.com/office/drawing/2014/main" id="{1756BCC7-DABC-4EDA-9F3B-0904443ABC08}"/>
                </a:ext>
              </a:extLst>
            </p:cNvPr>
            <p:cNvSpPr/>
            <p:nvPr/>
          </p:nvSpPr>
          <p:spPr>
            <a:xfrm>
              <a:off x="9763788" y="5412294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9" name="Rectangle 848">
              <a:extLst>
                <a:ext uri="{FF2B5EF4-FFF2-40B4-BE49-F238E27FC236}">
                  <a16:creationId xmlns:a16="http://schemas.microsoft.com/office/drawing/2014/main" id="{C484F233-E7D8-4671-A480-172F908C725F}"/>
                </a:ext>
              </a:extLst>
            </p:cNvPr>
            <p:cNvSpPr/>
            <p:nvPr/>
          </p:nvSpPr>
          <p:spPr>
            <a:xfrm>
              <a:off x="3626935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9DE40929-5F09-4210-85C9-75EF08CA3C99}"/>
                </a:ext>
              </a:extLst>
            </p:cNvPr>
            <p:cNvSpPr/>
            <p:nvPr/>
          </p:nvSpPr>
          <p:spPr>
            <a:xfrm>
              <a:off x="3824898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ED26202E-F819-43E0-99EF-4C5297DC43B1}"/>
                </a:ext>
              </a:extLst>
            </p:cNvPr>
            <p:cNvSpPr/>
            <p:nvPr/>
          </p:nvSpPr>
          <p:spPr>
            <a:xfrm>
              <a:off x="4022861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2" name="Rectangle 851">
              <a:extLst>
                <a:ext uri="{FF2B5EF4-FFF2-40B4-BE49-F238E27FC236}">
                  <a16:creationId xmlns:a16="http://schemas.microsoft.com/office/drawing/2014/main" id="{F1FC22A7-A6DB-4BAD-B227-9C55E3D7BFED}"/>
                </a:ext>
              </a:extLst>
            </p:cNvPr>
            <p:cNvSpPr/>
            <p:nvPr/>
          </p:nvSpPr>
          <p:spPr>
            <a:xfrm>
              <a:off x="4220824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3" name="Rectangle 852">
              <a:extLst>
                <a:ext uri="{FF2B5EF4-FFF2-40B4-BE49-F238E27FC236}">
                  <a16:creationId xmlns:a16="http://schemas.microsoft.com/office/drawing/2014/main" id="{999FC856-84B4-45AF-BD4D-D23522ED4897}"/>
                </a:ext>
              </a:extLst>
            </p:cNvPr>
            <p:cNvSpPr/>
            <p:nvPr/>
          </p:nvSpPr>
          <p:spPr>
            <a:xfrm>
              <a:off x="4418787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FE7CD131-CE51-4AC1-AB97-466F5CD0976E}"/>
                </a:ext>
              </a:extLst>
            </p:cNvPr>
            <p:cNvSpPr/>
            <p:nvPr/>
          </p:nvSpPr>
          <p:spPr>
            <a:xfrm>
              <a:off x="4616750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5" name="Rectangle 854">
              <a:extLst>
                <a:ext uri="{FF2B5EF4-FFF2-40B4-BE49-F238E27FC236}">
                  <a16:creationId xmlns:a16="http://schemas.microsoft.com/office/drawing/2014/main" id="{0B9FCA72-FD13-4283-BB65-56550A77E1F2}"/>
                </a:ext>
              </a:extLst>
            </p:cNvPr>
            <p:cNvSpPr/>
            <p:nvPr/>
          </p:nvSpPr>
          <p:spPr>
            <a:xfrm>
              <a:off x="4814713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297F08F9-9A13-4D23-B33C-5DEB47ACE1BC}"/>
                </a:ext>
              </a:extLst>
            </p:cNvPr>
            <p:cNvSpPr/>
            <p:nvPr/>
          </p:nvSpPr>
          <p:spPr>
            <a:xfrm>
              <a:off x="5012676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7" name="Rectangle 856">
              <a:extLst>
                <a:ext uri="{FF2B5EF4-FFF2-40B4-BE49-F238E27FC236}">
                  <a16:creationId xmlns:a16="http://schemas.microsoft.com/office/drawing/2014/main" id="{2F9F4BD1-68B2-4D35-B1CE-CF8F33CE5A8D}"/>
                </a:ext>
              </a:extLst>
            </p:cNvPr>
            <p:cNvSpPr/>
            <p:nvPr/>
          </p:nvSpPr>
          <p:spPr>
            <a:xfrm>
              <a:off x="5210639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9EFBC4D0-0DD8-4262-A43B-EBACA683275E}"/>
                </a:ext>
              </a:extLst>
            </p:cNvPr>
            <p:cNvSpPr/>
            <p:nvPr/>
          </p:nvSpPr>
          <p:spPr>
            <a:xfrm>
              <a:off x="5408602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A5D746AA-ADA6-4C30-A102-A3E8E66972E4}"/>
                </a:ext>
              </a:extLst>
            </p:cNvPr>
            <p:cNvSpPr/>
            <p:nvPr/>
          </p:nvSpPr>
          <p:spPr>
            <a:xfrm>
              <a:off x="5606565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E035C9C6-472A-4A92-B413-5CE964E394F0}"/>
                </a:ext>
              </a:extLst>
            </p:cNvPr>
            <p:cNvSpPr/>
            <p:nvPr/>
          </p:nvSpPr>
          <p:spPr>
            <a:xfrm>
              <a:off x="5804528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123C6189-3509-4127-A48D-BB66812DACEF}"/>
                </a:ext>
              </a:extLst>
            </p:cNvPr>
            <p:cNvSpPr/>
            <p:nvPr/>
          </p:nvSpPr>
          <p:spPr>
            <a:xfrm>
              <a:off x="6002491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38A4F316-80F7-41F7-9B0E-55D87BFA3ECE}"/>
                </a:ext>
              </a:extLst>
            </p:cNvPr>
            <p:cNvSpPr/>
            <p:nvPr/>
          </p:nvSpPr>
          <p:spPr>
            <a:xfrm>
              <a:off x="6200454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3" name="Rectangle 862">
              <a:extLst>
                <a:ext uri="{FF2B5EF4-FFF2-40B4-BE49-F238E27FC236}">
                  <a16:creationId xmlns:a16="http://schemas.microsoft.com/office/drawing/2014/main" id="{5333DEF0-8F9A-4D24-AE47-D1EE9A0AADB2}"/>
                </a:ext>
              </a:extLst>
            </p:cNvPr>
            <p:cNvSpPr/>
            <p:nvPr/>
          </p:nvSpPr>
          <p:spPr>
            <a:xfrm>
              <a:off x="6398417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EDBA0336-C9AD-4D3D-90A2-5AAFFFBA7419}"/>
                </a:ext>
              </a:extLst>
            </p:cNvPr>
            <p:cNvSpPr/>
            <p:nvPr/>
          </p:nvSpPr>
          <p:spPr>
            <a:xfrm>
              <a:off x="6596380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AF6196EA-E38B-4E19-8912-BBCF19D4E183}"/>
                </a:ext>
              </a:extLst>
            </p:cNvPr>
            <p:cNvSpPr/>
            <p:nvPr/>
          </p:nvSpPr>
          <p:spPr>
            <a:xfrm>
              <a:off x="6794343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12123BEB-F671-4B1E-B09A-9B88BEA841AE}"/>
                </a:ext>
              </a:extLst>
            </p:cNvPr>
            <p:cNvSpPr/>
            <p:nvPr/>
          </p:nvSpPr>
          <p:spPr>
            <a:xfrm>
              <a:off x="6992306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88D15088-9320-4187-9535-80FC5FBACFA6}"/>
                </a:ext>
              </a:extLst>
            </p:cNvPr>
            <p:cNvSpPr/>
            <p:nvPr/>
          </p:nvSpPr>
          <p:spPr>
            <a:xfrm>
              <a:off x="7190269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BCA1C64D-FADD-4DBA-A2EF-9E748B66904B}"/>
                </a:ext>
              </a:extLst>
            </p:cNvPr>
            <p:cNvSpPr/>
            <p:nvPr/>
          </p:nvSpPr>
          <p:spPr>
            <a:xfrm>
              <a:off x="7388232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9" name="Rectangle 868">
              <a:extLst>
                <a:ext uri="{FF2B5EF4-FFF2-40B4-BE49-F238E27FC236}">
                  <a16:creationId xmlns:a16="http://schemas.microsoft.com/office/drawing/2014/main" id="{0398E9D1-714D-436C-8899-971E3A3BA013}"/>
                </a:ext>
              </a:extLst>
            </p:cNvPr>
            <p:cNvSpPr/>
            <p:nvPr/>
          </p:nvSpPr>
          <p:spPr>
            <a:xfrm>
              <a:off x="7586195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0" name="Rectangle 869">
              <a:extLst>
                <a:ext uri="{FF2B5EF4-FFF2-40B4-BE49-F238E27FC236}">
                  <a16:creationId xmlns:a16="http://schemas.microsoft.com/office/drawing/2014/main" id="{CD31D7D8-9922-4C54-A44D-362CDFD46B10}"/>
                </a:ext>
              </a:extLst>
            </p:cNvPr>
            <p:cNvSpPr/>
            <p:nvPr/>
          </p:nvSpPr>
          <p:spPr>
            <a:xfrm>
              <a:off x="7784158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1" name="Rectangle 870">
              <a:extLst>
                <a:ext uri="{FF2B5EF4-FFF2-40B4-BE49-F238E27FC236}">
                  <a16:creationId xmlns:a16="http://schemas.microsoft.com/office/drawing/2014/main" id="{757314E5-8D6B-4F89-B85A-E7456B280D0A}"/>
                </a:ext>
              </a:extLst>
            </p:cNvPr>
            <p:cNvSpPr/>
            <p:nvPr/>
          </p:nvSpPr>
          <p:spPr>
            <a:xfrm>
              <a:off x="7982121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2" name="Rectangle 871">
              <a:extLst>
                <a:ext uri="{FF2B5EF4-FFF2-40B4-BE49-F238E27FC236}">
                  <a16:creationId xmlns:a16="http://schemas.microsoft.com/office/drawing/2014/main" id="{FA5CE0B7-6D42-4AC6-A50B-2D30F6E3430E}"/>
                </a:ext>
              </a:extLst>
            </p:cNvPr>
            <p:cNvSpPr/>
            <p:nvPr/>
          </p:nvSpPr>
          <p:spPr>
            <a:xfrm>
              <a:off x="8180084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3" name="Rectangle 872">
              <a:extLst>
                <a:ext uri="{FF2B5EF4-FFF2-40B4-BE49-F238E27FC236}">
                  <a16:creationId xmlns:a16="http://schemas.microsoft.com/office/drawing/2014/main" id="{BAF5AE17-A324-4038-B7BD-3A23AE90E7FE}"/>
                </a:ext>
              </a:extLst>
            </p:cNvPr>
            <p:cNvSpPr/>
            <p:nvPr/>
          </p:nvSpPr>
          <p:spPr>
            <a:xfrm>
              <a:off x="8378047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3F7A2A95-3D87-41FC-A787-B92D5A72A22E}"/>
                </a:ext>
              </a:extLst>
            </p:cNvPr>
            <p:cNvSpPr/>
            <p:nvPr/>
          </p:nvSpPr>
          <p:spPr>
            <a:xfrm>
              <a:off x="8576010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5" name="Rectangle 874">
              <a:extLst>
                <a:ext uri="{FF2B5EF4-FFF2-40B4-BE49-F238E27FC236}">
                  <a16:creationId xmlns:a16="http://schemas.microsoft.com/office/drawing/2014/main" id="{8B5A8580-086C-404A-91AC-3B71A538DE5F}"/>
                </a:ext>
              </a:extLst>
            </p:cNvPr>
            <p:cNvSpPr/>
            <p:nvPr/>
          </p:nvSpPr>
          <p:spPr>
            <a:xfrm>
              <a:off x="8773973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6" name="Rectangle 875">
              <a:extLst>
                <a:ext uri="{FF2B5EF4-FFF2-40B4-BE49-F238E27FC236}">
                  <a16:creationId xmlns:a16="http://schemas.microsoft.com/office/drawing/2014/main" id="{9DB25379-955F-4F26-BF1E-E2C6EBA9886E}"/>
                </a:ext>
              </a:extLst>
            </p:cNvPr>
            <p:cNvSpPr/>
            <p:nvPr/>
          </p:nvSpPr>
          <p:spPr>
            <a:xfrm>
              <a:off x="8971936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7" name="Rectangle 876">
              <a:extLst>
                <a:ext uri="{FF2B5EF4-FFF2-40B4-BE49-F238E27FC236}">
                  <a16:creationId xmlns:a16="http://schemas.microsoft.com/office/drawing/2014/main" id="{B811A65A-72A9-4838-8FA1-6084E7933C97}"/>
                </a:ext>
              </a:extLst>
            </p:cNvPr>
            <p:cNvSpPr/>
            <p:nvPr/>
          </p:nvSpPr>
          <p:spPr>
            <a:xfrm>
              <a:off x="9169899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8" name="Rectangle 877">
              <a:extLst>
                <a:ext uri="{FF2B5EF4-FFF2-40B4-BE49-F238E27FC236}">
                  <a16:creationId xmlns:a16="http://schemas.microsoft.com/office/drawing/2014/main" id="{859CFFD6-FF6F-480C-8B95-C4A83D7684A3}"/>
                </a:ext>
              </a:extLst>
            </p:cNvPr>
            <p:cNvSpPr/>
            <p:nvPr/>
          </p:nvSpPr>
          <p:spPr>
            <a:xfrm>
              <a:off x="9367862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Rectangle 878">
              <a:extLst>
                <a:ext uri="{FF2B5EF4-FFF2-40B4-BE49-F238E27FC236}">
                  <a16:creationId xmlns:a16="http://schemas.microsoft.com/office/drawing/2014/main" id="{E056850C-B812-4E20-A902-DE8DFBB7B54A}"/>
                </a:ext>
              </a:extLst>
            </p:cNvPr>
            <p:cNvSpPr/>
            <p:nvPr/>
          </p:nvSpPr>
          <p:spPr>
            <a:xfrm>
              <a:off x="9565825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0" name="Rectangle 879">
              <a:extLst>
                <a:ext uri="{FF2B5EF4-FFF2-40B4-BE49-F238E27FC236}">
                  <a16:creationId xmlns:a16="http://schemas.microsoft.com/office/drawing/2014/main" id="{5111F291-EE4C-40AF-9A8A-99B06911653B}"/>
                </a:ext>
              </a:extLst>
            </p:cNvPr>
            <p:cNvSpPr/>
            <p:nvPr/>
          </p:nvSpPr>
          <p:spPr>
            <a:xfrm>
              <a:off x="9763788" y="5610256"/>
              <a:ext cx="197963" cy="1979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1" name="Rectangle 880">
              <a:extLst>
                <a:ext uri="{FF2B5EF4-FFF2-40B4-BE49-F238E27FC236}">
                  <a16:creationId xmlns:a16="http://schemas.microsoft.com/office/drawing/2014/main" id="{C7D7AE7C-541F-418C-924F-DAD19DD61878}"/>
                </a:ext>
              </a:extLst>
            </p:cNvPr>
            <p:cNvSpPr/>
            <p:nvPr/>
          </p:nvSpPr>
          <p:spPr>
            <a:xfrm>
              <a:off x="3641084" y="5230730"/>
              <a:ext cx="593889" cy="593625"/>
            </a:xfrm>
            <a:prstGeom prst="rect">
              <a:avLst/>
            </a:prstGeom>
            <a:solidFill>
              <a:srgbClr val="00B05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05" name="Connector: Curved 904">
            <a:extLst>
              <a:ext uri="{FF2B5EF4-FFF2-40B4-BE49-F238E27FC236}">
                <a16:creationId xmlns:a16="http://schemas.microsoft.com/office/drawing/2014/main" id="{D72D679A-820F-4987-A793-1488CF02555A}"/>
              </a:ext>
            </a:extLst>
          </p:cNvPr>
          <p:cNvCxnSpPr>
            <a:cxnSpLocks/>
          </p:cNvCxnSpPr>
          <p:nvPr/>
        </p:nvCxnSpPr>
        <p:spPr>
          <a:xfrm flipH="1" flipV="1">
            <a:off x="1896359" y="2815473"/>
            <a:ext cx="6530414" cy="196165"/>
          </a:xfrm>
          <a:prstGeom prst="curvedConnector5">
            <a:avLst>
              <a:gd name="adj1" fmla="val -3501"/>
              <a:gd name="adj2" fmla="val 388777"/>
              <a:gd name="adj3" fmla="val 1035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D625664-03F3-4689-9008-7DAB4C63C11C}"/>
              </a:ext>
            </a:extLst>
          </p:cNvPr>
          <p:cNvGrpSpPr/>
          <p:nvPr/>
        </p:nvGrpSpPr>
        <p:grpSpPr>
          <a:xfrm>
            <a:off x="7372182" y="4531361"/>
            <a:ext cx="1395914" cy="1476954"/>
            <a:chOff x="7934192" y="4437333"/>
            <a:chExt cx="1395914" cy="1476954"/>
          </a:xfrm>
        </p:grpSpPr>
        <p:grpSp>
          <p:nvGrpSpPr>
            <p:cNvPr id="939" name="Group 938">
              <a:extLst>
                <a:ext uri="{FF2B5EF4-FFF2-40B4-BE49-F238E27FC236}">
                  <a16:creationId xmlns:a16="http://schemas.microsoft.com/office/drawing/2014/main" id="{3DEA78B6-894E-44D8-84F2-3651341CA39B}"/>
                </a:ext>
              </a:extLst>
            </p:cNvPr>
            <p:cNvGrpSpPr/>
            <p:nvPr/>
          </p:nvGrpSpPr>
          <p:grpSpPr>
            <a:xfrm>
              <a:off x="8540580" y="4437333"/>
              <a:ext cx="789526" cy="815482"/>
              <a:chOff x="9330930" y="4380902"/>
              <a:chExt cx="789526" cy="815482"/>
            </a:xfrm>
          </p:grpSpPr>
          <p:grpSp>
            <p:nvGrpSpPr>
              <p:cNvPr id="940" name="Group 939">
                <a:extLst>
                  <a:ext uri="{FF2B5EF4-FFF2-40B4-BE49-F238E27FC236}">
                    <a16:creationId xmlns:a16="http://schemas.microsoft.com/office/drawing/2014/main" id="{F9820AE5-DB82-4D95-A136-BE52C97E4281}"/>
                  </a:ext>
                </a:extLst>
              </p:cNvPr>
              <p:cNvGrpSpPr/>
              <p:nvPr/>
            </p:nvGrpSpPr>
            <p:grpSpPr>
              <a:xfrm>
                <a:off x="9526566" y="4380902"/>
                <a:ext cx="593890" cy="593757"/>
                <a:chOff x="2236500" y="5450133"/>
                <a:chExt cx="593890" cy="593757"/>
              </a:xfrm>
            </p:grpSpPr>
            <p:sp>
              <p:nvSpPr>
                <p:cNvPr id="963" name="Rectangle 962">
                  <a:extLst>
                    <a:ext uri="{FF2B5EF4-FFF2-40B4-BE49-F238E27FC236}">
                      <a16:creationId xmlns:a16="http://schemas.microsoft.com/office/drawing/2014/main" id="{22B5CC6D-1FBB-42B6-8393-C963635293BD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4" name="Rectangle 963">
                  <a:extLst>
                    <a:ext uri="{FF2B5EF4-FFF2-40B4-BE49-F238E27FC236}">
                      <a16:creationId xmlns:a16="http://schemas.microsoft.com/office/drawing/2014/main" id="{55177828-ACFC-4695-8261-1F311CA788FA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5" name="Rectangle 964">
                  <a:extLst>
                    <a:ext uri="{FF2B5EF4-FFF2-40B4-BE49-F238E27FC236}">
                      <a16:creationId xmlns:a16="http://schemas.microsoft.com/office/drawing/2014/main" id="{0D38AC8B-E945-4976-9495-8DA0142BCF79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6" name="Rectangle 965">
                  <a:extLst>
                    <a:ext uri="{FF2B5EF4-FFF2-40B4-BE49-F238E27FC236}">
                      <a16:creationId xmlns:a16="http://schemas.microsoft.com/office/drawing/2014/main" id="{7849E9D5-EA06-4280-94CF-2C83D62345A7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7" name="Rectangle 966">
                  <a:extLst>
                    <a:ext uri="{FF2B5EF4-FFF2-40B4-BE49-F238E27FC236}">
                      <a16:creationId xmlns:a16="http://schemas.microsoft.com/office/drawing/2014/main" id="{0D9B04FC-9737-4081-933A-654F98DC5D28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8" name="Rectangle 967">
                  <a:extLst>
                    <a:ext uri="{FF2B5EF4-FFF2-40B4-BE49-F238E27FC236}">
                      <a16:creationId xmlns:a16="http://schemas.microsoft.com/office/drawing/2014/main" id="{25E47A4A-BB97-4504-8283-3EA06C7F3CD0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9" name="Rectangle 968">
                  <a:extLst>
                    <a:ext uri="{FF2B5EF4-FFF2-40B4-BE49-F238E27FC236}">
                      <a16:creationId xmlns:a16="http://schemas.microsoft.com/office/drawing/2014/main" id="{D5407D66-F3B0-4331-9321-DE64A6B41614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0" name="Rectangle 969">
                  <a:extLst>
                    <a:ext uri="{FF2B5EF4-FFF2-40B4-BE49-F238E27FC236}">
                      <a16:creationId xmlns:a16="http://schemas.microsoft.com/office/drawing/2014/main" id="{ECF53FA2-9878-41F6-919D-56FFBF9A5D79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1" name="Rectangle 970">
                  <a:extLst>
                    <a:ext uri="{FF2B5EF4-FFF2-40B4-BE49-F238E27FC236}">
                      <a16:creationId xmlns:a16="http://schemas.microsoft.com/office/drawing/2014/main" id="{5CAC0930-F918-4A71-B73F-D641E7E3268F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2" name="Rectangle 971">
                  <a:extLst>
                    <a:ext uri="{FF2B5EF4-FFF2-40B4-BE49-F238E27FC236}">
                      <a16:creationId xmlns:a16="http://schemas.microsoft.com/office/drawing/2014/main" id="{945B81FA-B601-42FD-B96A-4DFF9B6AF956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41" name="Group 940">
                <a:extLst>
                  <a:ext uri="{FF2B5EF4-FFF2-40B4-BE49-F238E27FC236}">
                    <a16:creationId xmlns:a16="http://schemas.microsoft.com/office/drawing/2014/main" id="{7F0EA4DA-6029-4E0D-A641-959FCFEA6E18}"/>
                  </a:ext>
                </a:extLst>
              </p:cNvPr>
              <p:cNvGrpSpPr/>
              <p:nvPr/>
            </p:nvGrpSpPr>
            <p:grpSpPr>
              <a:xfrm>
                <a:off x="9427584" y="4492992"/>
                <a:ext cx="593890" cy="593757"/>
                <a:chOff x="2236500" y="5450133"/>
                <a:chExt cx="593890" cy="593757"/>
              </a:xfrm>
            </p:grpSpPr>
            <p:sp>
              <p:nvSpPr>
                <p:cNvPr id="953" name="Rectangle 952">
                  <a:extLst>
                    <a:ext uri="{FF2B5EF4-FFF2-40B4-BE49-F238E27FC236}">
                      <a16:creationId xmlns:a16="http://schemas.microsoft.com/office/drawing/2014/main" id="{C100DA85-0204-4B49-9B01-28FEAE01819A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4" name="Rectangle 953">
                  <a:extLst>
                    <a:ext uri="{FF2B5EF4-FFF2-40B4-BE49-F238E27FC236}">
                      <a16:creationId xmlns:a16="http://schemas.microsoft.com/office/drawing/2014/main" id="{37A8EC19-6DF8-4379-9EEF-79C7AFF6E6E2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5" name="Rectangle 954">
                  <a:extLst>
                    <a:ext uri="{FF2B5EF4-FFF2-40B4-BE49-F238E27FC236}">
                      <a16:creationId xmlns:a16="http://schemas.microsoft.com/office/drawing/2014/main" id="{9D7E2F8C-43C1-4695-BBE8-C7FB0714226C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6" name="Rectangle 955">
                  <a:extLst>
                    <a:ext uri="{FF2B5EF4-FFF2-40B4-BE49-F238E27FC236}">
                      <a16:creationId xmlns:a16="http://schemas.microsoft.com/office/drawing/2014/main" id="{1EE55BF8-DE29-4AFD-B28D-97C0E97A32AB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7" name="Rectangle 956">
                  <a:extLst>
                    <a:ext uri="{FF2B5EF4-FFF2-40B4-BE49-F238E27FC236}">
                      <a16:creationId xmlns:a16="http://schemas.microsoft.com/office/drawing/2014/main" id="{BB746415-F497-4191-89B7-5C7677469EBB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8" name="Rectangle 957">
                  <a:extLst>
                    <a:ext uri="{FF2B5EF4-FFF2-40B4-BE49-F238E27FC236}">
                      <a16:creationId xmlns:a16="http://schemas.microsoft.com/office/drawing/2014/main" id="{9255813F-5850-4CAA-B914-7E48798ABDBC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9" name="Rectangle 958">
                  <a:extLst>
                    <a:ext uri="{FF2B5EF4-FFF2-40B4-BE49-F238E27FC236}">
                      <a16:creationId xmlns:a16="http://schemas.microsoft.com/office/drawing/2014/main" id="{69BD5F66-D671-456D-B82D-1F84561D536B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0" name="Rectangle 959">
                  <a:extLst>
                    <a:ext uri="{FF2B5EF4-FFF2-40B4-BE49-F238E27FC236}">
                      <a16:creationId xmlns:a16="http://schemas.microsoft.com/office/drawing/2014/main" id="{6E93D652-9B68-4135-A09D-01708DD5DF72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1" name="Rectangle 960">
                  <a:extLst>
                    <a:ext uri="{FF2B5EF4-FFF2-40B4-BE49-F238E27FC236}">
                      <a16:creationId xmlns:a16="http://schemas.microsoft.com/office/drawing/2014/main" id="{EA95ECBA-1859-419D-84E6-4EDC99340728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2" name="Rectangle 961">
                  <a:extLst>
                    <a:ext uri="{FF2B5EF4-FFF2-40B4-BE49-F238E27FC236}">
                      <a16:creationId xmlns:a16="http://schemas.microsoft.com/office/drawing/2014/main" id="{B6C0D4D7-4CA9-41DA-8FCE-947EDA721DAC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42" name="Group 941">
                <a:extLst>
                  <a:ext uri="{FF2B5EF4-FFF2-40B4-BE49-F238E27FC236}">
                    <a16:creationId xmlns:a16="http://schemas.microsoft.com/office/drawing/2014/main" id="{10BDB21B-C06E-423C-953F-7BAA7C130216}"/>
                  </a:ext>
                </a:extLst>
              </p:cNvPr>
              <p:cNvGrpSpPr/>
              <p:nvPr/>
            </p:nvGrpSpPr>
            <p:grpSpPr>
              <a:xfrm>
                <a:off x="9330930" y="4602627"/>
                <a:ext cx="593890" cy="593757"/>
                <a:chOff x="2236500" y="5450133"/>
                <a:chExt cx="593890" cy="593757"/>
              </a:xfrm>
            </p:grpSpPr>
            <p:sp>
              <p:nvSpPr>
                <p:cNvPr id="943" name="Rectangle 942">
                  <a:extLst>
                    <a:ext uri="{FF2B5EF4-FFF2-40B4-BE49-F238E27FC236}">
                      <a16:creationId xmlns:a16="http://schemas.microsoft.com/office/drawing/2014/main" id="{71CC7A35-2475-4246-A3C3-744CEA586CCC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4" name="Rectangle 943">
                  <a:extLst>
                    <a:ext uri="{FF2B5EF4-FFF2-40B4-BE49-F238E27FC236}">
                      <a16:creationId xmlns:a16="http://schemas.microsoft.com/office/drawing/2014/main" id="{9C3C9414-BE59-4F58-9978-A4E766CF5705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5" name="Rectangle 944">
                  <a:extLst>
                    <a:ext uri="{FF2B5EF4-FFF2-40B4-BE49-F238E27FC236}">
                      <a16:creationId xmlns:a16="http://schemas.microsoft.com/office/drawing/2014/main" id="{C5DEA36F-5661-47B8-92A7-085532934AE2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6" name="Rectangle 945">
                  <a:extLst>
                    <a:ext uri="{FF2B5EF4-FFF2-40B4-BE49-F238E27FC236}">
                      <a16:creationId xmlns:a16="http://schemas.microsoft.com/office/drawing/2014/main" id="{7B81412A-96DD-4972-A1CF-4846E01E4309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7" name="Rectangle 946">
                  <a:extLst>
                    <a:ext uri="{FF2B5EF4-FFF2-40B4-BE49-F238E27FC236}">
                      <a16:creationId xmlns:a16="http://schemas.microsoft.com/office/drawing/2014/main" id="{E86459C3-8864-419E-85AB-57FDD0592675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8" name="Rectangle 947">
                  <a:extLst>
                    <a:ext uri="{FF2B5EF4-FFF2-40B4-BE49-F238E27FC236}">
                      <a16:creationId xmlns:a16="http://schemas.microsoft.com/office/drawing/2014/main" id="{804E5D7A-88AE-40F3-8424-9C86A6C0FE4E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9" name="Rectangle 948">
                  <a:extLst>
                    <a:ext uri="{FF2B5EF4-FFF2-40B4-BE49-F238E27FC236}">
                      <a16:creationId xmlns:a16="http://schemas.microsoft.com/office/drawing/2014/main" id="{3BB2BB53-B05D-46EF-B0B7-6D5B7B379E24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0" name="Rectangle 949">
                  <a:extLst>
                    <a:ext uri="{FF2B5EF4-FFF2-40B4-BE49-F238E27FC236}">
                      <a16:creationId xmlns:a16="http://schemas.microsoft.com/office/drawing/2014/main" id="{41AAE25B-C125-448D-B0DA-BE47C3D13BC7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1" name="Rectangle 950">
                  <a:extLst>
                    <a:ext uri="{FF2B5EF4-FFF2-40B4-BE49-F238E27FC236}">
                      <a16:creationId xmlns:a16="http://schemas.microsoft.com/office/drawing/2014/main" id="{903A3B48-792E-414E-B581-A44BE206E493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2" name="Rectangle 951">
                  <a:extLst>
                    <a:ext uri="{FF2B5EF4-FFF2-40B4-BE49-F238E27FC236}">
                      <a16:creationId xmlns:a16="http://schemas.microsoft.com/office/drawing/2014/main" id="{609EE558-2461-4D71-AAEF-1EC299124A0A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495DFF82-C053-4BD9-9D9A-5358BAAA80AE}"/>
                </a:ext>
              </a:extLst>
            </p:cNvPr>
            <p:cNvGrpSpPr/>
            <p:nvPr/>
          </p:nvGrpSpPr>
          <p:grpSpPr>
            <a:xfrm>
              <a:off x="8256994" y="4756878"/>
              <a:ext cx="789526" cy="815482"/>
              <a:chOff x="9330930" y="4380902"/>
              <a:chExt cx="789526" cy="815482"/>
            </a:xfrm>
          </p:grpSpPr>
          <p:grpSp>
            <p:nvGrpSpPr>
              <p:cNvPr id="906" name="Group 905">
                <a:extLst>
                  <a:ext uri="{FF2B5EF4-FFF2-40B4-BE49-F238E27FC236}">
                    <a16:creationId xmlns:a16="http://schemas.microsoft.com/office/drawing/2014/main" id="{1A5FFABF-5502-48B3-8BB7-04AFEEFB1453}"/>
                  </a:ext>
                </a:extLst>
              </p:cNvPr>
              <p:cNvGrpSpPr/>
              <p:nvPr/>
            </p:nvGrpSpPr>
            <p:grpSpPr>
              <a:xfrm>
                <a:off x="9526566" y="4380902"/>
                <a:ext cx="593890" cy="593757"/>
                <a:chOff x="2236500" y="5450133"/>
                <a:chExt cx="593890" cy="593757"/>
              </a:xfrm>
            </p:grpSpPr>
            <p:sp>
              <p:nvSpPr>
                <p:cNvPr id="907" name="Rectangle 906">
                  <a:extLst>
                    <a:ext uri="{FF2B5EF4-FFF2-40B4-BE49-F238E27FC236}">
                      <a16:creationId xmlns:a16="http://schemas.microsoft.com/office/drawing/2014/main" id="{88D44C50-ACAC-4D9B-9BE5-CA1086346D5A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8" name="Rectangle 907">
                  <a:extLst>
                    <a:ext uri="{FF2B5EF4-FFF2-40B4-BE49-F238E27FC236}">
                      <a16:creationId xmlns:a16="http://schemas.microsoft.com/office/drawing/2014/main" id="{E1BDE48F-2639-49C2-B08F-DDC4A46839CC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9" name="Rectangle 908">
                  <a:extLst>
                    <a:ext uri="{FF2B5EF4-FFF2-40B4-BE49-F238E27FC236}">
                      <a16:creationId xmlns:a16="http://schemas.microsoft.com/office/drawing/2014/main" id="{9B0C202C-58E8-4F39-B25A-7D53C7338BB3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0" name="Rectangle 909">
                  <a:extLst>
                    <a:ext uri="{FF2B5EF4-FFF2-40B4-BE49-F238E27FC236}">
                      <a16:creationId xmlns:a16="http://schemas.microsoft.com/office/drawing/2014/main" id="{AF6B00BD-7A10-4D20-B4EE-CBD801B5EC99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1" name="Rectangle 910">
                  <a:extLst>
                    <a:ext uri="{FF2B5EF4-FFF2-40B4-BE49-F238E27FC236}">
                      <a16:creationId xmlns:a16="http://schemas.microsoft.com/office/drawing/2014/main" id="{5EEEE486-044B-466E-A301-1104FBD764B5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2" name="Rectangle 911">
                  <a:extLst>
                    <a:ext uri="{FF2B5EF4-FFF2-40B4-BE49-F238E27FC236}">
                      <a16:creationId xmlns:a16="http://schemas.microsoft.com/office/drawing/2014/main" id="{CDD713EA-6FB0-4842-9AC9-3506469E37F2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3" name="Rectangle 912">
                  <a:extLst>
                    <a:ext uri="{FF2B5EF4-FFF2-40B4-BE49-F238E27FC236}">
                      <a16:creationId xmlns:a16="http://schemas.microsoft.com/office/drawing/2014/main" id="{E8E05EBA-C1B5-477C-8EE7-0482CF8C68B0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4" name="Rectangle 913">
                  <a:extLst>
                    <a:ext uri="{FF2B5EF4-FFF2-40B4-BE49-F238E27FC236}">
                      <a16:creationId xmlns:a16="http://schemas.microsoft.com/office/drawing/2014/main" id="{6E6EEB82-6B15-4FD9-AFBD-9C311351CEB0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5" name="Rectangle 914">
                  <a:extLst>
                    <a:ext uri="{FF2B5EF4-FFF2-40B4-BE49-F238E27FC236}">
                      <a16:creationId xmlns:a16="http://schemas.microsoft.com/office/drawing/2014/main" id="{9238149A-43FB-4F98-8C38-02EE2FA2842E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6" name="Rectangle 915">
                  <a:extLst>
                    <a:ext uri="{FF2B5EF4-FFF2-40B4-BE49-F238E27FC236}">
                      <a16:creationId xmlns:a16="http://schemas.microsoft.com/office/drawing/2014/main" id="{F8CBFFA7-3D6A-40D7-8BE3-3632DBC8A182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17" name="Group 916">
                <a:extLst>
                  <a:ext uri="{FF2B5EF4-FFF2-40B4-BE49-F238E27FC236}">
                    <a16:creationId xmlns:a16="http://schemas.microsoft.com/office/drawing/2014/main" id="{42671114-CABD-4542-B140-3428958476B2}"/>
                  </a:ext>
                </a:extLst>
              </p:cNvPr>
              <p:cNvGrpSpPr/>
              <p:nvPr/>
            </p:nvGrpSpPr>
            <p:grpSpPr>
              <a:xfrm>
                <a:off x="9427584" y="4492992"/>
                <a:ext cx="593890" cy="593757"/>
                <a:chOff x="2236500" y="5450133"/>
                <a:chExt cx="593890" cy="593757"/>
              </a:xfrm>
            </p:grpSpPr>
            <p:sp>
              <p:nvSpPr>
                <p:cNvPr id="918" name="Rectangle 917">
                  <a:extLst>
                    <a:ext uri="{FF2B5EF4-FFF2-40B4-BE49-F238E27FC236}">
                      <a16:creationId xmlns:a16="http://schemas.microsoft.com/office/drawing/2014/main" id="{3721862C-6B6D-43E4-B860-04FE79EDBF1E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9" name="Rectangle 918">
                  <a:extLst>
                    <a:ext uri="{FF2B5EF4-FFF2-40B4-BE49-F238E27FC236}">
                      <a16:creationId xmlns:a16="http://schemas.microsoft.com/office/drawing/2014/main" id="{714E982B-15B6-4B85-BC61-B923AE6346C8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0" name="Rectangle 919">
                  <a:extLst>
                    <a:ext uri="{FF2B5EF4-FFF2-40B4-BE49-F238E27FC236}">
                      <a16:creationId xmlns:a16="http://schemas.microsoft.com/office/drawing/2014/main" id="{0BAFFC97-C85D-4202-9C20-83F58C3567FA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1" name="Rectangle 920">
                  <a:extLst>
                    <a:ext uri="{FF2B5EF4-FFF2-40B4-BE49-F238E27FC236}">
                      <a16:creationId xmlns:a16="http://schemas.microsoft.com/office/drawing/2014/main" id="{A47277DE-2AEB-409F-805E-47C16AF9F4AA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2" name="Rectangle 921">
                  <a:extLst>
                    <a:ext uri="{FF2B5EF4-FFF2-40B4-BE49-F238E27FC236}">
                      <a16:creationId xmlns:a16="http://schemas.microsoft.com/office/drawing/2014/main" id="{F3100301-965C-4D1E-9F61-BCAAF39EB4C3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3" name="Rectangle 922">
                  <a:extLst>
                    <a:ext uri="{FF2B5EF4-FFF2-40B4-BE49-F238E27FC236}">
                      <a16:creationId xmlns:a16="http://schemas.microsoft.com/office/drawing/2014/main" id="{FB95C619-477B-41E9-AFBB-89CF269C2F53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4" name="Rectangle 923">
                  <a:extLst>
                    <a:ext uri="{FF2B5EF4-FFF2-40B4-BE49-F238E27FC236}">
                      <a16:creationId xmlns:a16="http://schemas.microsoft.com/office/drawing/2014/main" id="{014C65BA-9C42-410D-87BC-114CE4EDBE4D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5" name="Rectangle 924">
                  <a:extLst>
                    <a:ext uri="{FF2B5EF4-FFF2-40B4-BE49-F238E27FC236}">
                      <a16:creationId xmlns:a16="http://schemas.microsoft.com/office/drawing/2014/main" id="{61206953-62E0-44B3-A4FF-D4F3B0B29A14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6" name="Rectangle 925">
                  <a:extLst>
                    <a:ext uri="{FF2B5EF4-FFF2-40B4-BE49-F238E27FC236}">
                      <a16:creationId xmlns:a16="http://schemas.microsoft.com/office/drawing/2014/main" id="{4BA859D5-3E7A-470A-8985-29684586F58A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7" name="Rectangle 926">
                  <a:extLst>
                    <a:ext uri="{FF2B5EF4-FFF2-40B4-BE49-F238E27FC236}">
                      <a16:creationId xmlns:a16="http://schemas.microsoft.com/office/drawing/2014/main" id="{3BEC2BE8-F15D-4CD6-95FA-A94FD27DBA6D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28" name="Group 927">
                <a:extLst>
                  <a:ext uri="{FF2B5EF4-FFF2-40B4-BE49-F238E27FC236}">
                    <a16:creationId xmlns:a16="http://schemas.microsoft.com/office/drawing/2014/main" id="{CC258788-112F-46AC-A409-30859F928D72}"/>
                  </a:ext>
                </a:extLst>
              </p:cNvPr>
              <p:cNvGrpSpPr/>
              <p:nvPr/>
            </p:nvGrpSpPr>
            <p:grpSpPr>
              <a:xfrm>
                <a:off x="9330930" y="4602627"/>
                <a:ext cx="593890" cy="593757"/>
                <a:chOff x="2236500" y="5450133"/>
                <a:chExt cx="593890" cy="593757"/>
              </a:xfrm>
            </p:grpSpPr>
            <p:sp>
              <p:nvSpPr>
                <p:cNvPr id="929" name="Rectangle 928">
                  <a:extLst>
                    <a:ext uri="{FF2B5EF4-FFF2-40B4-BE49-F238E27FC236}">
                      <a16:creationId xmlns:a16="http://schemas.microsoft.com/office/drawing/2014/main" id="{6BF55F0E-234F-4480-A6C9-171907DDB289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0" name="Rectangle 929">
                  <a:extLst>
                    <a:ext uri="{FF2B5EF4-FFF2-40B4-BE49-F238E27FC236}">
                      <a16:creationId xmlns:a16="http://schemas.microsoft.com/office/drawing/2014/main" id="{9E664242-CF1F-43F5-B076-36EF9525FCEA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1" name="Rectangle 930">
                  <a:extLst>
                    <a:ext uri="{FF2B5EF4-FFF2-40B4-BE49-F238E27FC236}">
                      <a16:creationId xmlns:a16="http://schemas.microsoft.com/office/drawing/2014/main" id="{35DB3D78-77A5-4011-B58B-1430A10B0BE9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2" name="Rectangle 931">
                  <a:extLst>
                    <a:ext uri="{FF2B5EF4-FFF2-40B4-BE49-F238E27FC236}">
                      <a16:creationId xmlns:a16="http://schemas.microsoft.com/office/drawing/2014/main" id="{A43C1541-8D30-4208-94F9-EBDA019C75B1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3" name="Rectangle 932">
                  <a:extLst>
                    <a:ext uri="{FF2B5EF4-FFF2-40B4-BE49-F238E27FC236}">
                      <a16:creationId xmlns:a16="http://schemas.microsoft.com/office/drawing/2014/main" id="{EF96E8AA-3DB9-40A3-ADB6-754BF261ACE6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4" name="Rectangle 933">
                  <a:extLst>
                    <a:ext uri="{FF2B5EF4-FFF2-40B4-BE49-F238E27FC236}">
                      <a16:creationId xmlns:a16="http://schemas.microsoft.com/office/drawing/2014/main" id="{B1BC1F04-2F3A-4BF1-A43B-D22F17370A8C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5" name="Rectangle 934">
                  <a:extLst>
                    <a:ext uri="{FF2B5EF4-FFF2-40B4-BE49-F238E27FC236}">
                      <a16:creationId xmlns:a16="http://schemas.microsoft.com/office/drawing/2014/main" id="{68C3CC7D-B211-4A20-9D2E-CD3E5110B373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6" name="Rectangle 935">
                  <a:extLst>
                    <a:ext uri="{FF2B5EF4-FFF2-40B4-BE49-F238E27FC236}">
                      <a16:creationId xmlns:a16="http://schemas.microsoft.com/office/drawing/2014/main" id="{801C7414-7200-4ED2-8971-28C21A847438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7" name="Rectangle 936">
                  <a:extLst>
                    <a:ext uri="{FF2B5EF4-FFF2-40B4-BE49-F238E27FC236}">
                      <a16:creationId xmlns:a16="http://schemas.microsoft.com/office/drawing/2014/main" id="{C53337AF-426E-4129-BE00-CDF74D199651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8" name="Rectangle 937">
                  <a:extLst>
                    <a:ext uri="{FF2B5EF4-FFF2-40B4-BE49-F238E27FC236}">
                      <a16:creationId xmlns:a16="http://schemas.microsoft.com/office/drawing/2014/main" id="{B30EBC5F-A568-4C2B-A94D-49E26EF63C5A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A8C827D-AD9F-4CFD-BA74-9056D82FDFBA}"/>
                </a:ext>
              </a:extLst>
            </p:cNvPr>
            <p:cNvGrpSpPr/>
            <p:nvPr/>
          </p:nvGrpSpPr>
          <p:grpSpPr>
            <a:xfrm>
              <a:off x="7934192" y="5098805"/>
              <a:ext cx="789526" cy="815482"/>
              <a:chOff x="7934192" y="5098805"/>
              <a:chExt cx="789526" cy="815482"/>
            </a:xfrm>
          </p:grpSpPr>
          <p:grpSp>
            <p:nvGrpSpPr>
              <p:cNvPr id="894" name="Group 893">
                <a:extLst>
                  <a:ext uri="{FF2B5EF4-FFF2-40B4-BE49-F238E27FC236}">
                    <a16:creationId xmlns:a16="http://schemas.microsoft.com/office/drawing/2014/main" id="{408D8A2D-5F8D-4CF7-9BA8-20315444F50F}"/>
                  </a:ext>
                </a:extLst>
              </p:cNvPr>
              <p:cNvGrpSpPr/>
              <p:nvPr/>
            </p:nvGrpSpPr>
            <p:grpSpPr>
              <a:xfrm>
                <a:off x="8129828" y="5098805"/>
                <a:ext cx="593890" cy="593757"/>
                <a:chOff x="2236500" y="5450133"/>
                <a:chExt cx="593890" cy="593757"/>
              </a:xfrm>
            </p:grpSpPr>
            <p:sp>
              <p:nvSpPr>
                <p:cNvPr id="895" name="Rectangle 894">
                  <a:extLst>
                    <a:ext uri="{FF2B5EF4-FFF2-40B4-BE49-F238E27FC236}">
                      <a16:creationId xmlns:a16="http://schemas.microsoft.com/office/drawing/2014/main" id="{EC04BFEE-FC02-4441-9089-47FE7990AC55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6" name="Rectangle 895">
                  <a:extLst>
                    <a:ext uri="{FF2B5EF4-FFF2-40B4-BE49-F238E27FC236}">
                      <a16:creationId xmlns:a16="http://schemas.microsoft.com/office/drawing/2014/main" id="{EA8F7F88-0291-4699-ABFA-D2CFE5E22788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7" name="Rectangle 896">
                  <a:extLst>
                    <a:ext uri="{FF2B5EF4-FFF2-40B4-BE49-F238E27FC236}">
                      <a16:creationId xmlns:a16="http://schemas.microsoft.com/office/drawing/2014/main" id="{AA75F690-B112-4763-8BFA-5631710C7DEF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8" name="Rectangle 897">
                  <a:extLst>
                    <a:ext uri="{FF2B5EF4-FFF2-40B4-BE49-F238E27FC236}">
                      <a16:creationId xmlns:a16="http://schemas.microsoft.com/office/drawing/2014/main" id="{FFBB34DC-8D26-4CBE-85FD-02656443094A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9" name="Rectangle 898">
                  <a:extLst>
                    <a:ext uri="{FF2B5EF4-FFF2-40B4-BE49-F238E27FC236}">
                      <a16:creationId xmlns:a16="http://schemas.microsoft.com/office/drawing/2014/main" id="{87A8D829-8A47-45E5-8B13-1A985356AD41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0" name="Rectangle 899">
                  <a:extLst>
                    <a:ext uri="{FF2B5EF4-FFF2-40B4-BE49-F238E27FC236}">
                      <a16:creationId xmlns:a16="http://schemas.microsoft.com/office/drawing/2014/main" id="{17FF092E-A2CC-4E2A-BCD7-BB806BBDA89B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1" name="Rectangle 900">
                  <a:extLst>
                    <a:ext uri="{FF2B5EF4-FFF2-40B4-BE49-F238E27FC236}">
                      <a16:creationId xmlns:a16="http://schemas.microsoft.com/office/drawing/2014/main" id="{6CB1B3AF-B58D-43CB-B79B-9C692CF97E6B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2" name="Rectangle 901">
                  <a:extLst>
                    <a:ext uri="{FF2B5EF4-FFF2-40B4-BE49-F238E27FC236}">
                      <a16:creationId xmlns:a16="http://schemas.microsoft.com/office/drawing/2014/main" id="{5994FB5E-C470-40C3-B84D-5551D413ABD0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3" name="Rectangle 902">
                  <a:extLst>
                    <a:ext uri="{FF2B5EF4-FFF2-40B4-BE49-F238E27FC236}">
                      <a16:creationId xmlns:a16="http://schemas.microsoft.com/office/drawing/2014/main" id="{27A7B478-BE89-447B-94C0-412AF93E366B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4" name="Rectangle 903">
                  <a:extLst>
                    <a:ext uri="{FF2B5EF4-FFF2-40B4-BE49-F238E27FC236}">
                      <a16:creationId xmlns:a16="http://schemas.microsoft.com/office/drawing/2014/main" id="{6F509162-97CE-47BB-A71B-1F0186D704C6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83" name="Group 882">
                <a:extLst>
                  <a:ext uri="{FF2B5EF4-FFF2-40B4-BE49-F238E27FC236}">
                    <a16:creationId xmlns:a16="http://schemas.microsoft.com/office/drawing/2014/main" id="{D1786EBA-7550-4D4D-BAD6-5F87F9C2442D}"/>
                  </a:ext>
                </a:extLst>
              </p:cNvPr>
              <p:cNvGrpSpPr/>
              <p:nvPr/>
            </p:nvGrpSpPr>
            <p:grpSpPr>
              <a:xfrm>
                <a:off x="8030846" y="5210895"/>
                <a:ext cx="593890" cy="593757"/>
                <a:chOff x="2236500" y="5450133"/>
                <a:chExt cx="593890" cy="593757"/>
              </a:xfrm>
            </p:grpSpPr>
            <p:sp>
              <p:nvSpPr>
                <p:cNvPr id="884" name="Rectangle 883">
                  <a:extLst>
                    <a:ext uri="{FF2B5EF4-FFF2-40B4-BE49-F238E27FC236}">
                      <a16:creationId xmlns:a16="http://schemas.microsoft.com/office/drawing/2014/main" id="{B65BE08B-5DC9-4C66-B161-80B0582FB9A1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5" name="Rectangle 884">
                  <a:extLst>
                    <a:ext uri="{FF2B5EF4-FFF2-40B4-BE49-F238E27FC236}">
                      <a16:creationId xmlns:a16="http://schemas.microsoft.com/office/drawing/2014/main" id="{D08E9B8A-A905-4C00-9E45-6887E722B036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6" name="Rectangle 885">
                  <a:extLst>
                    <a:ext uri="{FF2B5EF4-FFF2-40B4-BE49-F238E27FC236}">
                      <a16:creationId xmlns:a16="http://schemas.microsoft.com/office/drawing/2014/main" id="{3BB6DD97-4782-4C42-992D-C54F48B45A12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7" name="Rectangle 886">
                  <a:extLst>
                    <a:ext uri="{FF2B5EF4-FFF2-40B4-BE49-F238E27FC236}">
                      <a16:creationId xmlns:a16="http://schemas.microsoft.com/office/drawing/2014/main" id="{2FD62119-36FE-45C8-BCD7-348BC3D2675D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8" name="Rectangle 887">
                  <a:extLst>
                    <a:ext uri="{FF2B5EF4-FFF2-40B4-BE49-F238E27FC236}">
                      <a16:creationId xmlns:a16="http://schemas.microsoft.com/office/drawing/2014/main" id="{BD698DDD-3684-4B09-A6D8-552DA0D37340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9" name="Rectangle 888">
                  <a:extLst>
                    <a:ext uri="{FF2B5EF4-FFF2-40B4-BE49-F238E27FC236}">
                      <a16:creationId xmlns:a16="http://schemas.microsoft.com/office/drawing/2014/main" id="{05602748-9328-42A3-ACEA-5F6E6F261A29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0" name="Rectangle 889">
                  <a:extLst>
                    <a:ext uri="{FF2B5EF4-FFF2-40B4-BE49-F238E27FC236}">
                      <a16:creationId xmlns:a16="http://schemas.microsoft.com/office/drawing/2014/main" id="{4B82316E-5DBB-4D27-BBF5-907267F66805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1" name="Rectangle 890">
                  <a:extLst>
                    <a:ext uri="{FF2B5EF4-FFF2-40B4-BE49-F238E27FC236}">
                      <a16:creationId xmlns:a16="http://schemas.microsoft.com/office/drawing/2014/main" id="{2AC05A9E-5347-43BD-968D-3B200B495452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2" name="Rectangle 891">
                  <a:extLst>
                    <a:ext uri="{FF2B5EF4-FFF2-40B4-BE49-F238E27FC236}">
                      <a16:creationId xmlns:a16="http://schemas.microsoft.com/office/drawing/2014/main" id="{6E16198E-E71B-41B2-A5F5-DE0A31B21EE9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3" name="Rectangle 892">
                  <a:extLst>
                    <a:ext uri="{FF2B5EF4-FFF2-40B4-BE49-F238E27FC236}">
                      <a16:creationId xmlns:a16="http://schemas.microsoft.com/office/drawing/2014/main" id="{4229D66E-BDF8-4EA9-A0EC-E644690BC0BF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43773C72-2568-4610-B8C2-67B0F2D02502}"/>
                  </a:ext>
                </a:extLst>
              </p:cNvPr>
              <p:cNvGrpSpPr/>
              <p:nvPr/>
            </p:nvGrpSpPr>
            <p:grpSpPr>
              <a:xfrm>
                <a:off x="7934192" y="5320530"/>
                <a:ext cx="593890" cy="593757"/>
                <a:chOff x="2236500" y="5450133"/>
                <a:chExt cx="593890" cy="593757"/>
              </a:xfrm>
            </p:grpSpPr>
            <p:sp>
              <p:nvSpPr>
                <p:cNvPr id="550" name="Rectangle 549">
                  <a:extLst>
                    <a:ext uri="{FF2B5EF4-FFF2-40B4-BE49-F238E27FC236}">
                      <a16:creationId xmlns:a16="http://schemas.microsoft.com/office/drawing/2014/main" id="{AC2A43EA-4DE1-4585-AC51-25AC85F46B74}"/>
                    </a:ext>
                  </a:extLst>
                </p:cNvPr>
                <p:cNvSpPr/>
                <p:nvPr/>
              </p:nvSpPr>
              <p:spPr>
                <a:xfrm>
                  <a:off x="2236501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1" name="Rectangle 550">
                  <a:extLst>
                    <a:ext uri="{FF2B5EF4-FFF2-40B4-BE49-F238E27FC236}">
                      <a16:creationId xmlns:a16="http://schemas.microsoft.com/office/drawing/2014/main" id="{7166D2EE-9E86-420F-AC39-E948044E5A42}"/>
                    </a:ext>
                  </a:extLst>
                </p:cNvPr>
                <p:cNvSpPr/>
                <p:nvPr/>
              </p:nvSpPr>
              <p:spPr>
                <a:xfrm>
                  <a:off x="2434464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2" name="Rectangle 551">
                  <a:extLst>
                    <a:ext uri="{FF2B5EF4-FFF2-40B4-BE49-F238E27FC236}">
                      <a16:creationId xmlns:a16="http://schemas.microsoft.com/office/drawing/2014/main" id="{B1E0D1FD-8B62-4722-9791-EF4D288584D9}"/>
                    </a:ext>
                  </a:extLst>
                </p:cNvPr>
                <p:cNvSpPr/>
                <p:nvPr/>
              </p:nvSpPr>
              <p:spPr>
                <a:xfrm>
                  <a:off x="2632427" y="54502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8" name="Rectangle 517">
                  <a:extLst>
                    <a:ext uri="{FF2B5EF4-FFF2-40B4-BE49-F238E27FC236}">
                      <a16:creationId xmlns:a16="http://schemas.microsoft.com/office/drawing/2014/main" id="{3A686246-9F50-4D90-85BE-A4662A45C24F}"/>
                    </a:ext>
                  </a:extLst>
                </p:cNvPr>
                <p:cNvSpPr/>
                <p:nvPr/>
              </p:nvSpPr>
              <p:spPr>
                <a:xfrm>
                  <a:off x="2236501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9" name="Rectangle 518">
                  <a:extLst>
                    <a:ext uri="{FF2B5EF4-FFF2-40B4-BE49-F238E27FC236}">
                      <a16:creationId xmlns:a16="http://schemas.microsoft.com/office/drawing/2014/main" id="{48AE65E6-4300-458B-AB1D-9A723027A7F1}"/>
                    </a:ext>
                  </a:extLst>
                </p:cNvPr>
                <p:cNvSpPr/>
                <p:nvPr/>
              </p:nvSpPr>
              <p:spPr>
                <a:xfrm>
                  <a:off x="2434464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0" name="Rectangle 519">
                  <a:extLst>
                    <a:ext uri="{FF2B5EF4-FFF2-40B4-BE49-F238E27FC236}">
                      <a16:creationId xmlns:a16="http://schemas.microsoft.com/office/drawing/2014/main" id="{DBB4072F-F528-4BD3-9D73-B698723857AD}"/>
                    </a:ext>
                  </a:extLst>
                </p:cNvPr>
                <p:cNvSpPr/>
                <p:nvPr/>
              </p:nvSpPr>
              <p:spPr>
                <a:xfrm>
                  <a:off x="2632427" y="5647965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6" name="Rectangle 485">
                  <a:extLst>
                    <a:ext uri="{FF2B5EF4-FFF2-40B4-BE49-F238E27FC236}">
                      <a16:creationId xmlns:a16="http://schemas.microsoft.com/office/drawing/2014/main" id="{9C8EC111-ABD9-4CC9-86F2-08F5E4BD23F5}"/>
                    </a:ext>
                  </a:extLst>
                </p:cNvPr>
                <p:cNvSpPr/>
                <p:nvPr/>
              </p:nvSpPr>
              <p:spPr>
                <a:xfrm>
                  <a:off x="2236501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7" name="Rectangle 486">
                  <a:extLst>
                    <a:ext uri="{FF2B5EF4-FFF2-40B4-BE49-F238E27FC236}">
                      <a16:creationId xmlns:a16="http://schemas.microsoft.com/office/drawing/2014/main" id="{FCDA6A23-A50E-4E35-B7CC-E3CCC46342FE}"/>
                    </a:ext>
                  </a:extLst>
                </p:cNvPr>
                <p:cNvSpPr/>
                <p:nvPr/>
              </p:nvSpPr>
              <p:spPr>
                <a:xfrm>
                  <a:off x="2434464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8" name="Rectangle 487">
                  <a:extLst>
                    <a:ext uri="{FF2B5EF4-FFF2-40B4-BE49-F238E27FC236}">
                      <a16:creationId xmlns:a16="http://schemas.microsoft.com/office/drawing/2014/main" id="{CD909803-07C9-4320-B26C-DD508C64EB40}"/>
                    </a:ext>
                  </a:extLst>
                </p:cNvPr>
                <p:cNvSpPr/>
                <p:nvPr/>
              </p:nvSpPr>
              <p:spPr>
                <a:xfrm>
                  <a:off x="2632427" y="5845927"/>
                  <a:ext cx="197963" cy="19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5" name="Rectangle 484">
                  <a:extLst>
                    <a:ext uri="{FF2B5EF4-FFF2-40B4-BE49-F238E27FC236}">
                      <a16:creationId xmlns:a16="http://schemas.microsoft.com/office/drawing/2014/main" id="{8A790E9D-8DD7-45F5-AC25-CB5409D62FCA}"/>
                    </a:ext>
                  </a:extLst>
                </p:cNvPr>
                <p:cNvSpPr/>
                <p:nvPr/>
              </p:nvSpPr>
              <p:spPr>
                <a:xfrm>
                  <a:off x="2236500" y="5450133"/>
                  <a:ext cx="593889" cy="593625"/>
                </a:xfrm>
                <a:prstGeom prst="rect">
                  <a:avLst/>
                </a:prstGeom>
                <a:solidFill>
                  <a:srgbClr val="FF0000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214407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68">
            <a:extLst>
              <a:ext uri="{FF2B5EF4-FFF2-40B4-BE49-F238E27FC236}">
                <a16:creationId xmlns:a16="http://schemas.microsoft.com/office/drawing/2014/main" id="{8D62F87E-E1FB-4380-AB04-F2B4159A8FEF}"/>
              </a:ext>
            </a:extLst>
          </p:cNvPr>
          <p:cNvSpPr/>
          <p:nvPr/>
        </p:nvSpPr>
        <p:spPr>
          <a:xfrm>
            <a:off x="1152418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3BD953A-344A-4492-A988-28152918BFD1}"/>
              </a:ext>
            </a:extLst>
          </p:cNvPr>
          <p:cNvSpPr/>
          <p:nvPr/>
        </p:nvSpPr>
        <p:spPr>
          <a:xfrm>
            <a:off x="1350381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D4E86450-4147-4625-B4BA-6E61E66D9D85}"/>
              </a:ext>
            </a:extLst>
          </p:cNvPr>
          <p:cNvSpPr/>
          <p:nvPr/>
        </p:nvSpPr>
        <p:spPr>
          <a:xfrm>
            <a:off x="1548344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BE2B7F96-2B13-4B81-B7A6-D9764AB8277F}"/>
              </a:ext>
            </a:extLst>
          </p:cNvPr>
          <p:cNvSpPr/>
          <p:nvPr/>
        </p:nvSpPr>
        <p:spPr>
          <a:xfrm>
            <a:off x="1746307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D31C785F-F0D5-4DFD-AD8A-41E30B112AE7}"/>
              </a:ext>
            </a:extLst>
          </p:cNvPr>
          <p:cNvSpPr/>
          <p:nvPr/>
        </p:nvSpPr>
        <p:spPr>
          <a:xfrm>
            <a:off x="1944270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30442A2E-5590-4B2F-8DE1-06483AF38A08}"/>
              </a:ext>
            </a:extLst>
          </p:cNvPr>
          <p:cNvSpPr/>
          <p:nvPr/>
        </p:nvSpPr>
        <p:spPr>
          <a:xfrm>
            <a:off x="2142233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01EBAA2B-2067-4831-AD9B-2B26FE2BD703}"/>
              </a:ext>
            </a:extLst>
          </p:cNvPr>
          <p:cNvSpPr/>
          <p:nvPr/>
        </p:nvSpPr>
        <p:spPr>
          <a:xfrm>
            <a:off x="2340196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F7C807CF-3F87-4B4D-A5D0-393B6F46BD7D}"/>
              </a:ext>
            </a:extLst>
          </p:cNvPr>
          <p:cNvSpPr/>
          <p:nvPr/>
        </p:nvSpPr>
        <p:spPr>
          <a:xfrm>
            <a:off x="2538159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F7BE867E-8C5A-4FAA-8E12-6BC85B56561F}"/>
              </a:ext>
            </a:extLst>
          </p:cNvPr>
          <p:cNvSpPr/>
          <p:nvPr/>
        </p:nvSpPr>
        <p:spPr>
          <a:xfrm>
            <a:off x="2736122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78D9C26C-B4DF-4CE5-938A-A3388B9DCA04}"/>
              </a:ext>
            </a:extLst>
          </p:cNvPr>
          <p:cNvSpPr/>
          <p:nvPr/>
        </p:nvSpPr>
        <p:spPr>
          <a:xfrm>
            <a:off x="2934085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648BDFD9-D6F8-402A-BA99-40EE4118C253}"/>
              </a:ext>
            </a:extLst>
          </p:cNvPr>
          <p:cNvSpPr/>
          <p:nvPr/>
        </p:nvSpPr>
        <p:spPr>
          <a:xfrm>
            <a:off x="3132048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F30EE25D-6C70-44DF-9082-04AD7AC21A5E}"/>
              </a:ext>
            </a:extLst>
          </p:cNvPr>
          <p:cNvSpPr/>
          <p:nvPr/>
        </p:nvSpPr>
        <p:spPr>
          <a:xfrm>
            <a:off x="3330011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05FF0378-A9ED-40CC-947B-07439BF9AEA3}"/>
              </a:ext>
            </a:extLst>
          </p:cNvPr>
          <p:cNvSpPr/>
          <p:nvPr/>
        </p:nvSpPr>
        <p:spPr>
          <a:xfrm>
            <a:off x="3527974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FAC357C3-C4B5-49E0-AC29-AB1182FADEA5}"/>
              </a:ext>
            </a:extLst>
          </p:cNvPr>
          <p:cNvSpPr/>
          <p:nvPr/>
        </p:nvSpPr>
        <p:spPr>
          <a:xfrm>
            <a:off x="3725937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946E1353-7305-422C-9499-24484117AE81}"/>
              </a:ext>
            </a:extLst>
          </p:cNvPr>
          <p:cNvSpPr/>
          <p:nvPr/>
        </p:nvSpPr>
        <p:spPr>
          <a:xfrm>
            <a:off x="3923900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1100A0F1-69AA-4528-B235-3184AA5179D0}"/>
              </a:ext>
            </a:extLst>
          </p:cNvPr>
          <p:cNvSpPr/>
          <p:nvPr/>
        </p:nvSpPr>
        <p:spPr>
          <a:xfrm>
            <a:off x="4121863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98FDB233-C8D8-446F-8924-B750366A1391}"/>
              </a:ext>
            </a:extLst>
          </p:cNvPr>
          <p:cNvSpPr/>
          <p:nvPr/>
        </p:nvSpPr>
        <p:spPr>
          <a:xfrm>
            <a:off x="4319826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E76A53BB-7300-4C71-8C30-C7B1ABCDFAA4}"/>
              </a:ext>
            </a:extLst>
          </p:cNvPr>
          <p:cNvSpPr/>
          <p:nvPr/>
        </p:nvSpPr>
        <p:spPr>
          <a:xfrm>
            <a:off x="4517789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FFE525C9-A8D0-4CAB-A94F-8977673431C8}"/>
              </a:ext>
            </a:extLst>
          </p:cNvPr>
          <p:cNvSpPr/>
          <p:nvPr/>
        </p:nvSpPr>
        <p:spPr>
          <a:xfrm>
            <a:off x="4715752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AC49FB5D-3280-424D-98B5-09CD676060BA}"/>
              </a:ext>
            </a:extLst>
          </p:cNvPr>
          <p:cNvSpPr/>
          <p:nvPr/>
        </p:nvSpPr>
        <p:spPr>
          <a:xfrm>
            <a:off x="4913715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72F7EB72-77AA-472C-A6E8-43B39B068495}"/>
              </a:ext>
            </a:extLst>
          </p:cNvPr>
          <p:cNvSpPr/>
          <p:nvPr/>
        </p:nvSpPr>
        <p:spPr>
          <a:xfrm>
            <a:off x="5111678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0FDCB3A8-8503-4731-A99E-71EF37EE7EC0}"/>
              </a:ext>
            </a:extLst>
          </p:cNvPr>
          <p:cNvSpPr/>
          <p:nvPr/>
        </p:nvSpPr>
        <p:spPr>
          <a:xfrm>
            <a:off x="5309641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702FED20-532C-4EB0-9CE2-A392C6081E9D}"/>
              </a:ext>
            </a:extLst>
          </p:cNvPr>
          <p:cNvSpPr/>
          <p:nvPr/>
        </p:nvSpPr>
        <p:spPr>
          <a:xfrm>
            <a:off x="5507604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51980D23-4D48-42B2-88C2-D51FA658E348}"/>
              </a:ext>
            </a:extLst>
          </p:cNvPr>
          <p:cNvSpPr/>
          <p:nvPr/>
        </p:nvSpPr>
        <p:spPr>
          <a:xfrm>
            <a:off x="5705567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BFEECFCB-57C8-452F-95EA-00B16F72807A}"/>
              </a:ext>
            </a:extLst>
          </p:cNvPr>
          <p:cNvSpPr/>
          <p:nvPr/>
        </p:nvSpPr>
        <p:spPr>
          <a:xfrm>
            <a:off x="5903530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56F99727-8A81-411E-918E-2A08422DB7EF}"/>
              </a:ext>
            </a:extLst>
          </p:cNvPr>
          <p:cNvSpPr/>
          <p:nvPr/>
        </p:nvSpPr>
        <p:spPr>
          <a:xfrm>
            <a:off x="6101493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E9C316D8-E044-430B-89C1-B328AA0871B7}"/>
              </a:ext>
            </a:extLst>
          </p:cNvPr>
          <p:cNvSpPr/>
          <p:nvPr/>
        </p:nvSpPr>
        <p:spPr>
          <a:xfrm>
            <a:off x="6299456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730721F4-7C14-42AF-BB7B-4AFDAC85EB12}"/>
              </a:ext>
            </a:extLst>
          </p:cNvPr>
          <p:cNvSpPr/>
          <p:nvPr/>
        </p:nvSpPr>
        <p:spPr>
          <a:xfrm>
            <a:off x="6497419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4DAC6C0B-27FF-431F-BF54-FFCB1497C7FD}"/>
              </a:ext>
            </a:extLst>
          </p:cNvPr>
          <p:cNvSpPr/>
          <p:nvPr/>
        </p:nvSpPr>
        <p:spPr>
          <a:xfrm>
            <a:off x="6695382" y="5141051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91F920-64FB-457E-92E6-0D21CE77888A}"/>
              </a:ext>
            </a:extLst>
          </p:cNvPr>
          <p:cNvGrpSpPr/>
          <p:nvPr/>
        </p:nvGrpSpPr>
        <p:grpSpPr>
          <a:xfrm>
            <a:off x="558529" y="5338751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25CA1D89-0B01-489F-894F-7AF4F4120D3E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A1588CCF-7B76-4826-B3B6-84E0103D8996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8FE584EC-576B-4CBF-AEAA-4F5B44ABAB2E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3142673A-2CC9-4793-A455-626CBAE0ACB7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9DA1A954-9B2A-45F9-8531-1568FE2420AA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CDF3863D-9B2B-4F98-B343-A96FF8E62E86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E60E2952-C4FA-4CC2-AB3F-4FF02CBC84C3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DEA225B5-EB65-47CA-BEF1-2335AEB1B001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21BCE2E5-2E14-47B6-8DBD-7766C20B506D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75186475-F961-400F-B698-9029A371D762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86148517-FD3A-4391-A29A-0379B9F2FF2B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EAED0FC4-05F2-43F6-A626-D19BFDC3B5AE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6FB71D13-0C01-4656-8B1B-6006904E37F4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B6CEC3C3-FFED-4A6A-B22A-B514C3C4B719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31F748CC-4EC8-4D4A-9B9B-8F6311335C44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4A99211C-FE93-416D-949A-F3302361D94E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B28BD51C-7673-49C3-8625-412DC2623A50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54ACD785-9E8F-4D88-B423-71DCC607D5DC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3331ECD1-0D30-46CB-B7D5-1C4DB0E9C0CD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A729CD05-FF08-4DBC-8A73-6E1A7CA379D5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11AB1A43-F235-4D17-A821-86C826F6D036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EA30D6AC-BBD2-4CCD-8601-795E4EB00068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BA8DE9A8-FCDF-43D2-BA35-8975F4A3E8A7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8F96A025-2057-4408-812B-E9F09BD54BF5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55F08F8A-B61D-4CEC-ABD1-C8DB426FEDEC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596FCCCE-E5E5-4102-BB67-7E1B2C7F9D0E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E55380BF-7F54-4936-BF5B-CA78F2A7177A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2E4C62E0-8A07-4E71-ADA0-15C97CA93D17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DD81477A-E561-43F9-A1B3-AC3106E41EAD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74972BEE-D364-4792-9948-0119626170DD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215AC831-FDF3-4CBB-9613-65276B9D7C65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E754505F-E30D-40C1-8101-9C0B0448F708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AE15A31-AD52-4099-976E-D0BC316F5210}"/>
              </a:ext>
            </a:extLst>
          </p:cNvPr>
          <p:cNvGrpSpPr/>
          <p:nvPr/>
        </p:nvGrpSpPr>
        <p:grpSpPr>
          <a:xfrm>
            <a:off x="558529" y="5536713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7A3EEA26-E348-44D1-9BB9-F87957D0F6B2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07D985D-499B-417B-83FC-89A42FE62C5A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2C399D9F-032E-4EE1-87F4-0C64341DC31A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832B1149-E007-4301-B43A-5AC5CE597DA5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CDC1AAD8-9D5F-4D6B-8278-21273A5E6A75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CFC8FD0-6FF7-4F55-9E0D-C23085FF6CEF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8EBCAD0A-CEDE-4F63-935E-96C9038ED0D6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D2B1AFD6-FD91-4395-B1E9-9EF19DD65D8A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96E8F93-3F0D-480D-AB9D-70C86206E55A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94C3055-4002-4A8D-B1F7-2166885B44F0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C9237DBE-16AE-4A52-BB04-BB3BA6056E83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29CE8B34-AB02-4687-9260-E2DB2170CD41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6C4B68E5-F916-4388-8859-EC30224BE307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1915A81C-B46A-4A7B-A744-97108E7BA6CF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811FAD05-05C7-460B-88C1-D9D798B0DC56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A7A8DAC7-41AB-452A-BB4A-12D1ADD9445C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52C6C918-7A52-49DE-B8D4-93262B1F9058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58C7940-F37F-4FEB-BABD-D2D41F06171C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6DC7A0C4-4DA8-48C7-A00F-4191522D7554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382BE7FC-1DB4-4672-B775-CEFAB6932555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B90F3D6F-2A4E-4209-8533-4119AF5327FB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9B0F0E56-AEC1-4878-82EB-47CA709AB23A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5DA110B-ED1A-4874-87BA-1FCDED940E74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41E564DA-01EF-47E5-87D8-F1CAE6ADD2FB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4C2BE41B-B329-49A6-A16A-897EE1BA6400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3BEF7F91-3942-4A2D-881E-0BDA28DD4C5D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D33F223D-063E-4F35-A897-A3B4D5B61667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2FA54647-330D-4FCA-947C-CE35AC31A4BC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B975EFFE-5068-4F76-9A4C-EAB939CF6B82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0D490B78-3484-4792-B18F-463CE8A78154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383E6448-EE56-4022-B99F-BA9176D208ED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0863FA3B-1B83-4F75-BE68-E172D6B91CA7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59AA2A83-71C2-4653-BFBA-0ACEB0FFBEBF}"/>
              </a:ext>
            </a:extLst>
          </p:cNvPr>
          <p:cNvGrpSpPr/>
          <p:nvPr/>
        </p:nvGrpSpPr>
        <p:grpSpPr>
          <a:xfrm>
            <a:off x="461875" y="5141051"/>
            <a:ext cx="690543" cy="287825"/>
            <a:chOff x="1150032" y="5207038"/>
            <a:chExt cx="690543" cy="287825"/>
          </a:xfrm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6637AF1F-B38A-4ED8-9E38-38BEB993A5E4}"/>
                </a:ext>
              </a:extLst>
            </p:cNvPr>
            <p:cNvSpPr/>
            <p:nvPr/>
          </p:nvSpPr>
          <p:spPr>
            <a:xfrm>
              <a:off x="1246686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A158D028-FE32-42CF-9731-B1B030E21960}"/>
                </a:ext>
              </a:extLst>
            </p:cNvPr>
            <p:cNvSpPr/>
            <p:nvPr/>
          </p:nvSpPr>
          <p:spPr>
            <a:xfrm>
              <a:off x="1444649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D37E971A-67EA-474F-94EB-4C191F075141}"/>
                </a:ext>
              </a:extLst>
            </p:cNvPr>
            <p:cNvSpPr/>
            <p:nvPr/>
          </p:nvSpPr>
          <p:spPr>
            <a:xfrm>
              <a:off x="1642612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6922E34B-B2B9-4E8B-9B97-393D1031AA09}"/>
                </a:ext>
              </a:extLst>
            </p:cNvPr>
            <p:cNvSpPr/>
            <p:nvPr/>
          </p:nvSpPr>
          <p:spPr>
            <a:xfrm>
              <a:off x="1150032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58A5721B-B78D-4CF5-AC5F-C80BB3DF566B}"/>
                </a:ext>
              </a:extLst>
            </p:cNvPr>
            <p:cNvSpPr/>
            <p:nvPr/>
          </p:nvSpPr>
          <p:spPr>
            <a:xfrm>
              <a:off x="1347995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938BD7C0-84F7-41CA-BDDF-3197A2DB9D66}"/>
                </a:ext>
              </a:extLst>
            </p:cNvPr>
            <p:cNvSpPr/>
            <p:nvPr/>
          </p:nvSpPr>
          <p:spPr>
            <a:xfrm>
              <a:off x="1545958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94F1227-8BD5-4C47-A349-3B5AA5FF6888}"/>
              </a:ext>
            </a:extLst>
          </p:cNvPr>
          <p:cNvSpPr/>
          <p:nvPr/>
        </p:nvSpPr>
        <p:spPr>
          <a:xfrm>
            <a:off x="1055764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F0C6635-3D53-40EE-87CD-98EF492FCFE4}"/>
              </a:ext>
            </a:extLst>
          </p:cNvPr>
          <p:cNvSpPr/>
          <p:nvPr/>
        </p:nvSpPr>
        <p:spPr>
          <a:xfrm>
            <a:off x="1253727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FA82DDF-2309-423C-9D6A-0A9F80723D32}"/>
              </a:ext>
            </a:extLst>
          </p:cNvPr>
          <p:cNvSpPr/>
          <p:nvPr/>
        </p:nvSpPr>
        <p:spPr>
          <a:xfrm>
            <a:off x="1451690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E188D4F-B575-4D69-B71A-98D4BEED75FA}"/>
              </a:ext>
            </a:extLst>
          </p:cNvPr>
          <p:cNvSpPr/>
          <p:nvPr/>
        </p:nvSpPr>
        <p:spPr>
          <a:xfrm>
            <a:off x="1649653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D78B6C27-8FAF-4B78-8B38-7DC6E7B80E9C}"/>
              </a:ext>
            </a:extLst>
          </p:cNvPr>
          <p:cNvSpPr/>
          <p:nvPr/>
        </p:nvSpPr>
        <p:spPr>
          <a:xfrm>
            <a:off x="1847616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93EA276-E809-4279-938A-216760E4A91F}"/>
              </a:ext>
            </a:extLst>
          </p:cNvPr>
          <p:cNvSpPr/>
          <p:nvPr/>
        </p:nvSpPr>
        <p:spPr>
          <a:xfrm>
            <a:off x="2045579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C46A1FA-3D28-4E7E-B7B7-D3DA1D3ADC46}"/>
              </a:ext>
            </a:extLst>
          </p:cNvPr>
          <p:cNvSpPr/>
          <p:nvPr/>
        </p:nvSpPr>
        <p:spPr>
          <a:xfrm>
            <a:off x="2243542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3949AE6-A0C9-486D-806D-771A44324821}"/>
              </a:ext>
            </a:extLst>
          </p:cNvPr>
          <p:cNvSpPr/>
          <p:nvPr/>
        </p:nvSpPr>
        <p:spPr>
          <a:xfrm>
            <a:off x="2441505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0D316D8-05B2-4999-917A-B21AED500B23}"/>
              </a:ext>
            </a:extLst>
          </p:cNvPr>
          <p:cNvSpPr/>
          <p:nvPr/>
        </p:nvSpPr>
        <p:spPr>
          <a:xfrm>
            <a:off x="2639468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BC67F58-7534-4DCA-A7CD-8030A4602DF9}"/>
              </a:ext>
            </a:extLst>
          </p:cNvPr>
          <p:cNvSpPr/>
          <p:nvPr/>
        </p:nvSpPr>
        <p:spPr>
          <a:xfrm>
            <a:off x="2837431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F459172-7AD6-4C7E-9449-9AEFAAA94A5D}"/>
              </a:ext>
            </a:extLst>
          </p:cNvPr>
          <p:cNvSpPr/>
          <p:nvPr/>
        </p:nvSpPr>
        <p:spPr>
          <a:xfrm>
            <a:off x="3035394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DFAB66C-65FB-4EF1-90E2-E39FA7986CFF}"/>
              </a:ext>
            </a:extLst>
          </p:cNvPr>
          <p:cNvSpPr/>
          <p:nvPr/>
        </p:nvSpPr>
        <p:spPr>
          <a:xfrm>
            <a:off x="3233357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8D8320E3-BF91-4A64-980C-828BDBCF89C5}"/>
              </a:ext>
            </a:extLst>
          </p:cNvPr>
          <p:cNvSpPr/>
          <p:nvPr/>
        </p:nvSpPr>
        <p:spPr>
          <a:xfrm>
            <a:off x="3431320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A9E6E8A3-B125-4235-861F-3F11431EC5B5}"/>
              </a:ext>
            </a:extLst>
          </p:cNvPr>
          <p:cNvSpPr/>
          <p:nvPr/>
        </p:nvSpPr>
        <p:spPr>
          <a:xfrm>
            <a:off x="3629283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66C09A6D-DE7A-430F-A415-67469388E2BF}"/>
              </a:ext>
            </a:extLst>
          </p:cNvPr>
          <p:cNvSpPr/>
          <p:nvPr/>
        </p:nvSpPr>
        <p:spPr>
          <a:xfrm>
            <a:off x="3827246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9F70C35-734E-4FE9-B2C6-3C92AF5B9F1A}"/>
              </a:ext>
            </a:extLst>
          </p:cNvPr>
          <p:cNvSpPr/>
          <p:nvPr/>
        </p:nvSpPr>
        <p:spPr>
          <a:xfrm>
            <a:off x="4025209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11ED5F3B-6707-48C5-8EA8-D38C3BD13F91}"/>
              </a:ext>
            </a:extLst>
          </p:cNvPr>
          <p:cNvSpPr/>
          <p:nvPr/>
        </p:nvSpPr>
        <p:spPr>
          <a:xfrm>
            <a:off x="4223172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C841DC1-275C-48D6-A352-97C2B1F75DCB}"/>
              </a:ext>
            </a:extLst>
          </p:cNvPr>
          <p:cNvSpPr/>
          <p:nvPr/>
        </p:nvSpPr>
        <p:spPr>
          <a:xfrm>
            <a:off x="4421135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8CC8826-28C8-47E9-9378-0427F2BA73E0}"/>
              </a:ext>
            </a:extLst>
          </p:cNvPr>
          <p:cNvSpPr/>
          <p:nvPr/>
        </p:nvSpPr>
        <p:spPr>
          <a:xfrm>
            <a:off x="4619098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5F9620C-77AD-4061-93AB-F653476FFE6E}"/>
              </a:ext>
            </a:extLst>
          </p:cNvPr>
          <p:cNvSpPr/>
          <p:nvPr/>
        </p:nvSpPr>
        <p:spPr>
          <a:xfrm>
            <a:off x="4817061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BAC9945-B9E5-4709-AB9D-C92A6101E04E}"/>
              </a:ext>
            </a:extLst>
          </p:cNvPr>
          <p:cNvSpPr/>
          <p:nvPr/>
        </p:nvSpPr>
        <p:spPr>
          <a:xfrm>
            <a:off x="5015024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58D95A19-B2CC-4686-A50F-F859B5AFE23F}"/>
              </a:ext>
            </a:extLst>
          </p:cNvPr>
          <p:cNvSpPr/>
          <p:nvPr/>
        </p:nvSpPr>
        <p:spPr>
          <a:xfrm>
            <a:off x="5212987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006846F-C1D8-4A3D-8056-2561553FA984}"/>
              </a:ext>
            </a:extLst>
          </p:cNvPr>
          <p:cNvSpPr/>
          <p:nvPr/>
        </p:nvSpPr>
        <p:spPr>
          <a:xfrm>
            <a:off x="5410950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5E64094-0AA1-4459-90DB-B1E1E40D27BB}"/>
              </a:ext>
            </a:extLst>
          </p:cNvPr>
          <p:cNvSpPr/>
          <p:nvPr/>
        </p:nvSpPr>
        <p:spPr>
          <a:xfrm>
            <a:off x="5608913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08E88C63-427A-4D65-8FAD-90BB60B02F0D}"/>
              </a:ext>
            </a:extLst>
          </p:cNvPr>
          <p:cNvSpPr/>
          <p:nvPr/>
        </p:nvSpPr>
        <p:spPr>
          <a:xfrm>
            <a:off x="5806876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DA11F5A-D661-4673-8B67-4FE812A7B39E}"/>
              </a:ext>
            </a:extLst>
          </p:cNvPr>
          <p:cNvSpPr/>
          <p:nvPr/>
        </p:nvSpPr>
        <p:spPr>
          <a:xfrm>
            <a:off x="6004839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C5990099-6524-4CAD-AE00-13A3B74FF9CE}"/>
              </a:ext>
            </a:extLst>
          </p:cNvPr>
          <p:cNvSpPr/>
          <p:nvPr/>
        </p:nvSpPr>
        <p:spPr>
          <a:xfrm>
            <a:off x="6202802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AD97A59E-4196-429F-BB22-5857D83F12E3}"/>
              </a:ext>
            </a:extLst>
          </p:cNvPr>
          <p:cNvSpPr/>
          <p:nvPr/>
        </p:nvSpPr>
        <p:spPr>
          <a:xfrm>
            <a:off x="6400765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F69D5DBE-8A84-4826-B7B8-78EC8C057238}"/>
              </a:ext>
            </a:extLst>
          </p:cNvPr>
          <p:cNvSpPr/>
          <p:nvPr/>
        </p:nvSpPr>
        <p:spPr>
          <a:xfrm>
            <a:off x="6598728" y="5230913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5ACB28D-D774-4920-84FB-DFF0F6144D47}"/>
              </a:ext>
            </a:extLst>
          </p:cNvPr>
          <p:cNvGrpSpPr/>
          <p:nvPr/>
        </p:nvGrpSpPr>
        <p:grpSpPr>
          <a:xfrm>
            <a:off x="461875" y="5428613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3680301-81FB-47E7-9ACA-FD8C3197EC81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C5D6D773-F72C-4C78-BF16-6E2AC8600FA1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3C42764-F396-4A12-85E4-B30E81A1B70C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87157AD-1939-4B81-AA79-45AB6EB4796A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4415A3E-AAE4-4827-B4A6-E57DFEE9D1A9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9F7389D4-B129-423C-BC77-9FA50840819A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769C5C0-2542-443F-B8FE-8243E23BFA42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AFEC492E-5000-4220-9E9F-A488451D6EFD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0986B35-ACED-431C-BF98-7908B520A2E6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DE443D9C-996D-491B-BBC7-27B35F719B47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08B5AC5-D1A7-42F2-8617-FE14EF82E0F8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2A09763D-DDC7-4584-87AB-72ABA3904ECB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BBC10CB-60CA-4F0B-BAC3-8B04F6575EB2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74E3570-7902-4017-A300-3641C4602B47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2286AAE-5311-4D77-A23D-F767DD223DCC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7120A9ED-F553-488F-831E-FA93D9FCEE9F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9741321-0056-4840-B953-A4297B1188F0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0273560-CBCB-4DD8-BFA5-758ACE8124F0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A1C8A071-5BF4-46EF-B518-FB5E0C9EF5A5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D6C4225C-F358-4369-9676-2F4908E650BF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B281498B-CEFD-4B2A-AA37-D68CA40C17CC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993073E-AA12-4C33-8287-2AF89AA2FC8F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33486BEA-8BE9-4279-871F-1A4E2E41AFE7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2C39AA2C-8FCF-4F3A-BA64-B716DB4CBF8C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6CB8A559-FF4E-4D74-BDDC-4ECA0B8B6B32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801907D-4C5D-4A7A-BEB3-4B6F6825CBD1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A578865A-F376-42D3-98C4-2756EAF9FF29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F78ED676-8C8B-4862-A9E3-744374C28330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7E3EF4D-CFAB-42F8-A20E-210399B8BF45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FB49F21D-FB49-43A1-927A-88ADB0E9BC4E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2A4F3C4E-12DB-4483-9E6F-95E293145DF2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A18E5885-34AC-4F2B-B101-3A213CBF4EAA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38B5A5-B5BB-4639-9A32-2C8CA9A1ED29}"/>
              </a:ext>
            </a:extLst>
          </p:cNvPr>
          <p:cNvGrpSpPr/>
          <p:nvPr/>
        </p:nvGrpSpPr>
        <p:grpSpPr>
          <a:xfrm>
            <a:off x="461875" y="5626575"/>
            <a:ext cx="6334816" cy="19796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EDB91E6-E3D1-46E8-9B28-683AE180BBBF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1FF8B25-033B-4377-9580-10C14D7079FE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87E6916-4B8A-4477-B0C9-D6F2F4E986E9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AED8F19-4454-432B-8B23-BB730E34721E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2CEC92F-680B-41E1-BFC4-76AC557D7D63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CF32FA4-5C54-4941-9A62-68CF7D4F0642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11BF6D2-7608-4FBB-ADA5-EB787ABC27A0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54D4C7A-E3EB-41D6-8AED-6079CDC470F1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9B98F78-E6FF-44FA-90F6-20D7738D2EF4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E2ED21D-8ECA-471A-B8F1-ACA6170D5741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EC42A1A-3C40-4E51-A05D-834A1D018FF2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D62BF71-5260-4FDF-8B01-C4E659CB115D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84D28AD-6F15-40F8-AAAA-229FBC3F3344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9AF3558-F011-4B7C-BFFD-A71893175936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C3A8BA3-9030-44EF-BF11-9BAAC1B444AD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3463F00-264E-440D-A8A5-63FA749CF882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50171C9F-38C0-4B7E-AD48-DD316E8690D2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1CFE26E-AAB7-403D-81C2-00AD3E92AC20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CF2B5CB-4FCF-49B5-8029-7AC39EFDBDD3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5B8B1B9-C8F0-4F73-A48F-71C75146CFF2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DD7B31D-1512-4DDE-BF30-9F39D04BB175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968038E-1EA3-419F-B837-1C45CA2E987B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4762528-1516-49A5-A212-072EBEB23116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C94BBED-D4D2-4F44-9982-71D845428CF6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AA9C74E-A0F9-4433-BC9E-4FCD7A7E0C56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84FBF70-3669-49F9-B5B3-30B644A25A50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2C7FFC8-A042-4FDD-9232-043C75E7DBF9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24CE815-720E-4EFC-8906-143A22438A7A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DA0F453-A415-452A-A977-1E503410458B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21028CD-1945-475C-A196-D194BA66777D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6F3602E-7629-4994-9B88-3AC1E9779BB4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F31B34FD-CBB7-47A5-81B6-A98CE8AECF49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07C48A92-C9D4-494C-8FC5-E1C7E2087146}"/>
              </a:ext>
            </a:extLst>
          </p:cNvPr>
          <p:cNvSpPr/>
          <p:nvPr/>
        </p:nvSpPr>
        <p:spPr>
          <a:xfrm>
            <a:off x="956820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1B107-1FD1-47A6-B9EB-DA3B0AD2B9DA}"/>
              </a:ext>
            </a:extLst>
          </p:cNvPr>
          <p:cNvSpPr/>
          <p:nvPr/>
        </p:nvSpPr>
        <p:spPr>
          <a:xfrm>
            <a:off x="1154783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512129-D176-4D10-B309-D46638EFD0D5}"/>
              </a:ext>
            </a:extLst>
          </p:cNvPr>
          <p:cNvSpPr/>
          <p:nvPr/>
        </p:nvSpPr>
        <p:spPr>
          <a:xfrm>
            <a:off x="1352746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6097BB-B2BD-4AD0-9BFD-5FB15F66E685}"/>
              </a:ext>
            </a:extLst>
          </p:cNvPr>
          <p:cNvSpPr/>
          <p:nvPr/>
        </p:nvSpPr>
        <p:spPr>
          <a:xfrm>
            <a:off x="1550709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01127-359B-4845-B9B7-428EF6BC0AF1}"/>
              </a:ext>
            </a:extLst>
          </p:cNvPr>
          <p:cNvSpPr/>
          <p:nvPr/>
        </p:nvSpPr>
        <p:spPr>
          <a:xfrm>
            <a:off x="1748672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8A16D8-499F-48BE-92A6-AA771C322C16}"/>
              </a:ext>
            </a:extLst>
          </p:cNvPr>
          <p:cNvSpPr/>
          <p:nvPr/>
        </p:nvSpPr>
        <p:spPr>
          <a:xfrm>
            <a:off x="1946635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84125D-DFDD-43E7-AB7D-93680B5DFD4A}"/>
              </a:ext>
            </a:extLst>
          </p:cNvPr>
          <p:cNvSpPr/>
          <p:nvPr/>
        </p:nvSpPr>
        <p:spPr>
          <a:xfrm>
            <a:off x="2144598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5D7B89-8E54-4A0E-813A-F717EB93799C}"/>
              </a:ext>
            </a:extLst>
          </p:cNvPr>
          <p:cNvSpPr/>
          <p:nvPr/>
        </p:nvSpPr>
        <p:spPr>
          <a:xfrm>
            <a:off x="2342561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B53E8A-3C0F-4CA8-B572-6A135C4823CB}"/>
              </a:ext>
            </a:extLst>
          </p:cNvPr>
          <p:cNvSpPr/>
          <p:nvPr/>
        </p:nvSpPr>
        <p:spPr>
          <a:xfrm>
            <a:off x="2540524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5304DE-57B3-4371-A941-D1E4C74B0314}"/>
              </a:ext>
            </a:extLst>
          </p:cNvPr>
          <p:cNvSpPr/>
          <p:nvPr/>
        </p:nvSpPr>
        <p:spPr>
          <a:xfrm>
            <a:off x="2738487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4E0AA9-105C-4838-B091-F65E97C13151}"/>
              </a:ext>
            </a:extLst>
          </p:cNvPr>
          <p:cNvSpPr/>
          <p:nvPr/>
        </p:nvSpPr>
        <p:spPr>
          <a:xfrm>
            <a:off x="2936450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35F012-CACC-4640-9C38-0DBAADFBAA0F}"/>
              </a:ext>
            </a:extLst>
          </p:cNvPr>
          <p:cNvSpPr/>
          <p:nvPr/>
        </p:nvSpPr>
        <p:spPr>
          <a:xfrm>
            <a:off x="3134413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ADA80F-9366-40AD-8CDD-66D480A18FFE}"/>
              </a:ext>
            </a:extLst>
          </p:cNvPr>
          <p:cNvSpPr/>
          <p:nvPr/>
        </p:nvSpPr>
        <p:spPr>
          <a:xfrm>
            <a:off x="3332376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0C7E8C-210C-42C6-AA9C-B553E0F7810E}"/>
              </a:ext>
            </a:extLst>
          </p:cNvPr>
          <p:cNvSpPr/>
          <p:nvPr/>
        </p:nvSpPr>
        <p:spPr>
          <a:xfrm>
            <a:off x="3530339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FA9DF7-5ABD-415E-B2E3-0F1286B55A40}"/>
              </a:ext>
            </a:extLst>
          </p:cNvPr>
          <p:cNvSpPr/>
          <p:nvPr/>
        </p:nvSpPr>
        <p:spPr>
          <a:xfrm>
            <a:off x="3728302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7451FE-4828-4F51-ADD4-812FDD951D19}"/>
              </a:ext>
            </a:extLst>
          </p:cNvPr>
          <p:cNvSpPr/>
          <p:nvPr/>
        </p:nvSpPr>
        <p:spPr>
          <a:xfrm>
            <a:off x="3926265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E6AC25-9E0A-4295-8A2C-3C914E6A1079}"/>
              </a:ext>
            </a:extLst>
          </p:cNvPr>
          <p:cNvSpPr/>
          <p:nvPr/>
        </p:nvSpPr>
        <p:spPr>
          <a:xfrm>
            <a:off x="4124228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20CD98-E91E-464D-A4B7-62CC4EC235A8}"/>
              </a:ext>
            </a:extLst>
          </p:cNvPr>
          <p:cNvSpPr/>
          <p:nvPr/>
        </p:nvSpPr>
        <p:spPr>
          <a:xfrm>
            <a:off x="4322191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BDD9BA-3A96-47BB-84FC-D929E4240232}"/>
              </a:ext>
            </a:extLst>
          </p:cNvPr>
          <p:cNvSpPr/>
          <p:nvPr/>
        </p:nvSpPr>
        <p:spPr>
          <a:xfrm>
            <a:off x="4520154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C82D5A-8C59-4475-B015-E39E914137E9}"/>
              </a:ext>
            </a:extLst>
          </p:cNvPr>
          <p:cNvSpPr/>
          <p:nvPr/>
        </p:nvSpPr>
        <p:spPr>
          <a:xfrm>
            <a:off x="4718117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2293B7-11E9-4853-9170-55FE1AB1DB2D}"/>
              </a:ext>
            </a:extLst>
          </p:cNvPr>
          <p:cNvSpPr/>
          <p:nvPr/>
        </p:nvSpPr>
        <p:spPr>
          <a:xfrm>
            <a:off x="4916080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55B1D0-9AF5-4047-9D09-88696C4DA4DE}"/>
              </a:ext>
            </a:extLst>
          </p:cNvPr>
          <p:cNvSpPr/>
          <p:nvPr/>
        </p:nvSpPr>
        <p:spPr>
          <a:xfrm>
            <a:off x="5114043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1178A8-C813-4828-BE40-15DE3FA0251D}"/>
              </a:ext>
            </a:extLst>
          </p:cNvPr>
          <p:cNvSpPr/>
          <p:nvPr/>
        </p:nvSpPr>
        <p:spPr>
          <a:xfrm>
            <a:off x="5312006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075682-A2A6-42F9-9B83-8A80FD1D21D6}"/>
              </a:ext>
            </a:extLst>
          </p:cNvPr>
          <p:cNvSpPr/>
          <p:nvPr/>
        </p:nvSpPr>
        <p:spPr>
          <a:xfrm>
            <a:off x="5509969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788D58-1FB1-4AA1-BF1C-4DDE81BCE3D3}"/>
              </a:ext>
            </a:extLst>
          </p:cNvPr>
          <p:cNvSpPr/>
          <p:nvPr/>
        </p:nvSpPr>
        <p:spPr>
          <a:xfrm>
            <a:off x="5707932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2CC7511-E654-448E-B177-285EB2FDF54E}"/>
              </a:ext>
            </a:extLst>
          </p:cNvPr>
          <p:cNvSpPr/>
          <p:nvPr/>
        </p:nvSpPr>
        <p:spPr>
          <a:xfrm>
            <a:off x="5905895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D6835A-9D49-4540-8C3C-4DAAE9FB063D}"/>
              </a:ext>
            </a:extLst>
          </p:cNvPr>
          <p:cNvSpPr/>
          <p:nvPr/>
        </p:nvSpPr>
        <p:spPr>
          <a:xfrm>
            <a:off x="6103858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7DAED7-DE6B-41D4-B207-7A366DC019D1}"/>
              </a:ext>
            </a:extLst>
          </p:cNvPr>
          <p:cNvSpPr/>
          <p:nvPr/>
        </p:nvSpPr>
        <p:spPr>
          <a:xfrm>
            <a:off x="6301821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2B363A-21EF-4BE1-A1A4-C52CE401607F}"/>
              </a:ext>
            </a:extLst>
          </p:cNvPr>
          <p:cNvSpPr/>
          <p:nvPr/>
        </p:nvSpPr>
        <p:spPr>
          <a:xfrm>
            <a:off x="6499784" y="53405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690367-FEEC-4018-A81A-97BF63BC214F}"/>
              </a:ext>
            </a:extLst>
          </p:cNvPr>
          <p:cNvSpPr/>
          <p:nvPr/>
        </p:nvSpPr>
        <p:spPr>
          <a:xfrm>
            <a:off x="956820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99B5FA-6A31-4E79-ACAF-2280CFC9D2EE}"/>
              </a:ext>
            </a:extLst>
          </p:cNvPr>
          <p:cNvSpPr/>
          <p:nvPr/>
        </p:nvSpPr>
        <p:spPr>
          <a:xfrm>
            <a:off x="1154783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009E99-5808-4B5C-9C15-E9EB187C1AE7}"/>
              </a:ext>
            </a:extLst>
          </p:cNvPr>
          <p:cNvSpPr/>
          <p:nvPr/>
        </p:nvSpPr>
        <p:spPr>
          <a:xfrm>
            <a:off x="1352746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BED4667-C8E3-4AE6-8AD0-1AD90B9D37BA}"/>
              </a:ext>
            </a:extLst>
          </p:cNvPr>
          <p:cNvSpPr/>
          <p:nvPr/>
        </p:nvSpPr>
        <p:spPr>
          <a:xfrm>
            <a:off x="1550709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8BDC0DE-8C40-40B0-9D28-19E14AB81E77}"/>
              </a:ext>
            </a:extLst>
          </p:cNvPr>
          <p:cNvSpPr/>
          <p:nvPr/>
        </p:nvSpPr>
        <p:spPr>
          <a:xfrm>
            <a:off x="1748672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796B1FC-B144-484C-99E6-D820426FCEE8}"/>
              </a:ext>
            </a:extLst>
          </p:cNvPr>
          <p:cNvSpPr/>
          <p:nvPr/>
        </p:nvSpPr>
        <p:spPr>
          <a:xfrm>
            <a:off x="1946635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208071-F846-4B1C-AD20-20A2E494F424}"/>
              </a:ext>
            </a:extLst>
          </p:cNvPr>
          <p:cNvSpPr/>
          <p:nvPr/>
        </p:nvSpPr>
        <p:spPr>
          <a:xfrm>
            <a:off x="2144598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1AA5746-E502-495F-B468-F15DE7814180}"/>
              </a:ext>
            </a:extLst>
          </p:cNvPr>
          <p:cNvSpPr/>
          <p:nvPr/>
        </p:nvSpPr>
        <p:spPr>
          <a:xfrm>
            <a:off x="2342561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B24A11-1AF3-40D8-B99E-247E67D2F635}"/>
              </a:ext>
            </a:extLst>
          </p:cNvPr>
          <p:cNvSpPr/>
          <p:nvPr/>
        </p:nvSpPr>
        <p:spPr>
          <a:xfrm>
            <a:off x="2540524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BEA9E5E-F2B1-402D-8131-EC7EC560A642}"/>
              </a:ext>
            </a:extLst>
          </p:cNvPr>
          <p:cNvSpPr/>
          <p:nvPr/>
        </p:nvSpPr>
        <p:spPr>
          <a:xfrm>
            <a:off x="2738487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A582C32-8B13-46C3-BCC8-75FCED5CBD86}"/>
              </a:ext>
            </a:extLst>
          </p:cNvPr>
          <p:cNvSpPr/>
          <p:nvPr/>
        </p:nvSpPr>
        <p:spPr>
          <a:xfrm>
            <a:off x="2936450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EDCB12E-F15C-4B1F-A6B4-67362BED636B}"/>
              </a:ext>
            </a:extLst>
          </p:cNvPr>
          <p:cNvSpPr/>
          <p:nvPr/>
        </p:nvSpPr>
        <p:spPr>
          <a:xfrm>
            <a:off x="3134413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7A37439-58D8-4459-999C-5891BE95D609}"/>
              </a:ext>
            </a:extLst>
          </p:cNvPr>
          <p:cNvSpPr/>
          <p:nvPr/>
        </p:nvSpPr>
        <p:spPr>
          <a:xfrm>
            <a:off x="3332376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210AAB9-7571-4A2B-A283-9A5D543BE310}"/>
              </a:ext>
            </a:extLst>
          </p:cNvPr>
          <p:cNvSpPr/>
          <p:nvPr/>
        </p:nvSpPr>
        <p:spPr>
          <a:xfrm>
            <a:off x="3530339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D448252-6174-41C7-885E-41440684076B}"/>
              </a:ext>
            </a:extLst>
          </p:cNvPr>
          <p:cNvSpPr/>
          <p:nvPr/>
        </p:nvSpPr>
        <p:spPr>
          <a:xfrm>
            <a:off x="3728302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DB3DB8-F0EB-427B-8A90-0623F60BB341}"/>
              </a:ext>
            </a:extLst>
          </p:cNvPr>
          <p:cNvSpPr/>
          <p:nvPr/>
        </p:nvSpPr>
        <p:spPr>
          <a:xfrm>
            <a:off x="3926265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79505B-C31D-42BC-9055-AD8AC7651826}"/>
              </a:ext>
            </a:extLst>
          </p:cNvPr>
          <p:cNvSpPr/>
          <p:nvPr/>
        </p:nvSpPr>
        <p:spPr>
          <a:xfrm>
            <a:off x="4124228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F03E67-DE8C-45DD-AEA1-EC68DA1816DB}"/>
              </a:ext>
            </a:extLst>
          </p:cNvPr>
          <p:cNvSpPr/>
          <p:nvPr/>
        </p:nvSpPr>
        <p:spPr>
          <a:xfrm>
            <a:off x="4322191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1FC536B-D201-4D82-96D4-AFEFBE4120E5}"/>
              </a:ext>
            </a:extLst>
          </p:cNvPr>
          <p:cNvSpPr/>
          <p:nvPr/>
        </p:nvSpPr>
        <p:spPr>
          <a:xfrm>
            <a:off x="4520154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166ED6D-8342-4B74-B798-2582FE46854C}"/>
              </a:ext>
            </a:extLst>
          </p:cNvPr>
          <p:cNvSpPr/>
          <p:nvPr/>
        </p:nvSpPr>
        <p:spPr>
          <a:xfrm>
            <a:off x="4718117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65959D2-D332-4DD7-8A1E-8B231A8EA699}"/>
              </a:ext>
            </a:extLst>
          </p:cNvPr>
          <p:cNvSpPr/>
          <p:nvPr/>
        </p:nvSpPr>
        <p:spPr>
          <a:xfrm>
            <a:off x="4916080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4556BFC-757F-40A2-9C64-1F56DD4011AC}"/>
              </a:ext>
            </a:extLst>
          </p:cNvPr>
          <p:cNvSpPr/>
          <p:nvPr/>
        </p:nvSpPr>
        <p:spPr>
          <a:xfrm>
            <a:off x="5114043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1ABF04-5976-459A-88E7-6C7A16A7FFF2}"/>
              </a:ext>
            </a:extLst>
          </p:cNvPr>
          <p:cNvSpPr/>
          <p:nvPr/>
        </p:nvSpPr>
        <p:spPr>
          <a:xfrm>
            <a:off x="5312006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CBC48FD-CA11-4B3E-8F40-DE8D6B2BC895}"/>
              </a:ext>
            </a:extLst>
          </p:cNvPr>
          <p:cNvSpPr/>
          <p:nvPr/>
        </p:nvSpPr>
        <p:spPr>
          <a:xfrm>
            <a:off x="5509969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4BA9CE2-7951-4EFC-AACE-790C247B9E7D}"/>
              </a:ext>
            </a:extLst>
          </p:cNvPr>
          <p:cNvSpPr/>
          <p:nvPr/>
        </p:nvSpPr>
        <p:spPr>
          <a:xfrm>
            <a:off x="5707932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200B2BB-3F62-485D-B5C1-A5DA1795322D}"/>
              </a:ext>
            </a:extLst>
          </p:cNvPr>
          <p:cNvSpPr/>
          <p:nvPr/>
        </p:nvSpPr>
        <p:spPr>
          <a:xfrm>
            <a:off x="5905895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20FEFC-49D4-4F89-B9CD-E4DA88478F2B}"/>
              </a:ext>
            </a:extLst>
          </p:cNvPr>
          <p:cNvSpPr/>
          <p:nvPr/>
        </p:nvSpPr>
        <p:spPr>
          <a:xfrm>
            <a:off x="6103858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581BD1A-1FE0-493E-9A71-9A72156ED154}"/>
              </a:ext>
            </a:extLst>
          </p:cNvPr>
          <p:cNvSpPr/>
          <p:nvPr/>
        </p:nvSpPr>
        <p:spPr>
          <a:xfrm>
            <a:off x="6301821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480EB05-00BA-4BB5-BC10-60782E2B3F44}"/>
              </a:ext>
            </a:extLst>
          </p:cNvPr>
          <p:cNvSpPr/>
          <p:nvPr/>
        </p:nvSpPr>
        <p:spPr>
          <a:xfrm>
            <a:off x="6499784" y="5538248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4F69F9E-63BD-43A1-B2B3-6FB3D8482957}"/>
              </a:ext>
            </a:extLst>
          </p:cNvPr>
          <p:cNvGrpSpPr/>
          <p:nvPr/>
        </p:nvGrpSpPr>
        <p:grpSpPr>
          <a:xfrm>
            <a:off x="362931" y="5340548"/>
            <a:ext cx="593889" cy="593625"/>
            <a:chOff x="1051088" y="5406535"/>
            <a:chExt cx="593889" cy="59362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715987-6308-4724-9F81-F9FDCF71EFE7}"/>
                </a:ext>
              </a:extLst>
            </p:cNvPr>
            <p:cNvSpPr/>
            <p:nvPr/>
          </p:nvSpPr>
          <p:spPr>
            <a:xfrm>
              <a:off x="1051088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B0803E-5D0A-45B9-AC00-B6FAC740950F}"/>
                </a:ext>
              </a:extLst>
            </p:cNvPr>
            <p:cNvSpPr/>
            <p:nvPr/>
          </p:nvSpPr>
          <p:spPr>
            <a:xfrm>
              <a:off x="1249051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B6B3B8-9E57-4A19-B4CC-50CF25C7F6A7}"/>
                </a:ext>
              </a:extLst>
            </p:cNvPr>
            <p:cNvSpPr/>
            <p:nvPr/>
          </p:nvSpPr>
          <p:spPr>
            <a:xfrm>
              <a:off x="1447014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AD7140A-12DE-4250-B878-FC883237E3E2}"/>
                </a:ext>
              </a:extLst>
            </p:cNvPr>
            <p:cNvSpPr/>
            <p:nvPr/>
          </p:nvSpPr>
          <p:spPr>
            <a:xfrm>
              <a:off x="1051088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CA9193B-055A-46F8-A240-68487CE0A18E}"/>
                </a:ext>
              </a:extLst>
            </p:cNvPr>
            <p:cNvSpPr/>
            <p:nvPr/>
          </p:nvSpPr>
          <p:spPr>
            <a:xfrm>
              <a:off x="1249051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72227E0-168E-4FAB-84F6-CAB47AB03F0A}"/>
                </a:ext>
              </a:extLst>
            </p:cNvPr>
            <p:cNvSpPr/>
            <p:nvPr/>
          </p:nvSpPr>
          <p:spPr>
            <a:xfrm>
              <a:off x="1447014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7BA0674-88D3-4EE6-AC4E-305D667E25E0}"/>
                </a:ext>
              </a:extLst>
            </p:cNvPr>
            <p:cNvSpPr/>
            <p:nvPr/>
          </p:nvSpPr>
          <p:spPr>
            <a:xfrm>
              <a:off x="1051088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258A225-F004-4541-B2E1-BDEF17EB733E}"/>
                </a:ext>
              </a:extLst>
            </p:cNvPr>
            <p:cNvSpPr/>
            <p:nvPr/>
          </p:nvSpPr>
          <p:spPr>
            <a:xfrm>
              <a:off x="1249051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58E49AF-B0CF-46F1-84C3-6F3815F11667}"/>
                </a:ext>
              </a:extLst>
            </p:cNvPr>
            <p:cNvSpPr/>
            <p:nvPr/>
          </p:nvSpPr>
          <p:spPr>
            <a:xfrm>
              <a:off x="1447014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C4A2F755-D40D-4956-9D73-AB809D350F90}"/>
              </a:ext>
            </a:extLst>
          </p:cNvPr>
          <p:cNvSpPr/>
          <p:nvPr/>
        </p:nvSpPr>
        <p:spPr>
          <a:xfrm>
            <a:off x="956820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46604CB-2F28-4BD3-BEFB-7586C2A92600}"/>
              </a:ext>
            </a:extLst>
          </p:cNvPr>
          <p:cNvSpPr/>
          <p:nvPr/>
        </p:nvSpPr>
        <p:spPr>
          <a:xfrm>
            <a:off x="1154783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64551AE-FBEB-4BEE-AA9F-C51189A62CD1}"/>
              </a:ext>
            </a:extLst>
          </p:cNvPr>
          <p:cNvSpPr/>
          <p:nvPr/>
        </p:nvSpPr>
        <p:spPr>
          <a:xfrm>
            <a:off x="1352746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0540949-BBED-4080-9B92-C0F8EDAC5C2A}"/>
              </a:ext>
            </a:extLst>
          </p:cNvPr>
          <p:cNvSpPr/>
          <p:nvPr/>
        </p:nvSpPr>
        <p:spPr>
          <a:xfrm>
            <a:off x="1550709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C0732F8-3365-4FA6-8981-3154ADD270D3}"/>
              </a:ext>
            </a:extLst>
          </p:cNvPr>
          <p:cNvSpPr/>
          <p:nvPr/>
        </p:nvSpPr>
        <p:spPr>
          <a:xfrm>
            <a:off x="1748672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71668BA-ED71-4916-952B-C2F307562C8F}"/>
              </a:ext>
            </a:extLst>
          </p:cNvPr>
          <p:cNvSpPr/>
          <p:nvPr/>
        </p:nvSpPr>
        <p:spPr>
          <a:xfrm>
            <a:off x="1946635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9A97F28-B837-4C33-AEE4-3D0D541D7448}"/>
              </a:ext>
            </a:extLst>
          </p:cNvPr>
          <p:cNvSpPr/>
          <p:nvPr/>
        </p:nvSpPr>
        <p:spPr>
          <a:xfrm>
            <a:off x="2144598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C8B8FA1-FD14-4C44-8BE5-A38F9AB58ECF}"/>
              </a:ext>
            </a:extLst>
          </p:cNvPr>
          <p:cNvSpPr/>
          <p:nvPr/>
        </p:nvSpPr>
        <p:spPr>
          <a:xfrm>
            <a:off x="2342561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9208DA0-D390-42CE-8C6E-4EE519A07A14}"/>
              </a:ext>
            </a:extLst>
          </p:cNvPr>
          <p:cNvSpPr/>
          <p:nvPr/>
        </p:nvSpPr>
        <p:spPr>
          <a:xfrm>
            <a:off x="2540524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0DB39CB-B94D-4137-937C-5CE370805C81}"/>
              </a:ext>
            </a:extLst>
          </p:cNvPr>
          <p:cNvSpPr/>
          <p:nvPr/>
        </p:nvSpPr>
        <p:spPr>
          <a:xfrm>
            <a:off x="2738487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851EDFD-A074-4AEF-B7AE-2D4877E7F9C5}"/>
              </a:ext>
            </a:extLst>
          </p:cNvPr>
          <p:cNvSpPr/>
          <p:nvPr/>
        </p:nvSpPr>
        <p:spPr>
          <a:xfrm>
            <a:off x="2936450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BCD3356-EE05-4B82-AA72-946ECECA63C7}"/>
              </a:ext>
            </a:extLst>
          </p:cNvPr>
          <p:cNvSpPr/>
          <p:nvPr/>
        </p:nvSpPr>
        <p:spPr>
          <a:xfrm>
            <a:off x="3134413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6D5569-79F1-4477-9F03-9D57B1AB36AE}"/>
              </a:ext>
            </a:extLst>
          </p:cNvPr>
          <p:cNvSpPr/>
          <p:nvPr/>
        </p:nvSpPr>
        <p:spPr>
          <a:xfrm>
            <a:off x="3332376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6580B7A-71DB-4107-9485-BB4D3F9E9999}"/>
              </a:ext>
            </a:extLst>
          </p:cNvPr>
          <p:cNvSpPr/>
          <p:nvPr/>
        </p:nvSpPr>
        <p:spPr>
          <a:xfrm>
            <a:off x="3530339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3D784AA-6805-45BC-9EC3-03A14583320C}"/>
              </a:ext>
            </a:extLst>
          </p:cNvPr>
          <p:cNvSpPr/>
          <p:nvPr/>
        </p:nvSpPr>
        <p:spPr>
          <a:xfrm>
            <a:off x="3728302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33D093A-0382-4309-996B-C889DF43348B}"/>
              </a:ext>
            </a:extLst>
          </p:cNvPr>
          <p:cNvSpPr/>
          <p:nvPr/>
        </p:nvSpPr>
        <p:spPr>
          <a:xfrm>
            <a:off x="3926265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C4FD2EA-5626-4721-BFB3-61F8D0BE682F}"/>
              </a:ext>
            </a:extLst>
          </p:cNvPr>
          <p:cNvSpPr/>
          <p:nvPr/>
        </p:nvSpPr>
        <p:spPr>
          <a:xfrm>
            <a:off x="4124228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BADA9B2-169D-41F9-8DA7-A32CCD72C506}"/>
              </a:ext>
            </a:extLst>
          </p:cNvPr>
          <p:cNvSpPr/>
          <p:nvPr/>
        </p:nvSpPr>
        <p:spPr>
          <a:xfrm>
            <a:off x="4322191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8021848-3D14-4C23-9582-F9C14D86EAB0}"/>
              </a:ext>
            </a:extLst>
          </p:cNvPr>
          <p:cNvSpPr/>
          <p:nvPr/>
        </p:nvSpPr>
        <p:spPr>
          <a:xfrm>
            <a:off x="4520154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D4AD1E0-EFDC-483B-BFDD-15A503C83E93}"/>
              </a:ext>
            </a:extLst>
          </p:cNvPr>
          <p:cNvSpPr/>
          <p:nvPr/>
        </p:nvSpPr>
        <p:spPr>
          <a:xfrm>
            <a:off x="4718117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8544E58-B79C-45F1-944C-2A0229115032}"/>
              </a:ext>
            </a:extLst>
          </p:cNvPr>
          <p:cNvSpPr/>
          <p:nvPr/>
        </p:nvSpPr>
        <p:spPr>
          <a:xfrm>
            <a:off x="4916080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9C9F83E-5ECE-4337-ACF5-F7BF79B064A7}"/>
              </a:ext>
            </a:extLst>
          </p:cNvPr>
          <p:cNvSpPr/>
          <p:nvPr/>
        </p:nvSpPr>
        <p:spPr>
          <a:xfrm>
            <a:off x="5114043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CB5F0EC-56B7-4D2C-8347-9599C685447C}"/>
              </a:ext>
            </a:extLst>
          </p:cNvPr>
          <p:cNvSpPr/>
          <p:nvPr/>
        </p:nvSpPr>
        <p:spPr>
          <a:xfrm>
            <a:off x="5312006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EFEF6CF-EEA1-4254-B49F-08C4B4C341EC}"/>
              </a:ext>
            </a:extLst>
          </p:cNvPr>
          <p:cNvSpPr/>
          <p:nvPr/>
        </p:nvSpPr>
        <p:spPr>
          <a:xfrm>
            <a:off x="5509969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235A31-ED15-499F-AEFF-3383B5897E06}"/>
              </a:ext>
            </a:extLst>
          </p:cNvPr>
          <p:cNvSpPr/>
          <p:nvPr/>
        </p:nvSpPr>
        <p:spPr>
          <a:xfrm>
            <a:off x="5707932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ECFE2BC-D1E3-4D66-99D2-D933AFA1C59F}"/>
              </a:ext>
            </a:extLst>
          </p:cNvPr>
          <p:cNvSpPr/>
          <p:nvPr/>
        </p:nvSpPr>
        <p:spPr>
          <a:xfrm>
            <a:off x="5905895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9CC3657-2771-463A-A59F-201CF3E1904A}"/>
              </a:ext>
            </a:extLst>
          </p:cNvPr>
          <p:cNvSpPr/>
          <p:nvPr/>
        </p:nvSpPr>
        <p:spPr>
          <a:xfrm>
            <a:off x="6103858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74B2A8A-2B0D-4A86-8783-4202A9A2AB8F}"/>
              </a:ext>
            </a:extLst>
          </p:cNvPr>
          <p:cNvSpPr/>
          <p:nvPr/>
        </p:nvSpPr>
        <p:spPr>
          <a:xfrm>
            <a:off x="6301821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C194795-B409-4E6D-BABB-AA4E7F6D68A1}"/>
              </a:ext>
            </a:extLst>
          </p:cNvPr>
          <p:cNvSpPr/>
          <p:nvPr/>
        </p:nvSpPr>
        <p:spPr>
          <a:xfrm>
            <a:off x="6499784" y="5736210"/>
            <a:ext cx="197963" cy="1979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D77C44-B558-4B1E-A6EA-F9415CF67E22}"/>
              </a:ext>
            </a:extLst>
          </p:cNvPr>
          <p:cNvGrpSpPr/>
          <p:nvPr/>
        </p:nvGrpSpPr>
        <p:grpSpPr>
          <a:xfrm>
            <a:off x="6695604" y="5140918"/>
            <a:ext cx="796285" cy="793255"/>
            <a:chOff x="7383761" y="5206905"/>
            <a:chExt cx="796285" cy="793255"/>
          </a:xfrm>
        </p:grpSpPr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E10B1C29-9C26-4FB5-8BA5-5EB390187C04}"/>
                </a:ext>
              </a:extLst>
            </p:cNvPr>
            <p:cNvGrpSpPr/>
            <p:nvPr/>
          </p:nvGrpSpPr>
          <p:grpSpPr>
            <a:xfrm>
              <a:off x="7586157" y="5206905"/>
              <a:ext cx="593889" cy="593625"/>
              <a:chOff x="1910636" y="2494271"/>
              <a:chExt cx="593889" cy="593625"/>
            </a:xfrm>
          </p:grpSpPr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E4C6C42E-F1CE-4D87-8A41-89E10A81E3FD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1B7B3B1A-3148-4F3B-B260-AC1E5A2B997E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95330F62-B1DB-459B-BB67-F2131737A95C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040AEDA0-D555-44C6-811A-C5277400B77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37CC75D5-4EF2-4906-BB50-9A853DB65EF5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E743D09A-6685-4E1A-8962-5407428CE9A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529AB022-54CF-4C84-9753-725EDBCE99D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36CAA1E5-E177-4B44-AF9A-79EC3A32367B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4C9E4B3B-DFCD-486F-8ABA-E06F51D3511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3" name="Group 432">
              <a:extLst>
                <a:ext uri="{FF2B5EF4-FFF2-40B4-BE49-F238E27FC236}">
                  <a16:creationId xmlns:a16="http://schemas.microsoft.com/office/drawing/2014/main" id="{67E40966-8D68-4DAA-9B42-0965F5C47727}"/>
                </a:ext>
              </a:extLst>
            </p:cNvPr>
            <p:cNvGrpSpPr/>
            <p:nvPr/>
          </p:nvGrpSpPr>
          <p:grpSpPr>
            <a:xfrm>
              <a:off x="7487213" y="5307553"/>
              <a:ext cx="593889" cy="593625"/>
              <a:chOff x="1910636" y="2494271"/>
              <a:chExt cx="593889" cy="593625"/>
            </a:xfrm>
          </p:grpSpPr>
          <p:sp>
            <p:nvSpPr>
              <p:cNvPr id="434" name="Rectangle 433">
                <a:extLst>
                  <a:ext uri="{FF2B5EF4-FFF2-40B4-BE49-F238E27FC236}">
                    <a16:creationId xmlns:a16="http://schemas.microsoft.com/office/drawing/2014/main" id="{C34BFD91-63CC-43D4-913E-E40604F7EC7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F2066540-83DA-4D5C-80CF-B5D4E55A4218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4FDCE718-FEC3-416D-8D62-E5677DF83234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2B24ED28-86A8-4CD5-954D-58B4329DD869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E5783375-F160-45E5-A4AE-00736B48815F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CFECF9DE-AC69-4A15-B3B1-64F352493C03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CBEFD6FD-D302-41A8-94B1-E10DB741BA1D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4CCF1BA3-19E9-4BD0-8E1C-E6A77B337F4D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41E4E54A-309E-49DB-8656-FD8EBC9B98C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41B4BBCC-B50C-4644-AA2B-88DD0FC14BFC}"/>
                </a:ext>
              </a:extLst>
            </p:cNvPr>
            <p:cNvGrpSpPr/>
            <p:nvPr/>
          </p:nvGrpSpPr>
          <p:grpSpPr>
            <a:xfrm>
              <a:off x="7383761" y="5406535"/>
              <a:ext cx="593889" cy="593625"/>
              <a:chOff x="1910636" y="2494271"/>
              <a:chExt cx="593889" cy="593625"/>
            </a:xfrm>
          </p:grpSpPr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CCFCEC6F-823B-4E35-86A0-9ADAA338677E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3CBA845B-5C69-4A0D-97C4-25F03E2F3D9F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C75ADD9B-95ED-4DDD-9C3C-BFC5FFB4CE3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E9671F95-EFDE-4172-936D-B70D95D78A3E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3C2F9B32-49F5-4764-9900-8BA38609924D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072650E3-51AD-47BE-897C-D240A33AE6D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F74955C7-F691-4329-A819-8BE001ADACEA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E3AF9186-0631-4C50-A478-FBE3D39B7E24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0F2CB2B7-15BE-4AC6-BBFA-C399CB68803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768D08-A85C-462F-B7C9-48415E65C21F}"/>
              </a:ext>
            </a:extLst>
          </p:cNvPr>
          <p:cNvGrpSpPr/>
          <p:nvPr/>
        </p:nvGrpSpPr>
        <p:grpSpPr>
          <a:xfrm>
            <a:off x="7363635" y="5140918"/>
            <a:ext cx="796285" cy="793255"/>
            <a:chOff x="9651794" y="5208440"/>
            <a:chExt cx="796285" cy="793255"/>
          </a:xfrm>
        </p:grpSpPr>
        <p:grpSp>
          <p:nvGrpSpPr>
            <p:cNvPr id="453" name="Group 452">
              <a:extLst>
                <a:ext uri="{FF2B5EF4-FFF2-40B4-BE49-F238E27FC236}">
                  <a16:creationId xmlns:a16="http://schemas.microsoft.com/office/drawing/2014/main" id="{828ABBB8-6237-461E-880C-75B0E1063D96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4C30423A-497B-4186-8512-F4CE8EC849D9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C34F7A88-3E25-4193-8B1D-C4C877B0325A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6" name="Rectangle 455">
                <a:extLst>
                  <a:ext uri="{FF2B5EF4-FFF2-40B4-BE49-F238E27FC236}">
                    <a16:creationId xmlns:a16="http://schemas.microsoft.com/office/drawing/2014/main" id="{C221F320-5577-4036-AF5A-CAA9541E7CED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94759F46-3958-49AC-8C34-00E851550C5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125D8E59-6F21-4ED7-BF29-F20245B5E4BB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89CB80BD-538E-4B04-BEDA-7699E1E725C6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420554AF-4372-4DED-8009-4EE5B678F6D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563B5549-6061-407A-8250-283772B5EA3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E56E2A0E-DD55-43FC-AF66-EF38362EA44A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66118621-6CC2-4692-8370-EE0EFCB21486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464" name="Rectangle 463">
                <a:extLst>
                  <a:ext uri="{FF2B5EF4-FFF2-40B4-BE49-F238E27FC236}">
                    <a16:creationId xmlns:a16="http://schemas.microsoft.com/office/drawing/2014/main" id="{B83E5925-6C80-41DC-87C4-C90AFD3FD68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7A8EB85C-C8A0-40DF-98C0-ACDDF30E2B0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BCFCBFA2-9321-403C-9977-FF7118A10A18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7" name="Rectangle 466">
                <a:extLst>
                  <a:ext uri="{FF2B5EF4-FFF2-40B4-BE49-F238E27FC236}">
                    <a16:creationId xmlns:a16="http://schemas.microsoft.com/office/drawing/2014/main" id="{C904F05B-2A90-4374-8F1D-BBC0EB07290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7496158C-FDF4-46E5-962A-C86C5174CD29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C328EE25-7381-4699-B323-C25AEAB64A0B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A34F1D18-BDF1-4E83-9358-946636C54D4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F0D81042-63C5-440D-AE71-2B3EBEBF2513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8281C8E7-6B76-447E-9F85-D3AD0145649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656801E3-7F71-44B2-999F-4BF2777AC3C3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7250E237-BEB7-4CC3-8742-C14F6523177F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54FA98D2-2E13-45EB-8CA2-DD40B0F3DA74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0B5E8CD6-687F-498D-979D-3EA0515C8949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F324B767-00CA-40D7-908E-6050851D38A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E53DF6B5-7B05-4D4E-A1BF-8BE39173D407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936B2E01-4D2D-4F5D-A26B-73F1A58A127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BE025B76-E267-4821-9B36-8C16F47A6453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269235A6-F030-4A00-9DEB-03BEF9DBFED6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9EE01EE2-C568-4C0A-811C-D898FA475F39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9E2F1751-CEA8-4926-8FF4-EB0658077985}"/>
              </a:ext>
            </a:extLst>
          </p:cNvPr>
          <p:cNvGrpSpPr/>
          <p:nvPr/>
        </p:nvGrpSpPr>
        <p:grpSpPr>
          <a:xfrm>
            <a:off x="8031666" y="5140918"/>
            <a:ext cx="796285" cy="793255"/>
            <a:chOff x="9651794" y="5208440"/>
            <a:chExt cx="796285" cy="793255"/>
          </a:xfrm>
        </p:grpSpPr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496967BC-C10A-419A-80BD-4C2FA84F1FCD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1C78D44B-0669-43FE-9D42-51B0914DFB13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1E80D680-E053-46DE-83F8-BA8E4DDAAFC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9168D580-5142-409A-A2BE-EFFA4A0F8995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3C308B3A-A5E3-4795-9A2D-ACBBE97F612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5A4C5834-90FE-49F2-A9ED-FC365B51199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208F40A1-8AD7-48F2-93F8-4EAC76D7BC1A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Rectangle 519">
                <a:extLst>
                  <a:ext uri="{FF2B5EF4-FFF2-40B4-BE49-F238E27FC236}">
                    <a16:creationId xmlns:a16="http://schemas.microsoft.com/office/drawing/2014/main" id="{86F5366C-6C9F-4235-99CC-DDE08275E36A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81BDBC22-DEFF-43FD-A495-B0951E130E57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Rectangle 521">
                <a:extLst>
                  <a:ext uri="{FF2B5EF4-FFF2-40B4-BE49-F238E27FC236}">
                    <a16:creationId xmlns:a16="http://schemas.microsoft.com/office/drawing/2014/main" id="{6290D389-ADBE-4979-A8C6-83508AEA68C2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CCEB171B-4E88-49CF-AB83-EE0340EF70F1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B833BD94-E917-486B-87F0-22725C3B84E6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B5ADAC99-C2F8-4839-B36B-08E858F5874D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FA375F77-B675-410F-880A-2374B58FE997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2595D0F7-1B9E-4923-B145-209AAAF7070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9" name="Rectangle 508">
                <a:extLst>
                  <a:ext uri="{FF2B5EF4-FFF2-40B4-BE49-F238E27FC236}">
                    <a16:creationId xmlns:a16="http://schemas.microsoft.com/office/drawing/2014/main" id="{F41D0551-65F8-45DA-AF00-205CF984B0F8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F901F7C3-D8EE-4FAE-A1BB-0E0ADFED9485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1" name="Rectangle 510">
                <a:extLst>
                  <a:ext uri="{FF2B5EF4-FFF2-40B4-BE49-F238E27FC236}">
                    <a16:creationId xmlns:a16="http://schemas.microsoft.com/office/drawing/2014/main" id="{BE73BACE-360D-458B-BC49-758B82798551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2" name="Rectangle 511">
                <a:extLst>
                  <a:ext uri="{FF2B5EF4-FFF2-40B4-BE49-F238E27FC236}">
                    <a16:creationId xmlns:a16="http://schemas.microsoft.com/office/drawing/2014/main" id="{A06DA0DA-5135-4F3D-AC9D-B4F9C2BF5B53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0E2847B8-8FCA-4D27-93A9-B5E80E10DA98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5" name="Group 494">
              <a:extLst>
                <a:ext uri="{FF2B5EF4-FFF2-40B4-BE49-F238E27FC236}">
                  <a16:creationId xmlns:a16="http://schemas.microsoft.com/office/drawing/2014/main" id="{B7E3C0CC-0F7F-4A42-8BBB-AE8079975DBA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A3A26940-C366-4C96-8E39-164492EF9CAB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95450D81-1D12-4169-9FBD-E3E521944B41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2181ADBA-CEF0-4DBD-B0B3-A15D832F3FD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D5F4BD1C-EDA5-4E5E-947E-0543B6350ED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0D4F6334-62A3-4C15-8CBF-93D1EF1E7061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5673AD8F-68E5-498C-8270-8AED7DC99DBA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69E48B1C-CAA8-486D-9714-F004D6A62125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DF0D9EEF-40F4-48D7-9316-3B293531E55F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905E4D38-E269-4F0E-88E2-F2CDB55B2ABA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E3043403-284F-4149-A9B0-72CE395D070D}"/>
              </a:ext>
            </a:extLst>
          </p:cNvPr>
          <p:cNvGrpSpPr/>
          <p:nvPr/>
        </p:nvGrpSpPr>
        <p:grpSpPr>
          <a:xfrm>
            <a:off x="8699697" y="5140918"/>
            <a:ext cx="796285" cy="793255"/>
            <a:chOff x="9651794" y="5208440"/>
            <a:chExt cx="796285" cy="793255"/>
          </a:xfrm>
        </p:grpSpPr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A2844F9-3490-409C-B394-C087072A1170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705185CE-2116-4C49-9921-F8264964EA2B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B5431220-BE6A-4A34-888E-57ADD66762B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473351E5-B560-4992-B921-1B9CEFCE8BEC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71AB4DC5-5FDC-49D9-9E4C-07956E4C33BE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9D419536-0CDB-4EF8-ABA7-212F012B00C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F5653ACC-772D-43B0-AA3C-971F3D237C83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3C96B03C-ECCC-43E7-B9EE-6F1552803B2C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40B962FA-8CB7-43B3-9EEA-96883A112FF8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054DD293-AB36-49B2-AB58-11C6E2058AF4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5" name="Group 524">
              <a:extLst>
                <a:ext uri="{FF2B5EF4-FFF2-40B4-BE49-F238E27FC236}">
                  <a16:creationId xmlns:a16="http://schemas.microsoft.com/office/drawing/2014/main" id="{6B3954D8-368E-43C6-90C1-5CEAC8E56FD6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DE09C54E-AE83-471E-BCB8-77A436E216C3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5A40EFA5-460B-424A-954E-B86595AE26BF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8" name="Rectangle 537">
                <a:extLst>
                  <a:ext uri="{FF2B5EF4-FFF2-40B4-BE49-F238E27FC236}">
                    <a16:creationId xmlns:a16="http://schemas.microsoft.com/office/drawing/2014/main" id="{231B6CAB-7967-4D08-8A72-48482944EC22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9" name="Rectangle 538">
                <a:extLst>
                  <a:ext uri="{FF2B5EF4-FFF2-40B4-BE49-F238E27FC236}">
                    <a16:creationId xmlns:a16="http://schemas.microsoft.com/office/drawing/2014/main" id="{B77DBEE1-4EEE-41C4-BC2F-E9D691AA57B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89729DA5-7A37-4C79-B3B1-4BEE60B1DC1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1" name="Rectangle 540">
                <a:extLst>
                  <a:ext uri="{FF2B5EF4-FFF2-40B4-BE49-F238E27FC236}">
                    <a16:creationId xmlns:a16="http://schemas.microsoft.com/office/drawing/2014/main" id="{6DC07572-0950-4489-A912-D6D033B4646D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C9CEAC8C-544B-4116-B848-6F021941526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9C681B77-CDF6-400A-9A29-811AD1D84D2B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Rectangle 543">
                <a:extLst>
                  <a:ext uri="{FF2B5EF4-FFF2-40B4-BE49-F238E27FC236}">
                    <a16:creationId xmlns:a16="http://schemas.microsoft.com/office/drawing/2014/main" id="{70386532-AB21-4E07-A32C-00F9F2958B82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6" name="Group 525">
              <a:extLst>
                <a:ext uri="{FF2B5EF4-FFF2-40B4-BE49-F238E27FC236}">
                  <a16:creationId xmlns:a16="http://schemas.microsoft.com/office/drawing/2014/main" id="{6A9259E5-8DDB-4AE2-BE56-3BB5BAA0EF89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64089ED6-B2DC-4084-ABB3-994966D14790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8" name="Rectangle 527">
                <a:extLst>
                  <a:ext uri="{FF2B5EF4-FFF2-40B4-BE49-F238E27FC236}">
                    <a16:creationId xmlns:a16="http://schemas.microsoft.com/office/drawing/2014/main" id="{EE241B4D-D04C-4B53-8CD6-1D1E9938C419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249E44A9-446B-4D0E-927F-D121FAFD818D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6B31BFC1-7CAE-4D6B-8AE3-374C5B08A57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1" name="Rectangle 530">
                <a:extLst>
                  <a:ext uri="{FF2B5EF4-FFF2-40B4-BE49-F238E27FC236}">
                    <a16:creationId xmlns:a16="http://schemas.microsoft.com/office/drawing/2014/main" id="{7FA2E991-A030-4BBD-ADCA-9B2B193E8BB3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57B7D5A7-22F8-423A-97D5-AAE8BDB3AC44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Rectangle 532">
                <a:extLst>
                  <a:ext uri="{FF2B5EF4-FFF2-40B4-BE49-F238E27FC236}">
                    <a16:creationId xmlns:a16="http://schemas.microsoft.com/office/drawing/2014/main" id="{711B066A-B61A-45B3-BE2F-D728B383567A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4" name="Rectangle 533">
                <a:extLst>
                  <a:ext uri="{FF2B5EF4-FFF2-40B4-BE49-F238E27FC236}">
                    <a16:creationId xmlns:a16="http://schemas.microsoft.com/office/drawing/2014/main" id="{006416B1-0A0C-4195-9E88-8740DA4E6A13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5" name="Rectangle 534">
                <a:extLst>
                  <a:ext uri="{FF2B5EF4-FFF2-40B4-BE49-F238E27FC236}">
                    <a16:creationId xmlns:a16="http://schemas.microsoft.com/office/drawing/2014/main" id="{B9916E95-0B3E-4D8F-8191-737D9EC9B466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39CD8CB2-A33E-4F94-905B-F91D15ACFA73}"/>
              </a:ext>
            </a:extLst>
          </p:cNvPr>
          <p:cNvGrpSpPr/>
          <p:nvPr/>
        </p:nvGrpSpPr>
        <p:grpSpPr>
          <a:xfrm>
            <a:off x="9367727" y="5130966"/>
            <a:ext cx="796285" cy="793255"/>
            <a:chOff x="9651794" y="5208440"/>
            <a:chExt cx="796285" cy="793255"/>
          </a:xfrm>
        </p:grpSpPr>
        <p:grpSp>
          <p:nvGrpSpPr>
            <p:cNvPr id="555" name="Group 554">
              <a:extLst>
                <a:ext uri="{FF2B5EF4-FFF2-40B4-BE49-F238E27FC236}">
                  <a16:creationId xmlns:a16="http://schemas.microsoft.com/office/drawing/2014/main" id="{E694DEC4-8995-4296-9948-15620A3BC5FC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576" name="Rectangle 575">
                <a:extLst>
                  <a:ext uri="{FF2B5EF4-FFF2-40B4-BE49-F238E27FC236}">
                    <a16:creationId xmlns:a16="http://schemas.microsoft.com/office/drawing/2014/main" id="{8C12E885-9510-4316-8B0C-082FBC7864E4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7" name="Rectangle 576">
                <a:extLst>
                  <a:ext uri="{FF2B5EF4-FFF2-40B4-BE49-F238E27FC236}">
                    <a16:creationId xmlns:a16="http://schemas.microsoft.com/office/drawing/2014/main" id="{67D7B0ED-83C3-4F89-BF66-0E6F86F95C6A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8" name="Rectangle 577">
                <a:extLst>
                  <a:ext uri="{FF2B5EF4-FFF2-40B4-BE49-F238E27FC236}">
                    <a16:creationId xmlns:a16="http://schemas.microsoft.com/office/drawing/2014/main" id="{25AF8409-2601-4D65-BF9B-9E42734B13EB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9" name="Rectangle 578">
                <a:extLst>
                  <a:ext uri="{FF2B5EF4-FFF2-40B4-BE49-F238E27FC236}">
                    <a16:creationId xmlns:a16="http://schemas.microsoft.com/office/drawing/2014/main" id="{A634162B-20A9-42BC-89D4-4B8825E3071F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0" name="Rectangle 579">
                <a:extLst>
                  <a:ext uri="{FF2B5EF4-FFF2-40B4-BE49-F238E27FC236}">
                    <a16:creationId xmlns:a16="http://schemas.microsoft.com/office/drawing/2014/main" id="{BD8BC66C-3656-4C18-8409-4FDD7082F728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1" name="Rectangle 580">
                <a:extLst>
                  <a:ext uri="{FF2B5EF4-FFF2-40B4-BE49-F238E27FC236}">
                    <a16:creationId xmlns:a16="http://schemas.microsoft.com/office/drawing/2014/main" id="{446B3170-2DF3-44E3-B5AA-D4F40CC27B85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Rectangle 581">
                <a:extLst>
                  <a:ext uri="{FF2B5EF4-FFF2-40B4-BE49-F238E27FC236}">
                    <a16:creationId xmlns:a16="http://schemas.microsoft.com/office/drawing/2014/main" id="{7A8FF8B0-5048-4B77-B30D-2DC59573A9F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Rectangle 582">
                <a:extLst>
                  <a:ext uri="{FF2B5EF4-FFF2-40B4-BE49-F238E27FC236}">
                    <a16:creationId xmlns:a16="http://schemas.microsoft.com/office/drawing/2014/main" id="{78865D75-3EA3-4A61-A69F-7F05ECC2CA39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4" name="Rectangle 583">
                <a:extLst>
                  <a:ext uri="{FF2B5EF4-FFF2-40B4-BE49-F238E27FC236}">
                    <a16:creationId xmlns:a16="http://schemas.microsoft.com/office/drawing/2014/main" id="{8C8C9CCC-B114-4F1C-A4EC-BAA17E6E5BB5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6" name="Group 555">
              <a:extLst>
                <a:ext uri="{FF2B5EF4-FFF2-40B4-BE49-F238E27FC236}">
                  <a16:creationId xmlns:a16="http://schemas.microsoft.com/office/drawing/2014/main" id="{E7CF97A4-6997-4BEB-8E6E-AC0D0F73FF9E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552AF4C5-6A53-4D34-B9DB-4923D3DB5252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8" name="Rectangle 567">
                <a:extLst>
                  <a:ext uri="{FF2B5EF4-FFF2-40B4-BE49-F238E27FC236}">
                    <a16:creationId xmlns:a16="http://schemas.microsoft.com/office/drawing/2014/main" id="{3C602200-BF3D-4B06-B5C3-62530B0DAB86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9" name="Rectangle 568">
                <a:extLst>
                  <a:ext uri="{FF2B5EF4-FFF2-40B4-BE49-F238E27FC236}">
                    <a16:creationId xmlns:a16="http://schemas.microsoft.com/office/drawing/2014/main" id="{7A017571-0313-4DD6-BD12-7E82994C400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0" name="Rectangle 569">
                <a:extLst>
                  <a:ext uri="{FF2B5EF4-FFF2-40B4-BE49-F238E27FC236}">
                    <a16:creationId xmlns:a16="http://schemas.microsoft.com/office/drawing/2014/main" id="{F2D93353-7F98-4BCC-B99A-4AEAC85D4CBF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1" name="Rectangle 570">
                <a:extLst>
                  <a:ext uri="{FF2B5EF4-FFF2-40B4-BE49-F238E27FC236}">
                    <a16:creationId xmlns:a16="http://schemas.microsoft.com/office/drawing/2014/main" id="{8990AE56-33EC-42AF-B224-1ED01F1D591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2" name="Rectangle 571">
                <a:extLst>
                  <a:ext uri="{FF2B5EF4-FFF2-40B4-BE49-F238E27FC236}">
                    <a16:creationId xmlns:a16="http://schemas.microsoft.com/office/drawing/2014/main" id="{E87FE793-CE69-44DE-98F6-A39088AA22D6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3" name="Rectangle 572">
                <a:extLst>
                  <a:ext uri="{FF2B5EF4-FFF2-40B4-BE49-F238E27FC236}">
                    <a16:creationId xmlns:a16="http://schemas.microsoft.com/office/drawing/2014/main" id="{AB60F301-25E1-4320-9C8D-1188A6D93BCB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4" name="Rectangle 573">
                <a:extLst>
                  <a:ext uri="{FF2B5EF4-FFF2-40B4-BE49-F238E27FC236}">
                    <a16:creationId xmlns:a16="http://schemas.microsoft.com/office/drawing/2014/main" id="{52C5CCB3-97E2-451F-8AC7-FD0A92BFA791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AA4EB6D6-E0BE-4479-BC6C-2FADDC743A1F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77EFD595-FE73-445B-AC8F-0E0BCBDF775B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95795A06-CCD0-40BC-B975-70BBBB325D87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9" name="Rectangle 558">
                <a:extLst>
                  <a:ext uri="{FF2B5EF4-FFF2-40B4-BE49-F238E27FC236}">
                    <a16:creationId xmlns:a16="http://schemas.microsoft.com/office/drawing/2014/main" id="{E8A32464-6844-450C-8D64-0D70B7795BA7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0" name="Rectangle 559">
                <a:extLst>
                  <a:ext uri="{FF2B5EF4-FFF2-40B4-BE49-F238E27FC236}">
                    <a16:creationId xmlns:a16="http://schemas.microsoft.com/office/drawing/2014/main" id="{14BEEC8C-29D9-49AE-B7F3-7CD0034B1110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1" name="Rectangle 560">
                <a:extLst>
                  <a:ext uri="{FF2B5EF4-FFF2-40B4-BE49-F238E27FC236}">
                    <a16:creationId xmlns:a16="http://schemas.microsoft.com/office/drawing/2014/main" id="{23C14300-0DEB-46C4-8D8C-3FD0DBD02F8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2E91503F-72DB-4E8B-8C6A-52234D6F92D6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3" name="Rectangle 562">
                <a:extLst>
                  <a:ext uri="{FF2B5EF4-FFF2-40B4-BE49-F238E27FC236}">
                    <a16:creationId xmlns:a16="http://schemas.microsoft.com/office/drawing/2014/main" id="{73ED4B68-9ED8-4A5E-872A-557988D5C619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4" name="Rectangle 563">
                <a:extLst>
                  <a:ext uri="{FF2B5EF4-FFF2-40B4-BE49-F238E27FC236}">
                    <a16:creationId xmlns:a16="http://schemas.microsoft.com/office/drawing/2014/main" id="{2F97E07C-FAF9-4932-991C-1D4EE121E8EC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5" name="Rectangle 564">
                <a:extLst>
                  <a:ext uri="{FF2B5EF4-FFF2-40B4-BE49-F238E27FC236}">
                    <a16:creationId xmlns:a16="http://schemas.microsoft.com/office/drawing/2014/main" id="{94A90B03-3A8D-4343-9726-DA267DB220B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6" name="Rectangle 565">
                <a:extLst>
                  <a:ext uri="{FF2B5EF4-FFF2-40B4-BE49-F238E27FC236}">
                    <a16:creationId xmlns:a16="http://schemas.microsoft.com/office/drawing/2014/main" id="{F1F3798E-1BB3-4902-93F2-437E2BC18133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F46FAFC3-62BE-415F-8F8C-7338D5C3EA18}"/>
              </a:ext>
            </a:extLst>
          </p:cNvPr>
          <p:cNvGrpSpPr/>
          <p:nvPr/>
        </p:nvGrpSpPr>
        <p:grpSpPr>
          <a:xfrm>
            <a:off x="5432466" y="3735962"/>
            <a:ext cx="796285" cy="793255"/>
            <a:chOff x="9651794" y="5208440"/>
            <a:chExt cx="796285" cy="793255"/>
          </a:xfrm>
        </p:grpSpPr>
        <p:grpSp>
          <p:nvGrpSpPr>
            <p:cNvPr id="586" name="Group 585">
              <a:extLst>
                <a:ext uri="{FF2B5EF4-FFF2-40B4-BE49-F238E27FC236}">
                  <a16:creationId xmlns:a16="http://schemas.microsoft.com/office/drawing/2014/main" id="{FB6A9C8E-F889-4C1C-A539-8BD9F9A0EA6B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607" name="Rectangle 606">
                <a:extLst>
                  <a:ext uri="{FF2B5EF4-FFF2-40B4-BE49-F238E27FC236}">
                    <a16:creationId xmlns:a16="http://schemas.microsoft.com/office/drawing/2014/main" id="{721E40DB-8683-46C6-9B61-C0864C99FB8D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8" name="Rectangle 607">
                <a:extLst>
                  <a:ext uri="{FF2B5EF4-FFF2-40B4-BE49-F238E27FC236}">
                    <a16:creationId xmlns:a16="http://schemas.microsoft.com/office/drawing/2014/main" id="{DDB15C30-FF80-4BF1-BE6B-966515632D5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B529E703-20D2-484D-88A8-2B55377F5732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0" name="Rectangle 609">
                <a:extLst>
                  <a:ext uri="{FF2B5EF4-FFF2-40B4-BE49-F238E27FC236}">
                    <a16:creationId xmlns:a16="http://schemas.microsoft.com/office/drawing/2014/main" id="{85D5480C-20B4-489D-834F-B2A099E8753A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1" name="Rectangle 610">
                <a:extLst>
                  <a:ext uri="{FF2B5EF4-FFF2-40B4-BE49-F238E27FC236}">
                    <a16:creationId xmlns:a16="http://schemas.microsoft.com/office/drawing/2014/main" id="{FF1B4487-4FD9-444D-A529-A4AB75EC83F0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80A57145-3013-44DF-938F-26645C4C4CA5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3ACE69BD-E716-43DD-8415-37FAAFCE6078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834DC250-5CE0-4769-AD31-AB98F17066B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58878E4A-9D0E-4668-A8AE-68DC88C16BE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7" name="Group 586">
              <a:extLst>
                <a:ext uri="{FF2B5EF4-FFF2-40B4-BE49-F238E27FC236}">
                  <a16:creationId xmlns:a16="http://schemas.microsoft.com/office/drawing/2014/main" id="{F42088FA-6B3A-404F-8BCC-43CA37755C2B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598" name="Rectangle 597">
                <a:extLst>
                  <a:ext uri="{FF2B5EF4-FFF2-40B4-BE49-F238E27FC236}">
                    <a16:creationId xmlns:a16="http://schemas.microsoft.com/office/drawing/2014/main" id="{23E6050A-8D56-4EE1-8021-165C38B7B7D4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9" name="Rectangle 598">
                <a:extLst>
                  <a:ext uri="{FF2B5EF4-FFF2-40B4-BE49-F238E27FC236}">
                    <a16:creationId xmlns:a16="http://schemas.microsoft.com/office/drawing/2014/main" id="{BC46F3F6-CF87-4FCA-8915-36F92505383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94FF9A5B-0E03-42F3-A599-92485E51150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A897D4C7-5AA4-4CEB-9CCA-03818DACDA7A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745EA3BB-B3F0-4314-9C1C-AFC6C6AB102B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3" name="Rectangle 602">
                <a:extLst>
                  <a:ext uri="{FF2B5EF4-FFF2-40B4-BE49-F238E27FC236}">
                    <a16:creationId xmlns:a16="http://schemas.microsoft.com/office/drawing/2014/main" id="{E23DE6B0-4EB3-4FE6-B4A4-D4B16B7BB37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4" name="Rectangle 603">
                <a:extLst>
                  <a:ext uri="{FF2B5EF4-FFF2-40B4-BE49-F238E27FC236}">
                    <a16:creationId xmlns:a16="http://schemas.microsoft.com/office/drawing/2014/main" id="{20193CB7-204D-4888-99E9-D904006957E8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5" name="Rectangle 604">
                <a:extLst>
                  <a:ext uri="{FF2B5EF4-FFF2-40B4-BE49-F238E27FC236}">
                    <a16:creationId xmlns:a16="http://schemas.microsoft.com/office/drawing/2014/main" id="{74CA492C-05EF-4D3A-B4B4-6C583EC63DB9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116E4CC2-07E7-4797-A499-1C06720A55F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4B40F270-CC56-428D-B500-B2A80147AD4B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DE9462C0-CBF0-4F9B-A192-5D3DB16EDE9A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8A22CD6A-34BD-4AA8-9B42-264185CC3A43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4B50A1F1-05E6-439D-9C32-1249BFFC7D1E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EA85756F-4436-40C9-B2D2-99EF16B4ED2C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6F84038E-709E-45D6-9E92-465EBFA8421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9F264AC9-1CC2-4F0F-A40B-9F0D085C6208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53D032E1-4A3D-4F16-BF94-30924751922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6" name="Rectangle 595">
                <a:extLst>
                  <a:ext uri="{FF2B5EF4-FFF2-40B4-BE49-F238E27FC236}">
                    <a16:creationId xmlns:a16="http://schemas.microsoft.com/office/drawing/2014/main" id="{D58F4269-C8F6-47B8-99E2-967FECC64BA6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7" name="Rectangle 596">
                <a:extLst>
                  <a:ext uri="{FF2B5EF4-FFF2-40B4-BE49-F238E27FC236}">
                    <a16:creationId xmlns:a16="http://schemas.microsoft.com/office/drawing/2014/main" id="{356CBC6E-95D7-4B12-A897-461C61048D2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E0F469EB-5FC7-4190-B06B-CA21FBC02048}"/>
              </a:ext>
            </a:extLst>
          </p:cNvPr>
          <p:cNvGrpSpPr/>
          <p:nvPr/>
        </p:nvGrpSpPr>
        <p:grpSpPr>
          <a:xfrm>
            <a:off x="4486086" y="3736928"/>
            <a:ext cx="796285" cy="793255"/>
            <a:chOff x="9651794" y="5208440"/>
            <a:chExt cx="796285" cy="793255"/>
          </a:xfrm>
          <a:solidFill>
            <a:srgbClr val="00B050"/>
          </a:solidFill>
        </p:grpSpPr>
        <p:grpSp>
          <p:nvGrpSpPr>
            <p:cNvPr id="619" name="Group 618">
              <a:extLst>
                <a:ext uri="{FF2B5EF4-FFF2-40B4-BE49-F238E27FC236}">
                  <a16:creationId xmlns:a16="http://schemas.microsoft.com/office/drawing/2014/main" id="{4490A6E3-EFDD-4303-95B9-56D7EA34BD8E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  <a:grpFill/>
          </p:grpSpPr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5435A089-CB29-4CB0-8E8D-0819D95A2FF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1" name="Rectangle 640">
                <a:extLst>
                  <a:ext uri="{FF2B5EF4-FFF2-40B4-BE49-F238E27FC236}">
                    <a16:creationId xmlns:a16="http://schemas.microsoft.com/office/drawing/2014/main" id="{6ED869B3-7102-471A-A09E-1F8951E44AD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B00525D7-0BA0-491D-945D-327085185107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3" name="Rectangle 642">
                <a:extLst>
                  <a:ext uri="{FF2B5EF4-FFF2-40B4-BE49-F238E27FC236}">
                    <a16:creationId xmlns:a16="http://schemas.microsoft.com/office/drawing/2014/main" id="{575779FB-49E6-4546-8335-C60F0DAFE22F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802B899E-9F04-4C9C-859D-D5969A80EEB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1FEDE741-6CB2-4F7F-828D-9C107F5057C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7383AB01-7E40-44C2-9960-3C77BB180AE8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9EB7183C-9B59-406D-A354-2DE817EB0EE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8" name="Rectangle 647">
                <a:extLst>
                  <a:ext uri="{FF2B5EF4-FFF2-40B4-BE49-F238E27FC236}">
                    <a16:creationId xmlns:a16="http://schemas.microsoft.com/office/drawing/2014/main" id="{D17D6863-979F-4F29-892B-AD7B0C6755E2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0" name="Group 619">
              <a:extLst>
                <a:ext uri="{FF2B5EF4-FFF2-40B4-BE49-F238E27FC236}">
                  <a16:creationId xmlns:a16="http://schemas.microsoft.com/office/drawing/2014/main" id="{C542255E-A76D-47BF-A790-A6191FE08339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  <a:grpFill/>
          </p:grpSpPr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151AD836-06C6-4556-9999-4FB3D4A05F0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2" name="Rectangle 631">
                <a:extLst>
                  <a:ext uri="{FF2B5EF4-FFF2-40B4-BE49-F238E27FC236}">
                    <a16:creationId xmlns:a16="http://schemas.microsoft.com/office/drawing/2014/main" id="{2EA28209-F547-4B36-B28B-CB7FAEC7BA0E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20F06881-34DF-4FC7-9DFB-237964F25859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D42ACB03-D27C-4129-BE15-92F2A51170A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E7315110-1F21-4AFD-AEF7-0196E345FB10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A16D0D89-84EA-46CC-B440-AB75546F02E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7" name="Rectangle 636">
                <a:extLst>
                  <a:ext uri="{FF2B5EF4-FFF2-40B4-BE49-F238E27FC236}">
                    <a16:creationId xmlns:a16="http://schemas.microsoft.com/office/drawing/2014/main" id="{5F07A84E-E059-4DC3-AB85-F9BD4CB8E7BE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8" name="Rectangle 637">
                <a:extLst>
                  <a:ext uri="{FF2B5EF4-FFF2-40B4-BE49-F238E27FC236}">
                    <a16:creationId xmlns:a16="http://schemas.microsoft.com/office/drawing/2014/main" id="{4CDADB86-8CB2-4A2F-B7BF-6309F61F9D4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E86360BA-DA7F-4BAF-8906-85A3C01D099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1" name="Group 620">
              <a:extLst>
                <a:ext uri="{FF2B5EF4-FFF2-40B4-BE49-F238E27FC236}">
                  <a16:creationId xmlns:a16="http://schemas.microsoft.com/office/drawing/2014/main" id="{CD0991AD-0720-4D97-8554-851C92702EE6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  <a:grpFill/>
          </p:grpSpPr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7CD7DC1D-925F-4600-AF60-0C70F3BDD2C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94EB2775-D91A-4262-828A-55A1033619EA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874E390C-1360-4627-B8D6-224B16D734E9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ABC17D01-583F-4995-A4CE-F5FE6A0656DF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0C0728CA-6BA1-4D3E-8488-321D38B55A0F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3EA57510-5180-4848-A260-274911B93477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EAD661CE-0746-491C-A150-A415165E7F4B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9867BE3D-AAEA-4CCA-9C99-46EAB548DFAB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05A3E68C-C74E-4933-A5CD-FCA71DC99BFC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34617654-FBDA-427B-948C-755BE5DBF11B}"/>
              </a:ext>
            </a:extLst>
          </p:cNvPr>
          <p:cNvCxnSpPr>
            <a:cxnSpLocks/>
          </p:cNvCxnSpPr>
          <p:nvPr/>
        </p:nvCxnSpPr>
        <p:spPr>
          <a:xfrm flipH="1">
            <a:off x="10293834" y="5428613"/>
            <a:ext cx="367882" cy="0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2" name="Group 651">
            <a:extLst>
              <a:ext uri="{FF2B5EF4-FFF2-40B4-BE49-F238E27FC236}">
                <a16:creationId xmlns:a16="http://schemas.microsoft.com/office/drawing/2014/main" id="{E7DDB8EC-49F5-4D3C-B377-35E4B08916B5}"/>
              </a:ext>
            </a:extLst>
          </p:cNvPr>
          <p:cNvGrpSpPr/>
          <p:nvPr/>
        </p:nvGrpSpPr>
        <p:grpSpPr>
          <a:xfrm>
            <a:off x="10879165" y="5130000"/>
            <a:ext cx="796285" cy="793255"/>
            <a:chOff x="9651794" y="5208440"/>
            <a:chExt cx="796285" cy="793255"/>
          </a:xfrm>
        </p:grpSpPr>
        <p:grpSp>
          <p:nvGrpSpPr>
            <p:cNvPr id="653" name="Group 652">
              <a:extLst>
                <a:ext uri="{FF2B5EF4-FFF2-40B4-BE49-F238E27FC236}">
                  <a16:creationId xmlns:a16="http://schemas.microsoft.com/office/drawing/2014/main" id="{6CA352B8-5144-4FEC-9F32-41A329A799FD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E6C4B0F3-8554-46E5-BB6D-A6D255A0B576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F20905DF-DBA4-49DF-BB59-6EF137791182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6" name="Rectangle 675">
                <a:extLst>
                  <a:ext uri="{FF2B5EF4-FFF2-40B4-BE49-F238E27FC236}">
                    <a16:creationId xmlns:a16="http://schemas.microsoft.com/office/drawing/2014/main" id="{4A8E649C-ADD3-4C90-A9A6-A914F65FEBDD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7" name="Rectangle 676">
                <a:extLst>
                  <a:ext uri="{FF2B5EF4-FFF2-40B4-BE49-F238E27FC236}">
                    <a16:creationId xmlns:a16="http://schemas.microsoft.com/office/drawing/2014/main" id="{06255C85-426C-494F-B530-6BED9E20E1E7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8" name="Rectangle 677">
                <a:extLst>
                  <a:ext uri="{FF2B5EF4-FFF2-40B4-BE49-F238E27FC236}">
                    <a16:creationId xmlns:a16="http://schemas.microsoft.com/office/drawing/2014/main" id="{A2DEB0B6-B5DE-44D7-B7C1-9A520AC5A2F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9" name="Rectangle 678">
                <a:extLst>
                  <a:ext uri="{FF2B5EF4-FFF2-40B4-BE49-F238E27FC236}">
                    <a16:creationId xmlns:a16="http://schemas.microsoft.com/office/drawing/2014/main" id="{8AF27319-4486-4339-A44D-9615306BE43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0" name="Rectangle 679">
                <a:extLst>
                  <a:ext uri="{FF2B5EF4-FFF2-40B4-BE49-F238E27FC236}">
                    <a16:creationId xmlns:a16="http://schemas.microsoft.com/office/drawing/2014/main" id="{76D88766-C142-4C51-9F33-0A9D75C7AC73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1" name="Rectangle 680">
                <a:extLst>
                  <a:ext uri="{FF2B5EF4-FFF2-40B4-BE49-F238E27FC236}">
                    <a16:creationId xmlns:a16="http://schemas.microsoft.com/office/drawing/2014/main" id="{D2BEDB13-473D-44CF-A2D1-D15381DCA8CC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2" name="Rectangle 681">
                <a:extLst>
                  <a:ext uri="{FF2B5EF4-FFF2-40B4-BE49-F238E27FC236}">
                    <a16:creationId xmlns:a16="http://schemas.microsoft.com/office/drawing/2014/main" id="{B4430D7C-4769-4A36-A117-3557571E6181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4" name="Group 653">
              <a:extLst>
                <a:ext uri="{FF2B5EF4-FFF2-40B4-BE49-F238E27FC236}">
                  <a16:creationId xmlns:a16="http://schemas.microsoft.com/office/drawing/2014/main" id="{9C94EA23-C9D0-4F3E-BCDB-E3922A519FE4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665" name="Rectangle 664">
                <a:extLst>
                  <a:ext uri="{FF2B5EF4-FFF2-40B4-BE49-F238E27FC236}">
                    <a16:creationId xmlns:a16="http://schemas.microsoft.com/office/drawing/2014/main" id="{851BEEF7-ECF7-4DF7-BE7E-2F3C2322CDED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1EEA0D29-38A4-41AC-AB52-666C2CA75D17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8029F2D0-34CC-4E74-B353-442F68DA33C2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8" name="Rectangle 667">
                <a:extLst>
                  <a:ext uri="{FF2B5EF4-FFF2-40B4-BE49-F238E27FC236}">
                    <a16:creationId xmlns:a16="http://schemas.microsoft.com/office/drawing/2014/main" id="{4E09D9BC-495A-4D1A-868E-4A0514E5CAB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C4492DC7-31E7-4190-8D20-318A62AD561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A77BF0A7-CD65-4DF5-8C55-CB879D7A2FB4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4DFBFD40-83C1-4E1C-8784-A62326F8BEDC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655A7ADA-6FD1-4167-B2AD-EC2E0020CB45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A51F0568-2FD4-4D05-8B82-7AF2A1A9B513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5" name="Group 654">
              <a:extLst>
                <a:ext uri="{FF2B5EF4-FFF2-40B4-BE49-F238E27FC236}">
                  <a16:creationId xmlns:a16="http://schemas.microsoft.com/office/drawing/2014/main" id="{D5420E74-ADB0-425C-B55A-92748FD9AEE4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656" name="Rectangle 655">
                <a:extLst>
                  <a:ext uri="{FF2B5EF4-FFF2-40B4-BE49-F238E27FC236}">
                    <a16:creationId xmlns:a16="http://schemas.microsoft.com/office/drawing/2014/main" id="{CE662925-B8D1-4D27-93BC-720F953EE1FE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7" name="Rectangle 656">
                <a:extLst>
                  <a:ext uri="{FF2B5EF4-FFF2-40B4-BE49-F238E27FC236}">
                    <a16:creationId xmlns:a16="http://schemas.microsoft.com/office/drawing/2014/main" id="{23F8EBCE-451B-438D-8232-BECD6756D849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8" name="Rectangle 657">
                <a:extLst>
                  <a:ext uri="{FF2B5EF4-FFF2-40B4-BE49-F238E27FC236}">
                    <a16:creationId xmlns:a16="http://schemas.microsoft.com/office/drawing/2014/main" id="{156DA051-EC55-4A9D-8DC3-F7AA27F7BE1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F85BC9A6-2F9E-420E-921B-DE3EF42B54E8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E4D7123D-0FB1-4837-8E55-0945E2D4C2D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0E804F7F-B688-4886-940C-643EEE62C98C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6D35AAA0-1C67-4D57-9D92-41CCB2B2EFD7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143ACDE4-17F8-4572-A387-F479EC5A9B16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3A75AFC7-04F3-4843-ACAC-D2E0CFBF2CF5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683" name="Straight Connector 682">
            <a:extLst>
              <a:ext uri="{FF2B5EF4-FFF2-40B4-BE49-F238E27FC236}">
                <a16:creationId xmlns:a16="http://schemas.microsoft.com/office/drawing/2014/main" id="{0F73D650-61D1-4DA7-A92C-D0A503BFF4A6}"/>
              </a:ext>
            </a:extLst>
          </p:cNvPr>
          <p:cNvCxnSpPr>
            <a:cxnSpLocks/>
          </p:cNvCxnSpPr>
          <p:nvPr/>
        </p:nvCxnSpPr>
        <p:spPr>
          <a:xfrm flipH="1">
            <a:off x="900005" y="4775398"/>
            <a:ext cx="169919" cy="273723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7969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BA4675-04CB-492F-B213-DEAC621AC604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475670" y="2961472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A0A4A95-8D97-4E96-AFA4-B252D95FFA02}"/>
              </a:ext>
            </a:extLst>
          </p:cNvPr>
          <p:cNvSpPr txBox="1"/>
          <p:nvPr/>
        </p:nvSpPr>
        <p:spPr>
          <a:xfrm>
            <a:off x="5487402" y="2582371"/>
            <a:ext cx="58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99CE7-93A5-4E08-887C-34677961F5D1}"/>
              </a:ext>
            </a:extLst>
          </p:cNvPr>
          <p:cNvGrpSpPr/>
          <p:nvPr/>
        </p:nvGrpSpPr>
        <p:grpSpPr>
          <a:xfrm>
            <a:off x="6081155" y="2786374"/>
            <a:ext cx="350195" cy="350195"/>
            <a:chOff x="3860124" y="2202910"/>
            <a:chExt cx="350195" cy="3501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32958A7-5017-4BF8-9D4E-1C7C5BB513E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659107C-C77A-4D5E-BBE3-B8F215EE1246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69BD0D-C56D-4128-A770-F596F07379DB}"/>
              </a:ext>
            </a:extLst>
          </p:cNvPr>
          <p:cNvCxnSpPr>
            <a:cxnSpLocks/>
          </p:cNvCxnSpPr>
          <p:nvPr/>
        </p:nvCxnSpPr>
        <p:spPr>
          <a:xfrm>
            <a:off x="6431350" y="2951703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8D5FAF6-0FB9-49D9-83B2-41040AB3628A}"/>
              </a:ext>
            </a:extLst>
          </p:cNvPr>
          <p:cNvSpPr txBox="1"/>
          <p:nvPr/>
        </p:nvSpPr>
        <p:spPr>
          <a:xfrm>
            <a:off x="6964949" y="2311152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E3D428-9E14-409C-A667-5173798C24C9}"/>
              </a:ext>
            </a:extLst>
          </p:cNvPr>
          <p:cNvGrpSpPr/>
          <p:nvPr/>
        </p:nvGrpSpPr>
        <p:grpSpPr>
          <a:xfrm>
            <a:off x="7840346" y="2832561"/>
            <a:ext cx="350195" cy="350195"/>
            <a:chOff x="3860124" y="2202910"/>
            <a:chExt cx="350195" cy="3501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D07190-4B43-4523-B9C5-3F5E7CCFAD6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27A521E9-E898-4D83-86A1-8C734B7B920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B522AC2-5688-447A-BD25-AF4C09B6E045}"/>
              </a:ext>
            </a:extLst>
          </p:cNvPr>
          <p:cNvCxnSpPr>
            <a:cxnSpLocks/>
          </p:cNvCxnSpPr>
          <p:nvPr/>
        </p:nvCxnSpPr>
        <p:spPr>
          <a:xfrm>
            <a:off x="7598910" y="3007658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519826-07B4-47DB-B3A3-39DAD6AE2E91}"/>
              </a:ext>
            </a:extLst>
          </p:cNvPr>
          <p:cNvCxnSpPr>
            <a:cxnSpLocks/>
          </p:cNvCxnSpPr>
          <p:nvPr/>
        </p:nvCxnSpPr>
        <p:spPr>
          <a:xfrm>
            <a:off x="8190541" y="3005267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9B4C0DE-2E64-44A8-82FA-42BD4B49900A}"/>
              </a:ext>
            </a:extLst>
          </p:cNvPr>
          <p:cNvCxnSpPr>
            <a:cxnSpLocks/>
          </p:cNvCxnSpPr>
          <p:nvPr/>
        </p:nvCxnSpPr>
        <p:spPr>
          <a:xfrm>
            <a:off x="6647917" y="2516828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E36A4B3-37A7-45D5-9A6A-31C37A8B6F1A}"/>
              </a:ext>
            </a:extLst>
          </p:cNvPr>
          <p:cNvCxnSpPr>
            <a:cxnSpLocks/>
          </p:cNvCxnSpPr>
          <p:nvPr/>
        </p:nvCxnSpPr>
        <p:spPr>
          <a:xfrm flipV="1">
            <a:off x="6647917" y="2014732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71A70B-8FF7-4583-BCAC-7A7E54791300}"/>
              </a:ext>
            </a:extLst>
          </p:cNvPr>
          <p:cNvCxnSpPr>
            <a:cxnSpLocks/>
          </p:cNvCxnSpPr>
          <p:nvPr/>
        </p:nvCxnSpPr>
        <p:spPr>
          <a:xfrm>
            <a:off x="6647917" y="2014732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1761FD-A8A3-42BA-9218-56286218A6FB}"/>
              </a:ext>
            </a:extLst>
          </p:cNvPr>
          <p:cNvCxnSpPr>
            <a:cxnSpLocks/>
          </p:cNvCxnSpPr>
          <p:nvPr/>
        </p:nvCxnSpPr>
        <p:spPr>
          <a:xfrm flipV="1">
            <a:off x="8382580" y="2014732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rapezoid 57">
            <a:extLst>
              <a:ext uri="{FF2B5EF4-FFF2-40B4-BE49-F238E27FC236}">
                <a16:creationId xmlns:a16="http://schemas.microsoft.com/office/drawing/2014/main" id="{84E9056F-E91E-4AC6-972D-83044D6E8306}"/>
              </a:ext>
            </a:extLst>
          </p:cNvPr>
          <p:cNvSpPr/>
          <p:nvPr/>
        </p:nvSpPr>
        <p:spPr>
          <a:xfrm rot="5400000">
            <a:off x="8405352" y="2835532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960A8CF-30E5-4368-861A-F252B057E2F6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9546602" y="3007659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2F4C5CA-D83D-4609-BEA3-AB5B880A7644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5475670" y="3404987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FC06FCF-5FBC-4195-B611-923EC75F61A6}"/>
              </a:ext>
            </a:extLst>
          </p:cNvPr>
          <p:cNvGrpSpPr/>
          <p:nvPr/>
        </p:nvGrpSpPr>
        <p:grpSpPr>
          <a:xfrm>
            <a:off x="6081155" y="3229889"/>
            <a:ext cx="350195" cy="350195"/>
            <a:chOff x="3860124" y="2202910"/>
            <a:chExt cx="350195" cy="35019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36E8817-08B3-4F50-A5C9-FF3F13713C6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B6DEFAA5-8EF9-48EB-B5C6-E3D21BF8D13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7A58A24-A323-4465-BAEB-9AE54D2C4EF8}"/>
              </a:ext>
            </a:extLst>
          </p:cNvPr>
          <p:cNvSpPr txBox="1"/>
          <p:nvPr/>
        </p:nvSpPr>
        <p:spPr>
          <a:xfrm>
            <a:off x="5487402" y="3025886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357F21-EDD4-40D2-ABAC-BEF4BEAB5224}"/>
              </a:ext>
            </a:extLst>
          </p:cNvPr>
          <p:cNvGrpSpPr/>
          <p:nvPr/>
        </p:nvGrpSpPr>
        <p:grpSpPr>
          <a:xfrm>
            <a:off x="9196407" y="2832561"/>
            <a:ext cx="350195" cy="350195"/>
            <a:chOff x="3860124" y="2202910"/>
            <a:chExt cx="350195" cy="35019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F11E03E-3D35-4CA9-8EB1-6BA2D9AF8B5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FF907043-2640-41F6-95E1-8F4629C947B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E3693D-8C37-47B3-9225-ACE167165038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8940387" y="3005267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A6A3AD3-AAA8-4152-84C5-00033F520955}"/>
              </a:ext>
            </a:extLst>
          </p:cNvPr>
          <p:cNvSpPr txBox="1"/>
          <p:nvPr/>
        </p:nvSpPr>
        <p:spPr>
          <a:xfrm>
            <a:off x="9922330" y="2617547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22B4CA4-A43E-4123-BF69-8B9BC717BE26}"/>
              </a:ext>
            </a:extLst>
          </p:cNvPr>
          <p:cNvCxnSpPr>
            <a:cxnSpLocks/>
          </p:cNvCxnSpPr>
          <p:nvPr/>
        </p:nvCxnSpPr>
        <p:spPr>
          <a:xfrm>
            <a:off x="6431350" y="3404987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40C27C6-FDF2-4883-8FBF-9EDB6B14FFFE}"/>
              </a:ext>
            </a:extLst>
          </p:cNvPr>
          <p:cNvSpPr txBox="1"/>
          <p:nvPr/>
        </p:nvSpPr>
        <p:spPr>
          <a:xfrm>
            <a:off x="7747705" y="249481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663524-8518-4E96-A060-8B3A3F5E310D}"/>
              </a:ext>
            </a:extLst>
          </p:cNvPr>
          <p:cNvSpPr txBox="1"/>
          <p:nvPr/>
        </p:nvSpPr>
        <p:spPr>
          <a:xfrm>
            <a:off x="10130154" y="30258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A833DE-0264-49B2-BBC0-CB3931309AFD}"/>
              </a:ext>
            </a:extLst>
          </p:cNvPr>
          <p:cNvSpPr txBox="1"/>
          <p:nvPr/>
        </p:nvSpPr>
        <p:spPr>
          <a:xfrm>
            <a:off x="8442432" y="3412124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81" name="Left Bracket 80">
            <a:extLst>
              <a:ext uri="{FF2B5EF4-FFF2-40B4-BE49-F238E27FC236}">
                <a16:creationId xmlns:a16="http://schemas.microsoft.com/office/drawing/2014/main" id="{3DC55D7E-02E5-4ECC-A760-38E7E8C67358}"/>
              </a:ext>
            </a:extLst>
          </p:cNvPr>
          <p:cNvSpPr/>
          <p:nvPr/>
        </p:nvSpPr>
        <p:spPr>
          <a:xfrm>
            <a:off x="4046629" y="680491"/>
            <a:ext cx="155737" cy="311744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7C426F3-429B-4A2E-A205-07243C2B4FCF}"/>
              </a:ext>
            </a:extLst>
          </p:cNvPr>
          <p:cNvCxnSpPr>
            <a:cxnSpLocks/>
          </p:cNvCxnSpPr>
          <p:nvPr/>
        </p:nvCxnSpPr>
        <p:spPr>
          <a:xfrm>
            <a:off x="1190918" y="805648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DAA48FC-709A-46E0-9FD5-E7CA274DFA4F}"/>
              </a:ext>
            </a:extLst>
          </p:cNvPr>
          <p:cNvSpPr txBox="1"/>
          <p:nvPr/>
        </p:nvSpPr>
        <p:spPr>
          <a:xfrm>
            <a:off x="1566646" y="415536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2D6EE9-7A45-4E1D-9741-B72FD20AA9A0}"/>
              </a:ext>
            </a:extLst>
          </p:cNvPr>
          <p:cNvSpPr txBox="1"/>
          <p:nvPr/>
        </p:nvSpPr>
        <p:spPr>
          <a:xfrm>
            <a:off x="1774470" y="8238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4520A3B-BAC6-49CA-8093-0D1E9F27B9F4}"/>
              </a:ext>
            </a:extLst>
          </p:cNvPr>
          <p:cNvGrpSpPr/>
          <p:nvPr/>
        </p:nvGrpSpPr>
        <p:grpSpPr>
          <a:xfrm>
            <a:off x="2547710" y="630550"/>
            <a:ext cx="350195" cy="350195"/>
            <a:chOff x="3860124" y="2202910"/>
            <a:chExt cx="350195" cy="35019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D3805CF-683B-4014-B234-14839A681E82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5969044B-F5A2-4ABD-967A-37FD0CE3EA6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7D9754F-BC54-4B97-93A5-C0CE5B0DD2AE}"/>
              </a:ext>
            </a:extLst>
          </p:cNvPr>
          <p:cNvCxnSpPr>
            <a:cxnSpLocks/>
          </p:cNvCxnSpPr>
          <p:nvPr/>
        </p:nvCxnSpPr>
        <p:spPr>
          <a:xfrm>
            <a:off x="2879019" y="816722"/>
            <a:ext cx="5510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E2D3571-1DD2-45CF-9644-F947C1B1D630}"/>
              </a:ext>
            </a:extLst>
          </p:cNvPr>
          <p:cNvSpPr txBox="1"/>
          <p:nvPr/>
        </p:nvSpPr>
        <p:spPr>
          <a:xfrm>
            <a:off x="4822692" y="949628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ichan</a:t>
            </a:r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9DF3588-7036-4D50-90A5-487CCA5716E0}"/>
              </a:ext>
            </a:extLst>
          </p:cNvPr>
          <p:cNvSpPr txBox="1"/>
          <p:nvPr/>
        </p:nvSpPr>
        <p:spPr>
          <a:xfrm>
            <a:off x="4595303" y="553904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ochan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80766-F1A4-468E-8E5D-ED78CB85A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971794" y="2942593"/>
            <a:ext cx="5660627" cy="11034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6D940248-C1EC-41BB-B6C7-9A3DE86BF294}"/>
              </a:ext>
            </a:extLst>
          </p:cNvPr>
          <p:cNvSpPr txBox="1"/>
          <p:nvPr/>
        </p:nvSpPr>
        <p:spPr>
          <a:xfrm>
            <a:off x="2897575" y="415536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F8DDEB3-3679-4094-B723-0EA18C03959D}"/>
              </a:ext>
            </a:extLst>
          </p:cNvPr>
          <p:cNvSpPr/>
          <p:nvPr/>
        </p:nvSpPr>
        <p:spPr>
          <a:xfrm>
            <a:off x="3433778" y="458071"/>
            <a:ext cx="2063824" cy="599215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D5EB3E-80EA-47B3-9E89-75599EB985D5}"/>
              </a:ext>
            </a:extLst>
          </p:cNvPr>
          <p:cNvSpPr txBox="1"/>
          <p:nvPr/>
        </p:nvSpPr>
        <p:spPr>
          <a:xfrm>
            <a:off x="3832062" y="6307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 0..n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E14EA7-90B5-4565-963E-942D8CB2A149}"/>
              </a:ext>
            </a:extLst>
          </p:cNvPr>
          <p:cNvSpPr txBox="1"/>
          <p:nvPr/>
        </p:nvSpPr>
        <p:spPr>
          <a:xfrm rot="16200000">
            <a:off x="3229488" y="1973013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row buffer</a:t>
            </a:r>
          </a:p>
        </p:txBody>
      </p:sp>
      <p:sp>
        <p:nvSpPr>
          <p:cNvPr id="79" name="Left Bracket 78">
            <a:extLst>
              <a:ext uri="{FF2B5EF4-FFF2-40B4-BE49-F238E27FC236}">
                <a16:creationId xmlns:a16="http://schemas.microsoft.com/office/drawing/2014/main" id="{6726A44E-7822-4ACF-A77C-F75A6C641904}"/>
              </a:ext>
            </a:extLst>
          </p:cNvPr>
          <p:cNvSpPr/>
          <p:nvPr/>
        </p:nvSpPr>
        <p:spPr>
          <a:xfrm>
            <a:off x="4043106" y="3837997"/>
            <a:ext cx="141706" cy="2446893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AB90B9-5234-46F2-8172-30F93C75B245}"/>
              </a:ext>
            </a:extLst>
          </p:cNvPr>
          <p:cNvSpPr txBox="1"/>
          <p:nvPr/>
        </p:nvSpPr>
        <p:spPr>
          <a:xfrm rot="16200000">
            <a:off x="3378943" y="4666731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weights</a:t>
            </a:r>
          </a:p>
        </p:txBody>
      </p:sp>
    </p:spTree>
    <p:extLst>
      <p:ext uri="{BB962C8B-B14F-4D97-AF65-F5344CB8AC3E}">
        <p14:creationId xmlns:p14="http://schemas.microsoft.com/office/powerpoint/2010/main" val="2920056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ECD8-888E-4630-BED5-258DB23E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340839-2917-4B4F-940E-1059F83C3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93336"/>
            <a:ext cx="4967491" cy="44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F1791DB-1952-45BD-B4CD-D4152E6F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939" y="4340099"/>
            <a:ext cx="3297727" cy="1611869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B1CE64-3A7A-4560-82A3-E01AF455CCDE}"/>
              </a:ext>
            </a:extLst>
          </p:cNvPr>
          <p:cNvCxnSpPr>
            <a:cxnSpLocks/>
          </p:cNvCxnSpPr>
          <p:nvPr/>
        </p:nvCxnSpPr>
        <p:spPr>
          <a:xfrm flipH="1" flipV="1">
            <a:off x="4859867" y="4470400"/>
            <a:ext cx="2091266" cy="759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49EAA64-8F81-448A-883C-7A0D7275E167}"/>
              </a:ext>
            </a:extLst>
          </p:cNvPr>
          <p:cNvCxnSpPr>
            <a:cxnSpLocks/>
          </p:cNvCxnSpPr>
          <p:nvPr/>
        </p:nvCxnSpPr>
        <p:spPr>
          <a:xfrm flipH="1" flipV="1">
            <a:off x="4699000" y="3429000"/>
            <a:ext cx="3293533" cy="1481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6A48AA7-9B18-4AE2-916E-3773B0819EFD}"/>
              </a:ext>
            </a:extLst>
          </p:cNvPr>
          <p:cNvCxnSpPr>
            <a:cxnSpLocks/>
          </p:cNvCxnSpPr>
          <p:nvPr/>
        </p:nvCxnSpPr>
        <p:spPr>
          <a:xfrm flipH="1" flipV="1">
            <a:off x="5156200" y="2870200"/>
            <a:ext cx="4377267" cy="22758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5ACC027-A4C6-4F3D-9030-0F6F61B5A227}"/>
              </a:ext>
            </a:extLst>
          </p:cNvPr>
          <p:cNvSpPr/>
          <p:nvPr/>
        </p:nvSpPr>
        <p:spPr>
          <a:xfrm>
            <a:off x="4800600" y="4243105"/>
            <a:ext cx="169334" cy="5320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7404D1-362B-4F71-8B2C-0D02F74BE96C}"/>
              </a:ext>
            </a:extLst>
          </p:cNvPr>
          <p:cNvSpPr/>
          <p:nvPr/>
        </p:nvSpPr>
        <p:spPr>
          <a:xfrm>
            <a:off x="4656668" y="3318932"/>
            <a:ext cx="169332" cy="2794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1F071A-D83E-4CC1-B633-F524B25EFBBE}"/>
              </a:ext>
            </a:extLst>
          </p:cNvPr>
          <p:cNvSpPr/>
          <p:nvPr/>
        </p:nvSpPr>
        <p:spPr>
          <a:xfrm>
            <a:off x="4986867" y="2681633"/>
            <a:ext cx="338665" cy="3579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96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B252863-7C31-4F11-9378-0EF94AA521E8}"/>
              </a:ext>
            </a:extLst>
          </p:cNvPr>
          <p:cNvGrpSpPr/>
          <p:nvPr/>
        </p:nvGrpSpPr>
        <p:grpSpPr>
          <a:xfrm>
            <a:off x="1032083" y="36723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D209B5-94B3-4933-B45E-7F556D7ED04E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598B94-D066-43C7-9CF9-3D13F118ED3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BBA570-B841-4A69-99A9-D1D1FFD6143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3160C5-A6E6-4271-9C9A-E0B5D16CFF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FB31AD-199C-46A9-898E-A0D3FFBA8CE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63E487-E0AD-4E21-98B2-06F4E0C03EED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DE3135-A429-4666-B07C-E14B69B635B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888CCF-9C5E-4AAA-87D2-A934890121A5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376E0E-798D-4359-A9B1-C078581A402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0F4F81-57EB-490A-936B-56FDD0522722}"/>
              </a:ext>
            </a:extLst>
          </p:cNvPr>
          <p:cNvGrpSpPr/>
          <p:nvPr/>
        </p:nvGrpSpPr>
        <p:grpSpPr>
          <a:xfrm>
            <a:off x="879683" y="35199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2CA6CB-16BD-4590-90F0-1FD5D137AEC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474B89C-8432-4077-9F33-2EEE712C4322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B846BC-A1C2-4265-BB65-BC923045A68E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D22E0C-4757-4FA9-95A1-4BE234EFDF1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AD34D2-BE36-41FC-92F7-AC942CCE712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BB4E48-DE05-4E11-A7FB-1E1CF464D6E4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4859F3-D08F-4711-A557-132F3F6EC492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5E55E-1358-457C-91CF-930EB1651F0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1C0BF4-6E7D-4A23-93F9-8D56B034FE85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9F2901-B2F6-4130-9B7B-1D49D60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CNN dot product using FPGA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943C8-38E3-41CE-994C-6A05DA33D725}"/>
              </a:ext>
            </a:extLst>
          </p:cNvPr>
          <p:cNvSpPr txBox="1"/>
          <p:nvPr/>
        </p:nvSpPr>
        <p:spPr>
          <a:xfrm>
            <a:off x="624969" y="2636206"/>
            <a:ext cx="151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patch</a:t>
            </a:r>
          </a:p>
          <a:p>
            <a:r>
              <a:rPr lang="en-US" dirty="0"/>
              <a:t>[3,3,ichan]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676BB6-57A4-48D5-96D8-D96B58EFD81C}"/>
              </a:ext>
            </a:extLst>
          </p:cNvPr>
          <p:cNvGrpSpPr/>
          <p:nvPr/>
        </p:nvGrpSpPr>
        <p:grpSpPr>
          <a:xfrm>
            <a:off x="727283" y="33675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3D16E6-F938-4077-BC43-19C5549070D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364DB3-E4DE-4537-BB5E-00E44EEAA048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29DB9-B503-46A2-83A5-426E58FEA9D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B5FC1-7493-4577-A67E-29BE31A903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E9A126-1DB4-46E9-8566-9DEDBA925AE8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0D88B-797F-4A3A-957F-F73960D2E51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E1A370-689E-4A29-AE7B-297D4CFC4893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B7EE32-5DCE-4471-8B67-6DF66A8B0B2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DAB7DD-6E56-4CAE-9995-3F7DF828089C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B72BC64-3870-4210-BBA2-AF5CD9A7177B}"/>
              </a:ext>
            </a:extLst>
          </p:cNvPr>
          <p:cNvGrpSpPr/>
          <p:nvPr/>
        </p:nvGrpSpPr>
        <p:grpSpPr>
          <a:xfrm>
            <a:off x="3220624" y="28306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9423D0-4C18-457F-A0CD-6118CF7E7EA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3DFCD8-D4C1-4E4F-899F-C9A618512D99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A8EE49-E6BD-4918-BD92-4F5AE1B61A7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6974BF-8F91-4349-A0C0-5216C26D0A1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09167AD-E405-405E-9D28-2F60AD9773C7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0D9C83-72FA-4237-8658-437E11E8A95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BB8620-1237-4412-B8AD-540C1A6A44AB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BA50A7-C390-48E0-B2B1-DF9167BF9A83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8AD0D0A-80E7-4BA8-861F-F31C6D6F688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549CEA-CD72-40FF-B7C9-3BA2112B3AFA}"/>
              </a:ext>
            </a:extLst>
          </p:cNvPr>
          <p:cNvGrpSpPr/>
          <p:nvPr/>
        </p:nvGrpSpPr>
        <p:grpSpPr>
          <a:xfrm>
            <a:off x="3068224" y="26782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9452844-73DF-4E09-8C1B-FEF29CC26F2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16282C0-7697-4F48-AC68-07EED099C87A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8E6B84-C389-4215-8456-E436B1F9D55A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F9D5EC-1C09-415A-9FAC-F9F0F7CB3D54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463C63-9B87-4ACA-84D9-4764861B9756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0253723-5EB8-4749-AF13-539E13FC3830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6AAEAED-3B55-4712-860F-D4BAD9D5295C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A1C4FA-0D36-4EBD-AFC9-DEFC0D0FD53F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ABE8FD-6F91-41D8-BA4D-E7F10CA9902D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3EF08BB-2FAB-4410-91DF-4224E4436768}"/>
              </a:ext>
            </a:extLst>
          </p:cNvPr>
          <p:cNvGrpSpPr/>
          <p:nvPr/>
        </p:nvGrpSpPr>
        <p:grpSpPr>
          <a:xfrm>
            <a:off x="2915824" y="25258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955B484-CB99-4A09-A637-0CCEF997094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0E79F2-6325-4950-A6CB-920DFD06D5A3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3650E8B-9FB6-4773-9536-E0B9E8147AE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0416219-95E8-44E7-9BF3-A974C1DCA1C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C4BA2B7-0515-4269-9236-55152D1512F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B1A1BBB-5016-403F-955D-DA3E077D02D1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4E7B37-82A8-4891-AD1F-345642862218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E7FD66-0EC7-4EBF-A3FB-FABCE69C9C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98A5D6-8CB3-4ECB-8BB1-3D0BC9C0BFA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544FFE7-1BCD-4645-A587-7E844A3D2735}"/>
              </a:ext>
            </a:extLst>
          </p:cNvPr>
          <p:cNvSpPr txBox="1"/>
          <p:nvPr/>
        </p:nvSpPr>
        <p:spPr>
          <a:xfrm>
            <a:off x="2813157" y="1865430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  <a:p>
            <a:r>
              <a:rPr lang="en-US" dirty="0"/>
              <a:t>[ochan,3,3,ichan]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8638E8-F6FA-4742-965A-08A3008D039A}"/>
              </a:ext>
            </a:extLst>
          </p:cNvPr>
          <p:cNvGrpSpPr/>
          <p:nvPr/>
        </p:nvGrpSpPr>
        <p:grpSpPr>
          <a:xfrm>
            <a:off x="3222756" y="43352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0AE3CCE-79BD-4D58-B0E5-9D782FF1FF40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7EE5ED7-EA6F-4FF8-B2B3-8DC49521458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BB48594-9B79-442A-AB8C-E947C7B1BA89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37C3FD5-EDDF-4B8B-B88C-4314E21FC5D1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512A61-0DDF-476B-BFA9-50E50FEE836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70D0A78-007C-44B4-BED3-0506FEDAF40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9C26B9-D382-4D87-A218-CBCC087C7C36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57312D8-2B8B-4DEF-A96B-F64F78CE04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1C40D6C-C8DE-4A5C-88CE-71E9056688F1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A7A438-6021-48C9-880B-8C162CEFBCE9}"/>
              </a:ext>
            </a:extLst>
          </p:cNvPr>
          <p:cNvGrpSpPr/>
          <p:nvPr/>
        </p:nvGrpSpPr>
        <p:grpSpPr>
          <a:xfrm>
            <a:off x="3070356" y="41828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565F0A2-7B6F-440B-A3B1-8FC6484A1BF2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638FBC7-CBDC-42CE-A443-B315B4ECB2D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0E1408B-B02D-4F8D-9EE9-94E8E3F117B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37419F-A743-48F9-9384-AF6A5507962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92B3E0C-07E8-4A66-B883-4CF9BFB0FDBB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06ED5B6-9A1E-4C04-9AD2-EDA15C57DCE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6F24DE-9090-428D-B3D5-BB6AA02A449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158B646-363D-4DD4-B655-241618739C34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850B23D-B58F-49A3-B1A2-B8FDB805D47A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5328531-6E23-4B8D-BB01-57AF17673520}"/>
              </a:ext>
            </a:extLst>
          </p:cNvPr>
          <p:cNvGrpSpPr/>
          <p:nvPr/>
        </p:nvGrpSpPr>
        <p:grpSpPr>
          <a:xfrm>
            <a:off x="2917956" y="40304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131E4B6-BA9C-4643-B754-8233AC82C53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D5CC4C8-9854-4557-801C-E9FD288FA1D0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1FB2FAE-5CFB-4984-92E6-108B14728792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51381E-9C6C-4A93-A1D1-C5219FA00A55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51BC145-CA28-4915-A2F6-AA94961D229E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80F588C-905F-4E8E-8E25-27EBFE296C88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FFD4B2E-9ABE-4696-9A1F-C658E429B7B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60A8F4A-813B-4E39-AC74-3827216F1C27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62964D3-2C34-4204-BA13-47F980064A1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4AC6642-806D-4940-A0D5-423E3056E40F}"/>
              </a:ext>
            </a:extLst>
          </p:cNvPr>
          <p:cNvCxnSpPr>
            <a:cxnSpLocks/>
          </p:cNvCxnSpPr>
          <p:nvPr/>
        </p:nvCxnSpPr>
        <p:spPr>
          <a:xfrm flipV="1">
            <a:off x="2134077" y="3089109"/>
            <a:ext cx="664773" cy="583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1F208E9-9DDD-489F-9258-AED7B7813A54}"/>
              </a:ext>
            </a:extLst>
          </p:cNvPr>
          <p:cNvCxnSpPr>
            <a:cxnSpLocks/>
          </p:cNvCxnSpPr>
          <p:nvPr/>
        </p:nvCxnSpPr>
        <p:spPr>
          <a:xfrm>
            <a:off x="2097984" y="4408877"/>
            <a:ext cx="637274" cy="11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DB612FA-45C8-47FB-9F2F-F7C80EA0CA24}"/>
              </a:ext>
            </a:extLst>
          </p:cNvPr>
          <p:cNvCxnSpPr>
            <a:cxnSpLocks/>
          </p:cNvCxnSpPr>
          <p:nvPr/>
        </p:nvCxnSpPr>
        <p:spPr>
          <a:xfrm>
            <a:off x="4249362" y="3476539"/>
            <a:ext cx="619789" cy="281317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3B1BC4B-025E-4169-AB78-6484C8A3BD02}"/>
              </a:ext>
            </a:extLst>
          </p:cNvPr>
          <p:cNvSpPr/>
          <p:nvPr/>
        </p:nvSpPr>
        <p:spPr>
          <a:xfrm>
            <a:off x="5261245" y="41268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75D6472-F0EA-428F-A88C-2F34C6D87736}"/>
              </a:ext>
            </a:extLst>
          </p:cNvPr>
          <p:cNvSpPr/>
          <p:nvPr/>
        </p:nvSpPr>
        <p:spPr>
          <a:xfrm>
            <a:off x="5108845" y="39744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6650F8F-BA1F-4897-92EB-3F088B6F73F5}"/>
              </a:ext>
            </a:extLst>
          </p:cNvPr>
          <p:cNvSpPr/>
          <p:nvPr/>
        </p:nvSpPr>
        <p:spPr>
          <a:xfrm>
            <a:off x="4952180" y="3817789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CD2028-283B-493A-8017-4E0F979DDE95}"/>
              </a:ext>
            </a:extLst>
          </p:cNvPr>
          <p:cNvSpPr txBox="1"/>
          <p:nvPr/>
        </p:nvSpPr>
        <p:spPr>
          <a:xfrm>
            <a:off x="4849537" y="3071169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</a:t>
            </a:r>
          </a:p>
          <a:p>
            <a:r>
              <a:rPr lang="en-US" dirty="0"/>
              <a:t>[1,1,ochan]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946FC0F-CD0C-481E-BCB5-956F43346580}"/>
              </a:ext>
            </a:extLst>
          </p:cNvPr>
          <p:cNvCxnSpPr>
            <a:cxnSpLocks/>
          </p:cNvCxnSpPr>
          <p:nvPr/>
        </p:nvCxnSpPr>
        <p:spPr>
          <a:xfrm flipV="1">
            <a:off x="4249362" y="4299006"/>
            <a:ext cx="661303" cy="25019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42445D5-8BA2-4E87-88A0-290ACA78C60D}"/>
              </a:ext>
            </a:extLst>
          </p:cNvPr>
          <p:cNvCxnSpPr>
            <a:cxnSpLocks/>
          </p:cNvCxnSpPr>
          <p:nvPr/>
        </p:nvCxnSpPr>
        <p:spPr>
          <a:xfrm>
            <a:off x="3655351" y="5487250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AFCB326-5655-49E7-BE62-8EAE582D55AD}"/>
              </a:ext>
            </a:extLst>
          </p:cNvPr>
          <p:cNvCxnSpPr>
            <a:cxnSpLocks/>
          </p:cNvCxnSpPr>
          <p:nvPr/>
        </p:nvCxnSpPr>
        <p:spPr>
          <a:xfrm>
            <a:off x="5657053" y="4531172"/>
            <a:ext cx="209417" cy="164552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29E8183-6596-4528-9BF3-55943B7077EA}"/>
              </a:ext>
            </a:extLst>
          </p:cNvPr>
          <p:cNvCxnSpPr>
            <a:cxnSpLocks/>
            <a:stCxn id="166" idx="0"/>
          </p:cNvCxnSpPr>
          <p:nvPr/>
        </p:nvCxnSpPr>
        <p:spPr>
          <a:xfrm flipH="1" flipV="1">
            <a:off x="1562392" y="4800936"/>
            <a:ext cx="302320" cy="45001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31E44FF-09EA-4DEE-8DFD-AFDA48C07B01}"/>
              </a:ext>
            </a:extLst>
          </p:cNvPr>
          <p:cNvCxnSpPr>
            <a:cxnSpLocks/>
            <a:stCxn id="166" idx="0"/>
          </p:cNvCxnSpPr>
          <p:nvPr/>
        </p:nvCxnSpPr>
        <p:spPr>
          <a:xfrm flipV="1">
            <a:off x="1864712" y="4961862"/>
            <a:ext cx="907939" cy="2890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76856C98-913B-40B3-920C-07B1AC81D952}"/>
              </a:ext>
            </a:extLst>
          </p:cNvPr>
          <p:cNvSpPr txBox="1"/>
          <p:nvPr/>
        </p:nvSpPr>
        <p:spPr>
          <a:xfrm>
            <a:off x="1216137" y="5250951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same shape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61AD3C30-0113-4E68-8C19-3FD75F0E24C6}"/>
              </a:ext>
            </a:extLst>
          </p:cNvPr>
          <p:cNvSpPr/>
          <p:nvPr/>
        </p:nvSpPr>
        <p:spPr>
          <a:xfrm>
            <a:off x="533401" y="1758422"/>
            <a:ext cx="5639648" cy="4573858"/>
          </a:xfrm>
          <a:custGeom>
            <a:avLst/>
            <a:gdLst>
              <a:gd name="connsiteX0" fmla="*/ 0 w 5639648"/>
              <a:gd name="connsiteY0" fmla="*/ 0 h 4573858"/>
              <a:gd name="connsiteX1" fmla="*/ 626628 w 5639648"/>
              <a:gd name="connsiteY1" fmla="*/ 0 h 4573858"/>
              <a:gd name="connsiteX2" fmla="*/ 1140462 w 5639648"/>
              <a:gd name="connsiteY2" fmla="*/ 0 h 4573858"/>
              <a:gd name="connsiteX3" fmla="*/ 1710693 w 5639648"/>
              <a:gd name="connsiteY3" fmla="*/ 0 h 4573858"/>
              <a:gd name="connsiteX4" fmla="*/ 2393717 w 5639648"/>
              <a:gd name="connsiteY4" fmla="*/ 0 h 4573858"/>
              <a:gd name="connsiteX5" fmla="*/ 3076741 w 5639648"/>
              <a:gd name="connsiteY5" fmla="*/ 0 h 4573858"/>
              <a:gd name="connsiteX6" fmla="*/ 3590576 w 5639648"/>
              <a:gd name="connsiteY6" fmla="*/ 0 h 4573858"/>
              <a:gd name="connsiteX7" fmla="*/ 4160807 w 5639648"/>
              <a:gd name="connsiteY7" fmla="*/ 0 h 4573858"/>
              <a:gd name="connsiteX8" fmla="*/ 4843831 w 5639648"/>
              <a:gd name="connsiteY8" fmla="*/ 0 h 4573858"/>
              <a:gd name="connsiteX9" fmla="*/ 5639648 w 5639648"/>
              <a:gd name="connsiteY9" fmla="*/ 0 h 4573858"/>
              <a:gd name="connsiteX10" fmla="*/ 5639648 w 5639648"/>
              <a:gd name="connsiteY10" fmla="*/ 561931 h 4573858"/>
              <a:gd name="connsiteX11" fmla="*/ 5639648 w 5639648"/>
              <a:gd name="connsiteY11" fmla="*/ 1261078 h 4573858"/>
              <a:gd name="connsiteX12" fmla="*/ 5639648 w 5639648"/>
              <a:gd name="connsiteY12" fmla="*/ 2005963 h 4573858"/>
              <a:gd name="connsiteX13" fmla="*/ 5639648 w 5639648"/>
              <a:gd name="connsiteY13" fmla="*/ 2613633 h 4573858"/>
              <a:gd name="connsiteX14" fmla="*/ 5639648 w 5639648"/>
              <a:gd name="connsiteY14" fmla="*/ 3358519 h 4573858"/>
              <a:gd name="connsiteX15" fmla="*/ 5639648 w 5639648"/>
              <a:gd name="connsiteY15" fmla="*/ 3966188 h 4573858"/>
              <a:gd name="connsiteX16" fmla="*/ 5639648 w 5639648"/>
              <a:gd name="connsiteY16" fmla="*/ 4573858 h 4573858"/>
              <a:gd name="connsiteX17" fmla="*/ 5125813 w 5639648"/>
              <a:gd name="connsiteY17" fmla="*/ 4573858 h 4573858"/>
              <a:gd name="connsiteX18" fmla="*/ 4555582 w 5639648"/>
              <a:gd name="connsiteY18" fmla="*/ 4573858 h 4573858"/>
              <a:gd name="connsiteX19" fmla="*/ 4041748 w 5639648"/>
              <a:gd name="connsiteY19" fmla="*/ 4573858 h 4573858"/>
              <a:gd name="connsiteX20" fmla="*/ 3415120 w 5639648"/>
              <a:gd name="connsiteY20" fmla="*/ 4573858 h 4573858"/>
              <a:gd name="connsiteX21" fmla="*/ 2844889 w 5639648"/>
              <a:gd name="connsiteY21" fmla="*/ 4573858 h 4573858"/>
              <a:gd name="connsiteX22" fmla="*/ 2387451 w 5639648"/>
              <a:gd name="connsiteY22" fmla="*/ 4573858 h 4573858"/>
              <a:gd name="connsiteX23" fmla="*/ 1648030 w 5639648"/>
              <a:gd name="connsiteY23" fmla="*/ 4573858 h 4573858"/>
              <a:gd name="connsiteX24" fmla="*/ 965006 w 5639648"/>
              <a:gd name="connsiteY24" fmla="*/ 4573858 h 4573858"/>
              <a:gd name="connsiteX25" fmla="*/ 0 w 5639648"/>
              <a:gd name="connsiteY25" fmla="*/ 4573858 h 4573858"/>
              <a:gd name="connsiteX26" fmla="*/ 0 w 5639648"/>
              <a:gd name="connsiteY26" fmla="*/ 3966188 h 4573858"/>
              <a:gd name="connsiteX27" fmla="*/ 0 w 5639648"/>
              <a:gd name="connsiteY27" fmla="*/ 3358519 h 4573858"/>
              <a:gd name="connsiteX28" fmla="*/ 0 w 5639648"/>
              <a:gd name="connsiteY28" fmla="*/ 2705110 h 4573858"/>
              <a:gd name="connsiteX29" fmla="*/ 0 w 5639648"/>
              <a:gd name="connsiteY29" fmla="*/ 2051702 h 4573858"/>
              <a:gd name="connsiteX30" fmla="*/ 0 w 5639648"/>
              <a:gd name="connsiteY30" fmla="*/ 1444032 h 4573858"/>
              <a:gd name="connsiteX31" fmla="*/ 0 w 5639648"/>
              <a:gd name="connsiteY31" fmla="*/ 699147 h 4573858"/>
              <a:gd name="connsiteX32" fmla="*/ 0 w 5639648"/>
              <a:gd name="connsiteY32" fmla="*/ 0 h 4573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639648" h="4573858" extrusionOk="0">
                <a:moveTo>
                  <a:pt x="0" y="0"/>
                </a:moveTo>
                <a:cubicBezTo>
                  <a:pt x="230085" y="26342"/>
                  <a:pt x="337380" y="26803"/>
                  <a:pt x="626628" y="0"/>
                </a:cubicBezTo>
                <a:cubicBezTo>
                  <a:pt x="915876" y="-26803"/>
                  <a:pt x="922278" y="899"/>
                  <a:pt x="1140462" y="0"/>
                </a:cubicBezTo>
                <a:cubicBezTo>
                  <a:pt x="1358646" y="-899"/>
                  <a:pt x="1495083" y="10929"/>
                  <a:pt x="1710693" y="0"/>
                </a:cubicBezTo>
                <a:cubicBezTo>
                  <a:pt x="1926303" y="-10929"/>
                  <a:pt x="2191418" y="-10993"/>
                  <a:pt x="2393717" y="0"/>
                </a:cubicBezTo>
                <a:cubicBezTo>
                  <a:pt x="2596016" y="10993"/>
                  <a:pt x="2843630" y="-8695"/>
                  <a:pt x="3076741" y="0"/>
                </a:cubicBezTo>
                <a:cubicBezTo>
                  <a:pt x="3309852" y="8695"/>
                  <a:pt x="3473874" y="-10311"/>
                  <a:pt x="3590576" y="0"/>
                </a:cubicBezTo>
                <a:cubicBezTo>
                  <a:pt x="3707279" y="10311"/>
                  <a:pt x="3887107" y="19124"/>
                  <a:pt x="4160807" y="0"/>
                </a:cubicBezTo>
                <a:cubicBezTo>
                  <a:pt x="4434507" y="-19124"/>
                  <a:pt x="4571239" y="-31249"/>
                  <a:pt x="4843831" y="0"/>
                </a:cubicBezTo>
                <a:cubicBezTo>
                  <a:pt x="5116423" y="31249"/>
                  <a:pt x="5410049" y="-32383"/>
                  <a:pt x="5639648" y="0"/>
                </a:cubicBezTo>
                <a:cubicBezTo>
                  <a:pt x="5628080" y="249509"/>
                  <a:pt x="5628123" y="345220"/>
                  <a:pt x="5639648" y="561931"/>
                </a:cubicBezTo>
                <a:cubicBezTo>
                  <a:pt x="5651173" y="778642"/>
                  <a:pt x="5635081" y="1004230"/>
                  <a:pt x="5639648" y="1261078"/>
                </a:cubicBezTo>
                <a:cubicBezTo>
                  <a:pt x="5644215" y="1517926"/>
                  <a:pt x="5629092" y="1657972"/>
                  <a:pt x="5639648" y="2005963"/>
                </a:cubicBezTo>
                <a:cubicBezTo>
                  <a:pt x="5650204" y="2353955"/>
                  <a:pt x="5666380" y="2441204"/>
                  <a:pt x="5639648" y="2613633"/>
                </a:cubicBezTo>
                <a:cubicBezTo>
                  <a:pt x="5612917" y="2786062"/>
                  <a:pt x="5637622" y="3069557"/>
                  <a:pt x="5639648" y="3358519"/>
                </a:cubicBezTo>
                <a:cubicBezTo>
                  <a:pt x="5641674" y="3647481"/>
                  <a:pt x="5633263" y="3811615"/>
                  <a:pt x="5639648" y="3966188"/>
                </a:cubicBezTo>
                <a:cubicBezTo>
                  <a:pt x="5646033" y="4120761"/>
                  <a:pt x="5614570" y="4406403"/>
                  <a:pt x="5639648" y="4573858"/>
                </a:cubicBezTo>
                <a:cubicBezTo>
                  <a:pt x="5489769" y="4592270"/>
                  <a:pt x="5268202" y="4577051"/>
                  <a:pt x="5125813" y="4573858"/>
                </a:cubicBezTo>
                <a:cubicBezTo>
                  <a:pt x="4983424" y="4570665"/>
                  <a:pt x="4830848" y="4596049"/>
                  <a:pt x="4555582" y="4573858"/>
                </a:cubicBezTo>
                <a:cubicBezTo>
                  <a:pt x="4280316" y="4551667"/>
                  <a:pt x="4241793" y="4558125"/>
                  <a:pt x="4041748" y="4573858"/>
                </a:cubicBezTo>
                <a:cubicBezTo>
                  <a:pt x="3841703" y="4589591"/>
                  <a:pt x="3661811" y="4567517"/>
                  <a:pt x="3415120" y="4573858"/>
                </a:cubicBezTo>
                <a:cubicBezTo>
                  <a:pt x="3168429" y="4580199"/>
                  <a:pt x="3008720" y="4592527"/>
                  <a:pt x="2844889" y="4573858"/>
                </a:cubicBezTo>
                <a:cubicBezTo>
                  <a:pt x="2681058" y="4555189"/>
                  <a:pt x="2592511" y="4553885"/>
                  <a:pt x="2387451" y="4573858"/>
                </a:cubicBezTo>
                <a:cubicBezTo>
                  <a:pt x="2182391" y="4593831"/>
                  <a:pt x="1992420" y="4547413"/>
                  <a:pt x="1648030" y="4573858"/>
                </a:cubicBezTo>
                <a:cubicBezTo>
                  <a:pt x="1303640" y="4600303"/>
                  <a:pt x="1300369" y="4562193"/>
                  <a:pt x="965006" y="4573858"/>
                </a:cubicBezTo>
                <a:cubicBezTo>
                  <a:pt x="629643" y="4585523"/>
                  <a:pt x="228404" y="4530152"/>
                  <a:pt x="0" y="4573858"/>
                </a:cubicBezTo>
                <a:cubicBezTo>
                  <a:pt x="30052" y="4435091"/>
                  <a:pt x="-24234" y="4185729"/>
                  <a:pt x="0" y="3966188"/>
                </a:cubicBezTo>
                <a:cubicBezTo>
                  <a:pt x="24234" y="3746647"/>
                  <a:pt x="-6202" y="3600318"/>
                  <a:pt x="0" y="3358519"/>
                </a:cubicBezTo>
                <a:cubicBezTo>
                  <a:pt x="6202" y="3116720"/>
                  <a:pt x="-8011" y="2854110"/>
                  <a:pt x="0" y="2705110"/>
                </a:cubicBezTo>
                <a:cubicBezTo>
                  <a:pt x="8011" y="2556110"/>
                  <a:pt x="-32622" y="2273230"/>
                  <a:pt x="0" y="2051702"/>
                </a:cubicBezTo>
                <a:cubicBezTo>
                  <a:pt x="32622" y="1830174"/>
                  <a:pt x="4739" y="1712524"/>
                  <a:pt x="0" y="1444032"/>
                </a:cubicBezTo>
                <a:cubicBezTo>
                  <a:pt x="-4739" y="1175540"/>
                  <a:pt x="11016" y="887801"/>
                  <a:pt x="0" y="699147"/>
                </a:cubicBezTo>
                <a:cubicBezTo>
                  <a:pt x="-11016" y="510494"/>
                  <a:pt x="-18108" y="181888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F65C13B-41C6-4DA6-A8CE-2C11EC95085E}"/>
              </a:ext>
            </a:extLst>
          </p:cNvPr>
          <p:cNvSpPr txBox="1"/>
          <p:nvPr/>
        </p:nvSpPr>
        <p:spPr>
          <a:xfrm>
            <a:off x="5326477" y="5911904"/>
            <a:ext cx="65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dot.v</a:t>
            </a:r>
            <a:endParaRPr lang="en-US" i="1" dirty="0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B9DEB0A-0D19-4DC2-B667-83CD8D502CE4}"/>
              </a:ext>
            </a:extLst>
          </p:cNvPr>
          <p:cNvCxnSpPr>
            <a:cxnSpLocks/>
            <a:stCxn id="184" idx="0"/>
          </p:cNvCxnSpPr>
          <p:nvPr/>
        </p:nvCxnSpPr>
        <p:spPr>
          <a:xfrm flipH="1" flipV="1">
            <a:off x="4699210" y="4644274"/>
            <a:ext cx="296756" cy="79134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6421675-6EBA-4D21-AF02-1663601E6651}"/>
              </a:ext>
            </a:extLst>
          </p:cNvPr>
          <p:cNvSpPr txBox="1"/>
          <p:nvPr/>
        </p:nvSpPr>
        <p:spPr>
          <a:xfrm>
            <a:off x="4357009" y="5435617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dot product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2BBDD9D-245D-4242-BD4C-3490160E5DC7}"/>
              </a:ext>
            </a:extLst>
          </p:cNvPr>
          <p:cNvSpPr txBox="1"/>
          <p:nvPr/>
        </p:nvSpPr>
        <p:spPr>
          <a:xfrm>
            <a:off x="8464421" y="2232303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81BAB52-F307-40BA-A75C-38D1A0486543}"/>
              </a:ext>
            </a:extLst>
          </p:cNvPr>
          <p:cNvSpPr/>
          <p:nvPr/>
        </p:nvSpPr>
        <p:spPr>
          <a:xfrm>
            <a:off x="727283" y="3367552"/>
            <a:ext cx="927197" cy="93145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FFD1781-3EF4-49BD-B6E2-71B92F1AF3A5}"/>
              </a:ext>
            </a:extLst>
          </p:cNvPr>
          <p:cNvSpPr/>
          <p:nvPr/>
        </p:nvSpPr>
        <p:spPr>
          <a:xfrm>
            <a:off x="2915823" y="2530122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04FC237-E276-4CA6-AC41-E7DE262A6F83}"/>
              </a:ext>
            </a:extLst>
          </p:cNvPr>
          <p:cNvSpPr txBox="1"/>
          <p:nvPr/>
        </p:nvSpPr>
        <p:spPr>
          <a:xfrm>
            <a:off x="8464421" y="2624488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E17AF61-3BA0-431D-8715-FE056D381E41}"/>
              </a:ext>
            </a:extLst>
          </p:cNvPr>
          <p:cNvSpPr/>
          <p:nvPr/>
        </p:nvSpPr>
        <p:spPr>
          <a:xfrm>
            <a:off x="2922221" y="4030408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7B52B29-56A2-4D45-B385-E0E6E706DD78}"/>
              </a:ext>
            </a:extLst>
          </p:cNvPr>
          <p:cNvSpPr txBox="1"/>
          <p:nvPr/>
        </p:nvSpPr>
        <p:spPr>
          <a:xfrm>
            <a:off x="9238585" y="2232303"/>
            <a:ext cx="650437" cy="76151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7F8E70A-CCC6-4162-AB00-78A9DAAADA78}"/>
              </a:ext>
            </a:extLst>
          </p:cNvPr>
          <p:cNvSpPr txBox="1"/>
          <p:nvPr/>
        </p:nvSpPr>
        <p:spPr>
          <a:xfrm>
            <a:off x="8464421" y="3101357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C8E5BAA7-E74B-4A91-AAA6-D38B08D33F9A}"/>
              </a:ext>
            </a:extLst>
          </p:cNvPr>
          <p:cNvSpPr txBox="1"/>
          <p:nvPr/>
        </p:nvSpPr>
        <p:spPr>
          <a:xfrm>
            <a:off x="8464421" y="3493542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BF8B129-077E-4C8B-8162-DA53A57961AB}"/>
              </a:ext>
            </a:extLst>
          </p:cNvPr>
          <p:cNvSpPr txBox="1"/>
          <p:nvPr/>
        </p:nvSpPr>
        <p:spPr>
          <a:xfrm>
            <a:off x="9238585" y="3101357"/>
            <a:ext cx="650437" cy="76151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3395951E-BB4B-451C-983F-A1217DA1185F}"/>
              </a:ext>
            </a:extLst>
          </p:cNvPr>
          <p:cNvSpPr txBox="1"/>
          <p:nvPr/>
        </p:nvSpPr>
        <p:spPr>
          <a:xfrm>
            <a:off x="8464421" y="4710961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054B7E34-6B24-4E5F-B697-9FFE8076E28E}"/>
              </a:ext>
            </a:extLst>
          </p:cNvPr>
          <p:cNvSpPr txBox="1"/>
          <p:nvPr/>
        </p:nvSpPr>
        <p:spPr>
          <a:xfrm>
            <a:off x="8464421" y="5103146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0830E6BD-DE87-42D0-AE19-8E5216E70B75}"/>
              </a:ext>
            </a:extLst>
          </p:cNvPr>
          <p:cNvSpPr txBox="1"/>
          <p:nvPr/>
        </p:nvSpPr>
        <p:spPr>
          <a:xfrm>
            <a:off x="9238585" y="4710961"/>
            <a:ext cx="650437" cy="76151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3D4FF3C-14FF-4D25-9E9C-75EC5E8E9BCA}"/>
              </a:ext>
            </a:extLst>
          </p:cNvPr>
          <p:cNvCxnSpPr/>
          <p:nvPr/>
        </p:nvCxnSpPr>
        <p:spPr>
          <a:xfrm>
            <a:off x="9183072" y="4135951"/>
            <a:ext cx="0" cy="369651"/>
          </a:xfrm>
          <a:prstGeom prst="line">
            <a:avLst/>
          </a:prstGeom>
          <a:ln w="635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rapezoid 210">
            <a:extLst>
              <a:ext uri="{FF2B5EF4-FFF2-40B4-BE49-F238E27FC236}">
                <a16:creationId xmlns:a16="http://schemas.microsoft.com/office/drawing/2014/main" id="{9EA1CF72-803E-45BA-989C-783D04AC8198}"/>
              </a:ext>
            </a:extLst>
          </p:cNvPr>
          <p:cNvSpPr/>
          <p:nvPr/>
        </p:nvSpPr>
        <p:spPr>
          <a:xfrm rot="5400000">
            <a:off x="8665418" y="3578050"/>
            <a:ext cx="3319766" cy="498637"/>
          </a:xfrm>
          <a:prstGeom prst="trapezoid">
            <a:avLst>
              <a:gd name="adj" fmla="val 7923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E9042F0-6FCC-421A-9AC7-4C6377D0B61C}"/>
              </a:ext>
            </a:extLst>
          </p:cNvPr>
          <p:cNvCxnSpPr>
            <a:cxnSpLocks/>
            <a:endCxn id="195" idx="1"/>
          </p:cNvCxnSpPr>
          <p:nvPr/>
        </p:nvCxnSpPr>
        <p:spPr>
          <a:xfrm>
            <a:off x="8159416" y="2416969"/>
            <a:ext cx="3050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5A7BD4A2-0175-41DD-A143-20941D7258D7}"/>
              </a:ext>
            </a:extLst>
          </p:cNvPr>
          <p:cNvCxnSpPr>
            <a:cxnSpLocks/>
          </p:cNvCxnSpPr>
          <p:nvPr/>
        </p:nvCxnSpPr>
        <p:spPr>
          <a:xfrm>
            <a:off x="8159416" y="3316891"/>
            <a:ext cx="3050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79BAF3B8-A363-44AE-BD31-63221BB1F05C}"/>
              </a:ext>
            </a:extLst>
          </p:cNvPr>
          <p:cNvCxnSpPr>
            <a:cxnSpLocks/>
          </p:cNvCxnSpPr>
          <p:nvPr/>
        </p:nvCxnSpPr>
        <p:spPr>
          <a:xfrm>
            <a:off x="8159416" y="4924863"/>
            <a:ext cx="3050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D6EF76F4-5F96-4A6D-8271-FD0835078F2B}"/>
              </a:ext>
            </a:extLst>
          </p:cNvPr>
          <p:cNvCxnSpPr>
            <a:cxnSpLocks/>
          </p:cNvCxnSpPr>
          <p:nvPr/>
        </p:nvCxnSpPr>
        <p:spPr>
          <a:xfrm>
            <a:off x="9889022" y="2653509"/>
            <a:ext cx="1869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987572F3-852B-4F63-BF86-68D1329B623A}"/>
              </a:ext>
            </a:extLst>
          </p:cNvPr>
          <p:cNvCxnSpPr>
            <a:cxnSpLocks/>
          </p:cNvCxnSpPr>
          <p:nvPr/>
        </p:nvCxnSpPr>
        <p:spPr>
          <a:xfrm>
            <a:off x="9882419" y="3470689"/>
            <a:ext cx="1869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6B6EFA07-BB26-4B08-BDE3-9F758B14A846}"/>
              </a:ext>
            </a:extLst>
          </p:cNvPr>
          <p:cNvCxnSpPr>
            <a:cxnSpLocks/>
          </p:cNvCxnSpPr>
          <p:nvPr/>
        </p:nvCxnSpPr>
        <p:spPr>
          <a:xfrm>
            <a:off x="9895270" y="5069962"/>
            <a:ext cx="1869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0589F208-42C3-46E5-95BD-79CF26789915}"/>
              </a:ext>
            </a:extLst>
          </p:cNvPr>
          <p:cNvCxnSpPr>
            <a:cxnSpLocks/>
          </p:cNvCxnSpPr>
          <p:nvPr/>
        </p:nvCxnSpPr>
        <p:spPr>
          <a:xfrm>
            <a:off x="10600514" y="3933206"/>
            <a:ext cx="12617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AD2F1768-F346-417C-ADCC-295E7CAB6E7C}"/>
              </a:ext>
            </a:extLst>
          </p:cNvPr>
          <p:cNvCxnSpPr>
            <a:cxnSpLocks/>
          </p:cNvCxnSpPr>
          <p:nvPr/>
        </p:nvCxnSpPr>
        <p:spPr>
          <a:xfrm>
            <a:off x="6528412" y="3933206"/>
            <a:ext cx="163100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25E6BBC3-E65E-4B1E-8EB9-A21A00DF4C56}"/>
              </a:ext>
            </a:extLst>
          </p:cNvPr>
          <p:cNvSpPr txBox="1"/>
          <p:nvPr/>
        </p:nvSpPr>
        <p:spPr>
          <a:xfrm>
            <a:off x="8899371" y="5460250"/>
            <a:ext cx="65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dot.v</a:t>
            </a:r>
            <a:endParaRPr lang="en-US" i="1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C1BF59BC-D2C0-4556-9AC5-71A9CD38DDAE}"/>
              </a:ext>
            </a:extLst>
          </p:cNvPr>
          <p:cNvSpPr txBox="1"/>
          <p:nvPr/>
        </p:nvSpPr>
        <p:spPr>
          <a:xfrm>
            <a:off x="9929663" y="5645247"/>
            <a:ext cx="936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reorder mux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1C3E476-51BF-4C96-A98D-6DBC1BAB468F}"/>
              </a:ext>
            </a:extLst>
          </p:cNvPr>
          <p:cNvSpPr txBox="1"/>
          <p:nvPr/>
        </p:nvSpPr>
        <p:spPr>
          <a:xfrm>
            <a:off x="10062998" y="350020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CLB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B3A8AFD-E90E-47AF-8E0B-1EA81157A7F0}"/>
              </a:ext>
            </a:extLst>
          </p:cNvPr>
          <p:cNvSpPr txBox="1"/>
          <p:nvPr/>
        </p:nvSpPr>
        <p:spPr>
          <a:xfrm>
            <a:off x="6823336" y="3256191"/>
            <a:ext cx="671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  <a:p>
            <a:r>
              <a:rPr lang="en-US" dirty="0"/>
              <a:t>AXI-S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49E11F0-C7BE-402B-BFFC-B8E7B3A1117B}"/>
              </a:ext>
            </a:extLst>
          </p:cNvPr>
          <p:cNvSpPr txBox="1"/>
          <p:nvPr/>
        </p:nvSpPr>
        <p:spPr>
          <a:xfrm>
            <a:off x="10915990" y="3294031"/>
            <a:ext cx="671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  <a:p>
            <a:r>
              <a:rPr lang="en-US" dirty="0"/>
              <a:t>AXI-S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7D6CC6D-D20E-472E-B88E-81DD69D6F556}"/>
              </a:ext>
            </a:extLst>
          </p:cNvPr>
          <p:cNvSpPr txBox="1"/>
          <p:nvPr/>
        </p:nvSpPr>
        <p:spPr>
          <a:xfrm>
            <a:off x="7527102" y="1707773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2389303-7914-496F-B6C7-82AD1530BEF1}"/>
              </a:ext>
            </a:extLst>
          </p:cNvPr>
          <p:cNvSpPr txBox="1"/>
          <p:nvPr/>
        </p:nvSpPr>
        <p:spPr>
          <a:xfrm>
            <a:off x="6502909" y="3947524"/>
            <a:ext cx="1002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‘C’ order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20DFF85-2ADC-464E-BB92-DF08010D0471}"/>
              </a:ext>
            </a:extLst>
          </p:cNvPr>
          <p:cNvSpPr txBox="1"/>
          <p:nvPr/>
        </p:nvSpPr>
        <p:spPr>
          <a:xfrm>
            <a:off x="10887199" y="3947524"/>
            <a:ext cx="1002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‘C’ order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E779ABF-70B9-4ACB-8001-A0BE562C9ACD}"/>
              </a:ext>
            </a:extLst>
          </p:cNvPr>
          <p:cNvSpPr/>
          <p:nvPr/>
        </p:nvSpPr>
        <p:spPr>
          <a:xfrm>
            <a:off x="7514689" y="1734386"/>
            <a:ext cx="3336766" cy="4597893"/>
          </a:xfrm>
          <a:custGeom>
            <a:avLst/>
            <a:gdLst>
              <a:gd name="connsiteX0" fmla="*/ 0 w 3336766"/>
              <a:gd name="connsiteY0" fmla="*/ 0 h 4597893"/>
              <a:gd name="connsiteX1" fmla="*/ 667353 w 3336766"/>
              <a:gd name="connsiteY1" fmla="*/ 0 h 4597893"/>
              <a:gd name="connsiteX2" fmla="*/ 1267971 w 3336766"/>
              <a:gd name="connsiteY2" fmla="*/ 0 h 4597893"/>
              <a:gd name="connsiteX3" fmla="*/ 1901957 w 3336766"/>
              <a:gd name="connsiteY3" fmla="*/ 0 h 4597893"/>
              <a:gd name="connsiteX4" fmla="*/ 2602677 w 3336766"/>
              <a:gd name="connsiteY4" fmla="*/ 0 h 4597893"/>
              <a:gd name="connsiteX5" fmla="*/ 3336766 w 3336766"/>
              <a:gd name="connsiteY5" fmla="*/ 0 h 4597893"/>
              <a:gd name="connsiteX6" fmla="*/ 3336766 w 3336766"/>
              <a:gd name="connsiteY6" fmla="*/ 564884 h 4597893"/>
              <a:gd name="connsiteX7" fmla="*/ 3336766 w 3336766"/>
              <a:gd name="connsiteY7" fmla="*/ 1175747 h 4597893"/>
              <a:gd name="connsiteX8" fmla="*/ 3336766 w 3336766"/>
              <a:gd name="connsiteY8" fmla="*/ 1786610 h 4597893"/>
              <a:gd name="connsiteX9" fmla="*/ 3336766 w 3336766"/>
              <a:gd name="connsiteY9" fmla="*/ 2443452 h 4597893"/>
              <a:gd name="connsiteX10" fmla="*/ 3336766 w 3336766"/>
              <a:gd name="connsiteY10" fmla="*/ 3146272 h 4597893"/>
              <a:gd name="connsiteX11" fmla="*/ 3336766 w 3336766"/>
              <a:gd name="connsiteY11" fmla="*/ 3849093 h 4597893"/>
              <a:gd name="connsiteX12" fmla="*/ 3336766 w 3336766"/>
              <a:gd name="connsiteY12" fmla="*/ 4597893 h 4597893"/>
              <a:gd name="connsiteX13" fmla="*/ 2702780 w 3336766"/>
              <a:gd name="connsiteY13" fmla="*/ 4597893 h 4597893"/>
              <a:gd name="connsiteX14" fmla="*/ 2035427 w 3336766"/>
              <a:gd name="connsiteY14" fmla="*/ 4597893 h 4597893"/>
              <a:gd name="connsiteX15" fmla="*/ 1368074 w 3336766"/>
              <a:gd name="connsiteY15" fmla="*/ 4597893 h 4597893"/>
              <a:gd name="connsiteX16" fmla="*/ 633986 w 3336766"/>
              <a:gd name="connsiteY16" fmla="*/ 4597893 h 4597893"/>
              <a:gd name="connsiteX17" fmla="*/ 0 w 3336766"/>
              <a:gd name="connsiteY17" fmla="*/ 4597893 h 4597893"/>
              <a:gd name="connsiteX18" fmla="*/ 0 w 3336766"/>
              <a:gd name="connsiteY18" fmla="*/ 3987030 h 4597893"/>
              <a:gd name="connsiteX19" fmla="*/ 0 w 3336766"/>
              <a:gd name="connsiteY19" fmla="*/ 3468125 h 4597893"/>
              <a:gd name="connsiteX20" fmla="*/ 0 w 3336766"/>
              <a:gd name="connsiteY20" fmla="*/ 2857262 h 4597893"/>
              <a:gd name="connsiteX21" fmla="*/ 0 w 3336766"/>
              <a:gd name="connsiteY21" fmla="*/ 2292378 h 4597893"/>
              <a:gd name="connsiteX22" fmla="*/ 0 w 3336766"/>
              <a:gd name="connsiteY22" fmla="*/ 1773473 h 4597893"/>
              <a:gd name="connsiteX23" fmla="*/ 0 w 3336766"/>
              <a:gd name="connsiteY23" fmla="*/ 1070652 h 4597893"/>
              <a:gd name="connsiteX24" fmla="*/ 0 w 3336766"/>
              <a:gd name="connsiteY24" fmla="*/ 0 h 4597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336766" h="4597893" extrusionOk="0">
                <a:moveTo>
                  <a:pt x="0" y="0"/>
                </a:moveTo>
                <a:cubicBezTo>
                  <a:pt x="228740" y="-19567"/>
                  <a:pt x="350672" y="19756"/>
                  <a:pt x="667353" y="0"/>
                </a:cubicBezTo>
                <a:cubicBezTo>
                  <a:pt x="984034" y="-19756"/>
                  <a:pt x="1024451" y="16082"/>
                  <a:pt x="1267971" y="0"/>
                </a:cubicBezTo>
                <a:cubicBezTo>
                  <a:pt x="1511491" y="-16082"/>
                  <a:pt x="1663758" y="14145"/>
                  <a:pt x="1901957" y="0"/>
                </a:cubicBezTo>
                <a:cubicBezTo>
                  <a:pt x="2140156" y="-14145"/>
                  <a:pt x="2461956" y="-12219"/>
                  <a:pt x="2602677" y="0"/>
                </a:cubicBezTo>
                <a:cubicBezTo>
                  <a:pt x="2743398" y="12219"/>
                  <a:pt x="3140448" y="-1119"/>
                  <a:pt x="3336766" y="0"/>
                </a:cubicBezTo>
                <a:cubicBezTo>
                  <a:pt x="3339628" y="124502"/>
                  <a:pt x="3312667" y="302338"/>
                  <a:pt x="3336766" y="564884"/>
                </a:cubicBezTo>
                <a:cubicBezTo>
                  <a:pt x="3360865" y="827430"/>
                  <a:pt x="3330082" y="977678"/>
                  <a:pt x="3336766" y="1175747"/>
                </a:cubicBezTo>
                <a:cubicBezTo>
                  <a:pt x="3343450" y="1373816"/>
                  <a:pt x="3313179" y="1643487"/>
                  <a:pt x="3336766" y="1786610"/>
                </a:cubicBezTo>
                <a:cubicBezTo>
                  <a:pt x="3360353" y="1929733"/>
                  <a:pt x="3340915" y="2137564"/>
                  <a:pt x="3336766" y="2443452"/>
                </a:cubicBezTo>
                <a:cubicBezTo>
                  <a:pt x="3332617" y="2749340"/>
                  <a:pt x="3332814" y="2970579"/>
                  <a:pt x="3336766" y="3146272"/>
                </a:cubicBezTo>
                <a:cubicBezTo>
                  <a:pt x="3340718" y="3321965"/>
                  <a:pt x="3307132" y="3556958"/>
                  <a:pt x="3336766" y="3849093"/>
                </a:cubicBezTo>
                <a:cubicBezTo>
                  <a:pt x="3366400" y="4141228"/>
                  <a:pt x="3341490" y="4311791"/>
                  <a:pt x="3336766" y="4597893"/>
                </a:cubicBezTo>
                <a:cubicBezTo>
                  <a:pt x="3071745" y="4609528"/>
                  <a:pt x="2909226" y="4596876"/>
                  <a:pt x="2702780" y="4597893"/>
                </a:cubicBezTo>
                <a:cubicBezTo>
                  <a:pt x="2496334" y="4598910"/>
                  <a:pt x="2327133" y="4565933"/>
                  <a:pt x="2035427" y="4597893"/>
                </a:cubicBezTo>
                <a:cubicBezTo>
                  <a:pt x="1743721" y="4629853"/>
                  <a:pt x="1680079" y="4613106"/>
                  <a:pt x="1368074" y="4597893"/>
                </a:cubicBezTo>
                <a:cubicBezTo>
                  <a:pt x="1056069" y="4582680"/>
                  <a:pt x="824046" y="4598589"/>
                  <a:pt x="633986" y="4597893"/>
                </a:cubicBezTo>
                <a:cubicBezTo>
                  <a:pt x="443926" y="4597197"/>
                  <a:pt x="248618" y="4587998"/>
                  <a:pt x="0" y="4597893"/>
                </a:cubicBezTo>
                <a:cubicBezTo>
                  <a:pt x="-24821" y="4339232"/>
                  <a:pt x="6743" y="4178988"/>
                  <a:pt x="0" y="3987030"/>
                </a:cubicBezTo>
                <a:cubicBezTo>
                  <a:pt x="-6743" y="3795072"/>
                  <a:pt x="13329" y="3707302"/>
                  <a:pt x="0" y="3468125"/>
                </a:cubicBezTo>
                <a:cubicBezTo>
                  <a:pt x="-13329" y="3228948"/>
                  <a:pt x="9361" y="2997036"/>
                  <a:pt x="0" y="2857262"/>
                </a:cubicBezTo>
                <a:cubicBezTo>
                  <a:pt x="-9361" y="2717488"/>
                  <a:pt x="-13547" y="2435929"/>
                  <a:pt x="0" y="2292378"/>
                </a:cubicBezTo>
                <a:cubicBezTo>
                  <a:pt x="13547" y="2148827"/>
                  <a:pt x="21270" y="1946826"/>
                  <a:pt x="0" y="1773473"/>
                </a:cubicBezTo>
                <a:cubicBezTo>
                  <a:pt x="-21270" y="1600121"/>
                  <a:pt x="-24593" y="1356609"/>
                  <a:pt x="0" y="1070652"/>
                </a:cubicBezTo>
                <a:cubicBezTo>
                  <a:pt x="24593" y="784695"/>
                  <a:pt x="-8481" y="307360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6A3FF023-7C51-4C3C-9B13-25104CD8BFAE}"/>
              </a:ext>
            </a:extLst>
          </p:cNvPr>
          <p:cNvCxnSpPr>
            <a:cxnSpLocks/>
          </p:cNvCxnSpPr>
          <p:nvPr/>
        </p:nvCxnSpPr>
        <p:spPr>
          <a:xfrm flipV="1">
            <a:off x="8159416" y="2416969"/>
            <a:ext cx="0" cy="25078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9060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052E5FFF-35BD-465A-91E5-1C33C5AC96DC}"/>
              </a:ext>
            </a:extLst>
          </p:cNvPr>
          <p:cNvSpPr/>
          <p:nvPr/>
        </p:nvSpPr>
        <p:spPr>
          <a:xfrm>
            <a:off x="2463114" y="2524138"/>
            <a:ext cx="3792982" cy="19901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84516-B000-4AF8-B635-138B62AC6909}"/>
              </a:ext>
            </a:extLst>
          </p:cNvPr>
          <p:cNvSpPr txBox="1"/>
          <p:nvPr/>
        </p:nvSpPr>
        <p:spPr>
          <a:xfrm>
            <a:off x="2830646" y="3443189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8B068-439B-403A-A6A8-6F4F46487351}"/>
              </a:ext>
            </a:extLst>
          </p:cNvPr>
          <p:cNvSpPr txBox="1"/>
          <p:nvPr/>
        </p:nvSpPr>
        <p:spPr>
          <a:xfrm>
            <a:off x="2830646" y="3846506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75883-E3F5-4775-88C7-80620130090E}"/>
              </a:ext>
            </a:extLst>
          </p:cNvPr>
          <p:cNvSpPr txBox="1"/>
          <p:nvPr/>
        </p:nvSpPr>
        <p:spPr>
          <a:xfrm>
            <a:off x="3887720" y="3023286"/>
            <a:ext cx="650437" cy="118322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44D091-5B63-4004-BB3C-B46CCF8F79DC}"/>
              </a:ext>
            </a:extLst>
          </p:cNvPr>
          <p:cNvGrpSpPr/>
          <p:nvPr/>
        </p:nvGrpSpPr>
        <p:grpSpPr>
          <a:xfrm>
            <a:off x="4779593" y="3452758"/>
            <a:ext cx="350195" cy="350195"/>
            <a:chOff x="3860124" y="2202910"/>
            <a:chExt cx="350195" cy="35019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EB5754-6853-4E82-8644-0EE74B613043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009341AD-699B-4C3F-AE91-6A9EC9DA0200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EA53DA-C144-4B54-AB9F-D10B7D880B73}"/>
              </a:ext>
            </a:extLst>
          </p:cNvPr>
          <p:cNvCxnSpPr>
            <a:cxnSpLocks/>
          </p:cNvCxnSpPr>
          <p:nvPr/>
        </p:nvCxnSpPr>
        <p:spPr>
          <a:xfrm>
            <a:off x="4538157" y="3627855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676946-9464-403F-93EC-96398BBC3186}"/>
              </a:ext>
            </a:extLst>
          </p:cNvPr>
          <p:cNvCxnSpPr>
            <a:cxnSpLocks/>
          </p:cNvCxnSpPr>
          <p:nvPr/>
        </p:nvCxnSpPr>
        <p:spPr>
          <a:xfrm>
            <a:off x="3595599" y="3623071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8D9B0D-8929-413F-A29A-1DF7AF8A9178}"/>
              </a:ext>
            </a:extLst>
          </p:cNvPr>
          <p:cNvCxnSpPr>
            <a:stCxn id="4" idx="3"/>
          </p:cNvCxnSpPr>
          <p:nvPr/>
        </p:nvCxnSpPr>
        <p:spPr>
          <a:xfrm>
            <a:off x="3595599" y="4031172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23">
            <a:extLst>
              <a:ext uri="{FF2B5EF4-FFF2-40B4-BE49-F238E27FC236}">
                <a16:creationId xmlns:a16="http://schemas.microsoft.com/office/drawing/2014/main" id="{802663FA-9476-43DA-A343-3FB1465F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CNN Data Path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113C31-10CE-4713-8965-26E446F5C597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82354" y="3627855"/>
            <a:ext cx="1048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5DE859-FBCB-4D17-912D-C960B1DC1F2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129788" y="3627856"/>
            <a:ext cx="48018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9344187-0A56-4866-8B66-ADAF90E6BF34}"/>
              </a:ext>
            </a:extLst>
          </p:cNvPr>
          <p:cNvSpPr txBox="1"/>
          <p:nvPr/>
        </p:nvSpPr>
        <p:spPr>
          <a:xfrm>
            <a:off x="2022885" y="32680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2F15CA-15D0-41D2-A333-21F83AEDC394}"/>
              </a:ext>
            </a:extLst>
          </p:cNvPr>
          <p:cNvSpPr txBox="1"/>
          <p:nvPr/>
        </p:nvSpPr>
        <p:spPr>
          <a:xfrm>
            <a:off x="5177892" y="4116866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F949E9-ADAC-4B66-A59E-6537FFFE9960}"/>
              </a:ext>
            </a:extLst>
          </p:cNvPr>
          <p:cNvSpPr txBox="1"/>
          <p:nvPr/>
        </p:nvSpPr>
        <p:spPr>
          <a:xfrm>
            <a:off x="2463114" y="4766056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270942-2936-4ACB-9148-AB36646A1D4D}"/>
              </a:ext>
            </a:extLst>
          </p:cNvPr>
          <p:cNvSpPr txBox="1"/>
          <p:nvPr/>
        </p:nvSpPr>
        <p:spPr>
          <a:xfrm>
            <a:off x="4901593" y="4766056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2D76A84-B27C-4E97-B5DB-552301C82C40}"/>
              </a:ext>
            </a:extLst>
          </p:cNvPr>
          <p:cNvSpPr txBox="1"/>
          <p:nvPr/>
        </p:nvSpPr>
        <p:spPr>
          <a:xfrm>
            <a:off x="3228067" y="4766056"/>
            <a:ext cx="133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patch buffer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23118D-4603-4E38-84AE-6439D220C353}"/>
              </a:ext>
            </a:extLst>
          </p:cNvPr>
          <p:cNvSpPr txBox="1"/>
          <p:nvPr/>
        </p:nvSpPr>
        <p:spPr>
          <a:xfrm>
            <a:off x="5678926" y="4766056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07984CB-6C42-4D76-A232-0E3B5DDCB0FB}"/>
              </a:ext>
            </a:extLst>
          </p:cNvPr>
          <p:cNvGrpSpPr/>
          <p:nvPr/>
        </p:nvGrpSpPr>
        <p:grpSpPr>
          <a:xfrm>
            <a:off x="3741659" y="2751665"/>
            <a:ext cx="1590925" cy="485399"/>
            <a:chOff x="4351259" y="3300340"/>
            <a:chExt cx="1590925" cy="24976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EFFF6A0-6AD6-4375-8CB6-5A5AC185C943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550102"/>
              <a:ext cx="1460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C32CCEC-0E0C-4748-8716-B7B4EECF4C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1259" y="3300340"/>
              <a:ext cx="0" cy="2497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85CA8D6F-77EC-4D5F-A8ED-B3A6CD865B4F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300340"/>
              <a:ext cx="15909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13635E0-7FE5-4A29-BD4C-DACE06D6F63D}"/>
              </a:ext>
            </a:extLst>
          </p:cNvPr>
          <p:cNvCxnSpPr>
            <a:cxnSpLocks/>
          </p:cNvCxnSpPr>
          <p:nvPr/>
        </p:nvCxnSpPr>
        <p:spPr>
          <a:xfrm flipV="1">
            <a:off x="5332584" y="2751665"/>
            <a:ext cx="0" cy="8714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rapezoid 45">
            <a:extLst>
              <a:ext uri="{FF2B5EF4-FFF2-40B4-BE49-F238E27FC236}">
                <a16:creationId xmlns:a16="http://schemas.microsoft.com/office/drawing/2014/main" id="{9B4F6DF4-EA61-45AB-B96A-9A0847D585D8}"/>
              </a:ext>
            </a:extLst>
          </p:cNvPr>
          <p:cNvSpPr/>
          <p:nvPr/>
        </p:nvSpPr>
        <p:spPr>
          <a:xfrm rot="5400000">
            <a:off x="5429980" y="3450945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F87A29D-3016-4EC1-B22F-17D9CF4415C6}"/>
              </a:ext>
            </a:extLst>
          </p:cNvPr>
          <p:cNvCxnSpPr>
            <a:cxnSpLocks/>
          </p:cNvCxnSpPr>
          <p:nvPr/>
        </p:nvCxnSpPr>
        <p:spPr>
          <a:xfrm>
            <a:off x="5965015" y="3613256"/>
            <a:ext cx="102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CE8AE5B-7CDD-48A0-B6B0-8B33E1376A35}"/>
              </a:ext>
            </a:extLst>
          </p:cNvPr>
          <p:cNvSpPr txBox="1"/>
          <p:nvPr/>
        </p:nvSpPr>
        <p:spPr>
          <a:xfrm>
            <a:off x="6299147" y="32680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982B9A-3636-4BC8-853A-439536655503}"/>
              </a:ext>
            </a:extLst>
          </p:cNvPr>
          <p:cNvSpPr txBox="1"/>
          <p:nvPr/>
        </p:nvSpPr>
        <p:spPr>
          <a:xfrm>
            <a:off x="1782354" y="365875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77E712-6F3D-4B60-862C-6B4FD3D81B73}"/>
              </a:ext>
            </a:extLst>
          </p:cNvPr>
          <p:cNvSpPr txBox="1"/>
          <p:nvPr/>
        </p:nvSpPr>
        <p:spPr>
          <a:xfrm>
            <a:off x="6253002" y="364365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</p:spTree>
    <p:extLst>
      <p:ext uri="{BB962C8B-B14F-4D97-AF65-F5344CB8AC3E}">
        <p14:creationId xmlns:p14="http://schemas.microsoft.com/office/powerpoint/2010/main" val="110366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9DA7-28DB-4E07-BE1E-502FABAC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115F-5698-4887-869A-A5800ED75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9894" cy="144611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supervised classification tasks, start with 10K labeled examples</a:t>
            </a:r>
          </a:p>
          <a:p>
            <a:r>
              <a:rPr lang="en-US" dirty="0"/>
              <a:t>For unlabeled data, investigate training using clustering, GAN, sparse labels, digital twin</a:t>
            </a:r>
          </a:p>
          <a:p>
            <a:r>
              <a:rPr lang="en-US" dirty="0"/>
              <a:t>https://github.com/openai/CLIP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0B466-9CEB-44D0-8B65-A51B341BCE6C}"/>
              </a:ext>
            </a:extLst>
          </p:cNvPr>
          <p:cNvSpPr txBox="1"/>
          <p:nvPr/>
        </p:nvSpPr>
        <p:spPr>
          <a:xfrm>
            <a:off x="1023688" y="3655449"/>
            <a:ext cx="113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unlabeled raw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4A938-F82D-4F74-805F-31A9FEA1AC4A}"/>
              </a:ext>
            </a:extLst>
          </p:cNvPr>
          <p:cNvSpPr/>
          <p:nvPr/>
        </p:nvSpPr>
        <p:spPr>
          <a:xfrm>
            <a:off x="3985405" y="3429000"/>
            <a:ext cx="1995579" cy="177042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Semi-supervised GAN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BEC9CBC1-29F2-40AA-80AB-57D241A5430B}"/>
              </a:ext>
            </a:extLst>
          </p:cNvPr>
          <p:cNvSpPr/>
          <p:nvPr/>
        </p:nvSpPr>
        <p:spPr>
          <a:xfrm>
            <a:off x="2316849" y="3537890"/>
            <a:ext cx="832022" cy="881449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293D3-2BDF-4A60-B7E4-9B5BAB9F6952}"/>
              </a:ext>
            </a:extLst>
          </p:cNvPr>
          <p:cNvSpPr txBox="1"/>
          <p:nvPr/>
        </p:nvSpPr>
        <p:spPr>
          <a:xfrm>
            <a:off x="1033415" y="4691485"/>
            <a:ext cx="139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sparse labels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C1158F-3664-4DD8-8D0C-63984F7BFB2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25436" y="4876151"/>
            <a:ext cx="15599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B1E53F-4C11-484E-AE93-7B04F41B0806}"/>
              </a:ext>
            </a:extLst>
          </p:cNvPr>
          <p:cNvCxnSpPr>
            <a:stCxn id="6" idx="4"/>
          </p:cNvCxnSpPr>
          <p:nvPr/>
        </p:nvCxnSpPr>
        <p:spPr>
          <a:xfrm flipV="1">
            <a:off x="3148871" y="3978614"/>
            <a:ext cx="83653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59E5EF93-54E9-44AF-856B-6B0D7CF620C0}"/>
              </a:ext>
            </a:extLst>
          </p:cNvPr>
          <p:cNvSpPr/>
          <p:nvPr/>
        </p:nvSpPr>
        <p:spPr>
          <a:xfrm>
            <a:off x="7616757" y="3586256"/>
            <a:ext cx="832022" cy="881449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B593F0-8064-44E4-825C-3AEDCA542257}"/>
              </a:ext>
            </a:extLst>
          </p:cNvPr>
          <p:cNvCxnSpPr>
            <a:cxnSpLocks/>
          </p:cNvCxnSpPr>
          <p:nvPr/>
        </p:nvCxnSpPr>
        <p:spPr>
          <a:xfrm>
            <a:off x="5980984" y="3989481"/>
            <a:ext cx="16357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463D9FA-1FF8-44EA-9E98-94CF3424E2FA}"/>
              </a:ext>
            </a:extLst>
          </p:cNvPr>
          <p:cNvSpPr txBox="1"/>
          <p:nvPr/>
        </p:nvSpPr>
        <p:spPr>
          <a:xfrm>
            <a:off x="3197007" y="3586256"/>
            <a:ext cx="74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{data}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BF4D6C-563E-415C-A6D6-D103BEBE81A2}"/>
              </a:ext>
            </a:extLst>
          </p:cNvPr>
          <p:cNvSpPr txBox="1"/>
          <p:nvPr/>
        </p:nvSpPr>
        <p:spPr>
          <a:xfrm>
            <a:off x="6029121" y="3620149"/>
            <a:ext cx="128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  <a:r>
              <a:rPr lang="en-US" dirty="0" err="1"/>
              <a:t>data,label</a:t>
            </a:r>
            <a:r>
              <a:rPr lang="en-US" dirty="0"/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2923DA-A0C1-49DD-8851-04E62D73F4C2}"/>
              </a:ext>
            </a:extLst>
          </p:cNvPr>
          <p:cNvSpPr txBox="1"/>
          <p:nvPr/>
        </p:nvSpPr>
        <p:spPr>
          <a:xfrm>
            <a:off x="7476589" y="4552410"/>
            <a:ext cx="1995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supervised training dataset</a:t>
            </a:r>
          </a:p>
        </p:txBody>
      </p:sp>
    </p:spTree>
    <p:extLst>
      <p:ext uri="{BB962C8B-B14F-4D97-AF65-F5344CB8AC3E}">
        <p14:creationId xmlns:p14="http://schemas.microsoft.com/office/powerpoint/2010/main" val="22919944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>
            <a:extLst>
              <a:ext uri="{FF2B5EF4-FFF2-40B4-BE49-F238E27FC236}">
                <a16:creationId xmlns:a16="http://schemas.microsoft.com/office/drawing/2014/main" id="{B8EE24AB-DC9F-4F23-AFE3-7F45CDD73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915" y="482514"/>
            <a:ext cx="9144001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02B180-D1D9-4C33-958F-C23269AABF70}"/>
              </a:ext>
            </a:extLst>
          </p:cNvPr>
          <p:cNvSpPr txBox="1"/>
          <p:nvPr/>
        </p:nvSpPr>
        <p:spPr>
          <a:xfrm>
            <a:off x="5575900" y="5990887"/>
            <a:ext cx="4886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Finalize Reference Application Development Plan</a:t>
            </a:r>
          </a:p>
          <a:p>
            <a:r>
              <a:rPr lang="en-US" dirty="0"/>
              <a:t>Develop Architecture and Resources Plan (2 apps)</a:t>
            </a:r>
          </a:p>
        </p:txBody>
      </p:sp>
    </p:spTree>
    <p:extLst>
      <p:ext uri="{BB962C8B-B14F-4D97-AF65-F5344CB8AC3E}">
        <p14:creationId xmlns:p14="http://schemas.microsoft.com/office/powerpoint/2010/main" val="34328427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0A1A-C983-4811-9E6F-7F53B82D2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1C3A9E-FB24-4B28-9D60-4036A7E35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Train and test model using </a:t>
            </a:r>
            <a:r>
              <a:rPr lang="en-US" dirty="0" err="1"/>
              <a:t>tensorflow</a:t>
            </a:r>
            <a:r>
              <a:rPr lang="en-US" dirty="0"/>
              <a:t>/</a:t>
            </a:r>
            <a:r>
              <a:rPr lang="en-US" dirty="0" err="1"/>
              <a:t>pytorch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Extract and quantize weights from trained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Program weights into conv2d.v BRAM per layer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229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FC6C-43A1-4487-B4BB-AC60C437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Project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355FB-882D-4D6F-BC48-23BE81C33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1997" cy="4351338"/>
          </a:xfrm>
        </p:spPr>
        <p:txBody>
          <a:bodyPr/>
          <a:lstStyle/>
          <a:p>
            <a:r>
              <a:rPr lang="en-US" dirty="0"/>
              <a:t>Assemble hardware prototype using Xilinx </a:t>
            </a:r>
            <a:r>
              <a:rPr lang="en-US" dirty="0" err="1"/>
              <a:t>MPSoC</a:t>
            </a:r>
            <a:r>
              <a:rPr lang="en-US" dirty="0"/>
              <a:t> eval + camera</a:t>
            </a:r>
          </a:p>
          <a:p>
            <a:r>
              <a:rPr lang="en-US" dirty="0"/>
              <a:t>Hello world and frame grab to FPGA SRAM</a:t>
            </a:r>
          </a:p>
          <a:p>
            <a:r>
              <a:rPr lang="en-US" dirty="0"/>
              <a:t>Develop streaming CNN </a:t>
            </a:r>
            <a:r>
              <a:rPr lang="en-US" dirty="0" err="1"/>
              <a:t>verilog</a:t>
            </a:r>
            <a:r>
              <a:rPr lang="en-US" dirty="0"/>
              <a:t> (</a:t>
            </a:r>
            <a:r>
              <a:rPr lang="en-US" dirty="0" err="1"/>
              <a:t>dot.v</a:t>
            </a:r>
            <a:r>
              <a:rPr lang="en-US" dirty="0"/>
              <a:t>, conv2d.v, </a:t>
            </a:r>
            <a:r>
              <a:rPr lang="en-US" dirty="0" err="1"/>
              <a:t>top.v</a:t>
            </a:r>
            <a:r>
              <a:rPr lang="en-US" dirty="0"/>
              <a:t>)</a:t>
            </a:r>
          </a:p>
          <a:p>
            <a:r>
              <a:rPr lang="en-US" dirty="0"/>
              <a:t>Generate training data, train and test CNN using GPU/python/</a:t>
            </a:r>
            <a:r>
              <a:rPr lang="en-US" dirty="0" err="1"/>
              <a:t>tensorflow</a:t>
            </a:r>
            <a:endParaRPr lang="en-US" dirty="0"/>
          </a:p>
          <a:p>
            <a:r>
              <a:rPr lang="en-US" dirty="0"/>
              <a:t>Weight quantization</a:t>
            </a:r>
          </a:p>
          <a:p>
            <a:r>
              <a:rPr lang="en-US" dirty="0"/>
              <a:t>Live demo</a:t>
            </a:r>
          </a:p>
          <a:p>
            <a:r>
              <a:rPr lang="en-US" dirty="0"/>
              <a:t>Port to Gemini / </a:t>
            </a:r>
            <a:r>
              <a:rPr lang="en-US" dirty="0" err="1"/>
              <a:t>LiteX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721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CC6E-761F-4B50-8C31-42E24D62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- $10K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14AE-B684-4BBE-AD2D-917AFA655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GPU workstation, $6K</a:t>
            </a:r>
          </a:p>
          <a:p>
            <a:r>
              <a:rPr lang="en-US" dirty="0"/>
              <a:t>ZCU102, $3K</a:t>
            </a:r>
          </a:p>
          <a:p>
            <a:r>
              <a:rPr lang="en-US" dirty="0" err="1"/>
              <a:t>Alvium</a:t>
            </a:r>
            <a:r>
              <a:rPr lang="en-US" dirty="0"/>
              <a:t> 1800 U-040c, $400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98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BB05-9F0A-45B4-A274-7BC1B778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Application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9C1E-9D11-477B-8E70-90E861BA4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Gemini device</a:t>
            </a:r>
          </a:p>
          <a:p>
            <a:pPr lvl="1"/>
            <a:r>
              <a:rPr lang="en-US" dirty="0"/>
              <a:t>4096 CLB, 720KB BRAM, 336 DSP, 400MHz, &lt;1W</a:t>
            </a:r>
          </a:p>
          <a:p>
            <a:r>
              <a:rPr lang="en-US" dirty="0"/>
              <a:t>Streaming CNN classifier for industrial imaging</a:t>
            </a:r>
          </a:p>
          <a:p>
            <a:pPr lvl="1"/>
            <a:r>
              <a:rPr lang="en-US" dirty="0"/>
              <a:t>Pipelined, parallel FPGA implementation </a:t>
            </a:r>
            <a:r>
              <a:rPr lang="en-US" dirty="0">
                <a:latin typeface="Assistant" panose="020B0604020202020204" pitchFamily="2" charset="-79"/>
                <a:cs typeface="Assistant" panose="020B0604020202020204" pitchFamily="2" charset="-79"/>
                <a:sym typeface="Symbol" panose="05050102010706020507" pitchFamily="18" charset="2"/>
              </a:rPr>
              <a:t></a:t>
            </a:r>
            <a:r>
              <a:rPr lang="en-US" dirty="0"/>
              <a:t> 100M+ pix/s, &lt;100µs latency</a:t>
            </a:r>
          </a:p>
          <a:p>
            <a:pPr lvl="1"/>
            <a:r>
              <a:rPr lang="en-US" dirty="0"/>
              <a:t>728x544 RGB pixels @289 fps</a:t>
            </a:r>
          </a:p>
          <a:p>
            <a:pPr lvl="1"/>
            <a:r>
              <a:rPr lang="en-US" dirty="0"/>
              <a:t>10 layers, 100 classifier outputs, ~30K parameters on chip, ~80 GMAC DSP</a:t>
            </a:r>
          </a:p>
          <a:p>
            <a:pPr lvl="1"/>
            <a:r>
              <a:rPr lang="en-US" dirty="0"/>
              <a:t>Scalable up or down using parameterized IP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8D4955-5232-4ECB-989B-A28B8F654F58}"/>
              </a:ext>
            </a:extLst>
          </p:cNvPr>
          <p:cNvSpPr/>
          <p:nvPr/>
        </p:nvSpPr>
        <p:spPr>
          <a:xfrm>
            <a:off x="4980562" y="5137006"/>
            <a:ext cx="1381328" cy="109922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Streaming CNN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FPGA </a:t>
            </a:r>
            <a:r>
              <a:rPr lang="en-US" dirty="0" err="1">
                <a:solidFill>
                  <a:schemeClr val="tx1"/>
                </a:solidFill>
              </a:rPr>
              <a:t>verilog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73F044-B3DC-4294-9866-C7762375D083}"/>
              </a:ext>
            </a:extLst>
          </p:cNvPr>
          <p:cNvCxnSpPr>
            <a:cxnSpLocks/>
            <a:stCxn id="4" idx="1"/>
            <a:endCxn id="19" idx="3"/>
          </p:cNvCxnSpPr>
          <p:nvPr/>
        </p:nvCxnSpPr>
        <p:spPr>
          <a:xfrm flipH="1">
            <a:off x="3128462" y="5686619"/>
            <a:ext cx="1852100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FAC447-8FC3-4C11-B2EF-B47774057B4A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6361890" y="5686619"/>
            <a:ext cx="20709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18E0AE-7DCD-42AA-86A7-B29E728D56BE}"/>
              </a:ext>
            </a:extLst>
          </p:cNvPr>
          <p:cNvSpPr txBox="1"/>
          <p:nvPr/>
        </p:nvSpPr>
        <p:spPr>
          <a:xfrm>
            <a:off x="3642729" y="5317287"/>
            <a:ext cx="132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pixel stream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319125-D963-4C16-971D-A580D81BECA0}"/>
              </a:ext>
            </a:extLst>
          </p:cNvPr>
          <p:cNvSpPr txBox="1"/>
          <p:nvPr/>
        </p:nvSpPr>
        <p:spPr>
          <a:xfrm>
            <a:off x="6364381" y="5317287"/>
            <a:ext cx="18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 stream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C393C-18CB-4EB5-821A-9279FF99D56C}"/>
              </a:ext>
            </a:extLst>
          </p:cNvPr>
          <p:cNvSpPr txBox="1"/>
          <p:nvPr/>
        </p:nvSpPr>
        <p:spPr>
          <a:xfrm>
            <a:off x="3180069" y="5711002"/>
            <a:ext cx="178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3*16b@115MHz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E26A9C-A1C7-46B8-8915-49B78C355D50}"/>
              </a:ext>
            </a:extLst>
          </p:cNvPr>
          <p:cNvSpPr txBox="1"/>
          <p:nvPr/>
        </p:nvSpPr>
        <p:spPr>
          <a:xfrm>
            <a:off x="6361890" y="570142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100*16b@289Hz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FB4569-DE2D-4B36-BCBB-FA973DF5BFA8}"/>
              </a:ext>
            </a:extLst>
          </p:cNvPr>
          <p:cNvSpPr txBox="1"/>
          <p:nvPr/>
        </p:nvSpPr>
        <p:spPr>
          <a:xfrm>
            <a:off x="8432855" y="5501953"/>
            <a:ext cx="535724" cy="369332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SoC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2A9C55-5046-4D52-BB46-8F8123A96BB5}"/>
              </a:ext>
            </a:extLst>
          </p:cNvPr>
          <p:cNvSpPr txBox="1"/>
          <p:nvPr/>
        </p:nvSpPr>
        <p:spPr>
          <a:xfrm>
            <a:off x="1985200" y="5501953"/>
            <a:ext cx="1143262" cy="369332"/>
          </a:xfrm>
          <a:prstGeom prst="rect">
            <a:avLst/>
          </a:prstGeom>
          <a:noFill/>
          <a:ln w="222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MIPI CSI-2</a:t>
            </a:r>
          </a:p>
        </p:txBody>
      </p:sp>
    </p:spTree>
    <p:extLst>
      <p:ext uri="{BB962C8B-B14F-4D97-AF65-F5344CB8AC3E}">
        <p14:creationId xmlns:p14="http://schemas.microsoft.com/office/powerpoint/2010/main" val="34207591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3C6C-E934-4F85-B8B0-155CA32B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CNN Prototype Concept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A89D3F-172E-49D0-90A1-D92201992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442632" y="2463530"/>
            <a:ext cx="294322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AA9FBB-B548-4523-AE1F-3F3504A9C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521" y="1477692"/>
            <a:ext cx="4762500" cy="3571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92F527-6CFF-4B03-A1DE-00E12DFD2574}"/>
              </a:ext>
            </a:extLst>
          </p:cNvPr>
          <p:cNvSpPr txBox="1"/>
          <p:nvPr/>
        </p:nvSpPr>
        <p:spPr>
          <a:xfrm>
            <a:off x="6591300" y="4771432"/>
            <a:ext cx="4762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Zynq </a:t>
            </a:r>
            <a:r>
              <a:rPr lang="en-US" dirty="0" err="1"/>
              <a:t>UltraScale</a:t>
            </a:r>
            <a:r>
              <a:rPr lang="en-US" dirty="0"/>
              <a:t>+ </a:t>
            </a:r>
            <a:r>
              <a:rPr lang="en-US" dirty="0" err="1"/>
              <a:t>MPSoC</a:t>
            </a:r>
            <a:r>
              <a:rPr lang="en-US" dirty="0"/>
              <a:t> ZCU102 Evaluation Kit</a:t>
            </a:r>
          </a:p>
          <a:p>
            <a:r>
              <a:rPr lang="en-US" dirty="0"/>
              <a:t>* Port to Gemini in phase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1072D-E859-459A-BAE0-87D124162560}"/>
              </a:ext>
            </a:extLst>
          </p:cNvPr>
          <p:cNvSpPr txBox="1"/>
          <p:nvPr/>
        </p:nvSpPr>
        <p:spPr>
          <a:xfrm>
            <a:off x="1348963" y="4174901"/>
            <a:ext cx="3356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Allied Vision industrial camera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3F859C64-20EB-4B65-9C6C-6BE6034EED26}"/>
              </a:ext>
            </a:extLst>
          </p:cNvPr>
          <p:cNvCxnSpPr>
            <a:stCxn id="4" idx="1"/>
          </p:cNvCxnSpPr>
          <p:nvPr/>
        </p:nvCxnSpPr>
        <p:spPr>
          <a:xfrm>
            <a:off x="4385857" y="3263630"/>
            <a:ext cx="2932505" cy="617706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7ABCB-6CF6-45E7-BDE5-5042FCE79B9E}"/>
              </a:ext>
            </a:extLst>
          </p:cNvPr>
          <p:cNvSpPr txBox="1"/>
          <p:nvPr/>
        </p:nvSpPr>
        <p:spPr>
          <a:xfrm>
            <a:off x="4476318" y="2803255"/>
            <a:ext cx="2114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MIPI CSI-2 or USB-3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5B4ECE-2E45-40C8-9FF3-A22480819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632" y="4717407"/>
            <a:ext cx="35242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820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2720-96B1-71E8-1B13-63CC3A709A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conv2d.v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50A42-BF89-F671-4F3A-78FA5902F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035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680F-9F70-8CC9-F82E-406878EF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DAE0B-5B78-373A-B2E0-164347A1F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Gemini fabric, no new algorithms, implementation only</a:t>
            </a:r>
          </a:p>
          <a:p>
            <a:r>
              <a:rPr lang="en-US" dirty="0"/>
              <a:t>on chip model parameters, high aggregate bandwidth</a:t>
            </a:r>
          </a:p>
          <a:p>
            <a:r>
              <a:rPr lang="en-US" dirty="0"/>
              <a:t>efficiently utilize FPGA BRAM and DSP resources</a:t>
            </a:r>
          </a:p>
          <a:p>
            <a:r>
              <a:rPr lang="en-US" dirty="0"/>
              <a:t>package as a parameterized, reusable IP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616CA59-9683-6903-E4D8-33F07176E9E8}"/>
              </a:ext>
            </a:extLst>
          </p:cNvPr>
          <p:cNvGrpSpPr/>
          <p:nvPr/>
        </p:nvGrpSpPr>
        <p:grpSpPr>
          <a:xfrm>
            <a:off x="1195291" y="4195290"/>
            <a:ext cx="5750257" cy="2116610"/>
            <a:chOff x="1850288" y="2019521"/>
            <a:chExt cx="7317869" cy="2693632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4AACAE5-168E-9D61-5751-3FA9877AC815}"/>
                </a:ext>
              </a:extLst>
            </p:cNvPr>
            <p:cNvCxnSpPr>
              <a:cxnSpLocks/>
              <a:endCxn id="62" idx="1"/>
            </p:cNvCxnSpPr>
            <p:nvPr/>
          </p:nvCxnSpPr>
          <p:spPr>
            <a:xfrm>
              <a:off x="1850288" y="3556820"/>
              <a:ext cx="1163386" cy="26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97EFA1-ACEF-632B-88D2-C09D3B242D9B}"/>
                </a:ext>
              </a:extLst>
            </p:cNvPr>
            <p:cNvSpPr txBox="1"/>
            <p:nvPr/>
          </p:nvSpPr>
          <p:spPr>
            <a:xfrm>
              <a:off x="2342986" y="3559440"/>
              <a:ext cx="716451" cy="39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AXI-S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2E13317-A629-E3AA-AEDA-8BB8BB93EDE4}"/>
                </a:ext>
              </a:extLst>
            </p:cNvPr>
            <p:cNvSpPr txBox="1"/>
            <p:nvPr/>
          </p:nvSpPr>
          <p:spPr>
            <a:xfrm>
              <a:off x="2495950" y="3172948"/>
              <a:ext cx="467569" cy="39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18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74F3FED-DCB6-B6F3-17FC-13B72059D3B1}"/>
                </a:ext>
              </a:extLst>
            </p:cNvPr>
            <p:cNvGrpSpPr/>
            <p:nvPr/>
          </p:nvGrpSpPr>
          <p:grpSpPr>
            <a:xfrm>
              <a:off x="2897946" y="2019521"/>
              <a:ext cx="1318227" cy="2693632"/>
              <a:chOff x="3676159" y="2184890"/>
              <a:chExt cx="1318227" cy="2693632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BA2951D-5109-FBBF-65E5-A196906587E8}"/>
                  </a:ext>
                </a:extLst>
              </p:cNvPr>
              <p:cNvSpPr txBox="1"/>
              <p:nvPr/>
            </p:nvSpPr>
            <p:spPr>
              <a:xfrm>
                <a:off x="3791887" y="2571094"/>
                <a:ext cx="552556" cy="2307428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txBody>
              <a:bodyPr wrap="none" rtlCol="0" anchor="t" anchorCtr="1">
                <a:noAutofit/>
              </a:bodyPr>
              <a:lstStyle/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75D14B4C-BF1A-6EBD-9A8C-C847168C067B}"/>
                  </a:ext>
                </a:extLst>
              </p:cNvPr>
              <p:cNvSpPr/>
              <p:nvPr/>
            </p:nvSpPr>
            <p:spPr>
              <a:xfrm>
                <a:off x="3973657" y="4706996"/>
                <a:ext cx="187683" cy="161796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00CBD16A-9A36-01CB-7A5A-DA78986B83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2363" y="3724808"/>
                <a:ext cx="64202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870868A-05D3-F486-3983-C1092E985ECF}"/>
                  </a:ext>
                </a:extLst>
              </p:cNvPr>
              <p:cNvSpPr txBox="1"/>
              <p:nvPr/>
            </p:nvSpPr>
            <p:spPr>
              <a:xfrm>
                <a:off x="3676159" y="2184890"/>
                <a:ext cx="1046850" cy="3916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conv2d.v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BAAE1C1-14FD-5443-373B-1A50188D0B81}"/>
                </a:ext>
              </a:extLst>
            </p:cNvPr>
            <p:cNvGrpSpPr/>
            <p:nvPr/>
          </p:nvGrpSpPr>
          <p:grpSpPr>
            <a:xfrm>
              <a:off x="4109541" y="2019521"/>
              <a:ext cx="1318227" cy="2693632"/>
              <a:chOff x="3676159" y="2184890"/>
              <a:chExt cx="1318227" cy="2693632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AEE96A-DF3E-DAC5-2F4A-D25659FDB08B}"/>
                  </a:ext>
                </a:extLst>
              </p:cNvPr>
              <p:cNvSpPr txBox="1"/>
              <p:nvPr/>
            </p:nvSpPr>
            <p:spPr>
              <a:xfrm>
                <a:off x="3791887" y="2571094"/>
                <a:ext cx="552556" cy="2307428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txBody>
              <a:bodyPr wrap="none" rtlCol="0" anchor="t" anchorCtr="1">
                <a:noAutofit/>
              </a:bodyPr>
              <a:lstStyle/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  <p:sp>
            <p:nvSpPr>
              <p:cNvPr id="59" name="Isosceles Triangle 58">
                <a:extLst>
                  <a:ext uri="{FF2B5EF4-FFF2-40B4-BE49-F238E27FC236}">
                    <a16:creationId xmlns:a16="http://schemas.microsoft.com/office/drawing/2014/main" id="{1D2DF899-C897-53E1-7779-75459A832CB8}"/>
                  </a:ext>
                </a:extLst>
              </p:cNvPr>
              <p:cNvSpPr/>
              <p:nvPr/>
            </p:nvSpPr>
            <p:spPr>
              <a:xfrm>
                <a:off x="3973657" y="4706996"/>
                <a:ext cx="187683" cy="161796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73D8259-38A5-0587-B0D9-1DC38F0D59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2363" y="3724808"/>
                <a:ext cx="64202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1923F29-0E51-8C5E-BB66-D40B085793A7}"/>
                  </a:ext>
                </a:extLst>
              </p:cNvPr>
              <p:cNvSpPr txBox="1"/>
              <p:nvPr/>
            </p:nvSpPr>
            <p:spPr>
              <a:xfrm>
                <a:off x="3676159" y="2184890"/>
                <a:ext cx="1046850" cy="3916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conv2d.v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2ACCD01-4B17-9BF6-6D5E-BDB3B03BD944}"/>
                </a:ext>
              </a:extLst>
            </p:cNvPr>
            <p:cNvGrpSpPr/>
            <p:nvPr/>
          </p:nvGrpSpPr>
          <p:grpSpPr>
            <a:xfrm>
              <a:off x="5333884" y="2019521"/>
              <a:ext cx="1318227" cy="2693632"/>
              <a:chOff x="3676159" y="2184890"/>
              <a:chExt cx="1318227" cy="2693632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EEB58B9-038F-B5CC-D513-9C919BC811C5}"/>
                  </a:ext>
                </a:extLst>
              </p:cNvPr>
              <p:cNvSpPr txBox="1"/>
              <p:nvPr/>
            </p:nvSpPr>
            <p:spPr>
              <a:xfrm>
                <a:off x="3791887" y="2571094"/>
                <a:ext cx="552556" cy="2307428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txBody>
              <a:bodyPr wrap="none" rtlCol="0" anchor="t" anchorCtr="1">
                <a:noAutofit/>
              </a:bodyPr>
              <a:lstStyle/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F2265D09-4A43-A284-4983-5619AF6713BC}"/>
                  </a:ext>
                </a:extLst>
              </p:cNvPr>
              <p:cNvSpPr/>
              <p:nvPr/>
            </p:nvSpPr>
            <p:spPr>
              <a:xfrm>
                <a:off x="3973657" y="4706996"/>
                <a:ext cx="187683" cy="161796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AD2F1A77-1ABB-5070-DE14-BC2D19289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2363" y="3724808"/>
                <a:ext cx="64202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CA83AEA-0DF5-5A14-82D2-56B47B2DEAEB}"/>
                  </a:ext>
                </a:extLst>
              </p:cNvPr>
              <p:cNvSpPr txBox="1"/>
              <p:nvPr/>
            </p:nvSpPr>
            <p:spPr>
              <a:xfrm>
                <a:off x="3676159" y="2184890"/>
                <a:ext cx="1046850" cy="3916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conv2d.v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93A146-DDBE-8012-A768-5E572B1AC32F}"/>
                </a:ext>
              </a:extLst>
            </p:cNvPr>
            <p:cNvSpPr txBox="1"/>
            <p:nvPr/>
          </p:nvSpPr>
          <p:spPr>
            <a:xfrm>
              <a:off x="7574636" y="2405725"/>
              <a:ext cx="552556" cy="2307428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txBody>
            <a:bodyPr wrap="none" rtlCol="0" anchor="t" anchorCtr="1">
              <a:noAutofit/>
            </a:bodyPr>
            <a:lstStyle/>
            <a:p>
              <a:endParaRPr lang="en-US" sz="1400" dirty="0"/>
            </a:p>
            <a:p>
              <a:endParaRPr lang="en-US" sz="1400" dirty="0"/>
            </a:p>
            <a:p>
              <a:endParaRPr lang="en-US" sz="1400" dirty="0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FD6AC935-5FF9-AC9C-F0B0-217E22A2994B}"/>
                </a:ext>
              </a:extLst>
            </p:cNvPr>
            <p:cNvSpPr/>
            <p:nvPr/>
          </p:nvSpPr>
          <p:spPr>
            <a:xfrm>
              <a:off x="7756406" y="4541627"/>
              <a:ext cx="187683" cy="1617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F9E75ADA-79F0-95E4-DFDC-C1EB2008FBAC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8127192" y="3559439"/>
              <a:ext cx="1040965" cy="132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AE509C9-7652-4604-95BB-6AB91A17F5FC}"/>
                </a:ext>
              </a:extLst>
            </p:cNvPr>
            <p:cNvSpPr txBox="1"/>
            <p:nvPr/>
          </p:nvSpPr>
          <p:spPr>
            <a:xfrm>
              <a:off x="8130049" y="3559440"/>
              <a:ext cx="716451" cy="39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AXI-S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864548A-9E0D-69F2-A4F8-80A228351198}"/>
                </a:ext>
              </a:extLst>
            </p:cNvPr>
            <p:cNvSpPr txBox="1"/>
            <p:nvPr/>
          </p:nvSpPr>
          <p:spPr>
            <a:xfrm>
              <a:off x="8256684" y="3172948"/>
              <a:ext cx="467569" cy="39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18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DF1374E-C08E-EFA4-BB43-CC6A1E57E00F}"/>
                </a:ext>
              </a:extLst>
            </p:cNvPr>
            <p:cNvSpPr txBox="1"/>
            <p:nvPr/>
          </p:nvSpPr>
          <p:spPr>
            <a:xfrm>
              <a:off x="7458908" y="2019521"/>
              <a:ext cx="1046850" cy="391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conv2d.v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FC3C1BB-1261-4AB3-67EA-0849519E1F1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894659" y="3440844"/>
              <a:ext cx="0" cy="280692"/>
            </a:xfrm>
            <a:prstGeom prst="line">
              <a:avLst/>
            </a:prstGeom>
            <a:ln w="63500" cap="rnd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DBF64B3-3279-0E0A-5C82-7E5461591695}"/>
                </a:ext>
              </a:extLst>
            </p:cNvPr>
            <p:cNvCxnSpPr>
              <a:cxnSpLocks/>
            </p:cNvCxnSpPr>
            <p:nvPr/>
          </p:nvCxnSpPr>
          <p:spPr>
            <a:xfrm>
              <a:off x="7113919" y="3556008"/>
              <a:ext cx="45818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36691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B252863-7C31-4F11-9378-0EF94AA521E8}"/>
              </a:ext>
            </a:extLst>
          </p:cNvPr>
          <p:cNvGrpSpPr/>
          <p:nvPr/>
        </p:nvGrpSpPr>
        <p:grpSpPr>
          <a:xfrm>
            <a:off x="1753760" y="379092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D209B5-94B3-4933-B45E-7F556D7ED04E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598B94-D066-43C7-9CF9-3D13F118ED3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BBA570-B841-4A69-99A9-D1D1FFD6143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3160C5-A6E6-4271-9C9A-E0B5D16CFF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FB31AD-199C-46A9-898E-A0D3FFBA8CE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63E487-E0AD-4E21-98B2-06F4E0C03EED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DE3135-A429-4666-B07C-E14B69B635B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888CCF-9C5E-4AAA-87D2-A934890121A5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376E0E-798D-4359-A9B1-C078581A402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0F4F81-57EB-490A-936B-56FDD0522722}"/>
              </a:ext>
            </a:extLst>
          </p:cNvPr>
          <p:cNvGrpSpPr/>
          <p:nvPr/>
        </p:nvGrpSpPr>
        <p:grpSpPr>
          <a:xfrm>
            <a:off x="1601360" y="363852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2CA6CB-16BD-4590-90F0-1FD5D137AEC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474B89C-8432-4077-9F33-2EEE712C4322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B846BC-A1C2-4265-BB65-BC923045A68E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D22E0C-4757-4FA9-95A1-4BE234EFDF1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AD34D2-BE36-41FC-92F7-AC942CCE712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BB4E48-DE05-4E11-A7FB-1E1CF464D6E4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4859F3-D08F-4711-A557-132F3F6EC492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5E55E-1358-457C-91CF-930EB1651F0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1C0BF4-6E7D-4A23-93F9-8D56B034FE85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9F2901-B2F6-4130-9B7B-1D49D60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primitive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943C8-38E3-41CE-994C-6A05DA33D725}"/>
              </a:ext>
            </a:extLst>
          </p:cNvPr>
          <p:cNvSpPr txBox="1"/>
          <p:nvPr/>
        </p:nvSpPr>
        <p:spPr>
          <a:xfrm>
            <a:off x="1344128" y="2778741"/>
            <a:ext cx="151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patch</a:t>
            </a:r>
          </a:p>
          <a:p>
            <a:r>
              <a:rPr lang="en-US" dirty="0"/>
              <a:t>[3,3,ichan]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676BB6-57A4-48D5-96D8-D96B58EFD81C}"/>
              </a:ext>
            </a:extLst>
          </p:cNvPr>
          <p:cNvGrpSpPr/>
          <p:nvPr/>
        </p:nvGrpSpPr>
        <p:grpSpPr>
          <a:xfrm>
            <a:off x="1448960" y="348612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3D16E6-F938-4077-BC43-19C5549070D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364DB3-E4DE-4537-BB5E-00E44EEAA048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29DB9-B503-46A2-83A5-426E58FEA9D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B5FC1-7493-4577-A67E-29BE31A903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E9A126-1DB4-46E9-8566-9DEDBA925AE8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0D88B-797F-4A3A-957F-F73960D2E51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E1A370-689E-4A29-AE7B-297D4CFC4893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B7EE32-5DCE-4471-8B67-6DF66A8B0B2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DAB7DD-6E56-4CAE-9995-3F7DF828089C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B72BC64-3870-4210-BBA2-AF5CD9A7177B}"/>
              </a:ext>
            </a:extLst>
          </p:cNvPr>
          <p:cNvGrpSpPr/>
          <p:nvPr/>
        </p:nvGrpSpPr>
        <p:grpSpPr>
          <a:xfrm>
            <a:off x="3942301" y="294923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9423D0-4C18-457F-A0CD-6118CF7E7EA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3DFCD8-D4C1-4E4F-899F-C9A618512D99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A8EE49-E6BD-4918-BD92-4F5AE1B61A7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6974BF-8F91-4349-A0C0-5216C26D0A1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09167AD-E405-405E-9D28-2F60AD9773C7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0D9C83-72FA-4237-8658-437E11E8A95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BB8620-1237-4412-B8AD-540C1A6A44AB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BA50A7-C390-48E0-B2B1-DF9167BF9A83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8AD0D0A-80E7-4BA8-861F-F31C6D6F688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549CEA-CD72-40FF-B7C9-3BA2112B3AFA}"/>
              </a:ext>
            </a:extLst>
          </p:cNvPr>
          <p:cNvGrpSpPr/>
          <p:nvPr/>
        </p:nvGrpSpPr>
        <p:grpSpPr>
          <a:xfrm>
            <a:off x="3789901" y="279683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9452844-73DF-4E09-8C1B-FEF29CC26F2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16282C0-7697-4F48-AC68-07EED099C87A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8E6B84-C389-4215-8456-E436B1F9D55A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F9D5EC-1C09-415A-9FAC-F9F0F7CB3D54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463C63-9B87-4ACA-84D9-4764861B9756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0253723-5EB8-4749-AF13-539E13FC3830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6AAEAED-3B55-4712-860F-D4BAD9D5295C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A1C4FA-0D36-4EBD-AFC9-DEFC0D0FD53F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ABE8FD-6F91-41D8-BA4D-E7F10CA9902D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3EF08BB-2FAB-4410-91DF-4224E4436768}"/>
              </a:ext>
            </a:extLst>
          </p:cNvPr>
          <p:cNvGrpSpPr/>
          <p:nvPr/>
        </p:nvGrpSpPr>
        <p:grpSpPr>
          <a:xfrm>
            <a:off x="3637501" y="2644435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955B484-CB99-4A09-A637-0CCEF997094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0E79F2-6325-4950-A6CB-920DFD06D5A3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3650E8B-9FB6-4773-9536-E0B9E8147AE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0416219-95E8-44E7-9BF3-A974C1DCA1C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C4BA2B7-0515-4269-9236-55152D1512F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B1A1BBB-5016-403F-955D-DA3E077D02D1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4E7B37-82A8-4891-AD1F-345642862218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E7FD66-0EC7-4EBF-A3FB-FABCE69C9C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98A5D6-8CB3-4ECB-8BB1-3D0BC9C0BFA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544FFE7-1BCD-4645-A587-7E844A3D2735}"/>
              </a:ext>
            </a:extLst>
          </p:cNvPr>
          <p:cNvSpPr txBox="1"/>
          <p:nvPr/>
        </p:nvSpPr>
        <p:spPr>
          <a:xfrm>
            <a:off x="3534834" y="1984003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  <a:p>
            <a:r>
              <a:rPr lang="en-US" dirty="0"/>
              <a:t>[ochan,3,3,ichan]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8638E8-F6FA-4742-965A-08A3008D039A}"/>
              </a:ext>
            </a:extLst>
          </p:cNvPr>
          <p:cNvGrpSpPr/>
          <p:nvPr/>
        </p:nvGrpSpPr>
        <p:grpSpPr>
          <a:xfrm>
            <a:off x="3944433" y="494989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0AE3CCE-79BD-4D58-B0E5-9D782FF1FF40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7EE5ED7-EA6F-4FF8-B2B3-8DC49521458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BB48594-9B79-442A-AB8C-E947C7B1BA89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37C3FD5-EDDF-4B8B-B88C-4314E21FC5D1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512A61-0DDF-476B-BFA9-50E50FEE836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70D0A78-007C-44B4-BED3-0506FEDAF40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9C26B9-D382-4D87-A218-CBCC087C7C36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57312D8-2B8B-4DEF-A96B-F64F78CE04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1C40D6C-C8DE-4A5C-88CE-71E9056688F1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A7A438-6021-48C9-880B-8C162CEFBCE9}"/>
              </a:ext>
            </a:extLst>
          </p:cNvPr>
          <p:cNvGrpSpPr/>
          <p:nvPr/>
        </p:nvGrpSpPr>
        <p:grpSpPr>
          <a:xfrm>
            <a:off x="3792033" y="479749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565F0A2-7B6F-440B-A3B1-8FC6484A1BF2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638FBC7-CBDC-42CE-A443-B315B4ECB2D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0E1408B-B02D-4F8D-9EE9-94E8E3F117B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37419F-A743-48F9-9384-AF6A5507962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92B3E0C-07E8-4A66-B883-4CF9BFB0FDBB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06ED5B6-9A1E-4C04-9AD2-EDA15C57DCE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6F24DE-9090-428D-B3D5-BB6AA02A449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158B646-363D-4DD4-B655-241618739C34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850B23D-B58F-49A3-B1A2-B8FDB805D47A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5328531-6E23-4B8D-BB01-57AF17673520}"/>
              </a:ext>
            </a:extLst>
          </p:cNvPr>
          <p:cNvGrpSpPr/>
          <p:nvPr/>
        </p:nvGrpSpPr>
        <p:grpSpPr>
          <a:xfrm>
            <a:off x="3639633" y="464509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131E4B6-BA9C-4643-B754-8233AC82C53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D5CC4C8-9854-4557-801C-E9FD288FA1D0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1FB2FAE-5CFB-4984-92E6-108B14728792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51381E-9C6C-4A93-A1D1-C5219FA00A55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51BC145-CA28-4915-A2F6-AA94961D229E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80F588C-905F-4E8E-8E25-27EBFE296C88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FFD4B2E-9ABE-4696-9A1F-C658E429B7B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60A8F4A-813B-4E39-AC74-3827216F1C27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62964D3-2C34-4204-BA13-47F980064A1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4AC6642-806D-4940-A0D5-423E3056E40F}"/>
              </a:ext>
            </a:extLst>
          </p:cNvPr>
          <p:cNvCxnSpPr>
            <a:cxnSpLocks/>
          </p:cNvCxnSpPr>
          <p:nvPr/>
        </p:nvCxnSpPr>
        <p:spPr>
          <a:xfrm flipV="1">
            <a:off x="2855754" y="3207682"/>
            <a:ext cx="664773" cy="583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1F208E9-9DDD-489F-9258-AED7B7813A54}"/>
              </a:ext>
            </a:extLst>
          </p:cNvPr>
          <p:cNvCxnSpPr>
            <a:cxnSpLocks/>
          </p:cNvCxnSpPr>
          <p:nvPr/>
        </p:nvCxnSpPr>
        <p:spPr>
          <a:xfrm>
            <a:off x="2819661" y="4527450"/>
            <a:ext cx="637274" cy="11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DB612FA-45C8-47FB-9F2F-F7C80EA0CA24}"/>
              </a:ext>
            </a:extLst>
          </p:cNvPr>
          <p:cNvCxnSpPr>
            <a:cxnSpLocks/>
          </p:cNvCxnSpPr>
          <p:nvPr/>
        </p:nvCxnSpPr>
        <p:spPr>
          <a:xfrm>
            <a:off x="4954963" y="3678213"/>
            <a:ext cx="619789" cy="281317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3B1BC4B-025E-4169-AB78-6484C8A3BD02}"/>
              </a:ext>
            </a:extLst>
          </p:cNvPr>
          <p:cNvSpPr/>
          <p:nvPr/>
        </p:nvSpPr>
        <p:spPr>
          <a:xfrm>
            <a:off x="5982922" y="4245423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75D6472-F0EA-428F-A88C-2F34C6D87736}"/>
              </a:ext>
            </a:extLst>
          </p:cNvPr>
          <p:cNvSpPr/>
          <p:nvPr/>
        </p:nvSpPr>
        <p:spPr>
          <a:xfrm>
            <a:off x="5830522" y="4093023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6650F8F-BA1F-4897-92EB-3F088B6F73F5}"/>
              </a:ext>
            </a:extLst>
          </p:cNvPr>
          <p:cNvSpPr/>
          <p:nvPr/>
        </p:nvSpPr>
        <p:spPr>
          <a:xfrm>
            <a:off x="5673857" y="3936362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CD2028-283B-493A-8017-4E0F979DDE95}"/>
              </a:ext>
            </a:extLst>
          </p:cNvPr>
          <p:cNvSpPr txBox="1"/>
          <p:nvPr/>
        </p:nvSpPr>
        <p:spPr>
          <a:xfrm>
            <a:off x="5341306" y="3105834"/>
            <a:ext cx="150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vector</a:t>
            </a:r>
          </a:p>
          <a:p>
            <a:r>
              <a:rPr lang="en-US" dirty="0"/>
              <a:t>[1,1,ochan]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946FC0F-CD0C-481E-BCB5-956F43346580}"/>
              </a:ext>
            </a:extLst>
          </p:cNvPr>
          <p:cNvCxnSpPr>
            <a:cxnSpLocks/>
          </p:cNvCxnSpPr>
          <p:nvPr/>
        </p:nvCxnSpPr>
        <p:spPr>
          <a:xfrm flipV="1">
            <a:off x="4971039" y="4417579"/>
            <a:ext cx="661303" cy="25019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42445D5-8BA2-4E87-88A0-290ACA78C60D}"/>
              </a:ext>
            </a:extLst>
          </p:cNvPr>
          <p:cNvCxnSpPr>
            <a:cxnSpLocks/>
          </p:cNvCxnSpPr>
          <p:nvPr/>
        </p:nvCxnSpPr>
        <p:spPr>
          <a:xfrm>
            <a:off x="4096834" y="4099991"/>
            <a:ext cx="0" cy="375409"/>
          </a:xfrm>
          <a:prstGeom prst="line">
            <a:avLst/>
          </a:prstGeom>
          <a:ln w="63500" cap="rnd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AFCB326-5655-49E7-BE62-8EAE582D55AD}"/>
              </a:ext>
            </a:extLst>
          </p:cNvPr>
          <p:cNvCxnSpPr>
            <a:cxnSpLocks/>
          </p:cNvCxnSpPr>
          <p:nvPr/>
        </p:nvCxnSpPr>
        <p:spPr>
          <a:xfrm>
            <a:off x="6378730" y="4649745"/>
            <a:ext cx="209417" cy="164552"/>
          </a:xfrm>
          <a:prstGeom prst="line">
            <a:avLst/>
          </a:prstGeom>
          <a:ln w="63500" cap="rnd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29E8183-6596-4528-9BF3-55943B7077EA}"/>
              </a:ext>
            </a:extLst>
          </p:cNvPr>
          <p:cNvCxnSpPr>
            <a:cxnSpLocks/>
            <a:stCxn id="166" idx="0"/>
          </p:cNvCxnSpPr>
          <p:nvPr/>
        </p:nvCxnSpPr>
        <p:spPr>
          <a:xfrm flipH="1" flipV="1">
            <a:off x="2284069" y="4919509"/>
            <a:ext cx="302320" cy="45001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31E44FF-09EA-4DEE-8DFD-AFDA48C07B01}"/>
              </a:ext>
            </a:extLst>
          </p:cNvPr>
          <p:cNvCxnSpPr>
            <a:cxnSpLocks/>
            <a:stCxn id="166" idx="0"/>
          </p:cNvCxnSpPr>
          <p:nvPr/>
        </p:nvCxnSpPr>
        <p:spPr>
          <a:xfrm flipV="1">
            <a:off x="2586389" y="5080435"/>
            <a:ext cx="907939" cy="2890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76856C98-913B-40B3-920C-07B1AC81D952}"/>
              </a:ext>
            </a:extLst>
          </p:cNvPr>
          <p:cNvSpPr txBox="1"/>
          <p:nvPr/>
        </p:nvSpPr>
        <p:spPr>
          <a:xfrm>
            <a:off x="1937814" y="5369524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same shape</a:t>
            </a: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B9DEB0A-0D19-4DC2-B667-83CD8D502CE4}"/>
              </a:ext>
            </a:extLst>
          </p:cNvPr>
          <p:cNvCxnSpPr>
            <a:cxnSpLocks/>
            <a:stCxn id="184" idx="0"/>
          </p:cNvCxnSpPr>
          <p:nvPr/>
        </p:nvCxnSpPr>
        <p:spPr>
          <a:xfrm flipH="1" flipV="1">
            <a:off x="5420887" y="4762847"/>
            <a:ext cx="296756" cy="79134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6421675-6EBA-4D21-AF02-1663601E6651}"/>
              </a:ext>
            </a:extLst>
          </p:cNvPr>
          <p:cNvSpPr txBox="1"/>
          <p:nvPr/>
        </p:nvSpPr>
        <p:spPr>
          <a:xfrm>
            <a:off x="5078686" y="5554190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dot product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81BAB52-F307-40BA-A75C-38D1A0486543}"/>
              </a:ext>
            </a:extLst>
          </p:cNvPr>
          <p:cNvSpPr/>
          <p:nvPr/>
        </p:nvSpPr>
        <p:spPr>
          <a:xfrm>
            <a:off x="1448960" y="3486125"/>
            <a:ext cx="927197" cy="93145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FFD1781-3EF4-49BD-B6E2-71B92F1AF3A5}"/>
              </a:ext>
            </a:extLst>
          </p:cNvPr>
          <p:cNvSpPr/>
          <p:nvPr/>
        </p:nvSpPr>
        <p:spPr>
          <a:xfrm>
            <a:off x="3637500" y="2648695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E17AF61-3BA0-431D-8715-FE056D381E41}"/>
              </a:ext>
            </a:extLst>
          </p:cNvPr>
          <p:cNvSpPr/>
          <p:nvPr/>
        </p:nvSpPr>
        <p:spPr>
          <a:xfrm>
            <a:off x="3643898" y="4645098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A1BE2B2-AA4B-E01C-7C95-FCC0A778D1C5}"/>
              </a:ext>
            </a:extLst>
          </p:cNvPr>
          <p:cNvCxnSpPr>
            <a:cxnSpLocks/>
          </p:cNvCxnSpPr>
          <p:nvPr/>
        </p:nvCxnSpPr>
        <p:spPr>
          <a:xfrm>
            <a:off x="2786363" y="4811027"/>
            <a:ext cx="209417" cy="164552"/>
          </a:xfrm>
          <a:prstGeom prst="line">
            <a:avLst/>
          </a:prstGeom>
          <a:ln w="63500" cap="rnd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8CBFEF44-D4B3-C2FD-D7B6-B391147887E6}"/>
              </a:ext>
            </a:extLst>
          </p:cNvPr>
          <p:cNvCxnSpPr>
            <a:cxnSpLocks/>
          </p:cNvCxnSpPr>
          <p:nvPr/>
        </p:nvCxnSpPr>
        <p:spPr>
          <a:xfrm>
            <a:off x="4974538" y="5976665"/>
            <a:ext cx="209417" cy="164552"/>
          </a:xfrm>
          <a:prstGeom prst="line">
            <a:avLst/>
          </a:prstGeom>
          <a:ln w="63500" cap="rnd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648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BA4675-04CB-492F-B213-DEAC621AC604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6169430" y="3425594"/>
            <a:ext cx="861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99CE7-93A5-4E08-887C-34677961F5D1}"/>
              </a:ext>
            </a:extLst>
          </p:cNvPr>
          <p:cNvGrpSpPr/>
          <p:nvPr/>
        </p:nvGrpSpPr>
        <p:grpSpPr>
          <a:xfrm>
            <a:off x="7031251" y="3250496"/>
            <a:ext cx="350195" cy="350195"/>
            <a:chOff x="3860124" y="2202910"/>
            <a:chExt cx="350195" cy="3501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32958A7-5017-4BF8-9D4E-1C7C5BB513E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659107C-C77A-4D5E-BBE3-B8F215EE1246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69BD0D-C56D-4128-A770-F596F07379DB}"/>
              </a:ext>
            </a:extLst>
          </p:cNvPr>
          <p:cNvCxnSpPr>
            <a:cxnSpLocks/>
          </p:cNvCxnSpPr>
          <p:nvPr/>
        </p:nvCxnSpPr>
        <p:spPr>
          <a:xfrm>
            <a:off x="7381446" y="3415825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8D5FAF6-0FB9-49D9-83B2-41040AB3628A}"/>
              </a:ext>
            </a:extLst>
          </p:cNvPr>
          <p:cNvSpPr txBox="1"/>
          <p:nvPr/>
        </p:nvSpPr>
        <p:spPr>
          <a:xfrm>
            <a:off x="7915045" y="2775274"/>
            <a:ext cx="650437" cy="127994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E3D428-9E14-409C-A667-5173798C24C9}"/>
              </a:ext>
            </a:extLst>
          </p:cNvPr>
          <p:cNvGrpSpPr/>
          <p:nvPr/>
        </p:nvGrpSpPr>
        <p:grpSpPr>
          <a:xfrm>
            <a:off x="8790442" y="3296683"/>
            <a:ext cx="350195" cy="350195"/>
            <a:chOff x="3860124" y="2202910"/>
            <a:chExt cx="350195" cy="3501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D07190-4B43-4523-B9C5-3F5E7CCFAD6B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27A521E9-E898-4D83-86A1-8C734B7B920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B522AC2-5688-447A-BD25-AF4C09B6E045}"/>
              </a:ext>
            </a:extLst>
          </p:cNvPr>
          <p:cNvCxnSpPr>
            <a:cxnSpLocks/>
          </p:cNvCxnSpPr>
          <p:nvPr/>
        </p:nvCxnSpPr>
        <p:spPr>
          <a:xfrm>
            <a:off x="8549006" y="3471780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519826-07B4-47DB-B3A3-39DAD6AE2E91}"/>
              </a:ext>
            </a:extLst>
          </p:cNvPr>
          <p:cNvCxnSpPr>
            <a:cxnSpLocks/>
          </p:cNvCxnSpPr>
          <p:nvPr/>
        </p:nvCxnSpPr>
        <p:spPr>
          <a:xfrm>
            <a:off x="9140637" y="3469389"/>
            <a:ext cx="4055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9B4C0DE-2E64-44A8-82FA-42BD4B49900A}"/>
              </a:ext>
            </a:extLst>
          </p:cNvPr>
          <p:cNvCxnSpPr>
            <a:cxnSpLocks/>
          </p:cNvCxnSpPr>
          <p:nvPr/>
        </p:nvCxnSpPr>
        <p:spPr>
          <a:xfrm>
            <a:off x="7598013" y="2980950"/>
            <a:ext cx="300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E36A4B3-37A7-45D5-9A6A-31C37A8B6F1A}"/>
              </a:ext>
            </a:extLst>
          </p:cNvPr>
          <p:cNvCxnSpPr>
            <a:cxnSpLocks/>
          </p:cNvCxnSpPr>
          <p:nvPr/>
        </p:nvCxnSpPr>
        <p:spPr>
          <a:xfrm flipV="1">
            <a:off x="7598013" y="2478854"/>
            <a:ext cx="0" cy="50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71A70B-8FF7-4583-BCAC-7A7E54791300}"/>
              </a:ext>
            </a:extLst>
          </p:cNvPr>
          <p:cNvCxnSpPr>
            <a:cxnSpLocks/>
          </p:cNvCxnSpPr>
          <p:nvPr/>
        </p:nvCxnSpPr>
        <p:spPr>
          <a:xfrm>
            <a:off x="7598013" y="2478854"/>
            <a:ext cx="17346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1761FD-A8A3-42BA-9218-56286218A6FB}"/>
              </a:ext>
            </a:extLst>
          </p:cNvPr>
          <p:cNvCxnSpPr>
            <a:cxnSpLocks/>
          </p:cNvCxnSpPr>
          <p:nvPr/>
        </p:nvCxnSpPr>
        <p:spPr>
          <a:xfrm flipV="1">
            <a:off x="9332676" y="2478854"/>
            <a:ext cx="0" cy="990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rapezoid 57">
            <a:extLst>
              <a:ext uri="{FF2B5EF4-FFF2-40B4-BE49-F238E27FC236}">
                <a16:creationId xmlns:a16="http://schemas.microsoft.com/office/drawing/2014/main" id="{84E9056F-E91E-4AC6-972D-83044D6E8306}"/>
              </a:ext>
            </a:extLst>
          </p:cNvPr>
          <p:cNvSpPr/>
          <p:nvPr/>
        </p:nvSpPr>
        <p:spPr>
          <a:xfrm rot="5400000">
            <a:off x="9355448" y="3299654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960A8CF-30E5-4368-861A-F252B057E2F6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10496698" y="3471781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2F4C5CA-D83D-4609-BEA3-AB5B880A7644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6425766" y="3869109"/>
            <a:ext cx="6054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FC06FCF-5FBC-4195-B611-923EC75F61A6}"/>
              </a:ext>
            </a:extLst>
          </p:cNvPr>
          <p:cNvGrpSpPr/>
          <p:nvPr/>
        </p:nvGrpSpPr>
        <p:grpSpPr>
          <a:xfrm>
            <a:off x="7031251" y="3694011"/>
            <a:ext cx="350195" cy="350195"/>
            <a:chOff x="3860124" y="2202910"/>
            <a:chExt cx="350195" cy="35019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36E8817-08B3-4F50-A5C9-FF3F13713C6D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B6DEFAA5-8EF9-48EB-B5C6-E3D21BF8D13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357F21-EDD4-40D2-ABAC-BEF4BEAB5224}"/>
              </a:ext>
            </a:extLst>
          </p:cNvPr>
          <p:cNvGrpSpPr/>
          <p:nvPr/>
        </p:nvGrpSpPr>
        <p:grpSpPr>
          <a:xfrm>
            <a:off x="10146503" y="3296683"/>
            <a:ext cx="350195" cy="350195"/>
            <a:chOff x="3860124" y="2202910"/>
            <a:chExt cx="350195" cy="35019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F11E03E-3D35-4CA9-8EB1-6BA2D9AF8B55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FF907043-2640-41F6-95E1-8F4629C947BF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E3693D-8C37-47B3-9225-ACE167165038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9890483" y="3469389"/>
            <a:ext cx="256020" cy="2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A6A3AD3-AAA8-4152-84C5-00033F520955}"/>
              </a:ext>
            </a:extLst>
          </p:cNvPr>
          <p:cNvSpPr txBox="1"/>
          <p:nvPr/>
        </p:nvSpPr>
        <p:spPr>
          <a:xfrm>
            <a:off x="10872426" y="3081669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22B4CA4-A43E-4123-BF69-8B9BC717BE26}"/>
              </a:ext>
            </a:extLst>
          </p:cNvPr>
          <p:cNvCxnSpPr>
            <a:cxnSpLocks/>
          </p:cNvCxnSpPr>
          <p:nvPr/>
        </p:nvCxnSpPr>
        <p:spPr>
          <a:xfrm>
            <a:off x="7381446" y="3869109"/>
            <a:ext cx="52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40C27C6-FDF2-4883-8FBF-9EDB6B14FFFE}"/>
              </a:ext>
            </a:extLst>
          </p:cNvPr>
          <p:cNvSpPr txBox="1"/>
          <p:nvPr/>
        </p:nvSpPr>
        <p:spPr>
          <a:xfrm>
            <a:off x="8697801" y="29589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acc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663524-8518-4E96-A060-8B3A3F5E310D}"/>
              </a:ext>
            </a:extLst>
          </p:cNvPr>
          <p:cNvSpPr txBox="1"/>
          <p:nvPr/>
        </p:nvSpPr>
        <p:spPr>
          <a:xfrm>
            <a:off x="11080250" y="349000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A833DE-0264-49B2-BBC0-CB3931309AFD}"/>
              </a:ext>
            </a:extLst>
          </p:cNvPr>
          <p:cNvSpPr txBox="1"/>
          <p:nvPr/>
        </p:nvSpPr>
        <p:spPr>
          <a:xfrm>
            <a:off x="9390628" y="2789455"/>
            <a:ext cx="66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RELU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7C426F3-429B-4A2E-A205-07243C2B4FCF}"/>
              </a:ext>
            </a:extLst>
          </p:cNvPr>
          <p:cNvCxnSpPr>
            <a:cxnSpLocks/>
          </p:cNvCxnSpPr>
          <p:nvPr/>
        </p:nvCxnSpPr>
        <p:spPr>
          <a:xfrm>
            <a:off x="403534" y="3370948"/>
            <a:ext cx="1348972" cy="2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DAA48FC-709A-46E0-9FD5-E7CA274DFA4F}"/>
              </a:ext>
            </a:extLst>
          </p:cNvPr>
          <p:cNvSpPr txBox="1"/>
          <p:nvPr/>
        </p:nvSpPr>
        <p:spPr>
          <a:xfrm>
            <a:off x="779262" y="2980836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2D6EE9-7A45-4E1D-9741-B72FD20AA9A0}"/>
              </a:ext>
            </a:extLst>
          </p:cNvPr>
          <p:cNvSpPr txBox="1"/>
          <p:nvPr/>
        </p:nvSpPr>
        <p:spPr>
          <a:xfrm>
            <a:off x="987086" y="33891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4520A3B-BAC6-49CA-8093-0D1E9F27B9F4}"/>
              </a:ext>
            </a:extLst>
          </p:cNvPr>
          <p:cNvGrpSpPr/>
          <p:nvPr/>
        </p:nvGrpSpPr>
        <p:grpSpPr>
          <a:xfrm>
            <a:off x="1760326" y="3195850"/>
            <a:ext cx="350195" cy="350195"/>
            <a:chOff x="3860124" y="2202910"/>
            <a:chExt cx="350195" cy="35019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D3805CF-683B-4014-B234-14839A681E82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5969044B-F5A2-4ABD-967A-37FD0CE3EA6C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7D9754F-BC54-4B97-93A5-C0CE5B0DD2AE}"/>
              </a:ext>
            </a:extLst>
          </p:cNvPr>
          <p:cNvCxnSpPr>
            <a:cxnSpLocks/>
          </p:cNvCxnSpPr>
          <p:nvPr/>
        </p:nvCxnSpPr>
        <p:spPr>
          <a:xfrm>
            <a:off x="2110191" y="3389175"/>
            <a:ext cx="5510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AD5EB3E-80EA-47B3-9E89-75599EB985D5}"/>
              </a:ext>
            </a:extLst>
          </p:cNvPr>
          <p:cNvSpPr txBox="1"/>
          <p:nvPr/>
        </p:nvSpPr>
        <p:spPr>
          <a:xfrm>
            <a:off x="4254844" y="4790813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E14EA7-90B5-4565-963E-942D8CB2A149}"/>
              </a:ext>
            </a:extLst>
          </p:cNvPr>
          <p:cNvSpPr txBox="1"/>
          <p:nvPr/>
        </p:nvSpPr>
        <p:spPr>
          <a:xfrm>
            <a:off x="3870868" y="3634897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row buffer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E209BC39-2581-E729-F647-8342B7428741}"/>
              </a:ext>
            </a:extLst>
          </p:cNvPr>
          <p:cNvSpPr/>
          <p:nvPr/>
        </p:nvSpPr>
        <p:spPr>
          <a:xfrm rot="10800000">
            <a:off x="5557100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EE82B8BC-0DC4-314C-3F22-A4735FF515A7}"/>
              </a:ext>
            </a:extLst>
          </p:cNvPr>
          <p:cNvSpPr/>
          <p:nvPr/>
        </p:nvSpPr>
        <p:spPr>
          <a:xfrm rot="10800000">
            <a:off x="5456677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D2351E5E-FE9E-60AF-01E5-9594374D6E11}"/>
              </a:ext>
            </a:extLst>
          </p:cNvPr>
          <p:cNvSpPr/>
          <p:nvPr/>
        </p:nvSpPr>
        <p:spPr>
          <a:xfrm rot="10800000">
            <a:off x="5356254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EB163966-2EEB-5CFA-4B03-0107E66F835F}"/>
              </a:ext>
            </a:extLst>
          </p:cNvPr>
          <p:cNvSpPr/>
          <p:nvPr/>
        </p:nvSpPr>
        <p:spPr>
          <a:xfrm rot="10800000">
            <a:off x="5255831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F92630C8-AD94-893E-6A46-A9B742EFCEBB}"/>
              </a:ext>
            </a:extLst>
          </p:cNvPr>
          <p:cNvSpPr/>
          <p:nvPr/>
        </p:nvSpPr>
        <p:spPr>
          <a:xfrm rot="10800000">
            <a:off x="5155408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474F6FCE-9968-3260-22C9-E3C549CCA127}"/>
              </a:ext>
            </a:extLst>
          </p:cNvPr>
          <p:cNvSpPr/>
          <p:nvPr/>
        </p:nvSpPr>
        <p:spPr>
          <a:xfrm rot="10800000">
            <a:off x="5054985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EEC8AECD-C106-8537-FF81-280DCDDFD806}"/>
              </a:ext>
            </a:extLst>
          </p:cNvPr>
          <p:cNvSpPr/>
          <p:nvPr/>
        </p:nvSpPr>
        <p:spPr>
          <a:xfrm rot="10800000">
            <a:off x="4954562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CFBABB58-9EDA-55E3-ACE2-C4A06DDA8677}"/>
              </a:ext>
            </a:extLst>
          </p:cNvPr>
          <p:cNvSpPr/>
          <p:nvPr/>
        </p:nvSpPr>
        <p:spPr>
          <a:xfrm rot="10800000">
            <a:off x="4854140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A619E5D7-E6CD-D328-9FA5-39AF415EC5F6}"/>
              </a:ext>
            </a:extLst>
          </p:cNvPr>
          <p:cNvSpPr/>
          <p:nvPr/>
        </p:nvSpPr>
        <p:spPr>
          <a:xfrm rot="10800000">
            <a:off x="4753717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152832EB-888B-F223-FA97-890EB64AF91B}"/>
              </a:ext>
            </a:extLst>
          </p:cNvPr>
          <p:cNvSpPr/>
          <p:nvPr/>
        </p:nvSpPr>
        <p:spPr>
          <a:xfrm rot="10800000">
            <a:off x="4653294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52421BB7-12FE-FBB5-85B4-F6CDA7DD36C6}"/>
              </a:ext>
            </a:extLst>
          </p:cNvPr>
          <p:cNvSpPr/>
          <p:nvPr/>
        </p:nvSpPr>
        <p:spPr>
          <a:xfrm rot="10800000">
            <a:off x="4552871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40A74250-A57A-9D56-F362-8742F5197650}"/>
              </a:ext>
            </a:extLst>
          </p:cNvPr>
          <p:cNvSpPr/>
          <p:nvPr/>
        </p:nvSpPr>
        <p:spPr>
          <a:xfrm rot="10800000">
            <a:off x="4452448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766C3118-31C8-3164-BBD6-049EA688938D}"/>
              </a:ext>
            </a:extLst>
          </p:cNvPr>
          <p:cNvSpPr/>
          <p:nvPr/>
        </p:nvSpPr>
        <p:spPr>
          <a:xfrm rot="10800000">
            <a:off x="4352025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CAB954F7-46FB-E94D-2937-AF9DA09FF8F7}"/>
              </a:ext>
            </a:extLst>
          </p:cNvPr>
          <p:cNvSpPr/>
          <p:nvPr/>
        </p:nvSpPr>
        <p:spPr>
          <a:xfrm rot="10800000">
            <a:off x="4251602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ED18F36C-D66C-7BD9-11C8-A5BE23ED54CE}"/>
              </a:ext>
            </a:extLst>
          </p:cNvPr>
          <p:cNvSpPr/>
          <p:nvPr/>
        </p:nvSpPr>
        <p:spPr>
          <a:xfrm rot="10800000">
            <a:off x="4151179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09D1CFD1-9051-1F10-AC08-17B271947F34}"/>
              </a:ext>
            </a:extLst>
          </p:cNvPr>
          <p:cNvSpPr/>
          <p:nvPr/>
        </p:nvSpPr>
        <p:spPr>
          <a:xfrm rot="10800000">
            <a:off x="4050756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10A8D81B-2022-D642-194F-509CF9346832}"/>
              </a:ext>
            </a:extLst>
          </p:cNvPr>
          <p:cNvSpPr/>
          <p:nvPr/>
        </p:nvSpPr>
        <p:spPr>
          <a:xfrm rot="10800000">
            <a:off x="3950333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692253A0-A889-D509-D4B9-2C565CBEAEF8}"/>
              </a:ext>
            </a:extLst>
          </p:cNvPr>
          <p:cNvSpPr/>
          <p:nvPr/>
        </p:nvSpPr>
        <p:spPr>
          <a:xfrm rot="10800000">
            <a:off x="3849910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7D47E582-37D8-A18C-2A78-7B5BC6599187}"/>
              </a:ext>
            </a:extLst>
          </p:cNvPr>
          <p:cNvSpPr/>
          <p:nvPr/>
        </p:nvSpPr>
        <p:spPr>
          <a:xfrm rot="10800000">
            <a:off x="3749487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704E862D-281A-E36C-7F0B-F4FF68127610}"/>
              </a:ext>
            </a:extLst>
          </p:cNvPr>
          <p:cNvSpPr/>
          <p:nvPr/>
        </p:nvSpPr>
        <p:spPr>
          <a:xfrm rot="10800000">
            <a:off x="3649064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7CFB2495-E4ED-0515-85B1-AD9D234C7787}"/>
              </a:ext>
            </a:extLst>
          </p:cNvPr>
          <p:cNvSpPr/>
          <p:nvPr/>
        </p:nvSpPr>
        <p:spPr>
          <a:xfrm rot="10800000">
            <a:off x="3548641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7AB9AFCD-9884-81EB-B9A5-1F933BB5B805}"/>
              </a:ext>
            </a:extLst>
          </p:cNvPr>
          <p:cNvSpPr/>
          <p:nvPr/>
        </p:nvSpPr>
        <p:spPr>
          <a:xfrm rot="10800000">
            <a:off x="3448219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9FDC52CB-180C-587C-20AE-985017032486}"/>
              </a:ext>
            </a:extLst>
          </p:cNvPr>
          <p:cNvSpPr/>
          <p:nvPr/>
        </p:nvSpPr>
        <p:spPr>
          <a:xfrm rot="10800000">
            <a:off x="3347796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69190909-58EA-635C-9997-798BB30FB1A3}"/>
              </a:ext>
            </a:extLst>
          </p:cNvPr>
          <p:cNvSpPr/>
          <p:nvPr/>
        </p:nvSpPr>
        <p:spPr>
          <a:xfrm rot="10800000">
            <a:off x="3247373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A53961D5-945C-59D2-6C0C-FA520EC315C7}"/>
              </a:ext>
            </a:extLst>
          </p:cNvPr>
          <p:cNvSpPr/>
          <p:nvPr/>
        </p:nvSpPr>
        <p:spPr>
          <a:xfrm rot="10800000">
            <a:off x="3146950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613ECAFD-FBE4-5C5A-659F-F2D2F5415E3B}"/>
              </a:ext>
            </a:extLst>
          </p:cNvPr>
          <p:cNvSpPr/>
          <p:nvPr/>
        </p:nvSpPr>
        <p:spPr>
          <a:xfrm rot="10800000">
            <a:off x="3046527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A4063ECD-8E21-BCFF-CAB7-467B17F7F836}"/>
              </a:ext>
            </a:extLst>
          </p:cNvPr>
          <p:cNvSpPr/>
          <p:nvPr/>
        </p:nvSpPr>
        <p:spPr>
          <a:xfrm rot="10800000">
            <a:off x="2946104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ED48AAC0-37EA-EE09-981E-D87CC4CD900A}"/>
              </a:ext>
            </a:extLst>
          </p:cNvPr>
          <p:cNvSpPr/>
          <p:nvPr/>
        </p:nvSpPr>
        <p:spPr>
          <a:xfrm rot="10800000">
            <a:off x="2845681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6507ADAB-FC5A-5FD4-414A-7A627BFDA2C7}"/>
              </a:ext>
            </a:extLst>
          </p:cNvPr>
          <p:cNvSpPr/>
          <p:nvPr/>
        </p:nvSpPr>
        <p:spPr>
          <a:xfrm rot="10800000">
            <a:off x="2745258" y="3547290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8C72EFF-A21D-98EF-D2C5-3D20C9068DA8}"/>
              </a:ext>
            </a:extLst>
          </p:cNvPr>
          <p:cNvGrpSpPr/>
          <p:nvPr/>
        </p:nvGrpSpPr>
        <p:grpSpPr>
          <a:xfrm rot="10800000">
            <a:off x="2745258" y="3447001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1D5A02D7-0744-085C-FAED-A052CA5D8A77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5E8D68F8-6B55-6E17-FE1C-232F9933AD4A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7039199C-EFCA-33C2-12D9-CDCC74CD8309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454F002-D62C-6F30-83B5-A69D2749BE24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5E0B9F61-8551-11F4-6F66-873AF35FEF83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6CE99281-E9A5-589C-30C8-1CC1957C58DE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1E465050-1EAA-734A-6F82-D13CEEA890C6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D4A73399-2064-83DA-191A-0902F14601F2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48F4617C-1A0A-C5E3-8BFF-EA7C90CA68A4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7B3CF07F-B2F0-1FF5-7931-D35C10CC00D5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C7E74BA4-31C9-075F-7076-A879375980D5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2E5EFD1C-67BD-FB72-B5A5-AEE1C8C4C3FB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1C8957BE-33B4-4094-D8F4-007FFD3B87C6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7611CBC3-F141-34E5-933E-C16C32E05398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44F42073-0CD2-B305-C4B9-5300F490C41F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1868F362-8ADB-587C-9165-681078F28355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8CF9C270-A40E-2328-836E-EEDEDCCB2A90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3BBF740B-D994-F19A-1172-B9CF112592E6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34D7C401-323A-1733-BDAC-E265049AA76A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435AACF8-B192-0428-BCE2-CD1256F24157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F832F27E-DB78-D27A-0EAC-FD6D09F26664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4C1828AD-21AB-7E2E-0984-343EE489B9DC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FBE23DE1-1255-B572-BBEA-95B3CC0AC396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49A8688F-43E9-D09B-6199-2B408802DAA5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56A6981B-AA87-905F-A7F2-D8D333381D73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9DAE3B69-4140-EF4A-432D-4E1F63D2D94F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610605D-5340-1695-F58C-014F24F447C7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B7FB4644-84DA-EA97-2E29-8902C45140AA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1948567D-FBD7-BC26-9CA2-73F114EE3971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A69502B9-D8EE-8F6A-B896-8EEFCB6C9EF0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7186AC6E-72BD-24E0-1BFF-FCDAD25EEAD1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3C455DCC-6B6D-4089-8A5A-FE25C27E460D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34A855A4-14FC-0CE5-0661-14242182B0AD}"/>
              </a:ext>
            </a:extLst>
          </p:cNvPr>
          <p:cNvGrpSpPr/>
          <p:nvPr/>
        </p:nvGrpSpPr>
        <p:grpSpPr>
          <a:xfrm rot="10800000">
            <a:off x="2745258" y="3346578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6ED51E74-38E5-9C43-6956-A12C4BA08C2E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56E0CE4F-4BFA-AEDC-B6E1-6E48BFFA4835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D13A2D89-B5BB-310D-C870-86BB033A4482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2CF363F6-0DF8-2875-2D2B-9FFD327990FB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0776F83F-3C73-CABB-D71C-323DBABECD1E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D48ACA38-DD8F-FA53-E289-E781E4DC70B8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5A670AB0-1D8E-0D85-F2B6-02CA6A898A70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52BE89B3-061A-6394-38E5-306C9271C54E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CBC6EA2F-F1DD-E73A-0E16-B33D1067260A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AFFBA534-6550-931C-A123-613B7127FB39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00B6B829-7CF1-F4FC-FF1A-993CB588E8E7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5DC2F444-65AB-D1B1-5D72-FF91C36132C7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416FC68B-2DC2-867D-2235-E1850FBFBECF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98E0861D-2468-5078-C123-8591BC497BE8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F66A4398-3B7C-32C5-8E5C-A2DA9DBE21D8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07D19247-07A9-6097-CC6C-618726188ADF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0B49A8B3-8EF0-C49E-54E8-8E3B773CA944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0D4E2990-8B79-3563-CBEA-A409000020F6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65AE16DE-052E-0517-282B-87EECF4660A1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6431675-A71D-50A1-77E8-A13AAE9E197F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1C3A63B9-DCE3-FA5C-E965-C2AEE4D29F17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A0E41106-6575-FAE1-2763-D7113184B168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BF5CDD82-92A2-1AC4-CD32-638176EA3600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F1F8258F-84A4-7857-77E9-E0EE6B8F3BB6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0B63ADDE-0EF8-FA35-7007-5ED03918DCC0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2730B029-C37B-7550-75B2-0FC860EA8FA9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C08080FE-6402-01D4-20A3-62F818D38792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6BC1CE61-91D1-EBDB-A88D-E166EC2D6EDF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289928E5-17F5-DE8C-A130-BFF8C7FF7BB5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1539C2EA-E984-D216-1D85-9C7CCBFB79CD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337E55B9-3F91-4C99-15C1-DC4475962E09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137CC9FB-3730-0A14-86E6-07AD418EF339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CD8BDA68-0799-20DE-A9C3-71515939B20E}"/>
              </a:ext>
            </a:extLst>
          </p:cNvPr>
          <p:cNvGrpSpPr/>
          <p:nvPr/>
        </p:nvGrpSpPr>
        <p:grpSpPr>
          <a:xfrm rot="10800000">
            <a:off x="5657523" y="3501705"/>
            <a:ext cx="350300" cy="146008"/>
            <a:chOff x="1150032" y="5207038"/>
            <a:chExt cx="690543" cy="287825"/>
          </a:xfrm>
        </p:grpSpPr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E24A45E7-A6FA-5B0C-E516-39449989E8BC}"/>
                </a:ext>
              </a:extLst>
            </p:cNvPr>
            <p:cNvSpPr/>
            <p:nvPr/>
          </p:nvSpPr>
          <p:spPr>
            <a:xfrm>
              <a:off x="1246686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D20E33DC-D2D0-E892-3CDA-2A5E6496AF7F}"/>
                </a:ext>
              </a:extLst>
            </p:cNvPr>
            <p:cNvSpPr/>
            <p:nvPr/>
          </p:nvSpPr>
          <p:spPr>
            <a:xfrm>
              <a:off x="1444649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B674601F-653C-793C-D13A-65A19D82E809}"/>
                </a:ext>
              </a:extLst>
            </p:cNvPr>
            <p:cNvSpPr/>
            <p:nvPr/>
          </p:nvSpPr>
          <p:spPr>
            <a:xfrm>
              <a:off x="1642612" y="5207038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5B1AABE0-BDC0-B705-BEF3-DF63FB402AD7}"/>
                </a:ext>
              </a:extLst>
            </p:cNvPr>
            <p:cNvSpPr/>
            <p:nvPr/>
          </p:nvSpPr>
          <p:spPr>
            <a:xfrm>
              <a:off x="1150032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DDD60067-CD78-9B79-5B69-E96B4323BA2D}"/>
                </a:ext>
              </a:extLst>
            </p:cNvPr>
            <p:cNvSpPr/>
            <p:nvPr/>
          </p:nvSpPr>
          <p:spPr>
            <a:xfrm>
              <a:off x="1347995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709CB404-93A7-FA88-D142-58713124AB43}"/>
                </a:ext>
              </a:extLst>
            </p:cNvPr>
            <p:cNvSpPr/>
            <p:nvPr/>
          </p:nvSpPr>
          <p:spPr>
            <a:xfrm>
              <a:off x="1545958" y="5296900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1" name="Rectangle 380">
            <a:extLst>
              <a:ext uri="{FF2B5EF4-FFF2-40B4-BE49-F238E27FC236}">
                <a16:creationId xmlns:a16="http://schemas.microsoft.com/office/drawing/2014/main" id="{5C1320F1-F6AF-8044-2DE2-BD525DADEBF1}"/>
              </a:ext>
            </a:extLst>
          </p:cNvPr>
          <p:cNvSpPr/>
          <p:nvPr/>
        </p:nvSpPr>
        <p:spPr>
          <a:xfrm rot="10800000">
            <a:off x="5606131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B53EF74F-917F-3EE5-A4BA-99E43AAE2D6B}"/>
              </a:ext>
            </a:extLst>
          </p:cNvPr>
          <p:cNvSpPr/>
          <p:nvPr/>
        </p:nvSpPr>
        <p:spPr>
          <a:xfrm rot="10800000">
            <a:off x="5505708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E4B474E1-5BE3-AFB4-642D-F87772D7679A}"/>
              </a:ext>
            </a:extLst>
          </p:cNvPr>
          <p:cNvSpPr/>
          <p:nvPr/>
        </p:nvSpPr>
        <p:spPr>
          <a:xfrm rot="10800000">
            <a:off x="5405285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634CD0EF-5E77-B30B-C465-D05771B3D3E5}"/>
              </a:ext>
            </a:extLst>
          </p:cNvPr>
          <p:cNvSpPr/>
          <p:nvPr/>
        </p:nvSpPr>
        <p:spPr>
          <a:xfrm rot="10800000">
            <a:off x="5304862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66082837-4132-77B0-6B5C-E5048590F973}"/>
              </a:ext>
            </a:extLst>
          </p:cNvPr>
          <p:cNvSpPr/>
          <p:nvPr/>
        </p:nvSpPr>
        <p:spPr>
          <a:xfrm rot="10800000">
            <a:off x="5204439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FAE675C2-D26D-E585-08DD-104A335698C2}"/>
              </a:ext>
            </a:extLst>
          </p:cNvPr>
          <p:cNvSpPr/>
          <p:nvPr/>
        </p:nvSpPr>
        <p:spPr>
          <a:xfrm rot="10800000">
            <a:off x="5104016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AE07FDE4-DC38-7A56-25E3-A189E68D387A}"/>
              </a:ext>
            </a:extLst>
          </p:cNvPr>
          <p:cNvSpPr/>
          <p:nvPr/>
        </p:nvSpPr>
        <p:spPr>
          <a:xfrm rot="10800000">
            <a:off x="5003593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8FAE4750-45C1-0190-74D1-3294BADA90C9}"/>
              </a:ext>
            </a:extLst>
          </p:cNvPr>
          <p:cNvSpPr/>
          <p:nvPr/>
        </p:nvSpPr>
        <p:spPr>
          <a:xfrm rot="10800000">
            <a:off x="4903170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E84E8D79-031F-784A-A2BB-B3153312F2D9}"/>
              </a:ext>
            </a:extLst>
          </p:cNvPr>
          <p:cNvSpPr/>
          <p:nvPr/>
        </p:nvSpPr>
        <p:spPr>
          <a:xfrm rot="10800000">
            <a:off x="4802747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FE57C9E1-C807-07E1-3972-E2A554F35A03}"/>
              </a:ext>
            </a:extLst>
          </p:cNvPr>
          <p:cNvSpPr/>
          <p:nvPr/>
        </p:nvSpPr>
        <p:spPr>
          <a:xfrm rot="10800000">
            <a:off x="4702324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748CBBE2-21B4-4E77-0DE0-28D1D34D5620}"/>
              </a:ext>
            </a:extLst>
          </p:cNvPr>
          <p:cNvSpPr/>
          <p:nvPr/>
        </p:nvSpPr>
        <p:spPr>
          <a:xfrm rot="10800000">
            <a:off x="4601902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26AFF170-FA8D-097D-7458-51DF6A9246B1}"/>
              </a:ext>
            </a:extLst>
          </p:cNvPr>
          <p:cNvSpPr/>
          <p:nvPr/>
        </p:nvSpPr>
        <p:spPr>
          <a:xfrm rot="10800000">
            <a:off x="4501479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792520CC-CBBD-D161-E3CE-4F93E7876D63}"/>
              </a:ext>
            </a:extLst>
          </p:cNvPr>
          <p:cNvSpPr/>
          <p:nvPr/>
        </p:nvSpPr>
        <p:spPr>
          <a:xfrm rot="10800000">
            <a:off x="4401056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66DCB64A-6265-AB06-DC08-1EE1756C7A0A}"/>
              </a:ext>
            </a:extLst>
          </p:cNvPr>
          <p:cNvSpPr/>
          <p:nvPr/>
        </p:nvSpPr>
        <p:spPr>
          <a:xfrm rot="10800000">
            <a:off x="4300633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C263E1C-7B1E-A979-E4FF-7378BEB5CF53}"/>
              </a:ext>
            </a:extLst>
          </p:cNvPr>
          <p:cNvSpPr/>
          <p:nvPr/>
        </p:nvSpPr>
        <p:spPr>
          <a:xfrm rot="10800000">
            <a:off x="4200210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2567231C-5D6A-FB6A-ABA0-2A221F158050}"/>
              </a:ext>
            </a:extLst>
          </p:cNvPr>
          <p:cNvSpPr/>
          <p:nvPr/>
        </p:nvSpPr>
        <p:spPr>
          <a:xfrm rot="10800000">
            <a:off x="4099787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0C640151-6555-8950-B3DA-436696FE9AD0}"/>
              </a:ext>
            </a:extLst>
          </p:cNvPr>
          <p:cNvSpPr/>
          <p:nvPr/>
        </p:nvSpPr>
        <p:spPr>
          <a:xfrm rot="10800000">
            <a:off x="3999364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396A29C1-22AB-622B-135A-5DE132960B30}"/>
              </a:ext>
            </a:extLst>
          </p:cNvPr>
          <p:cNvSpPr/>
          <p:nvPr/>
        </p:nvSpPr>
        <p:spPr>
          <a:xfrm rot="10800000">
            <a:off x="3898941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DF551367-2221-46DA-69C4-36F25EFA1896}"/>
              </a:ext>
            </a:extLst>
          </p:cNvPr>
          <p:cNvSpPr/>
          <p:nvPr/>
        </p:nvSpPr>
        <p:spPr>
          <a:xfrm rot="10800000">
            <a:off x="3798518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598C8460-FE2E-0712-B18D-08C7AFC4AF1A}"/>
              </a:ext>
            </a:extLst>
          </p:cNvPr>
          <p:cNvSpPr/>
          <p:nvPr/>
        </p:nvSpPr>
        <p:spPr>
          <a:xfrm rot="10800000">
            <a:off x="3698095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CC6EFABB-80C4-670C-DDFB-9C202EE14188}"/>
              </a:ext>
            </a:extLst>
          </p:cNvPr>
          <p:cNvSpPr/>
          <p:nvPr/>
        </p:nvSpPr>
        <p:spPr>
          <a:xfrm rot="10800000">
            <a:off x="3597672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E13DFB8F-3E29-C619-572D-44167FE71647}"/>
              </a:ext>
            </a:extLst>
          </p:cNvPr>
          <p:cNvSpPr/>
          <p:nvPr/>
        </p:nvSpPr>
        <p:spPr>
          <a:xfrm rot="10800000">
            <a:off x="3497249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8A5EEB12-E794-7453-4149-9F6377CF96A1}"/>
              </a:ext>
            </a:extLst>
          </p:cNvPr>
          <p:cNvSpPr/>
          <p:nvPr/>
        </p:nvSpPr>
        <p:spPr>
          <a:xfrm rot="10800000">
            <a:off x="3396826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87AC9CF6-49BB-4775-40CE-1BEE2AEC67C3}"/>
              </a:ext>
            </a:extLst>
          </p:cNvPr>
          <p:cNvSpPr/>
          <p:nvPr/>
        </p:nvSpPr>
        <p:spPr>
          <a:xfrm rot="10800000">
            <a:off x="3296403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D940EBB3-B39F-D052-D46B-AE9C6A362AF4}"/>
              </a:ext>
            </a:extLst>
          </p:cNvPr>
          <p:cNvSpPr/>
          <p:nvPr/>
        </p:nvSpPr>
        <p:spPr>
          <a:xfrm rot="10800000">
            <a:off x="3195980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0F5C363B-B156-5ACB-C988-F44F1FDF2EA1}"/>
              </a:ext>
            </a:extLst>
          </p:cNvPr>
          <p:cNvSpPr/>
          <p:nvPr/>
        </p:nvSpPr>
        <p:spPr>
          <a:xfrm rot="10800000">
            <a:off x="3095558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93F9123-2212-162E-537D-DFEB6FB7B73F}"/>
              </a:ext>
            </a:extLst>
          </p:cNvPr>
          <p:cNvSpPr/>
          <p:nvPr/>
        </p:nvSpPr>
        <p:spPr>
          <a:xfrm rot="10800000">
            <a:off x="2995135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3399DCA5-475D-6729-8B6A-B76E02E1650D}"/>
              </a:ext>
            </a:extLst>
          </p:cNvPr>
          <p:cNvSpPr/>
          <p:nvPr/>
        </p:nvSpPr>
        <p:spPr>
          <a:xfrm rot="10800000">
            <a:off x="2894712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53210EE2-9856-982C-3BB9-6323EEF67A6A}"/>
              </a:ext>
            </a:extLst>
          </p:cNvPr>
          <p:cNvSpPr/>
          <p:nvPr/>
        </p:nvSpPr>
        <p:spPr>
          <a:xfrm rot="10800000">
            <a:off x="2794289" y="3501705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611E34D8-86E3-2FFD-A67B-182E1C9DA60C}"/>
              </a:ext>
            </a:extLst>
          </p:cNvPr>
          <p:cNvGrpSpPr/>
          <p:nvPr/>
        </p:nvGrpSpPr>
        <p:grpSpPr>
          <a:xfrm rot="10800000">
            <a:off x="2794289" y="3401415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F3831727-0CAD-8DF3-85A1-2464E22A89AD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BD3F93DB-7135-10A1-C4CD-AF694D71D150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76BAB747-0A9E-E2B1-415E-ED49F7C84523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6DAE4E2B-6B06-8142-3F2E-FBCD0E04C45B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81307BA7-2E0C-19CD-83C2-9F16CCABB226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A43BA7EB-3B60-6334-46D6-204A8DDE5FD1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FC74224C-CAB5-882C-8912-477D4AE22234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5BD7AE7A-CC84-BFA4-45BB-7FFA4FCCCE33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9B687A04-123A-DF01-CC0C-A5E25F5E46D5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F1A41819-6753-3E50-9CEB-B6BA1D56E752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F8A7BFBE-F9C0-F80A-E9D7-3363DD069103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047239FC-AA60-DB99-2AF2-DACBEDA85F63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1AE0B83D-799C-B66E-3A61-BD3388FFA544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B51DEF90-88E9-52D9-7FD2-6EC95A74B2BE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90C3C3AA-353F-551A-4774-C00A94D83B5C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7574C13C-8547-E236-FD0E-3F256C9A86B4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7C955D19-CB0F-046A-E3D8-221A63B73AE6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480424D6-93CB-B565-B50C-BA0899996262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523A6846-47CA-03BD-CB1A-0D91A96EADF9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AC2364D6-EA2B-4B06-DC4B-FA852D64F37F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F0D9B748-6856-B1E1-791A-E30022071AD7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C06B4AA1-0D2F-ACDE-6244-F2C2E0841EA7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CB4452B3-E4D8-8DDC-CD86-5CC808994221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2F90AA72-2BE6-E7A4-1DFD-586D1571755E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DF80E215-0CFF-F0A3-7E51-A1828EDC49A7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1864F777-79AF-8E3B-F202-173BEDF72B1D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8CFBE832-DABB-561F-7C75-9915603F7E40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1CFBA0C8-B933-5119-4D2B-374E4FC208CD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2665EF1A-4E23-A5A8-8C3D-55934BEC4650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A6501854-3F36-63A7-7EBD-B88D107AB0F7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2E2F9083-CC8D-FA4A-78C2-A84BBE596070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65732091-E068-92F3-8314-045C2FDC725B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836E24E6-65A3-C56D-699E-81183A3876B6}"/>
              </a:ext>
            </a:extLst>
          </p:cNvPr>
          <p:cNvGrpSpPr/>
          <p:nvPr/>
        </p:nvGrpSpPr>
        <p:grpSpPr>
          <a:xfrm rot="10800000">
            <a:off x="2794289" y="3300993"/>
            <a:ext cx="3213534" cy="100423"/>
            <a:chOff x="1743959" y="2564091"/>
            <a:chExt cx="6334816" cy="197963"/>
          </a:xfrm>
          <a:solidFill>
            <a:schemeClr val="bg1"/>
          </a:solidFill>
        </p:grpSpPr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39CB9AD8-1F3A-1F15-E49B-9AA81C179CEC}"/>
                </a:ext>
              </a:extLst>
            </p:cNvPr>
            <p:cNvSpPr/>
            <p:nvPr/>
          </p:nvSpPr>
          <p:spPr>
            <a:xfrm>
              <a:off x="174395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DBEB871F-0573-7C93-0D1D-492BF4471D46}"/>
                </a:ext>
              </a:extLst>
            </p:cNvPr>
            <p:cNvSpPr/>
            <p:nvPr/>
          </p:nvSpPr>
          <p:spPr>
            <a:xfrm>
              <a:off x="194192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D091B509-4305-2145-F464-EFD7A9F1BFAF}"/>
                </a:ext>
              </a:extLst>
            </p:cNvPr>
            <p:cNvSpPr/>
            <p:nvPr/>
          </p:nvSpPr>
          <p:spPr>
            <a:xfrm>
              <a:off x="213988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B590B8D7-DCF2-DFDE-5CE5-B9D1200F993D}"/>
                </a:ext>
              </a:extLst>
            </p:cNvPr>
            <p:cNvSpPr/>
            <p:nvPr/>
          </p:nvSpPr>
          <p:spPr>
            <a:xfrm>
              <a:off x="233784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B77C73FB-02ED-789F-9797-18AAB2D77D10}"/>
                </a:ext>
              </a:extLst>
            </p:cNvPr>
            <p:cNvSpPr/>
            <p:nvPr/>
          </p:nvSpPr>
          <p:spPr>
            <a:xfrm>
              <a:off x="253581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C79DEEF7-D2BE-841E-8E8E-0A38472400C7}"/>
                </a:ext>
              </a:extLst>
            </p:cNvPr>
            <p:cNvSpPr/>
            <p:nvPr/>
          </p:nvSpPr>
          <p:spPr>
            <a:xfrm>
              <a:off x="273377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77FD4AA8-469A-3D2D-E5ED-EE0E7683B3E6}"/>
                </a:ext>
              </a:extLst>
            </p:cNvPr>
            <p:cNvSpPr/>
            <p:nvPr/>
          </p:nvSpPr>
          <p:spPr>
            <a:xfrm>
              <a:off x="293173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1DC0D081-63C0-698A-410D-12342379E11F}"/>
                </a:ext>
              </a:extLst>
            </p:cNvPr>
            <p:cNvSpPr/>
            <p:nvPr/>
          </p:nvSpPr>
          <p:spPr>
            <a:xfrm>
              <a:off x="312970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09D2EE8B-0C25-65A4-9FB3-9041AA415B5D}"/>
                </a:ext>
              </a:extLst>
            </p:cNvPr>
            <p:cNvSpPr/>
            <p:nvPr/>
          </p:nvSpPr>
          <p:spPr>
            <a:xfrm>
              <a:off x="332766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0FC8ABB0-A982-610B-76BB-DBEF9C5C3025}"/>
                </a:ext>
              </a:extLst>
            </p:cNvPr>
            <p:cNvSpPr/>
            <p:nvPr/>
          </p:nvSpPr>
          <p:spPr>
            <a:xfrm>
              <a:off x="352562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E3AECA58-F3F9-6884-5C43-A4F4B7D57F5C}"/>
                </a:ext>
              </a:extLst>
            </p:cNvPr>
            <p:cNvSpPr/>
            <p:nvPr/>
          </p:nvSpPr>
          <p:spPr>
            <a:xfrm>
              <a:off x="372358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399C0412-DF46-C686-C1C1-08FAC8A49E69}"/>
                </a:ext>
              </a:extLst>
            </p:cNvPr>
            <p:cNvSpPr/>
            <p:nvPr/>
          </p:nvSpPr>
          <p:spPr>
            <a:xfrm>
              <a:off x="392155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0C3C8B5D-3FF1-9821-3037-8367C5245AA5}"/>
                </a:ext>
              </a:extLst>
            </p:cNvPr>
            <p:cNvSpPr/>
            <p:nvPr/>
          </p:nvSpPr>
          <p:spPr>
            <a:xfrm>
              <a:off x="411951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1242BD2B-D645-F670-4F30-B7872B924E02}"/>
                </a:ext>
              </a:extLst>
            </p:cNvPr>
            <p:cNvSpPr/>
            <p:nvPr/>
          </p:nvSpPr>
          <p:spPr>
            <a:xfrm>
              <a:off x="431747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16C168A5-49B7-EB9B-3B6C-6B56E007FE7B}"/>
                </a:ext>
              </a:extLst>
            </p:cNvPr>
            <p:cNvSpPr/>
            <p:nvPr/>
          </p:nvSpPr>
          <p:spPr>
            <a:xfrm>
              <a:off x="451544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5A6A502E-1DA5-E41C-2202-1B746FBDB8D8}"/>
                </a:ext>
              </a:extLst>
            </p:cNvPr>
            <p:cNvSpPr/>
            <p:nvPr/>
          </p:nvSpPr>
          <p:spPr>
            <a:xfrm>
              <a:off x="471340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A596B599-4C91-38CB-77F9-0028AF1E97EC}"/>
                </a:ext>
              </a:extLst>
            </p:cNvPr>
            <p:cNvSpPr/>
            <p:nvPr/>
          </p:nvSpPr>
          <p:spPr>
            <a:xfrm>
              <a:off x="491136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135362ED-AEB9-F4C0-F608-32AD6EE373AC}"/>
                </a:ext>
              </a:extLst>
            </p:cNvPr>
            <p:cNvSpPr/>
            <p:nvPr/>
          </p:nvSpPr>
          <p:spPr>
            <a:xfrm>
              <a:off x="510933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FDCB6A23-60F3-D692-C70B-98EB473B7BB8}"/>
                </a:ext>
              </a:extLst>
            </p:cNvPr>
            <p:cNvSpPr/>
            <p:nvPr/>
          </p:nvSpPr>
          <p:spPr>
            <a:xfrm>
              <a:off x="530729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0E7251CE-DA15-84FF-59C8-23B7FDC6C6C2}"/>
                </a:ext>
              </a:extLst>
            </p:cNvPr>
            <p:cNvSpPr/>
            <p:nvPr/>
          </p:nvSpPr>
          <p:spPr>
            <a:xfrm>
              <a:off x="550525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55759069-963C-D90A-3B76-E42D3BFA1E70}"/>
                </a:ext>
              </a:extLst>
            </p:cNvPr>
            <p:cNvSpPr/>
            <p:nvPr/>
          </p:nvSpPr>
          <p:spPr>
            <a:xfrm>
              <a:off x="570321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F9B56F9F-F7BB-91C0-388F-83407A18DA41}"/>
                </a:ext>
              </a:extLst>
            </p:cNvPr>
            <p:cNvSpPr/>
            <p:nvPr/>
          </p:nvSpPr>
          <p:spPr>
            <a:xfrm>
              <a:off x="590118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C4CBD432-671B-E08F-0293-CC95CDBC16F7}"/>
                </a:ext>
              </a:extLst>
            </p:cNvPr>
            <p:cNvSpPr/>
            <p:nvPr/>
          </p:nvSpPr>
          <p:spPr>
            <a:xfrm>
              <a:off x="6099145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B68DFB18-0D26-9AAD-343E-75E89F5089F0}"/>
                </a:ext>
              </a:extLst>
            </p:cNvPr>
            <p:cNvSpPr/>
            <p:nvPr/>
          </p:nvSpPr>
          <p:spPr>
            <a:xfrm>
              <a:off x="6297108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81E900BE-29E9-008B-04BF-B9482926A806}"/>
                </a:ext>
              </a:extLst>
            </p:cNvPr>
            <p:cNvSpPr/>
            <p:nvPr/>
          </p:nvSpPr>
          <p:spPr>
            <a:xfrm>
              <a:off x="6495071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6960704A-2558-AA0F-1B5C-13DCDEB7C309}"/>
                </a:ext>
              </a:extLst>
            </p:cNvPr>
            <p:cNvSpPr/>
            <p:nvPr/>
          </p:nvSpPr>
          <p:spPr>
            <a:xfrm>
              <a:off x="6693034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64609A58-23F1-3820-9FC8-0EFA7C290AEC}"/>
                </a:ext>
              </a:extLst>
            </p:cNvPr>
            <p:cNvSpPr/>
            <p:nvPr/>
          </p:nvSpPr>
          <p:spPr>
            <a:xfrm>
              <a:off x="6890997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AC169FE-984B-366D-4671-362652BB0836}"/>
                </a:ext>
              </a:extLst>
            </p:cNvPr>
            <p:cNvSpPr/>
            <p:nvPr/>
          </p:nvSpPr>
          <p:spPr>
            <a:xfrm>
              <a:off x="7088960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A15AADC6-C94F-99DF-9B5D-AE586751A719}"/>
                </a:ext>
              </a:extLst>
            </p:cNvPr>
            <p:cNvSpPr/>
            <p:nvPr/>
          </p:nvSpPr>
          <p:spPr>
            <a:xfrm>
              <a:off x="7286923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7C39A0D6-4913-1587-3317-DF9E8D2BF89A}"/>
                </a:ext>
              </a:extLst>
            </p:cNvPr>
            <p:cNvSpPr/>
            <p:nvPr/>
          </p:nvSpPr>
          <p:spPr>
            <a:xfrm>
              <a:off x="7484886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02F71A2D-CFC9-92B7-6C3C-A8A1CF900DBB}"/>
                </a:ext>
              </a:extLst>
            </p:cNvPr>
            <p:cNvSpPr/>
            <p:nvPr/>
          </p:nvSpPr>
          <p:spPr>
            <a:xfrm>
              <a:off x="7682849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E8F35CE8-BF3C-E695-2881-66EA92F0502A}"/>
                </a:ext>
              </a:extLst>
            </p:cNvPr>
            <p:cNvSpPr/>
            <p:nvPr/>
          </p:nvSpPr>
          <p:spPr>
            <a:xfrm>
              <a:off x="7880812" y="2564091"/>
              <a:ext cx="197963" cy="197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6" name="Rectangle 475">
            <a:extLst>
              <a:ext uri="{FF2B5EF4-FFF2-40B4-BE49-F238E27FC236}">
                <a16:creationId xmlns:a16="http://schemas.microsoft.com/office/drawing/2014/main" id="{EC08169B-FFF2-B271-5AC4-F5044FD5C0D3}"/>
              </a:ext>
            </a:extLst>
          </p:cNvPr>
          <p:cNvSpPr/>
          <p:nvPr/>
        </p:nvSpPr>
        <p:spPr>
          <a:xfrm rot="10800000">
            <a:off x="5656323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E8B589C3-B26E-38C4-B5F5-3AB600BF2EF8}"/>
              </a:ext>
            </a:extLst>
          </p:cNvPr>
          <p:cNvSpPr/>
          <p:nvPr/>
        </p:nvSpPr>
        <p:spPr>
          <a:xfrm rot="10800000">
            <a:off x="5555900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AB7DE302-D896-CD45-BC09-9BA6D3A4E903}"/>
              </a:ext>
            </a:extLst>
          </p:cNvPr>
          <p:cNvSpPr/>
          <p:nvPr/>
        </p:nvSpPr>
        <p:spPr>
          <a:xfrm rot="10800000">
            <a:off x="5455477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37089646-5743-D43F-2E4E-0FD7BA8A7CA9}"/>
              </a:ext>
            </a:extLst>
          </p:cNvPr>
          <p:cNvSpPr/>
          <p:nvPr/>
        </p:nvSpPr>
        <p:spPr>
          <a:xfrm rot="10800000">
            <a:off x="5355054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39E41C00-EB23-5E37-267E-98D2D58669A5}"/>
              </a:ext>
            </a:extLst>
          </p:cNvPr>
          <p:cNvSpPr/>
          <p:nvPr/>
        </p:nvSpPr>
        <p:spPr>
          <a:xfrm rot="10800000">
            <a:off x="5254632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91BF89C-7384-5BF8-1946-C42B38585CCF}"/>
              </a:ext>
            </a:extLst>
          </p:cNvPr>
          <p:cNvSpPr/>
          <p:nvPr/>
        </p:nvSpPr>
        <p:spPr>
          <a:xfrm rot="10800000">
            <a:off x="5154209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9CCCDFF2-E3E7-A866-9F83-CB8653BACF9F}"/>
              </a:ext>
            </a:extLst>
          </p:cNvPr>
          <p:cNvSpPr/>
          <p:nvPr/>
        </p:nvSpPr>
        <p:spPr>
          <a:xfrm rot="10800000">
            <a:off x="5053786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35F27ED7-46B5-8FB8-0013-5E38251ACFDC}"/>
              </a:ext>
            </a:extLst>
          </p:cNvPr>
          <p:cNvSpPr/>
          <p:nvPr/>
        </p:nvSpPr>
        <p:spPr>
          <a:xfrm rot="10800000">
            <a:off x="4953363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60219E8F-A282-51ED-9628-8E0816D28EDB}"/>
              </a:ext>
            </a:extLst>
          </p:cNvPr>
          <p:cNvSpPr/>
          <p:nvPr/>
        </p:nvSpPr>
        <p:spPr>
          <a:xfrm rot="10800000">
            <a:off x="4852940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CED260B2-5FD9-882B-D8E8-F37474AB30D3}"/>
              </a:ext>
            </a:extLst>
          </p:cNvPr>
          <p:cNvSpPr/>
          <p:nvPr/>
        </p:nvSpPr>
        <p:spPr>
          <a:xfrm rot="10800000">
            <a:off x="4752517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11E108D-EC71-C05C-BB79-B29B3E99E8B9}"/>
              </a:ext>
            </a:extLst>
          </p:cNvPr>
          <p:cNvSpPr/>
          <p:nvPr/>
        </p:nvSpPr>
        <p:spPr>
          <a:xfrm rot="10800000">
            <a:off x="4652094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673458C2-4823-F3E2-A48B-F08D7D087D9C}"/>
              </a:ext>
            </a:extLst>
          </p:cNvPr>
          <p:cNvSpPr/>
          <p:nvPr/>
        </p:nvSpPr>
        <p:spPr>
          <a:xfrm rot="10800000">
            <a:off x="4551671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99894986-AD5A-F968-97CB-9CFA7E50C580}"/>
              </a:ext>
            </a:extLst>
          </p:cNvPr>
          <p:cNvSpPr/>
          <p:nvPr/>
        </p:nvSpPr>
        <p:spPr>
          <a:xfrm rot="10800000">
            <a:off x="4451248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82B8B2A0-43FC-5F03-F7DA-7CF5EEF12AA1}"/>
              </a:ext>
            </a:extLst>
          </p:cNvPr>
          <p:cNvSpPr/>
          <p:nvPr/>
        </p:nvSpPr>
        <p:spPr>
          <a:xfrm rot="10800000">
            <a:off x="4350825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6962144-D359-7C4D-1451-61EA753A41B4}"/>
              </a:ext>
            </a:extLst>
          </p:cNvPr>
          <p:cNvSpPr/>
          <p:nvPr/>
        </p:nvSpPr>
        <p:spPr>
          <a:xfrm rot="10800000">
            <a:off x="4250402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29892512-7FBB-4D07-FD11-B7E7A163B1CE}"/>
              </a:ext>
            </a:extLst>
          </p:cNvPr>
          <p:cNvSpPr/>
          <p:nvPr/>
        </p:nvSpPr>
        <p:spPr>
          <a:xfrm rot="10800000">
            <a:off x="4149979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2AC0F9B-A746-6319-062E-FC0AE971511D}"/>
              </a:ext>
            </a:extLst>
          </p:cNvPr>
          <p:cNvSpPr/>
          <p:nvPr/>
        </p:nvSpPr>
        <p:spPr>
          <a:xfrm rot="10800000">
            <a:off x="4049556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91B5783-ABB5-9FD8-B544-5C9C5172A55A}"/>
              </a:ext>
            </a:extLst>
          </p:cNvPr>
          <p:cNvSpPr/>
          <p:nvPr/>
        </p:nvSpPr>
        <p:spPr>
          <a:xfrm rot="10800000">
            <a:off x="3949133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CE64F293-7944-EEBA-EDC1-8E78AC83F540}"/>
              </a:ext>
            </a:extLst>
          </p:cNvPr>
          <p:cNvSpPr/>
          <p:nvPr/>
        </p:nvSpPr>
        <p:spPr>
          <a:xfrm rot="10800000">
            <a:off x="3848711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43AAC92F-80FE-FFBA-8D28-0473BD31D21A}"/>
              </a:ext>
            </a:extLst>
          </p:cNvPr>
          <p:cNvSpPr/>
          <p:nvPr/>
        </p:nvSpPr>
        <p:spPr>
          <a:xfrm rot="10800000">
            <a:off x="3748288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79218D5E-21E0-5F58-8840-4828E9C653BD}"/>
              </a:ext>
            </a:extLst>
          </p:cNvPr>
          <p:cNvSpPr/>
          <p:nvPr/>
        </p:nvSpPr>
        <p:spPr>
          <a:xfrm rot="10800000">
            <a:off x="3647865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5CDB8071-CD2F-D5EE-3054-8E1FC8228C3B}"/>
              </a:ext>
            </a:extLst>
          </p:cNvPr>
          <p:cNvSpPr/>
          <p:nvPr/>
        </p:nvSpPr>
        <p:spPr>
          <a:xfrm rot="10800000">
            <a:off x="3547442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71B5F9A-DB93-7FEA-DACA-F04E24A4306A}"/>
              </a:ext>
            </a:extLst>
          </p:cNvPr>
          <p:cNvSpPr/>
          <p:nvPr/>
        </p:nvSpPr>
        <p:spPr>
          <a:xfrm rot="10800000">
            <a:off x="3447019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24A8CB90-334C-2746-EB5F-B036B4B6CB53}"/>
              </a:ext>
            </a:extLst>
          </p:cNvPr>
          <p:cNvSpPr/>
          <p:nvPr/>
        </p:nvSpPr>
        <p:spPr>
          <a:xfrm rot="10800000">
            <a:off x="3346596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187DCE39-BB5F-8946-A038-12640D40A2F9}"/>
              </a:ext>
            </a:extLst>
          </p:cNvPr>
          <p:cNvSpPr/>
          <p:nvPr/>
        </p:nvSpPr>
        <p:spPr>
          <a:xfrm rot="10800000">
            <a:off x="3246173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C63FB3D7-AF15-2A72-328D-4D653CDB1DEE}"/>
              </a:ext>
            </a:extLst>
          </p:cNvPr>
          <p:cNvSpPr/>
          <p:nvPr/>
        </p:nvSpPr>
        <p:spPr>
          <a:xfrm rot="10800000">
            <a:off x="3145750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FE29946E-C7A6-079B-8F55-4E64DC3A7261}"/>
              </a:ext>
            </a:extLst>
          </p:cNvPr>
          <p:cNvSpPr/>
          <p:nvPr/>
        </p:nvSpPr>
        <p:spPr>
          <a:xfrm rot="10800000">
            <a:off x="3045327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3D132803-84BC-330E-D7B4-24C4C066932F}"/>
              </a:ext>
            </a:extLst>
          </p:cNvPr>
          <p:cNvSpPr/>
          <p:nvPr/>
        </p:nvSpPr>
        <p:spPr>
          <a:xfrm rot="10800000">
            <a:off x="2944904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86187046-6061-FAAD-34B6-D4690249AF24}"/>
              </a:ext>
            </a:extLst>
          </p:cNvPr>
          <p:cNvSpPr/>
          <p:nvPr/>
        </p:nvSpPr>
        <p:spPr>
          <a:xfrm rot="10800000">
            <a:off x="2844481" y="344608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54E11F3F-E923-8013-D402-3C79B52228E2}"/>
              </a:ext>
            </a:extLst>
          </p:cNvPr>
          <p:cNvSpPr/>
          <p:nvPr/>
        </p:nvSpPr>
        <p:spPr>
          <a:xfrm rot="10800000">
            <a:off x="5656323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2AEADAFD-4934-97EB-D9E2-8991EAF558BC}"/>
              </a:ext>
            </a:extLst>
          </p:cNvPr>
          <p:cNvSpPr/>
          <p:nvPr/>
        </p:nvSpPr>
        <p:spPr>
          <a:xfrm rot="10800000">
            <a:off x="5555900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1CA71BE6-C64D-4614-5C17-B4B863488D75}"/>
              </a:ext>
            </a:extLst>
          </p:cNvPr>
          <p:cNvSpPr/>
          <p:nvPr/>
        </p:nvSpPr>
        <p:spPr>
          <a:xfrm rot="10800000">
            <a:off x="5455477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F20D56F7-6043-DD26-8A98-6D431400BD47}"/>
              </a:ext>
            </a:extLst>
          </p:cNvPr>
          <p:cNvSpPr/>
          <p:nvPr/>
        </p:nvSpPr>
        <p:spPr>
          <a:xfrm rot="10800000">
            <a:off x="5355054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465BE795-1392-E464-1A26-9F6838F8F328}"/>
              </a:ext>
            </a:extLst>
          </p:cNvPr>
          <p:cNvSpPr/>
          <p:nvPr/>
        </p:nvSpPr>
        <p:spPr>
          <a:xfrm rot="10800000">
            <a:off x="5254632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CD2A541-9565-C5CD-D4C1-C878D4EC3D13}"/>
              </a:ext>
            </a:extLst>
          </p:cNvPr>
          <p:cNvSpPr/>
          <p:nvPr/>
        </p:nvSpPr>
        <p:spPr>
          <a:xfrm rot="10800000">
            <a:off x="5154209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8DF93B94-4DFA-5FAB-0929-172737CC7491}"/>
              </a:ext>
            </a:extLst>
          </p:cNvPr>
          <p:cNvSpPr/>
          <p:nvPr/>
        </p:nvSpPr>
        <p:spPr>
          <a:xfrm rot="10800000">
            <a:off x="5053786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393F823C-B7BD-4E4B-E3FE-81C862CFC096}"/>
              </a:ext>
            </a:extLst>
          </p:cNvPr>
          <p:cNvSpPr/>
          <p:nvPr/>
        </p:nvSpPr>
        <p:spPr>
          <a:xfrm rot="10800000">
            <a:off x="4953363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C8A6B017-3FBE-EAFA-D307-5D5C10B760F7}"/>
              </a:ext>
            </a:extLst>
          </p:cNvPr>
          <p:cNvSpPr/>
          <p:nvPr/>
        </p:nvSpPr>
        <p:spPr>
          <a:xfrm rot="10800000">
            <a:off x="4852940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1B8D7E1E-E52D-1F10-7E3A-1CF552C1AA8A}"/>
              </a:ext>
            </a:extLst>
          </p:cNvPr>
          <p:cNvSpPr/>
          <p:nvPr/>
        </p:nvSpPr>
        <p:spPr>
          <a:xfrm rot="10800000">
            <a:off x="4752517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BF966FB8-0282-6C7F-B813-62EAE9B63D79}"/>
              </a:ext>
            </a:extLst>
          </p:cNvPr>
          <p:cNvSpPr/>
          <p:nvPr/>
        </p:nvSpPr>
        <p:spPr>
          <a:xfrm rot="10800000">
            <a:off x="4652094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D426272E-C581-C297-C648-7C43FEA1BC79}"/>
              </a:ext>
            </a:extLst>
          </p:cNvPr>
          <p:cNvSpPr/>
          <p:nvPr/>
        </p:nvSpPr>
        <p:spPr>
          <a:xfrm rot="10800000">
            <a:off x="4551671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3548F2E3-E1BB-98D8-E70D-26256246BB75}"/>
              </a:ext>
            </a:extLst>
          </p:cNvPr>
          <p:cNvSpPr/>
          <p:nvPr/>
        </p:nvSpPr>
        <p:spPr>
          <a:xfrm rot="10800000">
            <a:off x="4451248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53412337-7307-FF42-45AA-F6DA0DB968E0}"/>
              </a:ext>
            </a:extLst>
          </p:cNvPr>
          <p:cNvSpPr/>
          <p:nvPr/>
        </p:nvSpPr>
        <p:spPr>
          <a:xfrm rot="10800000">
            <a:off x="4350825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0C04DC4A-E4F7-DDE8-44CD-A3BED5F5DE36}"/>
              </a:ext>
            </a:extLst>
          </p:cNvPr>
          <p:cNvSpPr/>
          <p:nvPr/>
        </p:nvSpPr>
        <p:spPr>
          <a:xfrm rot="10800000">
            <a:off x="4250402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71C0D5A1-1FD3-FF45-E9B3-B726ED1FC9AD}"/>
              </a:ext>
            </a:extLst>
          </p:cNvPr>
          <p:cNvSpPr/>
          <p:nvPr/>
        </p:nvSpPr>
        <p:spPr>
          <a:xfrm rot="10800000">
            <a:off x="4149979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52B306FD-577F-8F15-60CA-4B0A6932461D}"/>
              </a:ext>
            </a:extLst>
          </p:cNvPr>
          <p:cNvSpPr/>
          <p:nvPr/>
        </p:nvSpPr>
        <p:spPr>
          <a:xfrm rot="10800000">
            <a:off x="4049556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CB8312B0-929B-9B99-C017-40F5E60D5674}"/>
              </a:ext>
            </a:extLst>
          </p:cNvPr>
          <p:cNvSpPr/>
          <p:nvPr/>
        </p:nvSpPr>
        <p:spPr>
          <a:xfrm rot="10800000">
            <a:off x="3949133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E001921B-BE38-C01E-28C3-0AA9C1B9182D}"/>
              </a:ext>
            </a:extLst>
          </p:cNvPr>
          <p:cNvSpPr/>
          <p:nvPr/>
        </p:nvSpPr>
        <p:spPr>
          <a:xfrm rot="10800000">
            <a:off x="3848711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B4D8741F-3BD6-6837-CBC8-EE4F799B9089}"/>
              </a:ext>
            </a:extLst>
          </p:cNvPr>
          <p:cNvSpPr/>
          <p:nvPr/>
        </p:nvSpPr>
        <p:spPr>
          <a:xfrm rot="10800000">
            <a:off x="3748288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514CA8C6-960E-AD7B-AB72-4D35E353E693}"/>
              </a:ext>
            </a:extLst>
          </p:cNvPr>
          <p:cNvSpPr/>
          <p:nvPr/>
        </p:nvSpPr>
        <p:spPr>
          <a:xfrm rot="10800000">
            <a:off x="3647865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6BF7FF2-DECA-61AC-DA5F-85246209738B}"/>
              </a:ext>
            </a:extLst>
          </p:cNvPr>
          <p:cNvSpPr/>
          <p:nvPr/>
        </p:nvSpPr>
        <p:spPr>
          <a:xfrm rot="10800000">
            <a:off x="3547442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D2AB478-7F7C-E6EB-A8AB-317BD2607245}"/>
              </a:ext>
            </a:extLst>
          </p:cNvPr>
          <p:cNvSpPr/>
          <p:nvPr/>
        </p:nvSpPr>
        <p:spPr>
          <a:xfrm rot="10800000">
            <a:off x="3447019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DF7EF9CC-CFA0-1407-6ABA-7193AF16D20B}"/>
              </a:ext>
            </a:extLst>
          </p:cNvPr>
          <p:cNvSpPr/>
          <p:nvPr/>
        </p:nvSpPr>
        <p:spPr>
          <a:xfrm rot="10800000">
            <a:off x="3346596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662129E-F847-E74F-AC48-29FE13F7C6B2}"/>
              </a:ext>
            </a:extLst>
          </p:cNvPr>
          <p:cNvSpPr/>
          <p:nvPr/>
        </p:nvSpPr>
        <p:spPr>
          <a:xfrm rot="10800000">
            <a:off x="3246173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DE8D8CA5-94FD-7F71-4F96-E758593F55D0}"/>
              </a:ext>
            </a:extLst>
          </p:cNvPr>
          <p:cNvSpPr/>
          <p:nvPr/>
        </p:nvSpPr>
        <p:spPr>
          <a:xfrm rot="10800000">
            <a:off x="3145750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9653C0BA-5B96-92C0-853A-D059D68FF0EE}"/>
              </a:ext>
            </a:extLst>
          </p:cNvPr>
          <p:cNvSpPr/>
          <p:nvPr/>
        </p:nvSpPr>
        <p:spPr>
          <a:xfrm rot="10800000">
            <a:off x="3045327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1815A57F-9F64-0909-90E7-153EAE9E47A5}"/>
              </a:ext>
            </a:extLst>
          </p:cNvPr>
          <p:cNvSpPr/>
          <p:nvPr/>
        </p:nvSpPr>
        <p:spPr>
          <a:xfrm rot="10800000">
            <a:off x="2944904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78A8BE98-0B1E-F7B4-2AE8-94205CAA838F}"/>
              </a:ext>
            </a:extLst>
          </p:cNvPr>
          <p:cNvSpPr/>
          <p:nvPr/>
        </p:nvSpPr>
        <p:spPr>
          <a:xfrm rot="10800000">
            <a:off x="2844481" y="3345799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E89A647D-9F16-02E8-9222-35EB9121749E}"/>
              </a:ext>
            </a:extLst>
          </p:cNvPr>
          <p:cNvGrpSpPr/>
          <p:nvPr/>
        </p:nvGrpSpPr>
        <p:grpSpPr>
          <a:xfrm rot="10800000">
            <a:off x="5756746" y="3245377"/>
            <a:ext cx="301269" cy="301135"/>
            <a:chOff x="1051088" y="5406535"/>
            <a:chExt cx="593889" cy="593625"/>
          </a:xfrm>
        </p:grpSpPr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989292F1-2AAE-AA3E-28BF-83A5D3B2C667}"/>
                </a:ext>
              </a:extLst>
            </p:cNvPr>
            <p:cNvSpPr/>
            <p:nvPr/>
          </p:nvSpPr>
          <p:spPr>
            <a:xfrm>
              <a:off x="1051088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95946B61-38DE-14E9-C0AD-C92C5E957207}"/>
                </a:ext>
              </a:extLst>
            </p:cNvPr>
            <p:cNvSpPr/>
            <p:nvPr/>
          </p:nvSpPr>
          <p:spPr>
            <a:xfrm>
              <a:off x="1249051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9712486F-DCAA-8267-D4A7-F63947A80A6D}"/>
                </a:ext>
              </a:extLst>
            </p:cNvPr>
            <p:cNvSpPr/>
            <p:nvPr/>
          </p:nvSpPr>
          <p:spPr>
            <a:xfrm>
              <a:off x="1447014" y="54065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28357556-78D3-2E21-7302-A63323B26092}"/>
                </a:ext>
              </a:extLst>
            </p:cNvPr>
            <p:cNvSpPr/>
            <p:nvPr/>
          </p:nvSpPr>
          <p:spPr>
            <a:xfrm>
              <a:off x="1051088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C2062E46-9B5D-C551-50D3-512B2272669F}"/>
                </a:ext>
              </a:extLst>
            </p:cNvPr>
            <p:cNvSpPr/>
            <p:nvPr/>
          </p:nvSpPr>
          <p:spPr>
            <a:xfrm>
              <a:off x="1249051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FD9D5201-5BC1-D0F7-99BA-66526372ABE0}"/>
                </a:ext>
              </a:extLst>
            </p:cNvPr>
            <p:cNvSpPr/>
            <p:nvPr/>
          </p:nvSpPr>
          <p:spPr>
            <a:xfrm>
              <a:off x="1447014" y="5604235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3042B5EE-179B-1523-FC59-49005BE707B9}"/>
                </a:ext>
              </a:extLst>
            </p:cNvPr>
            <p:cNvSpPr/>
            <p:nvPr/>
          </p:nvSpPr>
          <p:spPr>
            <a:xfrm>
              <a:off x="1051088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F8C2175F-78BA-5CD1-CEBB-6097E325B8E2}"/>
                </a:ext>
              </a:extLst>
            </p:cNvPr>
            <p:cNvSpPr/>
            <p:nvPr/>
          </p:nvSpPr>
          <p:spPr>
            <a:xfrm>
              <a:off x="1249051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F7B791E4-A17F-EA65-CD7D-F09D07ACA5EB}"/>
                </a:ext>
              </a:extLst>
            </p:cNvPr>
            <p:cNvSpPr/>
            <p:nvPr/>
          </p:nvSpPr>
          <p:spPr>
            <a:xfrm>
              <a:off x="1447014" y="5802197"/>
              <a:ext cx="197963" cy="19796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4" name="Rectangle 543">
            <a:extLst>
              <a:ext uri="{FF2B5EF4-FFF2-40B4-BE49-F238E27FC236}">
                <a16:creationId xmlns:a16="http://schemas.microsoft.com/office/drawing/2014/main" id="{B5948FB5-6493-00C7-AD3D-FEA0CC08ABD8}"/>
              </a:ext>
            </a:extLst>
          </p:cNvPr>
          <p:cNvSpPr/>
          <p:nvPr/>
        </p:nvSpPr>
        <p:spPr>
          <a:xfrm rot="10800000">
            <a:off x="5656323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C0FB7C64-3A5C-261F-36B7-315AD826ABC4}"/>
              </a:ext>
            </a:extLst>
          </p:cNvPr>
          <p:cNvSpPr/>
          <p:nvPr/>
        </p:nvSpPr>
        <p:spPr>
          <a:xfrm rot="10800000">
            <a:off x="5555900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D3DC2471-5F94-ED65-0D40-73F9AEEACFB4}"/>
              </a:ext>
            </a:extLst>
          </p:cNvPr>
          <p:cNvSpPr/>
          <p:nvPr/>
        </p:nvSpPr>
        <p:spPr>
          <a:xfrm rot="10800000">
            <a:off x="5455477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F9F0AA-F50D-20ED-E8AF-833A1B2CC04B}"/>
              </a:ext>
            </a:extLst>
          </p:cNvPr>
          <p:cNvSpPr/>
          <p:nvPr/>
        </p:nvSpPr>
        <p:spPr>
          <a:xfrm rot="10800000">
            <a:off x="5355054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311E4E53-C3BE-4B1B-4EBB-D295EF2FF433}"/>
              </a:ext>
            </a:extLst>
          </p:cNvPr>
          <p:cNvSpPr/>
          <p:nvPr/>
        </p:nvSpPr>
        <p:spPr>
          <a:xfrm rot="10800000">
            <a:off x="5254632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05158430-E8F3-2851-7472-D81D1777785E}"/>
              </a:ext>
            </a:extLst>
          </p:cNvPr>
          <p:cNvSpPr/>
          <p:nvPr/>
        </p:nvSpPr>
        <p:spPr>
          <a:xfrm rot="10800000">
            <a:off x="5154209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C714A178-A295-55C8-7499-161DE0D63117}"/>
              </a:ext>
            </a:extLst>
          </p:cNvPr>
          <p:cNvSpPr/>
          <p:nvPr/>
        </p:nvSpPr>
        <p:spPr>
          <a:xfrm rot="10800000">
            <a:off x="5053786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374A12B7-73BD-A9E9-E5F5-C7F00FD8C6A1}"/>
              </a:ext>
            </a:extLst>
          </p:cNvPr>
          <p:cNvSpPr/>
          <p:nvPr/>
        </p:nvSpPr>
        <p:spPr>
          <a:xfrm rot="10800000">
            <a:off x="4953363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800E740A-720B-E237-7BA3-2D698723C48F}"/>
              </a:ext>
            </a:extLst>
          </p:cNvPr>
          <p:cNvSpPr/>
          <p:nvPr/>
        </p:nvSpPr>
        <p:spPr>
          <a:xfrm rot="10800000">
            <a:off x="4852940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FAA1F0B3-8FF3-EBEC-05D9-2419712F2136}"/>
              </a:ext>
            </a:extLst>
          </p:cNvPr>
          <p:cNvSpPr/>
          <p:nvPr/>
        </p:nvSpPr>
        <p:spPr>
          <a:xfrm rot="10800000">
            <a:off x="4752517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B49C236F-9CB7-95E9-199A-9EDC81E9A4C4}"/>
              </a:ext>
            </a:extLst>
          </p:cNvPr>
          <p:cNvSpPr/>
          <p:nvPr/>
        </p:nvSpPr>
        <p:spPr>
          <a:xfrm rot="10800000">
            <a:off x="4652094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35519EF6-C575-D9E7-B490-96A1F9C705D0}"/>
              </a:ext>
            </a:extLst>
          </p:cNvPr>
          <p:cNvSpPr/>
          <p:nvPr/>
        </p:nvSpPr>
        <p:spPr>
          <a:xfrm rot="10800000">
            <a:off x="4551671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78526299-1021-4375-4A29-8F35D0FA271A}"/>
              </a:ext>
            </a:extLst>
          </p:cNvPr>
          <p:cNvSpPr/>
          <p:nvPr/>
        </p:nvSpPr>
        <p:spPr>
          <a:xfrm rot="10800000">
            <a:off x="4451248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1409CFB6-27D3-053E-6914-3B0A794AF262}"/>
              </a:ext>
            </a:extLst>
          </p:cNvPr>
          <p:cNvSpPr/>
          <p:nvPr/>
        </p:nvSpPr>
        <p:spPr>
          <a:xfrm rot="10800000">
            <a:off x="4350825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05E09336-7D6F-2CA4-F280-0E2815D983BC}"/>
              </a:ext>
            </a:extLst>
          </p:cNvPr>
          <p:cNvSpPr/>
          <p:nvPr/>
        </p:nvSpPr>
        <p:spPr>
          <a:xfrm rot="10800000">
            <a:off x="4250402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3E105A1E-1425-830E-6B5B-DCE9CFB20700}"/>
              </a:ext>
            </a:extLst>
          </p:cNvPr>
          <p:cNvSpPr/>
          <p:nvPr/>
        </p:nvSpPr>
        <p:spPr>
          <a:xfrm rot="10800000">
            <a:off x="4149979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EA3E1F19-5CC8-CEC2-9AF1-81AAC7F322B6}"/>
              </a:ext>
            </a:extLst>
          </p:cNvPr>
          <p:cNvSpPr/>
          <p:nvPr/>
        </p:nvSpPr>
        <p:spPr>
          <a:xfrm rot="10800000">
            <a:off x="4049556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DAD044EE-1B66-E522-4396-AEF8E34CA49B}"/>
              </a:ext>
            </a:extLst>
          </p:cNvPr>
          <p:cNvSpPr/>
          <p:nvPr/>
        </p:nvSpPr>
        <p:spPr>
          <a:xfrm rot="10800000">
            <a:off x="3949133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1BE167CE-0F9F-0186-DA03-FFAF9B252EDA}"/>
              </a:ext>
            </a:extLst>
          </p:cNvPr>
          <p:cNvSpPr/>
          <p:nvPr/>
        </p:nvSpPr>
        <p:spPr>
          <a:xfrm rot="10800000">
            <a:off x="3848711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73A0AB45-10C1-B95C-1EAA-3F48874C5B26}"/>
              </a:ext>
            </a:extLst>
          </p:cNvPr>
          <p:cNvSpPr/>
          <p:nvPr/>
        </p:nvSpPr>
        <p:spPr>
          <a:xfrm rot="10800000">
            <a:off x="3748288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0CC854C-8FA7-2F8E-B9E3-47BFCBE4C637}"/>
              </a:ext>
            </a:extLst>
          </p:cNvPr>
          <p:cNvSpPr/>
          <p:nvPr/>
        </p:nvSpPr>
        <p:spPr>
          <a:xfrm rot="10800000">
            <a:off x="3647865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DD02B99E-5C48-8ACD-86FB-45193F5E144A}"/>
              </a:ext>
            </a:extLst>
          </p:cNvPr>
          <p:cNvSpPr/>
          <p:nvPr/>
        </p:nvSpPr>
        <p:spPr>
          <a:xfrm rot="10800000">
            <a:off x="3547442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F665BF61-A48A-9E3B-ADEC-5AB4283D157A}"/>
              </a:ext>
            </a:extLst>
          </p:cNvPr>
          <p:cNvSpPr/>
          <p:nvPr/>
        </p:nvSpPr>
        <p:spPr>
          <a:xfrm rot="10800000">
            <a:off x="3447019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4348606C-85EE-A288-46DB-A7A5EC50F4E5}"/>
              </a:ext>
            </a:extLst>
          </p:cNvPr>
          <p:cNvSpPr/>
          <p:nvPr/>
        </p:nvSpPr>
        <p:spPr>
          <a:xfrm rot="10800000">
            <a:off x="3346596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419ED93B-7AB7-D0DA-324D-D038FF27F5DA}"/>
              </a:ext>
            </a:extLst>
          </p:cNvPr>
          <p:cNvSpPr/>
          <p:nvPr/>
        </p:nvSpPr>
        <p:spPr>
          <a:xfrm rot="10800000">
            <a:off x="3246173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8ADC1817-E84F-1213-12A8-3BC1064A0579}"/>
              </a:ext>
            </a:extLst>
          </p:cNvPr>
          <p:cNvSpPr/>
          <p:nvPr/>
        </p:nvSpPr>
        <p:spPr>
          <a:xfrm rot="10800000">
            <a:off x="3145750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DCC21036-FDD4-DAAB-9673-8F65CE93E4D6}"/>
              </a:ext>
            </a:extLst>
          </p:cNvPr>
          <p:cNvSpPr/>
          <p:nvPr/>
        </p:nvSpPr>
        <p:spPr>
          <a:xfrm rot="10800000">
            <a:off x="3045327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46B01D9B-8B5D-762D-F26A-FC1FFA3E8741}"/>
              </a:ext>
            </a:extLst>
          </p:cNvPr>
          <p:cNvSpPr/>
          <p:nvPr/>
        </p:nvSpPr>
        <p:spPr>
          <a:xfrm rot="10800000">
            <a:off x="2944904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2B32383F-9D60-2989-0A5E-341FA121808F}"/>
              </a:ext>
            </a:extLst>
          </p:cNvPr>
          <p:cNvSpPr/>
          <p:nvPr/>
        </p:nvSpPr>
        <p:spPr>
          <a:xfrm rot="10800000">
            <a:off x="2844481" y="3245377"/>
            <a:ext cx="100423" cy="100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7219563-F902-F4C4-9408-1C0AF1DCE6C9}"/>
              </a:ext>
            </a:extLst>
          </p:cNvPr>
          <p:cNvSpPr txBox="1"/>
          <p:nvPr/>
        </p:nvSpPr>
        <p:spPr>
          <a:xfrm rot="5400000">
            <a:off x="3864872" y="1677394"/>
            <a:ext cx="1109396" cy="349972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AB90B9-5234-46F2-8172-30F93C75B245}"/>
              </a:ext>
            </a:extLst>
          </p:cNvPr>
          <p:cNvSpPr txBox="1"/>
          <p:nvPr/>
        </p:nvSpPr>
        <p:spPr>
          <a:xfrm>
            <a:off x="4385467" y="5697502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weights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2C73CE4-EF8B-4886-087A-F565AFCADDAD}"/>
              </a:ext>
            </a:extLst>
          </p:cNvPr>
          <p:cNvGrpSpPr/>
          <p:nvPr/>
        </p:nvGrpSpPr>
        <p:grpSpPr>
          <a:xfrm rot="10800000">
            <a:off x="5670366" y="5213011"/>
            <a:ext cx="397619" cy="396106"/>
            <a:chOff x="7383761" y="5206905"/>
            <a:chExt cx="796285" cy="793255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D62BE78-78B5-505E-011A-9553C64EF6EC}"/>
                </a:ext>
              </a:extLst>
            </p:cNvPr>
            <p:cNvGrpSpPr/>
            <p:nvPr/>
          </p:nvGrpSpPr>
          <p:grpSpPr>
            <a:xfrm>
              <a:off x="7586157" y="5206905"/>
              <a:ext cx="593889" cy="593625"/>
              <a:chOff x="1910636" y="2494271"/>
              <a:chExt cx="593889" cy="593625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1516F6B5-0641-5434-B524-8EB03B4FFE58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8CCEE4CA-29FB-F93F-8D1E-6FA1419948F1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B94A0902-3A73-8A76-C5EA-F9A6BD4116DE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6A157234-DA4B-B067-8402-66356B57F60E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E21699-9C33-9D3A-D552-C5593B4505AB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5FE85EFA-AF81-2289-0188-6BC226F53CF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5BB54FF3-B4AD-7F55-A13D-0AB3252BC463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1FB22DB4-6FEA-6C5F-677E-7270E2E8BCD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CAB0C92-DD5D-9E35-0E56-EAF3DB16BA7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B01A26B-A8BA-73F3-6A8B-D51C2C89C770}"/>
                </a:ext>
              </a:extLst>
            </p:cNvPr>
            <p:cNvGrpSpPr/>
            <p:nvPr/>
          </p:nvGrpSpPr>
          <p:grpSpPr>
            <a:xfrm>
              <a:off x="7487213" y="5307553"/>
              <a:ext cx="593889" cy="593625"/>
              <a:chOff x="1910636" y="2494271"/>
              <a:chExt cx="593889" cy="593625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37EA015F-77CE-C9EA-AEDD-FFB647F7A88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325F18B8-8468-DD8E-2A66-32890B5FA0C3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6197C6C4-BBF8-8F0F-95F6-0D7D8C612D54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82CE09F1-1022-5F45-A9AA-AFACF8E1EF4B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22B0F98E-FCC5-8606-BB3E-2BE3BC47183E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EE16E990-E903-F521-DBEF-E98141F3AD44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C7BC95CF-5485-7750-1C89-DCA28482FC00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3EEB27B-5AB5-7219-3D67-750FAF521231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7B78EFA-A5DD-BD5E-DB62-4B3444A35E6C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E7612BA9-9F77-A56E-9415-83246ADCD79A}"/>
                </a:ext>
              </a:extLst>
            </p:cNvPr>
            <p:cNvGrpSpPr/>
            <p:nvPr/>
          </p:nvGrpSpPr>
          <p:grpSpPr>
            <a:xfrm>
              <a:off x="7383761" y="5406535"/>
              <a:ext cx="593889" cy="593625"/>
              <a:chOff x="1910636" y="2494271"/>
              <a:chExt cx="593889" cy="593625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808E92C-7EF4-0F17-50D6-A93E51EB13F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6321E41-B4D9-9389-EFA1-F8290B1FB3C5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4D879B22-FC53-D297-1D88-2FB76E3E8D98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6FA10CD-F826-58F4-0201-4EC8514FA0A8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634312DF-16D2-24E9-645A-B1BACCC64B61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D1DB373-00AC-9B70-0C3D-0B04C0F67E50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566DE864-DC73-50F8-AF42-539ECACF6D90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09528FDC-0B22-5489-26C4-44490526C3C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B155CF6-304B-F3C8-885A-6B89CFEABF06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F9702F2-CFD5-733F-EED5-31DB23873A83}"/>
              </a:ext>
            </a:extLst>
          </p:cNvPr>
          <p:cNvGrpSpPr/>
          <p:nvPr/>
        </p:nvGrpSpPr>
        <p:grpSpPr>
          <a:xfrm rot="10800000">
            <a:off x="5336790" y="5213011"/>
            <a:ext cx="397619" cy="396106"/>
            <a:chOff x="9651794" y="5208440"/>
            <a:chExt cx="796285" cy="793255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5DFD6B55-F453-03AF-D169-DA4DD4E8BE05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C5EC766D-4794-4A2F-462F-CDFE7E904A93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AEE2BC9A-C90A-A899-F019-0B81FEE96949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02A0CA7A-2B76-70A9-18A5-FACC3D704B98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D2E3B9FD-9A09-8D71-9709-9271D331D272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8849FBB-241A-0640-7728-811CFC8604B5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6276B53A-8069-765F-EC86-BBE2C24B951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1036F710-B16C-F090-21BA-5DC883941BEE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3F58771-616B-1AE6-518B-7AEDB247A33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B4F1FD96-4837-6221-6844-A69BFEBB529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A34B609B-65AB-A23A-2A0F-E1830AE1A6AC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3B492FC-133F-D3BD-2D33-F518E1259CE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3015C331-1B53-29F6-0A72-9DA92B93F4CD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D800C404-F207-AE2E-4E43-EA3D38A75572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C3C8A41A-86A8-171D-0EEB-D876DD016C5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17C65BC2-725C-FDE2-6ABB-47EA871C01D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0F0D4B15-3AFD-D506-CD94-A88220F59C47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03A5EB85-20DB-94B2-A11C-EBCC2880BE2F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D2052F09-2F81-57B9-132A-215632034740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6834364D-0B8C-85A4-1286-209EDA4237B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2AC9D686-FF08-6EE7-18A9-0E4DCCF4004E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43C6A3D6-CF97-6098-7527-CC180980DA42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384788E-28FB-71F5-7D54-BF94C35C2BA7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1F53442C-9A09-7961-8A76-87D2EC70E054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767EE29C-5669-10A6-AF3C-EBEEA9C4C8D3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A5F5FFBA-4A37-C32C-B9AC-66ACFFD5D69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9973ECCF-34F5-B4DD-0198-8C84602AE5D2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64077E2E-9943-A5E9-92F5-E0765936DC82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2DBE593-6FE4-AF0B-C237-2420534E16A8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B92FE56-DE87-D234-6423-221B1788A5E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8D36427-2917-ABB2-C467-990C81F49B8E}"/>
              </a:ext>
            </a:extLst>
          </p:cNvPr>
          <p:cNvGrpSpPr/>
          <p:nvPr/>
        </p:nvGrpSpPr>
        <p:grpSpPr>
          <a:xfrm rot="10800000">
            <a:off x="5003213" y="5213011"/>
            <a:ext cx="397619" cy="396106"/>
            <a:chOff x="9651794" y="5208440"/>
            <a:chExt cx="796285" cy="793255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75B1ADEB-B3BE-8FB3-84F9-172F747EB7C7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F0236A67-C1A1-BBBB-5766-E0958C2F66AA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3FC3ADE-CF13-4BD7-0441-DC0E0C98503E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2B31CE5B-5B08-E35C-373A-1CE86CBDA477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225B242A-27F7-CC0D-B205-FF1BCAE57F4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25EC5ADA-50E2-32E0-1C39-AB729CF3C735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58B323A5-9B1D-22E0-4D5E-D2AE1946CE7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7356E6A6-2DC2-A246-161C-792EF8261819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655A0345-FAC4-FFAC-E9EF-A17E49C13EE3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F6C88B5-A80F-4859-6322-FA13F2AD507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A2554CC4-65A0-0A48-9144-CABA883EC957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C4E29FD2-8819-6451-1D00-4EEF6B477A86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FA07D386-C87D-68AD-625B-0548F4D4EA68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0F0E95FF-B786-5ED8-A640-AF8A28FDEEAE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29F8FF58-7CD5-1D39-42B9-FF1EFBA8957E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8F37C044-6BDB-DEF5-D0D3-D32437F81AA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A00D7622-0990-2F3C-2A32-737B976414E4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CFE1C98-8C8F-4DC8-425E-D81F4981A9C9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7F13B288-81D8-BE0F-57CB-B18953DE48F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6B1007A4-66CB-4E70-AD74-92844A1AEC90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84F34448-EB09-B1D8-5A71-C712E3979073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58C5C786-0990-F5C3-2D9E-27847C814F26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F71C387F-A7DF-C411-D14F-917C80795884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CA7B50EA-3613-C5E7-A3BB-49B2E93CC152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38F57B38-D768-6D67-9029-96EFBB4DD8CF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3437BE94-18D1-29A5-C358-71C73E0EF2A4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4F848A89-D459-F886-497C-32D54AEB5601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F78D99EE-3919-1CA7-837F-0EFD0CA56BCF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14C90632-6968-092F-38E6-63FD1C28090B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67447EAC-2CD5-DFEB-223D-66F6B83B841B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58C8A7B-34D3-C99F-D856-6B6685F41358}"/>
              </a:ext>
            </a:extLst>
          </p:cNvPr>
          <p:cNvGrpSpPr/>
          <p:nvPr/>
        </p:nvGrpSpPr>
        <p:grpSpPr>
          <a:xfrm rot="10800000">
            <a:off x="4669637" y="5213011"/>
            <a:ext cx="397619" cy="396106"/>
            <a:chOff x="9651794" y="5208440"/>
            <a:chExt cx="796285" cy="793255"/>
          </a:xfrm>
        </p:grpSpPr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52CD6605-69C8-CB4A-1810-87585F4A3D86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F1F85581-3FD5-10C1-952D-314DA7592EA4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7FDE1FF8-F57C-6D0B-A6F2-FB29F941E81E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ADCCC588-E309-D714-73EC-940961607977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2A259595-43F0-684C-BC1D-1299F9882AEE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5A4B335C-68AC-D3B0-16BE-7C42B8F5C3DF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ECC58856-32CA-926A-3D16-114DA3585759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D3E53E2C-95F0-1D4D-A566-DBF603A4F725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17666862-26AD-CCFE-03A1-B1DE16A0403A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B485D3CA-8DF1-E5D2-9E1E-DEEF333E9222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ED6F6F3E-37C4-A449-C56D-B06CD5026CC9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0B0BF512-3176-1E49-96E6-43DB372BE3BC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464C7454-2641-FCC6-9C58-49EBB2A6CA80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92EED190-E859-0268-AC47-3F054050CB86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93A024FF-96D6-BCB0-EEB0-4EB9FB04C5A9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D7410FBB-F5BC-829F-9895-CB0762AF137B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A0BD68E8-4656-0AC4-169B-4EAED65ABB4C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6C5FA024-BB9F-DA92-E464-C100B5D5C891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FCE33459-A713-76D6-2DE1-4C617E4EAC26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AA94696E-4CEB-5604-3C5A-AD6E9AD17FEB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DD7F4058-23F0-18A8-AB63-EBE8D4EF1199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D29B6B52-8573-D736-B0CF-D028F9466325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6401B6C5-C1A8-140E-AC70-6AD987C0AE4B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AF8B553F-E1C2-4CCC-1202-77E1A06B90A1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96893901-0A12-6E94-375A-7A1FF477D2A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662D519E-B97D-BCEC-B5ED-40881CD251D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64A94FE-0A3E-4281-D068-9E6721A6B61B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0729A30-9B6D-0B84-2426-398E375516E4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9BC00CEB-2575-AF04-2B84-610DB5F03DC9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21E9D6EE-50E1-D015-B879-A695C233B05D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D69D55BB-95F0-91BE-B4AE-6E2EFB6CA1A5}"/>
              </a:ext>
            </a:extLst>
          </p:cNvPr>
          <p:cNvGrpSpPr/>
          <p:nvPr/>
        </p:nvGrpSpPr>
        <p:grpSpPr>
          <a:xfrm rot="10800000">
            <a:off x="4336061" y="5217980"/>
            <a:ext cx="397619" cy="396106"/>
            <a:chOff x="9651794" y="5208440"/>
            <a:chExt cx="796285" cy="793255"/>
          </a:xfrm>
        </p:grpSpPr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CF043C19-30EC-3473-3E11-7CAC0E75E6A1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FA3E2FF4-2DB9-BE9E-6657-08708F9BDCA7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B73FD3D5-23E9-72EE-5C69-CC0CB84F4938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0AF1B989-9F68-B0F7-39A5-BE887168ACF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F4E246D6-47DA-0760-6F8B-20E50AEAB0C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A284899E-A098-1269-4FF3-166CB73ABD6D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B02F705E-D2E6-7458-ED57-B152C884F51A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8E1FD4BC-91B3-4391-6C8C-0AE8C504FBCE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66742946-AE80-9462-2259-124830F44068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ED64A1BC-61D1-6522-C4EA-FC83D9E3A081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F3EAB57B-4828-E099-BBA7-BBB02EFDE65D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8C604460-E791-3902-1E30-F7117271FB7A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F4AAE911-F7D6-FDA3-C043-4E6E0D01E481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1240C48C-C255-9A4A-1665-7D9FCC584C9E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1F81C92D-61E4-B036-EE55-1A3B653CBC7D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CF7811ED-6281-A1C3-D428-35603618150B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5E7A7274-9698-5773-AD3C-CFA60BD16BC9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D32E5767-0751-EACD-8E70-BC8372CBDDE5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0DBC95CB-B27B-DD29-3FB5-61D3FE721C9A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B85C7533-FE16-ED73-20A2-4CF02E6094D3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7136F85D-2FFC-E761-9259-D1DBA6BB4263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A15474CE-B547-4828-4EE5-0390D0755C06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1C299787-FEB2-BF78-A079-A16F41A5192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43A403A-C5A6-035E-4492-F097C13ACD60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175D5CB7-7722-B662-DEE5-8DEED8FEFE29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B03DD34B-9405-48CD-1B9B-96B727D7E02D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39A633AF-98E2-1D22-C13E-DBD5B82DB28F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1E4F1084-3386-B7AE-D49E-F09187519EFB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B38DC5F4-2ECA-9285-EE63-FF592D80198A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E0B944A2-5F45-5B33-BB18-4F794A93D83B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E9FCDFBD-0C1C-4C8F-6985-6B057F39AAB7}"/>
              </a:ext>
            </a:extLst>
          </p:cNvPr>
          <p:cNvCxnSpPr>
            <a:cxnSpLocks/>
          </p:cNvCxnSpPr>
          <p:nvPr/>
        </p:nvCxnSpPr>
        <p:spPr>
          <a:xfrm rot="10800000" flipH="1">
            <a:off x="4087537" y="5465459"/>
            <a:ext cx="183699" cy="0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198C3927-BA90-F73C-4473-0F7EC61DEF3B}"/>
              </a:ext>
            </a:extLst>
          </p:cNvPr>
          <p:cNvGrpSpPr/>
          <p:nvPr/>
        </p:nvGrpSpPr>
        <p:grpSpPr>
          <a:xfrm rot="10800000">
            <a:off x="3581336" y="5218463"/>
            <a:ext cx="397619" cy="396106"/>
            <a:chOff x="9651794" y="5208440"/>
            <a:chExt cx="796285" cy="793255"/>
          </a:xfrm>
        </p:grpSpPr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26BF0871-676C-E2C2-9FDC-B7C20FD0C3A6}"/>
                </a:ext>
              </a:extLst>
            </p:cNvPr>
            <p:cNvGrpSpPr/>
            <p:nvPr/>
          </p:nvGrpSpPr>
          <p:grpSpPr>
            <a:xfrm>
              <a:off x="9854190" y="5208440"/>
              <a:ext cx="593889" cy="593625"/>
              <a:chOff x="1910636" y="2494271"/>
              <a:chExt cx="593889" cy="593625"/>
            </a:xfrm>
          </p:grpSpPr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88166F2D-5450-A7A5-AB7F-194CE7AAC90F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5AAD727A-D0AD-F5A9-1EE3-05A7C68F36C6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BD2C8702-AF77-78FA-8B6C-92679DBE9303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A3B802C1-6559-192F-7212-266CDD213654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49ECCE55-66BD-C634-D93A-41932DFC37D2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925DBB4E-D404-98A3-34DD-C8D7E77B8DEA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9848FCFB-A96E-BE35-6A5D-8DFE3B236AE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CF6A5B72-E19A-B59A-7E79-18CED0418C33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FF3042ED-4F82-2815-EE77-C0BE0A03B5F4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1B3A75B8-5245-E306-927B-A631C71C14BD}"/>
                </a:ext>
              </a:extLst>
            </p:cNvPr>
            <p:cNvGrpSpPr/>
            <p:nvPr/>
          </p:nvGrpSpPr>
          <p:grpSpPr>
            <a:xfrm>
              <a:off x="9755246" y="5309088"/>
              <a:ext cx="593889" cy="593625"/>
              <a:chOff x="1910636" y="2494271"/>
              <a:chExt cx="593889" cy="593625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BAF6F711-E2EA-A7B8-6E4A-200FB08C7FD1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647EE4FD-E776-2C20-9F24-9C9CF8AFB05A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AFC4C29-044A-EAFD-60A7-8B2641BD65FA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4A6979F3-95FE-E295-E928-162C67131EA5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E22829F2-5A7F-D854-AF45-FCCDA7F6235A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1D636639-B5C4-0FAE-C52A-87367CF37D4B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411CCF93-79ED-3308-99C7-64101E47A62A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022CFA4A-63CF-12D2-051D-A9370D667C42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90DE7A9D-751F-DA6E-CDF5-EA3816AC957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7E749AD5-9401-C194-45CE-8A7F21F54BFE}"/>
                </a:ext>
              </a:extLst>
            </p:cNvPr>
            <p:cNvGrpSpPr/>
            <p:nvPr/>
          </p:nvGrpSpPr>
          <p:grpSpPr>
            <a:xfrm>
              <a:off x="9651794" y="5408070"/>
              <a:ext cx="593889" cy="593625"/>
              <a:chOff x="1910636" y="2494271"/>
              <a:chExt cx="593889" cy="593625"/>
            </a:xfrm>
          </p:grpSpPr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D7D7FE72-75C0-6583-83DE-AB2027251087}"/>
                  </a:ext>
                </a:extLst>
              </p:cNvPr>
              <p:cNvSpPr/>
              <p:nvPr/>
            </p:nvSpPr>
            <p:spPr>
              <a:xfrm>
                <a:off x="1910636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25C1F39A-ECFC-6953-8B62-54DDA29D44CC}"/>
                  </a:ext>
                </a:extLst>
              </p:cNvPr>
              <p:cNvSpPr/>
              <p:nvPr/>
            </p:nvSpPr>
            <p:spPr>
              <a:xfrm>
                <a:off x="2108599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066FCF04-C9D2-9CAB-E081-D7B7D123E156}"/>
                  </a:ext>
                </a:extLst>
              </p:cNvPr>
              <p:cNvSpPr/>
              <p:nvPr/>
            </p:nvSpPr>
            <p:spPr>
              <a:xfrm>
                <a:off x="2306562" y="24942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132045AB-9DBA-6AF5-6213-C5BC2C752E40}"/>
                  </a:ext>
                </a:extLst>
              </p:cNvPr>
              <p:cNvSpPr/>
              <p:nvPr/>
            </p:nvSpPr>
            <p:spPr>
              <a:xfrm>
                <a:off x="1910636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8DF53A64-7E03-A777-D9F8-C14CC350CDBC}"/>
                  </a:ext>
                </a:extLst>
              </p:cNvPr>
              <p:cNvSpPr/>
              <p:nvPr/>
            </p:nvSpPr>
            <p:spPr>
              <a:xfrm>
                <a:off x="2108599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BF77A3B0-FD94-D1A1-583B-FFB8CFD2D02C}"/>
                  </a:ext>
                </a:extLst>
              </p:cNvPr>
              <p:cNvSpPr/>
              <p:nvPr/>
            </p:nvSpPr>
            <p:spPr>
              <a:xfrm>
                <a:off x="2306562" y="2691971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925BF0F2-0C87-C2E3-E0DE-B9E4675A40C6}"/>
                  </a:ext>
                </a:extLst>
              </p:cNvPr>
              <p:cNvSpPr/>
              <p:nvPr/>
            </p:nvSpPr>
            <p:spPr>
              <a:xfrm>
                <a:off x="1910636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F228A26C-120C-2981-D046-CFD107E5C2C7}"/>
                  </a:ext>
                </a:extLst>
              </p:cNvPr>
              <p:cNvSpPr/>
              <p:nvPr/>
            </p:nvSpPr>
            <p:spPr>
              <a:xfrm>
                <a:off x="2108599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636F97F4-4B25-2059-A965-4DE6715547B7}"/>
                  </a:ext>
                </a:extLst>
              </p:cNvPr>
              <p:cNvSpPr/>
              <p:nvPr/>
            </p:nvSpPr>
            <p:spPr>
              <a:xfrm>
                <a:off x="2306562" y="2889933"/>
                <a:ext cx="197963" cy="19796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74" name="TextBox 573">
            <a:extLst>
              <a:ext uri="{FF2B5EF4-FFF2-40B4-BE49-F238E27FC236}">
                <a16:creationId xmlns:a16="http://schemas.microsoft.com/office/drawing/2014/main" id="{DD111D24-1EA1-6E0B-CDD6-3657CD2A98EC}"/>
              </a:ext>
            </a:extLst>
          </p:cNvPr>
          <p:cNvSpPr txBox="1"/>
          <p:nvPr/>
        </p:nvSpPr>
        <p:spPr>
          <a:xfrm rot="5400000">
            <a:off x="4213794" y="4075039"/>
            <a:ext cx="1243099" cy="26750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A8E4B8CB-4DC2-5934-05CB-B9A7DFE9BE16}"/>
              </a:ext>
            </a:extLst>
          </p:cNvPr>
          <p:cNvSpPr txBox="1"/>
          <p:nvPr/>
        </p:nvSpPr>
        <p:spPr>
          <a:xfrm>
            <a:off x="3978370" y="2860751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BRAM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D9EA76E-7798-E985-B811-0CA8F7F87413}"/>
              </a:ext>
            </a:extLst>
          </p:cNvPr>
          <p:cNvCxnSpPr>
            <a:cxnSpLocks/>
            <a:stCxn id="574" idx="0"/>
          </p:cNvCxnSpPr>
          <p:nvPr/>
        </p:nvCxnSpPr>
        <p:spPr>
          <a:xfrm flipV="1">
            <a:off x="6172881" y="3876246"/>
            <a:ext cx="250105" cy="153633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Title 1">
            <a:extLst>
              <a:ext uri="{FF2B5EF4-FFF2-40B4-BE49-F238E27FC236}">
                <a16:creationId xmlns:a16="http://schemas.microsoft.com/office/drawing/2014/main" id="{E74FC67E-0F76-17E6-CAAB-C1E74EA11335}"/>
              </a:ext>
            </a:extLst>
          </p:cNvPr>
          <p:cNvSpPr txBox="1">
            <a:spLocks/>
          </p:cNvSpPr>
          <p:nvPr/>
        </p:nvSpPr>
        <p:spPr>
          <a:xfrm>
            <a:off x="5356254" y="373203"/>
            <a:ext cx="631504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Sequential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7698308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7ADB9-4671-48D6-9DAE-AE01E99D6208}"/>
              </a:ext>
            </a:extLst>
          </p:cNvPr>
          <p:cNvSpPr txBox="1"/>
          <p:nvPr/>
        </p:nvSpPr>
        <p:spPr>
          <a:xfrm>
            <a:off x="1671836" y="3104532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7E7F6-0DB7-4DB8-A782-DF3082E4A9B8}"/>
              </a:ext>
            </a:extLst>
          </p:cNvPr>
          <p:cNvSpPr txBox="1"/>
          <p:nvPr/>
        </p:nvSpPr>
        <p:spPr>
          <a:xfrm>
            <a:off x="1671836" y="3582406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57FF1-6B11-492F-B4C3-DB90CA1BCFE8}"/>
              </a:ext>
            </a:extLst>
          </p:cNvPr>
          <p:cNvSpPr txBox="1"/>
          <p:nvPr/>
        </p:nvSpPr>
        <p:spPr>
          <a:xfrm>
            <a:off x="1671836" y="4060280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9D58-3E44-432B-A16F-E1761FAECF3B}"/>
              </a:ext>
            </a:extLst>
          </p:cNvPr>
          <p:cNvSpPr txBox="1"/>
          <p:nvPr/>
        </p:nvSpPr>
        <p:spPr>
          <a:xfrm>
            <a:off x="4575677" y="3104532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986E5-432D-476D-93E6-C0F56901E046}"/>
              </a:ext>
            </a:extLst>
          </p:cNvPr>
          <p:cNvSpPr txBox="1"/>
          <p:nvPr/>
        </p:nvSpPr>
        <p:spPr>
          <a:xfrm>
            <a:off x="4575676" y="3582406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6A67-17B3-4DE1-84F9-559C6DDDA197}"/>
              </a:ext>
            </a:extLst>
          </p:cNvPr>
          <p:cNvSpPr txBox="1"/>
          <p:nvPr/>
        </p:nvSpPr>
        <p:spPr>
          <a:xfrm>
            <a:off x="4575675" y="4060280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AE20-7511-406A-A9EA-F8EAD4ADEBEF}"/>
              </a:ext>
            </a:extLst>
          </p:cNvPr>
          <p:cNvSpPr txBox="1"/>
          <p:nvPr/>
        </p:nvSpPr>
        <p:spPr>
          <a:xfrm>
            <a:off x="1671834" y="5036306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4B04-7F17-4FD9-9058-CEFFFB85EB10}"/>
              </a:ext>
            </a:extLst>
          </p:cNvPr>
          <p:cNvSpPr txBox="1"/>
          <p:nvPr/>
        </p:nvSpPr>
        <p:spPr>
          <a:xfrm>
            <a:off x="1671834" y="5514180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3DDAD-0F73-4A06-B274-75C39E4C8945}"/>
              </a:ext>
            </a:extLst>
          </p:cNvPr>
          <p:cNvSpPr txBox="1"/>
          <p:nvPr/>
        </p:nvSpPr>
        <p:spPr>
          <a:xfrm>
            <a:off x="1671834" y="5992054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880CF-FE4C-4965-8890-06D6B323E4A1}"/>
              </a:ext>
            </a:extLst>
          </p:cNvPr>
          <p:cNvSpPr txBox="1"/>
          <p:nvPr/>
        </p:nvSpPr>
        <p:spPr>
          <a:xfrm>
            <a:off x="4575675" y="5036306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F3914-3481-4587-86BB-C559B7C0DD2F}"/>
              </a:ext>
            </a:extLst>
          </p:cNvPr>
          <p:cNvSpPr txBox="1"/>
          <p:nvPr/>
        </p:nvSpPr>
        <p:spPr>
          <a:xfrm>
            <a:off x="4575674" y="5514180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8A5A9-D108-4F06-A1E2-0A9DC708B723}"/>
              </a:ext>
            </a:extLst>
          </p:cNvPr>
          <p:cNvSpPr txBox="1"/>
          <p:nvPr/>
        </p:nvSpPr>
        <p:spPr>
          <a:xfrm>
            <a:off x="4575673" y="5992054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7774-788A-4298-97FE-F5A190A9DFDA}"/>
              </a:ext>
            </a:extLst>
          </p:cNvPr>
          <p:cNvSpPr txBox="1"/>
          <p:nvPr/>
        </p:nvSpPr>
        <p:spPr>
          <a:xfrm>
            <a:off x="1671834" y="733924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8D886-E768-40D9-8E7C-D5795BE78A07}"/>
              </a:ext>
            </a:extLst>
          </p:cNvPr>
          <p:cNvSpPr txBox="1"/>
          <p:nvPr/>
        </p:nvSpPr>
        <p:spPr>
          <a:xfrm>
            <a:off x="1671834" y="1211798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A820C-0A32-4542-8573-121458B748B7}"/>
              </a:ext>
            </a:extLst>
          </p:cNvPr>
          <p:cNvSpPr txBox="1"/>
          <p:nvPr/>
        </p:nvSpPr>
        <p:spPr>
          <a:xfrm>
            <a:off x="1671834" y="1689672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</a:t>
            </a:r>
            <a:r>
              <a:rPr lang="en-US" b="1" dirty="0"/>
              <a:t>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411744-2B7F-4E14-8DE1-3AC7715DCF1C}"/>
              </a:ext>
            </a:extLst>
          </p:cNvPr>
          <p:cNvCxnSpPr/>
          <p:nvPr/>
        </p:nvCxnSpPr>
        <p:spPr>
          <a:xfrm>
            <a:off x="3511776" y="3294043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B3F647-5426-46C9-A19D-53545DF7F8F5}"/>
              </a:ext>
            </a:extLst>
          </p:cNvPr>
          <p:cNvCxnSpPr>
            <a:cxnSpLocks/>
          </p:cNvCxnSpPr>
          <p:nvPr/>
        </p:nvCxnSpPr>
        <p:spPr>
          <a:xfrm>
            <a:off x="3511776" y="3763679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8F7F48-CC25-47BA-AD20-02ADA2967AF1}"/>
              </a:ext>
            </a:extLst>
          </p:cNvPr>
          <p:cNvCxnSpPr>
            <a:cxnSpLocks/>
          </p:cNvCxnSpPr>
          <p:nvPr/>
        </p:nvCxnSpPr>
        <p:spPr>
          <a:xfrm>
            <a:off x="3511776" y="4241553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066BB2-86A8-42D5-8712-82D1C5AE89E2}"/>
              </a:ext>
            </a:extLst>
          </p:cNvPr>
          <p:cNvCxnSpPr/>
          <p:nvPr/>
        </p:nvCxnSpPr>
        <p:spPr>
          <a:xfrm>
            <a:off x="3511776" y="5159914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F4C83C-1DF4-4187-A9F4-EEA2CD47E7E5}"/>
              </a:ext>
            </a:extLst>
          </p:cNvPr>
          <p:cNvCxnSpPr>
            <a:cxnSpLocks/>
          </p:cNvCxnSpPr>
          <p:nvPr/>
        </p:nvCxnSpPr>
        <p:spPr>
          <a:xfrm>
            <a:off x="3511776" y="5646026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98129-F613-4C3E-BA47-818A00F3B586}"/>
              </a:ext>
            </a:extLst>
          </p:cNvPr>
          <p:cNvCxnSpPr>
            <a:cxnSpLocks/>
          </p:cNvCxnSpPr>
          <p:nvPr/>
        </p:nvCxnSpPr>
        <p:spPr>
          <a:xfrm>
            <a:off x="3511776" y="6132138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6ED90B-FE8D-4DDB-B5BF-31E0BBC3E26E}"/>
              </a:ext>
            </a:extLst>
          </p:cNvPr>
          <p:cNvCxnSpPr>
            <a:cxnSpLocks/>
          </p:cNvCxnSpPr>
          <p:nvPr/>
        </p:nvCxnSpPr>
        <p:spPr>
          <a:xfrm>
            <a:off x="4206481" y="3454701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4054C-4736-4805-94ED-67B4443A4EA5}"/>
              </a:ext>
            </a:extLst>
          </p:cNvPr>
          <p:cNvCxnSpPr>
            <a:cxnSpLocks/>
          </p:cNvCxnSpPr>
          <p:nvPr/>
        </p:nvCxnSpPr>
        <p:spPr>
          <a:xfrm>
            <a:off x="4206481" y="3916099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D57E09-E336-41BB-9498-B3BF2A1C2268}"/>
              </a:ext>
            </a:extLst>
          </p:cNvPr>
          <p:cNvCxnSpPr>
            <a:cxnSpLocks/>
          </p:cNvCxnSpPr>
          <p:nvPr/>
        </p:nvCxnSpPr>
        <p:spPr>
          <a:xfrm>
            <a:off x="4206481" y="4393973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3D56C9-5F35-413C-BA26-C90EA7271616}"/>
              </a:ext>
            </a:extLst>
          </p:cNvPr>
          <p:cNvCxnSpPr>
            <a:cxnSpLocks/>
          </p:cNvCxnSpPr>
          <p:nvPr/>
        </p:nvCxnSpPr>
        <p:spPr>
          <a:xfrm>
            <a:off x="4206481" y="5320572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F78C5-41EE-4780-8F53-C008EB3B055C}"/>
              </a:ext>
            </a:extLst>
          </p:cNvPr>
          <p:cNvCxnSpPr>
            <a:cxnSpLocks/>
          </p:cNvCxnSpPr>
          <p:nvPr/>
        </p:nvCxnSpPr>
        <p:spPr>
          <a:xfrm>
            <a:off x="4206481" y="5798446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575D20-50AB-454C-8B1B-6B73ECAA84E5}"/>
              </a:ext>
            </a:extLst>
          </p:cNvPr>
          <p:cNvCxnSpPr>
            <a:cxnSpLocks/>
          </p:cNvCxnSpPr>
          <p:nvPr/>
        </p:nvCxnSpPr>
        <p:spPr>
          <a:xfrm>
            <a:off x="4206481" y="6268082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EA0BEC-7238-4456-98AC-351BA8DCF7FE}"/>
              </a:ext>
            </a:extLst>
          </p:cNvPr>
          <p:cNvSpPr txBox="1"/>
          <p:nvPr/>
        </p:nvSpPr>
        <p:spPr>
          <a:xfrm>
            <a:off x="2017833" y="347312"/>
            <a:ext cx="1163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row buffer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181E5B-DCF5-4212-808E-DEF956BED99D}"/>
              </a:ext>
            </a:extLst>
          </p:cNvPr>
          <p:cNvSpPr txBox="1"/>
          <p:nvPr/>
        </p:nvSpPr>
        <p:spPr>
          <a:xfrm>
            <a:off x="2134308" y="2723320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5B29243-5C29-0A0D-73C9-035AE7C1D4F0}"/>
              </a:ext>
            </a:extLst>
          </p:cNvPr>
          <p:cNvGrpSpPr/>
          <p:nvPr/>
        </p:nvGrpSpPr>
        <p:grpSpPr>
          <a:xfrm>
            <a:off x="5495156" y="4299217"/>
            <a:ext cx="1333658" cy="1931774"/>
            <a:chOff x="5495156" y="4299217"/>
            <a:chExt cx="717561" cy="1931774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3F276726-634D-4280-AFF3-E2F885F4F871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5495158" y="4299217"/>
              <a:ext cx="7175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DF08733A-4F51-4EE2-B27E-A17D85996130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V="1">
              <a:off x="5495156" y="4797369"/>
              <a:ext cx="717561" cy="1433622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rapezoid 63">
            <a:extLst>
              <a:ext uri="{FF2B5EF4-FFF2-40B4-BE49-F238E27FC236}">
                <a16:creationId xmlns:a16="http://schemas.microsoft.com/office/drawing/2014/main" id="{97FD3F33-B4FE-4AE4-B09C-40D39F5285FE}"/>
              </a:ext>
            </a:extLst>
          </p:cNvPr>
          <p:cNvSpPr/>
          <p:nvPr/>
        </p:nvSpPr>
        <p:spPr>
          <a:xfrm rot="5400000">
            <a:off x="6280877" y="4390108"/>
            <a:ext cx="1433622" cy="344253"/>
          </a:xfrm>
          <a:prstGeom prst="trapezoid">
            <a:avLst>
              <a:gd name="adj" fmla="val 536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E6BF5C-F80D-4944-AF31-1268CDC40683}"/>
              </a:ext>
            </a:extLst>
          </p:cNvPr>
          <p:cNvCxnSpPr>
            <a:cxnSpLocks/>
            <a:stCxn id="64" idx="0"/>
          </p:cNvCxnSpPr>
          <p:nvPr/>
        </p:nvCxnSpPr>
        <p:spPr>
          <a:xfrm>
            <a:off x="7169815" y="4562235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060724B-1307-47D9-9711-A6CD03F05F13}"/>
              </a:ext>
            </a:extLst>
          </p:cNvPr>
          <p:cNvSpPr txBox="1"/>
          <p:nvPr/>
        </p:nvSpPr>
        <p:spPr>
          <a:xfrm>
            <a:off x="7355836" y="4175985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5B244D-009A-48C4-B22D-66665F70230C}"/>
              </a:ext>
            </a:extLst>
          </p:cNvPr>
          <p:cNvCxnSpPr>
            <a:endCxn id="14" idx="1"/>
          </p:cNvCxnSpPr>
          <p:nvPr/>
        </p:nvCxnSpPr>
        <p:spPr>
          <a:xfrm flipV="1">
            <a:off x="387698" y="972861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7745FAC-E6C7-423D-AD26-6C32D80D835D}"/>
              </a:ext>
            </a:extLst>
          </p:cNvPr>
          <p:cNvSpPr txBox="1"/>
          <p:nvPr/>
        </p:nvSpPr>
        <p:spPr>
          <a:xfrm>
            <a:off x="295960" y="607688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2FA2DE-DF12-46DC-A51A-11611121FB67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1231553" y="1010454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EB20DA-A5FC-4128-A637-89F466066AC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991888" y="1248663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53782D-31D8-4132-89DD-805BE037FDF2}"/>
              </a:ext>
            </a:extLst>
          </p:cNvPr>
          <p:cNvCxnSpPr>
            <a:cxnSpLocks/>
          </p:cNvCxnSpPr>
          <p:nvPr/>
        </p:nvCxnSpPr>
        <p:spPr>
          <a:xfrm>
            <a:off x="2618912" y="4660897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2A18B-4220-4A23-A69D-97CFB7EF9231}"/>
              </a:ext>
            </a:extLst>
          </p:cNvPr>
          <p:cNvCxnSpPr>
            <a:cxnSpLocks/>
          </p:cNvCxnSpPr>
          <p:nvPr/>
        </p:nvCxnSpPr>
        <p:spPr>
          <a:xfrm>
            <a:off x="5035414" y="4669015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eft Brace 46">
            <a:extLst>
              <a:ext uri="{FF2B5EF4-FFF2-40B4-BE49-F238E27FC236}">
                <a16:creationId xmlns:a16="http://schemas.microsoft.com/office/drawing/2014/main" id="{DBC02A45-40E8-3C9C-7D9E-15C2978A5962}"/>
              </a:ext>
            </a:extLst>
          </p:cNvPr>
          <p:cNvSpPr/>
          <p:nvPr/>
        </p:nvSpPr>
        <p:spPr>
          <a:xfrm>
            <a:off x="1071821" y="3092652"/>
            <a:ext cx="195869" cy="33689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B1F9AC6-347B-014A-5BA7-AB2B0D6D5E2E}"/>
              </a:ext>
            </a:extLst>
          </p:cNvPr>
          <p:cNvCxnSpPr>
            <a:cxnSpLocks/>
          </p:cNvCxnSpPr>
          <p:nvPr/>
        </p:nvCxnSpPr>
        <p:spPr>
          <a:xfrm flipV="1">
            <a:off x="4206481" y="1110957"/>
            <a:ext cx="0" cy="535065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5F08F60-D95C-F698-BFCF-932E90E18205}"/>
              </a:ext>
            </a:extLst>
          </p:cNvPr>
          <p:cNvSpPr txBox="1"/>
          <p:nvPr/>
        </p:nvSpPr>
        <p:spPr>
          <a:xfrm>
            <a:off x="0" y="4573436"/>
            <a:ext cx="121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ochan</a:t>
            </a:r>
            <a:r>
              <a:rPr lang="en-US" dirty="0"/>
              <a:t>*</a:t>
            </a:r>
            <a:r>
              <a:rPr lang="en-US" b="1" dirty="0"/>
              <a:t>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90FA0E-B459-14E6-D847-34B907772D4F}"/>
              </a:ext>
            </a:extLst>
          </p:cNvPr>
          <p:cNvSpPr txBox="1"/>
          <p:nvPr/>
        </p:nvSpPr>
        <p:spPr>
          <a:xfrm>
            <a:off x="5852763" y="1153660"/>
            <a:ext cx="44903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n=(</a:t>
            </a:r>
            <a:r>
              <a:rPr lang="en-US" dirty="0" err="1">
                <a:latin typeface="Consolas" panose="020B0609020204030204" pitchFamily="49" charset="0"/>
              </a:rPr>
              <a:t>iwidth</a:t>
            </a:r>
            <a:r>
              <a:rPr lang="en-US" dirty="0">
                <a:latin typeface="Consolas" panose="020B0609020204030204" pitchFamily="49" charset="0"/>
              </a:rPr>
              <a:t>*3*</a:t>
            </a:r>
            <a:r>
              <a:rPr lang="en-US" dirty="0" err="1">
                <a:latin typeface="Consolas" panose="020B0609020204030204" pitchFamily="49" charset="0"/>
              </a:rPr>
              <a:t>ichan</a:t>
            </a:r>
            <a:r>
              <a:rPr lang="en-US" dirty="0">
                <a:latin typeface="Consolas" panose="020B0609020204030204" pitchFamily="49" charset="0"/>
              </a:rPr>
              <a:t>)/1K</a:t>
            </a:r>
          </a:p>
          <a:p>
            <a:r>
              <a:rPr lang="en-US" dirty="0">
                <a:latin typeface="Consolas" panose="020B0609020204030204" pitchFamily="49" charset="0"/>
              </a:rPr>
              <a:t>m=(3*3*</a:t>
            </a:r>
            <a:r>
              <a:rPr lang="en-US" dirty="0" err="1">
                <a:latin typeface="Consolas" panose="020B0609020204030204" pitchFamily="49" charset="0"/>
              </a:rPr>
              <a:t>ichan</a:t>
            </a:r>
            <a:r>
              <a:rPr lang="en-US" dirty="0">
                <a:latin typeface="Consolas" panose="020B0609020204030204" pitchFamily="49" charset="0"/>
              </a:rPr>
              <a:t>)/1K</a:t>
            </a:r>
          </a:p>
          <a:p>
            <a:r>
              <a:rPr lang="en-US" dirty="0">
                <a:latin typeface="Consolas" panose="020B0609020204030204" pitchFamily="49" charset="0"/>
              </a:rPr>
              <a:t>speedup=m*</a:t>
            </a:r>
            <a:r>
              <a:rPr lang="en-US" dirty="0" err="1">
                <a:latin typeface="Consolas" panose="020B0609020204030204" pitchFamily="49" charset="0"/>
              </a:rPr>
              <a:t>ochan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ex: </a:t>
            </a:r>
            <a:r>
              <a:rPr lang="en-US" dirty="0" err="1">
                <a:latin typeface="Consolas" panose="020B0609020204030204" pitchFamily="49" charset="0"/>
              </a:rPr>
              <a:t>ichan</a:t>
            </a:r>
            <a:r>
              <a:rPr lang="en-US" dirty="0">
                <a:latin typeface="Consolas" panose="020B0609020204030204" pitchFamily="49" charset="0"/>
              </a:rPr>
              <a:t>=3,ochan=16,iwidth=768</a:t>
            </a:r>
          </a:p>
          <a:p>
            <a:r>
              <a:rPr lang="en-US" dirty="0">
                <a:latin typeface="Consolas" panose="020B0609020204030204" pitchFamily="49" charset="0"/>
              </a:rPr>
              <a:t>ex: </a:t>
            </a:r>
            <a:r>
              <a:rPr lang="en-US" dirty="0" err="1">
                <a:latin typeface="Consolas" panose="020B0609020204030204" pitchFamily="49" charset="0"/>
              </a:rPr>
              <a:t>ichan</a:t>
            </a:r>
            <a:r>
              <a:rPr lang="en-US" dirty="0">
                <a:latin typeface="Consolas" panose="020B0609020204030204" pitchFamily="49" charset="0"/>
              </a:rPr>
              <a:t>=256,ochan=256,iwidth=192</a:t>
            </a:r>
          </a:p>
          <a:p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578D011-E029-E778-7904-C86D4172996C}"/>
              </a:ext>
            </a:extLst>
          </p:cNvPr>
          <p:cNvSpPr txBox="1"/>
          <p:nvPr/>
        </p:nvSpPr>
        <p:spPr>
          <a:xfrm>
            <a:off x="3860839" y="1110957"/>
            <a:ext cx="365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7941B5-7BE1-EE4D-4BC0-E8434DF3C623}"/>
              </a:ext>
            </a:extLst>
          </p:cNvPr>
          <p:cNvSpPr txBox="1"/>
          <p:nvPr/>
        </p:nvSpPr>
        <p:spPr>
          <a:xfrm>
            <a:off x="5996628" y="4353488"/>
            <a:ext cx="813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ochan</a:t>
            </a:r>
            <a:endParaRPr lang="en-US" dirty="0"/>
          </a:p>
        </p:txBody>
      </p:sp>
      <p:sp>
        <p:nvSpPr>
          <p:cNvPr id="88" name="Title 1">
            <a:extLst>
              <a:ext uri="{FF2B5EF4-FFF2-40B4-BE49-F238E27FC236}">
                <a16:creationId xmlns:a16="http://schemas.microsoft.com/office/drawing/2014/main" id="{D54E05CE-A3E8-A6F9-9106-4C4D009E4A9C}"/>
              </a:ext>
            </a:extLst>
          </p:cNvPr>
          <p:cNvSpPr txBox="1">
            <a:spLocks/>
          </p:cNvSpPr>
          <p:nvPr/>
        </p:nvSpPr>
        <p:spPr>
          <a:xfrm>
            <a:off x="5794044" y="373203"/>
            <a:ext cx="587725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Parallel implementation</a:t>
            </a:r>
          </a:p>
        </p:txBody>
      </p:sp>
      <p:sp>
        <p:nvSpPr>
          <p:cNvPr id="89" name="Trapezoid 88">
            <a:extLst>
              <a:ext uri="{FF2B5EF4-FFF2-40B4-BE49-F238E27FC236}">
                <a16:creationId xmlns:a16="http://schemas.microsoft.com/office/drawing/2014/main" id="{C2BD70E8-0EB6-2C65-5FD1-A718B03B1CB0}"/>
              </a:ext>
            </a:extLst>
          </p:cNvPr>
          <p:cNvSpPr/>
          <p:nvPr/>
        </p:nvSpPr>
        <p:spPr>
          <a:xfrm rot="5400000">
            <a:off x="2964376" y="1274422"/>
            <a:ext cx="1433622" cy="344253"/>
          </a:xfrm>
          <a:prstGeom prst="trapezoid">
            <a:avLst>
              <a:gd name="adj" fmla="val 536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722C25F-5B12-CDDA-7D2B-18DC251BF6AF}"/>
              </a:ext>
            </a:extLst>
          </p:cNvPr>
          <p:cNvCxnSpPr>
            <a:cxnSpLocks/>
          </p:cNvCxnSpPr>
          <p:nvPr/>
        </p:nvCxnSpPr>
        <p:spPr>
          <a:xfrm>
            <a:off x="3853314" y="1446775"/>
            <a:ext cx="3531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5680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4360-1FB1-3CD8-642A-70332589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39535-6D7C-1330-A826-23A847130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303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ECD8-888E-4630-BED5-258DB23E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340839-2917-4B4F-940E-1059F83C3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93336"/>
            <a:ext cx="4967491" cy="44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F1791DB-1952-45BD-B4CD-D4152E6F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939" y="4340099"/>
            <a:ext cx="3297727" cy="1611869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B1CE64-3A7A-4560-82A3-E01AF455CCDE}"/>
              </a:ext>
            </a:extLst>
          </p:cNvPr>
          <p:cNvCxnSpPr>
            <a:cxnSpLocks/>
          </p:cNvCxnSpPr>
          <p:nvPr/>
        </p:nvCxnSpPr>
        <p:spPr>
          <a:xfrm flipH="1" flipV="1">
            <a:off x="4859867" y="4470400"/>
            <a:ext cx="2091266" cy="759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49EAA64-8F81-448A-883C-7A0D7275E167}"/>
              </a:ext>
            </a:extLst>
          </p:cNvPr>
          <p:cNvCxnSpPr>
            <a:cxnSpLocks/>
          </p:cNvCxnSpPr>
          <p:nvPr/>
        </p:nvCxnSpPr>
        <p:spPr>
          <a:xfrm flipH="1" flipV="1">
            <a:off x="4699000" y="3429000"/>
            <a:ext cx="3293533" cy="1481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6A48AA7-9B18-4AE2-916E-3773B0819EFD}"/>
              </a:ext>
            </a:extLst>
          </p:cNvPr>
          <p:cNvCxnSpPr>
            <a:cxnSpLocks/>
          </p:cNvCxnSpPr>
          <p:nvPr/>
        </p:nvCxnSpPr>
        <p:spPr>
          <a:xfrm flipH="1" flipV="1">
            <a:off x="5156200" y="2870200"/>
            <a:ext cx="4377267" cy="22758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5ACC027-A4C6-4F3D-9030-0F6F61B5A227}"/>
              </a:ext>
            </a:extLst>
          </p:cNvPr>
          <p:cNvSpPr/>
          <p:nvPr/>
        </p:nvSpPr>
        <p:spPr>
          <a:xfrm>
            <a:off x="4800600" y="4243105"/>
            <a:ext cx="169334" cy="5320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7404D1-362B-4F71-8B2C-0D02F74BE96C}"/>
              </a:ext>
            </a:extLst>
          </p:cNvPr>
          <p:cNvSpPr/>
          <p:nvPr/>
        </p:nvSpPr>
        <p:spPr>
          <a:xfrm>
            <a:off x="4656668" y="3318932"/>
            <a:ext cx="169332" cy="2794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1F071A-D83E-4CC1-B633-F524B25EFBBE}"/>
              </a:ext>
            </a:extLst>
          </p:cNvPr>
          <p:cNvSpPr/>
          <p:nvPr/>
        </p:nvSpPr>
        <p:spPr>
          <a:xfrm>
            <a:off x="4986867" y="2681633"/>
            <a:ext cx="338665" cy="3579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87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, box and whisker chart&#10;&#10;Description automatically generated">
            <a:extLst>
              <a:ext uri="{FF2B5EF4-FFF2-40B4-BE49-F238E27FC236}">
                <a16:creationId xmlns:a16="http://schemas.microsoft.com/office/drawing/2014/main" id="{A639F042-7459-FAF8-EEE5-AE819182F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40" y="0"/>
            <a:ext cx="2773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118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7ADB9-4671-48D6-9DAE-AE01E99D6208}"/>
              </a:ext>
            </a:extLst>
          </p:cNvPr>
          <p:cNvSpPr txBox="1"/>
          <p:nvPr/>
        </p:nvSpPr>
        <p:spPr>
          <a:xfrm>
            <a:off x="3750144" y="3085077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7E7F6-0DB7-4DB8-A782-DF3082E4A9B8}"/>
              </a:ext>
            </a:extLst>
          </p:cNvPr>
          <p:cNvSpPr txBox="1"/>
          <p:nvPr/>
        </p:nvSpPr>
        <p:spPr>
          <a:xfrm>
            <a:off x="3750144" y="3562951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57FF1-6B11-492F-B4C3-DB90CA1BCFE8}"/>
              </a:ext>
            </a:extLst>
          </p:cNvPr>
          <p:cNvSpPr txBox="1"/>
          <p:nvPr/>
        </p:nvSpPr>
        <p:spPr>
          <a:xfrm>
            <a:off x="3750144" y="4040825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9D58-3E44-432B-A16F-E1761FAECF3B}"/>
              </a:ext>
            </a:extLst>
          </p:cNvPr>
          <p:cNvSpPr txBox="1"/>
          <p:nvPr/>
        </p:nvSpPr>
        <p:spPr>
          <a:xfrm>
            <a:off x="6653985" y="3085077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986E5-432D-476D-93E6-C0F56901E046}"/>
              </a:ext>
            </a:extLst>
          </p:cNvPr>
          <p:cNvSpPr txBox="1"/>
          <p:nvPr/>
        </p:nvSpPr>
        <p:spPr>
          <a:xfrm>
            <a:off x="6653984" y="356295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6A67-17B3-4DE1-84F9-559C6DDDA197}"/>
              </a:ext>
            </a:extLst>
          </p:cNvPr>
          <p:cNvSpPr txBox="1"/>
          <p:nvPr/>
        </p:nvSpPr>
        <p:spPr>
          <a:xfrm>
            <a:off x="6653983" y="404082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AE20-7511-406A-A9EA-F8EAD4ADEBEF}"/>
              </a:ext>
            </a:extLst>
          </p:cNvPr>
          <p:cNvSpPr txBox="1"/>
          <p:nvPr/>
        </p:nvSpPr>
        <p:spPr>
          <a:xfrm>
            <a:off x="3750142" y="5016851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4B04-7F17-4FD9-9058-CEFFFB85EB10}"/>
              </a:ext>
            </a:extLst>
          </p:cNvPr>
          <p:cNvSpPr txBox="1"/>
          <p:nvPr/>
        </p:nvSpPr>
        <p:spPr>
          <a:xfrm>
            <a:off x="3750142" y="5494725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3DDAD-0F73-4A06-B274-75C39E4C8945}"/>
              </a:ext>
            </a:extLst>
          </p:cNvPr>
          <p:cNvSpPr txBox="1"/>
          <p:nvPr/>
        </p:nvSpPr>
        <p:spPr>
          <a:xfrm>
            <a:off x="3750142" y="5972599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880CF-FE4C-4965-8890-06D6B323E4A1}"/>
              </a:ext>
            </a:extLst>
          </p:cNvPr>
          <p:cNvSpPr txBox="1"/>
          <p:nvPr/>
        </p:nvSpPr>
        <p:spPr>
          <a:xfrm>
            <a:off x="6653983" y="501685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F3914-3481-4587-86BB-C559B7C0DD2F}"/>
              </a:ext>
            </a:extLst>
          </p:cNvPr>
          <p:cNvSpPr txBox="1"/>
          <p:nvPr/>
        </p:nvSpPr>
        <p:spPr>
          <a:xfrm>
            <a:off x="6653982" y="549472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8A5A9-D108-4F06-A1E2-0A9DC708B723}"/>
              </a:ext>
            </a:extLst>
          </p:cNvPr>
          <p:cNvSpPr txBox="1"/>
          <p:nvPr/>
        </p:nvSpPr>
        <p:spPr>
          <a:xfrm>
            <a:off x="6653981" y="597259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7774-788A-4298-97FE-F5A190A9DFDA}"/>
              </a:ext>
            </a:extLst>
          </p:cNvPr>
          <p:cNvSpPr txBox="1"/>
          <p:nvPr/>
        </p:nvSpPr>
        <p:spPr>
          <a:xfrm>
            <a:off x="3750142" y="714469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8D886-E768-40D9-8E7C-D5795BE78A07}"/>
              </a:ext>
            </a:extLst>
          </p:cNvPr>
          <p:cNvSpPr txBox="1"/>
          <p:nvPr/>
        </p:nvSpPr>
        <p:spPr>
          <a:xfrm>
            <a:off x="3750142" y="1192343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A820C-0A32-4542-8573-121458B748B7}"/>
              </a:ext>
            </a:extLst>
          </p:cNvPr>
          <p:cNvSpPr txBox="1"/>
          <p:nvPr/>
        </p:nvSpPr>
        <p:spPr>
          <a:xfrm>
            <a:off x="3750142" y="1670217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411744-2B7F-4E14-8DE1-3AC7715DCF1C}"/>
              </a:ext>
            </a:extLst>
          </p:cNvPr>
          <p:cNvCxnSpPr/>
          <p:nvPr/>
        </p:nvCxnSpPr>
        <p:spPr>
          <a:xfrm>
            <a:off x="5590084" y="3274588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B3F647-5426-46C9-A19D-53545DF7F8F5}"/>
              </a:ext>
            </a:extLst>
          </p:cNvPr>
          <p:cNvCxnSpPr>
            <a:cxnSpLocks/>
          </p:cNvCxnSpPr>
          <p:nvPr/>
        </p:nvCxnSpPr>
        <p:spPr>
          <a:xfrm>
            <a:off x="5590084" y="3744224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8F7F48-CC25-47BA-AD20-02ADA2967AF1}"/>
              </a:ext>
            </a:extLst>
          </p:cNvPr>
          <p:cNvCxnSpPr>
            <a:cxnSpLocks/>
          </p:cNvCxnSpPr>
          <p:nvPr/>
        </p:nvCxnSpPr>
        <p:spPr>
          <a:xfrm>
            <a:off x="5590084" y="4222098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066BB2-86A8-42D5-8712-82D1C5AE89E2}"/>
              </a:ext>
            </a:extLst>
          </p:cNvPr>
          <p:cNvCxnSpPr/>
          <p:nvPr/>
        </p:nvCxnSpPr>
        <p:spPr>
          <a:xfrm>
            <a:off x="5590084" y="5140459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F4C83C-1DF4-4187-A9F4-EEA2CD47E7E5}"/>
              </a:ext>
            </a:extLst>
          </p:cNvPr>
          <p:cNvCxnSpPr>
            <a:cxnSpLocks/>
          </p:cNvCxnSpPr>
          <p:nvPr/>
        </p:nvCxnSpPr>
        <p:spPr>
          <a:xfrm>
            <a:off x="5590084" y="5626571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98129-F613-4C3E-BA47-818A00F3B586}"/>
              </a:ext>
            </a:extLst>
          </p:cNvPr>
          <p:cNvCxnSpPr>
            <a:cxnSpLocks/>
          </p:cNvCxnSpPr>
          <p:nvPr/>
        </p:nvCxnSpPr>
        <p:spPr>
          <a:xfrm>
            <a:off x="5590084" y="6112683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6ED90B-FE8D-4DDB-B5BF-31E0BBC3E26E}"/>
              </a:ext>
            </a:extLst>
          </p:cNvPr>
          <p:cNvCxnSpPr>
            <a:cxnSpLocks/>
          </p:cNvCxnSpPr>
          <p:nvPr/>
        </p:nvCxnSpPr>
        <p:spPr>
          <a:xfrm>
            <a:off x="6380117" y="3435246"/>
            <a:ext cx="274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4054C-4736-4805-94ED-67B4443A4EA5}"/>
              </a:ext>
            </a:extLst>
          </p:cNvPr>
          <p:cNvCxnSpPr>
            <a:cxnSpLocks/>
          </p:cNvCxnSpPr>
          <p:nvPr/>
        </p:nvCxnSpPr>
        <p:spPr>
          <a:xfrm>
            <a:off x="6288677" y="3896644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D57E09-E336-41BB-9498-B3BF2A1C2268}"/>
              </a:ext>
            </a:extLst>
          </p:cNvPr>
          <p:cNvCxnSpPr>
            <a:cxnSpLocks/>
          </p:cNvCxnSpPr>
          <p:nvPr/>
        </p:nvCxnSpPr>
        <p:spPr>
          <a:xfrm>
            <a:off x="6197237" y="4374518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3D56C9-5F35-413C-BA26-C90EA7271616}"/>
              </a:ext>
            </a:extLst>
          </p:cNvPr>
          <p:cNvCxnSpPr>
            <a:cxnSpLocks/>
          </p:cNvCxnSpPr>
          <p:nvPr/>
        </p:nvCxnSpPr>
        <p:spPr>
          <a:xfrm>
            <a:off x="6380117" y="5301117"/>
            <a:ext cx="274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F78C5-41EE-4780-8F53-C008EB3B055C}"/>
              </a:ext>
            </a:extLst>
          </p:cNvPr>
          <p:cNvCxnSpPr>
            <a:cxnSpLocks/>
          </p:cNvCxnSpPr>
          <p:nvPr/>
        </p:nvCxnSpPr>
        <p:spPr>
          <a:xfrm>
            <a:off x="6288677" y="5778991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575D20-50AB-454C-8B1B-6B73ECAA84E5}"/>
              </a:ext>
            </a:extLst>
          </p:cNvPr>
          <p:cNvCxnSpPr>
            <a:cxnSpLocks/>
          </p:cNvCxnSpPr>
          <p:nvPr/>
        </p:nvCxnSpPr>
        <p:spPr>
          <a:xfrm>
            <a:off x="6197237" y="6248627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EA0BEC-7238-4456-98AC-351BA8DCF7FE}"/>
              </a:ext>
            </a:extLst>
          </p:cNvPr>
          <p:cNvSpPr txBox="1"/>
          <p:nvPr/>
        </p:nvSpPr>
        <p:spPr>
          <a:xfrm>
            <a:off x="4096141" y="327857"/>
            <a:ext cx="1287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buffer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181E5B-DCF5-4212-808E-DEF956BED99D}"/>
              </a:ext>
            </a:extLst>
          </p:cNvPr>
          <p:cNvSpPr txBox="1"/>
          <p:nvPr/>
        </p:nvSpPr>
        <p:spPr>
          <a:xfrm>
            <a:off x="4212616" y="2703865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F276726-634D-4280-AFF3-E2F885F4F871}"/>
              </a:ext>
            </a:extLst>
          </p:cNvPr>
          <p:cNvCxnSpPr>
            <a:stCxn id="7" idx="3"/>
          </p:cNvCxnSpPr>
          <p:nvPr/>
        </p:nvCxnSpPr>
        <p:spPr>
          <a:xfrm>
            <a:off x="7573466" y="4279762"/>
            <a:ext cx="717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F08733A-4F51-4EE2-B27E-A17D8599613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573464" y="4777914"/>
            <a:ext cx="717561" cy="14336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rapezoid 63">
            <a:extLst>
              <a:ext uri="{FF2B5EF4-FFF2-40B4-BE49-F238E27FC236}">
                <a16:creationId xmlns:a16="http://schemas.microsoft.com/office/drawing/2014/main" id="{97FD3F33-B4FE-4AE4-B09C-40D39F5285FE}"/>
              </a:ext>
            </a:extLst>
          </p:cNvPr>
          <p:cNvSpPr/>
          <p:nvPr/>
        </p:nvSpPr>
        <p:spPr>
          <a:xfrm rot="5400000">
            <a:off x="7746340" y="4399837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E6BF5C-F80D-4944-AF31-1268CDC40683}"/>
              </a:ext>
            </a:extLst>
          </p:cNvPr>
          <p:cNvCxnSpPr>
            <a:cxnSpLocks/>
            <a:stCxn id="64" idx="0"/>
          </p:cNvCxnSpPr>
          <p:nvPr/>
        </p:nvCxnSpPr>
        <p:spPr>
          <a:xfrm>
            <a:off x="8635278" y="4571964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060724B-1307-47D9-9711-A6CD03F05F13}"/>
              </a:ext>
            </a:extLst>
          </p:cNvPr>
          <p:cNvSpPr txBox="1"/>
          <p:nvPr/>
        </p:nvSpPr>
        <p:spPr>
          <a:xfrm>
            <a:off x="8821299" y="4185714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5B244D-009A-48C4-B22D-66665F70230C}"/>
              </a:ext>
            </a:extLst>
          </p:cNvPr>
          <p:cNvCxnSpPr>
            <a:endCxn id="14" idx="1"/>
          </p:cNvCxnSpPr>
          <p:nvPr/>
        </p:nvCxnSpPr>
        <p:spPr>
          <a:xfrm flipV="1">
            <a:off x="2466006" y="953406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7745FAC-E6C7-423D-AD26-6C32D80D835D}"/>
              </a:ext>
            </a:extLst>
          </p:cNvPr>
          <p:cNvSpPr txBox="1"/>
          <p:nvPr/>
        </p:nvSpPr>
        <p:spPr>
          <a:xfrm>
            <a:off x="2374268" y="588233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2FA2DE-DF12-46DC-A51A-11611121FB67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3309861" y="990999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EB20DA-A5FC-4128-A637-89F466066AC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3070196" y="1229208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53782D-31D8-4132-89DD-805BE037FDF2}"/>
              </a:ext>
            </a:extLst>
          </p:cNvPr>
          <p:cNvCxnSpPr>
            <a:cxnSpLocks/>
          </p:cNvCxnSpPr>
          <p:nvPr/>
        </p:nvCxnSpPr>
        <p:spPr>
          <a:xfrm>
            <a:off x="4697220" y="4641442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2A18B-4220-4A23-A69D-97CFB7EF9231}"/>
              </a:ext>
            </a:extLst>
          </p:cNvPr>
          <p:cNvCxnSpPr>
            <a:cxnSpLocks/>
          </p:cNvCxnSpPr>
          <p:nvPr/>
        </p:nvCxnSpPr>
        <p:spPr>
          <a:xfrm>
            <a:off x="7113722" y="4649560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7BC901-0376-52CB-E30C-37BEED73C554}"/>
              </a:ext>
            </a:extLst>
          </p:cNvPr>
          <p:cNvCxnSpPr>
            <a:cxnSpLocks/>
          </p:cNvCxnSpPr>
          <p:nvPr/>
        </p:nvCxnSpPr>
        <p:spPr>
          <a:xfrm flipV="1">
            <a:off x="6380117" y="953405"/>
            <a:ext cx="0" cy="4347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C5F31AE-69B2-B5E0-370F-8C6110DB4E26}"/>
              </a:ext>
            </a:extLst>
          </p:cNvPr>
          <p:cNvCxnSpPr>
            <a:cxnSpLocks/>
          </p:cNvCxnSpPr>
          <p:nvPr/>
        </p:nvCxnSpPr>
        <p:spPr>
          <a:xfrm flipV="1">
            <a:off x="6279088" y="1431280"/>
            <a:ext cx="0" cy="43394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EED61C8-D747-2DB7-5624-31D4FC4FD2EB}"/>
              </a:ext>
            </a:extLst>
          </p:cNvPr>
          <p:cNvCxnSpPr>
            <a:cxnSpLocks/>
          </p:cNvCxnSpPr>
          <p:nvPr/>
        </p:nvCxnSpPr>
        <p:spPr>
          <a:xfrm flipV="1">
            <a:off x="6198742" y="1909154"/>
            <a:ext cx="0" cy="43394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31F7BC-F156-5039-83F2-8005A4FE4C54}"/>
              </a:ext>
            </a:extLst>
          </p:cNvPr>
          <p:cNvCxnSpPr>
            <a:stCxn id="16" idx="3"/>
          </p:cNvCxnSpPr>
          <p:nvPr/>
        </p:nvCxnSpPr>
        <p:spPr>
          <a:xfrm>
            <a:off x="5590084" y="1909154"/>
            <a:ext cx="6071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8D66358-2E12-8F77-A9A4-2803B0490D08}"/>
              </a:ext>
            </a:extLst>
          </p:cNvPr>
          <p:cNvCxnSpPr>
            <a:stCxn id="15" idx="3"/>
          </p:cNvCxnSpPr>
          <p:nvPr/>
        </p:nvCxnSpPr>
        <p:spPr>
          <a:xfrm>
            <a:off x="5590084" y="1431280"/>
            <a:ext cx="6890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7A6F2E7-F542-E612-4242-30C4D4C0FEAE}"/>
              </a:ext>
            </a:extLst>
          </p:cNvPr>
          <p:cNvCxnSpPr>
            <a:stCxn id="14" idx="3"/>
          </p:cNvCxnSpPr>
          <p:nvPr/>
        </p:nvCxnSpPr>
        <p:spPr>
          <a:xfrm flipV="1">
            <a:off x="5590084" y="953405"/>
            <a:ext cx="79003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30C24DF-A1D2-BE09-FD03-9F2429E0E8C4}"/>
              </a:ext>
            </a:extLst>
          </p:cNvPr>
          <p:cNvCxnSpPr>
            <a:cxnSpLocks/>
          </p:cNvCxnSpPr>
          <p:nvPr/>
        </p:nvCxnSpPr>
        <p:spPr>
          <a:xfrm>
            <a:off x="8092973" y="4402505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6459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7ADB9-4671-48D6-9DAE-AE01E99D6208}"/>
              </a:ext>
            </a:extLst>
          </p:cNvPr>
          <p:cNvSpPr txBox="1"/>
          <p:nvPr/>
        </p:nvSpPr>
        <p:spPr>
          <a:xfrm>
            <a:off x="3750144" y="3085077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7E7F6-0DB7-4DB8-A782-DF3082E4A9B8}"/>
              </a:ext>
            </a:extLst>
          </p:cNvPr>
          <p:cNvSpPr txBox="1"/>
          <p:nvPr/>
        </p:nvSpPr>
        <p:spPr>
          <a:xfrm>
            <a:off x="3750144" y="3562951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57FF1-6B11-492F-B4C3-DB90CA1BCFE8}"/>
              </a:ext>
            </a:extLst>
          </p:cNvPr>
          <p:cNvSpPr txBox="1"/>
          <p:nvPr/>
        </p:nvSpPr>
        <p:spPr>
          <a:xfrm>
            <a:off x="3750144" y="4040825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9D58-3E44-432B-A16F-E1761FAECF3B}"/>
              </a:ext>
            </a:extLst>
          </p:cNvPr>
          <p:cNvSpPr txBox="1"/>
          <p:nvPr/>
        </p:nvSpPr>
        <p:spPr>
          <a:xfrm>
            <a:off x="6653985" y="3085077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986E5-432D-476D-93E6-C0F56901E046}"/>
              </a:ext>
            </a:extLst>
          </p:cNvPr>
          <p:cNvSpPr txBox="1"/>
          <p:nvPr/>
        </p:nvSpPr>
        <p:spPr>
          <a:xfrm>
            <a:off x="6653984" y="356295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6A67-17B3-4DE1-84F9-559C6DDDA197}"/>
              </a:ext>
            </a:extLst>
          </p:cNvPr>
          <p:cNvSpPr txBox="1"/>
          <p:nvPr/>
        </p:nvSpPr>
        <p:spPr>
          <a:xfrm>
            <a:off x="6653983" y="404082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AE20-7511-406A-A9EA-F8EAD4ADEBEF}"/>
              </a:ext>
            </a:extLst>
          </p:cNvPr>
          <p:cNvSpPr txBox="1"/>
          <p:nvPr/>
        </p:nvSpPr>
        <p:spPr>
          <a:xfrm>
            <a:off x="3750142" y="5016851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4B04-7F17-4FD9-9058-CEFFFB85EB10}"/>
              </a:ext>
            </a:extLst>
          </p:cNvPr>
          <p:cNvSpPr txBox="1"/>
          <p:nvPr/>
        </p:nvSpPr>
        <p:spPr>
          <a:xfrm>
            <a:off x="3750142" y="5494725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3DDAD-0F73-4A06-B274-75C39E4C8945}"/>
              </a:ext>
            </a:extLst>
          </p:cNvPr>
          <p:cNvSpPr txBox="1"/>
          <p:nvPr/>
        </p:nvSpPr>
        <p:spPr>
          <a:xfrm>
            <a:off x="3750142" y="5972599"/>
            <a:ext cx="1839942" cy="477874"/>
          </a:xfrm>
          <a:prstGeom prst="rect">
            <a:avLst/>
          </a:prstGeom>
          <a:solidFill>
            <a:srgbClr val="FF000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880CF-FE4C-4965-8890-06D6B323E4A1}"/>
              </a:ext>
            </a:extLst>
          </p:cNvPr>
          <p:cNvSpPr txBox="1"/>
          <p:nvPr/>
        </p:nvSpPr>
        <p:spPr>
          <a:xfrm>
            <a:off x="6653983" y="501685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F3914-3481-4587-86BB-C559B7C0DD2F}"/>
              </a:ext>
            </a:extLst>
          </p:cNvPr>
          <p:cNvSpPr txBox="1"/>
          <p:nvPr/>
        </p:nvSpPr>
        <p:spPr>
          <a:xfrm>
            <a:off x="6653982" y="549472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8A5A9-D108-4F06-A1E2-0A9DC708B723}"/>
              </a:ext>
            </a:extLst>
          </p:cNvPr>
          <p:cNvSpPr txBox="1"/>
          <p:nvPr/>
        </p:nvSpPr>
        <p:spPr>
          <a:xfrm>
            <a:off x="6653981" y="597259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7774-788A-4298-97FE-F5A190A9DFDA}"/>
              </a:ext>
            </a:extLst>
          </p:cNvPr>
          <p:cNvSpPr txBox="1"/>
          <p:nvPr/>
        </p:nvSpPr>
        <p:spPr>
          <a:xfrm>
            <a:off x="3750142" y="714469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8D886-E768-40D9-8E7C-D5795BE78A07}"/>
              </a:ext>
            </a:extLst>
          </p:cNvPr>
          <p:cNvSpPr txBox="1"/>
          <p:nvPr/>
        </p:nvSpPr>
        <p:spPr>
          <a:xfrm>
            <a:off x="3750142" y="1192343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A820C-0A32-4542-8573-121458B748B7}"/>
              </a:ext>
            </a:extLst>
          </p:cNvPr>
          <p:cNvSpPr txBox="1"/>
          <p:nvPr/>
        </p:nvSpPr>
        <p:spPr>
          <a:xfrm>
            <a:off x="3750142" y="1670217"/>
            <a:ext cx="1839942" cy="477874"/>
          </a:xfrm>
          <a:prstGeom prst="rect">
            <a:avLst/>
          </a:prstGeom>
          <a:solidFill>
            <a:srgbClr val="00B050">
              <a:alpha val="50196"/>
            </a:srgbClr>
          </a:solidFill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411744-2B7F-4E14-8DE1-3AC7715DCF1C}"/>
              </a:ext>
            </a:extLst>
          </p:cNvPr>
          <p:cNvCxnSpPr/>
          <p:nvPr/>
        </p:nvCxnSpPr>
        <p:spPr>
          <a:xfrm>
            <a:off x="5590084" y="3274588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B3F647-5426-46C9-A19D-53545DF7F8F5}"/>
              </a:ext>
            </a:extLst>
          </p:cNvPr>
          <p:cNvCxnSpPr>
            <a:cxnSpLocks/>
          </p:cNvCxnSpPr>
          <p:nvPr/>
        </p:nvCxnSpPr>
        <p:spPr>
          <a:xfrm>
            <a:off x="5590084" y="3744224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8F7F48-CC25-47BA-AD20-02ADA2967AF1}"/>
              </a:ext>
            </a:extLst>
          </p:cNvPr>
          <p:cNvCxnSpPr>
            <a:cxnSpLocks/>
          </p:cNvCxnSpPr>
          <p:nvPr/>
        </p:nvCxnSpPr>
        <p:spPr>
          <a:xfrm>
            <a:off x="5590084" y="4222098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066BB2-86A8-42D5-8712-82D1C5AE89E2}"/>
              </a:ext>
            </a:extLst>
          </p:cNvPr>
          <p:cNvCxnSpPr/>
          <p:nvPr/>
        </p:nvCxnSpPr>
        <p:spPr>
          <a:xfrm>
            <a:off x="5590084" y="5140459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F4C83C-1DF4-4187-A9F4-EEA2CD47E7E5}"/>
              </a:ext>
            </a:extLst>
          </p:cNvPr>
          <p:cNvCxnSpPr>
            <a:cxnSpLocks/>
          </p:cNvCxnSpPr>
          <p:nvPr/>
        </p:nvCxnSpPr>
        <p:spPr>
          <a:xfrm>
            <a:off x="5590084" y="5626571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98129-F613-4C3E-BA47-818A00F3B586}"/>
              </a:ext>
            </a:extLst>
          </p:cNvPr>
          <p:cNvCxnSpPr>
            <a:cxnSpLocks/>
          </p:cNvCxnSpPr>
          <p:nvPr/>
        </p:nvCxnSpPr>
        <p:spPr>
          <a:xfrm>
            <a:off x="5590084" y="6112683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apezoid 30">
            <a:extLst>
              <a:ext uri="{FF2B5EF4-FFF2-40B4-BE49-F238E27FC236}">
                <a16:creationId xmlns:a16="http://schemas.microsoft.com/office/drawing/2014/main" id="{0F58A9B4-D7F0-4051-B769-47F8D76D31C5}"/>
              </a:ext>
            </a:extLst>
          </p:cNvPr>
          <p:cNvSpPr/>
          <p:nvPr/>
        </p:nvSpPr>
        <p:spPr>
          <a:xfrm rot="5400000">
            <a:off x="5254293" y="1259154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B3796F-B2F1-4FA0-AF30-E8007241020D}"/>
              </a:ext>
            </a:extLst>
          </p:cNvPr>
          <p:cNvCxnSpPr>
            <a:cxnSpLocks/>
          </p:cNvCxnSpPr>
          <p:nvPr/>
        </p:nvCxnSpPr>
        <p:spPr>
          <a:xfrm>
            <a:off x="5590080" y="957565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31C3B02-BCA5-48ED-BB72-E9076C3BA424}"/>
              </a:ext>
            </a:extLst>
          </p:cNvPr>
          <p:cNvCxnSpPr>
            <a:cxnSpLocks/>
          </p:cNvCxnSpPr>
          <p:nvPr/>
        </p:nvCxnSpPr>
        <p:spPr>
          <a:xfrm>
            <a:off x="5590080" y="1398289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E2EBD5-5726-414B-A152-D7462A5665D1}"/>
              </a:ext>
            </a:extLst>
          </p:cNvPr>
          <p:cNvCxnSpPr>
            <a:cxnSpLocks/>
          </p:cNvCxnSpPr>
          <p:nvPr/>
        </p:nvCxnSpPr>
        <p:spPr>
          <a:xfrm>
            <a:off x="5590080" y="1871965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6ED90B-FE8D-4DDB-B5BF-31E0BBC3E26E}"/>
              </a:ext>
            </a:extLst>
          </p:cNvPr>
          <p:cNvCxnSpPr/>
          <p:nvPr/>
        </p:nvCxnSpPr>
        <p:spPr>
          <a:xfrm>
            <a:off x="6255606" y="3435246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4054C-4736-4805-94ED-67B4443A4EA5}"/>
              </a:ext>
            </a:extLst>
          </p:cNvPr>
          <p:cNvCxnSpPr>
            <a:cxnSpLocks/>
          </p:cNvCxnSpPr>
          <p:nvPr/>
        </p:nvCxnSpPr>
        <p:spPr>
          <a:xfrm>
            <a:off x="6255606" y="3896644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D57E09-E336-41BB-9498-B3BF2A1C2268}"/>
              </a:ext>
            </a:extLst>
          </p:cNvPr>
          <p:cNvCxnSpPr>
            <a:cxnSpLocks/>
          </p:cNvCxnSpPr>
          <p:nvPr/>
        </p:nvCxnSpPr>
        <p:spPr>
          <a:xfrm>
            <a:off x="6255606" y="4374518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3D56C9-5F35-413C-BA26-C90EA7271616}"/>
              </a:ext>
            </a:extLst>
          </p:cNvPr>
          <p:cNvCxnSpPr/>
          <p:nvPr/>
        </p:nvCxnSpPr>
        <p:spPr>
          <a:xfrm>
            <a:off x="6255606" y="5301117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F78C5-41EE-4780-8F53-C008EB3B055C}"/>
              </a:ext>
            </a:extLst>
          </p:cNvPr>
          <p:cNvCxnSpPr>
            <a:cxnSpLocks/>
          </p:cNvCxnSpPr>
          <p:nvPr/>
        </p:nvCxnSpPr>
        <p:spPr>
          <a:xfrm>
            <a:off x="6255606" y="5778991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575D20-50AB-454C-8B1B-6B73ECAA84E5}"/>
              </a:ext>
            </a:extLst>
          </p:cNvPr>
          <p:cNvCxnSpPr>
            <a:cxnSpLocks/>
          </p:cNvCxnSpPr>
          <p:nvPr/>
        </p:nvCxnSpPr>
        <p:spPr>
          <a:xfrm>
            <a:off x="6255606" y="6248627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F6B6054-4B41-4A26-B345-AA663673458E}"/>
              </a:ext>
            </a:extLst>
          </p:cNvPr>
          <p:cNvCxnSpPr>
            <a:cxnSpLocks/>
          </p:cNvCxnSpPr>
          <p:nvPr/>
        </p:nvCxnSpPr>
        <p:spPr>
          <a:xfrm flipH="1">
            <a:off x="6143231" y="1431280"/>
            <a:ext cx="10805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EA0BEC-7238-4456-98AC-351BA8DCF7FE}"/>
              </a:ext>
            </a:extLst>
          </p:cNvPr>
          <p:cNvSpPr txBox="1"/>
          <p:nvPr/>
        </p:nvSpPr>
        <p:spPr>
          <a:xfrm>
            <a:off x="4096141" y="327857"/>
            <a:ext cx="1287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buffer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181E5B-DCF5-4212-808E-DEF956BED99D}"/>
              </a:ext>
            </a:extLst>
          </p:cNvPr>
          <p:cNvSpPr txBox="1"/>
          <p:nvPr/>
        </p:nvSpPr>
        <p:spPr>
          <a:xfrm>
            <a:off x="4212616" y="2703865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F276726-634D-4280-AFF3-E2F885F4F871}"/>
              </a:ext>
            </a:extLst>
          </p:cNvPr>
          <p:cNvCxnSpPr>
            <a:stCxn id="7" idx="3"/>
          </p:cNvCxnSpPr>
          <p:nvPr/>
        </p:nvCxnSpPr>
        <p:spPr>
          <a:xfrm>
            <a:off x="7573466" y="4279762"/>
            <a:ext cx="717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F08733A-4F51-4EE2-B27E-A17D8599613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573464" y="4777914"/>
            <a:ext cx="717561" cy="14336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rapezoid 63">
            <a:extLst>
              <a:ext uri="{FF2B5EF4-FFF2-40B4-BE49-F238E27FC236}">
                <a16:creationId xmlns:a16="http://schemas.microsoft.com/office/drawing/2014/main" id="{97FD3F33-B4FE-4AE4-B09C-40D39F5285FE}"/>
              </a:ext>
            </a:extLst>
          </p:cNvPr>
          <p:cNvSpPr/>
          <p:nvPr/>
        </p:nvSpPr>
        <p:spPr>
          <a:xfrm rot="5400000">
            <a:off x="7746340" y="4399837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E6BF5C-F80D-4944-AF31-1268CDC40683}"/>
              </a:ext>
            </a:extLst>
          </p:cNvPr>
          <p:cNvCxnSpPr>
            <a:cxnSpLocks/>
            <a:stCxn id="64" idx="0"/>
          </p:cNvCxnSpPr>
          <p:nvPr/>
        </p:nvCxnSpPr>
        <p:spPr>
          <a:xfrm>
            <a:off x="8635278" y="4571964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060724B-1307-47D9-9711-A6CD03F05F13}"/>
              </a:ext>
            </a:extLst>
          </p:cNvPr>
          <p:cNvSpPr txBox="1"/>
          <p:nvPr/>
        </p:nvSpPr>
        <p:spPr>
          <a:xfrm>
            <a:off x="8821299" y="4185714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5B244D-009A-48C4-B22D-66665F70230C}"/>
              </a:ext>
            </a:extLst>
          </p:cNvPr>
          <p:cNvCxnSpPr>
            <a:endCxn id="14" idx="1"/>
          </p:cNvCxnSpPr>
          <p:nvPr/>
        </p:nvCxnSpPr>
        <p:spPr>
          <a:xfrm flipV="1">
            <a:off x="2466006" y="953406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7745FAC-E6C7-423D-AD26-6C32D80D835D}"/>
              </a:ext>
            </a:extLst>
          </p:cNvPr>
          <p:cNvSpPr txBox="1"/>
          <p:nvPr/>
        </p:nvSpPr>
        <p:spPr>
          <a:xfrm>
            <a:off x="2374268" y="588233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2FA2DE-DF12-46DC-A51A-11611121FB67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3309861" y="990999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EB20DA-A5FC-4128-A637-89F466066AC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3070196" y="1229208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53782D-31D8-4132-89DD-805BE037FDF2}"/>
              </a:ext>
            </a:extLst>
          </p:cNvPr>
          <p:cNvCxnSpPr>
            <a:cxnSpLocks/>
          </p:cNvCxnSpPr>
          <p:nvPr/>
        </p:nvCxnSpPr>
        <p:spPr>
          <a:xfrm>
            <a:off x="4697220" y="4641442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2A18B-4220-4A23-A69D-97CFB7EF9231}"/>
              </a:ext>
            </a:extLst>
          </p:cNvPr>
          <p:cNvCxnSpPr>
            <a:cxnSpLocks/>
          </p:cNvCxnSpPr>
          <p:nvPr/>
        </p:nvCxnSpPr>
        <p:spPr>
          <a:xfrm>
            <a:off x="7113722" y="4649560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7BC901-0376-52CB-E30C-37BEED73C554}"/>
              </a:ext>
            </a:extLst>
          </p:cNvPr>
          <p:cNvCxnSpPr>
            <a:cxnSpLocks/>
          </p:cNvCxnSpPr>
          <p:nvPr/>
        </p:nvCxnSpPr>
        <p:spPr>
          <a:xfrm flipV="1">
            <a:off x="6251289" y="1431280"/>
            <a:ext cx="0" cy="48173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1474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B252863-7C31-4F11-9378-0EF94AA521E8}"/>
              </a:ext>
            </a:extLst>
          </p:cNvPr>
          <p:cNvGrpSpPr/>
          <p:nvPr/>
        </p:nvGrpSpPr>
        <p:grpSpPr>
          <a:xfrm>
            <a:off x="1032083" y="36723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D209B5-94B3-4933-B45E-7F556D7ED04E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598B94-D066-43C7-9CF9-3D13F118ED3F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BBA570-B841-4A69-99A9-D1D1FFD61436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3160C5-A6E6-4271-9C9A-E0B5D16CFF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FB31AD-199C-46A9-898E-A0D3FFBA8CE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63E487-E0AD-4E21-98B2-06F4E0C03EED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DE3135-A429-4666-B07C-E14B69B635B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888CCF-9C5E-4AAA-87D2-A934890121A5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376E0E-798D-4359-A9B1-C078581A402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0F4F81-57EB-490A-936B-56FDD0522722}"/>
              </a:ext>
            </a:extLst>
          </p:cNvPr>
          <p:cNvGrpSpPr/>
          <p:nvPr/>
        </p:nvGrpSpPr>
        <p:grpSpPr>
          <a:xfrm>
            <a:off x="879683" y="35199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2CA6CB-16BD-4590-90F0-1FD5D137AECA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474B89C-8432-4077-9F33-2EEE712C4322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B846BC-A1C2-4265-BB65-BC923045A68E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D22E0C-4757-4FA9-95A1-4BE234EFDF1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AD34D2-BE36-41FC-92F7-AC942CCE7129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BB4E48-DE05-4E11-A7FB-1E1CF464D6E4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4859F3-D08F-4711-A557-132F3F6EC492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5E55E-1358-457C-91CF-930EB1651F0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1C0BF4-6E7D-4A23-93F9-8D56B034FE85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9F2901-B2F6-4130-9B7B-1D49D60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dot product using FPGA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943C8-38E3-41CE-994C-6A05DA33D725}"/>
              </a:ext>
            </a:extLst>
          </p:cNvPr>
          <p:cNvSpPr txBox="1"/>
          <p:nvPr/>
        </p:nvSpPr>
        <p:spPr>
          <a:xfrm>
            <a:off x="622451" y="2660168"/>
            <a:ext cx="151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patch</a:t>
            </a:r>
          </a:p>
          <a:p>
            <a:r>
              <a:rPr lang="en-US" dirty="0"/>
              <a:t>[3,3,ichan]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676BB6-57A4-48D5-96D8-D96B58EFD81C}"/>
              </a:ext>
            </a:extLst>
          </p:cNvPr>
          <p:cNvGrpSpPr/>
          <p:nvPr/>
        </p:nvGrpSpPr>
        <p:grpSpPr>
          <a:xfrm>
            <a:off x="727283" y="336755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3D16E6-F938-4077-BC43-19C5549070D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364DB3-E4DE-4537-BB5E-00E44EEAA048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29DB9-B503-46A2-83A5-426E58FEA9D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B5FC1-7493-4577-A67E-29BE31A90378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E9A126-1DB4-46E9-8566-9DEDBA925AE8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0D88B-797F-4A3A-957F-F73960D2E51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E1A370-689E-4A29-AE7B-297D4CFC4893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B7EE32-5DCE-4471-8B67-6DF66A8B0B26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DAB7DD-6E56-4CAE-9995-3F7DF828089C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B72BC64-3870-4210-BBA2-AF5CD9A7177B}"/>
              </a:ext>
            </a:extLst>
          </p:cNvPr>
          <p:cNvGrpSpPr/>
          <p:nvPr/>
        </p:nvGrpSpPr>
        <p:grpSpPr>
          <a:xfrm>
            <a:off x="3220624" y="28306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9423D0-4C18-457F-A0CD-6118CF7E7EA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3DFCD8-D4C1-4E4F-899F-C9A618512D99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A8EE49-E6BD-4918-BD92-4F5AE1B61A7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6974BF-8F91-4349-A0C0-5216C26D0A1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09167AD-E405-405E-9D28-2F60AD9773C7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0D9C83-72FA-4237-8658-437E11E8A955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BB8620-1237-4412-B8AD-540C1A6A44AB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BA50A7-C390-48E0-B2B1-DF9167BF9A83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8AD0D0A-80E7-4BA8-861F-F31C6D6F6887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549CEA-CD72-40FF-B7C9-3BA2112B3AFA}"/>
              </a:ext>
            </a:extLst>
          </p:cNvPr>
          <p:cNvGrpSpPr/>
          <p:nvPr/>
        </p:nvGrpSpPr>
        <p:grpSpPr>
          <a:xfrm>
            <a:off x="3068224" y="26782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9452844-73DF-4E09-8C1B-FEF29CC26F2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16282C0-7697-4F48-AC68-07EED099C87A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8E6B84-C389-4215-8456-E436B1F9D55A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F9D5EC-1C09-415A-9FAC-F9F0F7CB3D54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463C63-9B87-4ACA-84D9-4764861B9756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0253723-5EB8-4749-AF13-539E13FC3830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6AAEAED-3B55-4712-860F-D4BAD9D5295C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A1C4FA-0D36-4EBD-AFC9-DEFC0D0FD53F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ABE8FD-6F91-41D8-BA4D-E7F10CA9902D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3EF08BB-2FAB-4410-91DF-4224E4436768}"/>
              </a:ext>
            </a:extLst>
          </p:cNvPr>
          <p:cNvGrpSpPr/>
          <p:nvPr/>
        </p:nvGrpSpPr>
        <p:grpSpPr>
          <a:xfrm>
            <a:off x="2915824" y="2525862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955B484-CB99-4A09-A637-0CCEF997094D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0E79F2-6325-4950-A6CB-920DFD06D5A3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3650E8B-9FB6-4773-9536-E0B9E8147AEC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0416219-95E8-44E7-9BF3-A974C1DCA1C9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C4BA2B7-0515-4269-9236-55152D1512F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B1A1BBB-5016-403F-955D-DA3E077D02D1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4E7B37-82A8-4891-AD1F-345642862218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E7FD66-0EC7-4EBF-A3FB-FABCE69C9C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98A5D6-8CB3-4ECB-8BB1-3D0BC9C0BFA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544FFE7-1BCD-4645-A587-7E844A3D2735}"/>
              </a:ext>
            </a:extLst>
          </p:cNvPr>
          <p:cNvSpPr txBox="1"/>
          <p:nvPr/>
        </p:nvSpPr>
        <p:spPr>
          <a:xfrm>
            <a:off x="2813157" y="1865430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  <a:p>
            <a:r>
              <a:rPr lang="en-US" dirty="0"/>
              <a:t>[ochan,3,3,ichan]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8638E8-F6FA-4742-965A-08A3008D039A}"/>
              </a:ext>
            </a:extLst>
          </p:cNvPr>
          <p:cNvGrpSpPr/>
          <p:nvPr/>
        </p:nvGrpSpPr>
        <p:grpSpPr>
          <a:xfrm>
            <a:off x="3222756" y="43352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0AE3CCE-79BD-4D58-B0E5-9D782FF1FF40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7EE5ED7-EA6F-4FF8-B2B3-8DC49521458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BB48594-9B79-442A-AB8C-E947C7B1BA89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37C3FD5-EDDF-4B8B-B88C-4314E21FC5D1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512A61-0DDF-476B-BFA9-50E50FEE8360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70D0A78-007C-44B4-BED3-0506FEDAF40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F9C26B9-D382-4D87-A218-CBCC087C7C36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57312D8-2B8B-4DEF-A96B-F64F78CE046A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1C40D6C-C8DE-4A5C-88CE-71E9056688F1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A7A438-6021-48C9-880B-8C162CEFBCE9}"/>
              </a:ext>
            </a:extLst>
          </p:cNvPr>
          <p:cNvGrpSpPr/>
          <p:nvPr/>
        </p:nvGrpSpPr>
        <p:grpSpPr>
          <a:xfrm>
            <a:off x="3070356" y="41828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565F0A2-7B6F-440B-A3B1-8FC6484A1BF2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638FBC7-CBDC-42CE-A443-B315B4ECB2D7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0E1408B-B02D-4F8D-9EE9-94E8E3F117B1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37419F-A743-48F9-9384-AF6A5507962A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92B3E0C-07E8-4A66-B883-4CF9BFB0FDBB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06ED5B6-9A1E-4C04-9AD2-EDA15C57DCE9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6F24DE-9090-428D-B3D5-BB6AA02A4491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158B646-363D-4DD4-B655-241618739C34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850B23D-B58F-49A3-B1A2-B8FDB805D47A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5328531-6E23-4B8D-BB01-57AF17673520}"/>
              </a:ext>
            </a:extLst>
          </p:cNvPr>
          <p:cNvGrpSpPr/>
          <p:nvPr/>
        </p:nvGrpSpPr>
        <p:grpSpPr>
          <a:xfrm>
            <a:off x="2917956" y="4030408"/>
            <a:ext cx="927197" cy="927195"/>
            <a:chOff x="2983322" y="2916054"/>
            <a:chExt cx="503853" cy="503852"/>
          </a:xfrm>
          <a:solidFill>
            <a:schemeClr val="bg1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131E4B6-BA9C-4643-B754-8233AC82C539}"/>
                </a:ext>
              </a:extLst>
            </p:cNvPr>
            <p:cNvSpPr/>
            <p:nvPr/>
          </p:nvSpPr>
          <p:spPr>
            <a:xfrm>
              <a:off x="2983322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D5CC4C8-9854-4557-801C-E9FD288FA1D0}"/>
                </a:ext>
              </a:extLst>
            </p:cNvPr>
            <p:cNvSpPr/>
            <p:nvPr/>
          </p:nvSpPr>
          <p:spPr>
            <a:xfrm>
              <a:off x="3151273" y="29160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1FB2FAE-5CFB-4984-92E6-108B14728792}"/>
                </a:ext>
              </a:extLst>
            </p:cNvPr>
            <p:cNvSpPr/>
            <p:nvPr/>
          </p:nvSpPr>
          <p:spPr>
            <a:xfrm>
              <a:off x="3319224" y="29160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51381E-9C6C-4A93-A1D1-C5219FA00A55}"/>
                </a:ext>
              </a:extLst>
            </p:cNvPr>
            <p:cNvSpPr/>
            <p:nvPr/>
          </p:nvSpPr>
          <p:spPr>
            <a:xfrm>
              <a:off x="2983322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51BC145-CA28-4915-A2F6-AA94961D229E}"/>
                </a:ext>
              </a:extLst>
            </p:cNvPr>
            <p:cNvSpPr/>
            <p:nvPr/>
          </p:nvSpPr>
          <p:spPr>
            <a:xfrm>
              <a:off x="3151273" y="3084006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80F588C-905F-4E8E-8E25-27EBFE296C88}"/>
                </a:ext>
              </a:extLst>
            </p:cNvPr>
            <p:cNvSpPr/>
            <p:nvPr/>
          </p:nvSpPr>
          <p:spPr>
            <a:xfrm>
              <a:off x="3319224" y="308400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FFD4B2E-9ABE-4696-9A1F-C658E429B7BD}"/>
                </a:ext>
              </a:extLst>
            </p:cNvPr>
            <p:cNvSpPr/>
            <p:nvPr/>
          </p:nvSpPr>
          <p:spPr>
            <a:xfrm>
              <a:off x="2983322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60A8F4A-813B-4E39-AC74-3827216F1C27}"/>
                </a:ext>
              </a:extLst>
            </p:cNvPr>
            <p:cNvSpPr/>
            <p:nvPr/>
          </p:nvSpPr>
          <p:spPr>
            <a:xfrm>
              <a:off x="3151273" y="3251955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62964D3-2C34-4204-BA13-47F980064A16}"/>
                </a:ext>
              </a:extLst>
            </p:cNvPr>
            <p:cNvSpPr/>
            <p:nvPr/>
          </p:nvSpPr>
          <p:spPr>
            <a:xfrm>
              <a:off x="3319224" y="3251954"/>
              <a:ext cx="167951" cy="16795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4AC6642-806D-4940-A0D5-423E3056E40F}"/>
              </a:ext>
            </a:extLst>
          </p:cNvPr>
          <p:cNvCxnSpPr>
            <a:cxnSpLocks/>
          </p:cNvCxnSpPr>
          <p:nvPr/>
        </p:nvCxnSpPr>
        <p:spPr>
          <a:xfrm flipV="1">
            <a:off x="2134077" y="3089109"/>
            <a:ext cx="664773" cy="583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1F208E9-9DDD-489F-9258-AED7B7813A54}"/>
              </a:ext>
            </a:extLst>
          </p:cNvPr>
          <p:cNvCxnSpPr>
            <a:cxnSpLocks/>
          </p:cNvCxnSpPr>
          <p:nvPr/>
        </p:nvCxnSpPr>
        <p:spPr>
          <a:xfrm>
            <a:off x="2097984" y="4408877"/>
            <a:ext cx="637274" cy="11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DB612FA-45C8-47FB-9F2F-F7C80EA0CA24}"/>
              </a:ext>
            </a:extLst>
          </p:cNvPr>
          <p:cNvCxnSpPr>
            <a:cxnSpLocks/>
          </p:cNvCxnSpPr>
          <p:nvPr/>
        </p:nvCxnSpPr>
        <p:spPr>
          <a:xfrm>
            <a:off x="4233286" y="3559640"/>
            <a:ext cx="619789" cy="281317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3B1BC4B-025E-4169-AB78-6484C8A3BD02}"/>
              </a:ext>
            </a:extLst>
          </p:cNvPr>
          <p:cNvSpPr/>
          <p:nvPr/>
        </p:nvSpPr>
        <p:spPr>
          <a:xfrm>
            <a:off x="5261245" y="41268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75D6472-F0EA-428F-A88C-2F34C6D87736}"/>
              </a:ext>
            </a:extLst>
          </p:cNvPr>
          <p:cNvSpPr/>
          <p:nvPr/>
        </p:nvSpPr>
        <p:spPr>
          <a:xfrm>
            <a:off x="5108845" y="3974450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6650F8F-BA1F-4897-92EB-3F088B6F73F5}"/>
              </a:ext>
            </a:extLst>
          </p:cNvPr>
          <p:cNvSpPr/>
          <p:nvPr/>
        </p:nvSpPr>
        <p:spPr>
          <a:xfrm>
            <a:off x="4952180" y="3817789"/>
            <a:ext cx="309066" cy="3090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CD2028-283B-493A-8017-4E0F979DDE95}"/>
              </a:ext>
            </a:extLst>
          </p:cNvPr>
          <p:cNvSpPr txBox="1"/>
          <p:nvPr/>
        </p:nvSpPr>
        <p:spPr>
          <a:xfrm>
            <a:off x="4619629" y="2987261"/>
            <a:ext cx="150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vector</a:t>
            </a:r>
          </a:p>
          <a:p>
            <a:r>
              <a:rPr lang="en-US" dirty="0"/>
              <a:t>[1,1,ochan]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946FC0F-CD0C-481E-BCB5-956F43346580}"/>
              </a:ext>
            </a:extLst>
          </p:cNvPr>
          <p:cNvCxnSpPr>
            <a:cxnSpLocks/>
          </p:cNvCxnSpPr>
          <p:nvPr/>
        </p:nvCxnSpPr>
        <p:spPr>
          <a:xfrm flipV="1">
            <a:off x="4249362" y="4299006"/>
            <a:ext cx="661303" cy="25019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42445D5-8BA2-4E87-88A0-290ACA78C60D}"/>
              </a:ext>
            </a:extLst>
          </p:cNvPr>
          <p:cNvCxnSpPr>
            <a:cxnSpLocks/>
          </p:cNvCxnSpPr>
          <p:nvPr/>
        </p:nvCxnSpPr>
        <p:spPr>
          <a:xfrm>
            <a:off x="3655351" y="5487250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AFCB326-5655-49E7-BE62-8EAE582D55AD}"/>
              </a:ext>
            </a:extLst>
          </p:cNvPr>
          <p:cNvCxnSpPr>
            <a:cxnSpLocks/>
          </p:cNvCxnSpPr>
          <p:nvPr/>
        </p:nvCxnSpPr>
        <p:spPr>
          <a:xfrm>
            <a:off x="5657053" y="4531172"/>
            <a:ext cx="209417" cy="164552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29E8183-6596-4528-9BF3-55943B7077EA}"/>
              </a:ext>
            </a:extLst>
          </p:cNvPr>
          <p:cNvCxnSpPr>
            <a:cxnSpLocks/>
            <a:stCxn id="166" idx="0"/>
          </p:cNvCxnSpPr>
          <p:nvPr/>
        </p:nvCxnSpPr>
        <p:spPr>
          <a:xfrm flipH="1" flipV="1">
            <a:off x="1562392" y="4800936"/>
            <a:ext cx="302320" cy="45001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31E44FF-09EA-4DEE-8DFD-AFDA48C07B01}"/>
              </a:ext>
            </a:extLst>
          </p:cNvPr>
          <p:cNvCxnSpPr>
            <a:cxnSpLocks/>
            <a:stCxn id="166" idx="0"/>
          </p:cNvCxnSpPr>
          <p:nvPr/>
        </p:nvCxnSpPr>
        <p:spPr>
          <a:xfrm flipV="1">
            <a:off x="1864712" y="4961862"/>
            <a:ext cx="907939" cy="2890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76856C98-913B-40B3-920C-07B1AC81D952}"/>
              </a:ext>
            </a:extLst>
          </p:cNvPr>
          <p:cNvSpPr txBox="1"/>
          <p:nvPr/>
        </p:nvSpPr>
        <p:spPr>
          <a:xfrm>
            <a:off x="1216137" y="5250951"/>
            <a:ext cx="12971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same shape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61AD3C30-0113-4E68-8C19-3FD75F0E24C6}"/>
              </a:ext>
            </a:extLst>
          </p:cNvPr>
          <p:cNvSpPr/>
          <p:nvPr/>
        </p:nvSpPr>
        <p:spPr>
          <a:xfrm>
            <a:off x="533401" y="1758422"/>
            <a:ext cx="5639648" cy="4573858"/>
          </a:xfrm>
          <a:custGeom>
            <a:avLst/>
            <a:gdLst>
              <a:gd name="connsiteX0" fmla="*/ 0 w 5639648"/>
              <a:gd name="connsiteY0" fmla="*/ 0 h 4573858"/>
              <a:gd name="connsiteX1" fmla="*/ 626628 w 5639648"/>
              <a:gd name="connsiteY1" fmla="*/ 0 h 4573858"/>
              <a:gd name="connsiteX2" fmla="*/ 1140462 w 5639648"/>
              <a:gd name="connsiteY2" fmla="*/ 0 h 4573858"/>
              <a:gd name="connsiteX3" fmla="*/ 1710693 w 5639648"/>
              <a:gd name="connsiteY3" fmla="*/ 0 h 4573858"/>
              <a:gd name="connsiteX4" fmla="*/ 2393717 w 5639648"/>
              <a:gd name="connsiteY4" fmla="*/ 0 h 4573858"/>
              <a:gd name="connsiteX5" fmla="*/ 3076741 w 5639648"/>
              <a:gd name="connsiteY5" fmla="*/ 0 h 4573858"/>
              <a:gd name="connsiteX6" fmla="*/ 3590576 w 5639648"/>
              <a:gd name="connsiteY6" fmla="*/ 0 h 4573858"/>
              <a:gd name="connsiteX7" fmla="*/ 4160807 w 5639648"/>
              <a:gd name="connsiteY7" fmla="*/ 0 h 4573858"/>
              <a:gd name="connsiteX8" fmla="*/ 4843831 w 5639648"/>
              <a:gd name="connsiteY8" fmla="*/ 0 h 4573858"/>
              <a:gd name="connsiteX9" fmla="*/ 5639648 w 5639648"/>
              <a:gd name="connsiteY9" fmla="*/ 0 h 4573858"/>
              <a:gd name="connsiteX10" fmla="*/ 5639648 w 5639648"/>
              <a:gd name="connsiteY10" fmla="*/ 561931 h 4573858"/>
              <a:gd name="connsiteX11" fmla="*/ 5639648 w 5639648"/>
              <a:gd name="connsiteY11" fmla="*/ 1261078 h 4573858"/>
              <a:gd name="connsiteX12" fmla="*/ 5639648 w 5639648"/>
              <a:gd name="connsiteY12" fmla="*/ 2005963 h 4573858"/>
              <a:gd name="connsiteX13" fmla="*/ 5639648 w 5639648"/>
              <a:gd name="connsiteY13" fmla="*/ 2613633 h 4573858"/>
              <a:gd name="connsiteX14" fmla="*/ 5639648 w 5639648"/>
              <a:gd name="connsiteY14" fmla="*/ 3358519 h 4573858"/>
              <a:gd name="connsiteX15" fmla="*/ 5639648 w 5639648"/>
              <a:gd name="connsiteY15" fmla="*/ 3966188 h 4573858"/>
              <a:gd name="connsiteX16" fmla="*/ 5639648 w 5639648"/>
              <a:gd name="connsiteY16" fmla="*/ 4573858 h 4573858"/>
              <a:gd name="connsiteX17" fmla="*/ 5125813 w 5639648"/>
              <a:gd name="connsiteY17" fmla="*/ 4573858 h 4573858"/>
              <a:gd name="connsiteX18" fmla="*/ 4555582 w 5639648"/>
              <a:gd name="connsiteY18" fmla="*/ 4573858 h 4573858"/>
              <a:gd name="connsiteX19" fmla="*/ 4041748 w 5639648"/>
              <a:gd name="connsiteY19" fmla="*/ 4573858 h 4573858"/>
              <a:gd name="connsiteX20" fmla="*/ 3415120 w 5639648"/>
              <a:gd name="connsiteY20" fmla="*/ 4573858 h 4573858"/>
              <a:gd name="connsiteX21" fmla="*/ 2844889 w 5639648"/>
              <a:gd name="connsiteY21" fmla="*/ 4573858 h 4573858"/>
              <a:gd name="connsiteX22" fmla="*/ 2387451 w 5639648"/>
              <a:gd name="connsiteY22" fmla="*/ 4573858 h 4573858"/>
              <a:gd name="connsiteX23" fmla="*/ 1648030 w 5639648"/>
              <a:gd name="connsiteY23" fmla="*/ 4573858 h 4573858"/>
              <a:gd name="connsiteX24" fmla="*/ 965006 w 5639648"/>
              <a:gd name="connsiteY24" fmla="*/ 4573858 h 4573858"/>
              <a:gd name="connsiteX25" fmla="*/ 0 w 5639648"/>
              <a:gd name="connsiteY25" fmla="*/ 4573858 h 4573858"/>
              <a:gd name="connsiteX26" fmla="*/ 0 w 5639648"/>
              <a:gd name="connsiteY26" fmla="*/ 3966188 h 4573858"/>
              <a:gd name="connsiteX27" fmla="*/ 0 w 5639648"/>
              <a:gd name="connsiteY27" fmla="*/ 3358519 h 4573858"/>
              <a:gd name="connsiteX28" fmla="*/ 0 w 5639648"/>
              <a:gd name="connsiteY28" fmla="*/ 2705110 h 4573858"/>
              <a:gd name="connsiteX29" fmla="*/ 0 w 5639648"/>
              <a:gd name="connsiteY29" fmla="*/ 2051702 h 4573858"/>
              <a:gd name="connsiteX30" fmla="*/ 0 w 5639648"/>
              <a:gd name="connsiteY30" fmla="*/ 1444032 h 4573858"/>
              <a:gd name="connsiteX31" fmla="*/ 0 w 5639648"/>
              <a:gd name="connsiteY31" fmla="*/ 699147 h 4573858"/>
              <a:gd name="connsiteX32" fmla="*/ 0 w 5639648"/>
              <a:gd name="connsiteY32" fmla="*/ 0 h 4573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639648" h="4573858" extrusionOk="0">
                <a:moveTo>
                  <a:pt x="0" y="0"/>
                </a:moveTo>
                <a:cubicBezTo>
                  <a:pt x="230085" y="26342"/>
                  <a:pt x="337380" y="26803"/>
                  <a:pt x="626628" y="0"/>
                </a:cubicBezTo>
                <a:cubicBezTo>
                  <a:pt x="915876" y="-26803"/>
                  <a:pt x="922278" y="899"/>
                  <a:pt x="1140462" y="0"/>
                </a:cubicBezTo>
                <a:cubicBezTo>
                  <a:pt x="1358646" y="-899"/>
                  <a:pt x="1495083" y="10929"/>
                  <a:pt x="1710693" y="0"/>
                </a:cubicBezTo>
                <a:cubicBezTo>
                  <a:pt x="1926303" y="-10929"/>
                  <a:pt x="2191418" y="-10993"/>
                  <a:pt x="2393717" y="0"/>
                </a:cubicBezTo>
                <a:cubicBezTo>
                  <a:pt x="2596016" y="10993"/>
                  <a:pt x="2843630" y="-8695"/>
                  <a:pt x="3076741" y="0"/>
                </a:cubicBezTo>
                <a:cubicBezTo>
                  <a:pt x="3309852" y="8695"/>
                  <a:pt x="3473874" y="-10311"/>
                  <a:pt x="3590576" y="0"/>
                </a:cubicBezTo>
                <a:cubicBezTo>
                  <a:pt x="3707279" y="10311"/>
                  <a:pt x="3887107" y="19124"/>
                  <a:pt x="4160807" y="0"/>
                </a:cubicBezTo>
                <a:cubicBezTo>
                  <a:pt x="4434507" y="-19124"/>
                  <a:pt x="4571239" y="-31249"/>
                  <a:pt x="4843831" y="0"/>
                </a:cubicBezTo>
                <a:cubicBezTo>
                  <a:pt x="5116423" y="31249"/>
                  <a:pt x="5410049" y="-32383"/>
                  <a:pt x="5639648" y="0"/>
                </a:cubicBezTo>
                <a:cubicBezTo>
                  <a:pt x="5628080" y="249509"/>
                  <a:pt x="5628123" y="345220"/>
                  <a:pt x="5639648" y="561931"/>
                </a:cubicBezTo>
                <a:cubicBezTo>
                  <a:pt x="5651173" y="778642"/>
                  <a:pt x="5635081" y="1004230"/>
                  <a:pt x="5639648" y="1261078"/>
                </a:cubicBezTo>
                <a:cubicBezTo>
                  <a:pt x="5644215" y="1517926"/>
                  <a:pt x="5629092" y="1657972"/>
                  <a:pt x="5639648" y="2005963"/>
                </a:cubicBezTo>
                <a:cubicBezTo>
                  <a:pt x="5650204" y="2353955"/>
                  <a:pt x="5666380" y="2441204"/>
                  <a:pt x="5639648" y="2613633"/>
                </a:cubicBezTo>
                <a:cubicBezTo>
                  <a:pt x="5612917" y="2786062"/>
                  <a:pt x="5637622" y="3069557"/>
                  <a:pt x="5639648" y="3358519"/>
                </a:cubicBezTo>
                <a:cubicBezTo>
                  <a:pt x="5641674" y="3647481"/>
                  <a:pt x="5633263" y="3811615"/>
                  <a:pt x="5639648" y="3966188"/>
                </a:cubicBezTo>
                <a:cubicBezTo>
                  <a:pt x="5646033" y="4120761"/>
                  <a:pt x="5614570" y="4406403"/>
                  <a:pt x="5639648" y="4573858"/>
                </a:cubicBezTo>
                <a:cubicBezTo>
                  <a:pt x="5489769" y="4592270"/>
                  <a:pt x="5268202" y="4577051"/>
                  <a:pt x="5125813" y="4573858"/>
                </a:cubicBezTo>
                <a:cubicBezTo>
                  <a:pt x="4983424" y="4570665"/>
                  <a:pt x="4830848" y="4596049"/>
                  <a:pt x="4555582" y="4573858"/>
                </a:cubicBezTo>
                <a:cubicBezTo>
                  <a:pt x="4280316" y="4551667"/>
                  <a:pt x="4241793" y="4558125"/>
                  <a:pt x="4041748" y="4573858"/>
                </a:cubicBezTo>
                <a:cubicBezTo>
                  <a:pt x="3841703" y="4589591"/>
                  <a:pt x="3661811" y="4567517"/>
                  <a:pt x="3415120" y="4573858"/>
                </a:cubicBezTo>
                <a:cubicBezTo>
                  <a:pt x="3168429" y="4580199"/>
                  <a:pt x="3008720" y="4592527"/>
                  <a:pt x="2844889" y="4573858"/>
                </a:cubicBezTo>
                <a:cubicBezTo>
                  <a:pt x="2681058" y="4555189"/>
                  <a:pt x="2592511" y="4553885"/>
                  <a:pt x="2387451" y="4573858"/>
                </a:cubicBezTo>
                <a:cubicBezTo>
                  <a:pt x="2182391" y="4593831"/>
                  <a:pt x="1992420" y="4547413"/>
                  <a:pt x="1648030" y="4573858"/>
                </a:cubicBezTo>
                <a:cubicBezTo>
                  <a:pt x="1303640" y="4600303"/>
                  <a:pt x="1300369" y="4562193"/>
                  <a:pt x="965006" y="4573858"/>
                </a:cubicBezTo>
                <a:cubicBezTo>
                  <a:pt x="629643" y="4585523"/>
                  <a:pt x="228404" y="4530152"/>
                  <a:pt x="0" y="4573858"/>
                </a:cubicBezTo>
                <a:cubicBezTo>
                  <a:pt x="30052" y="4435091"/>
                  <a:pt x="-24234" y="4185729"/>
                  <a:pt x="0" y="3966188"/>
                </a:cubicBezTo>
                <a:cubicBezTo>
                  <a:pt x="24234" y="3746647"/>
                  <a:pt x="-6202" y="3600318"/>
                  <a:pt x="0" y="3358519"/>
                </a:cubicBezTo>
                <a:cubicBezTo>
                  <a:pt x="6202" y="3116720"/>
                  <a:pt x="-8011" y="2854110"/>
                  <a:pt x="0" y="2705110"/>
                </a:cubicBezTo>
                <a:cubicBezTo>
                  <a:pt x="8011" y="2556110"/>
                  <a:pt x="-32622" y="2273230"/>
                  <a:pt x="0" y="2051702"/>
                </a:cubicBezTo>
                <a:cubicBezTo>
                  <a:pt x="32622" y="1830174"/>
                  <a:pt x="4739" y="1712524"/>
                  <a:pt x="0" y="1444032"/>
                </a:cubicBezTo>
                <a:cubicBezTo>
                  <a:pt x="-4739" y="1175540"/>
                  <a:pt x="11016" y="887801"/>
                  <a:pt x="0" y="699147"/>
                </a:cubicBezTo>
                <a:cubicBezTo>
                  <a:pt x="-11016" y="510494"/>
                  <a:pt x="-18108" y="181888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91561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B9DEB0A-0D19-4DC2-B667-83CD8D502CE4}"/>
              </a:ext>
            </a:extLst>
          </p:cNvPr>
          <p:cNvCxnSpPr>
            <a:cxnSpLocks/>
            <a:stCxn id="184" idx="0"/>
          </p:cNvCxnSpPr>
          <p:nvPr/>
        </p:nvCxnSpPr>
        <p:spPr>
          <a:xfrm flipH="1" flipV="1">
            <a:off x="4699210" y="4644274"/>
            <a:ext cx="296756" cy="79134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6421675-6EBA-4D21-AF02-1663601E6651}"/>
              </a:ext>
            </a:extLst>
          </p:cNvPr>
          <p:cNvSpPr txBox="1"/>
          <p:nvPr/>
        </p:nvSpPr>
        <p:spPr>
          <a:xfrm>
            <a:off x="4357009" y="5435617"/>
            <a:ext cx="12779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dot product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81BAB52-F307-40BA-A75C-38D1A0486543}"/>
              </a:ext>
            </a:extLst>
          </p:cNvPr>
          <p:cNvSpPr/>
          <p:nvPr/>
        </p:nvSpPr>
        <p:spPr>
          <a:xfrm>
            <a:off x="727283" y="3367552"/>
            <a:ext cx="927197" cy="93145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FFD1781-3EF4-49BD-B6E2-71B92F1AF3A5}"/>
              </a:ext>
            </a:extLst>
          </p:cNvPr>
          <p:cNvSpPr/>
          <p:nvPr/>
        </p:nvSpPr>
        <p:spPr>
          <a:xfrm>
            <a:off x="2915823" y="2530122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E17AF61-3BA0-431D-8715-FE056D381E41}"/>
              </a:ext>
            </a:extLst>
          </p:cNvPr>
          <p:cNvSpPr/>
          <p:nvPr/>
        </p:nvSpPr>
        <p:spPr>
          <a:xfrm>
            <a:off x="2922221" y="4030408"/>
            <a:ext cx="927197" cy="931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63FF8ED-AF91-4E41-8150-094F5C5561F0}"/>
              </a:ext>
            </a:extLst>
          </p:cNvPr>
          <p:cNvSpPr/>
          <p:nvPr/>
        </p:nvSpPr>
        <p:spPr>
          <a:xfrm>
            <a:off x="7338354" y="1756224"/>
            <a:ext cx="3792982" cy="19901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E2E1CE8-EDDB-4032-A2D6-587025701F04}"/>
              </a:ext>
            </a:extLst>
          </p:cNvPr>
          <p:cNvSpPr txBox="1"/>
          <p:nvPr/>
        </p:nvSpPr>
        <p:spPr>
          <a:xfrm>
            <a:off x="7705886" y="2675275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E55E56E-2DE4-4477-9582-2607ED600F0E}"/>
              </a:ext>
            </a:extLst>
          </p:cNvPr>
          <p:cNvSpPr txBox="1"/>
          <p:nvPr/>
        </p:nvSpPr>
        <p:spPr>
          <a:xfrm>
            <a:off x="7705886" y="3078592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F998B26-29FD-4EC7-917A-E744ECEBE394}"/>
              </a:ext>
            </a:extLst>
          </p:cNvPr>
          <p:cNvSpPr txBox="1"/>
          <p:nvPr/>
        </p:nvSpPr>
        <p:spPr>
          <a:xfrm>
            <a:off x="8762960" y="2255372"/>
            <a:ext cx="650437" cy="118322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696BD30-36C0-4480-9BFC-CB4532F92126}"/>
              </a:ext>
            </a:extLst>
          </p:cNvPr>
          <p:cNvGrpSpPr/>
          <p:nvPr/>
        </p:nvGrpSpPr>
        <p:grpSpPr>
          <a:xfrm>
            <a:off x="9654833" y="2684844"/>
            <a:ext cx="350195" cy="350195"/>
            <a:chOff x="3860124" y="2202910"/>
            <a:chExt cx="350195" cy="350195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FE319F1-0F55-47D7-BD32-88617E5A6868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Isosceles Triangle 161">
              <a:extLst>
                <a:ext uri="{FF2B5EF4-FFF2-40B4-BE49-F238E27FC236}">
                  <a16:creationId xmlns:a16="http://schemas.microsoft.com/office/drawing/2014/main" id="{B0E4369D-D198-448E-9783-379BA8C624C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DFE148D-F2F6-4C5C-8F3D-A94467DE8CA6}"/>
              </a:ext>
            </a:extLst>
          </p:cNvPr>
          <p:cNvCxnSpPr>
            <a:cxnSpLocks/>
          </p:cNvCxnSpPr>
          <p:nvPr/>
        </p:nvCxnSpPr>
        <p:spPr>
          <a:xfrm>
            <a:off x="9413397" y="2859941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96EA40E-A9B8-4B4A-9C0C-D316DD849463}"/>
              </a:ext>
            </a:extLst>
          </p:cNvPr>
          <p:cNvCxnSpPr>
            <a:cxnSpLocks/>
          </p:cNvCxnSpPr>
          <p:nvPr/>
        </p:nvCxnSpPr>
        <p:spPr>
          <a:xfrm>
            <a:off x="8470839" y="2855157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A083AB88-91C4-4D95-BB40-93EF48931A8F}"/>
              </a:ext>
            </a:extLst>
          </p:cNvPr>
          <p:cNvCxnSpPr>
            <a:cxnSpLocks/>
            <a:stCxn id="156" idx="3"/>
          </p:cNvCxnSpPr>
          <p:nvPr/>
        </p:nvCxnSpPr>
        <p:spPr>
          <a:xfrm>
            <a:off x="8470839" y="3263258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D95A645-AAE5-4577-A6BA-49071CDA1136}"/>
              </a:ext>
            </a:extLst>
          </p:cNvPr>
          <p:cNvCxnSpPr>
            <a:cxnSpLocks/>
            <a:endCxn id="149" idx="1"/>
          </p:cNvCxnSpPr>
          <p:nvPr/>
        </p:nvCxnSpPr>
        <p:spPr>
          <a:xfrm>
            <a:off x="6657594" y="2859941"/>
            <a:ext cx="1048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3FA3C2E-0F57-4676-BD5F-B4E66A70F03C}"/>
              </a:ext>
            </a:extLst>
          </p:cNvPr>
          <p:cNvCxnSpPr>
            <a:cxnSpLocks/>
            <a:stCxn id="161" idx="3"/>
          </p:cNvCxnSpPr>
          <p:nvPr/>
        </p:nvCxnSpPr>
        <p:spPr>
          <a:xfrm>
            <a:off x="10005028" y="2859942"/>
            <a:ext cx="48018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FAB9BBCD-7209-4D96-9205-9171FE0BD1CC}"/>
              </a:ext>
            </a:extLst>
          </p:cNvPr>
          <p:cNvSpPr txBox="1"/>
          <p:nvPr/>
        </p:nvSpPr>
        <p:spPr>
          <a:xfrm>
            <a:off x="6898125" y="25001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8C7179C-F4EA-4737-BD5E-590D24A4D798}"/>
              </a:ext>
            </a:extLst>
          </p:cNvPr>
          <p:cNvSpPr txBox="1"/>
          <p:nvPr/>
        </p:nvSpPr>
        <p:spPr>
          <a:xfrm>
            <a:off x="10126173" y="3369002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4303698-6117-4E21-974C-EE3A489C7814}"/>
              </a:ext>
            </a:extLst>
          </p:cNvPr>
          <p:cNvSpPr txBox="1"/>
          <p:nvPr/>
        </p:nvSpPr>
        <p:spPr>
          <a:xfrm>
            <a:off x="7320373" y="3988312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883DE96-2D45-4134-BEFB-87A596FECB74}"/>
              </a:ext>
            </a:extLst>
          </p:cNvPr>
          <p:cNvSpPr txBox="1"/>
          <p:nvPr/>
        </p:nvSpPr>
        <p:spPr>
          <a:xfrm>
            <a:off x="9776833" y="3961484"/>
            <a:ext cx="764953" cy="35319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2A394BE-4A39-42CF-B8CC-8FE33D1DEBA8}"/>
              </a:ext>
            </a:extLst>
          </p:cNvPr>
          <p:cNvSpPr txBox="1"/>
          <p:nvPr/>
        </p:nvSpPr>
        <p:spPr>
          <a:xfrm>
            <a:off x="8085326" y="3988312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buffer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ACE607C-1563-419A-85B1-43D0AF292405}"/>
              </a:ext>
            </a:extLst>
          </p:cNvPr>
          <p:cNvSpPr txBox="1"/>
          <p:nvPr/>
        </p:nvSpPr>
        <p:spPr>
          <a:xfrm>
            <a:off x="10554166" y="3961484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6D8231E-F8AC-47B5-852E-3407843A7044}"/>
              </a:ext>
            </a:extLst>
          </p:cNvPr>
          <p:cNvGrpSpPr/>
          <p:nvPr/>
        </p:nvGrpSpPr>
        <p:grpSpPr>
          <a:xfrm>
            <a:off x="8616899" y="1983751"/>
            <a:ext cx="1590925" cy="485399"/>
            <a:chOff x="4351259" y="3300340"/>
            <a:chExt cx="1590925" cy="249762"/>
          </a:xfrm>
        </p:grpSpPr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5BD3D7AD-025D-4F8F-B72D-BA2BACF1BE89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550102"/>
              <a:ext cx="1460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2FC7D60-2C17-4EAD-BEC6-1BD13E704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1259" y="3300340"/>
              <a:ext cx="0" cy="2497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9646BE43-923E-4864-8133-735F773AA004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300340"/>
              <a:ext cx="15909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1B2B4ED7-4F5F-414C-B3E9-DA562A37DEA1}"/>
              </a:ext>
            </a:extLst>
          </p:cNvPr>
          <p:cNvCxnSpPr>
            <a:cxnSpLocks/>
          </p:cNvCxnSpPr>
          <p:nvPr/>
        </p:nvCxnSpPr>
        <p:spPr>
          <a:xfrm flipV="1">
            <a:off x="10207824" y="1983751"/>
            <a:ext cx="0" cy="8714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rapezoid 184">
            <a:extLst>
              <a:ext uri="{FF2B5EF4-FFF2-40B4-BE49-F238E27FC236}">
                <a16:creationId xmlns:a16="http://schemas.microsoft.com/office/drawing/2014/main" id="{8290EC2A-87DB-4967-8238-81A509891C80}"/>
              </a:ext>
            </a:extLst>
          </p:cNvPr>
          <p:cNvSpPr/>
          <p:nvPr/>
        </p:nvSpPr>
        <p:spPr>
          <a:xfrm rot="5400000">
            <a:off x="10305220" y="2683031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00CCBDA-5FF4-4D65-8541-2AEDEC24E1BA}"/>
              </a:ext>
            </a:extLst>
          </p:cNvPr>
          <p:cNvCxnSpPr>
            <a:cxnSpLocks/>
          </p:cNvCxnSpPr>
          <p:nvPr/>
        </p:nvCxnSpPr>
        <p:spPr>
          <a:xfrm>
            <a:off x="10840255" y="2845342"/>
            <a:ext cx="102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4C80FEC1-EB38-4867-A2FC-37438F736399}"/>
              </a:ext>
            </a:extLst>
          </p:cNvPr>
          <p:cNvSpPr txBox="1"/>
          <p:nvPr/>
        </p:nvSpPr>
        <p:spPr>
          <a:xfrm>
            <a:off x="11174387" y="25001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F588F9E-16E7-4344-A4E1-CB24981636DB}"/>
              </a:ext>
            </a:extLst>
          </p:cNvPr>
          <p:cNvSpPr txBox="1"/>
          <p:nvPr/>
        </p:nvSpPr>
        <p:spPr>
          <a:xfrm>
            <a:off x="6657594" y="289084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6683E60-D991-4D0E-9429-2DFC13E3C2A6}"/>
              </a:ext>
            </a:extLst>
          </p:cNvPr>
          <p:cNvSpPr txBox="1"/>
          <p:nvPr/>
        </p:nvSpPr>
        <p:spPr>
          <a:xfrm>
            <a:off x="11128242" y="287573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20FB0622-0A3B-46B0-8079-397B84610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007" y="5369061"/>
            <a:ext cx="1677585" cy="819973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00336B6D-DB3D-4CA1-9C3F-5AB0D223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64" y="5369060"/>
            <a:ext cx="1677586" cy="819973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C72D7AE9-A597-4A68-82CC-86CE11D1F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288" y="5365710"/>
            <a:ext cx="1677586" cy="81997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A999D2A-E578-4BA3-A15D-DAC2CB48DCF9}"/>
              </a:ext>
            </a:extLst>
          </p:cNvPr>
          <p:cNvSpPr txBox="1"/>
          <p:nvPr/>
        </p:nvSpPr>
        <p:spPr>
          <a:xfrm>
            <a:off x="6844488" y="4937458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1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0CCF11E-17BA-4B3D-BBDA-5FD91A70C785}"/>
              </a:ext>
            </a:extLst>
          </p:cNvPr>
          <p:cNvSpPr txBox="1"/>
          <p:nvPr/>
        </p:nvSpPr>
        <p:spPr>
          <a:xfrm>
            <a:off x="8521669" y="4905524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087D6E8-118D-41D7-A503-7AD5D96E3B50}"/>
              </a:ext>
            </a:extLst>
          </p:cNvPr>
          <p:cNvSpPr txBox="1"/>
          <p:nvPr/>
        </p:nvSpPr>
        <p:spPr>
          <a:xfrm>
            <a:off x="10651462" y="4901076"/>
            <a:ext cx="81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n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6168DE4-78E4-4AFB-82A6-949DF6E3E3A9}"/>
              </a:ext>
            </a:extLst>
          </p:cNvPr>
          <p:cNvCxnSpPr>
            <a:cxnSpLocks/>
          </p:cNvCxnSpPr>
          <p:nvPr/>
        </p:nvCxnSpPr>
        <p:spPr>
          <a:xfrm rot="5400000">
            <a:off x="10049029" y="5670678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3843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7ADB9-4671-48D6-9DAE-AE01E99D6208}"/>
              </a:ext>
            </a:extLst>
          </p:cNvPr>
          <p:cNvSpPr txBox="1"/>
          <p:nvPr/>
        </p:nvSpPr>
        <p:spPr>
          <a:xfrm>
            <a:off x="3623684" y="906081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7E7F6-0DB7-4DB8-A782-DF3082E4A9B8}"/>
              </a:ext>
            </a:extLst>
          </p:cNvPr>
          <p:cNvSpPr txBox="1"/>
          <p:nvPr/>
        </p:nvSpPr>
        <p:spPr>
          <a:xfrm>
            <a:off x="3623684" y="1383955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57FF1-6B11-492F-B4C3-DB90CA1BCFE8}"/>
              </a:ext>
            </a:extLst>
          </p:cNvPr>
          <p:cNvSpPr txBox="1"/>
          <p:nvPr/>
        </p:nvSpPr>
        <p:spPr>
          <a:xfrm>
            <a:off x="3623684" y="1861829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39D58-3E44-432B-A16F-E1761FAECF3B}"/>
              </a:ext>
            </a:extLst>
          </p:cNvPr>
          <p:cNvSpPr txBox="1"/>
          <p:nvPr/>
        </p:nvSpPr>
        <p:spPr>
          <a:xfrm>
            <a:off x="6527525" y="906081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986E5-432D-476D-93E6-C0F56901E046}"/>
              </a:ext>
            </a:extLst>
          </p:cNvPr>
          <p:cNvSpPr txBox="1"/>
          <p:nvPr/>
        </p:nvSpPr>
        <p:spPr>
          <a:xfrm>
            <a:off x="6527524" y="138395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6A67-17B3-4DE1-84F9-559C6DDDA197}"/>
              </a:ext>
            </a:extLst>
          </p:cNvPr>
          <p:cNvSpPr txBox="1"/>
          <p:nvPr/>
        </p:nvSpPr>
        <p:spPr>
          <a:xfrm>
            <a:off x="6527523" y="186182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AE20-7511-406A-A9EA-F8EAD4ADEBEF}"/>
              </a:ext>
            </a:extLst>
          </p:cNvPr>
          <p:cNvSpPr txBox="1"/>
          <p:nvPr/>
        </p:nvSpPr>
        <p:spPr>
          <a:xfrm>
            <a:off x="3623682" y="2837855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4B04-7F17-4FD9-9058-CEFFFB85EB10}"/>
              </a:ext>
            </a:extLst>
          </p:cNvPr>
          <p:cNvSpPr txBox="1"/>
          <p:nvPr/>
        </p:nvSpPr>
        <p:spPr>
          <a:xfrm>
            <a:off x="3623682" y="3315729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3DDAD-0F73-4A06-B274-75C39E4C8945}"/>
              </a:ext>
            </a:extLst>
          </p:cNvPr>
          <p:cNvSpPr txBox="1"/>
          <p:nvPr/>
        </p:nvSpPr>
        <p:spPr>
          <a:xfrm>
            <a:off x="3623682" y="3793603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880CF-FE4C-4965-8890-06D6B323E4A1}"/>
              </a:ext>
            </a:extLst>
          </p:cNvPr>
          <p:cNvSpPr txBox="1"/>
          <p:nvPr/>
        </p:nvSpPr>
        <p:spPr>
          <a:xfrm>
            <a:off x="6527523" y="2837855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F3914-3481-4587-86BB-C559B7C0DD2F}"/>
              </a:ext>
            </a:extLst>
          </p:cNvPr>
          <p:cNvSpPr txBox="1"/>
          <p:nvPr/>
        </p:nvSpPr>
        <p:spPr>
          <a:xfrm>
            <a:off x="6527522" y="3315729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8A5A9-D108-4F06-A1E2-0A9DC708B723}"/>
              </a:ext>
            </a:extLst>
          </p:cNvPr>
          <p:cNvSpPr txBox="1"/>
          <p:nvPr/>
        </p:nvSpPr>
        <p:spPr>
          <a:xfrm>
            <a:off x="6527521" y="3793603"/>
            <a:ext cx="919483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DSP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47774-788A-4298-97FE-F5A190A9DFDA}"/>
              </a:ext>
            </a:extLst>
          </p:cNvPr>
          <p:cNvSpPr txBox="1"/>
          <p:nvPr/>
        </p:nvSpPr>
        <p:spPr>
          <a:xfrm>
            <a:off x="3623682" y="4814896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8D886-E768-40D9-8E7C-D5795BE78A07}"/>
              </a:ext>
            </a:extLst>
          </p:cNvPr>
          <p:cNvSpPr txBox="1"/>
          <p:nvPr/>
        </p:nvSpPr>
        <p:spPr>
          <a:xfrm>
            <a:off x="3623682" y="5292770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A820C-0A32-4542-8573-121458B748B7}"/>
              </a:ext>
            </a:extLst>
          </p:cNvPr>
          <p:cNvSpPr txBox="1"/>
          <p:nvPr/>
        </p:nvSpPr>
        <p:spPr>
          <a:xfrm>
            <a:off x="3623682" y="5770644"/>
            <a:ext cx="1839942" cy="47787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 anchor="ctr" anchorCtr="1">
            <a:noAutofit/>
          </a:bodyPr>
          <a:lstStyle/>
          <a:p>
            <a:r>
              <a:rPr lang="en-US" dirty="0"/>
              <a:t>18x1K BRAM 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411744-2B7F-4E14-8DE1-3AC7715DCF1C}"/>
              </a:ext>
            </a:extLst>
          </p:cNvPr>
          <p:cNvCxnSpPr/>
          <p:nvPr/>
        </p:nvCxnSpPr>
        <p:spPr>
          <a:xfrm>
            <a:off x="5463624" y="1095592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B3F647-5426-46C9-A19D-53545DF7F8F5}"/>
              </a:ext>
            </a:extLst>
          </p:cNvPr>
          <p:cNvCxnSpPr>
            <a:cxnSpLocks/>
          </p:cNvCxnSpPr>
          <p:nvPr/>
        </p:nvCxnSpPr>
        <p:spPr>
          <a:xfrm>
            <a:off x="5463624" y="1565228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8F7F48-CC25-47BA-AD20-02ADA2967AF1}"/>
              </a:ext>
            </a:extLst>
          </p:cNvPr>
          <p:cNvCxnSpPr>
            <a:cxnSpLocks/>
          </p:cNvCxnSpPr>
          <p:nvPr/>
        </p:nvCxnSpPr>
        <p:spPr>
          <a:xfrm>
            <a:off x="5463624" y="2043102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066BB2-86A8-42D5-8712-82D1C5AE89E2}"/>
              </a:ext>
            </a:extLst>
          </p:cNvPr>
          <p:cNvCxnSpPr/>
          <p:nvPr/>
        </p:nvCxnSpPr>
        <p:spPr>
          <a:xfrm>
            <a:off x="5463624" y="2961463"/>
            <a:ext cx="1063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F4C83C-1DF4-4187-A9F4-EEA2CD47E7E5}"/>
              </a:ext>
            </a:extLst>
          </p:cNvPr>
          <p:cNvCxnSpPr>
            <a:cxnSpLocks/>
          </p:cNvCxnSpPr>
          <p:nvPr/>
        </p:nvCxnSpPr>
        <p:spPr>
          <a:xfrm>
            <a:off x="5463624" y="3447575"/>
            <a:ext cx="1063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98129-F613-4C3E-BA47-818A00F3B586}"/>
              </a:ext>
            </a:extLst>
          </p:cNvPr>
          <p:cNvCxnSpPr>
            <a:cxnSpLocks/>
          </p:cNvCxnSpPr>
          <p:nvPr/>
        </p:nvCxnSpPr>
        <p:spPr>
          <a:xfrm>
            <a:off x="5463624" y="3933687"/>
            <a:ext cx="1063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apezoid 30">
            <a:extLst>
              <a:ext uri="{FF2B5EF4-FFF2-40B4-BE49-F238E27FC236}">
                <a16:creationId xmlns:a16="http://schemas.microsoft.com/office/drawing/2014/main" id="{0F58A9B4-D7F0-4051-B769-47F8D76D31C5}"/>
              </a:ext>
            </a:extLst>
          </p:cNvPr>
          <p:cNvSpPr/>
          <p:nvPr/>
        </p:nvSpPr>
        <p:spPr>
          <a:xfrm rot="5400000">
            <a:off x="5127833" y="5359581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B3796F-B2F1-4FA0-AF30-E8007241020D}"/>
              </a:ext>
            </a:extLst>
          </p:cNvPr>
          <p:cNvCxnSpPr>
            <a:cxnSpLocks/>
          </p:cNvCxnSpPr>
          <p:nvPr/>
        </p:nvCxnSpPr>
        <p:spPr>
          <a:xfrm>
            <a:off x="5463620" y="5057992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31C3B02-BCA5-48ED-BB72-E9076C3BA424}"/>
              </a:ext>
            </a:extLst>
          </p:cNvPr>
          <p:cNvCxnSpPr>
            <a:cxnSpLocks/>
          </p:cNvCxnSpPr>
          <p:nvPr/>
        </p:nvCxnSpPr>
        <p:spPr>
          <a:xfrm>
            <a:off x="5463620" y="5498716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E2EBD5-5726-414B-A152-D7462A5665D1}"/>
              </a:ext>
            </a:extLst>
          </p:cNvPr>
          <p:cNvCxnSpPr>
            <a:cxnSpLocks/>
          </p:cNvCxnSpPr>
          <p:nvPr/>
        </p:nvCxnSpPr>
        <p:spPr>
          <a:xfrm>
            <a:off x="5463620" y="5972392"/>
            <a:ext cx="208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6ED90B-FE8D-4DDB-B5BF-31E0BBC3E26E}"/>
              </a:ext>
            </a:extLst>
          </p:cNvPr>
          <p:cNvCxnSpPr/>
          <p:nvPr/>
        </p:nvCxnSpPr>
        <p:spPr>
          <a:xfrm>
            <a:off x="6129146" y="1256250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4054C-4736-4805-94ED-67B4443A4EA5}"/>
              </a:ext>
            </a:extLst>
          </p:cNvPr>
          <p:cNvCxnSpPr>
            <a:cxnSpLocks/>
          </p:cNvCxnSpPr>
          <p:nvPr/>
        </p:nvCxnSpPr>
        <p:spPr>
          <a:xfrm>
            <a:off x="6129146" y="1717648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D57E09-E336-41BB-9498-B3BF2A1C2268}"/>
              </a:ext>
            </a:extLst>
          </p:cNvPr>
          <p:cNvCxnSpPr>
            <a:cxnSpLocks/>
          </p:cNvCxnSpPr>
          <p:nvPr/>
        </p:nvCxnSpPr>
        <p:spPr>
          <a:xfrm>
            <a:off x="6129146" y="2195522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03D56C9-5F35-413C-BA26-C90EA7271616}"/>
              </a:ext>
            </a:extLst>
          </p:cNvPr>
          <p:cNvCxnSpPr/>
          <p:nvPr/>
        </p:nvCxnSpPr>
        <p:spPr>
          <a:xfrm>
            <a:off x="6129146" y="3122121"/>
            <a:ext cx="402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9F78C5-41EE-4780-8F53-C008EB3B055C}"/>
              </a:ext>
            </a:extLst>
          </p:cNvPr>
          <p:cNvCxnSpPr>
            <a:cxnSpLocks/>
          </p:cNvCxnSpPr>
          <p:nvPr/>
        </p:nvCxnSpPr>
        <p:spPr>
          <a:xfrm>
            <a:off x="6129146" y="3599995"/>
            <a:ext cx="402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575D20-50AB-454C-8B1B-6B73ECAA84E5}"/>
              </a:ext>
            </a:extLst>
          </p:cNvPr>
          <p:cNvCxnSpPr>
            <a:cxnSpLocks/>
          </p:cNvCxnSpPr>
          <p:nvPr/>
        </p:nvCxnSpPr>
        <p:spPr>
          <a:xfrm>
            <a:off x="6129146" y="4069631"/>
            <a:ext cx="402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0BE9AB1-A732-4A05-A563-C20494CECDEB}"/>
              </a:ext>
            </a:extLst>
          </p:cNvPr>
          <p:cNvCxnSpPr>
            <a:cxnSpLocks/>
          </p:cNvCxnSpPr>
          <p:nvPr/>
        </p:nvCxnSpPr>
        <p:spPr>
          <a:xfrm flipH="1">
            <a:off x="6122762" y="1256330"/>
            <a:ext cx="2067" cy="424242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F6B6054-4B41-4A26-B345-AA663673458E}"/>
              </a:ext>
            </a:extLst>
          </p:cNvPr>
          <p:cNvCxnSpPr>
            <a:cxnSpLocks/>
          </p:cNvCxnSpPr>
          <p:nvPr/>
        </p:nvCxnSpPr>
        <p:spPr>
          <a:xfrm flipH="1">
            <a:off x="6016771" y="5531707"/>
            <a:ext cx="10805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EA0BEC-7238-4456-98AC-351BA8DCF7FE}"/>
              </a:ext>
            </a:extLst>
          </p:cNvPr>
          <p:cNvSpPr txBox="1"/>
          <p:nvPr/>
        </p:nvSpPr>
        <p:spPr>
          <a:xfrm>
            <a:off x="3969681" y="4428284"/>
            <a:ext cx="1287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buffer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181E5B-DCF5-4212-808E-DEF956BED99D}"/>
              </a:ext>
            </a:extLst>
          </p:cNvPr>
          <p:cNvSpPr txBox="1"/>
          <p:nvPr/>
        </p:nvSpPr>
        <p:spPr>
          <a:xfrm>
            <a:off x="4086156" y="524869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F276726-634D-4280-AFF3-E2F885F4F871}"/>
              </a:ext>
            </a:extLst>
          </p:cNvPr>
          <p:cNvCxnSpPr>
            <a:stCxn id="7" idx="3"/>
          </p:cNvCxnSpPr>
          <p:nvPr/>
        </p:nvCxnSpPr>
        <p:spPr>
          <a:xfrm>
            <a:off x="7447006" y="2100766"/>
            <a:ext cx="717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F08733A-4F51-4EE2-B27E-A17D8599613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447004" y="2598918"/>
            <a:ext cx="717561" cy="14336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rapezoid 63">
            <a:extLst>
              <a:ext uri="{FF2B5EF4-FFF2-40B4-BE49-F238E27FC236}">
                <a16:creationId xmlns:a16="http://schemas.microsoft.com/office/drawing/2014/main" id="{97FD3F33-B4FE-4AE4-B09C-40D39F5285FE}"/>
              </a:ext>
            </a:extLst>
          </p:cNvPr>
          <p:cNvSpPr/>
          <p:nvPr/>
        </p:nvSpPr>
        <p:spPr>
          <a:xfrm rot="5400000">
            <a:off x="7619880" y="2220841"/>
            <a:ext cx="1433623" cy="344253"/>
          </a:xfrm>
          <a:prstGeom prst="trapezoid">
            <a:avLst>
              <a:gd name="adj" fmla="val 5360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E6BF5C-F80D-4944-AF31-1268CDC40683}"/>
              </a:ext>
            </a:extLst>
          </p:cNvPr>
          <p:cNvCxnSpPr>
            <a:cxnSpLocks/>
            <a:stCxn id="64" idx="0"/>
          </p:cNvCxnSpPr>
          <p:nvPr/>
        </p:nvCxnSpPr>
        <p:spPr>
          <a:xfrm>
            <a:off x="8508818" y="2392968"/>
            <a:ext cx="1062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060724B-1307-47D9-9711-A6CD03F05F13}"/>
              </a:ext>
            </a:extLst>
          </p:cNvPr>
          <p:cNvSpPr txBox="1"/>
          <p:nvPr/>
        </p:nvSpPr>
        <p:spPr>
          <a:xfrm>
            <a:off x="8694839" y="2006718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5B244D-009A-48C4-B22D-66665F70230C}"/>
              </a:ext>
            </a:extLst>
          </p:cNvPr>
          <p:cNvCxnSpPr>
            <a:endCxn id="14" idx="1"/>
          </p:cNvCxnSpPr>
          <p:nvPr/>
        </p:nvCxnSpPr>
        <p:spPr>
          <a:xfrm flipV="1">
            <a:off x="2339546" y="5053833"/>
            <a:ext cx="1284136" cy="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7745FAC-E6C7-423D-AD26-6C32D80D835D}"/>
              </a:ext>
            </a:extLst>
          </p:cNvPr>
          <p:cNvSpPr txBox="1"/>
          <p:nvPr/>
        </p:nvSpPr>
        <p:spPr>
          <a:xfrm>
            <a:off x="2247808" y="4688660"/>
            <a:ext cx="77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TDATA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2FA2DE-DF12-46DC-A51A-11611121FB67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3183401" y="5091426"/>
            <a:ext cx="477874" cy="4026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EB20DA-A5FC-4128-A637-89F466066AC2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2943736" y="5329635"/>
            <a:ext cx="955748" cy="404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811449C-71BF-404D-8C11-B61E4845B946}"/>
              </a:ext>
            </a:extLst>
          </p:cNvPr>
          <p:cNvSpPr/>
          <p:nvPr/>
        </p:nvSpPr>
        <p:spPr>
          <a:xfrm>
            <a:off x="7661501" y="516700"/>
            <a:ext cx="980185" cy="588410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E050FA8-9555-44D3-853E-D7CFED5D7325}"/>
              </a:ext>
            </a:extLst>
          </p:cNvPr>
          <p:cNvSpPr/>
          <p:nvPr/>
        </p:nvSpPr>
        <p:spPr>
          <a:xfrm>
            <a:off x="3079379" y="516700"/>
            <a:ext cx="2478883" cy="5884099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22B78BF-18F6-4157-83AC-7CE266CFCC63}"/>
              </a:ext>
            </a:extLst>
          </p:cNvPr>
          <p:cNvSpPr/>
          <p:nvPr/>
        </p:nvSpPr>
        <p:spPr>
          <a:xfrm>
            <a:off x="6298094" y="524869"/>
            <a:ext cx="1363407" cy="5824597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7CDED9-86CB-4666-AB33-CCBDFA4FCD16}"/>
              </a:ext>
            </a:extLst>
          </p:cNvPr>
          <p:cNvSpPr/>
          <p:nvPr/>
        </p:nvSpPr>
        <p:spPr>
          <a:xfrm>
            <a:off x="5564235" y="524869"/>
            <a:ext cx="733848" cy="5884100"/>
          </a:xfrm>
          <a:prstGeom prst="rect">
            <a:avLst/>
          </a:prstGeom>
          <a:solidFill>
            <a:srgbClr val="70AD4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53782D-31D8-4132-89DD-805BE037FDF2}"/>
              </a:ext>
            </a:extLst>
          </p:cNvPr>
          <p:cNvCxnSpPr>
            <a:cxnSpLocks/>
          </p:cNvCxnSpPr>
          <p:nvPr/>
        </p:nvCxnSpPr>
        <p:spPr>
          <a:xfrm>
            <a:off x="4570760" y="2462446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2A18B-4220-4A23-A69D-97CFB7EF9231}"/>
              </a:ext>
            </a:extLst>
          </p:cNvPr>
          <p:cNvCxnSpPr>
            <a:cxnSpLocks/>
          </p:cNvCxnSpPr>
          <p:nvPr/>
        </p:nvCxnSpPr>
        <p:spPr>
          <a:xfrm>
            <a:off x="6987262" y="2470564"/>
            <a:ext cx="0" cy="375409"/>
          </a:xfrm>
          <a:prstGeom prst="line">
            <a:avLst/>
          </a:prstGeom>
          <a:ln w="63500" cap="rnd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1051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897647-1C39-C4A7-D388-E06C4F194224}"/>
              </a:ext>
            </a:extLst>
          </p:cNvPr>
          <p:cNvSpPr/>
          <p:nvPr/>
        </p:nvSpPr>
        <p:spPr>
          <a:xfrm>
            <a:off x="3948608" y="870548"/>
            <a:ext cx="3792982" cy="19901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768A1-A6D3-66BE-0592-818BBC0D991D}"/>
              </a:ext>
            </a:extLst>
          </p:cNvPr>
          <p:cNvSpPr txBox="1"/>
          <p:nvPr/>
        </p:nvSpPr>
        <p:spPr>
          <a:xfrm>
            <a:off x="4316140" y="1789599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157C0-1E56-7369-F35F-E962A0AE2C04}"/>
              </a:ext>
            </a:extLst>
          </p:cNvPr>
          <p:cNvSpPr txBox="1"/>
          <p:nvPr/>
        </p:nvSpPr>
        <p:spPr>
          <a:xfrm>
            <a:off x="4316140" y="2192916"/>
            <a:ext cx="764953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4FABB-C61E-2B59-BB3C-326B27B537FD}"/>
              </a:ext>
            </a:extLst>
          </p:cNvPr>
          <p:cNvSpPr txBox="1"/>
          <p:nvPr/>
        </p:nvSpPr>
        <p:spPr>
          <a:xfrm>
            <a:off x="5373214" y="1369696"/>
            <a:ext cx="650437" cy="118322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DSP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6FD081-ADE5-1DF9-AA14-4F51A7E51126}"/>
              </a:ext>
            </a:extLst>
          </p:cNvPr>
          <p:cNvGrpSpPr/>
          <p:nvPr/>
        </p:nvGrpSpPr>
        <p:grpSpPr>
          <a:xfrm>
            <a:off x="6265087" y="1799168"/>
            <a:ext cx="350195" cy="350195"/>
            <a:chOff x="3860124" y="2202910"/>
            <a:chExt cx="350195" cy="35019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EF10E6-9647-56AE-8C2D-A828A8DC0D32}"/>
                </a:ext>
              </a:extLst>
            </p:cNvPr>
            <p:cNvSpPr/>
            <p:nvPr/>
          </p:nvSpPr>
          <p:spPr>
            <a:xfrm>
              <a:off x="3860124" y="2202910"/>
              <a:ext cx="350195" cy="3501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7238A97F-125E-374A-CF94-54D82231FAF2}"/>
                </a:ext>
              </a:extLst>
            </p:cNvPr>
            <p:cNvSpPr/>
            <p:nvPr/>
          </p:nvSpPr>
          <p:spPr>
            <a:xfrm>
              <a:off x="3982124" y="2461559"/>
              <a:ext cx="106194" cy="9154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81EFB26-A4FD-348A-C720-27C05C6FF355}"/>
              </a:ext>
            </a:extLst>
          </p:cNvPr>
          <p:cNvCxnSpPr>
            <a:cxnSpLocks/>
          </p:cNvCxnSpPr>
          <p:nvPr/>
        </p:nvCxnSpPr>
        <p:spPr>
          <a:xfrm>
            <a:off x="6023651" y="1974265"/>
            <a:ext cx="2414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1565CD-C7DE-4349-CA6B-AA72C5299E27}"/>
              </a:ext>
            </a:extLst>
          </p:cNvPr>
          <p:cNvCxnSpPr>
            <a:cxnSpLocks/>
          </p:cNvCxnSpPr>
          <p:nvPr/>
        </p:nvCxnSpPr>
        <p:spPr>
          <a:xfrm>
            <a:off x="5081093" y="1969481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00430F-28F2-550D-A462-39B88F781C5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081093" y="2377582"/>
            <a:ext cx="292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84CB02-26C4-5B39-5FD4-95E97CC4D86A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267848" y="1974265"/>
            <a:ext cx="1048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705950-07E6-F3E8-7C59-946519B9B9D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615282" y="1974266"/>
            <a:ext cx="48018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0BD595F-5265-9EA9-42AC-BC1218E5AFAD}"/>
              </a:ext>
            </a:extLst>
          </p:cNvPr>
          <p:cNvSpPr txBox="1"/>
          <p:nvPr/>
        </p:nvSpPr>
        <p:spPr>
          <a:xfrm>
            <a:off x="3508379" y="16145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73CBDF-DAB1-E593-F8E7-6BB77AE208A8}"/>
              </a:ext>
            </a:extLst>
          </p:cNvPr>
          <p:cNvSpPr txBox="1"/>
          <p:nvPr/>
        </p:nvSpPr>
        <p:spPr>
          <a:xfrm>
            <a:off x="6736427" y="2483326"/>
            <a:ext cx="100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conv2d.v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32AAA4-8A22-715D-385C-C80887A7BC07}"/>
              </a:ext>
            </a:extLst>
          </p:cNvPr>
          <p:cNvSpPr txBox="1"/>
          <p:nvPr/>
        </p:nvSpPr>
        <p:spPr>
          <a:xfrm>
            <a:off x="3930627" y="3102636"/>
            <a:ext cx="764953" cy="369332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3CDD82-B1FB-B424-65A8-11F542634697}"/>
              </a:ext>
            </a:extLst>
          </p:cNvPr>
          <p:cNvSpPr txBox="1"/>
          <p:nvPr/>
        </p:nvSpPr>
        <p:spPr>
          <a:xfrm>
            <a:off x="6387087" y="3075808"/>
            <a:ext cx="764953" cy="35319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BRAM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F10BA-5CE0-F7E5-80D4-553DE134E689}"/>
              </a:ext>
            </a:extLst>
          </p:cNvPr>
          <p:cNvSpPr txBox="1"/>
          <p:nvPr/>
        </p:nvSpPr>
        <p:spPr>
          <a:xfrm>
            <a:off x="4695580" y="3102636"/>
            <a:ext cx="117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buffer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B35CF-52A8-E51D-E828-A72E9B82CC2D}"/>
              </a:ext>
            </a:extLst>
          </p:cNvPr>
          <p:cNvSpPr txBox="1"/>
          <p:nvPr/>
        </p:nvSpPr>
        <p:spPr>
          <a:xfrm>
            <a:off x="7164420" y="3075808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4C2AA5-8419-B827-E6E6-A66D5FDECB2D}"/>
              </a:ext>
            </a:extLst>
          </p:cNvPr>
          <p:cNvGrpSpPr/>
          <p:nvPr/>
        </p:nvGrpSpPr>
        <p:grpSpPr>
          <a:xfrm>
            <a:off x="5227153" y="1098075"/>
            <a:ext cx="1590925" cy="485399"/>
            <a:chOff x="4351259" y="3300340"/>
            <a:chExt cx="1590925" cy="24976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0ADFF08-0E1E-C3A6-0F4B-7BE23B6C1407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550102"/>
              <a:ext cx="1460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56D78A8-87D8-A9C0-BD6F-A8D4988F0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1259" y="3300340"/>
              <a:ext cx="0" cy="2497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AE6D89D-8515-2C08-D1B0-49403A943FA6}"/>
                </a:ext>
              </a:extLst>
            </p:cNvPr>
            <p:cNvCxnSpPr>
              <a:cxnSpLocks/>
            </p:cNvCxnSpPr>
            <p:nvPr/>
          </p:nvCxnSpPr>
          <p:spPr>
            <a:xfrm>
              <a:off x="4351259" y="3300340"/>
              <a:ext cx="15909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8464D8-70A3-BF55-71CA-37D5F92B9F2D}"/>
              </a:ext>
            </a:extLst>
          </p:cNvPr>
          <p:cNvCxnSpPr>
            <a:cxnSpLocks/>
          </p:cNvCxnSpPr>
          <p:nvPr/>
        </p:nvCxnSpPr>
        <p:spPr>
          <a:xfrm flipV="1">
            <a:off x="6818078" y="1098075"/>
            <a:ext cx="0" cy="8714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rapezoid 24">
            <a:extLst>
              <a:ext uri="{FF2B5EF4-FFF2-40B4-BE49-F238E27FC236}">
                <a16:creationId xmlns:a16="http://schemas.microsoft.com/office/drawing/2014/main" id="{EACD1A17-4D7F-4498-25CF-689ABEBE37BC}"/>
              </a:ext>
            </a:extLst>
          </p:cNvPr>
          <p:cNvSpPr/>
          <p:nvPr/>
        </p:nvSpPr>
        <p:spPr>
          <a:xfrm rot="5400000">
            <a:off x="6915474" y="1797355"/>
            <a:ext cx="725816" cy="344253"/>
          </a:xfrm>
          <a:prstGeom prst="trapezoid">
            <a:avLst>
              <a:gd name="adj" fmla="val 437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7712BDC-4989-CF4B-E778-1726F44F3F62}"/>
              </a:ext>
            </a:extLst>
          </p:cNvPr>
          <p:cNvCxnSpPr>
            <a:cxnSpLocks/>
          </p:cNvCxnSpPr>
          <p:nvPr/>
        </p:nvCxnSpPr>
        <p:spPr>
          <a:xfrm>
            <a:off x="7450509" y="1959666"/>
            <a:ext cx="102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F7F26A5-62FF-1E8E-7782-CFD07EE14CC6}"/>
              </a:ext>
            </a:extLst>
          </p:cNvPr>
          <p:cNvSpPr txBox="1"/>
          <p:nvPr/>
        </p:nvSpPr>
        <p:spPr>
          <a:xfrm>
            <a:off x="7784641" y="16145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327B5B-9611-9C2B-014A-AC85A7CBF707}"/>
              </a:ext>
            </a:extLst>
          </p:cNvPr>
          <p:cNvSpPr txBox="1"/>
          <p:nvPr/>
        </p:nvSpPr>
        <p:spPr>
          <a:xfrm>
            <a:off x="3267848" y="200516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5D194A-F599-97CB-5800-6AA32F80973C}"/>
              </a:ext>
            </a:extLst>
          </p:cNvPr>
          <p:cNvSpPr txBox="1"/>
          <p:nvPr/>
        </p:nvSpPr>
        <p:spPr>
          <a:xfrm>
            <a:off x="7738496" y="199006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AXI-S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DE393F9-EBE1-0548-57A7-DD229114A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627" y="5254778"/>
            <a:ext cx="1677585" cy="81997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99FA4F4-ECF7-468D-4130-6E43792AA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184" y="5254777"/>
            <a:ext cx="1677586" cy="8199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C5AE26A-21CB-9404-49EC-1F55FF667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908" y="5251427"/>
            <a:ext cx="1677586" cy="81997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C0447A7-8962-A178-6CEA-B01264E0C3B6}"/>
              </a:ext>
            </a:extLst>
          </p:cNvPr>
          <p:cNvSpPr txBox="1"/>
          <p:nvPr/>
        </p:nvSpPr>
        <p:spPr>
          <a:xfrm>
            <a:off x="3585108" y="4823175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14FF72-2A29-3A23-9BAF-B86BD23A3A24}"/>
              </a:ext>
            </a:extLst>
          </p:cNvPr>
          <p:cNvSpPr txBox="1"/>
          <p:nvPr/>
        </p:nvSpPr>
        <p:spPr>
          <a:xfrm>
            <a:off x="5262289" y="4791241"/>
            <a:ext cx="8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24905D-C8E0-5F75-DA07-387E65C6D890}"/>
              </a:ext>
            </a:extLst>
          </p:cNvPr>
          <p:cNvSpPr txBox="1"/>
          <p:nvPr/>
        </p:nvSpPr>
        <p:spPr>
          <a:xfrm>
            <a:off x="7392082" y="4786793"/>
            <a:ext cx="81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D6CDF53-978D-D9F2-5D0F-E6A5CE775DA5}"/>
              </a:ext>
            </a:extLst>
          </p:cNvPr>
          <p:cNvCxnSpPr>
            <a:cxnSpLocks/>
          </p:cNvCxnSpPr>
          <p:nvPr/>
        </p:nvCxnSpPr>
        <p:spPr>
          <a:xfrm rot="5400000">
            <a:off x="6789649" y="5556395"/>
            <a:ext cx="0" cy="375409"/>
          </a:xfrm>
          <a:prstGeom prst="line">
            <a:avLst/>
          </a:prstGeom>
          <a:ln w="635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615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27028</TotalTime>
  <Words>3038</Words>
  <Application>Microsoft Office PowerPoint</Application>
  <PresentationFormat>Widescreen</PresentationFormat>
  <Paragraphs>1003</Paragraphs>
  <Slides>64</Slides>
  <Notes>8</Notes>
  <HiddenSlides>2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Arial</vt:lpstr>
      <vt:lpstr>Assistant</vt:lpstr>
      <vt:lpstr>Calibri</vt:lpstr>
      <vt:lpstr>Calibri Light</vt:lpstr>
      <vt:lpstr>Consolas</vt:lpstr>
      <vt:lpstr>Courier New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Andromeda</vt:lpstr>
      <vt:lpstr>Application engineering objectives</vt:lpstr>
      <vt:lpstr>AI application concept – thermal imaging CNN</vt:lpstr>
      <vt:lpstr>Example CNN tasks and training data</vt:lpstr>
      <vt:lpstr>AI application prototype</vt:lpstr>
      <vt:lpstr>AI application milestones</vt:lpstr>
      <vt:lpstr>Roadmap – Intelligent IoT</vt:lpstr>
      <vt:lpstr>Figures</vt:lpstr>
      <vt:lpstr>Software Architecture</vt:lpstr>
      <vt:lpstr>PowerPoint Presentation</vt:lpstr>
      <vt:lpstr>PowerPoint Presentation</vt:lpstr>
      <vt:lpstr>PowerPoint Presentation</vt:lpstr>
      <vt:lpstr>PowerPoint Presentation</vt:lpstr>
      <vt:lpstr>Figure 1 : Application system diagram</vt:lpstr>
      <vt:lpstr>Figure 2 : FPGA top level</vt:lpstr>
      <vt:lpstr>ibuf.v memory map</vt:lpstr>
      <vt:lpstr>PowerPoint Presentation</vt:lpstr>
      <vt:lpstr>Figure 3 : ibuf.v block diagram</vt:lpstr>
      <vt:lpstr>PowerPoint Presentation</vt:lpstr>
      <vt:lpstr>PowerPoint Presentation</vt:lpstr>
      <vt:lpstr>CNN architecture - classification task</vt:lpstr>
      <vt:lpstr>CNN dot product using FPGA</vt:lpstr>
      <vt:lpstr>PowerPoint Presentation</vt:lpstr>
      <vt:lpstr>PowerPoint Presentation</vt:lpstr>
      <vt:lpstr>Backup</vt:lpstr>
      <vt:lpstr>Control application concept</vt:lpstr>
      <vt:lpstr>Low latency control concept</vt:lpstr>
      <vt:lpstr>Edge AI application landscape</vt:lpstr>
      <vt:lpstr>Budget</vt:lpstr>
      <vt:lpstr>FPGA resource analysis spreadsheet</vt:lpstr>
      <vt:lpstr>Model training</vt:lpstr>
      <vt:lpstr>Figure 5 : row buffer</vt:lpstr>
      <vt:lpstr>PowerPoint Presentation</vt:lpstr>
      <vt:lpstr>PowerPoint Presentation</vt:lpstr>
      <vt:lpstr>PowerPoint Presentation</vt:lpstr>
      <vt:lpstr>Parallel CNN dot product using FPGA</vt:lpstr>
      <vt:lpstr>Streaming CNN Data Path</vt:lpstr>
      <vt:lpstr>Model training</vt:lpstr>
      <vt:lpstr>PowerPoint Presentation</vt:lpstr>
      <vt:lpstr>EDA Flow</vt:lpstr>
      <vt:lpstr>Proposed Project Milestones</vt:lpstr>
      <vt:lpstr>Budget - $10K</vt:lpstr>
      <vt:lpstr>Reference Application Concept</vt:lpstr>
      <vt:lpstr>Streaming CNN Prototype Concept</vt:lpstr>
      <vt:lpstr>conv2d.v</vt:lpstr>
      <vt:lpstr>Objectives</vt:lpstr>
      <vt:lpstr>CNN primitive operation</vt:lpstr>
      <vt:lpstr>PowerPoint Presentation</vt:lpstr>
      <vt:lpstr>PowerPoint Presentation</vt:lpstr>
      <vt:lpstr>Backup</vt:lpstr>
      <vt:lpstr>PowerPoint Presentation</vt:lpstr>
      <vt:lpstr>PowerPoint Presentation</vt:lpstr>
      <vt:lpstr>PowerPoint Presentation</vt:lpstr>
      <vt:lpstr>PowerPoint Presentation</vt:lpstr>
      <vt:lpstr>CNN dot product using FPGA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 Liston</dc:creator>
  <cp:lastModifiedBy>Rob Liston</cp:lastModifiedBy>
  <cp:revision>654</cp:revision>
  <dcterms:created xsi:type="dcterms:W3CDTF">2022-03-03T17:54:17Z</dcterms:created>
  <dcterms:modified xsi:type="dcterms:W3CDTF">2022-06-16T21:53:10Z</dcterms:modified>
</cp:coreProperties>
</file>