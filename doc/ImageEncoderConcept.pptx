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73" r:id="rId2"/>
    <p:sldId id="396" r:id="rId3"/>
    <p:sldId id="401" r:id="rId4"/>
    <p:sldId id="408" r:id="rId5"/>
    <p:sldId id="414" r:id="rId6"/>
    <p:sldId id="415" r:id="rId7"/>
    <p:sldId id="411" r:id="rId8"/>
    <p:sldId id="410" r:id="rId9"/>
    <p:sldId id="409" r:id="rId10"/>
    <p:sldId id="405" r:id="rId11"/>
    <p:sldId id="398" r:id="rId12"/>
    <p:sldId id="402" r:id="rId13"/>
    <p:sldId id="416" r:id="rId14"/>
    <p:sldId id="413" r:id="rId15"/>
    <p:sldId id="412" r:id="rId16"/>
    <p:sldId id="403" r:id="rId17"/>
    <p:sldId id="407" r:id="rId18"/>
    <p:sldId id="406" r:id="rId19"/>
    <p:sldId id="404" r:id="rId20"/>
    <p:sldId id="399" r:id="rId21"/>
    <p:sldId id="400" r:id="rId22"/>
    <p:sldId id="397" r:id="rId23"/>
    <p:sldId id="395" r:id="rId24"/>
    <p:sldId id="277" r:id="rId25"/>
    <p:sldId id="393" r:id="rId26"/>
    <p:sldId id="382" r:id="rId27"/>
    <p:sldId id="394" r:id="rId28"/>
    <p:sldId id="274" r:id="rId29"/>
    <p:sldId id="271" r:id="rId30"/>
    <p:sldId id="267" r:id="rId31"/>
    <p:sldId id="275" r:id="rId32"/>
    <p:sldId id="270" r:id="rId33"/>
    <p:sldId id="272" r:id="rId34"/>
    <p:sldId id="266" r:id="rId35"/>
    <p:sldId id="262" r:id="rId36"/>
    <p:sldId id="269" r:id="rId37"/>
    <p:sldId id="265" r:id="rId38"/>
    <p:sldId id="256" r:id="rId39"/>
    <p:sldId id="268" r:id="rId40"/>
    <p:sldId id="263" r:id="rId41"/>
    <p:sldId id="260" r:id="rId42"/>
    <p:sldId id="261" r:id="rId43"/>
    <p:sldId id="259" r:id="rId44"/>
    <p:sldId id="258" r:id="rId45"/>
    <p:sldId id="36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485" autoAdjust="0"/>
  </p:normalViewPr>
  <p:slideViewPr>
    <p:cSldViewPr snapToGrid="0">
      <p:cViewPr varScale="1">
        <p:scale>
          <a:sx n="90" d="100"/>
          <a:sy n="90" d="100"/>
        </p:scale>
        <p:origin x="370" y="67"/>
      </p:cViewPr>
      <p:guideLst/>
    </p:cSldViewPr>
  </p:slideViewPr>
  <p:notesTextViewPr>
    <p:cViewPr>
      <p:scale>
        <a:sx n="1" d="1"/>
        <a:sy n="1" d="1"/>
      </p:scale>
      <p:origin x="0" y="0"/>
    </p:cViewPr>
  </p:notesTextViewPr>
  <p:sorterViewPr>
    <p:cViewPr>
      <p:scale>
        <a:sx n="40" d="100"/>
        <a:sy n="4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F6A18-58EB-435B-8134-EB77EC30FF70}" type="datetimeFigureOut">
              <a:rPr lang="en-US" smtClean="0"/>
              <a:t>12/14/2023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80939F-B360-425D-9F54-0CD5E55BF12F}" type="slidenum">
              <a:rPr lang="en-US" smtClean="0"/>
              <a:t>‹#›</a:t>
            </a:fld>
            <a:endParaRPr lang="en-US"/>
          </a:p>
        </p:txBody>
      </p:sp>
    </p:spTree>
    <p:extLst>
      <p:ext uri="{BB962C8B-B14F-4D97-AF65-F5344CB8AC3E}">
        <p14:creationId xmlns:p14="http://schemas.microsoft.com/office/powerpoint/2010/main" val="3381343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rxiv.org/pdf/2205.09113.pdf" TargetMode="External"/><Relationship Id="rId7" Type="http://schemas.openxmlformats.org/officeDocument/2006/relationships/hyperlink" Target="https://arxiv.org/pdf/2006.07733.pdf"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arxiv.org/pdf/2002.05709.pdf" TargetMode="External"/><Relationship Id="rId5" Type="http://schemas.openxmlformats.org/officeDocument/2006/relationships/hyperlink" Target="https://arxiv.org/pdf/2104.14294.pdf" TargetMode="External"/><Relationship Id="rId4" Type="http://schemas.openxmlformats.org/officeDocument/2006/relationships/hyperlink" Target="https://arxiv.org/pdf/2304.07193.pdf"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www.amazon.com/Yahboom-Raspberry-Omnidirectional-Autopilot-Recognition/dp/B088PRGQJ1/ref=sr_1_24" TargetMode="External"/><Relationship Id="rId2" Type="http://schemas.openxmlformats.org/officeDocument/2006/relationships/slide" Target="../slides/slide29.xml"/><Relationship Id="rId1" Type="http://schemas.openxmlformats.org/officeDocument/2006/relationships/notesMaster" Target="../notesMasters/notesMaster1.xml"/><Relationship Id="rId5" Type="http://schemas.openxmlformats.org/officeDocument/2006/relationships/hyperlink" Target="https://www.amazon.com/LewanSoul-Programmable-Feedback-Parameter-Programming/dp/B0793PFGCY" TargetMode="External"/><Relationship Id="rId4" Type="http://schemas.openxmlformats.org/officeDocument/2006/relationships/hyperlink" Target="https://www.amazon.com/Yahboom-Robotic-Raspberry-%EF%BC%88DOFBOT-Without/dp/B08T8XG2J6/ref=sr_1_2"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sensor companies have a problem, which is the high data rate of raw pixels over MIPI. Only a handful of SoC platforms can handle MIPI e.g. NVDA Jetson. The result is that the SoC costs more than the image sensor, limiting adoption of embedded vision. The NV image encoder compresses raw pixels into a 30X smaller feature map + thumbnail, which total 78Mb/s and can be transmitted over USB 2.x. This compressed representation can directly drive downstream tasks such as object recognition and localization, image super resolution, and patch embeddings for a multimodal LLM. Horizon tasks include embodied robotic vision, motor control, and MM-LLM executive functions.</a:t>
            </a:r>
          </a:p>
        </p:txBody>
      </p:sp>
      <p:sp>
        <p:nvSpPr>
          <p:cNvPr id="4" name="Slide Number Placeholder 3"/>
          <p:cNvSpPr>
            <a:spLocks noGrp="1"/>
          </p:cNvSpPr>
          <p:nvPr>
            <p:ph type="sldNum" sz="quarter" idx="5"/>
          </p:nvPr>
        </p:nvSpPr>
        <p:spPr/>
        <p:txBody>
          <a:bodyPr/>
          <a:lstStyle/>
          <a:p>
            <a:fld id="{6380939F-B360-425D-9F54-0CD5E55BF12F}" type="slidenum">
              <a:rPr lang="en-US" smtClean="0"/>
              <a:t>2</a:t>
            </a:fld>
            <a:endParaRPr lang="en-US"/>
          </a:p>
        </p:txBody>
      </p:sp>
    </p:spTree>
    <p:extLst>
      <p:ext uri="{BB962C8B-B14F-4D97-AF65-F5344CB8AC3E}">
        <p14:creationId xmlns:p14="http://schemas.microsoft.com/office/powerpoint/2010/main" val="2230577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NeuVision</a:t>
            </a:r>
            <a:r>
              <a:rPr lang="en-US" dirty="0"/>
              <a:t> Image Encoder performs the initial convolutional pyramid using a VGG-like 18-layer CNN architecture.</a:t>
            </a:r>
          </a:p>
          <a:p>
            <a:r>
              <a:rPr lang="en-US" dirty="0"/>
              <a:t>The 8M weight VGG18 architecture is a strong foundation vision model with broad applications.</a:t>
            </a:r>
          </a:p>
          <a:p>
            <a:r>
              <a:rPr lang="en-US" dirty="0"/>
              <a:t>The image encoder also performs a compression function.</a:t>
            </a:r>
          </a:p>
          <a:p>
            <a:r>
              <a:rPr lang="en-US" dirty="0"/>
              <a:t>Weights are 8 bits, so 64Mb SRAM (weights) + 20Mb SRAM (row buffers) + standard cell logic</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3</a:t>
            </a:fld>
            <a:endParaRPr lang="en-US"/>
          </a:p>
        </p:txBody>
      </p:sp>
    </p:spTree>
    <p:extLst>
      <p:ext uri="{BB962C8B-B14F-4D97-AF65-F5344CB8AC3E}">
        <p14:creationId xmlns:p14="http://schemas.microsoft.com/office/powerpoint/2010/main" val="928013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7</a:t>
            </a:fld>
            <a:endParaRPr lang="en-US"/>
          </a:p>
        </p:txBody>
      </p:sp>
    </p:spTree>
    <p:extLst>
      <p:ext uri="{BB962C8B-B14F-4D97-AF65-F5344CB8AC3E}">
        <p14:creationId xmlns:p14="http://schemas.microsoft.com/office/powerpoint/2010/main" val="623273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box filter for </a:t>
            </a:r>
            <a:r>
              <a:rPr lang="en-US" dirty="0" err="1"/>
              <a:t>rescaler</a:t>
            </a:r>
            <a:r>
              <a:rPr lang="en-US" dirty="0"/>
              <a:t> e.g. https://scholarworks.rit.edu/cgi/viewcontent.cgi?article=10864&amp;context=theses</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8</a:t>
            </a:fld>
            <a:endParaRPr lang="en-US"/>
          </a:p>
        </p:txBody>
      </p:sp>
    </p:spTree>
    <p:extLst>
      <p:ext uri="{BB962C8B-B14F-4D97-AF65-F5344CB8AC3E}">
        <p14:creationId xmlns:p14="http://schemas.microsoft.com/office/powerpoint/2010/main" val="4173516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9</a:t>
            </a:fld>
            <a:endParaRPr lang="en-US"/>
          </a:p>
        </p:txBody>
      </p:sp>
    </p:spTree>
    <p:extLst>
      <p:ext uri="{BB962C8B-B14F-4D97-AF65-F5344CB8AC3E}">
        <p14:creationId xmlns:p14="http://schemas.microsoft.com/office/powerpoint/2010/main" val="5717385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SimCLR</a:t>
            </a:r>
            <a:r>
              <a:rPr lang="en-US" dirty="0"/>
              <a:t> introduced the effectiveness of using random crops from an image for self-supervised representation learning.</a:t>
            </a:r>
          </a:p>
          <a:p>
            <a:r>
              <a:rPr lang="en-US" dirty="0"/>
              <a:t>BYOL introduced self-supervised learning with positive examples only.</a:t>
            </a:r>
          </a:p>
          <a:p>
            <a:r>
              <a:rPr lang="en-US" dirty="0"/>
              <a:t>DINO refines BYOL and will serve as our baseline algorithm for self-supervised feature learning for images</a:t>
            </a:r>
          </a:p>
          <a:p>
            <a:r>
              <a:rPr lang="en-US" dirty="0"/>
              <a:t>For video, transformers may be preferable as sequence processors.</a:t>
            </a:r>
          </a:p>
          <a:p>
            <a:r>
              <a:rPr lang="en-US" dirty="0"/>
              <a:t>Our initial objective is to demo a real time, pretrained vision model in a robot control setting.</a:t>
            </a:r>
          </a:p>
        </p:txBody>
      </p:sp>
      <p:sp>
        <p:nvSpPr>
          <p:cNvPr id="4" name="Slide Number Placeholder 3"/>
          <p:cNvSpPr>
            <a:spLocks noGrp="1"/>
          </p:cNvSpPr>
          <p:nvPr>
            <p:ph type="sldNum" sz="quarter" idx="5"/>
          </p:nvPr>
        </p:nvSpPr>
        <p:spPr/>
        <p:txBody>
          <a:bodyPr/>
          <a:lstStyle/>
          <a:p>
            <a:fld id="{6380939F-B360-425D-9F54-0CD5E55BF12F}" type="slidenum">
              <a:rPr lang="en-US" smtClean="0"/>
              <a:t>11</a:t>
            </a:fld>
            <a:endParaRPr lang="en-US"/>
          </a:p>
        </p:txBody>
      </p:sp>
    </p:spTree>
    <p:extLst>
      <p:ext uri="{BB962C8B-B14F-4D97-AF65-F5344CB8AC3E}">
        <p14:creationId xmlns:p14="http://schemas.microsoft.com/office/powerpoint/2010/main" val="19590053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NeuVision</a:t>
            </a:r>
            <a:r>
              <a:rPr lang="en-US" dirty="0"/>
              <a:t> Image Encoder performs the initial convolutional pyramid using a VGG-like 18-layer CNN architecture.</a:t>
            </a:r>
          </a:p>
          <a:p>
            <a:r>
              <a:rPr lang="en-US" dirty="0"/>
              <a:t>The 8M weight VGG18 architecture is a strong foundation vision model with broad applications.</a:t>
            </a:r>
          </a:p>
          <a:p>
            <a:r>
              <a:rPr lang="en-US" dirty="0"/>
              <a:t>The image encoder also performs a compression function.</a:t>
            </a:r>
          </a:p>
          <a:p>
            <a:r>
              <a:rPr lang="en-US" dirty="0"/>
              <a:t>Weights are 8 bits, so 64Mb SRAM (weights) + 20Mb SRAM (row buffers) + standard cell logic</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18</a:t>
            </a:fld>
            <a:endParaRPr lang="en-US"/>
          </a:p>
        </p:txBody>
      </p:sp>
    </p:spTree>
    <p:extLst>
      <p:ext uri="{BB962C8B-B14F-4D97-AF65-F5344CB8AC3E}">
        <p14:creationId xmlns:p14="http://schemas.microsoft.com/office/powerpoint/2010/main" val="2580847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end can be addressed using RISC-V SoC with vector instructions</a:t>
            </a:r>
          </a:p>
          <a:p>
            <a:r>
              <a:rPr lang="en-US" dirty="0"/>
              <a:t>high end can be addressed using </a:t>
            </a:r>
            <a:r>
              <a:rPr lang="en-US" dirty="0" err="1"/>
              <a:t>NeuVision</a:t>
            </a:r>
            <a:r>
              <a:rPr lang="en-US" dirty="0"/>
              <a:t> ROM-programmable product line</a:t>
            </a:r>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19</a:t>
            </a:fld>
            <a:endParaRPr lang="en-US"/>
          </a:p>
        </p:txBody>
      </p:sp>
    </p:spTree>
    <p:extLst>
      <p:ext uri="{BB962C8B-B14F-4D97-AF65-F5344CB8AC3E}">
        <p14:creationId xmlns:p14="http://schemas.microsoft.com/office/powerpoint/2010/main" val="42239189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Masked Autoencoders As Spatiotemporal Learners</a:t>
            </a:r>
            <a:endParaRPr lang="en-US" dirty="0"/>
          </a:p>
          <a:p>
            <a:r>
              <a:rPr lang="en-US" dirty="0">
                <a:hlinkClick r:id="rId4"/>
              </a:rPr>
              <a:t>DINOv2: Learning Robust Visual Features without Supervision</a:t>
            </a:r>
            <a:endParaRPr lang="en-US" dirty="0"/>
          </a:p>
          <a:p>
            <a:r>
              <a:rPr lang="en-US" dirty="0">
                <a:hlinkClick r:id="rId5"/>
              </a:rPr>
              <a:t>Emerging Properties in Self-Supervised Vision Transformers</a:t>
            </a:r>
            <a:endParaRPr lang="en-US" dirty="0"/>
          </a:p>
          <a:p>
            <a:r>
              <a:rPr lang="en-US" dirty="0">
                <a:hlinkClick r:id="rId6"/>
              </a:rPr>
              <a:t>A Simple Framework for Contrastive Learning of Visual Representations</a:t>
            </a:r>
            <a:endParaRPr lang="en-US" dirty="0"/>
          </a:p>
          <a:p>
            <a:r>
              <a:rPr lang="en-US" dirty="0">
                <a:hlinkClick r:id="rId7"/>
              </a:rPr>
              <a:t>Bootstrap Your Own Latent A New Approach to Self-Supervised Learning</a:t>
            </a:r>
            <a:endParaRPr lang="en-US" dirty="0"/>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20</a:t>
            </a:fld>
            <a:endParaRPr lang="en-US"/>
          </a:p>
        </p:txBody>
      </p:sp>
    </p:spTree>
    <p:extLst>
      <p:ext uri="{BB962C8B-B14F-4D97-AF65-F5344CB8AC3E}">
        <p14:creationId xmlns:p14="http://schemas.microsoft.com/office/powerpoint/2010/main" val="2868032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SimCLR</a:t>
            </a:r>
            <a:r>
              <a:rPr lang="en-US" dirty="0"/>
              <a:t> introduced the effectiveness of using random crops from an image for self-supervised representation learning.</a:t>
            </a:r>
          </a:p>
          <a:p>
            <a:r>
              <a:rPr lang="en-US" dirty="0"/>
              <a:t>BYOL introduced self-supervised learning with positive examples only.</a:t>
            </a:r>
          </a:p>
          <a:p>
            <a:r>
              <a:rPr lang="en-US" dirty="0"/>
              <a:t>DINO refines BYOL and will serve as our baseline algorithm for self-supervised feature learning for images</a:t>
            </a:r>
          </a:p>
          <a:p>
            <a:r>
              <a:rPr lang="en-US" dirty="0"/>
              <a:t>For video, transformers may be preferable as sequence processors.</a:t>
            </a:r>
          </a:p>
          <a:p>
            <a:r>
              <a:rPr lang="en-US" dirty="0"/>
              <a:t>Our initial objective is to demo a real time, pretrained vision model in a robot control setting.</a:t>
            </a:r>
          </a:p>
        </p:txBody>
      </p:sp>
      <p:sp>
        <p:nvSpPr>
          <p:cNvPr id="4" name="Slide Number Placeholder 3"/>
          <p:cNvSpPr>
            <a:spLocks noGrp="1"/>
          </p:cNvSpPr>
          <p:nvPr>
            <p:ph type="sldNum" sz="quarter" idx="5"/>
          </p:nvPr>
        </p:nvSpPr>
        <p:spPr/>
        <p:txBody>
          <a:bodyPr/>
          <a:lstStyle/>
          <a:p>
            <a:fld id="{6380939F-B360-425D-9F54-0CD5E55BF12F}" type="slidenum">
              <a:rPr lang="en-US" smtClean="0"/>
              <a:t>21</a:t>
            </a:fld>
            <a:endParaRPr lang="en-US"/>
          </a:p>
        </p:txBody>
      </p:sp>
    </p:spTree>
    <p:extLst>
      <p:ext uri="{BB962C8B-B14F-4D97-AF65-F5344CB8AC3E}">
        <p14:creationId xmlns:p14="http://schemas.microsoft.com/office/powerpoint/2010/main" val="2044019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only, supports small but useful subset of </a:t>
            </a:r>
            <a:r>
              <a:rPr lang="en-US" dirty="0" err="1"/>
              <a:t>TFLite</a:t>
            </a:r>
            <a:r>
              <a:rPr lang="en-US" dirty="0"/>
              <a:t>  (conv2d only, padding='valid', stride={1,2}, activation=RELU)</a:t>
            </a:r>
          </a:p>
          <a:p>
            <a:r>
              <a:rPr lang="en-US" dirty="0"/>
              <a:t>no external memory required</a:t>
            </a:r>
          </a:p>
          <a:p>
            <a:r>
              <a:rPr lang="en-US" dirty="0"/>
              <a:t>real time data stream -&gt; real time prediction stream (or feature map)</a:t>
            </a:r>
          </a:p>
          <a:p>
            <a:r>
              <a:rPr lang="en-US" dirty="0"/>
              <a:t>tool to compile </a:t>
            </a:r>
            <a:r>
              <a:rPr lang="en-US" dirty="0" err="1"/>
              <a:t>TFLite</a:t>
            </a:r>
            <a:r>
              <a:rPr lang="en-US" dirty="0"/>
              <a:t> model into synthesizable Verilog</a:t>
            </a:r>
          </a:p>
          <a:p>
            <a:r>
              <a:rPr lang="en-US" dirty="0"/>
              <a:t>generated Verilog code is self contained, includes streaming inference and weights</a:t>
            </a:r>
          </a:p>
          <a:p>
            <a:r>
              <a:rPr lang="en-US" dirty="0"/>
              <a:t>compiler generates parallel code for OCHAN*NSTRIPE MAC operations</a:t>
            </a:r>
          </a:p>
          <a:p>
            <a:r>
              <a:rPr lang="en-US" dirty="0"/>
              <a:t>compiler generates ROM file with the weights</a:t>
            </a:r>
          </a:p>
          <a:p>
            <a:endParaRPr lang="en-US" dirty="0"/>
          </a:p>
        </p:txBody>
      </p:sp>
      <p:sp>
        <p:nvSpPr>
          <p:cNvPr id="4" name="Slide Number Placeholder 3"/>
          <p:cNvSpPr>
            <a:spLocks noGrp="1"/>
          </p:cNvSpPr>
          <p:nvPr>
            <p:ph type="sldNum" sz="quarter" idx="5"/>
          </p:nvPr>
        </p:nvSpPr>
        <p:spPr/>
        <p:txBody>
          <a:bodyPr/>
          <a:lstStyle/>
          <a:p>
            <a:fld id="{402F452C-9E5E-4DCA-977D-10440AA4E640}" type="slidenum">
              <a:rPr lang="en-US" smtClean="0"/>
              <a:t>26</a:t>
            </a:fld>
            <a:endParaRPr lang="en-US"/>
          </a:p>
        </p:txBody>
      </p:sp>
    </p:spTree>
    <p:extLst>
      <p:ext uri="{BB962C8B-B14F-4D97-AF65-F5344CB8AC3E}">
        <p14:creationId xmlns:p14="http://schemas.microsoft.com/office/powerpoint/2010/main" val="12144774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https://www.amazon.com/Yahboom-Raspberry-Omnidirectional-Autopilot-Recognition/dp/B088PRGQJ1/ref=sr_1_24</a:t>
            </a:r>
            <a:endParaRPr lang="en-US" dirty="0"/>
          </a:p>
          <a:p>
            <a:r>
              <a:rPr lang="en-US" dirty="0">
                <a:hlinkClick r:id="rId4"/>
              </a:rPr>
              <a:t>https://www.amazon.com/Yahboom-Robotic-Raspberry-%EF%BC%88DOFBOT-Without/dp/B08T8XG2J6/ref=sr_1_2</a:t>
            </a:r>
            <a:endParaRPr lang="en-US" dirty="0"/>
          </a:p>
          <a:p>
            <a:r>
              <a:rPr lang="en-US" dirty="0">
                <a:hlinkClick r:id="rId5"/>
              </a:rPr>
              <a:t>https://www.amazon.com/LewanSoul-Programmable-Feedback-Parameter-Programming/dp/B0793PFGCY</a:t>
            </a:r>
            <a:endParaRPr lang="en-US" dirty="0"/>
          </a:p>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29</a:t>
            </a:fld>
            <a:endParaRPr lang="en-US"/>
          </a:p>
        </p:txBody>
      </p:sp>
    </p:spTree>
    <p:extLst>
      <p:ext uri="{BB962C8B-B14F-4D97-AF65-F5344CB8AC3E}">
        <p14:creationId xmlns:p14="http://schemas.microsoft.com/office/powerpoint/2010/main" val="19000648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35</a:t>
            </a:fld>
            <a:endParaRPr lang="en-US"/>
          </a:p>
        </p:txBody>
      </p:sp>
    </p:spTree>
    <p:extLst>
      <p:ext uri="{BB962C8B-B14F-4D97-AF65-F5344CB8AC3E}">
        <p14:creationId xmlns:p14="http://schemas.microsoft.com/office/powerpoint/2010/main" val="4262546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37</a:t>
            </a:fld>
            <a:endParaRPr lang="en-US"/>
          </a:p>
        </p:txBody>
      </p:sp>
    </p:spTree>
    <p:extLst>
      <p:ext uri="{BB962C8B-B14F-4D97-AF65-F5344CB8AC3E}">
        <p14:creationId xmlns:p14="http://schemas.microsoft.com/office/powerpoint/2010/main" val="2901260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38</a:t>
            </a:fld>
            <a:endParaRPr lang="en-US"/>
          </a:p>
        </p:txBody>
      </p:sp>
    </p:spTree>
    <p:extLst>
      <p:ext uri="{BB962C8B-B14F-4D97-AF65-F5344CB8AC3E}">
        <p14:creationId xmlns:p14="http://schemas.microsoft.com/office/powerpoint/2010/main" val="4119795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380939F-B360-425D-9F54-0CD5E55BF12F}" type="slidenum">
              <a:rPr lang="en-US" smtClean="0"/>
              <a:t>43</a:t>
            </a:fld>
            <a:endParaRPr lang="en-US"/>
          </a:p>
        </p:txBody>
      </p:sp>
    </p:spTree>
    <p:extLst>
      <p:ext uri="{BB962C8B-B14F-4D97-AF65-F5344CB8AC3E}">
        <p14:creationId xmlns:p14="http://schemas.microsoft.com/office/powerpoint/2010/main" val="35065924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DBD7C-8956-303D-9A78-AAF289C865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DDB2BD2-5BE1-13DB-4F97-639539CED0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C5A67FD-90F4-6DF3-9F8F-860F1D8818F6}"/>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5" name="Footer Placeholder 4">
            <a:extLst>
              <a:ext uri="{FF2B5EF4-FFF2-40B4-BE49-F238E27FC236}">
                <a16:creationId xmlns:a16="http://schemas.microsoft.com/office/drawing/2014/main" id="{74E355EB-2F1D-04EC-FF98-48BBCC3FC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08FCAE-5259-07F1-1355-10C38184D5D3}"/>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9625952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7D6FC-3660-7855-8BA5-86D343F153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CF992E-BB22-D3C8-73CF-149424356E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5A9A82-8B2C-1632-9494-FEFC26E4EB2A}"/>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5" name="Footer Placeholder 4">
            <a:extLst>
              <a:ext uri="{FF2B5EF4-FFF2-40B4-BE49-F238E27FC236}">
                <a16:creationId xmlns:a16="http://schemas.microsoft.com/office/drawing/2014/main" id="{1EAB1687-8CCC-3B9C-59FB-B6F8D1EAD7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EDA4EA-8DF6-34F9-D201-D10B3C2781CE}"/>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476288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3BF28-DF63-5F6D-CD30-3DB77A6578A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3A72CA8-9DCC-5A84-099A-421DB005925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0EBD0A-77FA-F7A4-EDAD-8B35362287A4}"/>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5" name="Footer Placeholder 4">
            <a:extLst>
              <a:ext uri="{FF2B5EF4-FFF2-40B4-BE49-F238E27FC236}">
                <a16:creationId xmlns:a16="http://schemas.microsoft.com/office/drawing/2014/main" id="{5D844B61-743D-B988-9CA2-469E1A5017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98A86-21F2-9093-2C57-FD880C7C99A8}"/>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2368134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D259D-BC5F-B572-5A35-B4468C9ED7A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5F9263-AFD5-E9CD-4E49-13BAAD12757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55D800-6C2D-9922-A9B6-43A98B92D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595416-6773-3180-582F-96A09D38C999}"/>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6" name="Footer Placeholder 5">
            <a:extLst>
              <a:ext uri="{FF2B5EF4-FFF2-40B4-BE49-F238E27FC236}">
                <a16:creationId xmlns:a16="http://schemas.microsoft.com/office/drawing/2014/main" id="{9AA6D45B-2D7A-9986-9E0D-907184E131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A003E4-F1EC-F31A-ED16-BD868DE34EDD}"/>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2588864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41B05-399D-0163-CD5F-3EFF608AA7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D0E7E8-E76E-3FAC-DBC3-4FFE8EF630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DC37CF-0A73-D068-FBFB-95883460E3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DB90C1A-7F16-7501-EF77-FD449D7743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D0F12C-1593-7DA0-6FB3-146572AE35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404FC4-07FE-75B0-41EF-75F32DB2EC4C}"/>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8" name="Footer Placeholder 7">
            <a:extLst>
              <a:ext uri="{FF2B5EF4-FFF2-40B4-BE49-F238E27FC236}">
                <a16:creationId xmlns:a16="http://schemas.microsoft.com/office/drawing/2014/main" id="{6B10A713-707A-F5B1-AB46-DB5845C43B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B88BD6-D95C-D8F2-861E-A28011065259}"/>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2143130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7A3773-B10F-F2C0-D2BD-48B18ECC7E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289429-4714-F92B-773D-D4A5E308EDBA}"/>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4" name="Footer Placeholder 3">
            <a:extLst>
              <a:ext uri="{FF2B5EF4-FFF2-40B4-BE49-F238E27FC236}">
                <a16:creationId xmlns:a16="http://schemas.microsoft.com/office/drawing/2014/main" id="{C79FF537-E5C9-780E-ED09-9AA212DFFD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9590F6-D9A5-FBA1-D9A4-C49330343DED}"/>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2655616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D29873-086A-BC70-CD97-331EF05D09C4}"/>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3" name="Footer Placeholder 2">
            <a:extLst>
              <a:ext uri="{FF2B5EF4-FFF2-40B4-BE49-F238E27FC236}">
                <a16:creationId xmlns:a16="http://schemas.microsoft.com/office/drawing/2014/main" id="{775A4AC3-FCBA-9294-B683-F6C8EA64D9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B8A5A6-D1FE-38DE-403C-BD03AB7231A6}"/>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2782153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16DEA-1461-8601-3CE6-5AA1B4759E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65C3920-0652-5D79-0AFF-350BF2C425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ABB7B-250B-87D4-37D5-005686F3457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BE6E81-785E-FFF8-1B9A-8AD93CAAF160}"/>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6" name="Footer Placeholder 5">
            <a:extLst>
              <a:ext uri="{FF2B5EF4-FFF2-40B4-BE49-F238E27FC236}">
                <a16:creationId xmlns:a16="http://schemas.microsoft.com/office/drawing/2014/main" id="{7FB74AB6-6A40-3E34-4AA1-9E55F8A1CB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C259C0-2FC7-D3FB-57A8-6B74779B76C7}"/>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2452212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F433B-D4DC-BC72-859C-55A526A6CF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23E531-8241-54F8-E571-BF37331223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B1EFAD9-215A-5CED-83D3-70B5D5E2BB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F047D-1614-544A-5B26-0A08532A88FE}"/>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6" name="Footer Placeholder 5">
            <a:extLst>
              <a:ext uri="{FF2B5EF4-FFF2-40B4-BE49-F238E27FC236}">
                <a16:creationId xmlns:a16="http://schemas.microsoft.com/office/drawing/2014/main" id="{F6A41D20-4925-873E-17DC-1F7E53D4F1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7245A6-AD1A-5DDB-14A9-C75CFEC688BF}"/>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3071710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680B2-F2E4-CD15-57DE-7A5D61ABE7C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29EEF0F-E811-519D-DC75-4C6D438DD7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79A9DF-18AA-14C0-90C0-D9CFBC4059E1}"/>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5" name="Footer Placeholder 4">
            <a:extLst>
              <a:ext uri="{FF2B5EF4-FFF2-40B4-BE49-F238E27FC236}">
                <a16:creationId xmlns:a16="http://schemas.microsoft.com/office/drawing/2014/main" id="{5DB0DFF1-2D4F-0C6B-C647-A35B466C48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FA8B4A-65F3-D26B-E527-4F77AB992148}"/>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412312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3E95EE-ECE2-9378-6096-98D6F007E39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71BF3E7-552E-83F2-7C42-D4BBA14E8F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6909F-DED6-39EF-E367-ADDD09EB57BE}"/>
              </a:ext>
            </a:extLst>
          </p:cNvPr>
          <p:cNvSpPr>
            <a:spLocks noGrp="1"/>
          </p:cNvSpPr>
          <p:nvPr>
            <p:ph type="dt" sz="half" idx="10"/>
          </p:nvPr>
        </p:nvSpPr>
        <p:spPr/>
        <p:txBody>
          <a:bodyPr/>
          <a:lstStyle/>
          <a:p>
            <a:fld id="{42F358D1-D6AA-4DFF-99C7-16E5A202DE13}" type="datetimeFigureOut">
              <a:rPr lang="en-US" smtClean="0"/>
              <a:t>12/14/2023</a:t>
            </a:fld>
            <a:endParaRPr lang="en-US"/>
          </a:p>
        </p:txBody>
      </p:sp>
      <p:sp>
        <p:nvSpPr>
          <p:cNvPr id="5" name="Footer Placeholder 4">
            <a:extLst>
              <a:ext uri="{FF2B5EF4-FFF2-40B4-BE49-F238E27FC236}">
                <a16:creationId xmlns:a16="http://schemas.microsoft.com/office/drawing/2014/main" id="{74EB1337-B887-10A3-9FA2-AD5D3FA8EA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9815EF-838E-3B3E-F2B1-B8FAAA67DF04}"/>
              </a:ext>
            </a:extLst>
          </p:cNvPr>
          <p:cNvSpPr>
            <a:spLocks noGrp="1"/>
          </p:cNvSpPr>
          <p:nvPr>
            <p:ph type="sldNum" sz="quarter" idx="12"/>
          </p:nvPr>
        </p:nvSpPr>
        <p:spPr/>
        <p:txBody>
          <a:bodyPr/>
          <a:lstStyle/>
          <a:p>
            <a:fld id="{517D184E-9D4F-46A7-81DC-3DFD5F0CF8B6}" type="slidenum">
              <a:rPr lang="en-US" smtClean="0"/>
              <a:t>‹#›</a:t>
            </a:fld>
            <a:endParaRPr lang="en-US"/>
          </a:p>
        </p:txBody>
      </p:sp>
    </p:spTree>
    <p:extLst>
      <p:ext uri="{BB962C8B-B14F-4D97-AF65-F5344CB8AC3E}">
        <p14:creationId xmlns:p14="http://schemas.microsoft.com/office/powerpoint/2010/main" val="4079827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3512FE-02E6-28B3-0BE0-1EB2C49DC6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3CBCCF-98A4-1F9B-F7AB-9F3C574F41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B215FA-9D79-D6AB-199A-80DB0D2CF53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F358D1-D6AA-4DFF-99C7-16E5A202DE13}" type="datetimeFigureOut">
              <a:rPr lang="en-US" smtClean="0"/>
              <a:t>12/14/2023</a:t>
            </a:fld>
            <a:endParaRPr lang="en-US"/>
          </a:p>
        </p:txBody>
      </p:sp>
      <p:sp>
        <p:nvSpPr>
          <p:cNvPr id="5" name="Footer Placeholder 4">
            <a:extLst>
              <a:ext uri="{FF2B5EF4-FFF2-40B4-BE49-F238E27FC236}">
                <a16:creationId xmlns:a16="http://schemas.microsoft.com/office/drawing/2014/main" id="{5DBD3C7B-C20F-2494-969F-D04EDB4D65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06733C9-E96D-7F4F-0385-F7C0B1AA10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7D184E-9D4F-46A7-81DC-3DFD5F0CF8B6}" type="slidenum">
              <a:rPr lang="en-US" smtClean="0"/>
              <a:t>‹#›</a:t>
            </a:fld>
            <a:endParaRPr lang="en-US"/>
          </a:p>
        </p:txBody>
      </p:sp>
    </p:spTree>
    <p:extLst>
      <p:ext uri="{BB962C8B-B14F-4D97-AF65-F5344CB8AC3E}">
        <p14:creationId xmlns:p14="http://schemas.microsoft.com/office/powerpoint/2010/main" val="3436208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caint.io/" TargetMode="External"/><Relationship Id="rId7" Type="http://schemas.openxmlformats.org/officeDocument/2006/relationships/hyperlink" Target="https://metrology.news/stereo-deflectometry-vision-system-inspects-glossy-parts/"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hyperlink" Target="https://metrology.news/the-future-of-machine-vision-visor-object-ai-sensor/" TargetMode="External"/><Relationship Id="rId5" Type="http://schemas.openxmlformats.org/officeDocument/2006/relationships/hyperlink" Target="https://www.cognex.com/" TargetMode="External"/><Relationship Id="rId4" Type="http://schemas.openxmlformats.org/officeDocument/2006/relationships/hyperlink" Target="https://automation.omron.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arxiv.org/pdf/2002.05709.pdf" TargetMode="External"/><Relationship Id="rId7"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hyperlink" Target="https://arxiv.org/pdf/2203.03580.pdf" TargetMode="External"/><Relationship Id="rId5" Type="http://schemas.openxmlformats.org/officeDocument/2006/relationships/hyperlink" Target="https://arxiv.org/pdf/2104.14294.pdf" TargetMode="External"/><Relationship Id="rId4" Type="http://schemas.openxmlformats.org/officeDocument/2006/relationships/hyperlink" Target="https://arxiv.org/pdf/2006.07733.pdf" TargetMode="External"/><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arxiv.org/pdf/2203.03580.pdf" TargetMode="External"/><Relationship Id="rId3" Type="http://schemas.openxmlformats.org/officeDocument/2006/relationships/hyperlink" Target="https://arxiv.org/pdf/2002.05709.pdf" TargetMode="External"/><Relationship Id="rId7" Type="http://schemas.openxmlformats.org/officeDocument/2006/relationships/hyperlink" Target="https://arxiv.org/pdf/2205.09113.pdf"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hyperlink" Target="https://arxiv.org/pdf/2304.07193.pdf" TargetMode="External"/><Relationship Id="rId11" Type="http://schemas.openxmlformats.org/officeDocument/2006/relationships/image" Target="../media/image6.png"/><Relationship Id="rId5" Type="http://schemas.openxmlformats.org/officeDocument/2006/relationships/hyperlink" Target="https://arxiv.org/pdf/2104.14294.pdf" TargetMode="External"/><Relationship Id="rId10" Type="http://schemas.openxmlformats.org/officeDocument/2006/relationships/image" Target="../media/image5.png"/><Relationship Id="rId4" Type="http://schemas.openxmlformats.org/officeDocument/2006/relationships/hyperlink" Target="https://arxiv.org/pdf/2006.07733.pdf" TargetMode="External"/><Relationship Id="rId9"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arxiv.org/pdf/2108.10904.pdf"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arxiv.org/pdf/2108.10904.pdf"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arxiv.org/pdf/2201.03545.pdf" TargetMode="External"/><Relationship Id="rId2" Type="http://schemas.openxmlformats.org/officeDocument/2006/relationships/hyperlink" Target="https://arxiv.org/pdf/2103.00020.pdf" TargetMode="External"/><Relationship Id="rId1" Type="http://schemas.openxmlformats.org/officeDocument/2006/relationships/slideLayout" Target="../slideLayouts/slideLayout6.xml"/><Relationship Id="rId4" Type="http://schemas.openxmlformats.org/officeDocument/2006/relationships/hyperlink" Target="https://arxiv.org/pdf/2108.10904.pdf"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3" Type="http://schemas.openxmlformats.org/officeDocument/2006/relationships/hyperlink" Target="https://docs.xilinx.com/r/en-US/pg232-mipi-csi2-rx/MIPI-CSI-2-Receiver-Subsystem-Product-Guide" TargetMode="External"/><Relationship Id="rId2" Type="http://schemas.openxmlformats.org/officeDocument/2006/relationships/hyperlink" Target="https://www.xilinx.com/products/intellectual-property/jtag_to_axi_master.html" TargetMode="External"/><Relationship Id="rId1" Type="http://schemas.openxmlformats.org/officeDocument/2006/relationships/slideLayout" Target="../slideLayouts/slideLayout7.xml"/><Relationship Id="rId6" Type="http://schemas.openxmlformats.org/officeDocument/2006/relationships/hyperlink" Target="https://docs.xilinx.com/v/u/en-US/ds768_axi_interconnect" TargetMode="External"/><Relationship Id="rId5" Type="http://schemas.openxmlformats.org/officeDocument/2006/relationships/hyperlink" Target="https://docs.xilinx.com/r/en-US/pg021_axi_dma/AXI-DMA-Register-Address-Map?section=XREF_38966_AXI_DMA_Simple_DMA" TargetMode="External"/><Relationship Id="rId4" Type="http://schemas.openxmlformats.org/officeDocument/2006/relationships/hyperlink" Target="https://docs.xilinx.com/v/u/en-US/pg150-ultrascale-memory-ip"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hyperlink" Target="https://docs.arducam.com/Nvidia-Jetson-Camera/type-and-pinout-mipi-csi-2/" TargetMode="External"/><Relationship Id="rId3" Type="http://schemas.openxmlformats.org/officeDocument/2006/relationships/image" Target="../media/image20.png"/><Relationship Id="rId7" Type="http://schemas.openxmlformats.org/officeDocument/2006/relationships/hyperlink" Target="https://ams.com/en/mira220-nvidia-jetson-nano-evalkit" TargetMode="Externa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hyperlink" Target="https://www.xilinx.com/products/boards-and-kits/1-so55i9.html" TargetMode="External"/><Relationship Id="rId5" Type="http://schemas.openxmlformats.org/officeDocument/2006/relationships/image" Target="../media/image22.png"/><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arxiv.org/pdf/2103.00020.pdf"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www.slamtec.ai/" TargetMode="Externa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s://www.xilinx.com/products/boards-and-kits/1-so55i9.html" TargetMode="External"/><Relationship Id="rId2" Type="http://schemas.openxmlformats.org/officeDocument/2006/relationships/hyperlink" Target="https://www.terasic.com.tw/cgi-bin/page/archive.pl?Language=English&amp;CategoryNo=142&amp;No=1295#contents" TargetMode="Externa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674B7-D664-09A4-71D3-DDA4B3DC2570}"/>
              </a:ext>
            </a:extLst>
          </p:cNvPr>
          <p:cNvSpPr>
            <a:spLocks noGrp="1"/>
          </p:cNvSpPr>
          <p:nvPr>
            <p:ph type="ctrTitle"/>
          </p:nvPr>
        </p:nvSpPr>
        <p:spPr/>
        <p:txBody>
          <a:bodyPr/>
          <a:lstStyle/>
          <a:p>
            <a:r>
              <a:rPr lang="en-US" dirty="0" err="1"/>
              <a:t>NeuVision</a:t>
            </a:r>
            <a:r>
              <a:rPr lang="en-US" dirty="0"/>
              <a:t> Image Encoder</a:t>
            </a:r>
          </a:p>
        </p:txBody>
      </p:sp>
      <p:sp>
        <p:nvSpPr>
          <p:cNvPr id="3" name="Subtitle 2">
            <a:extLst>
              <a:ext uri="{FF2B5EF4-FFF2-40B4-BE49-F238E27FC236}">
                <a16:creationId xmlns:a16="http://schemas.microsoft.com/office/drawing/2014/main" id="{CFD4F7E0-A246-2D1B-22C6-9B49C38F294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975520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1832C18C-7A04-4DB6-DE51-86442A40BEB2}"/>
              </a:ext>
            </a:extLst>
          </p:cNvPr>
          <p:cNvSpPr/>
          <p:nvPr/>
        </p:nvSpPr>
        <p:spPr>
          <a:xfrm>
            <a:off x="4779934" y="2075933"/>
            <a:ext cx="1672281" cy="1229497"/>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US" dirty="0" err="1"/>
              <a:t>NeuVision</a:t>
            </a:r>
            <a:r>
              <a:rPr lang="en-US" dirty="0"/>
              <a:t> Image Encoder</a:t>
            </a:r>
          </a:p>
        </p:txBody>
      </p:sp>
      <p:sp>
        <p:nvSpPr>
          <p:cNvPr id="3" name="Oval 2">
            <a:extLst>
              <a:ext uri="{FF2B5EF4-FFF2-40B4-BE49-F238E27FC236}">
                <a16:creationId xmlns:a16="http://schemas.microsoft.com/office/drawing/2014/main" id="{2C5ECAE3-DD05-A30F-75B5-CE09C897E014}"/>
              </a:ext>
            </a:extLst>
          </p:cNvPr>
          <p:cNvSpPr/>
          <p:nvPr/>
        </p:nvSpPr>
        <p:spPr>
          <a:xfrm>
            <a:off x="2183609" y="494382"/>
            <a:ext cx="1672281"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Image Sensors</a:t>
            </a:r>
          </a:p>
        </p:txBody>
      </p:sp>
      <p:sp>
        <p:nvSpPr>
          <p:cNvPr id="4" name="Oval 3">
            <a:extLst>
              <a:ext uri="{FF2B5EF4-FFF2-40B4-BE49-F238E27FC236}">
                <a16:creationId xmlns:a16="http://schemas.microsoft.com/office/drawing/2014/main" id="{D6E75DEE-67A9-D726-85BD-DF8842B42265}"/>
              </a:ext>
            </a:extLst>
          </p:cNvPr>
          <p:cNvSpPr/>
          <p:nvPr/>
        </p:nvSpPr>
        <p:spPr>
          <a:xfrm>
            <a:off x="7393458" y="221388"/>
            <a:ext cx="1672281"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Robotics</a:t>
            </a:r>
          </a:p>
        </p:txBody>
      </p:sp>
      <p:sp>
        <p:nvSpPr>
          <p:cNvPr id="5" name="Oval 4">
            <a:extLst>
              <a:ext uri="{FF2B5EF4-FFF2-40B4-BE49-F238E27FC236}">
                <a16:creationId xmlns:a16="http://schemas.microsoft.com/office/drawing/2014/main" id="{EDF31553-6160-A718-CB1B-7257AD37E59F}"/>
              </a:ext>
            </a:extLst>
          </p:cNvPr>
          <p:cNvSpPr/>
          <p:nvPr/>
        </p:nvSpPr>
        <p:spPr>
          <a:xfrm>
            <a:off x="8967177" y="2307446"/>
            <a:ext cx="1672281"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AR/VR</a:t>
            </a:r>
          </a:p>
        </p:txBody>
      </p:sp>
      <p:sp>
        <p:nvSpPr>
          <p:cNvPr id="6" name="Oval 5">
            <a:extLst>
              <a:ext uri="{FF2B5EF4-FFF2-40B4-BE49-F238E27FC236}">
                <a16:creationId xmlns:a16="http://schemas.microsoft.com/office/drawing/2014/main" id="{2C361F7E-4886-2559-A426-4C55E0120D8B}"/>
              </a:ext>
            </a:extLst>
          </p:cNvPr>
          <p:cNvSpPr/>
          <p:nvPr/>
        </p:nvSpPr>
        <p:spPr>
          <a:xfrm>
            <a:off x="6610575" y="4234451"/>
            <a:ext cx="2170668"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Industrial Measurement</a:t>
            </a:r>
          </a:p>
        </p:txBody>
      </p:sp>
      <p:sp>
        <p:nvSpPr>
          <p:cNvPr id="7" name="Oval 6">
            <a:extLst>
              <a:ext uri="{FF2B5EF4-FFF2-40B4-BE49-F238E27FC236}">
                <a16:creationId xmlns:a16="http://schemas.microsoft.com/office/drawing/2014/main" id="{E0BF38FF-2ACC-9F2C-20AC-DB5BC4BE0163}"/>
              </a:ext>
            </a:extLst>
          </p:cNvPr>
          <p:cNvSpPr/>
          <p:nvPr/>
        </p:nvSpPr>
        <p:spPr>
          <a:xfrm>
            <a:off x="2183609" y="3871782"/>
            <a:ext cx="2170668" cy="1229497"/>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a:t>Deep Learning Stack</a:t>
            </a:r>
          </a:p>
        </p:txBody>
      </p:sp>
      <p:sp>
        <p:nvSpPr>
          <p:cNvPr id="8" name="TextBox 7">
            <a:extLst>
              <a:ext uri="{FF2B5EF4-FFF2-40B4-BE49-F238E27FC236}">
                <a16:creationId xmlns:a16="http://schemas.microsoft.com/office/drawing/2014/main" id="{44AF985D-26A8-E2ED-81B4-865BB5E4B0E2}"/>
              </a:ext>
            </a:extLst>
          </p:cNvPr>
          <p:cNvSpPr txBox="1"/>
          <p:nvPr/>
        </p:nvSpPr>
        <p:spPr>
          <a:xfrm>
            <a:off x="2326290" y="1783608"/>
            <a:ext cx="1386918" cy="923330"/>
          </a:xfrm>
          <a:prstGeom prst="rect">
            <a:avLst/>
          </a:prstGeom>
          <a:noFill/>
        </p:spPr>
        <p:txBody>
          <a:bodyPr wrap="none" rtlCol="0">
            <a:spAutoFit/>
          </a:bodyPr>
          <a:lstStyle/>
          <a:p>
            <a:r>
              <a:rPr lang="en-US" dirty="0"/>
              <a:t>AMS OSRAM</a:t>
            </a:r>
          </a:p>
          <a:p>
            <a:r>
              <a:rPr lang="en-US" dirty="0" err="1"/>
              <a:t>Onsemi</a:t>
            </a:r>
            <a:endParaRPr lang="en-US" dirty="0"/>
          </a:p>
          <a:p>
            <a:endParaRPr lang="en-US" dirty="0"/>
          </a:p>
        </p:txBody>
      </p:sp>
      <p:sp>
        <p:nvSpPr>
          <p:cNvPr id="9" name="TextBox 8">
            <a:extLst>
              <a:ext uri="{FF2B5EF4-FFF2-40B4-BE49-F238E27FC236}">
                <a16:creationId xmlns:a16="http://schemas.microsoft.com/office/drawing/2014/main" id="{875F0F24-0BDF-F797-A52B-125DE4B81921}"/>
              </a:ext>
            </a:extLst>
          </p:cNvPr>
          <p:cNvSpPr txBox="1"/>
          <p:nvPr/>
        </p:nvSpPr>
        <p:spPr>
          <a:xfrm>
            <a:off x="2537460" y="5169243"/>
            <a:ext cx="1462965" cy="369332"/>
          </a:xfrm>
          <a:prstGeom prst="rect">
            <a:avLst/>
          </a:prstGeom>
          <a:noFill/>
        </p:spPr>
        <p:txBody>
          <a:bodyPr wrap="none" rtlCol="0">
            <a:spAutoFit/>
          </a:bodyPr>
          <a:lstStyle/>
          <a:p>
            <a:r>
              <a:rPr lang="en-US" dirty="0"/>
              <a:t>Google </a:t>
            </a:r>
            <a:r>
              <a:rPr lang="en-US" dirty="0" err="1"/>
              <a:t>TFLite</a:t>
            </a:r>
            <a:endParaRPr lang="en-US" dirty="0"/>
          </a:p>
        </p:txBody>
      </p:sp>
      <p:sp>
        <p:nvSpPr>
          <p:cNvPr id="10" name="TextBox 9">
            <a:extLst>
              <a:ext uri="{FF2B5EF4-FFF2-40B4-BE49-F238E27FC236}">
                <a16:creationId xmlns:a16="http://schemas.microsoft.com/office/drawing/2014/main" id="{8D076BBE-2654-0FEF-F37C-B9A00C0B7FEB}"/>
              </a:ext>
            </a:extLst>
          </p:cNvPr>
          <p:cNvSpPr txBox="1"/>
          <p:nvPr/>
        </p:nvSpPr>
        <p:spPr>
          <a:xfrm>
            <a:off x="10639458" y="2690682"/>
            <a:ext cx="1324530" cy="646331"/>
          </a:xfrm>
          <a:prstGeom prst="rect">
            <a:avLst/>
          </a:prstGeom>
          <a:noFill/>
        </p:spPr>
        <p:txBody>
          <a:bodyPr wrap="none" rtlCol="0">
            <a:spAutoFit/>
          </a:bodyPr>
          <a:lstStyle/>
          <a:p>
            <a:r>
              <a:rPr lang="en-US" i="1" dirty="0"/>
              <a:t>eye tracking</a:t>
            </a:r>
          </a:p>
          <a:p>
            <a:r>
              <a:rPr lang="en-US" i="1" dirty="0"/>
              <a:t>AR overlay</a:t>
            </a:r>
          </a:p>
        </p:txBody>
      </p:sp>
      <p:cxnSp>
        <p:nvCxnSpPr>
          <p:cNvPr id="12" name="Straight Connector 11">
            <a:extLst>
              <a:ext uri="{FF2B5EF4-FFF2-40B4-BE49-F238E27FC236}">
                <a16:creationId xmlns:a16="http://schemas.microsoft.com/office/drawing/2014/main" id="{671CA914-4533-DF36-4ABF-15CD98A1268F}"/>
              </a:ext>
            </a:extLst>
          </p:cNvPr>
          <p:cNvCxnSpPr>
            <a:cxnSpLocks/>
            <a:stCxn id="2" idx="5"/>
            <a:endCxn id="6" idx="1"/>
          </p:cNvCxnSpPr>
          <p:nvPr/>
        </p:nvCxnSpPr>
        <p:spPr>
          <a:xfrm>
            <a:off x="6207315" y="3125374"/>
            <a:ext cx="721147" cy="1289133"/>
          </a:xfrm>
          <a:prstGeom prst="line">
            <a:avLst/>
          </a:prstGeom>
          <a:ln w="12700">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65B7BAA-049B-2371-8915-E117E3E73C1B}"/>
              </a:ext>
            </a:extLst>
          </p:cNvPr>
          <p:cNvCxnSpPr>
            <a:cxnSpLocks/>
            <a:stCxn id="2" idx="6"/>
            <a:endCxn id="5" idx="2"/>
          </p:cNvCxnSpPr>
          <p:nvPr/>
        </p:nvCxnSpPr>
        <p:spPr>
          <a:xfrm>
            <a:off x="6452215" y="2690682"/>
            <a:ext cx="2514962" cy="231513"/>
          </a:xfrm>
          <a:prstGeom prst="line">
            <a:avLst/>
          </a:prstGeom>
          <a:ln w="12700">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91AB84D-39B6-A833-E25E-EF293A0C3806}"/>
              </a:ext>
            </a:extLst>
          </p:cNvPr>
          <p:cNvCxnSpPr>
            <a:cxnSpLocks/>
            <a:stCxn id="2" idx="7"/>
            <a:endCxn id="4" idx="3"/>
          </p:cNvCxnSpPr>
          <p:nvPr/>
        </p:nvCxnSpPr>
        <p:spPr>
          <a:xfrm flipV="1">
            <a:off x="6207315" y="1270829"/>
            <a:ext cx="1431043" cy="985160"/>
          </a:xfrm>
          <a:prstGeom prst="line">
            <a:avLst/>
          </a:prstGeom>
          <a:ln w="12700">
            <a:headEnd type="non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DF71962-BE1D-AA72-A328-06A02FF2F029}"/>
              </a:ext>
            </a:extLst>
          </p:cNvPr>
          <p:cNvCxnSpPr>
            <a:cxnSpLocks/>
            <a:stCxn id="2" idx="1"/>
            <a:endCxn id="3" idx="5"/>
          </p:cNvCxnSpPr>
          <p:nvPr/>
        </p:nvCxnSpPr>
        <p:spPr>
          <a:xfrm flipH="1" flipV="1">
            <a:off x="3610990" y="1543823"/>
            <a:ext cx="1413844" cy="712166"/>
          </a:xfrm>
          <a:prstGeom prst="line">
            <a:avLst/>
          </a:prstGeom>
          <a:ln w="12700">
            <a:headEnd type="triangle" w="lg" len="lg"/>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0FC4F1E-11E8-2AED-0A7E-AF9DF0FAB53A}"/>
              </a:ext>
            </a:extLst>
          </p:cNvPr>
          <p:cNvCxnSpPr>
            <a:cxnSpLocks/>
            <a:stCxn id="2" idx="3"/>
            <a:endCxn id="7" idx="7"/>
          </p:cNvCxnSpPr>
          <p:nvPr/>
        </p:nvCxnSpPr>
        <p:spPr>
          <a:xfrm flipH="1">
            <a:off x="4036390" y="3125374"/>
            <a:ext cx="988444" cy="926464"/>
          </a:xfrm>
          <a:prstGeom prst="line">
            <a:avLst/>
          </a:prstGeom>
          <a:ln w="12700">
            <a:headEnd type="triangle" w="lg" len="lg"/>
            <a:tailEnd type="none" w="med" len="med"/>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395A8D91-8577-5B8B-C02E-7C373783125D}"/>
              </a:ext>
            </a:extLst>
          </p:cNvPr>
          <p:cNvSpPr txBox="1"/>
          <p:nvPr/>
        </p:nvSpPr>
        <p:spPr>
          <a:xfrm>
            <a:off x="95231" y="4301864"/>
            <a:ext cx="2076018" cy="369332"/>
          </a:xfrm>
          <a:prstGeom prst="rect">
            <a:avLst/>
          </a:prstGeom>
          <a:noFill/>
        </p:spPr>
        <p:txBody>
          <a:bodyPr wrap="none" rtlCol="0">
            <a:spAutoFit/>
          </a:bodyPr>
          <a:lstStyle/>
          <a:p>
            <a:r>
              <a:rPr lang="en-US" i="1" dirty="0"/>
              <a:t>integer quantization</a:t>
            </a:r>
          </a:p>
        </p:txBody>
      </p:sp>
      <p:sp>
        <p:nvSpPr>
          <p:cNvPr id="33" name="TextBox 32">
            <a:extLst>
              <a:ext uri="{FF2B5EF4-FFF2-40B4-BE49-F238E27FC236}">
                <a16:creationId xmlns:a16="http://schemas.microsoft.com/office/drawing/2014/main" id="{FC2AAB90-E0FB-640B-1A47-6237008D4407}"/>
              </a:ext>
            </a:extLst>
          </p:cNvPr>
          <p:cNvSpPr txBox="1"/>
          <p:nvPr/>
        </p:nvSpPr>
        <p:spPr>
          <a:xfrm>
            <a:off x="7518942" y="1506609"/>
            <a:ext cx="2002581" cy="646331"/>
          </a:xfrm>
          <a:prstGeom prst="rect">
            <a:avLst/>
          </a:prstGeom>
          <a:noFill/>
        </p:spPr>
        <p:txBody>
          <a:bodyPr wrap="square">
            <a:spAutoFit/>
          </a:bodyPr>
          <a:lstStyle/>
          <a:p>
            <a:r>
              <a:rPr lang="en-US" dirty="0">
                <a:hlinkClick r:id="rId3"/>
              </a:rPr>
              <a:t>Cambrian Robotics</a:t>
            </a:r>
            <a:endParaRPr lang="en-US" dirty="0"/>
          </a:p>
          <a:p>
            <a:r>
              <a:rPr lang="en-US" dirty="0">
                <a:hlinkClick r:id="rId4"/>
              </a:rPr>
              <a:t>Omron Automation</a:t>
            </a:r>
            <a:endParaRPr lang="en-US" dirty="0"/>
          </a:p>
        </p:txBody>
      </p:sp>
      <p:sp>
        <p:nvSpPr>
          <p:cNvPr id="34" name="TextBox 33">
            <a:extLst>
              <a:ext uri="{FF2B5EF4-FFF2-40B4-BE49-F238E27FC236}">
                <a16:creationId xmlns:a16="http://schemas.microsoft.com/office/drawing/2014/main" id="{93000064-B873-7A9D-2ED1-A427519F36E8}"/>
              </a:ext>
            </a:extLst>
          </p:cNvPr>
          <p:cNvSpPr txBox="1"/>
          <p:nvPr/>
        </p:nvSpPr>
        <p:spPr>
          <a:xfrm>
            <a:off x="7108962" y="5557660"/>
            <a:ext cx="1710725" cy="923330"/>
          </a:xfrm>
          <a:prstGeom prst="rect">
            <a:avLst/>
          </a:prstGeom>
          <a:noFill/>
        </p:spPr>
        <p:txBody>
          <a:bodyPr wrap="none" rtlCol="0">
            <a:spAutoFit/>
          </a:bodyPr>
          <a:lstStyle/>
          <a:p>
            <a:r>
              <a:rPr lang="en-US" dirty="0">
                <a:hlinkClick r:id="rId5"/>
              </a:rPr>
              <a:t>Cognex</a:t>
            </a:r>
            <a:endParaRPr lang="en-US" dirty="0"/>
          </a:p>
          <a:p>
            <a:r>
              <a:rPr lang="en-US" dirty="0" err="1">
                <a:hlinkClick r:id="rId6"/>
              </a:rPr>
              <a:t>Sensopart</a:t>
            </a:r>
            <a:endParaRPr lang="en-US" dirty="0"/>
          </a:p>
          <a:p>
            <a:r>
              <a:rPr lang="en-US" dirty="0" err="1">
                <a:hlinkClick r:id="rId7"/>
              </a:rPr>
              <a:t>Helmee</a:t>
            </a:r>
            <a:r>
              <a:rPr lang="en-US" dirty="0">
                <a:hlinkClick r:id="rId7"/>
              </a:rPr>
              <a:t> Imaging</a:t>
            </a:r>
            <a:endParaRPr lang="en-US" dirty="0"/>
          </a:p>
        </p:txBody>
      </p:sp>
    </p:spTree>
    <p:extLst>
      <p:ext uri="{BB962C8B-B14F-4D97-AF65-F5344CB8AC3E}">
        <p14:creationId xmlns:p14="http://schemas.microsoft.com/office/powerpoint/2010/main" val="3793830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7EF9B7D7-95E3-A5DE-227A-D5C6F63C8ABA}"/>
              </a:ext>
            </a:extLst>
          </p:cNvPr>
          <p:cNvSpPr/>
          <p:nvPr/>
        </p:nvSpPr>
        <p:spPr>
          <a:xfrm>
            <a:off x="1652124" y="1606223"/>
            <a:ext cx="7255933" cy="2472129"/>
          </a:xfrm>
          <a:custGeom>
            <a:avLst/>
            <a:gdLst>
              <a:gd name="connsiteX0" fmla="*/ 0 w 7255933"/>
              <a:gd name="connsiteY0" fmla="*/ 0 h 2472129"/>
              <a:gd name="connsiteX1" fmla="*/ 441952 w 7255933"/>
              <a:gd name="connsiteY1" fmla="*/ 0 h 2472129"/>
              <a:gd name="connsiteX2" fmla="*/ 1101583 w 7255933"/>
              <a:gd name="connsiteY2" fmla="*/ 0 h 2472129"/>
              <a:gd name="connsiteX3" fmla="*/ 1688653 w 7255933"/>
              <a:gd name="connsiteY3" fmla="*/ 0 h 2472129"/>
              <a:gd name="connsiteX4" fmla="*/ 2203165 w 7255933"/>
              <a:gd name="connsiteY4" fmla="*/ 0 h 2472129"/>
              <a:gd name="connsiteX5" fmla="*/ 2790236 w 7255933"/>
              <a:gd name="connsiteY5" fmla="*/ 0 h 2472129"/>
              <a:gd name="connsiteX6" fmla="*/ 3232188 w 7255933"/>
              <a:gd name="connsiteY6" fmla="*/ 0 h 2472129"/>
              <a:gd name="connsiteX7" fmla="*/ 3674141 w 7255933"/>
              <a:gd name="connsiteY7" fmla="*/ 0 h 2472129"/>
              <a:gd name="connsiteX8" fmla="*/ 4406330 w 7255933"/>
              <a:gd name="connsiteY8" fmla="*/ 0 h 2472129"/>
              <a:gd name="connsiteX9" fmla="*/ 4920842 w 7255933"/>
              <a:gd name="connsiteY9" fmla="*/ 0 h 2472129"/>
              <a:gd name="connsiteX10" fmla="*/ 5653031 w 7255933"/>
              <a:gd name="connsiteY10" fmla="*/ 0 h 2472129"/>
              <a:gd name="connsiteX11" fmla="*/ 6240102 w 7255933"/>
              <a:gd name="connsiteY11" fmla="*/ 0 h 2472129"/>
              <a:gd name="connsiteX12" fmla="*/ 7255933 w 7255933"/>
              <a:gd name="connsiteY12" fmla="*/ 0 h 2472129"/>
              <a:gd name="connsiteX13" fmla="*/ 7255933 w 7255933"/>
              <a:gd name="connsiteY13" fmla="*/ 568590 h 2472129"/>
              <a:gd name="connsiteX14" fmla="*/ 7255933 w 7255933"/>
              <a:gd name="connsiteY14" fmla="*/ 1236065 h 2472129"/>
              <a:gd name="connsiteX15" fmla="*/ 7255933 w 7255933"/>
              <a:gd name="connsiteY15" fmla="*/ 1829375 h 2472129"/>
              <a:gd name="connsiteX16" fmla="*/ 7255933 w 7255933"/>
              <a:gd name="connsiteY16" fmla="*/ 2472129 h 2472129"/>
              <a:gd name="connsiteX17" fmla="*/ 6523743 w 7255933"/>
              <a:gd name="connsiteY17" fmla="*/ 2472129 h 2472129"/>
              <a:gd name="connsiteX18" fmla="*/ 5718994 w 7255933"/>
              <a:gd name="connsiteY18" fmla="*/ 2472129 h 2472129"/>
              <a:gd name="connsiteX19" fmla="*/ 5059364 w 7255933"/>
              <a:gd name="connsiteY19" fmla="*/ 2472129 h 2472129"/>
              <a:gd name="connsiteX20" fmla="*/ 4399734 w 7255933"/>
              <a:gd name="connsiteY20" fmla="*/ 2472129 h 2472129"/>
              <a:gd name="connsiteX21" fmla="*/ 3812663 w 7255933"/>
              <a:gd name="connsiteY21" fmla="*/ 2472129 h 2472129"/>
              <a:gd name="connsiteX22" fmla="*/ 3298151 w 7255933"/>
              <a:gd name="connsiteY22" fmla="*/ 2472129 h 2472129"/>
              <a:gd name="connsiteX23" fmla="*/ 2493402 w 7255933"/>
              <a:gd name="connsiteY23" fmla="*/ 2472129 h 2472129"/>
              <a:gd name="connsiteX24" fmla="*/ 1761213 w 7255933"/>
              <a:gd name="connsiteY24" fmla="*/ 2472129 h 2472129"/>
              <a:gd name="connsiteX25" fmla="*/ 1174142 w 7255933"/>
              <a:gd name="connsiteY25" fmla="*/ 2472129 h 2472129"/>
              <a:gd name="connsiteX26" fmla="*/ 0 w 7255933"/>
              <a:gd name="connsiteY26" fmla="*/ 2472129 h 2472129"/>
              <a:gd name="connsiteX27" fmla="*/ 0 w 7255933"/>
              <a:gd name="connsiteY27" fmla="*/ 1829375 h 2472129"/>
              <a:gd name="connsiteX28" fmla="*/ 0 w 7255933"/>
              <a:gd name="connsiteY28" fmla="*/ 1260786 h 2472129"/>
              <a:gd name="connsiteX29" fmla="*/ 0 w 7255933"/>
              <a:gd name="connsiteY29" fmla="*/ 667475 h 2472129"/>
              <a:gd name="connsiteX30" fmla="*/ 0 w 7255933"/>
              <a:gd name="connsiteY30" fmla="*/ 0 h 2472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7255933" h="2472129" extrusionOk="0">
                <a:moveTo>
                  <a:pt x="0" y="0"/>
                </a:moveTo>
                <a:cubicBezTo>
                  <a:pt x="167006" y="11111"/>
                  <a:pt x="251138" y="-18848"/>
                  <a:pt x="441952" y="0"/>
                </a:cubicBezTo>
                <a:cubicBezTo>
                  <a:pt x="632766" y="18848"/>
                  <a:pt x="964674" y="28675"/>
                  <a:pt x="1101583" y="0"/>
                </a:cubicBezTo>
                <a:cubicBezTo>
                  <a:pt x="1238492" y="-28675"/>
                  <a:pt x="1491487" y="-1408"/>
                  <a:pt x="1688653" y="0"/>
                </a:cubicBezTo>
                <a:cubicBezTo>
                  <a:pt x="1885819" y="1408"/>
                  <a:pt x="2038739" y="19322"/>
                  <a:pt x="2203165" y="0"/>
                </a:cubicBezTo>
                <a:cubicBezTo>
                  <a:pt x="2367591" y="-19322"/>
                  <a:pt x="2647152" y="-11948"/>
                  <a:pt x="2790236" y="0"/>
                </a:cubicBezTo>
                <a:cubicBezTo>
                  <a:pt x="2933320" y="11948"/>
                  <a:pt x="3101956" y="16143"/>
                  <a:pt x="3232188" y="0"/>
                </a:cubicBezTo>
                <a:cubicBezTo>
                  <a:pt x="3362420" y="-16143"/>
                  <a:pt x="3534144" y="16251"/>
                  <a:pt x="3674141" y="0"/>
                </a:cubicBezTo>
                <a:cubicBezTo>
                  <a:pt x="3814138" y="-16251"/>
                  <a:pt x="4166219" y="29529"/>
                  <a:pt x="4406330" y="0"/>
                </a:cubicBezTo>
                <a:cubicBezTo>
                  <a:pt x="4646441" y="-29529"/>
                  <a:pt x="4773219" y="-8047"/>
                  <a:pt x="4920842" y="0"/>
                </a:cubicBezTo>
                <a:cubicBezTo>
                  <a:pt x="5068465" y="8047"/>
                  <a:pt x="5347426" y="-22971"/>
                  <a:pt x="5653031" y="0"/>
                </a:cubicBezTo>
                <a:cubicBezTo>
                  <a:pt x="5958636" y="22971"/>
                  <a:pt x="6000928" y="17528"/>
                  <a:pt x="6240102" y="0"/>
                </a:cubicBezTo>
                <a:cubicBezTo>
                  <a:pt x="6479276" y="-17528"/>
                  <a:pt x="6768494" y="30172"/>
                  <a:pt x="7255933" y="0"/>
                </a:cubicBezTo>
                <a:cubicBezTo>
                  <a:pt x="7229546" y="234953"/>
                  <a:pt x="7242702" y="297810"/>
                  <a:pt x="7255933" y="568590"/>
                </a:cubicBezTo>
                <a:cubicBezTo>
                  <a:pt x="7269165" y="839370"/>
                  <a:pt x="7253805" y="1095657"/>
                  <a:pt x="7255933" y="1236065"/>
                </a:cubicBezTo>
                <a:cubicBezTo>
                  <a:pt x="7258061" y="1376474"/>
                  <a:pt x="7274075" y="1549257"/>
                  <a:pt x="7255933" y="1829375"/>
                </a:cubicBezTo>
                <a:cubicBezTo>
                  <a:pt x="7237792" y="2109493"/>
                  <a:pt x="7250043" y="2311669"/>
                  <a:pt x="7255933" y="2472129"/>
                </a:cubicBezTo>
                <a:cubicBezTo>
                  <a:pt x="6900874" y="2468037"/>
                  <a:pt x="6772837" y="2443155"/>
                  <a:pt x="6523743" y="2472129"/>
                </a:cubicBezTo>
                <a:cubicBezTo>
                  <a:pt x="6274649" y="2501104"/>
                  <a:pt x="6116257" y="2498326"/>
                  <a:pt x="5718994" y="2472129"/>
                </a:cubicBezTo>
                <a:cubicBezTo>
                  <a:pt x="5321731" y="2445932"/>
                  <a:pt x="5192234" y="2464434"/>
                  <a:pt x="5059364" y="2472129"/>
                </a:cubicBezTo>
                <a:cubicBezTo>
                  <a:pt x="4926494" y="2479825"/>
                  <a:pt x="4571150" y="2490226"/>
                  <a:pt x="4399734" y="2472129"/>
                </a:cubicBezTo>
                <a:cubicBezTo>
                  <a:pt x="4228318" y="2454033"/>
                  <a:pt x="3990683" y="2480199"/>
                  <a:pt x="3812663" y="2472129"/>
                </a:cubicBezTo>
                <a:cubicBezTo>
                  <a:pt x="3634643" y="2464059"/>
                  <a:pt x="3540819" y="2473308"/>
                  <a:pt x="3298151" y="2472129"/>
                </a:cubicBezTo>
                <a:cubicBezTo>
                  <a:pt x="3055483" y="2470950"/>
                  <a:pt x="2817910" y="2451445"/>
                  <a:pt x="2493402" y="2472129"/>
                </a:cubicBezTo>
                <a:cubicBezTo>
                  <a:pt x="2168894" y="2492813"/>
                  <a:pt x="2054325" y="2452165"/>
                  <a:pt x="1761213" y="2472129"/>
                </a:cubicBezTo>
                <a:cubicBezTo>
                  <a:pt x="1468101" y="2492093"/>
                  <a:pt x="1466722" y="2472699"/>
                  <a:pt x="1174142" y="2472129"/>
                </a:cubicBezTo>
                <a:cubicBezTo>
                  <a:pt x="881562" y="2471559"/>
                  <a:pt x="445541" y="2473098"/>
                  <a:pt x="0" y="2472129"/>
                </a:cubicBezTo>
                <a:cubicBezTo>
                  <a:pt x="26616" y="2311587"/>
                  <a:pt x="15455" y="2005525"/>
                  <a:pt x="0" y="1829375"/>
                </a:cubicBezTo>
                <a:cubicBezTo>
                  <a:pt x="-15455" y="1653225"/>
                  <a:pt x="-16146" y="1386890"/>
                  <a:pt x="0" y="1260786"/>
                </a:cubicBezTo>
                <a:cubicBezTo>
                  <a:pt x="16146" y="1134682"/>
                  <a:pt x="-21954" y="830451"/>
                  <a:pt x="0" y="667475"/>
                </a:cubicBezTo>
                <a:cubicBezTo>
                  <a:pt x="21954" y="504499"/>
                  <a:pt x="3072" y="215089"/>
                  <a:pt x="0" y="0"/>
                </a:cubicBezTo>
                <a:close/>
              </a:path>
            </a:pathLst>
          </a:custGeom>
          <a:noFill/>
          <a:ln w="12700">
            <a:solidFill>
              <a:schemeClr val="tx1"/>
            </a:solidFill>
            <a:prstDash val="solid"/>
            <a:extLst>
              <a:ext uri="{C807C97D-BFC1-408E-A445-0C87EB9F89A2}">
                <ask:lineSketchStyleProps xmlns:ask="http://schemas.microsoft.com/office/drawing/2018/sketchyshapes" sd="3210636421">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D22A738-5C84-865E-3745-697FD86A2923}"/>
              </a:ext>
            </a:extLst>
          </p:cNvPr>
          <p:cNvSpPr/>
          <p:nvPr/>
        </p:nvSpPr>
        <p:spPr>
          <a:xfrm>
            <a:off x="303665" y="5047853"/>
            <a:ext cx="8604391" cy="148719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453F3-AA70-3C4D-DD8F-29397295FBDE}"/>
              </a:ext>
            </a:extLst>
          </p:cNvPr>
          <p:cNvSpPr>
            <a:spLocks noGrp="1"/>
          </p:cNvSpPr>
          <p:nvPr>
            <p:ph type="title"/>
          </p:nvPr>
        </p:nvSpPr>
        <p:spPr>
          <a:xfrm>
            <a:off x="838200" y="60389"/>
            <a:ext cx="10515600" cy="1325563"/>
          </a:xfrm>
        </p:spPr>
        <p:txBody>
          <a:bodyPr/>
          <a:lstStyle/>
          <a:p>
            <a:r>
              <a:rPr lang="en-US" dirty="0" err="1"/>
              <a:t>NeuVision</a:t>
            </a:r>
            <a:r>
              <a:rPr lang="en-US" dirty="0"/>
              <a:t> Image Encoder Concept</a:t>
            </a:r>
          </a:p>
        </p:txBody>
      </p:sp>
      <p:sp>
        <p:nvSpPr>
          <p:cNvPr id="4" name="TextBox 3">
            <a:extLst>
              <a:ext uri="{FF2B5EF4-FFF2-40B4-BE49-F238E27FC236}">
                <a16:creationId xmlns:a16="http://schemas.microsoft.com/office/drawing/2014/main" id="{C75FDB22-2081-FE99-9FFE-7DBDB5388C68}"/>
              </a:ext>
            </a:extLst>
          </p:cNvPr>
          <p:cNvSpPr txBox="1"/>
          <p:nvPr/>
        </p:nvSpPr>
        <p:spPr>
          <a:xfrm>
            <a:off x="326725" y="5047853"/>
            <a:ext cx="2303644" cy="1477328"/>
          </a:xfrm>
          <a:prstGeom prst="rect">
            <a:avLst/>
          </a:prstGeom>
          <a:noFill/>
        </p:spPr>
        <p:txBody>
          <a:bodyPr wrap="none" rtlCol="0">
            <a:spAutoFit/>
          </a:bodyPr>
          <a:lstStyle/>
          <a:p>
            <a:r>
              <a:rPr lang="en-US" b="1" dirty="0"/>
              <a:t>MIPI</a:t>
            </a:r>
          </a:p>
          <a:p>
            <a:r>
              <a:rPr lang="en-US" dirty="0"/>
              <a:t>1600x1400 RGB pixels</a:t>
            </a:r>
          </a:p>
          <a:p>
            <a:r>
              <a:rPr lang="en-US" dirty="0"/>
              <a:t>12 bits/pixel</a:t>
            </a:r>
          </a:p>
          <a:p>
            <a:r>
              <a:rPr lang="en-US" dirty="0"/>
              <a:t>30 frames/s</a:t>
            </a:r>
          </a:p>
          <a:p>
            <a:r>
              <a:rPr lang="en-US" dirty="0"/>
              <a:t>= 2.42 Gb/s</a:t>
            </a:r>
          </a:p>
        </p:txBody>
      </p:sp>
      <p:sp>
        <p:nvSpPr>
          <p:cNvPr id="5" name="TextBox 4">
            <a:extLst>
              <a:ext uri="{FF2B5EF4-FFF2-40B4-BE49-F238E27FC236}">
                <a16:creationId xmlns:a16="http://schemas.microsoft.com/office/drawing/2014/main" id="{365D923A-B4BD-2BF3-DAF6-187F6D0FD2A7}"/>
              </a:ext>
            </a:extLst>
          </p:cNvPr>
          <p:cNvSpPr txBox="1"/>
          <p:nvPr/>
        </p:nvSpPr>
        <p:spPr>
          <a:xfrm>
            <a:off x="4450178" y="5047853"/>
            <a:ext cx="2104843" cy="1477328"/>
          </a:xfrm>
          <a:prstGeom prst="rect">
            <a:avLst/>
          </a:prstGeom>
          <a:noFill/>
        </p:spPr>
        <p:txBody>
          <a:bodyPr wrap="square" rtlCol="0">
            <a:spAutoFit/>
          </a:bodyPr>
          <a:lstStyle/>
          <a:p>
            <a:r>
              <a:rPr lang="en-US" b="1" dirty="0"/>
              <a:t>USB</a:t>
            </a:r>
          </a:p>
          <a:p>
            <a:r>
              <a:rPr lang="en-US" dirty="0"/>
              <a:t>[14,18,512] features</a:t>
            </a:r>
          </a:p>
          <a:p>
            <a:r>
              <a:rPr lang="en-US" dirty="0"/>
              <a:t>16 bits/feature</a:t>
            </a:r>
          </a:p>
          <a:p>
            <a:r>
              <a:rPr lang="en-US" dirty="0"/>
              <a:t>30 frames/s</a:t>
            </a:r>
          </a:p>
          <a:p>
            <a:r>
              <a:rPr lang="en-US" dirty="0"/>
              <a:t>= 62 Mb/s</a:t>
            </a:r>
          </a:p>
        </p:txBody>
      </p:sp>
      <p:sp>
        <p:nvSpPr>
          <p:cNvPr id="10" name="Arrow: Right 9">
            <a:extLst>
              <a:ext uri="{FF2B5EF4-FFF2-40B4-BE49-F238E27FC236}">
                <a16:creationId xmlns:a16="http://schemas.microsoft.com/office/drawing/2014/main" id="{05EE4481-36E2-4755-2BF5-E3362FB37B8E}"/>
              </a:ext>
            </a:extLst>
          </p:cNvPr>
          <p:cNvSpPr/>
          <p:nvPr/>
        </p:nvSpPr>
        <p:spPr>
          <a:xfrm>
            <a:off x="2839294" y="5155812"/>
            <a:ext cx="1337981" cy="4857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C7A1039-4D0F-BFE6-8528-65C9D212E3D7}"/>
              </a:ext>
            </a:extLst>
          </p:cNvPr>
          <p:cNvSpPr txBox="1"/>
          <p:nvPr/>
        </p:nvSpPr>
        <p:spPr>
          <a:xfrm>
            <a:off x="2769129" y="5641587"/>
            <a:ext cx="1394421" cy="646331"/>
          </a:xfrm>
          <a:prstGeom prst="rect">
            <a:avLst/>
          </a:prstGeom>
          <a:noFill/>
        </p:spPr>
        <p:txBody>
          <a:bodyPr wrap="none" rtlCol="0">
            <a:spAutoFit/>
          </a:bodyPr>
          <a:lstStyle/>
          <a:p>
            <a:pPr algn="ctr"/>
            <a:r>
              <a:rPr lang="en-US" b="1" dirty="0"/>
              <a:t>30X</a:t>
            </a:r>
          </a:p>
          <a:p>
            <a:pPr algn="ctr"/>
            <a:r>
              <a:rPr lang="en-US" b="1" dirty="0"/>
              <a:t>compression</a:t>
            </a:r>
          </a:p>
        </p:txBody>
      </p:sp>
      <p:sp>
        <p:nvSpPr>
          <p:cNvPr id="48" name="Flowchart: Direct Access Storage 47">
            <a:extLst>
              <a:ext uri="{FF2B5EF4-FFF2-40B4-BE49-F238E27FC236}">
                <a16:creationId xmlns:a16="http://schemas.microsoft.com/office/drawing/2014/main" id="{C6B41A42-AC9F-BAB3-662C-7317B811F0E7}"/>
              </a:ext>
            </a:extLst>
          </p:cNvPr>
          <p:cNvSpPr/>
          <p:nvPr/>
        </p:nvSpPr>
        <p:spPr>
          <a:xfrm flipH="1">
            <a:off x="588057" y="232764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3DDC73B3-2686-A5B4-C305-5747085D13D7}"/>
              </a:ext>
            </a:extLst>
          </p:cNvPr>
          <p:cNvSpPr txBox="1"/>
          <p:nvPr/>
        </p:nvSpPr>
        <p:spPr>
          <a:xfrm>
            <a:off x="1063936" y="2159941"/>
            <a:ext cx="582211" cy="338554"/>
          </a:xfrm>
          <a:prstGeom prst="rect">
            <a:avLst/>
          </a:prstGeom>
          <a:noFill/>
        </p:spPr>
        <p:txBody>
          <a:bodyPr wrap="none" rtlCol="0">
            <a:spAutoFit/>
          </a:bodyPr>
          <a:lstStyle/>
          <a:p>
            <a:r>
              <a:rPr lang="en-US" sz="1600" dirty="0"/>
              <a:t>MIPI</a:t>
            </a:r>
          </a:p>
        </p:txBody>
      </p:sp>
      <p:sp>
        <p:nvSpPr>
          <p:cNvPr id="79" name="TextBox 78">
            <a:extLst>
              <a:ext uri="{FF2B5EF4-FFF2-40B4-BE49-F238E27FC236}">
                <a16:creationId xmlns:a16="http://schemas.microsoft.com/office/drawing/2014/main" id="{1B894546-9408-A5CA-2393-C73F03C5447E}"/>
              </a:ext>
            </a:extLst>
          </p:cNvPr>
          <p:cNvSpPr txBox="1"/>
          <p:nvPr/>
        </p:nvSpPr>
        <p:spPr>
          <a:xfrm>
            <a:off x="1652124" y="2114544"/>
            <a:ext cx="1494320" cy="369332"/>
          </a:xfrm>
          <a:prstGeom prst="rect">
            <a:avLst/>
          </a:prstGeom>
          <a:noFill/>
        </p:spPr>
        <p:txBody>
          <a:bodyPr wrap="none" rtlCol="0">
            <a:spAutoFit/>
          </a:bodyPr>
          <a:lstStyle/>
          <a:p>
            <a:r>
              <a:rPr lang="en-US" dirty="0"/>
              <a:t>[1400,1600,3]</a:t>
            </a:r>
          </a:p>
        </p:txBody>
      </p:sp>
      <p:cxnSp>
        <p:nvCxnSpPr>
          <p:cNvPr id="82" name="Straight Arrow Connector 81">
            <a:extLst>
              <a:ext uri="{FF2B5EF4-FFF2-40B4-BE49-F238E27FC236}">
                <a16:creationId xmlns:a16="http://schemas.microsoft.com/office/drawing/2014/main" id="{E212AC0E-DF84-BE0A-ADBD-EDECB81889EE}"/>
              </a:ext>
            </a:extLst>
          </p:cNvPr>
          <p:cNvCxnSpPr>
            <a:cxnSpLocks/>
            <a:stCxn id="40" idx="0"/>
          </p:cNvCxnSpPr>
          <p:nvPr/>
        </p:nvCxnSpPr>
        <p:spPr>
          <a:xfrm>
            <a:off x="8575120" y="2592559"/>
            <a:ext cx="1200061"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A753D280-D853-2DAF-7604-EB7A6DC92D5A}"/>
              </a:ext>
            </a:extLst>
          </p:cNvPr>
          <p:cNvSpPr txBox="1"/>
          <p:nvPr/>
        </p:nvSpPr>
        <p:spPr>
          <a:xfrm>
            <a:off x="8930606" y="2256755"/>
            <a:ext cx="627095" cy="338554"/>
          </a:xfrm>
          <a:prstGeom prst="rect">
            <a:avLst/>
          </a:prstGeom>
          <a:noFill/>
        </p:spPr>
        <p:txBody>
          <a:bodyPr wrap="none" rtlCol="0">
            <a:spAutoFit/>
          </a:bodyPr>
          <a:lstStyle/>
          <a:p>
            <a:r>
              <a:rPr lang="en-US" sz="1600" dirty="0"/>
              <a:t>USB2</a:t>
            </a:r>
          </a:p>
        </p:txBody>
      </p:sp>
      <p:sp>
        <p:nvSpPr>
          <p:cNvPr id="84" name="TextBox 83">
            <a:extLst>
              <a:ext uri="{FF2B5EF4-FFF2-40B4-BE49-F238E27FC236}">
                <a16:creationId xmlns:a16="http://schemas.microsoft.com/office/drawing/2014/main" id="{C1810739-B938-7208-7BBE-ADFE0CD6549F}"/>
              </a:ext>
            </a:extLst>
          </p:cNvPr>
          <p:cNvSpPr txBox="1"/>
          <p:nvPr/>
        </p:nvSpPr>
        <p:spPr>
          <a:xfrm>
            <a:off x="6105864" y="2095307"/>
            <a:ext cx="1260281" cy="369332"/>
          </a:xfrm>
          <a:prstGeom prst="rect">
            <a:avLst/>
          </a:prstGeom>
          <a:noFill/>
        </p:spPr>
        <p:txBody>
          <a:bodyPr wrap="none" rtlCol="0">
            <a:spAutoFit/>
          </a:bodyPr>
          <a:lstStyle/>
          <a:p>
            <a:r>
              <a:rPr lang="en-US" dirty="0"/>
              <a:t>[14,18,512]</a:t>
            </a:r>
          </a:p>
        </p:txBody>
      </p:sp>
      <p:sp>
        <p:nvSpPr>
          <p:cNvPr id="88" name="TextBox 87">
            <a:extLst>
              <a:ext uri="{FF2B5EF4-FFF2-40B4-BE49-F238E27FC236}">
                <a16:creationId xmlns:a16="http://schemas.microsoft.com/office/drawing/2014/main" id="{6254C64E-D12B-0BBB-6905-66F9C2873B88}"/>
              </a:ext>
            </a:extLst>
          </p:cNvPr>
          <p:cNvSpPr txBox="1"/>
          <p:nvPr/>
        </p:nvSpPr>
        <p:spPr>
          <a:xfrm>
            <a:off x="2399284" y="4095098"/>
            <a:ext cx="5062540" cy="646331"/>
          </a:xfrm>
          <a:prstGeom prst="rect">
            <a:avLst/>
          </a:prstGeom>
          <a:noFill/>
        </p:spPr>
        <p:txBody>
          <a:bodyPr wrap="none" rtlCol="0">
            <a:spAutoFit/>
          </a:bodyPr>
          <a:lstStyle/>
          <a:p>
            <a:r>
              <a:rPr lang="en-US" i="1" dirty="0"/>
              <a:t>scalable</a:t>
            </a:r>
            <a:r>
              <a:rPr lang="en-US" dirty="0"/>
              <a:t> foundation vision CNN with 8M parameters</a:t>
            </a:r>
          </a:p>
          <a:p>
            <a:r>
              <a:rPr lang="en-US" i="1" dirty="0"/>
              <a:t>reconfigurable</a:t>
            </a:r>
            <a:r>
              <a:rPr lang="en-US" dirty="0"/>
              <a:t> SRAM-based weights</a:t>
            </a:r>
          </a:p>
        </p:txBody>
      </p:sp>
      <p:sp>
        <p:nvSpPr>
          <p:cNvPr id="91" name="TextBox 90">
            <a:extLst>
              <a:ext uri="{FF2B5EF4-FFF2-40B4-BE49-F238E27FC236}">
                <a16:creationId xmlns:a16="http://schemas.microsoft.com/office/drawing/2014/main" id="{456329FB-7C7B-D373-E323-4EAE0BC75310}"/>
              </a:ext>
            </a:extLst>
          </p:cNvPr>
          <p:cNvSpPr txBox="1"/>
          <p:nvPr/>
        </p:nvSpPr>
        <p:spPr>
          <a:xfrm>
            <a:off x="9463111" y="4858846"/>
            <a:ext cx="2391809" cy="1754326"/>
          </a:xfrm>
          <a:custGeom>
            <a:avLst/>
            <a:gdLst>
              <a:gd name="connsiteX0" fmla="*/ 0 w 2391809"/>
              <a:gd name="connsiteY0" fmla="*/ 0 h 1754326"/>
              <a:gd name="connsiteX1" fmla="*/ 597952 w 2391809"/>
              <a:gd name="connsiteY1" fmla="*/ 0 h 1754326"/>
              <a:gd name="connsiteX2" fmla="*/ 1171986 w 2391809"/>
              <a:gd name="connsiteY2" fmla="*/ 0 h 1754326"/>
              <a:gd name="connsiteX3" fmla="*/ 1698184 w 2391809"/>
              <a:gd name="connsiteY3" fmla="*/ 0 h 1754326"/>
              <a:gd name="connsiteX4" fmla="*/ 2391809 w 2391809"/>
              <a:gd name="connsiteY4" fmla="*/ 0 h 1754326"/>
              <a:gd name="connsiteX5" fmla="*/ 2391809 w 2391809"/>
              <a:gd name="connsiteY5" fmla="*/ 584775 h 1754326"/>
              <a:gd name="connsiteX6" fmla="*/ 2391809 w 2391809"/>
              <a:gd name="connsiteY6" fmla="*/ 1169551 h 1754326"/>
              <a:gd name="connsiteX7" fmla="*/ 2391809 w 2391809"/>
              <a:gd name="connsiteY7" fmla="*/ 1754326 h 1754326"/>
              <a:gd name="connsiteX8" fmla="*/ 1817775 w 2391809"/>
              <a:gd name="connsiteY8" fmla="*/ 1754326 h 1754326"/>
              <a:gd name="connsiteX9" fmla="*/ 1243741 w 2391809"/>
              <a:gd name="connsiteY9" fmla="*/ 1754326 h 1754326"/>
              <a:gd name="connsiteX10" fmla="*/ 645788 w 2391809"/>
              <a:gd name="connsiteY10" fmla="*/ 1754326 h 1754326"/>
              <a:gd name="connsiteX11" fmla="*/ 0 w 2391809"/>
              <a:gd name="connsiteY11" fmla="*/ 1754326 h 1754326"/>
              <a:gd name="connsiteX12" fmla="*/ 0 w 2391809"/>
              <a:gd name="connsiteY12" fmla="*/ 1222180 h 1754326"/>
              <a:gd name="connsiteX13" fmla="*/ 0 w 2391809"/>
              <a:gd name="connsiteY13" fmla="*/ 602319 h 1754326"/>
              <a:gd name="connsiteX14" fmla="*/ 0 w 2391809"/>
              <a:gd name="connsiteY14" fmla="*/ 0 h 175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391809" h="1754326" extrusionOk="0">
                <a:moveTo>
                  <a:pt x="0" y="0"/>
                </a:moveTo>
                <a:cubicBezTo>
                  <a:pt x="260364" y="-20410"/>
                  <a:pt x="437856" y="-4887"/>
                  <a:pt x="597952" y="0"/>
                </a:cubicBezTo>
                <a:cubicBezTo>
                  <a:pt x="758048" y="4887"/>
                  <a:pt x="1022183" y="22260"/>
                  <a:pt x="1171986" y="0"/>
                </a:cubicBezTo>
                <a:cubicBezTo>
                  <a:pt x="1321789" y="-22260"/>
                  <a:pt x="1532201" y="10963"/>
                  <a:pt x="1698184" y="0"/>
                </a:cubicBezTo>
                <a:cubicBezTo>
                  <a:pt x="1864167" y="-10963"/>
                  <a:pt x="2055033" y="18610"/>
                  <a:pt x="2391809" y="0"/>
                </a:cubicBezTo>
                <a:cubicBezTo>
                  <a:pt x="2363585" y="165031"/>
                  <a:pt x="2363616" y="382939"/>
                  <a:pt x="2391809" y="584775"/>
                </a:cubicBezTo>
                <a:cubicBezTo>
                  <a:pt x="2420002" y="786612"/>
                  <a:pt x="2398481" y="1012738"/>
                  <a:pt x="2391809" y="1169551"/>
                </a:cubicBezTo>
                <a:cubicBezTo>
                  <a:pt x="2385137" y="1326364"/>
                  <a:pt x="2386169" y="1586044"/>
                  <a:pt x="2391809" y="1754326"/>
                </a:cubicBezTo>
                <a:cubicBezTo>
                  <a:pt x="2272299" y="1741920"/>
                  <a:pt x="1990110" y="1754364"/>
                  <a:pt x="1817775" y="1754326"/>
                </a:cubicBezTo>
                <a:cubicBezTo>
                  <a:pt x="1645440" y="1754288"/>
                  <a:pt x="1419493" y="1743537"/>
                  <a:pt x="1243741" y="1754326"/>
                </a:cubicBezTo>
                <a:cubicBezTo>
                  <a:pt x="1067989" y="1765115"/>
                  <a:pt x="863718" y="1747066"/>
                  <a:pt x="645788" y="1754326"/>
                </a:cubicBezTo>
                <a:cubicBezTo>
                  <a:pt x="427858" y="1761586"/>
                  <a:pt x="177121" y="1730195"/>
                  <a:pt x="0" y="1754326"/>
                </a:cubicBezTo>
                <a:cubicBezTo>
                  <a:pt x="-4242" y="1607353"/>
                  <a:pt x="19501" y="1419970"/>
                  <a:pt x="0" y="1222180"/>
                </a:cubicBezTo>
                <a:cubicBezTo>
                  <a:pt x="-19501" y="1024390"/>
                  <a:pt x="9251" y="850856"/>
                  <a:pt x="0" y="602319"/>
                </a:cubicBezTo>
                <a:cubicBezTo>
                  <a:pt x="-9251" y="353782"/>
                  <a:pt x="-582" y="175386"/>
                  <a:pt x="0" y="0"/>
                </a:cubicBezTo>
                <a:close/>
              </a:path>
            </a:pathLst>
          </a:custGeom>
          <a:noFill/>
          <a:ln>
            <a:solidFill>
              <a:schemeClr val="tx1"/>
            </a:solidFill>
            <a:extLst>
              <a:ext uri="{C807C97D-BFC1-408E-A445-0C87EB9F89A2}">
                <ask:lineSketchStyleProps xmlns:ask="http://schemas.microsoft.com/office/drawing/2018/sketchyshapes" sd="1268069992">
                  <a:prstGeom prst="rect">
                    <a:avLst/>
                  </a:prstGeom>
                  <ask:type>
                    <ask:lineSketchFreehand/>
                  </ask:type>
                </ask:lineSketchStyleProps>
              </a:ext>
            </a:extLst>
          </a:ln>
        </p:spPr>
        <p:txBody>
          <a:bodyPr wrap="none" rtlCol="0">
            <a:spAutoFit/>
          </a:bodyPr>
          <a:lstStyle/>
          <a:p>
            <a:r>
              <a:rPr lang="en-US" u="sng" dirty="0"/>
              <a:t>NV-IE100</a:t>
            </a:r>
          </a:p>
          <a:p>
            <a:r>
              <a:rPr lang="en-US" dirty="0"/>
              <a:t>500MHz clock</a:t>
            </a:r>
          </a:p>
          <a:p>
            <a:r>
              <a:rPr lang="en-US" dirty="0"/>
              <a:t>3840 integer MAC units</a:t>
            </a:r>
          </a:p>
          <a:p>
            <a:r>
              <a:rPr lang="en-US" dirty="0"/>
              <a:t>64Mb SRAM (weights)</a:t>
            </a:r>
          </a:p>
          <a:p>
            <a:r>
              <a:rPr lang="en-US" dirty="0"/>
              <a:t>20Mb SRAM (</a:t>
            </a:r>
            <a:r>
              <a:rPr lang="en-US" dirty="0" err="1"/>
              <a:t>rowbuf</a:t>
            </a:r>
            <a:r>
              <a:rPr lang="en-US" dirty="0"/>
              <a:t>)</a:t>
            </a:r>
          </a:p>
          <a:p>
            <a:r>
              <a:rPr lang="en-US" dirty="0"/>
              <a:t>CNN RTL available now</a:t>
            </a:r>
          </a:p>
        </p:txBody>
      </p:sp>
      <p:sp>
        <p:nvSpPr>
          <p:cNvPr id="95" name="TextBox 94">
            <a:extLst>
              <a:ext uri="{FF2B5EF4-FFF2-40B4-BE49-F238E27FC236}">
                <a16:creationId xmlns:a16="http://schemas.microsoft.com/office/drawing/2014/main" id="{7BE9D050-62B9-A9E2-3A59-28EF33236259}"/>
              </a:ext>
            </a:extLst>
          </p:cNvPr>
          <p:cNvSpPr txBox="1"/>
          <p:nvPr/>
        </p:nvSpPr>
        <p:spPr>
          <a:xfrm>
            <a:off x="9775181" y="2156548"/>
            <a:ext cx="1631922" cy="861660"/>
          </a:xfrm>
          <a:prstGeom prst="rect">
            <a:avLst/>
          </a:prstGeom>
          <a:noFill/>
          <a:ln>
            <a:solidFill>
              <a:schemeClr val="tx1"/>
            </a:solidFill>
          </a:ln>
        </p:spPr>
        <p:txBody>
          <a:bodyPr wrap="none" rtlCol="0" anchor="ctr" anchorCtr="1">
            <a:noAutofit/>
          </a:bodyPr>
          <a:lstStyle/>
          <a:p>
            <a:r>
              <a:rPr lang="en-US" dirty="0"/>
              <a:t>microcontroller</a:t>
            </a:r>
          </a:p>
        </p:txBody>
      </p:sp>
      <p:grpSp>
        <p:nvGrpSpPr>
          <p:cNvPr id="3" name="Group 2">
            <a:extLst>
              <a:ext uri="{FF2B5EF4-FFF2-40B4-BE49-F238E27FC236}">
                <a16:creationId xmlns:a16="http://schemas.microsoft.com/office/drawing/2014/main" id="{8827445C-698E-1720-D79A-6B1B2AEF11F9}"/>
              </a:ext>
            </a:extLst>
          </p:cNvPr>
          <p:cNvGrpSpPr/>
          <p:nvPr/>
        </p:nvGrpSpPr>
        <p:grpSpPr>
          <a:xfrm>
            <a:off x="3315184" y="1920845"/>
            <a:ext cx="404553" cy="1126066"/>
            <a:chOff x="2509727" y="2528977"/>
            <a:chExt cx="404553" cy="513285"/>
          </a:xfrm>
          <a:noFill/>
        </p:grpSpPr>
        <p:sp>
          <p:nvSpPr>
            <p:cNvPr id="6" name="Rectangle 5">
              <a:extLst>
                <a:ext uri="{FF2B5EF4-FFF2-40B4-BE49-F238E27FC236}">
                  <a16:creationId xmlns:a16="http://schemas.microsoft.com/office/drawing/2014/main" id="{8130E59B-34AF-0725-2123-A0CCD6C2899B}"/>
                </a:ext>
              </a:extLst>
            </p:cNvPr>
            <p:cNvSpPr/>
            <p:nvPr/>
          </p:nvSpPr>
          <p:spPr>
            <a:xfrm>
              <a:off x="25097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7C63BEA5-8163-CA7A-B910-2B16CFC420E4}"/>
                </a:ext>
              </a:extLst>
            </p:cNvPr>
            <p:cNvSpPr/>
            <p:nvPr/>
          </p:nvSpPr>
          <p:spPr>
            <a:xfrm>
              <a:off x="26621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43B845ED-DF82-8653-694E-5614B02885FC}"/>
                </a:ext>
              </a:extLst>
            </p:cNvPr>
            <p:cNvSpPr/>
            <p:nvPr/>
          </p:nvSpPr>
          <p:spPr>
            <a:xfrm>
              <a:off x="28145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D4E739C-4AFB-62B3-B56A-15327584C7B7}"/>
              </a:ext>
            </a:extLst>
          </p:cNvPr>
          <p:cNvGrpSpPr/>
          <p:nvPr/>
        </p:nvGrpSpPr>
        <p:grpSpPr>
          <a:xfrm>
            <a:off x="3772384" y="2069012"/>
            <a:ext cx="425550" cy="829733"/>
            <a:chOff x="2966927" y="2528976"/>
            <a:chExt cx="425550" cy="513286"/>
          </a:xfrm>
          <a:noFill/>
        </p:grpSpPr>
        <p:sp>
          <p:nvSpPr>
            <p:cNvPr id="11" name="Rectangle 10">
              <a:extLst>
                <a:ext uri="{FF2B5EF4-FFF2-40B4-BE49-F238E27FC236}">
                  <a16:creationId xmlns:a16="http://schemas.microsoft.com/office/drawing/2014/main" id="{9AC0BAC5-1332-7D1B-6768-B5D2912363DE}"/>
                </a:ext>
              </a:extLst>
            </p:cNvPr>
            <p:cNvSpPr/>
            <p:nvPr/>
          </p:nvSpPr>
          <p:spPr>
            <a:xfrm>
              <a:off x="29669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A891E53E-823A-C5A8-4E88-C42F31EF9F3D}"/>
                </a:ext>
              </a:extLst>
            </p:cNvPr>
            <p:cNvSpPr/>
            <p:nvPr/>
          </p:nvSpPr>
          <p:spPr>
            <a:xfrm>
              <a:off x="31193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3C9A6F8D-B7DB-5802-5C71-2960560AA267}"/>
                </a:ext>
              </a:extLst>
            </p:cNvPr>
            <p:cNvSpPr/>
            <p:nvPr/>
          </p:nvSpPr>
          <p:spPr>
            <a:xfrm>
              <a:off x="32927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EFB908E7-0C11-556A-25C1-5B9CB5C35921}"/>
              </a:ext>
            </a:extLst>
          </p:cNvPr>
          <p:cNvGrpSpPr/>
          <p:nvPr/>
        </p:nvGrpSpPr>
        <p:grpSpPr>
          <a:xfrm>
            <a:off x="4250581" y="2156548"/>
            <a:ext cx="404553" cy="654661"/>
            <a:chOff x="3445124" y="2528976"/>
            <a:chExt cx="404553" cy="513285"/>
          </a:xfrm>
          <a:noFill/>
        </p:grpSpPr>
        <p:sp>
          <p:nvSpPr>
            <p:cNvPr id="15" name="Rectangle 14">
              <a:extLst>
                <a:ext uri="{FF2B5EF4-FFF2-40B4-BE49-F238E27FC236}">
                  <a16:creationId xmlns:a16="http://schemas.microsoft.com/office/drawing/2014/main" id="{F5E74B43-C17D-F568-9305-C84085271A42}"/>
                </a:ext>
              </a:extLst>
            </p:cNvPr>
            <p:cNvSpPr/>
            <p:nvPr/>
          </p:nvSpPr>
          <p:spPr>
            <a:xfrm>
              <a:off x="34451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3CF4916B-197B-3B2C-78F2-C329420A7FA9}"/>
                </a:ext>
              </a:extLst>
            </p:cNvPr>
            <p:cNvSpPr/>
            <p:nvPr/>
          </p:nvSpPr>
          <p:spPr>
            <a:xfrm>
              <a:off x="35975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8B5C50B3-087E-7C41-ECD7-17B60BBCFE8E}"/>
                </a:ext>
              </a:extLst>
            </p:cNvPr>
            <p:cNvSpPr/>
            <p:nvPr/>
          </p:nvSpPr>
          <p:spPr>
            <a:xfrm>
              <a:off x="37499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F0830D-F010-F9F5-EDC3-FD3C2EEAB5B3}"/>
              </a:ext>
            </a:extLst>
          </p:cNvPr>
          <p:cNvGrpSpPr/>
          <p:nvPr/>
        </p:nvGrpSpPr>
        <p:grpSpPr>
          <a:xfrm>
            <a:off x="5635482" y="2372448"/>
            <a:ext cx="404553" cy="222861"/>
            <a:chOff x="4830025" y="2528976"/>
            <a:chExt cx="404553" cy="513285"/>
          </a:xfrm>
          <a:noFill/>
        </p:grpSpPr>
        <p:sp>
          <p:nvSpPr>
            <p:cNvPr id="19" name="Rectangle 18">
              <a:extLst>
                <a:ext uri="{FF2B5EF4-FFF2-40B4-BE49-F238E27FC236}">
                  <a16:creationId xmlns:a16="http://schemas.microsoft.com/office/drawing/2014/main" id="{503DB9FE-457F-E816-7560-03B0F07B727E}"/>
                </a:ext>
              </a:extLst>
            </p:cNvPr>
            <p:cNvSpPr/>
            <p:nvPr/>
          </p:nvSpPr>
          <p:spPr>
            <a:xfrm>
              <a:off x="4830025"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94873393-AAF5-45D8-E47E-5456FA1E7506}"/>
                </a:ext>
              </a:extLst>
            </p:cNvPr>
            <p:cNvSpPr/>
            <p:nvPr/>
          </p:nvSpPr>
          <p:spPr>
            <a:xfrm>
              <a:off x="4982425"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D7A3EB63-FE51-88C4-F35B-E0E320D6C733}"/>
                </a:ext>
              </a:extLst>
            </p:cNvPr>
            <p:cNvSpPr/>
            <p:nvPr/>
          </p:nvSpPr>
          <p:spPr>
            <a:xfrm>
              <a:off x="5134825"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828CE8F0-33DD-2BB4-9D2B-32EA948BDCBF}"/>
              </a:ext>
            </a:extLst>
          </p:cNvPr>
          <p:cNvGrpSpPr/>
          <p:nvPr/>
        </p:nvGrpSpPr>
        <p:grpSpPr>
          <a:xfrm>
            <a:off x="4707781" y="2227236"/>
            <a:ext cx="425550" cy="513285"/>
            <a:chOff x="3902324" y="2528976"/>
            <a:chExt cx="425550" cy="513285"/>
          </a:xfrm>
          <a:noFill/>
        </p:grpSpPr>
        <p:sp>
          <p:nvSpPr>
            <p:cNvPr id="24" name="Rectangle 23">
              <a:extLst>
                <a:ext uri="{FF2B5EF4-FFF2-40B4-BE49-F238E27FC236}">
                  <a16:creationId xmlns:a16="http://schemas.microsoft.com/office/drawing/2014/main" id="{34AA38AB-8FF6-253D-7598-8786C59942EC}"/>
                </a:ext>
              </a:extLst>
            </p:cNvPr>
            <p:cNvSpPr/>
            <p:nvPr/>
          </p:nvSpPr>
          <p:spPr>
            <a:xfrm>
              <a:off x="39023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5A8EC015-B20A-B424-95FC-15D314FB95FF}"/>
                </a:ext>
              </a:extLst>
            </p:cNvPr>
            <p:cNvSpPr/>
            <p:nvPr/>
          </p:nvSpPr>
          <p:spPr>
            <a:xfrm>
              <a:off x="40757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276E0842-254A-2199-0CAD-0EACECC31ABC}"/>
                </a:ext>
              </a:extLst>
            </p:cNvPr>
            <p:cNvSpPr/>
            <p:nvPr/>
          </p:nvSpPr>
          <p:spPr>
            <a:xfrm>
              <a:off x="42281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1982D469-1E5E-CB5A-3D06-01402F4BBC60}"/>
              </a:ext>
            </a:extLst>
          </p:cNvPr>
          <p:cNvGrpSpPr/>
          <p:nvPr/>
        </p:nvGrpSpPr>
        <p:grpSpPr>
          <a:xfrm>
            <a:off x="5185978" y="2287781"/>
            <a:ext cx="404553" cy="392194"/>
            <a:chOff x="4380521" y="2528976"/>
            <a:chExt cx="404553" cy="513285"/>
          </a:xfrm>
          <a:noFill/>
        </p:grpSpPr>
        <p:sp>
          <p:nvSpPr>
            <p:cNvPr id="28" name="Rectangle 27">
              <a:extLst>
                <a:ext uri="{FF2B5EF4-FFF2-40B4-BE49-F238E27FC236}">
                  <a16:creationId xmlns:a16="http://schemas.microsoft.com/office/drawing/2014/main" id="{8A8C8462-458D-B217-5458-C19A9E037212}"/>
                </a:ext>
              </a:extLst>
            </p:cNvPr>
            <p:cNvSpPr/>
            <p:nvPr/>
          </p:nvSpPr>
          <p:spPr>
            <a:xfrm>
              <a:off x="43805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Rectangle 28">
              <a:extLst>
                <a:ext uri="{FF2B5EF4-FFF2-40B4-BE49-F238E27FC236}">
                  <a16:creationId xmlns:a16="http://schemas.microsoft.com/office/drawing/2014/main" id="{07D1A64F-B28E-2C8C-B89E-F9A62C8E3CD1}"/>
                </a:ext>
              </a:extLst>
            </p:cNvPr>
            <p:cNvSpPr/>
            <p:nvPr/>
          </p:nvSpPr>
          <p:spPr>
            <a:xfrm>
              <a:off x="45329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2FCE8BC-F3E2-15ED-9953-4BB3DE77EA3A}"/>
                </a:ext>
              </a:extLst>
            </p:cNvPr>
            <p:cNvSpPr/>
            <p:nvPr/>
          </p:nvSpPr>
          <p:spPr>
            <a:xfrm>
              <a:off x="46853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2" name="TextBox 31">
            <a:extLst>
              <a:ext uri="{FF2B5EF4-FFF2-40B4-BE49-F238E27FC236}">
                <a16:creationId xmlns:a16="http://schemas.microsoft.com/office/drawing/2014/main" id="{EE13BB3B-EB10-4BD8-CA31-4DD92C41D6D5}"/>
              </a:ext>
            </a:extLst>
          </p:cNvPr>
          <p:cNvSpPr txBox="1"/>
          <p:nvPr/>
        </p:nvSpPr>
        <p:spPr>
          <a:xfrm>
            <a:off x="7908636" y="3757011"/>
            <a:ext cx="962123" cy="338554"/>
          </a:xfrm>
          <a:prstGeom prst="rect">
            <a:avLst/>
          </a:prstGeom>
          <a:noFill/>
        </p:spPr>
        <p:txBody>
          <a:bodyPr wrap="none" rtlCol="0">
            <a:spAutoFit/>
          </a:bodyPr>
          <a:lstStyle/>
          <a:p>
            <a:r>
              <a:rPr lang="en-US" sz="1600" dirty="0"/>
              <a:t>NV-IE100</a:t>
            </a:r>
          </a:p>
        </p:txBody>
      </p:sp>
      <p:cxnSp>
        <p:nvCxnSpPr>
          <p:cNvPr id="33" name="Straight Arrow Connector 32">
            <a:extLst>
              <a:ext uri="{FF2B5EF4-FFF2-40B4-BE49-F238E27FC236}">
                <a16:creationId xmlns:a16="http://schemas.microsoft.com/office/drawing/2014/main" id="{B0993BBA-051B-AA71-E9DA-6CD9B77A8CB9}"/>
              </a:ext>
            </a:extLst>
          </p:cNvPr>
          <p:cNvCxnSpPr>
            <a:cxnSpLocks/>
            <a:stCxn id="48" idx="1"/>
            <a:endCxn id="6" idx="1"/>
          </p:cNvCxnSpPr>
          <p:nvPr/>
        </p:nvCxnSpPr>
        <p:spPr>
          <a:xfrm flipV="1">
            <a:off x="787562" y="2483878"/>
            <a:ext cx="2527622" cy="58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Trapezoid 39">
            <a:extLst>
              <a:ext uri="{FF2B5EF4-FFF2-40B4-BE49-F238E27FC236}">
                <a16:creationId xmlns:a16="http://schemas.microsoft.com/office/drawing/2014/main" id="{AEB69ACA-F038-9D4A-9979-9C0CA8F8C894}"/>
              </a:ext>
            </a:extLst>
          </p:cNvPr>
          <p:cNvSpPr/>
          <p:nvPr/>
        </p:nvSpPr>
        <p:spPr>
          <a:xfrm rot="5400000">
            <a:off x="8135249" y="2475480"/>
            <a:ext cx="645585" cy="234156"/>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a:extLst>
              <a:ext uri="{FF2B5EF4-FFF2-40B4-BE49-F238E27FC236}">
                <a16:creationId xmlns:a16="http://schemas.microsoft.com/office/drawing/2014/main" id="{60B03803-4EEE-FE0E-6826-43E2281FAEC2}"/>
              </a:ext>
            </a:extLst>
          </p:cNvPr>
          <p:cNvCxnSpPr>
            <a:cxnSpLocks/>
            <a:stCxn id="22" idx="3"/>
          </p:cNvCxnSpPr>
          <p:nvPr/>
        </p:nvCxnSpPr>
        <p:spPr>
          <a:xfrm flipV="1">
            <a:off x="6040035" y="2467178"/>
            <a:ext cx="2300928" cy="16701"/>
          </a:xfrm>
          <a:prstGeom prst="line">
            <a:avLst/>
          </a:prstGeom>
        </p:spPr>
        <p:style>
          <a:lnRef idx="1">
            <a:schemeClr val="dk1"/>
          </a:lnRef>
          <a:fillRef idx="0">
            <a:schemeClr val="dk1"/>
          </a:fillRef>
          <a:effectRef idx="0">
            <a:schemeClr val="dk1"/>
          </a:effectRef>
          <a:fontRef idx="minor">
            <a:schemeClr val="tx1"/>
          </a:fontRef>
        </p:style>
      </p:cxnSp>
      <p:sp>
        <p:nvSpPr>
          <p:cNvPr id="45" name="TextBox 44">
            <a:extLst>
              <a:ext uri="{FF2B5EF4-FFF2-40B4-BE49-F238E27FC236}">
                <a16:creationId xmlns:a16="http://schemas.microsoft.com/office/drawing/2014/main" id="{175DC536-2033-C943-AA2E-85135CF5D06E}"/>
              </a:ext>
            </a:extLst>
          </p:cNvPr>
          <p:cNvSpPr txBox="1"/>
          <p:nvPr/>
        </p:nvSpPr>
        <p:spPr>
          <a:xfrm>
            <a:off x="3315184" y="3414640"/>
            <a:ext cx="2686755" cy="331855"/>
          </a:xfrm>
          <a:prstGeom prst="rect">
            <a:avLst/>
          </a:prstGeom>
          <a:noFill/>
          <a:ln>
            <a:solidFill>
              <a:schemeClr val="tx1"/>
            </a:solidFill>
          </a:ln>
        </p:spPr>
        <p:txBody>
          <a:bodyPr wrap="none" rtlCol="0" anchor="ctr" anchorCtr="1">
            <a:noAutofit/>
          </a:bodyPr>
          <a:lstStyle/>
          <a:p>
            <a:r>
              <a:rPr lang="en-US" dirty="0"/>
              <a:t>RGB rescale</a:t>
            </a:r>
          </a:p>
        </p:txBody>
      </p:sp>
      <p:cxnSp>
        <p:nvCxnSpPr>
          <p:cNvPr id="47" name="Connector: Elbow 46">
            <a:extLst>
              <a:ext uri="{FF2B5EF4-FFF2-40B4-BE49-F238E27FC236}">
                <a16:creationId xmlns:a16="http://schemas.microsoft.com/office/drawing/2014/main" id="{907739B5-864D-E824-C13F-C4763D6EEF77}"/>
              </a:ext>
            </a:extLst>
          </p:cNvPr>
          <p:cNvCxnSpPr>
            <a:cxnSpLocks/>
            <a:endCxn id="45" idx="1"/>
          </p:cNvCxnSpPr>
          <p:nvPr/>
        </p:nvCxnSpPr>
        <p:spPr>
          <a:xfrm rot="16200000" flipH="1">
            <a:off x="2595709" y="2861093"/>
            <a:ext cx="1096690" cy="342260"/>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AAA09883-8954-D3B0-0EA1-7B20C66A5D69}"/>
              </a:ext>
            </a:extLst>
          </p:cNvPr>
          <p:cNvCxnSpPr>
            <a:cxnSpLocks/>
            <a:stCxn id="45" idx="3"/>
          </p:cNvCxnSpPr>
          <p:nvPr/>
        </p:nvCxnSpPr>
        <p:spPr>
          <a:xfrm flipV="1">
            <a:off x="6001939" y="2740521"/>
            <a:ext cx="2339024" cy="840047"/>
          </a:xfrm>
          <a:prstGeom prst="bentConnector3">
            <a:avLst>
              <a:gd name="adj1" fmla="val 84388"/>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648E9213-23BF-6B44-A886-78B565E57ADE}"/>
              </a:ext>
            </a:extLst>
          </p:cNvPr>
          <p:cNvSpPr txBox="1"/>
          <p:nvPr/>
        </p:nvSpPr>
        <p:spPr>
          <a:xfrm>
            <a:off x="6105864" y="3211439"/>
            <a:ext cx="1260281" cy="369332"/>
          </a:xfrm>
          <a:prstGeom prst="rect">
            <a:avLst/>
          </a:prstGeom>
          <a:noFill/>
        </p:spPr>
        <p:txBody>
          <a:bodyPr wrap="none" rtlCol="0">
            <a:spAutoFit/>
          </a:bodyPr>
          <a:lstStyle/>
          <a:p>
            <a:r>
              <a:rPr lang="en-US" dirty="0"/>
              <a:t>[140,160,3]</a:t>
            </a:r>
          </a:p>
        </p:txBody>
      </p:sp>
      <p:sp>
        <p:nvSpPr>
          <p:cNvPr id="59" name="TextBox 58">
            <a:extLst>
              <a:ext uri="{FF2B5EF4-FFF2-40B4-BE49-F238E27FC236}">
                <a16:creationId xmlns:a16="http://schemas.microsoft.com/office/drawing/2014/main" id="{9A95C60A-C116-9228-893D-3FE2408E78D3}"/>
              </a:ext>
            </a:extLst>
          </p:cNvPr>
          <p:cNvSpPr txBox="1"/>
          <p:nvPr/>
        </p:nvSpPr>
        <p:spPr>
          <a:xfrm>
            <a:off x="6641955" y="5047853"/>
            <a:ext cx="2266102" cy="1477328"/>
          </a:xfrm>
          <a:prstGeom prst="rect">
            <a:avLst/>
          </a:prstGeom>
          <a:noFill/>
        </p:spPr>
        <p:txBody>
          <a:bodyPr wrap="square" rtlCol="0">
            <a:spAutoFit/>
          </a:bodyPr>
          <a:lstStyle/>
          <a:p>
            <a:r>
              <a:rPr lang="en-US" b="1" dirty="0"/>
              <a:t>USB</a:t>
            </a:r>
          </a:p>
          <a:p>
            <a:r>
              <a:rPr lang="en-US" dirty="0"/>
              <a:t>[140,160,3] thumbnail</a:t>
            </a:r>
          </a:p>
          <a:p>
            <a:r>
              <a:rPr lang="en-US" dirty="0"/>
              <a:t>8 bits/pixel</a:t>
            </a:r>
          </a:p>
          <a:p>
            <a:r>
              <a:rPr lang="en-US" dirty="0"/>
              <a:t>30 frames/s</a:t>
            </a:r>
          </a:p>
          <a:p>
            <a:r>
              <a:rPr lang="en-US" dirty="0"/>
              <a:t>= 16 Mb/s</a:t>
            </a:r>
          </a:p>
        </p:txBody>
      </p:sp>
      <p:sp>
        <p:nvSpPr>
          <p:cNvPr id="60" name="TextBox 59">
            <a:extLst>
              <a:ext uri="{FF2B5EF4-FFF2-40B4-BE49-F238E27FC236}">
                <a16:creationId xmlns:a16="http://schemas.microsoft.com/office/drawing/2014/main" id="{66151207-02B6-A690-6EBB-FCB8F99DDA15}"/>
              </a:ext>
            </a:extLst>
          </p:cNvPr>
          <p:cNvSpPr txBox="1"/>
          <p:nvPr/>
        </p:nvSpPr>
        <p:spPr>
          <a:xfrm>
            <a:off x="1652124" y="2498495"/>
            <a:ext cx="1113190" cy="369332"/>
          </a:xfrm>
          <a:prstGeom prst="rect">
            <a:avLst/>
          </a:prstGeom>
          <a:noFill/>
        </p:spPr>
        <p:txBody>
          <a:bodyPr wrap="none" rtlCol="0">
            <a:spAutoFit/>
          </a:bodyPr>
          <a:lstStyle/>
          <a:p>
            <a:r>
              <a:rPr lang="en-US" dirty="0"/>
              <a:t>raw pixels</a:t>
            </a:r>
          </a:p>
        </p:txBody>
      </p:sp>
      <p:sp>
        <p:nvSpPr>
          <p:cNvPr id="61" name="TextBox 60">
            <a:extLst>
              <a:ext uri="{FF2B5EF4-FFF2-40B4-BE49-F238E27FC236}">
                <a16:creationId xmlns:a16="http://schemas.microsoft.com/office/drawing/2014/main" id="{A9A1095D-30E3-B70C-7D6B-7D773C14604F}"/>
              </a:ext>
            </a:extLst>
          </p:cNvPr>
          <p:cNvSpPr txBox="1"/>
          <p:nvPr/>
        </p:nvSpPr>
        <p:spPr>
          <a:xfrm>
            <a:off x="6105864" y="2489746"/>
            <a:ext cx="1334340" cy="369332"/>
          </a:xfrm>
          <a:prstGeom prst="rect">
            <a:avLst/>
          </a:prstGeom>
          <a:noFill/>
        </p:spPr>
        <p:txBody>
          <a:bodyPr wrap="none" rtlCol="0">
            <a:spAutoFit/>
          </a:bodyPr>
          <a:lstStyle/>
          <a:p>
            <a:r>
              <a:rPr lang="en-US" dirty="0"/>
              <a:t>feature map</a:t>
            </a:r>
          </a:p>
        </p:txBody>
      </p:sp>
      <p:sp>
        <p:nvSpPr>
          <p:cNvPr id="62" name="TextBox 61">
            <a:extLst>
              <a:ext uri="{FF2B5EF4-FFF2-40B4-BE49-F238E27FC236}">
                <a16:creationId xmlns:a16="http://schemas.microsoft.com/office/drawing/2014/main" id="{6FF5D424-01C3-C8D8-62EE-E994C2EB3BA5}"/>
              </a:ext>
            </a:extLst>
          </p:cNvPr>
          <p:cNvSpPr txBox="1"/>
          <p:nvPr/>
        </p:nvSpPr>
        <p:spPr>
          <a:xfrm>
            <a:off x="6105864" y="3588390"/>
            <a:ext cx="1149674" cy="369332"/>
          </a:xfrm>
          <a:prstGeom prst="rect">
            <a:avLst/>
          </a:prstGeom>
          <a:noFill/>
        </p:spPr>
        <p:txBody>
          <a:bodyPr wrap="none" rtlCol="0">
            <a:spAutoFit/>
          </a:bodyPr>
          <a:lstStyle/>
          <a:p>
            <a:r>
              <a:rPr lang="en-US" dirty="0"/>
              <a:t>thumbnail</a:t>
            </a:r>
          </a:p>
        </p:txBody>
      </p:sp>
    </p:spTree>
    <p:extLst>
      <p:ext uri="{BB962C8B-B14F-4D97-AF65-F5344CB8AC3E}">
        <p14:creationId xmlns:p14="http://schemas.microsoft.com/office/powerpoint/2010/main" val="956342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CDDE4-AE2B-F078-9B26-8E21BDC1CA78}"/>
              </a:ext>
            </a:extLst>
          </p:cNvPr>
          <p:cNvSpPr>
            <a:spLocks noGrp="1"/>
          </p:cNvSpPr>
          <p:nvPr>
            <p:ph type="title"/>
          </p:nvPr>
        </p:nvSpPr>
        <p:spPr/>
        <p:txBody>
          <a:bodyPr/>
          <a:lstStyle/>
          <a:p>
            <a:r>
              <a:rPr lang="en-US" dirty="0"/>
              <a:t>Reference Board Concept</a:t>
            </a:r>
          </a:p>
        </p:txBody>
      </p:sp>
      <p:sp>
        <p:nvSpPr>
          <p:cNvPr id="4" name="Cube 3">
            <a:extLst>
              <a:ext uri="{FF2B5EF4-FFF2-40B4-BE49-F238E27FC236}">
                <a16:creationId xmlns:a16="http://schemas.microsoft.com/office/drawing/2014/main" id="{4A96EA44-38E0-6ED4-3900-30EC590319DF}"/>
              </a:ext>
            </a:extLst>
          </p:cNvPr>
          <p:cNvSpPr/>
          <p:nvPr/>
        </p:nvSpPr>
        <p:spPr>
          <a:xfrm>
            <a:off x="3352799" y="3006154"/>
            <a:ext cx="812800" cy="245535"/>
          </a:xfrm>
          <a:prstGeom prst="cube">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ylinder 2">
            <a:extLst>
              <a:ext uri="{FF2B5EF4-FFF2-40B4-BE49-F238E27FC236}">
                <a16:creationId xmlns:a16="http://schemas.microsoft.com/office/drawing/2014/main" id="{2EF227AC-F5DF-9085-F9C4-768ECABD0026}"/>
              </a:ext>
            </a:extLst>
          </p:cNvPr>
          <p:cNvSpPr/>
          <p:nvPr/>
        </p:nvSpPr>
        <p:spPr>
          <a:xfrm>
            <a:off x="3598332" y="2882356"/>
            <a:ext cx="304800" cy="369332"/>
          </a:xfrm>
          <a:prstGeom prst="can">
            <a:avLst/>
          </a:prstGeom>
          <a:solidFill>
            <a:schemeClr val="bg1">
              <a:lumMod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D1FF3D-1866-B57D-12D3-287045F5DD40}"/>
              </a:ext>
            </a:extLst>
          </p:cNvPr>
          <p:cNvSpPr txBox="1"/>
          <p:nvPr/>
        </p:nvSpPr>
        <p:spPr>
          <a:xfrm>
            <a:off x="3276600" y="3242733"/>
            <a:ext cx="965201" cy="866245"/>
          </a:xfrm>
          <a:prstGeom prst="rect">
            <a:avLst/>
          </a:prstGeom>
          <a:noFill/>
          <a:ln>
            <a:solidFill>
              <a:schemeClr val="tx1"/>
            </a:solidFill>
          </a:ln>
        </p:spPr>
        <p:txBody>
          <a:bodyPr wrap="none" rtlCol="0" anchor="ctr" anchorCtr="1">
            <a:noAutofit/>
          </a:bodyPr>
          <a:lstStyle/>
          <a:p>
            <a:r>
              <a:rPr lang="en-US" sz="1600" dirty="0"/>
              <a:t>Mira220</a:t>
            </a:r>
          </a:p>
        </p:txBody>
      </p:sp>
      <p:sp>
        <p:nvSpPr>
          <p:cNvPr id="6" name="TextBox 5">
            <a:extLst>
              <a:ext uri="{FF2B5EF4-FFF2-40B4-BE49-F238E27FC236}">
                <a16:creationId xmlns:a16="http://schemas.microsoft.com/office/drawing/2014/main" id="{3C7E050B-EEB3-211D-0AED-AD35B9F803BF}"/>
              </a:ext>
            </a:extLst>
          </p:cNvPr>
          <p:cNvSpPr txBox="1"/>
          <p:nvPr/>
        </p:nvSpPr>
        <p:spPr>
          <a:xfrm>
            <a:off x="3138131" y="2414798"/>
            <a:ext cx="1242135" cy="369332"/>
          </a:xfrm>
          <a:prstGeom prst="rect">
            <a:avLst/>
          </a:prstGeom>
          <a:noFill/>
        </p:spPr>
        <p:txBody>
          <a:bodyPr wrap="none" rtlCol="0">
            <a:spAutoFit/>
          </a:bodyPr>
          <a:lstStyle/>
          <a:p>
            <a:r>
              <a:rPr lang="en-US" dirty="0"/>
              <a:t>lens mount</a:t>
            </a:r>
          </a:p>
        </p:txBody>
      </p:sp>
      <p:sp>
        <p:nvSpPr>
          <p:cNvPr id="10" name="TextBox 9">
            <a:extLst>
              <a:ext uri="{FF2B5EF4-FFF2-40B4-BE49-F238E27FC236}">
                <a16:creationId xmlns:a16="http://schemas.microsoft.com/office/drawing/2014/main" id="{28ABFA08-0C07-EE48-8894-25822182C189}"/>
              </a:ext>
            </a:extLst>
          </p:cNvPr>
          <p:cNvSpPr txBox="1"/>
          <p:nvPr/>
        </p:nvSpPr>
        <p:spPr>
          <a:xfrm>
            <a:off x="1345901" y="3666592"/>
            <a:ext cx="1524649" cy="923330"/>
          </a:xfrm>
          <a:prstGeom prst="rect">
            <a:avLst/>
          </a:prstGeom>
          <a:noFill/>
        </p:spPr>
        <p:txBody>
          <a:bodyPr wrap="none" rtlCol="0">
            <a:spAutoFit/>
          </a:bodyPr>
          <a:lstStyle/>
          <a:p>
            <a:pPr algn="r"/>
            <a:r>
              <a:rPr lang="en-US" dirty="0"/>
              <a:t>MIPI CSI-2</a:t>
            </a:r>
          </a:p>
          <a:p>
            <a:pPr algn="r"/>
            <a:r>
              <a:rPr lang="en-US" dirty="0"/>
              <a:t>DPHY 1.5Ghz</a:t>
            </a:r>
          </a:p>
          <a:p>
            <a:pPr algn="r"/>
            <a:r>
              <a:rPr lang="en-US" dirty="0"/>
              <a:t>2 data, 1 clock</a:t>
            </a:r>
          </a:p>
        </p:txBody>
      </p:sp>
      <p:sp>
        <p:nvSpPr>
          <p:cNvPr id="13" name="TextBox 12">
            <a:extLst>
              <a:ext uri="{FF2B5EF4-FFF2-40B4-BE49-F238E27FC236}">
                <a16:creationId xmlns:a16="http://schemas.microsoft.com/office/drawing/2014/main" id="{C95D2A71-7EA5-1CAA-C2DC-EB1E41ADD2BD}"/>
              </a:ext>
            </a:extLst>
          </p:cNvPr>
          <p:cNvSpPr txBox="1"/>
          <p:nvPr/>
        </p:nvSpPr>
        <p:spPr>
          <a:xfrm>
            <a:off x="3276599" y="4215917"/>
            <a:ext cx="965201" cy="866245"/>
          </a:xfrm>
          <a:prstGeom prst="rect">
            <a:avLst/>
          </a:prstGeom>
          <a:noFill/>
          <a:ln>
            <a:solidFill>
              <a:schemeClr val="tx1"/>
            </a:solidFill>
          </a:ln>
        </p:spPr>
        <p:txBody>
          <a:bodyPr wrap="none" rtlCol="0" anchor="ctr" anchorCtr="1">
            <a:noAutofit/>
          </a:bodyPr>
          <a:lstStyle/>
          <a:p>
            <a:r>
              <a:rPr lang="en-US" sz="1600" dirty="0"/>
              <a:t>NV-IE100</a:t>
            </a:r>
          </a:p>
        </p:txBody>
      </p:sp>
      <p:cxnSp>
        <p:nvCxnSpPr>
          <p:cNvPr id="17" name="Connector: Elbow 16">
            <a:extLst>
              <a:ext uri="{FF2B5EF4-FFF2-40B4-BE49-F238E27FC236}">
                <a16:creationId xmlns:a16="http://schemas.microsoft.com/office/drawing/2014/main" id="{B313A7D4-7DAC-27AB-AD30-6BF387AAA1C0}"/>
              </a:ext>
            </a:extLst>
          </p:cNvPr>
          <p:cNvCxnSpPr>
            <a:stCxn id="5" idx="1"/>
            <a:endCxn id="13" idx="1"/>
          </p:cNvCxnSpPr>
          <p:nvPr/>
        </p:nvCxnSpPr>
        <p:spPr>
          <a:xfrm rot="10800000" flipV="1">
            <a:off x="3276600" y="3675856"/>
            <a:ext cx="1" cy="973184"/>
          </a:xfrm>
          <a:prstGeom prst="bentConnector3">
            <a:avLst>
              <a:gd name="adj1" fmla="val 22860100000"/>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2770F165-C2D3-AB2D-338E-F44DFC4248E9}"/>
              </a:ext>
            </a:extLst>
          </p:cNvPr>
          <p:cNvSpPr txBox="1"/>
          <p:nvPr/>
        </p:nvSpPr>
        <p:spPr>
          <a:xfrm>
            <a:off x="3419201" y="5600162"/>
            <a:ext cx="679994" cy="369332"/>
          </a:xfrm>
          <a:prstGeom prst="rect">
            <a:avLst/>
          </a:prstGeom>
          <a:noFill/>
        </p:spPr>
        <p:txBody>
          <a:bodyPr wrap="none" rtlCol="0">
            <a:spAutoFit/>
          </a:bodyPr>
          <a:lstStyle/>
          <a:p>
            <a:r>
              <a:rPr lang="en-US" dirty="0"/>
              <a:t>USB2</a:t>
            </a:r>
          </a:p>
        </p:txBody>
      </p:sp>
      <p:sp>
        <p:nvSpPr>
          <p:cNvPr id="21" name="Rectangle 20">
            <a:extLst>
              <a:ext uri="{FF2B5EF4-FFF2-40B4-BE49-F238E27FC236}">
                <a16:creationId xmlns:a16="http://schemas.microsoft.com/office/drawing/2014/main" id="{A9087F8D-987C-E335-746B-27DEF56A7CCB}"/>
              </a:ext>
            </a:extLst>
          </p:cNvPr>
          <p:cNvSpPr/>
          <p:nvPr/>
        </p:nvSpPr>
        <p:spPr>
          <a:xfrm>
            <a:off x="2878667" y="2414798"/>
            <a:ext cx="1861748" cy="2919202"/>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DD82C07-7C13-AAC9-E491-F0AE152E5DAD}"/>
              </a:ext>
            </a:extLst>
          </p:cNvPr>
          <p:cNvSpPr txBox="1"/>
          <p:nvPr/>
        </p:nvSpPr>
        <p:spPr>
          <a:xfrm>
            <a:off x="6917388" y="2096932"/>
            <a:ext cx="4273542" cy="1754326"/>
          </a:xfrm>
          <a:prstGeom prst="rect">
            <a:avLst/>
          </a:prstGeom>
          <a:noFill/>
        </p:spPr>
        <p:txBody>
          <a:bodyPr wrap="none" rtlCol="0">
            <a:spAutoFit/>
          </a:bodyPr>
          <a:lstStyle/>
          <a:p>
            <a:pPr marL="285750" indent="-285750">
              <a:buFont typeface="Arial" panose="020B0604020202020204" pitchFamily="34" charset="0"/>
              <a:buChar char="•"/>
            </a:pPr>
            <a:r>
              <a:rPr lang="en-US" dirty="0"/>
              <a:t>real time image encoder</a:t>
            </a:r>
          </a:p>
          <a:p>
            <a:pPr marL="285750" indent="-285750">
              <a:buFont typeface="Arial" panose="020B0604020202020204" pitchFamily="34" charset="0"/>
              <a:buChar char="•"/>
            </a:pPr>
            <a:r>
              <a:rPr lang="en-US" dirty="0"/>
              <a:t>compact form factor, USB powered</a:t>
            </a:r>
          </a:p>
          <a:p>
            <a:pPr marL="285750" indent="-285750">
              <a:buFont typeface="Arial" panose="020B0604020202020204" pitchFamily="34" charset="0"/>
              <a:buChar char="•"/>
            </a:pPr>
            <a:r>
              <a:rPr lang="en-US" dirty="0"/>
              <a:t>supports a broad range of applications</a:t>
            </a:r>
          </a:p>
          <a:p>
            <a:pPr marL="285750" indent="-285750">
              <a:buFont typeface="Arial" panose="020B0604020202020204" pitchFamily="34" charset="0"/>
              <a:buChar char="•"/>
            </a:pPr>
            <a:r>
              <a:rPr lang="en-US" dirty="0"/>
              <a:t>low pin count interfaces</a:t>
            </a:r>
          </a:p>
          <a:p>
            <a:pPr marL="285750" indent="-285750">
              <a:buFont typeface="Arial" panose="020B0604020202020204" pitchFamily="34" charset="0"/>
              <a:buChar char="•"/>
            </a:pPr>
            <a:r>
              <a:rPr lang="en-US" dirty="0"/>
              <a:t>includes USB to I2C for configuration</a:t>
            </a:r>
          </a:p>
          <a:p>
            <a:pPr marL="285750" indent="-285750">
              <a:buFont typeface="Arial" panose="020B0604020202020204" pitchFamily="34" charset="0"/>
              <a:buChar char="•"/>
            </a:pPr>
            <a:r>
              <a:rPr lang="en-US" dirty="0"/>
              <a:t>memory map provides access to weights</a:t>
            </a:r>
          </a:p>
        </p:txBody>
      </p:sp>
      <p:cxnSp>
        <p:nvCxnSpPr>
          <p:cNvPr id="24" name="Straight Arrow Connector 23">
            <a:extLst>
              <a:ext uri="{FF2B5EF4-FFF2-40B4-BE49-F238E27FC236}">
                <a16:creationId xmlns:a16="http://schemas.microsoft.com/office/drawing/2014/main" id="{83496CA1-AC9D-04A7-00F8-9986C89E2E24}"/>
              </a:ext>
            </a:extLst>
          </p:cNvPr>
          <p:cNvCxnSpPr>
            <a:cxnSpLocks/>
            <a:stCxn id="13" idx="2"/>
          </p:cNvCxnSpPr>
          <p:nvPr/>
        </p:nvCxnSpPr>
        <p:spPr>
          <a:xfrm>
            <a:off x="3759200" y="5082162"/>
            <a:ext cx="0" cy="5175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550AF0AD-BA1D-35B6-21EF-8BF5E537E93D}"/>
              </a:ext>
            </a:extLst>
          </p:cNvPr>
          <p:cNvCxnSpPr>
            <a:stCxn id="13" idx="3"/>
            <a:endCxn id="5" idx="3"/>
          </p:cNvCxnSpPr>
          <p:nvPr/>
        </p:nvCxnSpPr>
        <p:spPr>
          <a:xfrm flipV="1">
            <a:off x="4241800" y="3675856"/>
            <a:ext cx="1" cy="973184"/>
          </a:xfrm>
          <a:prstGeom prst="bentConnector3">
            <a:avLst>
              <a:gd name="adj1" fmla="val 228601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C1C5E14C-0738-4AC8-54C7-A829235620B8}"/>
              </a:ext>
            </a:extLst>
          </p:cNvPr>
          <p:cNvSpPr txBox="1"/>
          <p:nvPr/>
        </p:nvSpPr>
        <p:spPr>
          <a:xfrm>
            <a:off x="4249696" y="3274629"/>
            <a:ext cx="482824" cy="369332"/>
          </a:xfrm>
          <a:prstGeom prst="rect">
            <a:avLst/>
          </a:prstGeom>
          <a:noFill/>
        </p:spPr>
        <p:txBody>
          <a:bodyPr wrap="none" rtlCol="0">
            <a:spAutoFit/>
          </a:bodyPr>
          <a:lstStyle/>
          <a:p>
            <a:r>
              <a:rPr lang="en-US" dirty="0"/>
              <a:t>I2C</a:t>
            </a:r>
          </a:p>
        </p:txBody>
      </p:sp>
      <p:graphicFrame>
        <p:nvGraphicFramePr>
          <p:cNvPr id="29" name="Table 28">
            <a:extLst>
              <a:ext uri="{FF2B5EF4-FFF2-40B4-BE49-F238E27FC236}">
                <a16:creationId xmlns:a16="http://schemas.microsoft.com/office/drawing/2014/main" id="{5F3B48E4-7E1D-2E39-5B43-98D1B47B1549}"/>
              </a:ext>
            </a:extLst>
          </p:cNvPr>
          <p:cNvGraphicFramePr>
            <a:graphicFrameLocks noGrp="1"/>
          </p:cNvGraphicFramePr>
          <p:nvPr>
            <p:extLst>
              <p:ext uri="{D42A27DB-BD31-4B8C-83A1-F6EECF244321}">
                <p14:modId xmlns:p14="http://schemas.microsoft.com/office/powerpoint/2010/main" val="2275472761"/>
              </p:ext>
            </p:extLst>
          </p:nvPr>
        </p:nvGraphicFramePr>
        <p:xfrm>
          <a:off x="6993588" y="4290512"/>
          <a:ext cx="3098802" cy="1854200"/>
        </p:xfrm>
        <a:graphic>
          <a:graphicData uri="http://schemas.openxmlformats.org/drawingml/2006/table">
            <a:tbl>
              <a:tblPr firstRow="1" bandRow="1">
                <a:tableStyleId>{073A0DAA-6AF3-43AB-8588-CEC1D06C72B9}</a:tableStyleId>
              </a:tblPr>
              <a:tblGrid>
                <a:gridCol w="2345145">
                  <a:extLst>
                    <a:ext uri="{9D8B030D-6E8A-4147-A177-3AD203B41FA5}">
                      <a16:colId xmlns:a16="http://schemas.microsoft.com/office/drawing/2014/main" val="2423484232"/>
                    </a:ext>
                  </a:extLst>
                </a:gridCol>
                <a:gridCol w="753657">
                  <a:extLst>
                    <a:ext uri="{9D8B030D-6E8A-4147-A177-3AD203B41FA5}">
                      <a16:colId xmlns:a16="http://schemas.microsoft.com/office/drawing/2014/main" val="3189902417"/>
                    </a:ext>
                  </a:extLst>
                </a:gridCol>
              </a:tblGrid>
              <a:tr h="370840">
                <a:tc>
                  <a:txBody>
                    <a:bodyPr/>
                    <a:lstStyle/>
                    <a:p>
                      <a:r>
                        <a:rPr lang="en-US" dirty="0"/>
                        <a:t>NV-IE USB endpoint</a:t>
                      </a:r>
                    </a:p>
                  </a:txBody>
                  <a:tcPr/>
                </a:tc>
                <a:tc>
                  <a:txBody>
                    <a:bodyPr/>
                    <a:lstStyle/>
                    <a:p>
                      <a:r>
                        <a:rPr lang="en-US" dirty="0"/>
                        <a:t>M/S</a:t>
                      </a:r>
                    </a:p>
                  </a:txBody>
                  <a:tcPr/>
                </a:tc>
                <a:extLst>
                  <a:ext uri="{0D108BD9-81ED-4DB2-BD59-A6C34878D82A}">
                    <a16:rowId xmlns:a16="http://schemas.microsoft.com/office/drawing/2014/main" val="2383711284"/>
                  </a:ext>
                </a:extLst>
              </a:tr>
              <a:tr h="370840">
                <a:tc>
                  <a:txBody>
                    <a:bodyPr/>
                    <a:lstStyle/>
                    <a:p>
                      <a:r>
                        <a:rPr lang="en-US" dirty="0"/>
                        <a:t>feature pipe</a:t>
                      </a:r>
                    </a:p>
                  </a:txBody>
                  <a:tcPr/>
                </a:tc>
                <a:tc>
                  <a:txBody>
                    <a:bodyPr/>
                    <a:lstStyle/>
                    <a:p>
                      <a:r>
                        <a:rPr lang="en-US" dirty="0"/>
                        <a:t>M</a:t>
                      </a:r>
                    </a:p>
                  </a:txBody>
                  <a:tcPr/>
                </a:tc>
                <a:extLst>
                  <a:ext uri="{0D108BD9-81ED-4DB2-BD59-A6C34878D82A}">
                    <a16:rowId xmlns:a16="http://schemas.microsoft.com/office/drawing/2014/main" val="689210983"/>
                  </a:ext>
                </a:extLst>
              </a:tr>
              <a:tr h="370840">
                <a:tc>
                  <a:txBody>
                    <a:bodyPr/>
                    <a:lstStyle/>
                    <a:p>
                      <a:r>
                        <a:rPr lang="en-US" dirty="0"/>
                        <a:t>thumbnail pipe</a:t>
                      </a:r>
                    </a:p>
                  </a:txBody>
                  <a:tcPr/>
                </a:tc>
                <a:tc>
                  <a:txBody>
                    <a:bodyPr/>
                    <a:lstStyle/>
                    <a:p>
                      <a:r>
                        <a:rPr lang="en-US" dirty="0"/>
                        <a:t>M</a:t>
                      </a:r>
                    </a:p>
                  </a:txBody>
                  <a:tcPr/>
                </a:tc>
                <a:extLst>
                  <a:ext uri="{0D108BD9-81ED-4DB2-BD59-A6C34878D82A}">
                    <a16:rowId xmlns:a16="http://schemas.microsoft.com/office/drawing/2014/main" val="4148914824"/>
                  </a:ext>
                </a:extLst>
              </a:tr>
              <a:tr h="370840">
                <a:tc>
                  <a:txBody>
                    <a:bodyPr/>
                    <a:lstStyle/>
                    <a:p>
                      <a:r>
                        <a:rPr lang="en-US" dirty="0"/>
                        <a:t>I2C bridge</a:t>
                      </a:r>
                    </a:p>
                  </a:txBody>
                  <a:tcPr/>
                </a:tc>
                <a:tc>
                  <a:txBody>
                    <a:bodyPr/>
                    <a:lstStyle/>
                    <a:p>
                      <a:r>
                        <a:rPr lang="en-US" dirty="0"/>
                        <a:t>S</a:t>
                      </a:r>
                    </a:p>
                  </a:txBody>
                  <a:tcPr/>
                </a:tc>
                <a:extLst>
                  <a:ext uri="{0D108BD9-81ED-4DB2-BD59-A6C34878D82A}">
                    <a16:rowId xmlns:a16="http://schemas.microsoft.com/office/drawing/2014/main" val="2529374447"/>
                  </a:ext>
                </a:extLst>
              </a:tr>
              <a:tr h="370840">
                <a:tc>
                  <a:txBody>
                    <a:bodyPr/>
                    <a:lstStyle/>
                    <a:p>
                      <a:r>
                        <a:rPr lang="en-US" dirty="0"/>
                        <a:t>NV-IE memory map</a:t>
                      </a:r>
                    </a:p>
                  </a:txBody>
                  <a:tcPr/>
                </a:tc>
                <a:tc>
                  <a:txBody>
                    <a:bodyPr/>
                    <a:lstStyle/>
                    <a:p>
                      <a:r>
                        <a:rPr lang="en-US" dirty="0"/>
                        <a:t>S</a:t>
                      </a:r>
                    </a:p>
                  </a:txBody>
                  <a:tcPr/>
                </a:tc>
                <a:extLst>
                  <a:ext uri="{0D108BD9-81ED-4DB2-BD59-A6C34878D82A}">
                    <a16:rowId xmlns:a16="http://schemas.microsoft.com/office/drawing/2014/main" val="1501503809"/>
                  </a:ext>
                </a:extLst>
              </a:tr>
            </a:tbl>
          </a:graphicData>
        </a:graphic>
      </p:graphicFrame>
    </p:spTree>
    <p:extLst>
      <p:ext uri="{BB962C8B-B14F-4D97-AF65-F5344CB8AC3E}">
        <p14:creationId xmlns:p14="http://schemas.microsoft.com/office/powerpoint/2010/main" val="875832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F20DC2-50CD-655F-9131-5049364F6FF2}"/>
              </a:ext>
            </a:extLst>
          </p:cNvPr>
          <p:cNvSpPr txBox="1"/>
          <p:nvPr/>
        </p:nvSpPr>
        <p:spPr>
          <a:xfrm>
            <a:off x="7630134" y="1862667"/>
            <a:ext cx="3901453" cy="923330"/>
          </a:xfrm>
          <a:prstGeom prst="rect">
            <a:avLst/>
          </a:prstGeom>
          <a:noFill/>
        </p:spPr>
        <p:txBody>
          <a:bodyPr wrap="none" rtlCol="0">
            <a:spAutoFit/>
          </a:bodyPr>
          <a:lstStyle/>
          <a:p>
            <a:r>
              <a:rPr lang="en-US" dirty="0"/>
              <a:t>randomly populate 16x14 grid locations</a:t>
            </a:r>
          </a:p>
          <a:p>
            <a:r>
              <a:rPr lang="en-US" dirty="0"/>
              <a:t>label is '0' if empty, '1' if colored ball</a:t>
            </a:r>
          </a:p>
          <a:p>
            <a:r>
              <a:rPr lang="en-US" dirty="0"/>
              <a:t>224 binary labels</a:t>
            </a:r>
          </a:p>
        </p:txBody>
      </p:sp>
      <p:grpSp>
        <p:nvGrpSpPr>
          <p:cNvPr id="12" name="Group 11">
            <a:extLst>
              <a:ext uri="{FF2B5EF4-FFF2-40B4-BE49-F238E27FC236}">
                <a16:creationId xmlns:a16="http://schemas.microsoft.com/office/drawing/2014/main" id="{740F7C3E-70C9-7A24-8ABF-13EFEE5431A7}"/>
              </a:ext>
            </a:extLst>
          </p:cNvPr>
          <p:cNvGrpSpPr/>
          <p:nvPr/>
        </p:nvGrpSpPr>
        <p:grpSpPr>
          <a:xfrm>
            <a:off x="3194462" y="4860516"/>
            <a:ext cx="404553" cy="1126066"/>
            <a:chOff x="2509727" y="2528977"/>
            <a:chExt cx="404553" cy="513285"/>
          </a:xfrm>
          <a:noFill/>
        </p:grpSpPr>
        <p:sp>
          <p:nvSpPr>
            <p:cNvPr id="13" name="Rectangle 12">
              <a:extLst>
                <a:ext uri="{FF2B5EF4-FFF2-40B4-BE49-F238E27FC236}">
                  <a16:creationId xmlns:a16="http://schemas.microsoft.com/office/drawing/2014/main" id="{19C503E4-24F7-2326-2BE3-4B71B2F7D4AB}"/>
                </a:ext>
              </a:extLst>
            </p:cNvPr>
            <p:cNvSpPr/>
            <p:nvPr/>
          </p:nvSpPr>
          <p:spPr>
            <a:xfrm>
              <a:off x="25097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D46740BF-D394-9E3A-A6A0-2DEB4EAFC662}"/>
                </a:ext>
              </a:extLst>
            </p:cNvPr>
            <p:cNvSpPr/>
            <p:nvPr/>
          </p:nvSpPr>
          <p:spPr>
            <a:xfrm>
              <a:off x="26621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C6D16909-CF22-84FC-FC5E-A0FBAC858CF4}"/>
                </a:ext>
              </a:extLst>
            </p:cNvPr>
            <p:cNvSpPr/>
            <p:nvPr/>
          </p:nvSpPr>
          <p:spPr>
            <a:xfrm>
              <a:off x="28145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A753A8C2-662C-0641-D30F-BD7D9204BC67}"/>
              </a:ext>
            </a:extLst>
          </p:cNvPr>
          <p:cNvGrpSpPr/>
          <p:nvPr/>
        </p:nvGrpSpPr>
        <p:grpSpPr>
          <a:xfrm>
            <a:off x="3651662" y="5008683"/>
            <a:ext cx="425550" cy="829733"/>
            <a:chOff x="2966927" y="2528976"/>
            <a:chExt cx="425550" cy="513286"/>
          </a:xfrm>
          <a:noFill/>
        </p:grpSpPr>
        <p:sp>
          <p:nvSpPr>
            <p:cNvPr id="17" name="Rectangle 16">
              <a:extLst>
                <a:ext uri="{FF2B5EF4-FFF2-40B4-BE49-F238E27FC236}">
                  <a16:creationId xmlns:a16="http://schemas.microsoft.com/office/drawing/2014/main" id="{84F45351-E786-CB30-6C6A-EA6523C11BC6}"/>
                </a:ext>
              </a:extLst>
            </p:cNvPr>
            <p:cNvSpPr/>
            <p:nvPr/>
          </p:nvSpPr>
          <p:spPr>
            <a:xfrm>
              <a:off x="29669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564EEA5C-5C9D-BE3E-73D9-E9343B0F3007}"/>
                </a:ext>
              </a:extLst>
            </p:cNvPr>
            <p:cNvSpPr/>
            <p:nvPr/>
          </p:nvSpPr>
          <p:spPr>
            <a:xfrm>
              <a:off x="3119327" y="2528977"/>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E1A70887-B56E-6C75-8499-C87BCC90EEF4}"/>
                </a:ext>
              </a:extLst>
            </p:cNvPr>
            <p:cNvSpPr/>
            <p:nvPr/>
          </p:nvSpPr>
          <p:spPr>
            <a:xfrm>
              <a:off x="32927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E0808B44-A349-F005-71C9-F2CCC7A4D696}"/>
              </a:ext>
            </a:extLst>
          </p:cNvPr>
          <p:cNvGrpSpPr/>
          <p:nvPr/>
        </p:nvGrpSpPr>
        <p:grpSpPr>
          <a:xfrm>
            <a:off x="4129859" y="5096219"/>
            <a:ext cx="404553" cy="654661"/>
            <a:chOff x="3445124" y="2528976"/>
            <a:chExt cx="404553" cy="513285"/>
          </a:xfrm>
          <a:noFill/>
        </p:grpSpPr>
        <p:sp>
          <p:nvSpPr>
            <p:cNvPr id="21" name="Rectangle 20">
              <a:extLst>
                <a:ext uri="{FF2B5EF4-FFF2-40B4-BE49-F238E27FC236}">
                  <a16:creationId xmlns:a16="http://schemas.microsoft.com/office/drawing/2014/main" id="{FFAA159F-BF7D-3D42-9E00-56C10B091849}"/>
                </a:ext>
              </a:extLst>
            </p:cNvPr>
            <p:cNvSpPr/>
            <p:nvPr/>
          </p:nvSpPr>
          <p:spPr>
            <a:xfrm>
              <a:off x="34451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FD113915-0033-EA28-D0AA-938685124F54}"/>
                </a:ext>
              </a:extLst>
            </p:cNvPr>
            <p:cNvSpPr/>
            <p:nvPr/>
          </p:nvSpPr>
          <p:spPr>
            <a:xfrm>
              <a:off x="35975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4D313543-1FB7-A79F-72FB-BA7B3CE854B1}"/>
                </a:ext>
              </a:extLst>
            </p:cNvPr>
            <p:cNvSpPr/>
            <p:nvPr/>
          </p:nvSpPr>
          <p:spPr>
            <a:xfrm>
              <a:off x="37499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96ECEFC2-7C9E-33C6-B2E6-F87801517273}"/>
              </a:ext>
            </a:extLst>
          </p:cNvPr>
          <p:cNvSpPr/>
          <p:nvPr/>
        </p:nvSpPr>
        <p:spPr>
          <a:xfrm>
            <a:off x="5514760" y="5312119"/>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C41DAC3E-6B78-F990-3F35-55FE321D79A5}"/>
              </a:ext>
            </a:extLst>
          </p:cNvPr>
          <p:cNvSpPr/>
          <p:nvPr/>
        </p:nvSpPr>
        <p:spPr>
          <a:xfrm>
            <a:off x="5667160" y="5312119"/>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6EE750B0-8DBC-16F0-2251-CD86240C34BA}"/>
              </a:ext>
            </a:extLst>
          </p:cNvPr>
          <p:cNvSpPr/>
          <p:nvPr/>
        </p:nvSpPr>
        <p:spPr>
          <a:xfrm>
            <a:off x="5819560" y="5312119"/>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28" name="Group 27">
            <a:extLst>
              <a:ext uri="{FF2B5EF4-FFF2-40B4-BE49-F238E27FC236}">
                <a16:creationId xmlns:a16="http://schemas.microsoft.com/office/drawing/2014/main" id="{0FBD8A4E-D477-78BF-71E6-2D9E568DFB64}"/>
              </a:ext>
            </a:extLst>
          </p:cNvPr>
          <p:cNvGrpSpPr/>
          <p:nvPr/>
        </p:nvGrpSpPr>
        <p:grpSpPr>
          <a:xfrm>
            <a:off x="4587059" y="5166907"/>
            <a:ext cx="425550" cy="513285"/>
            <a:chOff x="3902324" y="2528976"/>
            <a:chExt cx="425550" cy="513285"/>
          </a:xfrm>
          <a:noFill/>
        </p:grpSpPr>
        <p:sp>
          <p:nvSpPr>
            <p:cNvPr id="29" name="Rectangle 28">
              <a:extLst>
                <a:ext uri="{FF2B5EF4-FFF2-40B4-BE49-F238E27FC236}">
                  <a16:creationId xmlns:a16="http://schemas.microsoft.com/office/drawing/2014/main" id="{613FF11A-0D18-E567-9BFC-98828D069A0A}"/>
                </a:ext>
              </a:extLst>
            </p:cNvPr>
            <p:cNvSpPr/>
            <p:nvPr/>
          </p:nvSpPr>
          <p:spPr>
            <a:xfrm>
              <a:off x="3902324"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5017953B-B848-E005-7BF5-26DE2A6E4B4E}"/>
                </a:ext>
              </a:extLst>
            </p:cNvPr>
            <p:cNvSpPr/>
            <p:nvPr/>
          </p:nvSpPr>
          <p:spPr>
            <a:xfrm>
              <a:off x="40757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0F28DAF9-3DA6-8E28-C7C9-11964E6B2E10}"/>
                </a:ext>
              </a:extLst>
            </p:cNvPr>
            <p:cNvSpPr/>
            <p:nvPr/>
          </p:nvSpPr>
          <p:spPr>
            <a:xfrm>
              <a:off x="42281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2" name="Group 31">
            <a:extLst>
              <a:ext uri="{FF2B5EF4-FFF2-40B4-BE49-F238E27FC236}">
                <a16:creationId xmlns:a16="http://schemas.microsoft.com/office/drawing/2014/main" id="{9CFA8CB6-6ABE-A4E8-3EEF-0E8896F3D77E}"/>
              </a:ext>
            </a:extLst>
          </p:cNvPr>
          <p:cNvGrpSpPr/>
          <p:nvPr/>
        </p:nvGrpSpPr>
        <p:grpSpPr>
          <a:xfrm>
            <a:off x="5065256" y="5227452"/>
            <a:ext cx="404553" cy="392194"/>
            <a:chOff x="4380521" y="2528976"/>
            <a:chExt cx="404553" cy="513285"/>
          </a:xfrm>
          <a:noFill/>
        </p:grpSpPr>
        <p:sp>
          <p:nvSpPr>
            <p:cNvPr id="33" name="Rectangle 32">
              <a:extLst>
                <a:ext uri="{FF2B5EF4-FFF2-40B4-BE49-F238E27FC236}">
                  <a16:creationId xmlns:a16="http://schemas.microsoft.com/office/drawing/2014/main" id="{0EDEA3FA-D27D-2EFF-0772-D02577FE3CEC}"/>
                </a:ext>
              </a:extLst>
            </p:cNvPr>
            <p:cNvSpPr/>
            <p:nvPr/>
          </p:nvSpPr>
          <p:spPr>
            <a:xfrm>
              <a:off x="43805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2FE2A427-3B16-431B-7528-124A5F6CA0B0}"/>
                </a:ext>
              </a:extLst>
            </p:cNvPr>
            <p:cNvSpPr/>
            <p:nvPr/>
          </p:nvSpPr>
          <p:spPr>
            <a:xfrm>
              <a:off x="45329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BEAED51A-EDE9-B54D-7C66-83B0D3D19E84}"/>
                </a:ext>
              </a:extLst>
            </p:cNvPr>
            <p:cNvSpPr/>
            <p:nvPr/>
          </p:nvSpPr>
          <p:spPr>
            <a:xfrm>
              <a:off x="4685321" y="2528976"/>
              <a:ext cx="99753" cy="513285"/>
            </a:xfrm>
            <a:prstGeom prst="rect">
              <a:avLst/>
            </a:prstGeom>
            <a:grp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EDAE6670-621B-D88A-5A66-FC2114BEDCA6}"/>
              </a:ext>
            </a:extLst>
          </p:cNvPr>
          <p:cNvSpPr/>
          <p:nvPr/>
        </p:nvSpPr>
        <p:spPr>
          <a:xfrm>
            <a:off x="8381082" y="4860515"/>
            <a:ext cx="99753" cy="112606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BD7B9FBB-9B6E-A449-3B0C-4D9CAE63F029}"/>
              </a:ext>
            </a:extLst>
          </p:cNvPr>
          <p:cNvSpPr/>
          <p:nvPr/>
        </p:nvSpPr>
        <p:spPr>
          <a:xfrm>
            <a:off x="8533482" y="4860515"/>
            <a:ext cx="99753" cy="112606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73BE7C4F-07E5-E063-1404-90B6019D8C65}"/>
              </a:ext>
            </a:extLst>
          </p:cNvPr>
          <p:cNvCxnSpPr>
            <a:cxnSpLocks/>
            <a:stCxn id="27" idx="3"/>
            <a:endCxn id="51" idx="1"/>
          </p:cNvCxnSpPr>
          <p:nvPr/>
        </p:nvCxnSpPr>
        <p:spPr>
          <a:xfrm flipV="1">
            <a:off x="5919313" y="5423547"/>
            <a:ext cx="2208376"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8C88C259-D78F-A3B5-B977-19A8BB1D7548}"/>
              </a:ext>
            </a:extLst>
          </p:cNvPr>
          <p:cNvCxnSpPr/>
          <p:nvPr/>
        </p:nvCxnSpPr>
        <p:spPr>
          <a:xfrm flipV="1">
            <a:off x="8854618" y="5426714"/>
            <a:ext cx="1107100"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DF08745F-CAB9-3793-0817-71C7CBF07FB5}"/>
              </a:ext>
            </a:extLst>
          </p:cNvPr>
          <p:cNvCxnSpPr>
            <a:cxnSpLocks/>
          </p:cNvCxnSpPr>
          <p:nvPr/>
        </p:nvCxnSpPr>
        <p:spPr>
          <a:xfrm>
            <a:off x="1460140" y="5426716"/>
            <a:ext cx="17390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4FAD53F-E1E7-7A51-E65A-22BCA84869E1}"/>
              </a:ext>
            </a:extLst>
          </p:cNvPr>
          <p:cNvSpPr txBox="1"/>
          <p:nvPr/>
        </p:nvSpPr>
        <p:spPr>
          <a:xfrm>
            <a:off x="3650782" y="6124411"/>
            <a:ext cx="1531188" cy="369332"/>
          </a:xfrm>
          <a:prstGeom prst="rect">
            <a:avLst/>
          </a:prstGeom>
          <a:noFill/>
        </p:spPr>
        <p:txBody>
          <a:bodyPr wrap="none" rtlCol="0">
            <a:spAutoFit/>
          </a:bodyPr>
          <a:lstStyle/>
          <a:p>
            <a:r>
              <a:rPr lang="en-US" dirty="0"/>
              <a:t>NV-IE100 CNN</a:t>
            </a:r>
          </a:p>
        </p:txBody>
      </p:sp>
      <p:sp>
        <p:nvSpPr>
          <p:cNvPr id="48" name="TextBox 47">
            <a:extLst>
              <a:ext uri="{FF2B5EF4-FFF2-40B4-BE49-F238E27FC236}">
                <a16:creationId xmlns:a16="http://schemas.microsoft.com/office/drawing/2014/main" id="{D5173D4F-EC96-D4AB-9DDA-79E0BDC6862B}"/>
              </a:ext>
            </a:extLst>
          </p:cNvPr>
          <p:cNvSpPr txBox="1"/>
          <p:nvPr/>
        </p:nvSpPr>
        <p:spPr>
          <a:xfrm>
            <a:off x="7983009" y="6083430"/>
            <a:ext cx="3484031" cy="646331"/>
          </a:xfrm>
          <a:prstGeom prst="rect">
            <a:avLst/>
          </a:prstGeom>
          <a:noFill/>
        </p:spPr>
        <p:txBody>
          <a:bodyPr wrap="none" rtlCol="0">
            <a:spAutoFit/>
          </a:bodyPr>
          <a:lstStyle/>
          <a:p>
            <a:r>
              <a:rPr lang="en-US" dirty="0"/>
              <a:t>1x1 conv, 2x1000 dense, 224 dense</a:t>
            </a:r>
          </a:p>
          <a:p>
            <a:r>
              <a:rPr lang="en-US" dirty="0"/>
              <a:t>binary </a:t>
            </a:r>
            <a:r>
              <a:rPr lang="en-US" dirty="0" err="1"/>
              <a:t>crossentropy</a:t>
            </a:r>
            <a:r>
              <a:rPr lang="en-US" dirty="0"/>
              <a:t> loss</a:t>
            </a:r>
          </a:p>
        </p:txBody>
      </p:sp>
      <p:sp>
        <p:nvSpPr>
          <p:cNvPr id="49" name="Rectangle 48">
            <a:extLst>
              <a:ext uri="{FF2B5EF4-FFF2-40B4-BE49-F238E27FC236}">
                <a16:creationId xmlns:a16="http://schemas.microsoft.com/office/drawing/2014/main" id="{9A7FD5D0-F070-D8FA-1851-AB2223F8ECE2}"/>
              </a:ext>
            </a:extLst>
          </p:cNvPr>
          <p:cNvSpPr/>
          <p:nvPr/>
        </p:nvSpPr>
        <p:spPr>
          <a:xfrm>
            <a:off x="8754865" y="5306825"/>
            <a:ext cx="99753" cy="222861"/>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7F6C9375-686B-2EA5-BB76-DDF1BE2F1520}"/>
              </a:ext>
            </a:extLst>
          </p:cNvPr>
          <p:cNvSpPr/>
          <p:nvPr/>
        </p:nvSpPr>
        <p:spPr>
          <a:xfrm>
            <a:off x="8127689" y="4860514"/>
            <a:ext cx="99753" cy="1126066"/>
          </a:xfrm>
          <a:prstGeom prst="rect">
            <a:avLst/>
          </a:prstGeom>
          <a:noFill/>
          <a:ln w="127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D0688041-3601-541D-466C-D6214F617FD5}"/>
              </a:ext>
            </a:extLst>
          </p:cNvPr>
          <p:cNvCxnSpPr>
            <a:stCxn id="51" idx="3"/>
            <a:endCxn id="38" idx="1"/>
          </p:cNvCxnSpPr>
          <p:nvPr/>
        </p:nvCxnSpPr>
        <p:spPr>
          <a:xfrm>
            <a:off x="8227442" y="5423547"/>
            <a:ext cx="153640" cy="1"/>
          </a:xfrm>
          <a:prstGeom prst="line">
            <a:avLst/>
          </a:prstGeom>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6E158F8E-2006-4DAF-8437-7AA936154BC9}"/>
              </a:ext>
            </a:extLst>
          </p:cNvPr>
          <p:cNvCxnSpPr>
            <a:cxnSpLocks/>
            <a:stCxn id="49" idx="1"/>
          </p:cNvCxnSpPr>
          <p:nvPr/>
        </p:nvCxnSpPr>
        <p:spPr>
          <a:xfrm flipH="1">
            <a:off x="8635271" y="5418256"/>
            <a:ext cx="119594" cy="5292"/>
          </a:xfrm>
          <a:prstGeom prst="line">
            <a:avLst/>
          </a:prstGeom>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35542F1A-6C02-C7B2-F31B-BC8C9E53A847}"/>
              </a:ext>
            </a:extLst>
          </p:cNvPr>
          <p:cNvSpPr txBox="1"/>
          <p:nvPr/>
        </p:nvSpPr>
        <p:spPr>
          <a:xfrm>
            <a:off x="1688727" y="5063080"/>
            <a:ext cx="1494320" cy="369332"/>
          </a:xfrm>
          <a:prstGeom prst="rect">
            <a:avLst/>
          </a:prstGeom>
          <a:noFill/>
        </p:spPr>
        <p:txBody>
          <a:bodyPr wrap="none" rtlCol="0">
            <a:spAutoFit/>
          </a:bodyPr>
          <a:lstStyle/>
          <a:p>
            <a:r>
              <a:rPr lang="en-US" dirty="0"/>
              <a:t>[1400,1600,3]</a:t>
            </a:r>
          </a:p>
        </p:txBody>
      </p:sp>
      <p:sp>
        <p:nvSpPr>
          <p:cNvPr id="60" name="TextBox 59">
            <a:extLst>
              <a:ext uri="{FF2B5EF4-FFF2-40B4-BE49-F238E27FC236}">
                <a16:creationId xmlns:a16="http://schemas.microsoft.com/office/drawing/2014/main" id="{3624EFFD-B6D8-37CF-67C8-9171069CF95E}"/>
              </a:ext>
            </a:extLst>
          </p:cNvPr>
          <p:cNvSpPr txBox="1"/>
          <p:nvPr/>
        </p:nvSpPr>
        <p:spPr>
          <a:xfrm>
            <a:off x="5923456" y="5063080"/>
            <a:ext cx="1260281" cy="369332"/>
          </a:xfrm>
          <a:prstGeom prst="rect">
            <a:avLst/>
          </a:prstGeom>
          <a:noFill/>
        </p:spPr>
        <p:txBody>
          <a:bodyPr wrap="none" rtlCol="0">
            <a:spAutoFit/>
          </a:bodyPr>
          <a:lstStyle/>
          <a:p>
            <a:r>
              <a:rPr lang="en-US" dirty="0"/>
              <a:t>[14,18,512]</a:t>
            </a:r>
          </a:p>
        </p:txBody>
      </p:sp>
      <p:sp>
        <p:nvSpPr>
          <p:cNvPr id="61" name="TextBox 60">
            <a:extLst>
              <a:ext uri="{FF2B5EF4-FFF2-40B4-BE49-F238E27FC236}">
                <a16:creationId xmlns:a16="http://schemas.microsoft.com/office/drawing/2014/main" id="{49F1E84A-76DD-B5D7-55C5-A352786AE120}"/>
              </a:ext>
            </a:extLst>
          </p:cNvPr>
          <p:cNvSpPr txBox="1"/>
          <p:nvPr/>
        </p:nvSpPr>
        <p:spPr>
          <a:xfrm>
            <a:off x="8867454" y="5063080"/>
            <a:ext cx="676788" cy="369332"/>
          </a:xfrm>
          <a:prstGeom prst="rect">
            <a:avLst/>
          </a:prstGeom>
          <a:noFill/>
        </p:spPr>
        <p:txBody>
          <a:bodyPr wrap="none" rtlCol="0">
            <a:spAutoFit/>
          </a:bodyPr>
          <a:lstStyle/>
          <a:p>
            <a:r>
              <a:rPr lang="en-US" dirty="0"/>
              <a:t>[224]</a:t>
            </a:r>
          </a:p>
        </p:txBody>
      </p:sp>
      <p:sp>
        <p:nvSpPr>
          <p:cNvPr id="63" name="TextBox 62">
            <a:extLst>
              <a:ext uri="{FF2B5EF4-FFF2-40B4-BE49-F238E27FC236}">
                <a16:creationId xmlns:a16="http://schemas.microsoft.com/office/drawing/2014/main" id="{6E3B3C4F-AE2A-713B-2678-20240CCB802A}"/>
              </a:ext>
            </a:extLst>
          </p:cNvPr>
          <p:cNvSpPr txBox="1"/>
          <p:nvPr/>
        </p:nvSpPr>
        <p:spPr>
          <a:xfrm>
            <a:off x="1916783" y="4017064"/>
            <a:ext cx="2379947" cy="369332"/>
          </a:xfrm>
          <a:prstGeom prst="rect">
            <a:avLst/>
          </a:prstGeom>
          <a:noFill/>
        </p:spPr>
        <p:txBody>
          <a:bodyPr wrap="none" rtlCol="0">
            <a:spAutoFit/>
          </a:bodyPr>
          <a:lstStyle/>
          <a:p>
            <a:r>
              <a:rPr lang="en-US" dirty="0"/>
              <a:t>1600x1400 RGB images</a:t>
            </a:r>
          </a:p>
        </p:txBody>
      </p:sp>
      <p:sp>
        <p:nvSpPr>
          <p:cNvPr id="72" name="Arrow: Right 71">
            <a:extLst>
              <a:ext uri="{FF2B5EF4-FFF2-40B4-BE49-F238E27FC236}">
                <a16:creationId xmlns:a16="http://schemas.microsoft.com/office/drawing/2014/main" id="{65B3EE3C-26DF-FF62-0F8C-7D5985509D19}"/>
              </a:ext>
            </a:extLst>
          </p:cNvPr>
          <p:cNvSpPr/>
          <p:nvPr/>
        </p:nvSpPr>
        <p:spPr>
          <a:xfrm>
            <a:off x="5923456" y="1897145"/>
            <a:ext cx="1260281" cy="768349"/>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9DE1F51A-804E-2575-052F-D6CD6C918DC7}"/>
              </a:ext>
            </a:extLst>
          </p:cNvPr>
          <p:cNvSpPr txBox="1"/>
          <p:nvPr/>
        </p:nvSpPr>
        <p:spPr>
          <a:xfrm>
            <a:off x="10005459" y="5231991"/>
            <a:ext cx="1352743" cy="369332"/>
          </a:xfrm>
          <a:prstGeom prst="rect">
            <a:avLst/>
          </a:prstGeom>
          <a:noFill/>
        </p:spPr>
        <p:txBody>
          <a:bodyPr wrap="none" rtlCol="0">
            <a:spAutoFit/>
          </a:bodyPr>
          <a:lstStyle/>
          <a:p>
            <a:r>
              <a:rPr lang="en-US" dirty="0"/>
              <a:t>probabilities</a:t>
            </a:r>
          </a:p>
        </p:txBody>
      </p:sp>
      <p:sp>
        <p:nvSpPr>
          <p:cNvPr id="76" name="TextBox 75">
            <a:extLst>
              <a:ext uri="{FF2B5EF4-FFF2-40B4-BE49-F238E27FC236}">
                <a16:creationId xmlns:a16="http://schemas.microsoft.com/office/drawing/2014/main" id="{AB4C93E6-08D2-71AA-69BF-45C4F5A9D165}"/>
              </a:ext>
            </a:extLst>
          </p:cNvPr>
          <p:cNvSpPr txBox="1"/>
          <p:nvPr/>
        </p:nvSpPr>
        <p:spPr>
          <a:xfrm>
            <a:off x="692420" y="5227452"/>
            <a:ext cx="710772" cy="369332"/>
          </a:xfrm>
          <a:prstGeom prst="rect">
            <a:avLst/>
          </a:prstGeom>
          <a:noFill/>
        </p:spPr>
        <p:txBody>
          <a:bodyPr wrap="none" rtlCol="0">
            <a:spAutoFit/>
          </a:bodyPr>
          <a:lstStyle/>
          <a:p>
            <a:r>
              <a:rPr lang="en-US" dirty="0"/>
              <a:t>pixels</a:t>
            </a:r>
          </a:p>
        </p:txBody>
      </p:sp>
      <p:sp>
        <p:nvSpPr>
          <p:cNvPr id="77" name="TextBox 76">
            <a:extLst>
              <a:ext uri="{FF2B5EF4-FFF2-40B4-BE49-F238E27FC236}">
                <a16:creationId xmlns:a16="http://schemas.microsoft.com/office/drawing/2014/main" id="{3DA30B9A-A53B-C400-3153-8439E08A1A09}"/>
              </a:ext>
            </a:extLst>
          </p:cNvPr>
          <p:cNvSpPr txBox="1"/>
          <p:nvPr/>
        </p:nvSpPr>
        <p:spPr>
          <a:xfrm>
            <a:off x="9583253" y="142322"/>
            <a:ext cx="2419317" cy="369332"/>
          </a:xfrm>
          <a:prstGeom prst="rect">
            <a:avLst/>
          </a:prstGeom>
          <a:noFill/>
        </p:spPr>
        <p:txBody>
          <a:bodyPr wrap="none" rtlCol="0">
            <a:spAutoFit/>
          </a:bodyPr>
          <a:lstStyle/>
          <a:p>
            <a:r>
              <a:rPr lang="en-US" dirty="0"/>
              <a:t>Receptive field unit test</a:t>
            </a:r>
          </a:p>
        </p:txBody>
      </p:sp>
      <p:pic>
        <p:nvPicPr>
          <p:cNvPr id="5" name="Picture 4">
            <a:extLst>
              <a:ext uri="{FF2B5EF4-FFF2-40B4-BE49-F238E27FC236}">
                <a16:creationId xmlns:a16="http://schemas.microsoft.com/office/drawing/2014/main" id="{342F8988-5B34-1CEA-0840-9B3E7917CD47}"/>
              </a:ext>
            </a:extLst>
          </p:cNvPr>
          <p:cNvPicPr>
            <a:picLocks noChangeAspect="1"/>
          </p:cNvPicPr>
          <p:nvPr/>
        </p:nvPicPr>
        <p:blipFill>
          <a:blip r:embed="rId2"/>
          <a:stretch>
            <a:fillRect/>
          </a:stretch>
        </p:blipFill>
        <p:spPr>
          <a:xfrm>
            <a:off x="1403192" y="734849"/>
            <a:ext cx="3548502" cy="3212654"/>
          </a:xfrm>
          <a:prstGeom prst="rect">
            <a:avLst/>
          </a:prstGeom>
        </p:spPr>
      </p:pic>
      <p:sp>
        <p:nvSpPr>
          <p:cNvPr id="6" name="Left Brace 5">
            <a:extLst>
              <a:ext uri="{FF2B5EF4-FFF2-40B4-BE49-F238E27FC236}">
                <a16:creationId xmlns:a16="http://schemas.microsoft.com/office/drawing/2014/main" id="{6DC390AC-753A-808C-9531-B8E313C0A259}"/>
              </a:ext>
            </a:extLst>
          </p:cNvPr>
          <p:cNvSpPr/>
          <p:nvPr/>
        </p:nvSpPr>
        <p:spPr>
          <a:xfrm>
            <a:off x="956795" y="732750"/>
            <a:ext cx="228538" cy="3212654"/>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703BED78-4785-843F-51DF-55F358186599}"/>
              </a:ext>
            </a:extLst>
          </p:cNvPr>
          <p:cNvSpPr txBox="1"/>
          <p:nvPr/>
        </p:nvSpPr>
        <p:spPr>
          <a:xfrm>
            <a:off x="53172" y="2139666"/>
            <a:ext cx="921791" cy="369332"/>
          </a:xfrm>
          <a:prstGeom prst="rect">
            <a:avLst/>
          </a:prstGeom>
          <a:noFill/>
        </p:spPr>
        <p:txBody>
          <a:bodyPr wrap="none" rtlCol="0">
            <a:spAutoFit/>
          </a:bodyPr>
          <a:lstStyle/>
          <a:p>
            <a:r>
              <a:rPr lang="en-US" dirty="0"/>
              <a:t>14 rows</a:t>
            </a:r>
          </a:p>
        </p:txBody>
      </p:sp>
      <p:sp>
        <p:nvSpPr>
          <p:cNvPr id="8" name="Left Brace 7">
            <a:extLst>
              <a:ext uri="{FF2B5EF4-FFF2-40B4-BE49-F238E27FC236}">
                <a16:creationId xmlns:a16="http://schemas.microsoft.com/office/drawing/2014/main" id="{1418DEF7-3944-52C4-5951-8A30927D06A7}"/>
              </a:ext>
            </a:extLst>
          </p:cNvPr>
          <p:cNvSpPr/>
          <p:nvPr/>
        </p:nvSpPr>
        <p:spPr>
          <a:xfrm rot="5400000" flipV="1">
            <a:off x="3044205" y="-1353518"/>
            <a:ext cx="249949" cy="3527413"/>
          </a:xfrm>
          <a:prstGeom prst="lef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987572A5-CFFF-D6C8-452E-9611CB28C70C}"/>
              </a:ext>
            </a:extLst>
          </p:cNvPr>
          <p:cNvSpPr txBox="1"/>
          <p:nvPr/>
        </p:nvSpPr>
        <p:spPr>
          <a:xfrm>
            <a:off x="2515830" y="-967"/>
            <a:ext cx="1259960" cy="369332"/>
          </a:xfrm>
          <a:prstGeom prst="rect">
            <a:avLst/>
          </a:prstGeom>
          <a:noFill/>
        </p:spPr>
        <p:txBody>
          <a:bodyPr wrap="none" rtlCol="0">
            <a:spAutoFit/>
          </a:bodyPr>
          <a:lstStyle/>
          <a:p>
            <a:r>
              <a:rPr lang="en-US" dirty="0"/>
              <a:t>16 columns</a:t>
            </a:r>
          </a:p>
        </p:txBody>
      </p:sp>
    </p:spTree>
    <p:extLst>
      <p:ext uri="{BB962C8B-B14F-4D97-AF65-F5344CB8AC3E}">
        <p14:creationId xmlns:p14="http://schemas.microsoft.com/office/powerpoint/2010/main" val="3243269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F46B6E5-AE33-9736-97CA-66342BECA746}"/>
              </a:ext>
            </a:extLst>
          </p:cNvPr>
          <p:cNvSpPr txBox="1"/>
          <p:nvPr/>
        </p:nvSpPr>
        <p:spPr>
          <a:xfrm>
            <a:off x="84667" y="93134"/>
            <a:ext cx="4866269" cy="369332"/>
          </a:xfrm>
          <a:prstGeom prst="rect">
            <a:avLst/>
          </a:prstGeom>
          <a:noFill/>
        </p:spPr>
        <p:txBody>
          <a:bodyPr wrap="none" rtlCol="0">
            <a:spAutoFit/>
          </a:bodyPr>
          <a:lstStyle/>
          <a:p>
            <a:r>
              <a:rPr lang="en-US" dirty="0"/>
              <a:t>thumbnail gallery of 1600x1400 RGB input images</a:t>
            </a:r>
          </a:p>
        </p:txBody>
      </p:sp>
      <p:pic>
        <p:nvPicPr>
          <p:cNvPr id="10" name="Picture 9" descr="A collage of multiple squares&#10;&#10;Description automatically generated">
            <a:extLst>
              <a:ext uri="{FF2B5EF4-FFF2-40B4-BE49-F238E27FC236}">
                <a16:creationId xmlns:a16="http://schemas.microsoft.com/office/drawing/2014/main" id="{28B51897-D2D4-E975-05E6-A8453A8121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3132"/>
            <a:ext cx="12192000" cy="6414868"/>
          </a:xfrm>
          <a:prstGeom prst="rect">
            <a:avLst/>
          </a:prstGeom>
        </p:spPr>
      </p:pic>
      <p:pic>
        <p:nvPicPr>
          <p:cNvPr id="2" name="Picture 1">
            <a:extLst>
              <a:ext uri="{FF2B5EF4-FFF2-40B4-BE49-F238E27FC236}">
                <a16:creationId xmlns:a16="http://schemas.microsoft.com/office/drawing/2014/main" id="{E9FD7EE8-237D-24E1-509C-3BE105623D81}"/>
              </a:ext>
            </a:extLst>
          </p:cNvPr>
          <p:cNvPicPr>
            <a:picLocks noChangeAspect="1"/>
          </p:cNvPicPr>
          <p:nvPr/>
        </p:nvPicPr>
        <p:blipFill>
          <a:blip r:embed="rId3"/>
          <a:stretch>
            <a:fillRect/>
          </a:stretch>
        </p:blipFill>
        <p:spPr>
          <a:xfrm>
            <a:off x="0" y="443132"/>
            <a:ext cx="12192000" cy="6414868"/>
          </a:xfrm>
          <a:prstGeom prst="rect">
            <a:avLst/>
          </a:prstGeom>
        </p:spPr>
      </p:pic>
    </p:spTree>
    <p:extLst>
      <p:ext uri="{BB962C8B-B14F-4D97-AF65-F5344CB8AC3E}">
        <p14:creationId xmlns:p14="http://schemas.microsoft.com/office/powerpoint/2010/main" val="3617763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81B4A-F732-984B-C5FE-42D6F8F9C867}"/>
              </a:ext>
            </a:extLst>
          </p:cNvPr>
          <p:cNvSpPr>
            <a:spLocks noGrp="1"/>
          </p:cNvSpPr>
          <p:nvPr>
            <p:ph type="title"/>
          </p:nvPr>
        </p:nvSpPr>
        <p:spPr/>
        <p:txBody>
          <a:bodyPr/>
          <a:lstStyle/>
          <a:p>
            <a:r>
              <a:rPr lang="en-US" dirty="0"/>
              <a:t>Product Planning</a:t>
            </a:r>
          </a:p>
        </p:txBody>
      </p:sp>
      <p:graphicFrame>
        <p:nvGraphicFramePr>
          <p:cNvPr id="3" name="Table 2">
            <a:extLst>
              <a:ext uri="{FF2B5EF4-FFF2-40B4-BE49-F238E27FC236}">
                <a16:creationId xmlns:a16="http://schemas.microsoft.com/office/drawing/2014/main" id="{A1C111B1-0BBF-73CE-1385-1BE3A391403A}"/>
              </a:ext>
            </a:extLst>
          </p:cNvPr>
          <p:cNvGraphicFramePr>
            <a:graphicFrameLocks noGrp="1"/>
          </p:cNvGraphicFramePr>
          <p:nvPr>
            <p:extLst>
              <p:ext uri="{D42A27DB-BD31-4B8C-83A1-F6EECF244321}">
                <p14:modId xmlns:p14="http://schemas.microsoft.com/office/powerpoint/2010/main" val="1429952116"/>
              </p:ext>
            </p:extLst>
          </p:nvPr>
        </p:nvGraphicFramePr>
        <p:xfrm>
          <a:off x="838200" y="1540932"/>
          <a:ext cx="10515600" cy="2026920"/>
        </p:xfrm>
        <a:graphic>
          <a:graphicData uri="http://schemas.openxmlformats.org/drawingml/2006/table">
            <a:tbl>
              <a:tblPr firstRow="1" bandRow="1">
                <a:tableStyleId>{073A0DAA-6AF3-43AB-8588-CEC1D06C72B9}</a:tableStyleId>
              </a:tblPr>
              <a:tblGrid>
                <a:gridCol w="3505200">
                  <a:extLst>
                    <a:ext uri="{9D8B030D-6E8A-4147-A177-3AD203B41FA5}">
                      <a16:colId xmlns:a16="http://schemas.microsoft.com/office/drawing/2014/main" val="3278635289"/>
                    </a:ext>
                  </a:extLst>
                </a:gridCol>
                <a:gridCol w="4655345">
                  <a:extLst>
                    <a:ext uri="{9D8B030D-6E8A-4147-A177-3AD203B41FA5}">
                      <a16:colId xmlns:a16="http://schemas.microsoft.com/office/drawing/2014/main" val="2766243056"/>
                    </a:ext>
                  </a:extLst>
                </a:gridCol>
                <a:gridCol w="2355055">
                  <a:extLst>
                    <a:ext uri="{9D8B030D-6E8A-4147-A177-3AD203B41FA5}">
                      <a16:colId xmlns:a16="http://schemas.microsoft.com/office/drawing/2014/main" val="657990752"/>
                    </a:ext>
                  </a:extLst>
                </a:gridCol>
              </a:tblGrid>
              <a:tr h="370840">
                <a:tc>
                  <a:txBody>
                    <a:bodyPr/>
                    <a:lstStyle/>
                    <a:p>
                      <a:r>
                        <a:rPr lang="en-US" dirty="0"/>
                        <a:t>Milestone</a:t>
                      </a:r>
                    </a:p>
                  </a:txBody>
                  <a:tcPr/>
                </a:tc>
                <a:tc>
                  <a:txBody>
                    <a:bodyPr/>
                    <a:lstStyle/>
                    <a:p>
                      <a:r>
                        <a:rPr lang="en-US" dirty="0"/>
                        <a:t>Dependencies</a:t>
                      </a:r>
                    </a:p>
                  </a:txBody>
                  <a:tcPr/>
                </a:tc>
                <a:tc>
                  <a:txBody>
                    <a:bodyPr/>
                    <a:lstStyle/>
                    <a:p>
                      <a:r>
                        <a:rPr lang="en-US" dirty="0"/>
                        <a:t>Status</a:t>
                      </a:r>
                    </a:p>
                  </a:txBody>
                  <a:tcPr/>
                </a:tc>
                <a:extLst>
                  <a:ext uri="{0D108BD9-81ED-4DB2-BD59-A6C34878D82A}">
                    <a16:rowId xmlns:a16="http://schemas.microsoft.com/office/drawing/2014/main" val="759049646"/>
                  </a:ext>
                </a:extLst>
              </a:tr>
              <a:tr h="370840">
                <a:tc>
                  <a:txBody>
                    <a:bodyPr/>
                    <a:lstStyle/>
                    <a:p>
                      <a:r>
                        <a:rPr lang="en-US" dirty="0"/>
                        <a:t>Concept Commit</a:t>
                      </a:r>
                    </a:p>
                  </a:txBody>
                  <a:tcPr/>
                </a:tc>
                <a:tc>
                  <a:txBody>
                    <a:bodyPr/>
                    <a:lstStyle/>
                    <a:p>
                      <a:r>
                        <a:rPr lang="en-US" dirty="0"/>
                        <a:t>PRD/datasheet</a:t>
                      </a:r>
                      <a:br>
                        <a:rPr lang="en-US" dirty="0"/>
                      </a:br>
                      <a:r>
                        <a:rPr lang="en-US" dirty="0"/>
                        <a:t>die size/power estimate</a:t>
                      </a:r>
                      <a:br>
                        <a:rPr lang="en-US" dirty="0"/>
                      </a:br>
                      <a:r>
                        <a:rPr lang="en-US" dirty="0"/>
                        <a:t>preliminary budget/schedule</a:t>
                      </a:r>
                    </a:p>
                  </a:txBody>
                  <a:tcPr/>
                </a:tc>
                <a:tc>
                  <a:txBody>
                    <a:bodyPr/>
                    <a:lstStyle/>
                    <a:p>
                      <a:r>
                        <a:rPr lang="en-US" dirty="0"/>
                        <a:t>needed for AMS OSRAM joint development proposal</a:t>
                      </a:r>
                    </a:p>
                  </a:txBody>
                  <a:tcPr/>
                </a:tc>
                <a:extLst>
                  <a:ext uri="{0D108BD9-81ED-4DB2-BD59-A6C34878D82A}">
                    <a16:rowId xmlns:a16="http://schemas.microsoft.com/office/drawing/2014/main" val="1237036835"/>
                  </a:ext>
                </a:extLst>
              </a:tr>
              <a:tr h="370840">
                <a:tc>
                  <a:txBody>
                    <a:bodyPr/>
                    <a:lstStyle/>
                    <a:p>
                      <a:r>
                        <a:rPr lang="en-US" dirty="0"/>
                        <a:t>Execution Commit</a:t>
                      </a:r>
                    </a:p>
                  </a:txBody>
                  <a:tcPr/>
                </a:tc>
                <a:tc>
                  <a:txBody>
                    <a:bodyPr/>
                    <a:lstStyle/>
                    <a:p>
                      <a:r>
                        <a:rPr lang="en-US" dirty="0"/>
                        <a:t>complete program plan to FCS</a:t>
                      </a:r>
                    </a:p>
                  </a:txBody>
                  <a:tcPr/>
                </a:tc>
                <a:tc>
                  <a:txBody>
                    <a:bodyPr/>
                    <a:lstStyle/>
                    <a:p>
                      <a:endParaRPr lang="en-US" dirty="0"/>
                    </a:p>
                  </a:txBody>
                  <a:tcPr/>
                </a:tc>
                <a:extLst>
                  <a:ext uri="{0D108BD9-81ED-4DB2-BD59-A6C34878D82A}">
                    <a16:rowId xmlns:a16="http://schemas.microsoft.com/office/drawing/2014/main" val="3372917164"/>
                  </a:ext>
                </a:extLst>
              </a:tr>
              <a:tr h="370840">
                <a:tc>
                  <a:txBody>
                    <a:bodyPr/>
                    <a:lstStyle/>
                    <a:p>
                      <a:r>
                        <a:rPr lang="en-US" dirty="0"/>
                        <a:t>FCS</a:t>
                      </a:r>
                    </a:p>
                  </a:txBody>
                  <a:tcPr/>
                </a:tc>
                <a:tc>
                  <a:txBody>
                    <a:bodyPr/>
                    <a:lstStyle/>
                    <a:p>
                      <a:r>
                        <a:rPr lang="en-US" dirty="0"/>
                        <a:t>standard SoC development process</a:t>
                      </a:r>
                    </a:p>
                  </a:txBody>
                  <a:tcPr/>
                </a:tc>
                <a:tc>
                  <a:txBody>
                    <a:bodyPr/>
                    <a:lstStyle/>
                    <a:p>
                      <a:endParaRPr lang="en-US" dirty="0"/>
                    </a:p>
                  </a:txBody>
                  <a:tcPr/>
                </a:tc>
                <a:extLst>
                  <a:ext uri="{0D108BD9-81ED-4DB2-BD59-A6C34878D82A}">
                    <a16:rowId xmlns:a16="http://schemas.microsoft.com/office/drawing/2014/main" val="4283467276"/>
                  </a:ext>
                </a:extLst>
              </a:tr>
            </a:tbl>
          </a:graphicData>
        </a:graphic>
      </p:graphicFrame>
      <p:graphicFrame>
        <p:nvGraphicFramePr>
          <p:cNvPr id="4" name="Table 3">
            <a:extLst>
              <a:ext uri="{FF2B5EF4-FFF2-40B4-BE49-F238E27FC236}">
                <a16:creationId xmlns:a16="http://schemas.microsoft.com/office/drawing/2014/main" id="{740526ED-71AA-0682-698C-81F7F554E161}"/>
              </a:ext>
            </a:extLst>
          </p:cNvPr>
          <p:cNvGraphicFramePr>
            <a:graphicFrameLocks noGrp="1"/>
          </p:cNvGraphicFramePr>
          <p:nvPr>
            <p:extLst>
              <p:ext uri="{D42A27DB-BD31-4B8C-83A1-F6EECF244321}">
                <p14:modId xmlns:p14="http://schemas.microsoft.com/office/powerpoint/2010/main" val="3772494411"/>
              </p:ext>
            </p:extLst>
          </p:nvPr>
        </p:nvGraphicFramePr>
        <p:xfrm>
          <a:off x="838200" y="3801531"/>
          <a:ext cx="10515600" cy="2768600"/>
        </p:xfrm>
        <a:graphic>
          <a:graphicData uri="http://schemas.openxmlformats.org/drawingml/2006/table">
            <a:tbl>
              <a:tblPr firstRow="1" bandRow="1">
                <a:tableStyleId>{073A0DAA-6AF3-43AB-8588-CEC1D06C72B9}</a:tableStyleId>
              </a:tblPr>
              <a:tblGrid>
                <a:gridCol w="6849533">
                  <a:extLst>
                    <a:ext uri="{9D8B030D-6E8A-4147-A177-3AD203B41FA5}">
                      <a16:colId xmlns:a16="http://schemas.microsoft.com/office/drawing/2014/main" val="3278635289"/>
                    </a:ext>
                  </a:extLst>
                </a:gridCol>
                <a:gridCol w="1311012">
                  <a:extLst>
                    <a:ext uri="{9D8B030D-6E8A-4147-A177-3AD203B41FA5}">
                      <a16:colId xmlns:a16="http://schemas.microsoft.com/office/drawing/2014/main" val="2766243056"/>
                    </a:ext>
                  </a:extLst>
                </a:gridCol>
                <a:gridCol w="2355055">
                  <a:extLst>
                    <a:ext uri="{9D8B030D-6E8A-4147-A177-3AD203B41FA5}">
                      <a16:colId xmlns:a16="http://schemas.microsoft.com/office/drawing/2014/main" val="657990752"/>
                    </a:ext>
                  </a:extLst>
                </a:gridCol>
              </a:tblGrid>
              <a:tr h="370840">
                <a:tc>
                  <a:txBody>
                    <a:bodyPr/>
                    <a:lstStyle/>
                    <a:p>
                      <a:r>
                        <a:rPr lang="en-US" dirty="0"/>
                        <a:t>PRD Feature</a:t>
                      </a:r>
                    </a:p>
                  </a:txBody>
                  <a:tcPr/>
                </a:tc>
                <a:tc>
                  <a:txBody>
                    <a:bodyPr/>
                    <a:lstStyle/>
                    <a:p>
                      <a:r>
                        <a:rPr lang="en-US" dirty="0"/>
                        <a:t>Priority</a:t>
                      </a:r>
                    </a:p>
                  </a:txBody>
                  <a:tcPr/>
                </a:tc>
                <a:tc>
                  <a:txBody>
                    <a:bodyPr/>
                    <a:lstStyle/>
                    <a:p>
                      <a:r>
                        <a:rPr lang="en-US" dirty="0"/>
                        <a:t>Schedule</a:t>
                      </a:r>
                    </a:p>
                  </a:txBody>
                  <a:tcPr/>
                </a:tc>
                <a:extLst>
                  <a:ext uri="{0D108BD9-81ED-4DB2-BD59-A6C34878D82A}">
                    <a16:rowId xmlns:a16="http://schemas.microsoft.com/office/drawing/2014/main" val="759049646"/>
                  </a:ext>
                </a:extLst>
              </a:tr>
              <a:tr h="370840">
                <a:tc>
                  <a:txBody>
                    <a:bodyPr/>
                    <a:lstStyle/>
                    <a:p>
                      <a:r>
                        <a:rPr lang="en-US" dirty="0"/>
                        <a:t>MIPI CSI-2, DPHY RX, 1C 2D, 1.5GHz</a:t>
                      </a:r>
                    </a:p>
                  </a:txBody>
                  <a:tcPr/>
                </a:tc>
                <a:tc>
                  <a:txBody>
                    <a:bodyPr/>
                    <a:lstStyle/>
                    <a:p>
                      <a:r>
                        <a:rPr lang="en-US" dirty="0"/>
                        <a:t>P1</a:t>
                      </a:r>
                    </a:p>
                  </a:txBody>
                  <a:tcPr/>
                </a:tc>
                <a:tc>
                  <a:txBody>
                    <a:bodyPr/>
                    <a:lstStyle/>
                    <a:p>
                      <a:r>
                        <a:rPr lang="en-US" dirty="0"/>
                        <a:t>MVP, fastest TTM</a:t>
                      </a:r>
                    </a:p>
                  </a:txBody>
                  <a:tcPr/>
                </a:tc>
                <a:extLst>
                  <a:ext uri="{0D108BD9-81ED-4DB2-BD59-A6C34878D82A}">
                    <a16:rowId xmlns:a16="http://schemas.microsoft.com/office/drawing/2014/main" val="1237036835"/>
                  </a:ext>
                </a:extLst>
              </a:tr>
              <a:tr h="370840">
                <a:tc>
                  <a:txBody>
                    <a:bodyPr/>
                    <a:lstStyle/>
                    <a:p>
                      <a:r>
                        <a:rPr lang="en-US" dirty="0"/>
                        <a:t>[1400,1600,3] input shape (frame)</a:t>
                      </a:r>
                      <a:br>
                        <a:rPr lang="en-US" dirty="0"/>
                      </a:br>
                      <a:r>
                        <a:rPr lang="en-US" dirty="0"/>
                        <a:t>12 bits/pixel</a:t>
                      </a:r>
                    </a:p>
                    <a:p>
                      <a:r>
                        <a:rPr lang="en-US" dirty="0"/>
                        <a:t>30 frames/s</a:t>
                      </a:r>
                    </a:p>
                  </a:txBody>
                  <a:tcPr/>
                </a:tc>
                <a:tc>
                  <a:txBody>
                    <a:bodyPr/>
                    <a:lstStyle/>
                    <a:p>
                      <a:r>
                        <a:rPr lang="en-US" dirty="0"/>
                        <a:t>P1</a:t>
                      </a:r>
                    </a:p>
                  </a:txBody>
                  <a:tcPr/>
                </a:tc>
                <a:tc>
                  <a:txBody>
                    <a:bodyPr/>
                    <a:lstStyle/>
                    <a:p>
                      <a:r>
                        <a:rPr lang="en-US" dirty="0"/>
                        <a:t>Mira220 RGB</a:t>
                      </a:r>
                    </a:p>
                  </a:txBody>
                  <a:tcPr/>
                </a:tc>
                <a:extLst>
                  <a:ext uri="{0D108BD9-81ED-4DB2-BD59-A6C34878D82A}">
                    <a16:rowId xmlns:a16="http://schemas.microsoft.com/office/drawing/2014/main" val="3372917164"/>
                  </a:ext>
                </a:extLst>
              </a:tr>
              <a:tr h="370840">
                <a:tc>
                  <a:txBody>
                    <a:bodyPr/>
                    <a:lstStyle/>
                    <a:p>
                      <a:r>
                        <a:rPr lang="en-US" dirty="0"/>
                        <a:t>[14,18,512] output shape (feature map)</a:t>
                      </a:r>
                    </a:p>
                  </a:txBody>
                  <a:tcPr/>
                </a:tc>
                <a:tc>
                  <a:txBody>
                    <a:bodyPr/>
                    <a:lstStyle/>
                    <a:p>
                      <a:r>
                        <a:rPr lang="en-US" dirty="0"/>
                        <a:t>P1</a:t>
                      </a:r>
                    </a:p>
                  </a:txBody>
                  <a:tcPr/>
                </a:tc>
                <a:tc>
                  <a:txBody>
                    <a:bodyPr/>
                    <a:lstStyle/>
                    <a:p>
                      <a:endParaRPr lang="en-US" dirty="0"/>
                    </a:p>
                  </a:txBody>
                  <a:tcPr/>
                </a:tc>
                <a:extLst>
                  <a:ext uri="{0D108BD9-81ED-4DB2-BD59-A6C34878D82A}">
                    <a16:rowId xmlns:a16="http://schemas.microsoft.com/office/drawing/2014/main" val="62910246"/>
                  </a:ext>
                </a:extLst>
              </a:tr>
              <a:tr h="370840">
                <a:tc>
                  <a:txBody>
                    <a:bodyPr/>
                    <a:lstStyle/>
                    <a:p>
                      <a:r>
                        <a:rPr lang="en-US" dirty="0"/>
                        <a:t>[140,160,3] output shape (thumbnail)</a:t>
                      </a:r>
                    </a:p>
                  </a:txBody>
                  <a:tcPr/>
                </a:tc>
                <a:tc>
                  <a:txBody>
                    <a:bodyPr/>
                    <a:lstStyle/>
                    <a:p>
                      <a:r>
                        <a:rPr lang="en-US" dirty="0"/>
                        <a:t>P1</a:t>
                      </a:r>
                    </a:p>
                  </a:txBody>
                  <a:tcPr/>
                </a:tc>
                <a:tc>
                  <a:txBody>
                    <a:bodyPr/>
                    <a:lstStyle/>
                    <a:p>
                      <a:endParaRPr lang="en-US" dirty="0"/>
                    </a:p>
                  </a:txBody>
                  <a:tcPr/>
                </a:tc>
                <a:extLst>
                  <a:ext uri="{0D108BD9-81ED-4DB2-BD59-A6C34878D82A}">
                    <a16:rowId xmlns:a16="http://schemas.microsoft.com/office/drawing/2014/main" val="4283467276"/>
                  </a:ext>
                </a:extLst>
              </a:tr>
              <a:tr h="370840">
                <a:tc>
                  <a:txBody>
                    <a:bodyPr/>
                    <a:lstStyle/>
                    <a:p>
                      <a:r>
                        <a:rPr lang="en-US" dirty="0"/>
                        <a:t>USB 2.0 PHY, controller</a:t>
                      </a:r>
                    </a:p>
                  </a:txBody>
                  <a:tcPr/>
                </a:tc>
                <a:tc>
                  <a:txBody>
                    <a:bodyPr/>
                    <a:lstStyle/>
                    <a:p>
                      <a:r>
                        <a:rPr lang="en-US" dirty="0"/>
                        <a:t>P1</a:t>
                      </a:r>
                    </a:p>
                  </a:txBody>
                  <a:tcPr/>
                </a:tc>
                <a:tc>
                  <a:txBody>
                    <a:bodyPr/>
                    <a:lstStyle/>
                    <a:p>
                      <a:endParaRPr lang="en-US" dirty="0"/>
                    </a:p>
                  </a:txBody>
                  <a:tcPr/>
                </a:tc>
                <a:extLst>
                  <a:ext uri="{0D108BD9-81ED-4DB2-BD59-A6C34878D82A}">
                    <a16:rowId xmlns:a16="http://schemas.microsoft.com/office/drawing/2014/main" val="1333573620"/>
                  </a:ext>
                </a:extLst>
              </a:tr>
            </a:tbl>
          </a:graphicData>
        </a:graphic>
      </p:graphicFrame>
    </p:spTree>
    <p:extLst>
      <p:ext uri="{BB962C8B-B14F-4D97-AF65-F5344CB8AC3E}">
        <p14:creationId xmlns:p14="http://schemas.microsoft.com/office/powerpoint/2010/main" val="2863364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TextBox 39">
            <a:extLst>
              <a:ext uri="{FF2B5EF4-FFF2-40B4-BE49-F238E27FC236}">
                <a16:creationId xmlns:a16="http://schemas.microsoft.com/office/drawing/2014/main" id="{7FBD9EAC-3213-14F0-D062-CF6BB8B73219}"/>
              </a:ext>
            </a:extLst>
          </p:cNvPr>
          <p:cNvSpPr txBox="1"/>
          <p:nvPr/>
        </p:nvSpPr>
        <p:spPr>
          <a:xfrm>
            <a:off x="4223528" y="2494058"/>
            <a:ext cx="1928384" cy="724796"/>
          </a:xfrm>
          <a:prstGeom prst="rect">
            <a:avLst/>
          </a:prstGeom>
          <a:noFill/>
          <a:ln w="12700">
            <a:solidFill>
              <a:schemeClr val="tx1"/>
            </a:solidFill>
          </a:ln>
        </p:spPr>
        <p:txBody>
          <a:bodyPr wrap="none" rtlCol="0" anchor="ctr" anchorCtr="1">
            <a:noAutofit/>
          </a:bodyPr>
          <a:lstStyle/>
          <a:p>
            <a:r>
              <a:rPr lang="en-US" dirty="0"/>
              <a:t>CNN top</a:t>
            </a:r>
          </a:p>
        </p:txBody>
      </p:sp>
      <p:sp>
        <p:nvSpPr>
          <p:cNvPr id="42" name="TextBox 41">
            <a:extLst>
              <a:ext uri="{FF2B5EF4-FFF2-40B4-BE49-F238E27FC236}">
                <a16:creationId xmlns:a16="http://schemas.microsoft.com/office/drawing/2014/main" id="{EDEC56A5-EA89-87FB-CE26-A5CA36EFD8E0}"/>
              </a:ext>
            </a:extLst>
          </p:cNvPr>
          <p:cNvSpPr txBox="1"/>
          <p:nvPr/>
        </p:nvSpPr>
        <p:spPr>
          <a:xfrm>
            <a:off x="4218767" y="3657600"/>
            <a:ext cx="1922869" cy="711440"/>
          </a:xfrm>
          <a:prstGeom prst="rect">
            <a:avLst/>
          </a:prstGeom>
          <a:noFill/>
          <a:ln w="12700">
            <a:solidFill>
              <a:schemeClr val="tx1"/>
            </a:solidFill>
          </a:ln>
        </p:spPr>
        <p:txBody>
          <a:bodyPr wrap="none" rtlCol="0" anchor="ctr" anchorCtr="1">
            <a:noAutofit/>
          </a:bodyPr>
          <a:lstStyle/>
          <a:p>
            <a:r>
              <a:rPr lang="en-US" dirty="0"/>
              <a:t>RGB </a:t>
            </a:r>
            <a:r>
              <a:rPr lang="en-US" dirty="0" err="1"/>
              <a:t>rescaler</a:t>
            </a:r>
            <a:endParaRPr lang="en-US" dirty="0"/>
          </a:p>
        </p:txBody>
      </p:sp>
      <p:cxnSp>
        <p:nvCxnSpPr>
          <p:cNvPr id="46" name="Connector: Elbow 45">
            <a:extLst>
              <a:ext uri="{FF2B5EF4-FFF2-40B4-BE49-F238E27FC236}">
                <a16:creationId xmlns:a16="http://schemas.microsoft.com/office/drawing/2014/main" id="{9AAB609F-31F0-83BB-DD3B-7F2981994830}"/>
              </a:ext>
            </a:extLst>
          </p:cNvPr>
          <p:cNvCxnSpPr>
            <a:cxnSpLocks/>
            <a:endCxn id="42" idx="1"/>
          </p:cNvCxnSpPr>
          <p:nvPr/>
        </p:nvCxnSpPr>
        <p:spPr>
          <a:xfrm>
            <a:off x="2735341" y="2869156"/>
            <a:ext cx="1483426" cy="1144164"/>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BBF0A29A-DEA3-2461-A996-822DC5759395}"/>
              </a:ext>
            </a:extLst>
          </p:cNvPr>
          <p:cNvSpPr txBox="1"/>
          <p:nvPr/>
        </p:nvSpPr>
        <p:spPr>
          <a:xfrm>
            <a:off x="2697857" y="2509185"/>
            <a:ext cx="671979" cy="369332"/>
          </a:xfrm>
          <a:prstGeom prst="rect">
            <a:avLst/>
          </a:prstGeom>
          <a:noFill/>
        </p:spPr>
        <p:txBody>
          <a:bodyPr wrap="none" rtlCol="0">
            <a:spAutoFit/>
          </a:bodyPr>
          <a:lstStyle/>
          <a:p>
            <a:r>
              <a:rPr lang="en-US" dirty="0"/>
              <a:t>AXI-S</a:t>
            </a:r>
          </a:p>
        </p:txBody>
      </p:sp>
      <p:cxnSp>
        <p:nvCxnSpPr>
          <p:cNvPr id="50" name="Straight Arrow Connector 49">
            <a:extLst>
              <a:ext uri="{FF2B5EF4-FFF2-40B4-BE49-F238E27FC236}">
                <a16:creationId xmlns:a16="http://schemas.microsoft.com/office/drawing/2014/main" id="{5E3B76D2-BF65-2B75-A43B-92119CDC8074}"/>
              </a:ext>
            </a:extLst>
          </p:cNvPr>
          <p:cNvCxnSpPr>
            <a:cxnSpLocks/>
          </p:cNvCxnSpPr>
          <p:nvPr/>
        </p:nvCxnSpPr>
        <p:spPr>
          <a:xfrm>
            <a:off x="6151912" y="2693173"/>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FF1D214C-3916-D352-7AC1-F0FA1E20F683}"/>
              </a:ext>
            </a:extLst>
          </p:cNvPr>
          <p:cNvCxnSpPr/>
          <p:nvPr/>
        </p:nvCxnSpPr>
        <p:spPr>
          <a:xfrm>
            <a:off x="6141636" y="3810559"/>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TextBox 51">
            <a:extLst>
              <a:ext uri="{FF2B5EF4-FFF2-40B4-BE49-F238E27FC236}">
                <a16:creationId xmlns:a16="http://schemas.microsoft.com/office/drawing/2014/main" id="{309F4B7F-68E7-F0B7-75ED-ABFD10C3BD21}"/>
              </a:ext>
            </a:extLst>
          </p:cNvPr>
          <p:cNvSpPr txBox="1"/>
          <p:nvPr/>
        </p:nvSpPr>
        <p:spPr>
          <a:xfrm>
            <a:off x="4218884" y="4683177"/>
            <a:ext cx="1928384" cy="426544"/>
          </a:xfrm>
          <a:prstGeom prst="rect">
            <a:avLst/>
          </a:prstGeom>
          <a:noFill/>
          <a:ln w="12700">
            <a:solidFill>
              <a:schemeClr val="tx1"/>
            </a:solidFill>
          </a:ln>
        </p:spPr>
        <p:txBody>
          <a:bodyPr wrap="none" rtlCol="0" anchor="ctr" anchorCtr="1">
            <a:noAutofit/>
          </a:bodyPr>
          <a:lstStyle/>
          <a:p>
            <a:r>
              <a:rPr lang="en-US" dirty="0"/>
              <a:t>I2C controller</a:t>
            </a:r>
          </a:p>
        </p:txBody>
      </p:sp>
      <p:cxnSp>
        <p:nvCxnSpPr>
          <p:cNvPr id="54" name="Straight Arrow Connector 53">
            <a:extLst>
              <a:ext uri="{FF2B5EF4-FFF2-40B4-BE49-F238E27FC236}">
                <a16:creationId xmlns:a16="http://schemas.microsoft.com/office/drawing/2014/main" id="{A577ACC0-174B-4946-82F2-4263B581657A}"/>
              </a:ext>
            </a:extLst>
          </p:cNvPr>
          <p:cNvCxnSpPr>
            <a:cxnSpLocks/>
          </p:cNvCxnSpPr>
          <p:nvPr/>
        </p:nvCxnSpPr>
        <p:spPr>
          <a:xfrm flipH="1">
            <a:off x="6141636" y="4905477"/>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 name="Straight Connector 55">
            <a:extLst>
              <a:ext uri="{FF2B5EF4-FFF2-40B4-BE49-F238E27FC236}">
                <a16:creationId xmlns:a16="http://schemas.microsoft.com/office/drawing/2014/main" id="{369A5103-D931-19B4-6B45-0570F592EA9C}"/>
              </a:ext>
            </a:extLst>
          </p:cNvPr>
          <p:cNvCxnSpPr>
            <a:stCxn id="52" idx="1"/>
          </p:cNvCxnSpPr>
          <p:nvPr/>
        </p:nvCxnSpPr>
        <p:spPr>
          <a:xfrm flipH="1">
            <a:off x="922868" y="4896449"/>
            <a:ext cx="3296016" cy="9028"/>
          </a:xfrm>
          <a:prstGeom prst="line">
            <a:avLst/>
          </a:prstGeom>
        </p:spPr>
        <p:style>
          <a:lnRef idx="1">
            <a:schemeClr val="dk1"/>
          </a:lnRef>
          <a:fillRef idx="0">
            <a:schemeClr val="dk1"/>
          </a:fillRef>
          <a:effectRef idx="0">
            <a:schemeClr val="dk1"/>
          </a:effectRef>
          <a:fontRef idx="minor">
            <a:schemeClr val="tx1"/>
          </a:fontRef>
        </p:style>
      </p:cxnSp>
      <p:sp>
        <p:nvSpPr>
          <p:cNvPr id="57" name="TextBox 56">
            <a:extLst>
              <a:ext uri="{FF2B5EF4-FFF2-40B4-BE49-F238E27FC236}">
                <a16:creationId xmlns:a16="http://schemas.microsoft.com/office/drawing/2014/main" id="{4D266F41-77AC-414C-B480-BE89E2FEB464}"/>
              </a:ext>
            </a:extLst>
          </p:cNvPr>
          <p:cNvSpPr txBox="1"/>
          <p:nvPr/>
        </p:nvSpPr>
        <p:spPr>
          <a:xfrm>
            <a:off x="415998" y="4573283"/>
            <a:ext cx="506870" cy="646331"/>
          </a:xfrm>
          <a:prstGeom prst="rect">
            <a:avLst/>
          </a:prstGeom>
          <a:noFill/>
        </p:spPr>
        <p:txBody>
          <a:bodyPr wrap="none" rtlCol="0">
            <a:spAutoFit/>
          </a:bodyPr>
          <a:lstStyle/>
          <a:p>
            <a:r>
              <a:rPr lang="en-US" dirty="0" err="1"/>
              <a:t>sda</a:t>
            </a:r>
            <a:endParaRPr lang="en-US" dirty="0"/>
          </a:p>
          <a:p>
            <a:r>
              <a:rPr lang="en-US" dirty="0" err="1"/>
              <a:t>scl</a:t>
            </a:r>
            <a:endParaRPr lang="en-US" dirty="0"/>
          </a:p>
        </p:txBody>
      </p:sp>
      <p:sp>
        <p:nvSpPr>
          <p:cNvPr id="60" name="TextBox 59">
            <a:extLst>
              <a:ext uri="{FF2B5EF4-FFF2-40B4-BE49-F238E27FC236}">
                <a16:creationId xmlns:a16="http://schemas.microsoft.com/office/drawing/2014/main" id="{D6D1CAD9-ED6A-5333-9D06-79465270BB79}"/>
              </a:ext>
            </a:extLst>
          </p:cNvPr>
          <p:cNvSpPr txBox="1"/>
          <p:nvPr/>
        </p:nvSpPr>
        <p:spPr>
          <a:xfrm>
            <a:off x="201851" y="2196740"/>
            <a:ext cx="716735" cy="923330"/>
          </a:xfrm>
          <a:prstGeom prst="rect">
            <a:avLst/>
          </a:prstGeom>
          <a:noFill/>
        </p:spPr>
        <p:txBody>
          <a:bodyPr wrap="none" rtlCol="0">
            <a:spAutoFit/>
          </a:bodyPr>
          <a:lstStyle/>
          <a:p>
            <a:r>
              <a:rPr lang="en-US" dirty="0"/>
              <a:t>clock</a:t>
            </a:r>
          </a:p>
          <a:p>
            <a:r>
              <a:rPr lang="en-US" dirty="0"/>
              <a:t>data0</a:t>
            </a:r>
          </a:p>
          <a:p>
            <a:r>
              <a:rPr lang="en-US" dirty="0"/>
              <a:t>data1</a:t>
            </a:r>
          </a:p>
        </p:txBody>
      </p:sp>
      <p:sp>
        <p:nvSpPr>
          <p:cNvPr id="61" name="TextBox 60">
            <a:extLst>
              <a:ext uri="{FF2B5EF4-FFF2-40B4-BE49-F238E27FC236}">
                <a16:creationId xmlns:a16="http://schemas.microsoft.com/office/drawing/2014/main" id="{FD3F8199-08BA-F16F-81C4-438546918AA9}"/>
              </a:ext>
            </a:extLst>
          </p:cNvPr>
          <p:cNvSpPr txBox="1"/>
          <p:nvPr/>
        </p:nvSpPr>
        <p:spPr>
          <a:xfrm>
            <a:off x="6349536" y="4573283"/>
            <a:ext cx="861839" cy="369332"/>
          </a:xfrm>
          <a:prstGeom prst="rect">
            <a:avLst/>
          </a:prstGeom>
          <a:noFill/>
        </p:spPr>
        <p:txBody>
          <a:bodyPr wrap="none" rtlCol="0">
            <a:spAutoFit/>
          </a:bodyPr>
          <a:lstStyle/>
          <a:p>
            <a:r>
              <a:rPr lang="en-US" dirty="0"/>
              <a:t>AXI-lite</a:t>
            </a:r>
          </a:p>
        </p:txBody>
      </p:sp>
      <p:cxnSp>
        <p:nvCxnSpPr>
          <p:cNvPr id="67" name="Straight Connector 66">
            <a:extLst>
              <a:ext uri="{FF2B5EF4-FFF2-40B4-BE49-F238E27FC236}">
                <a16:creationId xmlns:a16="http://schemas.microsoft.com/office/drawing/2014/main" id="{5E3F87C2-C012-0CD3-6FBF-AD94779FE7DF}"/>
              </a:ext>
            </a:extLst>
          </p:cNvPr>
          <p:cNvCxnSpPr>
            <a:cxnSpLocks/>
          </p:cNvCxnSpPr>
          <p:nvPr/>
        </p:nvCxnSpPr>
        <p:spPr>
          <a:xfrm flipH="1" flipV="1">
            <a:off x="907167" y="2653944"/>
            <a:ext cx="592666" cy="1"/>
          </a:xfrm>
          <a:prstGeom prst="line">
            <a:avLst/>
          </a:prstGeom>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A8F51860-7527-463F-FB9F-DABB83C2297B}"/>
              </a:ext>
            </a:extLst>
          </p:cNvPr>
          <p:cNvCxnSpPr>
            <a:cxnSpLocks/>
          </p:cNvCxnSpPr>
          <p:nvPr/>
        </p:nvCxnSpPr>
        <p:spPr>
          <a:xfrm flipH="1">
            <a:off x="2728319" y="2171331"/>
            <a:ext cx="47028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55FBFEA1-1CA9-B07F-758D-72C8E3E5EB54}"/>
              </a:ext>
            </a:extLst>
          </p:cNvPr>
          <p:cNvSpPr txBox="1"/>
          <p:nvPr/>
        </p:nvSpPr>
        <p:spPr>
          <a:xfrm>
            <a:off x="6349536" y="1839137"/>
            <a:ext cx="861839" cy="369332"/>
          </a:xfrm>
          <a:prstGeom prst="rect">
            <a:avLst/>
          </a:prstGeom>
          <a:noFill/>
        </p:spPr>
        <p:txBody>
          <a:bodyPr wrap="none" rtlCol="0">
            <a:spAutoFit/>
          </a:bodyPr>
          <a:lstStyle/>
          <a:p>
            <a:r>
              <a:rPr lang="en-US" dirty="0"/>
              <a:t>AXI-lite</a:t>
            </a:r>
          </a:p>
        </p:txBody>
      </p:sp>
      <p:sp>
        <p:nvSpPr>
          <p:cNvPr id="73" name="TextBox 72">
            <a:extLst>
              <a:ext uri="{FF2B5EF4-FFF2-40B4-BE49-F238E27FC236}">
                <a16:creationId xmlns:a16="http://schemas.microsoft.com/office/drawing/2014/main" id="{1ED5938E-1928-6E6F-0EFA-100976298B11}"/>
              </a:ext>
            </a:extLst>
          </p:cNvPr>
          <p:cNvSpPr txBox="1"/>
          <p:nvPr/>
        </p:nvSpPr>
        <p:spPr>
          <a:xfrm>
            <a:off x="6450417" y="2337585"/>
            <a:ext cx="671979" cy="369332"/>
          </a:xfrm>
          <a:prstGeom prst="rect">
            <a:avLst/>
          </a:prstGeom>
          <a:noFill/>
        </p:spPr>
        <p:txBody>
          <a:bodyPr wrap="none" rtlCol="0">
            <a:spAutoFit/>
          </a:bodyPr>
          <a:lstStyle/>
          <a:p>
            <a:r>
              <a:rPr lang="en-US" dirty="0"/>
              <a:t>AXI-S</a:t>
            </a:r>
          </a:p>
        </p:txBody>
      </p:sp>
      <p:cxnSp>
        <p:nvCxnSpPr>
          <p:cNvPr id="74" name="Straight Arrow Connector 73">
            <a:extLst>
              <a:ext uri="{FF2B5EF4-FFF2-40B4-BE49-F238E27FC236}">
                <a16:creationId xmlns:a16="http://schemas.microsoft.com/office/drawing/2014/main" id="{F53697A5-93C5-7820-35EE-16AA7D9E6915}"/>
              </a:ext>
            </a:extLst>
          </p:cNvPr>
          <p:cNvCxnSpPr>
            <a:cxnSpLocks/>
          </p:cNvCxnSpPr>
          <p:nvPr/>
        </p:nvCxnSpPr>
        <p:spPr>
          <a:xfrm flipH="1">
            <a:off x="6163814" y="3072297"/>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BA08C7B4-CE2F-F5A0-CBA4-B75548677128}"/>
              </a:ext>
            </a:extLst>
          </p:cNvPr>
          <p:cNvSpPr txBox="1"/>
          <p:nvPr/>
        </p:nvSpPr>
        <p:spPr>
          <a:xfrm>
            <a:off x="6371714" y="2740103"/>
            <a:ext cx="861839" cy="369332"/>
          </a:xfrm>
          <a:prstGeom prst="rect">
            <a:avLst/>
          </a:prstGeom>
          <a:noFill/>
        </p:spPr>
        <p:txBody>
          <a:bodyPr wrap="none" rtlCol="0">
            <a:spAutoFit/>
          </a:bodyPr>
          <a:lstStyle/>
          <a:p>
            <a:r>
              <a:rPr lang="en-US" dirty="0"/>
              <a:t>AXI-lite</a:t>
            </a:r>
          </a:p>
        </p:txBody>
      </p:sp>
      <p:sp>
        <p:nvSpPr>
          <p:cNvPr id="76" name="TextBox 75">
            <a:extLst>
              <a:ext uri="{FF2B5EF4-FFF2-40B4-BE49-F238E27FC236}">
                <a16:creationId xmlns:a16="http://schemas.microsoft.com/office/drawing/2014/main" id="{75902173-79A3-BA06-3DED-5DBD2D1AAD37}"/>
              </a:ext>
            </a:extLst>
          </p:cNvPr>
          <p:cNvSpPr txBox="1"/>
          <p:nvPr/>
        </p:nvSpPr>
        <p:spPr>
          <a:xfrm>
            <a:off x="6423210" y="3446769"/>
            <a:ext cx="671979" cy="369332"/>
          </a:xfrm>
          <a:prstGeom prst="rect">
            <a:avLst/>
          </a:prstGeom>
          <a:noFill/>
        </p:spPr>
        <p:txBody>
          <a:bodyPr wrap="none" rtlCol="0">
            <a:spAutoFit/>
          </a:bodyPr>
          <a:lstStyle/>
          <a:p>
            <a:r>
              <a:rPr lang="en-US" dirty="0"/>
              <a:t>AXI-S</a:t>
            </a:r>
          </a:p>
        </p:txBody>
      </p:sp>
      <p:cxnSp>
        <p:nvCxnSpPr>
          <p:cNvPr id="77" name="Straight Arrow Connector 76">
            <a:extLst>
              <a:ext uri="{FF2B5EF4-FFF2-40B4-BE49-F238E27FC236}">
                <a16:creationId xmlns:a16="http://schemas.microsoft.com/office/drawing/2014/main" id="{FA5F63D2-3DE6-0B72-7A77-CD4E7DBA1F87}"/>
              </a:ext>
            </a:extLst>
          </p:cNvPr>
          <p:cNvCxnSpPr>
            <a:cxnSpLocks/>
          </p:cNvCxnSpPr>
          <p:nvPr/>
        </p:nvCxnSpPr>
        <p:spPr>
          <a:xfrm flipH="1">
            <a:off x="6131360" y="4204352"/>
            <a:ext cx="128954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451F5164-9927-234C-108C-69715474948E}"/>
              </a:ext>
            </a:extLst>
          </p:cNvPr>
          <p:cNvSpPr txBox="1"/>
          <p:nvPr/>
        </p:nvSpPr>
        <p:spPr>
          <a:xfrm>
            <a:off x="6339260" y="3872158"/>
            <a:ext cx="861839" cy="369332"/>
          </a:xfrm>
          <a:prstGeom prst="rect">
            <a:avLst/>
          </a:prstGeom>
          <a:noFill/>
        </p:spPr>
        <p:txBody>
          <a:bodyPr wrap="none" rtlCol="0">
            <a:spAutoFit/>
          </a:bodyPr>
          <a:lstStyle/>
          <a:p>
            <a:r>
              <a:rPr lang="en-US" dirty="0"/>
              <a:t>AXI-lite</a:t>
            </a:r>
          </a:p>
        </p:txBody>
      </p:sp>
      <p:cxnSp>
        <p:nvCxnSpPr>
          <p:cNvPr id="79" name="Straight Connector 78">
            <a:extLst>
              <a:ext uri="{FF2B5EF4-FFF2-40B4-BE49-F238E27FC236}">
                <a16:creationId xmlns:a16="http://schemas.microsoft.com/office/drawing/2014/main" id="{9AB5AE33-018E-B826-773F-818D8CF50D90}"/>
              </a:ext>
            </a:extLst>
          </p:cNvPr>
          <p:cNvCxnSpPr/>
          <p:nvPr/>
        </p:nvCxnSpPr>
        <p:spPr>
          <a:xfrm flipH="1" flipV="1">
            <a:off x="9069610" y="3553636"/>
            <a:ext cx="861044" cy="1"/>
          </a:xfrm>
          <a:prstGeom prst="line">
            <a:avLst/>
          </a:prstGeom>
        </p:spPr>
        <p:style>
          <a:lnRef idx="1">
            <a:schemeClr val="dk1"/>
          </a:lnRef>
          <a:fillRef idx="0">
            <a:schemeClr val="dk1"/>
          </a:fillRef>
          <a:effectRef idx="0">
            <a:schemeClr val="dk1"/>
          </a:effectRef>
          <a:fontRef idx="minor">
            <a:schemeClr val="tx1"/>
          </a:fontRef>
        </p:style>
      </p:cxnSp>
      <p:sp>
        <p:nvSpPr>
          <p:cNvPr id="80" name="TextBox 79">
            <a:extLst>
              <a:ext uri="{FF2B5EF4-FFF2-40B4-BE49-F238E27FC236}">
                <a16:creationId xmlns:a16="http://schemas.microsoft.com/office/drawing/2014/main" id="{A7B03E52-8E3A-BEB4-16FD-AA75032E9A36}"/>
              </a:ext>
            </a:extLst>
          </p:cNvPr>
          <p:cNvSpPr txBox="1"/>
          <p:nvPr/>
        </p:nvSpPr>
        <p:spPr>
          <a:xfrm>
            <a:off x="10064440" y="3158505"/>
            <a:ext cx="364202" cy="646331"/>
          </a:xfrm>
          <a:prstGeom prst="rect">
            <a:avLst/>
          </a:prstGeom>
          <a:noFill/>
        </p:spPr>
        <p:txBody>
          <a:bodyPr wrap="none" rtlCol="0">
            <a:spAutoFit/>
          </a:bodyPr>
          <a:lstStyle/>
          <a:p>
            <a:r>
              <a:rPr lang="en-US" dirty="0" err="1"/>
              <a:t>rx</a:t>
            </a:r>
            <a:endParaRPr lang="en-US" dirty="0"/>
          </a:p>
          <a:p>
            <a:r>
              <a:rPr lang="en-US" dirty="0" err="1"/>
              <a:t>tx</a:t>
            </a:r>
            <a:endParaRPr lang="en-US" dirty="0"/>
          </a:p>
        </p:txBody>
      </p:sp>
      <p:sp>
        <p:nvSpPr>
          <p:cNvPr id="84" name="TextBox 83">
            <a:extLst>
              <a:ext uri="{FF2B5EF4-FFF2-40B4-BE49-F238E27FC236}">
                <a16:creationId xmlns:a16="http://schemas.microsoft.com/office/drawing/2014/main" id="{89BC0793-0B0C-23CB-8946-F2C324868F43}"/>
              </a:ext>
            </a:extLst>
          </p:cNvPr>
          <p:cNvSpPr txBox="1"/>
          <p:nvPr/>
        </p:nvSpPr>
        <p:spPr>
          <a:xfrm>
            <a:off x="1792473" y="4069572"/>
            <a:ext cx="652400" cy="426544"/>
          </a:xfrm>
          <a:prstGeom prst="rect">
            <a:avLst/>
          </a:prstGeom>
          <a:noFill/>
          <a:ln>
            <a:solidFill>
              <a:schemeClr val="tx1"/>
            </a:solidFill>
          </a:ln>
        </p:spPr>
        <p:txBody>
          <a:bodyPr wrap="none" rtlCol="0" anchor="ctr" anchorCtr="1">
            <a:noAutofit/>
          </a:bodyPr>
          <a:lstStyle/>
          <a:p>
            <a:r>
              <a:rPr lang="en-US" dirty="0"/>
              <a:t>PLL</a:t>
            </a:r>
          </a:p>
        </p:txBody>
      </p:sp>
      <p:sp>
        <p:nvSpPr>
          <p:cNvPr id="85" name="TextBox 84">
            <a:extLst>
              <a:ext uri="{FF2B5EF4-FFF2-40B4-BE49-F238E27FC236}">
                <a16:creationId xmlns:a16="http://schemas.microsoft.com/office/drawing/2014/main" id="{0BE0130B-30F6-FD52-4369-C1D968302532}"/>
              </a:ext>
            </a:extLst>
          </p:cNvPr>
          <p:cNvSpPr txBox="1"/>
          <p:nvPr/>
        </p:nvSpPr>
        <p:spPr>
          <a:xfrm>
            <a:off x="1512281" y="1857193"/>
            <a:ext cx="1212785" cy="1503340"/>
          </a:xfrm>
          <a:prstGeom prst="rect">
            <a:avLst/>
          </a:prstGeom>
          <a:noFill/>
          <a:ln w="12700">
            <a:solidFill>
              <a:schemeClr val="tx1"/>
            </a:solidFill>
          </a:ln>
        </p:spPr>
        <p:txBody>
          <a:bodyPr wrap="none" rtlCol="0" anchor="ctr" anchorCtr="1">
            <a:noAutofit/>
          </a:bodyPr>
          <a:lstStyle/>
          <a:p>
            <a:r>
              <a:rPr lang="en-US" u="sng" dirty="0"/>
              <a:t>MIPI</a:t>
            </a:r>
          </a:p>
          <a:p>
            <a:r>
              <a:rPr lang="en-US" dirty="0"/>
              <a:t>DPHY</a:t>
            </a:r>
          </a:p>
          <a:p>
            <a:r>
              <a:rPr lang="en-US" dirty="0"/>
              <a:t>CSI-2</a:t>
            </a:r>
          </a:p>
          <a:p>
            <a:r>
              <a:rPr lang="en-US" dirty="0"/>
              <a:t>AXI-S FIFO</a:t>
            </a:r>
          </a:p>
        </p:txBody>
      </p:sp>
      <p:sp>
        <p:nvSpPr>
          <p:cNvPr id="86" name="TextBox 85">
            <a:extLst>
              <a:ext uri="{FF2B5EF4-FFF2-40B4-BE49-F238E27FC236}">
                <a16:creationId xmlns:a16="http://schemas.microsoft.com/office/drawing/2014/main" id="{501420E7-52E8-9522-5A48-2DB291B464A7}"/>
              </a:ext>
            </a:extLst>
          </p:cNvPr>
          <p:cNvSpPr txBox="1"/>
          <p:nvPr/>
        </p:nvSpPr>
        <p:spPr>
          <a:xfrm>
            <a:off x="7441453" y="1839137"/>
            <a:ext cx="1628157" cy="3428999"/>
          </a:xfrm>
          <a:prstGeom prst="rect">
            <a:avLst/>
          </a:prstGeom>
          <a:noFill/>
          <a:ln w="12700">
            <a:solidFill>
              <a:schemeClr val="tx1"/>
            </a:solidFill>
          </a:ln>
        </p:spPr>
        <p:txBody>
          <a:bodyPr wrap="none" rtlCol="0" anchor="ctr" anchorCtr="1">
            <a:noAutofit/>
          </a:bodyPr>
          <a:lstStyle/>
          <a:p>
            <a:r>
              <a:rPr lang="en-US" u="sng" dirty="0"/>
              <a:t>USB</a:t>
            </a:r>
          </a:p>
          <a:p>
            <a:r>
              <a:rPr lang="en-US" dirty="0"/>
              <a:t>2.x, 480Mb/s</a:t>
            </a:r>
          </a:p>
          <a:p>
            <a:r>
              <a:rPr lang="en-US" dirty="0"/>
              <a:t>PHY, controller</a:t>
            </a:r>
          </a:p>
          <a:p>
            <a:r>
              <a:rPr lang="en-US" dirty="0"/>
              <a:t>AXI-S FIFO</a:t>
            </a:r>
          </a:p>
          <a:p>
            <a:r>
              <a:rPr lang="en-US" dirty="0"/>
              <a:t>AXI-lite master</a:t>
            </a:r>
          </a:p>
        </p:txBody>
      </p:sp>
      <p:sp>
        <p:nvSpPr>
          <p:cNvPr id="87" name="Rectangle 86">
            <a:extLst>
              <a:ext uri="{FF2B5EF4-FFF2-40B4-BE49-F238E27FC236}">
                <a16:creationId xmlns:a16="http://schemas.microsoft.com/office/drawing/2014/main" id="{CB1FB082-39C0-7725-BA26-B24BEC0F6B56}"/>
              </a:ext>
            </a:extLst>
          </p:cNvPr>
          <p:cNvSpPr/>
          <p:nvPr/>
        </p:nvSpPr>
        <p:spPr>
          <a:xfrm>
            <a:off x="1296147" y="1202267"/>
            <a:ext cx="8051053" cy="4682065"/>
          </a:xfrm>
          <a:prstGeom prst="rect">
            <a:avLst/>
          </a:prstGeom>
          <a:noFill/>
          <a:ln>
            <a:solidFill>
              <a:schemeClr val="tx1"/>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435424A6-A5D5-E0DA-3312-3C3561080A8C}"/>
              </a:ext>
            </a:extLst>
          </p:cNvPr>
          <p:cNvSpPr txBox="1"/>
          <p:nvPr/>
        </p:nvSpPr>
        <p:spPr>
          <a:xfrm>
            <a:off x="0" y="26756"/>
            <a:ext cx="2806409" cy="369332"/>
          </a:xfrm>
          <a:prstGeom prst="rect">
            <a:avLst/>
          </a:prstGeom>
          <a:noFill/>
        </p:spPr>
        <p:txBody>
          <a:bodyPr wrap="none" rtlCol="0">
            <a:spAutoFit/>
          </a:bodyPr>
          <a:lstStyle/>
          <a:p>
            <a:r>
              <a:rPr lang="en-US" dirty="0"/>
              <a:t>NV-IE100 top level diagram</a:t>
            </a:r>
          </a:p>
        </p:txBody>
      </p:sp>
      <p:cxnSp>
        <p:nvCxnSpPr>
          <p:cNvPr id="6" name="Straight Arrow Connector 5">
            <a:extLst>
              <a:ext uri="{FF2B5EF4-FFF2-40B4-BE49-F238E27FC236}">
                <a16:creationId xmlns:a16="http://schemas.microsoft.com/office/drawing/2014/main" id="{8490E1C6-5C54-7068-2807-1728C14A56AD}"/>
              </a:ext>
            </a:extLst>
          </p:cNvPr>
          <p:cNvCxnSpPr>
            <a:cxnSpLocks/>
          </p:cNvCxnSpPr>
          <p:nvPr/>
        </p:nvCxnSpPr>
        <p:spPr>
          <a:xfrm>
            <a:off x="2832283" y="2869156"/>
            <a:ext cx="13925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aphicFrame>
        <p:nvGraphicFramePr>
          <p:cNvPr id="9" name="Table 8">
            <a:extLst>
              <a:ext uri="{FF2B5EF4-FFF2-40B4-BE49-F238E27FC236}">
                <a16:creationId xmlns:a16="http://schemas.microsoft.com/office/drawing/2014/main" id="{5A45E45A-666D-542B-D335-30E3FEEC0053}"/>
              </a:ext>
            </a:extLst>
          </p:cNvPr>
          <p:cNvGraphicFramePr>
            <a:graphicFrameLocks noGrp="1"/>
          </p:cNvGraphicFramePr>
          <p:nvPr>
            <p:extLst>
              <p:ext uri="{D42A27DB-BD31-4B8C-83A1-F6EECF244321}">
                <p14:modId xmlns:p14="http://schemas.microsoft.com/office/powerpoint/2010/main" val="3151189076"/>
              </p:ext>
            </p:extLst>
          </p:nvPr>
        </p:nvGraphicFramePr>
        <p:xfrm>
          <a:off x="10279054" y="211422"/>
          <a:ext cx="1648708" cy="2225040"/>
        </p:xfrm>
        <a:graphic>
          <a:graphicData uri="http://schemas.openxmlformats.org/drawingml/2006/table">
            <a:tbl>
              <a:tblPr firstRow="1" bandRow="1">
                <a:tableStyleId>{073A0DAA-6AF3-43AB-8588-CEC1D06C72B9}</a:tableStyleId>
              </a:tblPr>
              <a:tblGrid>
                <a:gridCol w="824354">
                  <a:extLst>
                    <a:ext uri="{9D8B030D-6E8A-4147-A177-3AD203B41FA5}">
                      <a16:colId xmlns:a16="http://schemas.microsoft.com/office/drawing/2014/main" val="4184057003"/>
                    </a:ext>
                  </a:extLst>
                </a:gridCol>
                <a:gridCol w="824354">
                  <a:extLst>
                    <a:ext uri="{9D8B030D-6E8A-4147-A177-3AD203B41FA5}">
                      <a16:colId xmlns:a16="http://schemas.microsoft.com/office/drawing/2014/main" val="876860463"/>
                    </a:ext>
                  </a:extLst>
                </a:gridCol>
              </a:tblGrid>
              <a:tr h="370840">
                <a:tc>
                  <a:txBody>
                    <a:bodyPr/>
                    <a:lstStyle/>
                    <a:p>
                      <a:r>
                        <a:rPr lang="en-US" dirty="0"/>
                        <a:t>Block</a:t>
                      </a:r>
                    </a:p>
                  </a:txBody>
                  <a:tcPr/>
                </a:tc>
                <a:tc>
                  <a:txBody>
                    <a:bodyPr/>
                    <a:lstStyle/>
                    <a:p>
                      <a:r>
                        <a:rPr lang="en-US" dirty="0"/>
                        <a:t>Owner</a:t>
                      </a:r>
                    </a:p>
                  </a:txBody>
                  <a:tcPr/>
                </a:tc>
                <a:extLst>
                  <a:ext uri="{0D108BD9-81ED-4DB2-BD59-A6C34878D82A}">
                    <a16:rowId xmlns:a16="http://schemas.microsoft.com/office/drawing/2014/main" val="992022663"/>
                  </a:ext>
                </a:extLst>
              </a:tr>
              <a:tr h="370840">
                <a:tc>
                  <a:txBody>
                    <a:bodyPr/>
                    <a:lstStyle/>
                    <a:p>
                      <a:r>
                        <a:rPr lang="en-US" dirty="0"/>
                        <a:t>MIPI</a:t>
                      </a:r>
                    </a:p>
                  </a:txBody>
                  <a:tcPr/>
                </a:tc>
                <a:tc>
                  <a:txBody>
                    <a:bodyPr/>
                    <a:lstStyle/>
                    <a:p>
                      <a:endParaRPr lang="en-US" dirty="0"/>
                    </a:p>
                  </a:txBody>
                  <a:tcPr/>
                </a:tc>
                <a:extLst>
                  <a:ext uri="{0D108BD9-81ED-4DB2-BD59-A6C34878D82A}">
                    <a16:rowId xmlns:a16="http://schemas.microsoft.com/office/drawing/2014/main" val="1767330420"/>
                  </a:ext>
                </a:extLst>
              </a:tr>
              <a:tr h="370840">
                <a:tc>
                  <a:txBody>
                    <a:bodyPr/>
                    <a:lstStyle/>
                    <a:p>
                      <a:r>
                        <a:rPr lang="en-US" dirty="0"/>
                        <a:t>USB</a:t>
                      </a:r>
                    </a:p>
                  </a:txBody>
                  <a:tcPr/>
                </a:tc>
                <a:tc>
                  <a:txBody>
                    <a:bodyPr/>
                    <a:lstStyle/>
                    <a:p>
                      <a:endParaRPr lang="en-US" dirty="0"/>
                    </a:p>
                  </a:txBody>
                  <a:tcPr/>
                </a:tc>
                <a:extLst>
                  <a:ext uri="{0D108BD9-81ED-4DB2-BD59-A6C34878D82A}">
                    <a16:rowId xmlns:a16="http://schemas.microsoft.com/office/drawing/2014/main" val="430936860"/>
                  </a:ext>
                </a:extLst>
              </a:tr>
              <a:tr h="370840">
                <a:tc>
                  <a:txBody>
                    <a:bodyPr/>
                    <a:lstStyle/>
                    <a:p>
                      <a:r>
                        <a:rPr lang="en-US" dirty="0"/>
                        <a:t>RGB</a:t>
                      </a:r>
                    </a:p>
                  </a:txBody>
                  <a:tcPr/>
                </a:tc>
                <a:tc>
                  <a:txBody>
                    <a:bodyPr/>
                    <a:lstStyle/>
                    <a:p>
                      <a:endParaRPr lang="en-US" dirty="0"/>
                    </a:p>
                  </a:txBody>
                  <a:tcPr/>
                </a:tc>
                <a:extLst>
                  <a:ext uri="{0D108BD9-81ED-4DB2-BD59-A6C34878D82A}">
                    <a16:rowId xmlns:a16="http://schemas.microsoft.com/office/drawing/2014/main" val="3555235719"/>
                  </a:ext>
                </a:extLst>
              </a:tr>
              <a:tr h="370840">
                <a:tc>
                  <a:txBody>
                    <a:bodyPr/>
                    <a:lstStyle/>
                    <a:p>
                      <a:r>
                        <a:rPr lang="en-US" dirty="0"/>
                        <a:t>CNN</a:t>
                      </a:r>
                    </a:p>
                  </a:txBody>
                  <a:tcPr/>
                </a:tc>
                <a:tc>
                  <a:txBody>
                    <a:bodyPr/>
                    <a:lstStyle/>
                    <a:p>
                      <a:endParaRPr lang="en-US" dirty="0"/>
                    </a:p>
                  </a:txBody>
                  <a:tcPr/>
                </a:tc>
                <a:extLst>
                  <a:ext uri="{0D108BD9-81ED-4DB2-BD59-A6C34878D82A}">
                    <a16:rowId xmlns:a16="http://schemas.microsoft.com/office/drawing/2014/main" val="4258468100"/>
                  </a:ext>
                </a:extLst>
              </a:tr>
              <a:tr h="370840">
                <a:tc>
                  <a:txBody>
                    <a:bodyPr/>
                    <a:lstStyle/>
                    <a:p>
                      <a:r>
                        <a:rPr lang="en-US" dirty="0"/>
                        <a:t>I2C</a:t>
                      </a:r>
                    </a:p>
                  </a:txBody>
                  <a:tcPr/>
                </a:tc>
                <a:tc>
                  <a:txBody>
                    <a:bodyPr/>
                    <a:lstStyle/>
                    <a:p>
                      <a:endParaRPr lang="en-US" dirty="0"/>
                    </a:p>
                  </a:txBody>
                  <a:tcPr/>
                </a:tc>
                <a:extLst>
                  <a:ext uri="{0D108BD9-81ED-4DB2-BD59-A6C34878D82A}">
                    <a16:rowId xmlns:a16="http://schemas.microsoft.com/office/drawing/2014/main" val="572608327"/>
                  </a:ext>
                </a:extLst>
              </a:tr>
            </a:tbl>
          </a:graphicData>
        </a:graphic>
      </p:graphicFrame>
    </p:spTree>
    <p:extLst>
      <p:ext uri="{BB962C8B-B14F-4D97-AF65-F5344CB8AC3E}">
        <p14:creationId xmlns:p14="http://schemas.microsoft.com/office/powerpoint/2010/main" val="33922831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DABEB27-C7A3-0772-272E-F352D2B3C39E}"/>
              </a:ext>
            </a:extLst>
          </p:cNvPr>
          <p:cNvGraphicFramePr>
            <a:graphicFrameLocks noGrp="1"/>
          </p:cNvGraphicFramePr>
          <p:nvPr>
            <p:extLst>
              <p:ext uri="{D42A27DB-BD31-4B8C-83A1-F6EECF244321}">
                <p14:modId xmlns:p14="http://schemas.microsoft.com/office/powerpoint/2010/main" val="3808993628"/>
              </p:ext>
            </p:extLst>
          </p:nvPr>
        </p:nvGraphicFramePr>
        <p:xfrm>
          <a:off x="-2" y="819171"/>
          <a:ext cx="12192000" cy="6035040"/>
        </p:xfrm>
        <a:graphic>
          <a:graphicData uri="http://schemas.openxmlformats.org/drawingml/2006/table">
            <a:tbl>
              <a:tblPr firstRow="1" bandRow="1">
                <a:tableStyleId>{073A0DAA-6AF3-43AB-8588-CEC1D06C72B9}</a:tableStyleId>
              </a:tblPr>
              <a:tblGrid>
                <a:gridCol w="2523066">
                  <a:extLst>
                    <a:ext uri="{9D8B030D-6E8A-4147-A177-3AD203B41FA5}">
                      <a16:colId xmlns:a16="http://schemas.microsoft.com/office/drawing/2014/main" val="708962605"/>
                    </a:ext>
                  </a:extLst>
                </a:gridCol>
                <a:gridCol w="7332136">
                  <a:extLst>
                    <a:ext uri="{9D8B030D-6E8A-4147-A177-3AD203B41FA5}">
                      <a16:colId xmlns:a16="http://schemas.microsoft.com/office/drawing/2014/main" val="3024566007"/>
                    </a:ext>
                  </a:extLst>
                </a:gridCol>
                <a:gridCol w="2336798">
                  <a:extLst>
                    <a:ext uri="{9D8B030D-6E8A-4147-A177-3AD203B41FA5}">
                      <a16:colId xmlns:a16="http://schemas.microsoft.com/office/drawing/2014/main" val="1698432264"/>
                    </a:ext>
                  </a:extLst>
                </a:gridCol>
              </a:tblGrid>
              <a:tr h="229536">
                <a:tc>
                  <a:txBody>
                    <a:bodyPr/>
                    <a:lstStyle/>
                    <a:p>
                      <a:r>
                        <a:rPr lang="en-US" dirty="0"/>
                        <a:t>Function</a:t>
                      </a:r>
                    </a:p>
                  </a:txBody>
                  <a:tcPr/>
                </a:tc>
                <a:tc>
                  <a:txBody>
                    <a:bodyPr/>
                    <a:lstStyle/>
                    <a:p>
                      <a:r>
                        <a:rPr lang="en-US" dirty="0"/>
                        <a:t>Tasks</a:t>
                      </a:r>
                    </a:p>
                  </a:txBody>
                  <a:tcPr/>
                </a:tc>
                <a:tc>
                  <a:txBody>
                    <a:bodyPr/>
                    <a:lstStyle/>
                    <a:p>
                      <a:r>
                        <a:rPr lang="en-US" dirty="0"/>
                        <a:t>Lead</a:t>
                      </a:r>
                    </a:p>
                  </a:txBody>
                  <a:tcPr/>
                </a:tc>
                <a:extLst>
                  <a:ext uri="{0D108BD9-81ED-4DB2-BD59-A6C34878D82A}">
                    <a16:rowId xmlns:a16="http://schemas.microsoft.com/office/drawing/2014/main" val="278443500"/>
                  </a:ext>
                </a:extLst>
              </a:tr>
              <a:tr h="573840">
                <a:tc>
                  <a:txBody>
                    <a:bodyPr/>
                    <a:lstStyle/>
                    <a:p>
                      <a:r>
                        <a:rPr lang="en-US" dirty="0"/>
                        <a:t>CNN compiler</a:t>
                      </a:r>
                    </a:p>
                  </a:txBody>
                  <a:tcPr/>
                </a:tc>
                <a:tc>
                  <a:txBody>
                    <a:bodyPr/>
                    <a:lstStyle/>
                    <a:p>
                      <a:r>
                        <a:rPr lang="en-US" dirty="0"/>
                        <a:t>add level of hierarchy for inferred SRAM</a:t>
                      </a:r>
                    </a:p>
                    <a:p>
                      <a:r>
                        <a:rPr lang="en-US" dirty="0"/>
                        <a:t>add SRAM option to replace weight ROM (SPI config)</a:t>
                      </a:r>
                    </a:p>
                    <a:p>
                      <a:r>
                        <a:rPr lang="en-US" dirty="0"/>
                        <a:t>enhancements and fixes as needed (</a:t>
                      </a:r>
                      <a:r>
                        <a:rPr lang="en-US" dirty="0" err="1"/>
                        <a:t>DAG,TFLite</a:t>
                      </a:r>
                      <a:r>
                        <a:rPr lang="en-US" dirty="0"/>
                        <a:t> </a:t>
                      </a:r>
                      <a:r>
                        <a:rPr lang="en-US" dirty="0" err="1"/>
                        <a:t>metadata,quantization</a:t>
                      </a:r>
                      <a:r>
                        <a:rPr lang="en-US" dirty="0"/>
                        <a:t>)</a:t>
                      </a:r>
                    </a:p>
                  </a:txBody>
                  <a:tcPr/>
                </a:tc>
                <a:tc>
                  <a:txBody>
                    <a:bodyPr/>
                    <a:lstStyle/>
                    <a:p>
                      <a:r>
                        <a:rPr lang="en-US" dirty="0"/>
                        <a:t>Rob</a:t>
                      </a:r>
                      <a:br>
                        <a:rPr lang="en-US" dirty="0"/>
                      </a:br>
                      <a:r>
                        <a:rPr lang="en-US" dirty="0"/>
                        <a:t>+Alain, Dana?</a:t>
                      </a:r>
                    </a:p>
                  </a:txBody>
                  <a:tcPr/>
                </a:tc>
                <a:extLst>
                  <a:ext uri="{0D108BD9-81ED-4DB2-BD59-A6C34878D82A}">
                    <a16:rowId xmlns:a16="http://schemas.microsoft.com/office/drawing/2014/main" val="3246018806"/>
                  </a:ext>
                </a:extLst>
              </a:tr>
              <a:tr h="918143">
                <a:tc>
                  <a:txBody>
                    <a:bodyPr/>
                    <a:lstStyle/>
                    <a:p>
                      <a:r>
                        <a:rPr lang="en-US" dirty="0"/>
                        <a:t>RTL design</a:t>
                      </a:r>
                    </a:p>
                  </a:txBody>
                  <a:tcPr/>
                </a:tc>
                <a:tc>
                  <a:txBody>
                    <a:bodyPr/>
                    <a:lstStyle/>
                    <a:p>
                      <a:r>
                        <a:rPr lang="en-US" dirty="0"/>
                        <a:t>MIPI CSI-2 RX with DPHY</a:t>
                      </a:r>
                      <a:br>
                        <a:rPr lang="en-US" dirty="0"/>
                      </a:br>
                      <a:r>
                        <a:rPr lang="en-US" dirty="0"/>
                        <a:t>USB PHY and controller</a:t>
                      </a:r>
                    </a:p>
                    <a:p>
                      <a:r>
                        <a:rPr lang="en-US" dirty="0"/>
                        <a:t>CNN top input/output interfaces and FIFO</a:t>
                      </a:r>
                      <a:br>
                        <a:rPr lang="en-US" dirty="0"/>
                      </a:br>
                      <a:r>
                        <a:rPr lang="en-US" dirty="0"/>
                        <a:t>RGB image </a:t>
                      </a:r>
                      <a:r>
                        <a:rPr lang="en-US" dirty="0" err="1"/>
                        <a:t>rescaler</a:t>
                      </a:r>
                      <a:r>
                        <a:rPr lang="en-US" dirty="0"/>
                        <a:t> and FIFO</a:t>
                      </a:r>
                      <a:br>
                        <a:rPr lang="en-US" dirty="0"/>
                      </a:br>
                      <a:r>
                        <a:rPr lang="en-US" dirty="0"/>
                        <a:t>I2C controller for image sensor configuration</a:t>
                      </a:r>
                    </a:p>
                  </a:txBody>
                  <a:tcPr/>
                </a:tc>
                <a:tc>
                  <a:txBody>
                    <a:bodyPr/>
                    <a:lstStyle/>
                    <a:p>
                      <a:r>
                        <a:rPr lang="en-US" dirty="0"/>
                        <a:t>Prakash</a:t>
                      </a:r>
                    </a:p>
                    <a:p>
                      <a:r>
                        <a:rPr lang="en-US" dirty="0"/>
                        <a:t>+Rob</a:t>
                      </a:r>
                    </a:p>
                  </a:txBody>
                  <a:tcPr/>
                </a:tc>
                <a:extLst>
                  <a:ext uri="{0D108BD9-81ED-4DB2-BD59-A6C34878D82A}">
                    <a16:rowId xmlns:a16="http://schemas.microsoft.com/office/drawing/2014/main" val="1556822716"/>
                  </a:ext>
                </a:extLst>
              </a:tr>
              <a:tr h="401688">
                <a:tc>
                  <a:txBody>
                    <a:bodyPr/>
                    <a:lstStyle/>
                    <a:p>
                      <a:r>
                        <a:rPr lang="en-US" dirty="0"/>
                        <a:t>Verification (simulation)</a:t>
                      </a:r>
                    </a:p>
                  </a:txBody>
                  <a:tcPr/>
                </a:tc>
                <a:tc>
                  <a:txBody>
                    <a:bodyPr/>
                    <a:lstStyle/>
                    <a:p>
                      <a:r>
                        <a:rPr lang="en-US" dirty="0"/>
                        <a:t>End to end unit tests, pixels to predictions</a:t>
                      </a:r>
                    </a:p>
                    <a:p>
                      <a:r>
                        <a:rPr lang="en-US" dirty="0"/>
                        <a:t>Also correlate predictions with </a:t>
                      </a:r>
                      <a:r>
                        <a:rPr lang="en-US" dirty="0" err="1"/>
                        <a:t>TFLite</a:t>
                      </a:r>
                      <a:r>
                        <a:rPr lang="en-US" dirty="0"/>
                        <a:t> reference interpreter</a:t>
                      </a:r>
                    </a:p>
                  </a:txBody>
                  <a:tcPr/>
                </a:tc>
                <a:tc>
                  <a:txBody>
                    <a:bodyPr/>
                    <a:lstStyle/>
                    <a:p>
                      <a:r>
                        <a:rPr lang="en-US" dirty="0"/>
                        <a:t>Prakash</a:t>
                      </a:r>
                      <a:br>
                        <a:rPr lang="en-US" dirty="0"/>
                      </a:br>
                      <a:r>
                        <a:rPr lang="en-US" dirty="0"/>
                        <a:t>+Rob</a:t>
                      </a:r>
                    </a:p>
                  </a:txBody>
                  <a:tcPr/>
                </a:tc>
                <a:extLst>
                  <a:ext uri="{0D108BD9-81ED-4DB2-BD59-A6C34878D82A}">
                    <a16:rowId xmlns:a16="http://schemas.microsoft.com/office/drawing/2014/main" val="2925789976"/>
                  </a:ext>
                </a:extLst>
              </a:tr>
              <a:tr h="401688">
                <a:tc>
                  <a:txBody>
                    <a:bodyPr/>
                    <a:lstStyle/>
                    <a:p>
                      <a:r>
                        <a:rPr lang="en-US" dirty="0"/>
                        <a:t>Physical implementation</a:t>
                      </a:r>
                    </a:p>
                  </a:txBody>
                  <a:tcPr/>
                </a:tc>
                <a:tc>
                  <a:txBody>
                    <a:bodyPr/>
                    <a:lstStyle/>
                    <a:p>
                      <a:r>
                        <a:rPr lang="en-US" dirty="0"/>
                        <a:t>Standard ASIC flow with 500MHz core clock, 16nm libraries</a:t>
                      </a:r>
                    </a:p>
                    <a:p>
                      <a:r>
                        <a:rPr lang="en-US" dirty="0"/>
                        <a:t>Run initial flat P&amp;R experiment on compiled CNN with 18 layers</a:t>
                      </a:r>
                    </a:p>
                  </a:txBody>
                  <a:tcPr/>
                </a:tc>
                <a:tc>
                  <a:txBody>
                    <a:bodyPr/>
                    <a:lstStyle/>
                    <a:p>
                      <a:r>
                        <a:rPr lang="en-US" dirty="0"/>
                        <a:t>Liwu</a:t>
                      </a:r>
                    </a:p>
                  </a:txBody>
                  <a:tcPr/>
                </a:tc>
                <a:extLst>
                  <a:ext uri="{0D108BD9-81ED-4DB2-BD59-A6C34878D82A}">
                    <a16:rowId xmlns:a16="http://schemas.microsoft.com/office/drawing/2014/main" val="1595160276"/>
                  </a:ext>
                </a:extLst>
              </a:tr>
              <a:tr h="229536">
                <a:tc>
                  <a:txBody>
                    <a:bodyPr/>
                    <a:lstStyle/>
                    <a:p>
                      <a:r>
                        <a:rPr lang="en-US" dirty="0"/>
                        <a:t>Tools / Automation</a:t>
                      </a:r>
                    </a:p>
                  </a:txBody>
                  <a:tcPr/>
                </a:tc>
                <a:tc>
                  <a:txBody>
                    <a:bodyPr/>
                    <a:lstStyle/>
                    <a:p>
                      <a:r>
                        <a:rPr lang="en-US" dirty="0"/>
                        <a:t>Automate SRAM physical memory compiler for arbitrary size CNN instances</a:t>
                      </a:r>
                    </a:p>
                  </a:txBody>
                  <a:tcPr/>
                </a:tc>
                <a:tc>
                  <a:txBody>
                    <a:bodyPr/>
                    <a:lstStyle/>
                    <a:p>
                      <a:r>
                        <a:rPr lang="en-US" dirty="0"/>
                        <a:t>Bhavya?</a:t>
                      </a:r>
                    </a:p>
                  </a:txBody>
                  <a:tcPr/>
                </a:tc>
                <a:extLst>
                  <a:ext uri="{0D108BD9-81ED-4DB2-BD59-A6C34878D82A}">
                    <a16:rowId xmlns:a16="http://schemas.microsoft.com/office/drawing/2014/main" val="2230386433"/>
                  </a:ext>
                </a:extLst>
              </a:tr>
              <a:tr h="229536">
                <a:tc>
                  <a:txBody>
                    <a:bodyPr/>
                    <a:lstStyle/>
                    <a:p>
                      <a:r>
                        <a:rPr lang="en-US" dirty="0"/>
                        <a:t>Verification (emulation)</a:t>
                      </a:r>
                    </a:p>
                  </a:txBody>
                  <a:tcPr/>
                </a:tc>
                <a:tc>
                  <a:txBody>
                    <a:bodyPr/>
                    <a:lstStyle/>
                    <a:p>
                      <a:r>
                        <a:rPr lang="en-US" dirty="0"/>
                        <a:t>Prototype full chip at 200MHz, partition across multiple FPGAs</a:t>
                      </a:r>
                    </a:p>
                  </a:txBody>
                  <a:tcPr/>
                </a:tc>
                <a:tc>
                  <a:txBody>
                    <a:bodyPr/>
                    <a:lstStyle/>
                    <a:p>
                      <a:r>
                        <a:rPr lang="en-US" dirty="0"/>
                        <a:t>Prakash, Rahul</a:t>
                      </a:r>
                    </a:p>
                  </a:txBody>
                  <a:tcPr/>
                </a:tc>
                <a:extLst>
                  <a:ext uri="{0D108BD9-81ED-4DB2-BD59-A6C34878D82A}">
                    <a16:rowId xmlns:a16="http://schemas.microsoft.com/office/drawing/2014/main" val="583291041"/>
                  </a:ext>
                </a:extLst>
              </a:tr>
              <a:tr h="229536">
                <a:tc>
                  <a:txBody>
                    <a:bodyPr/>
                    <a:lstStyle/>
                    <a:p>
                      <a:r>
                        <a:rPr lang="en-US" dirty="0"/>
                        <a:t>Reference board</a:t>
                      </a:r>
                    </a:p>
                  </a:txBody>
                  <a:tcPr/>
                </a:tc>
                <a:tc>
                  <a:txBody>
                    <a:bodyPr/>
                    <a:lstStyle/>
                    <a:p>
                      <a:r>
                        <a:rPr lang="en-US" dirty="0"/>
                        <a:t>Mira220 RGB + NV-IE100, compact </a:t>
                      </a:r>
                      <a:r>
                        <a:rPr lang="en-US" dirty="0" err="1"/>
                        <a:t>fanless</a:t>
                      </a:r>
                      <a:r>
                        <a:rPr lang="en-US" dirty="0"/>
                        <a:t> form factor, USB powered</a:t>
                      </a:r>
                    </a:p>
                  </a:txBody>
                  <a:tcPr/>
                </a:tc>
                <a:tc>
                  <a:txBody>
                    <a:bodyPr/>
                    <a:lstStyle/>
                    <a:p>
                      <a:r>
                        <a:rPr lang="en-US" dirty="0"/>
                        <a:t>Ashraf?</a:t>
                      </a:r>
                    </a:p>
                  </a:txBody>
                  <a:tcPr/>
                </a:tc>
                <a:extLst>
                  <a:ext uri="{0D108BD9-81ED-4DB2-BD59-A6C34878D82A}">
                    <a16:rowId xmlns:a16="http://schemas.microsoft.com/office/drawing/2014/main" val="2746039808"/>
                  </a:ext>
                </a:extLst>
              </a:tr>
              <a:tr h="573840">
                <a:tc>
                  <a:txBody>
                    <a:bodyPr/>
                    <a:lstStyle/>
                    <a:p>
                      <a:r>
                        <a:rPr lang="en-US" dirty="0"/>
                        <a:t>Applications/Models</a:t>
                      </a:r>
                      <a:br>
                        <a:rPr lang="en-US" dirty="0"/>
                      </a:br>
                      <a:r>
                        <a:rPr lang="en-US" dirty="0"/>
                        <a:t>Documentation</a:t>
                      </a:r>
                      <a:br>
                        <a:rPr lang="en-US" dirty="0"/>
                      </a:br>
                      <a:r>
                        <a:rPr lang="en-US" dirty="0"/>
                        <a:t>FAE Support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Mira220+ Opal Kelly </a:t>
                      </a:r>
                      <a:r>
                        <a:rPr lang="en-US" dirty="0" err="1"/>
                        <a:t>Artix</a:t>
                      </a:r>
                      <a:r>
                        <a:rPr lang="en-US" dirty="0"/>
                        <a:t> US+ data capture and demo</a:t>
                      </a:r>
                      <a:br>
                        <a:rPr lang="en-US" dirty="0"/>
                      </a:br>
                      <a:r>
                        <a:rPr lang="en-US" dirty="0"/>
                        <a:t>Build reference apps/models </a:t>
                      </a:r>
                      <a:r>
                        <a:rPr lang="en-US" dirty="0" err="1"/>
                        <a:t>e.g</a:t>
                      </a:r>
                      <a:r>
                        <a:rPr lang="en-US" dirty="0"/>
                        <a:t> facial </a:t>
                      </a:r>
                      <a:r>
                        <a:rPr lang="en-US" dirty="0" err="1"/>
                        <a:t>keypoint</a:t>
                      </a:r>
                      <a:r>
                        <a:rPr lang="en-US" dirty="0"/>
                        <a:t> detection, image super resolution, support </a:t>
                      </a:r>
                      <a:r>
                        <a:rPr lang="en-US" dirty="0" err="1"/>
                        <a:t>HuggingFace</a:t>
                      </a:r>
                      <a:r>
                        <a:rPr lang="en-US" dirty="0"/>
                        <a:t> model community</a:t>
                      </a:r>
                    </a:p>
                  </a:txBody>
                  <a:tcPr/>
                </a:tc>
                <a:tc>
                  <a:txBody>
                    <a:bodyPr/>
                    <a:lstStyle/>
                    <a:p>
                      <a:r>
                        <a:rPr lang="en-US" dirty="0"/>
                        <a:t>Rob</a:t>
                      </a:r>
                      <a:br>
                        <a:rPr lang="en-US" dirty="0"/>
                      </a:br>
                      <a:r>
                        <a:rPr lang="en-US" dirty="0"/>
                        <a:t>+Brian, Bhavya, Rahul?</a:t>
                      </a:r>
                    </a:p>
                  </a:txBody>
                  <a:tcPr/>
                </a:tc>
                <a:extLst>
                  <a:ext uri="{0D108BD9-81ED-4DB2-BD59-A6C34878D82A}">
                    <a16:rowId xmlns:a16="http://schemas.microsoft.com/office/drawing/2014/main" val="3058765298"/>
                  </a:ext>
                </a:extLst>
              </a:tr>
            </a:tbl>
          </a:graphicData>
        </a:graphic>
      </p:graphicFrame>
      <p:sp>
        <p:nvSpPr>
          <p:cNvPr id="5" name="Title 4">
            <a:extLst>
              <a:ext uri="{FF2B5EF4-FFF2-40B4-BE49-F238E27FC236}">
                <a16:creationId xmlns:a16="http://schemas.microsoft.com/office/drawing/2014/main" id="{32B5F3A5-9AEF-3BDE-CBBD-3D82BC1CB28F}"/>
              </a:ext>
            </a:extLst>
          </p:cNvPr>
          <p:cNvSpPr>
            <a:spLocks noGrp="1"/>
          </p:cNvSpPr>
          <p:nvPr>
            <p:ph type="title"/>
          </p:nvPr>
        </p:nvSpPr>
        <p:spPr>
          <a:xfrm>
            <a:off x="-2" y="111116"/>
            <a:ext cx="12191999" cy="546544"/>
          </a:xfrm>
        </p:spPr>
        <p:txBody>
          <a:bodyPr>
            <a:normAutofit fontScale="90000"/>
          </a:bodyPr>
          <a:lstStyle/>
          <a:p>
            <a:r>
              <a:rPr lang="en-US" dirty="0"/>
              <a:t>Execution Planning</a:t>
            </a:r>
          </a:p>
        </p:txBody>
      </p:sp>
    </p:spTree>
    <p:extLst>
      <p:ext uri="{BB962C8B-B14F-4D97-AF65-F5344CB8AC3E}">
        <p14:creationId xmlns:p14="http://schemas.microsoft.com/office/powerpoint/2010/main" val="1030848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D3F27-64FD-EBBB-2BBB-D57796792AB8}"/>
              </a:ext>
            </a:extLst>
          </p:cNvPr>
          <p:cNvSpPr>
            <a:spLocks noGrp="1"/>
          </p:cNvSpPr>
          <p:nvPr>
            <p:ph type="title"/>
          </p:nvPr>
        </p:nvSpPr>
        <p:spPr/>
        <p:txBody>
          <a:bodyPr/>
          <a:lstStyle/>
          <a:p>
            <a:r>
              <a:rPr lang="en-US" dirty="0" err="1"/>
              <a:t>NeuVision</a:t>
            </a:r>
            <a:r>
              <a:rPr lang="en-US" dirty="0"/>
              <a:t> Roadmap</a:t>
            </a:r>
          </a:p>
        </p:txBody>
      </p:sp>
      <p:sp>
        <p:nvSpPr>
          <p:cNvPr id="3" name="Flowchart: Direct Access Storage 2">
            <a:extLst>
              <a:ext uri="{FF2B5EF4-FFF2-40B4-BE49-F238E27FC236}">
                <a16:creationId xmlns:a16="http://schemas.microsoft.com/office/drawing/2014/main" id="{AF7819CD-6589-0C66-CDA7-7D9EAD519F06}"/>
              </a:ext>
            </a:extLst>
          </p:cNvPr>
          <p:cNvSpPr/>
          <p:nvPr/>
        </p:nvSpPr>
        <p:spPr>
          <a:xfrm flipH="1">
            <a:off x="1234668" y="295887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1C235C5D-1240-5651-6C4D-8146E7D453B5}"/>
              </a:ext>
            </a:extLst>
          </p:cNvPr>
          <p:cNvSpPr/>
          <p:nvPr/>
        </p:nvSpPr>
        <p:spPr>
          <a:xfrm>
            <a:off x="40593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551CE89F-1552-0A25-3672-7D81D3456E2D}"/>
              </a:ext>
            </a:extLst>
          </p:cNvPr>
          <p:cNvSpPr/>
          <p:nvPr/>
        </p:nvSpPr>
        <p:spPr>
          <a:xfrm>
            <a:off x="42117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7EF2A7B2-85EB-4AD2-E6CA-CF3F4D019E33}"/>
              </a:ext>
            </a:extLst>
          </p:cNvPr>
          <p:cNvSpPr/>
          <p:nvPr/>
        </p:nvSpPr>
        <p:spPr>
          <a:xfrm>
            <a:off x="43641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B206C16A-8ADD-9AC5-86D9-613F9696F37E}"/>
              </a:ext>
            </a:extLst>
          </p:cNvPr>
          <p:cNvSpPr/>
          <p:nvPr/>
        </p:nvSpPr>
        <p:spPr>
          <a:xfrm>
            <a:off x="45165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BF289881-83DE-52E6-08B9-C1A1C9485CF6}"/>
              </a:ext>
            </a:extLst>
          </p:cNvPr>
          <p:cNvSpPr/>
          <p:nvPr/>
        </p:nvSpPr>
        <p:spPr>
          <a:xfrm>
            <a:off x="4668918"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TextBox 8">
            <a:extLst>
              <a:ext uri="{FF2B5EF4-FFF2-40B4-BE49-F238E27FC236}">
                <a16:creationId xmlns:a16="http://schemas.microsoft.com/office/drawing/2014/main" id="{C8E35E6F-3F2B-EEF0-06D3-A8916494A870}"/>
              </a:ext>
            </a:extLst>
          </p:cNvPr>
          <p:cNvSpPr txBox="1"/>
          <p:nvPr/>
        </p:nvSpPr>
        <p:spPr>
          <a:xfrm>
            <a:off x="1917939" y="2058879"/>
            <a:ext cx="1467914" cy="338554"/>
          </a:xfrm>
          <a:prstGeom prst="rect">
            <a:avLst/>
          </a:prstGeom>
          <a:noFill/>
        </p:spPr>
        <p:txBody>
          <a:bodyPr wrap="square" rtlCol="0">
            <a:spAutoFit/>
          </a:bodyPr>
          <a:lstStyle/>
          <a:p>
            <a:r>
              <a:rPr lang="en-US" sz="1600" dirty="0"/>
              <a:t>image encoder</a:t>
            </a:r>
          </a:p>
        </p:txBody>
      </p:sp>
      <p:sp>
        <p:nvSpPr>
          <p:cNvPr id="10" name="Right Brace 9">
            <a:extLst>
              <a:ext uri="{FF2B5EF4-FFF2-40B4-BE49-F238E27FC236}">
                <a16:creationId xmlns:a16="http://schemas.microsoft.com/office/drawing/2014/main" id="{55B1247C-FE86-6EE1-1669-C336E6202F27}"/>
              </a:ext>
            </a:extLst>
          </p:cNvPr>
          <p:cNvSpPr/>
          <p:nvPr/>
        </p:nvSpPr>
        <p:spPr>
          <a:xfrm rot="16200000">
            <a:off x="4101739" y="1895899"/>
            <a:ext cx="147655" cy="121382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Flowchart: Direct Access Storage 10">
            <a:extLst>
              <a:ext uri="{FF2B5EF4-FFF2-40B4-BE49-F238E27FC236}">
                <a16:creationId xmlns:a16="http://schemas.microsoft.com/office/drawing/2014/main" id="{D4EF88E4-5782-5A4B-BE21-20F6F70C9FB9}"/>
              </a:ext>
            </a:extLst>
          </p:cNvPr>
          <p:cNvSpPr/>
          <p:nvPr/>
        </p:nvSpPr>
        <p:spPr>
          <a:xfrm flipH="1">
            <a:off x="1031605" y="3328191"/>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Flowchart: Direct Access Storage 11">
            <a:extLst>
              <a:ext uri="{FF2B5EF4-FFF2-40B4-BE49-F238E27FC236}">
                <a16:creationId xmlns:a16="http://schemas.microsoft.com/office/drawing/2014/main" id="{7DB88A1E-ACE9-44EC-CE6A-582BBAF82078}"/>
              </a:ext>
            </a:extLst>
          </p:cNvPr>
          <p:cNvSpPr/>
          <p:nvPr/>
        </p:nvSpPr>
        <p:spPr>
          <a:xfrm flipH="1">
            <a:off x="1201872" y="374917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TextBox 12">
            <a:extLst>
              <a:ext uri="{FF2B5EF4-FFF2-40B4-BE49-F238E27FC236}">
                <a16:creationId xmlns:a16="http://schemas.microsoft.com/office/drawing/2014/main" id="{6A056C4D-BDE9-AC60-EA80-496AE36B4236}"/>
              </a:ext>
            </a:extLst>
          </p:cNvPr>
          <p:cNvSpPr txBox="1"/>
          <p:nvPr/>
        </p:nvSpPr>
        <p:spPr>
          <a:xfrm>
            <a:off x="7100757" y="4785892"/>
            <a:ext cx="764376" cy="338554"/>
          </a:xfrm>
          <a:prstGeom prst="rect">
            <a:avLst/>
          </a:prstGeom>
          <a:noFill/>
        </p:spPr>
        <p:txBody>
          <a:bodyPr wrap="none" rtlCol="0">
            <a:spAutoFit/>
          </a:bodyPr>
          <a:lstStyle/>
          <a:p>
            <a:pPr algn="ctr"/>
            <a:r>
              <a:rPr lang="en-US" sz="1600" dirty="0"/>
              <a:t>Verilog</a:t>
            </a:r>
          </a:p>
        </p:txBody>
      </p:sp>
      <p:sp>
        <p:nvSpPr>
          <p:cNvPr id="14" name="Cloud 13">
            <a:extLst>
              <a:ext uri="{FF2B5EF4-FFF2-40B4-BE49-F238E27FC236}">
                <a16:creationId xmlns:a16="http://schemas.microsoft.com/office/drawing/2014/main" id="{BD3D2DD0-7064-7729-1799-37C2DEEC3527}"/>
              </a:ext>
            </a:extLst>
          </p:cNvPr>
          <p:cNvSpPr/>
          <p:nvPr/>
        </p:nvSpPr>
        <p:spPr>
          <a:xfrm>
            <a:off x="8916413" y="3323791"/>
            <a:ext cx="1700373" cy="1209699"/>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154EE5-46DF-4C5A-2283-715C5506C3DE}"/>
              </a:ext>
            </a:extLst>
          </p:cNvPr>
          <p:cNvSpPr txBox="1"/>
          <p:nvPr/>
        </p:nvSpPr>
        <p:spPr>
          <a:xfrm>
            <a:off x="1450578" y="2787120"/>
            <a:ext cx="567784" cy="338554"/>
          </a:xfrm>
          <a:prstGeom prst="rect">
            <a:avLst/>
          </a:prstGeom>
          <a:noFill/>
        </p:spPr>
        <p:txBody>
          <a:bodyPr wrap="none" rtlCol="0">
            <a:spAutoFit/>
          </a:bodyPr>
          <a:lstStyle/>
          <a:p>
            <a:r>
              <a:rPr lang="en-US" sz="1600" dirty="0"/>
              <a:t>MIPI</a:t>
            </a:r>
          </a:p>
        </p:txBody>
      </p:sp>
      <p:grpSp>
        <p:nvGrpSpPr>
          <p:cNvPr id="68" name="Group 67">
            <a:extLst>
              <a:ext uri="{FF2B5EF4-FFF2-40B4-BE49-F238E27FC236}">
                <a16:creationId xmlns:a16="http://schemas.microsoft.com/office/drawing/2014/main" id="{2460381E-D184-395A-859C-ABB7CA59346E}"/>
              </a:ext>
            </a:extLst>
          </p:cNvPr>
          <p:cNvGrpSpPr/>
          <p:nvPr/>
        </p:nvGrpSpPr>
        <p:grpSpPr>
          <a:xfrm>
            <a:off x="2334653" y="2943732"/>
            <a:ext cx="709353" cy="513285"/>
            <a:chOff x="2334653" y="2943732"/>
            <a:chExt cx="709353" cy="513285"/>
          </a:xfrm>
        </p:grpSpPr>
        <p:sp>
          <p:nvSpPr>
            <p:cNvPr id="17" name="Rectangle 16">
              <a:extLst>
                <a:ext uri="{FF2B5EF4-FFF2-40B4-BE49-F238E27FC236}">
                  <a16:creationId xmlns:a16="http://schemas.microsoft.com/office/drawing/2014/main" id="{06555DD2-D25D-DD55-186D-4E8BE7210C5E}"/>
                </a:ext>
              </a:extLst>
            </p:cNvPr>
            <p:cNvSpPr/>
            <p:nvPr/>
          </p:nvSpPr>
          <p:spPr>
            <a:xfrm>
              <a:off x="2334653" y="2943732"/>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Rectangle 17">
              <a:extLst>
                <a:ext uri="{FF2B5EF4-FFF2-40B4-BE49-F238E27FC236}">
                  <a16:creationId xmlns:a16="http://schemas.microsoft.com/office/drawing/2014/main" id="{CF7ECD62-96F7-D6C0-9E64-06DB26CF82B0}"/>
                </a:ext>
              </a:extLst>
            </p:cNvPr>
            <p:cNvSpPr/>
            <p:nvPr/>
          </p:nvSpPr>
          <p:spPr>
            <a:xfrm>
              <a:off x="2487987" y="2991632"/>
              <a:ext cx="96019" cy="4174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Rectangle 18">
              <a:extLst>
                <a:ext uri="{FF2B5EF4-FFF2-40B4-BE49-F238E27FC236}">
                  <a16:creationId xmlns:a16="http://schemas.microsoft.com/office/drawing/2014/main" id="{7DCB3419-8921-745D-5C8A-3E5DDA345CC9}"/>
                </a:ext>
              </a:extLst>
            </p:cNvPr>
            <p:cNvSpPr/>
            <p:nvPr/>
          </p:nvSpPr>
          <p:spPr>
            <a:xfrm>
              <a:off x="2637587" y="3032353"/>
              <a:ext cx="96018" cy="336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Rectangle 19">
              <a:extLst>
                <a:ext uri="{FF2B5EF4-FFF2-40B4-BE49-F238E27FC236}">
                  <a16:creationId xmlns:a16="http://schemas.microsoft.com/office/drawing/2014/main" id="{621895D3-322E-D81D-1C7F-F824FBAF407B}"/>
                </a:ext>
              </a:extLst>
            </p:cNvPr>
            <p:cNvSpPr/>
            <p:nvPr/>
          </p:nvSpPr>
          <p:spPr>
            <a:xfrm>
              <a:off x="2787186" y="3071022"/>
              <a:ext cx="103487" cy="2587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7DEB2991-AE30-A666-B44A-C3897D6DD874}"/>
                </a:ext>
              </a:extLst>
            </p:cNvPr>
            <p:cNvSpPr/>
            <p:nvPr/>
          </p:nvSpPr>
          <p:spPr>
            <a:xfrm>
              <a:off x="2944253" y="3113403"/>
              <a:ext cx="99753" cy="173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34" name="Straight Arrow Connector 33">
            <a:extLst>
              <a:ext uri="{FF2B5EF4-FFF2-40B4-BE49-F238E27FC236}">
                <a16:creationId xmlns:a16="http://schemas.microsoft.com/office/drawing/2014/main" id="{F493E3B7-139A-D04D-7014-96AF80568320}"/>
              </a:ext>
            </a:extLst>
          </p:cNvPr>
          <p:cNvCxnSpPr>
            <a:cxnSpLocks/>
          </p:cNvCxnSpPr>
          <p:nvPr/>
        </p:nvCxnSpPr>
        <p:spPr>
          <a:xfrm>
            <a:off x="3682432" y="3933100"/>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Rectangle 34">
            <a:extLst>
              <a:ext uri="{FF2B5EF4-FFF2-40B4-BE49-F238E27FC236}">
                <a16:creationId xmlns:a16="http://schemas.microsoft.com/office/drawing/2014/main" id="{24730724-F518-3620-D487-BAE76099BC20}"/>
              </a:ext>
            </a:extLst>
          </p:cNvPr>
          <p:cNvSpPr/>
          <p:nvPr/>
        </p:nvSpPr>
        <p:spPr>
          <a:xfrm>
            <a:off x="3568651" y="351448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Connector: Elbow 35">
            <a:extLst>
              <a:ext uri="{FF2B5EF4-FFF2-40B4-BE49-F238E27FC236}">
                <a16:creationId xmlns:a16="http://schemas.microsoft.com/office/drawing/2014/main" id="{13276A90-592D-9BAF-2070-E0E3E4817F9E}"/>
              </a:ext>
            </a:extLst>
          </p:cNvPr>
          <p:cNvCxnSpPr>
            <a:cxnSpLocks/>
            <a:stCxn id="21" idx="3"/>
          </p:cNvCxnSpPr>
          <p:nvPr/>
        </p:nvCxnSpPr>
        <p:spPr>
          <a:xfrm>
            <a:off x="3044006" y="3200375"/>
            <a:ext cx="494141" cy="49255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Connector: Elbow 36">
            <a:extLst>
              <a:ext uri="{FF2B5EF4-FFF2-40B4-BE49-F238E27FC236}">
                <a16:creationId xmlns:a16="http://schemas.microsoft.com/office/drawing/2014/main" id="{3106E10F-DBC0-C11E-412D-639D770E982C}"/>
              </a:ext>
            </a:extLst>
          </p:cNvPr>
          <p:cNvCxnSpPr>
            <a:cxnSpLocks/>
          </p:cNvCxnSpPr>
          <p:nvPr/>
        </p:nvCxnSpPr>
        <p:spPr>
          <a:xfrm flipV="1">
            <a:off x="3044072" y="4206175"/>
            <a:ext cx="508888" cy="49443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Connector: Curved 37">
            <a:extLst>
              <a:ext uri="{FF2B5EF4-FFF2-40B4-BE49-F238E27FC236}">
                <a16:creationId xmlns:a16="http://schemas.microsoft.com/office/drawing/2014/main" id="{6B8AC44F-FB6D-5C68-506A-50F6ABB6AE26}"/>
              </a:ext>
            </a:extLst>
          </p:cNvPr>
          <p:cNvCxnSpPr>
            <a:stCxn id="3" idx="1"/>
            <a:endCxn id="17" idx="1"/>
          </p:cNvCxnSpPr>
          <p:nvPr/>
        </p:nvCxnSpPr>
        <p:spPr>
          <a:xfrm>
            <a:off x="1434173" y="3120976"/>
            <a:ext cx="900480" cy="79399"/>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39" name="Connector: Curved 38">
            <a:extLst>
              <a:ext uri="{FF2B5EF4-FFF2-40B4-BE49-F238E27FC236}">
                <a16:creationId xmlns:a16="http://schemas.microsoft.com/office/drawing/2014/main" id="{C9B16882-C189-3AD7-C7AF-91D6D0BA044F}"/>
              </a:ext>
            </a:extLst>
          </p:cNvPr>
          <p:cNvCxnSpPr>
            <a:cxnSpLocks/>
            <a:stCxn id="11" idx="1"/>
          </p:cNvCxnSpPr>
          <p:nvPr/>
        </p:nvCxnSpPr>
        <p:spPr>
          <a:xfrm>
            <a:off x="1231110" y="3490289"/>
            <a:ext cx="1103543" cy="419050"/>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0" name="Connector: Curved 39">
            <a:extLst>
              <a:ext uri="{FF2B5EF4-FFF2-40B4-BE49-F238E27FC236}">
                <a16:creationId xmlns:a16="http://schemas.microsoft.com/office/drawing/2014/main" id="{FBBD295F-64BB-2880-EF58-167C39925356}"/>
              </a:ext>
            </a:extLst>
          </p:cNvPr>
          <p:cNvCxnSpPr>
            <a:cxnSpLocks/>
            <a:stCxn id="12" idx="1"/>
          </p:cNvCxnSpPr>
          <p:nvPr/>
        </p:nvCxnSpPr>
        <p:spPr>
          <a:xfrm>
            <a:off x="1401377" y="3911270"/>
            <a:ext cx="933342" cy="789344"/>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5AE89AEF-34D4-E337-C886-1CACC62821A4}"/>
              </a:ext>
            </a:extLst>
          </p:cNvPr>
          <p:cNvSpPr txBox="1"/>
          <p:nvPr/>
        </p:nvSpPr>
        <p:spPr>
          <a:xfrm>
            <a:off x="3618527" y="2067188"/>
            <a:ext cx="1240622" cy="338554"/>
          </a:xfrm>
          <a:prstGeom prst="rect">
            <a:avLst/>
          </a:prstGeom>
          <a:noFill/>
        </p:spPr>
        <p:txBody>
          <a:bodyPr wrap="square" rtlCol="0">
            <a:spAutoFit/>
          </a:bodyPr>
          <a:lstStyle/>
          <a:p>
            <a:r>
              <a:rPr lang="en-US" sz="1600" dirty="0"/>
              <a:t>image fusion</a:t>
            </a:r>
          </a:p>
        </p:txBody>
      </p:sp>
      <p:sp>
        <p:nvSpPr>
          <p:cNvPr id="42" name="Right Brace 41">
            <a:extLst>
              <a:ext uri="{FF2B5EF4-FFF2-40B4-BE49-F238E27FC236}">
                <a16:creationId xmlns:a16="http://schemas.microsoft.com/office/drawing/2014/main" id="{4E26868A-A7EA-A417-279E-7E6AAA9EDEE5}"/>
              </a:ext>
            </a:extLst>
          </p:cNvPr>
          <p:cNvSpPr/>
          <p:nvPr/>
        </p:nvSpPr>
        <p:spPr>
          <a:xfrm rot="16200000">
            <a:off x="2538136" y="2126289"/>
            <a:ext cx="231974" cy="77976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A4D6D895-48D8-1B4C-8528-3CCAE7081448}"/>
              </a:ext>
            </a:extLst>
          </p:cNvPr>
          <p:cNvCxnSpPr>
            <a:cxnSpLocks/>
            <a:endCxn id="35" idx="1"/>
          </p:cNvCxnSpPr>
          <p:nvPr/>
        </p:nvCxnSpPr>
        <p:spPr>
          <a:xfrm>
            <a:off x="3044006" y="3909339"/>
            <a:ext cx="52464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4C2B6695-BDF9-FA5A-67DD-91435E424AD6}"/>
              </a:ext>
            </a:extLst>
          </p:cNvPr>
          <p:cNvSpPr/>
          <p:nvPr/>
        </p:nvSpPr>
        <p:spPr>
          <a:xfrm rot="5400000">
            <a:off x="5664937" y="320614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43EC3FDA-9974-FD77-E872-0FC27FB5F694}"/>
              </a:ext>
            </a:extLst>
          </p:cNvPr>
          <p:cNvSpPr/>
          <p:nvPr/>
        </p:nvSpPr>
        <p:spPr>
          <a:xfrm rot="5400000">
            <a:off x="5664936" y="3514483"/>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5D5F703E-D9C5-0252-EC56-FE4C043D1416}"/>
              </a:ext>
            </a:extLst>
          </p:cNvPr>
          <p:cNvSpPr/>
          <p:nvPr/>
        </p:nvSpPr>
        <p:spPr>
          <a:xfrm rot="5400000">
            <a:off x="5662719" y="382365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0B008F91-389F-0E4C-8F94-A7A60722DAC1}"/>
              </a:ext>
            </a:extLst>
          </p:cNvPr>
          <p:cNvSpPr txBox="1"/>
          <p:nvPr/>
        </p:nvSpPr>
        <p:spPr>
          <a:xfrm>
            <a:off x="5053211" y="1820967"/>
            <a:ext cx="1371849" cy="584775"/>
          </a:xfrm>
          <a:prstGeom prst="rect">
            <a:avLst/>
          </a:prstGeom>
          <a:noFill/>
        </p:spPr>
        <p:txBody>
          <a:bodyPr wrap="square" rtlCol="0">
            <a:spAutoFit/>
          </a:bodyPr>
          <a:lstStyle/>
          <a:p>
            <a:pPr algn="ctr"/>
            <a:r>
              <a:rPr lang="en-US" sz="1600" dirty="0"/>
              <a:t>feature map history</a:t>
            </a:r>
          </a:p>
        </p:txBody>
      </p:sp>
      <p:sp>
        <p:nvSpPr>
          <p:cNvPr id="48" name="Right Brace 47">
            <a:extLst>
              <a:ext uri="{FF2B5EF4-FFF2-40B4-BE49-F238E27FC236}">
                <a16:creationId xmlns:a16="http://schemas.microsoft.com/office/drawing/2014/main" id="{B47651F7-F24F-AD21-8170-79E4092428D6}"/>
              </a:ext>
            </a:extLst>
          </p:cNvPr>
          <p:cNvSpPr/>
          <p:nvPr/>
        </p:nvSpPr>
        <p:spPr>
          <a:xfrm rot="16200000">
            <a:off x="5649523" y="2130736"/>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9" name="Straight Arrow Connector 48">
            <a:extLst>
              <a:ext uri="{FF2B5EF4-FFF2-40B4-BE49-F238E27FC236}">
                <a16:creationId xmlns:a16="http://schemas.microsoft.com/office/drawing/2014/main" id="{0C134C8A-144E-4870-5333-EB4A23FC0C54}"/>
              </a:ext>
            </a:extLst>
          </p:cNvPr>
          <p:cNvCxnSpPr>
            <a:cxnSpLocks/>
            <a:stCxn id="8" idx="3"/>
          </p:cNvCxnSpPr>
          <p:nvPr/>
        </p:nvCxnSpPr>
        <p:spPr>
          <a:xfrm flipV="1">
            <a:off x="4768671" y="3601003"/>
            <a:ext cx="585713" cy="308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D357F6EC-42E5-5B8D-68D1-E11FDE8F9288}"/>
              </a:ext>
            </a:extLst>
          </p:cNvPr>
          <p:cNvCxnSpPr>
            <a:cxnSpLocks/>
            <a:stCxn id="8" idx="3"/>
            <a:endCxn id="45" idx="2"/>
          </p:cNvCxnSpPr>
          <p:nvPr/>
        </p:nvCxnSpPr>
        <p:spPr>
          <a:xfrm flipV="1">
            <a:off x="4768671" y="3909338"/>
            <a:ext cx="58793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8BD0AC1E-492A-76A0-9757-CFF91C83B975}"/>
              </a:ext>
            </a:extLst>
          </p:cNvPr>
          <p:cNvCxnSpPr>
            <a:cxnSpLocks/>
            <a:stCxn id="8" idx="3"/>
          </p:cNvCxnSpPr>
          <p:nvPr/>
        </p:nvCxnSpPr>
        <p:spPr>
          <a:xfrm>
            <a:off x="4768671" y="3909339"/>
            <a:ext cx="585713" cy="3050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2" name="Rectangle 51">
            <a:extLst>
              <a:ext uri="{FF2B5EF4-FFF2-40B4-BE49-F238E27FC236}">
                <a16:creationId xmlns:a16="http://schemas.microsoft.com/office/drawing/2014/main" id="{0A804C03-B664-35AE-D37F-DF4F104E8DF7}"/>
              </a:ext>
            </a:extLst>
          </p:cNvPr>
          <p:cNvSpPr/>
          <p:nvPr/>
        </p:nvSpPr>
        <p:spPr>
          <a:xfrm>
            <a:off x="70783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3" name="Rectangle 52">
            <a:extLst>
              <a:ext uri="{FF2B5EF4-FFF2-40B4-BE49-F238E27FC236}">
                <a16:creationId xmlns:a16="http://schemas.microsoft.com/office/drawing/2014/main" id="{E5D82F10-19E9-1914-E6EE-276BAB3D391A}"/>
              </a:ext>
            </a:extLst>
          </p:cNvPr>
          <p:cNvSpPr/>
          <p:nvPr/>
        </p:nvSpPr>
        <p:spPr>
          <a:xfrm>
            <a:off x="72307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C218930D-D495-0117-33DE-0D198F4F52DC}"/>
              </a:ext>
            </a:extLst>
          </p:cNvPr>
          <p:cNvSpPr/>
          <p:nvPr/>
        </p:nvSpPr>
        <p:spPr>
          <a:xfrm>
            <a:off x="73831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 name="Rectangle 54">
            <a:extLst>
              <a:ext uri="{FF2B5EF4-FFF2-40B4-BE49-F238E27FC236}">
                <a16:creationId xmlns:a16="http://schemas.microsoft.com/office/drawing/2014/main" id="{C0C73AE6-035E-752A-7787-0AC4A332D04B}"/>
              </a:ext>
            </a:extLst>
          </p:cNvPr>
          <p:cNvSpPr/>
          <p:nvPr/>
        </p:nvSpPr>
        <p:spPr>
          <a:xfrm>
            <a:off x="75355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63B56D08-84DC-1E26-3008-F735CF457D48}"/>
              </a:ext>
            </a:extLst>
          </p:cNvPr>
          <p:cNvSpPr/>
          <p:nvPr/>
        </p:nvSpPr>
        <p:spPr>
          <a:xfrm>
            <a:off x="7687992"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Right Brace 56">
            <a:extLst>
              <a:ext uri="{FF2B5EF4-FFF2-40B4-BE49-F238E27FC236}">
                <a16:creationId xmlns:a16="http://schemas.microsoft.com/office/drawing/2014/main" id="{EE979C8D-1260-5DF9-7AED-74CFCCBCD2C6}"/>
              </a:ext>
            </a:extLst>
          </p:cNvPr>
          <p:cNvSpPr/>
          <p:nvPr/>
        </p:nvSpPr>
        <p:spPr>
          <a:xfrm rot="16200000">
            <a:off x="7094236" y="1922474"/>
            <a:ext cx="200808" cy="121382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8" name="Straight Arrow Connector 57">
            <a:extLst>
              <a:ext uri="{FF2B5EF4-FFF2-40B4-BE49-F238E27FC236}">
                <a16:creationId xmlns:a16="http://schemas.microsoft.com/office/drawing/2014/main" id="{BBAC24DC-1013-EB27-D5D2-073CC5F63A5F}"/>
              </a:ext>
            </a:extLst>
          </p:cNvPr>
          <p:cNvCxnSpPr>
            <a:cxnSpLocks/>
          </p:cNvCxnSpPr>
          <p:nvPr/>
        </p:nvCxnSpPr>
        <p:spPr>
          <a:xfrm>
            <a:off x="6701506" y="3937481"/>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9" name="Rectangle 58">
            <a:extLst>
              <a:ext uri="{FF2B5EF4-FFF2-40B4-BE49-F238E27FC236}">
                <a16:creationId xmlns:a16="http://schemas.microsoft.com/office/drawing/2014/main" id="{7FDC1DC3-EAE3-8539-8812-D044B4659061}"/>
              </a:ext>
            </a:extLst>
          </p:cNvPr>
          <p:cNvSpPr/>
          <p:nvPr/>
        </p:nvSpPr>
        <p:spPr>
          <a:xfrm>
            <a:off x="6587725" y="351886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0" name="Straight Connector 59">
            <a:extLst>
              <a:ext uri="{FF2B5EF4-FFF2-40B4-BE49-F238E27FC236}">
                <a16:creationId xmlns:a16="http://schemas.microsoft.com/office/drawing/2014/main" id="{034D72B5-BA2B-EDA9-48A0-4A3051D19B5F}"/>
              </a:ext>
            </a:extLst>
          </p:cNvPr>
          <p:cNvCxnSpPr>
            <a:stCxn id="44" idx="0"/>
          </p:cNvCxnSpPr>
          <p:nvPr/>
        </p:nvCxnSpPr>
        <p:spPr>
          <a:xfrm flipV="1">
            <a:off x="6146311" y="3601003"/>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8A4FDA9C-C504-6B13-6787-90DA2130EC67}"/>
              </a:ext>
            </a:extLst>
          </p:cNvPr>
          <p:cNvCxnSpPr/>
          <p:nvPr/>
        </p:nvCxnSpPr>
        <p:spPr>
          <a:xfrm flipV="1">
            <a:off x="6134708" y="3909337"/>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6DC40B6E-FAAA-2884-383E-23B560EBD009}"/>
              </a:ext>
            </a:extLst>
          </p:cNvPr>
          <p:cNvCxnSpPr/>
          <p:nvPr/>
        </p:nvCxnSpPr>
        <p:spPr>
          <a:xfrm flipV="1">
            <a:off x="6140607" y="4214402"/>
            <a:ext cx="441414" cy="1"/>
          </a:xfrm>
          <a:prstGeom prst="line">
            <a:avLst/>
          </a:prstGeom>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47B64232-8740-3D22-19F8-B669DF178E5F}"/>
              </a:ext>
            </a:extLst>
          </p:cNvPr>
          <p:cNvSpPr txBox="1"/>
          <p:nvPr/>
        </p:nvSpPr>
        <p:spPr>
          <a:xfrm>
            <a:off x="6500892" y="2067188"/>
            <a:ext cx="1546701" cy="338554"/>
          </a:xfrm>
          <a:prstGeom prst="rect">
            <a:avLst/>
          </a:prstGeom>
          <a:noFill/>
        </p:spPr>
        <p:txBody>
          <a:bodyPr wrap="square" rtlCol="0">
            <a:spAutoFit/>
          </a:bodyPr>
          <a:lstStyle/>
          <a:p>
            <a:r>
              <a:rPr lang="en-US" sz="1600" dirty="0"/>
              <a:t>motion encoder</a:t>
            </a:r>
          </a:p>
        </p:txBody>
      </p:sp>
      <p:cxnSp>
        <p:nvCxnSpPr>
          <p:cNvPr id="64" name="Straight Arrow Connector 63">
            <a:extLst>
              <a:ext uri="{FF2B5EF4-FFF2-40B4-BE49-F238E27FC236}">
                <a16:creationId xmlns:a16="http://schemas.microsoft.com/office/drawing/2014/main" id="{95D83623-DAB2-60C9-2526-85F2D396A69D}"/>
              </a:ext>
            </a:extLst>
          </p:cNvPr>
          <p:cNvCxnSpPr>
            <a:cxnSpLocks/>
          </p:cNvCxnSpPr>
          <p:nvPr/>
        </p:nvCxnSpPr>
        <p:spPr>
          <a:xfrm>
            <a:off x="7787745" y="3909337"/>
            <a:ext cx="11495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5" name="Rectangle 64">
            <a:extLst>
              <a:ext uri="{FF2B5EF4-FFF2-40B4-BE49-F238E27FC236}">
                <a16:creationId xmlns:a16="http://schemas.microsoft.com/office/drawing/2014/main" id="{2D5E1645-AFC4-156B-633E-43E0849F0E61}"/>
              </a:ext>
            </a:extLst>
          </p:cNvPr>
          <p:cNvSpPr/>
          <p:nvPr/>
        </p:nvSpPr>
        <p:spPr>
          <a:xfrm>
            <a:off x="2151282" y="2694229"/>
            <a:ext cx="5797892" cy="2458018"/>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1F02C1D1-2037-C331-ECA2-67B275D43C85}"/>
              </a:ext>
            </a:extLst>
          </p:cNvPr>
          <p:cNvSpPr txBox="1"/>
          <p:nvPr/>
        </p:nvSpPr>
        <p:spPr>
          <a:xfrm>
            <a:off x="1031605" y="5953125"/>
            <a:ext cx="8232254" cy="646331"/>
          </a:xfrm>
          <a:prstGeom prst="rect">
            <a:avLst/>
          </a:prstGeom>
          <a:noFill/>
        </p:spPr>
        <p:txBody>
          <a:bodyPr wrap="none" rtlCol="0">
            <a:spAutoFit/>
          </a:bodyPr>
          <a:lstStyle/>
          <a:p>
            <a:pPr marL="285750" indent="-285750">
              <a:buFont typeface="Arial" panose="020B0604020202020204" pitchFamily="34" charset="0"/>
              <a:buChar char="•"/>
            </a:pPr>
            <a:r>
              <a:rPr lang="en-US" dirty="0"/>
              <a:t>integrate image fusion and motion encoder into the chip</a:t>
            </a:r>
          </a:p>
          <a:p>
            <a:pPr marL="285750" indent="-285750">
              <a:buFont typeface="Arial" panose="020B0604020202020204" pitchFamily="34" charset="0"/>
              <a:buChar char="•"/>
            </a:pPr>
            <a:r>
              <a:rPr lang="en-US" dirty="0"/>
              <a:t>output feature maps will contain motion information which reduces the frame rate</a:t>
            </a:r>
          </a:p>
        </p:txBody>
      </p:sp>
      <p:grpSp>
        <p:nvGrpSpPr>
          <p:cNvPr id="69" name="Group 68">
            <a:extLst>
              <a:ext uri="{FF2B5EF4-FFF2-40B4-BE49-F238E27FC236}">
                <a16:creationId xmlns:a16="http://schemas.microsoft.com/office/drawing/2014/main" id="{F98F5BB9-EFA2-02C7-883B-8CAA53E229A2}"/>
              </a:ext>
            </a:extLst>
          </p:cNvPr>
          <p:cNvGrpSpPr/>
          <p:nvPr/>
        </p:nvGrpSpPr>
        <p:grpSpPr>
          <a:xfrm>
            <a:off x="2341412" y="3655988"/>
            <a:ext cx="709353" cy="513285"/>
            <a:chOff x="2334653" y="2943732"/>
            <a:chExt cx="709353" cy="513285"/>
          </a:xfrm>
        </p:grpSpPr>
        <p:sp>
          <p:nvSpPr>
            <p:cNvPr id="70" name="Rectangle 69">
              <a:extLst>
                <a:ext uri="{FF2B5EF4-FFF2-40B4-BE49-F238E27FC236}">
                  <a16:creationId xmlns:a16="http://schemas.microsoft.com/office/drawing/2014/main" id="{513270F4-38AE-E1FC-9DC9-E75031698330}"/>
                </a:ext>
              </a:extLst>
            </p:cNvPr>
            <p:cNvSpPr/>
            <p:nvPr/>
          </p:nvSpPr>
          <p:spPr>
            <a:xfrm>
              <a:off x="2334653" y="2943732"/>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1" name="Rectangle 70">
              <a:extLst>
                <a:ext uri="{FF2B5EF4-FFF2-40B4-BE49-F238E27FC236}">
                  <a16:creationId xmlns:a16="http://schemas.microsoft.com/office/drawing/2014/main" id="{85D1DF74-4395-8AE1-97E2-73E9CE0E1017}"/>
                </a:ext>
              </a:extLst>
            </p:cNvPr>
            <p:cNvSpPr/>
            <p:nvPr/>
          </p:nvSpPr>
          <p:spPr>
            <a:xfrm>
              <a:off x="2487987" y="2991632"/>
              <a:ext cx="96019" cy="4174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2" name="Rectangle 71">
              <a:extLst>
                <a:ext uri="{FF2B5EF4-FFF2-40B4-BE49-F238E27FC236}">
                  <a16:creationId xmlns:a16="http://schemas.microsoft.com/office/drawing/2014/main" id="{DD686411-1BED-F4FB-BFFE-41036F5FF42C}"/>
                </a:ext>
              </a:extLst>
            </p:cNvPr>
            <p:cNvSpPr/>
            <p:nvPr/>
          </p:nvSpPr>
          <p:spPr>
            <a:xfrm>
              <a:off x="2637587" y="3032353"/>
              <a:ext cx="96018" cy="336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3" name="Rectangle 72">
              <a:extLst>
                <a:ext uri="{FF2B5EF4-FFF2-40B4-BE49-F238E27FC236}">
                  <a16:creationId xmlns:a16="http://schemas.microsoft.com/office/drawing/2014/main" id="{4B4EB9B9-0FB2-8A7A-8D77-FB3FEB77E11F}"/>
                </a:ext>
              </a:extLst>
            </p:cNvPr>
            <p:cNvSpPr/>
            <p:nvPr/>
          </p:nvSpPr>
          <p:spPr>
            <a:xfrm>
              <a:off x="2787186" y="3071022"/>
              <a:ext cx="103487" cy="2587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4" name="Rectangle 73">
              <a:extLst>
                <a:ext uri="{FF2B5EF4-FFF2-40B4-BE49-F238E27FC236}">
                  <a16:creationId xmlns:a16="http://schemas.microsoft.com/office/drawing/2014/main" id="{09B1AFBD-88C0-454E-A6EE-1F6EF231DA49}"/>
                </a:ext>
              </a:extLst>
            </p:cNvPr>
            <p:cNvSpPr/>
            <p:nvPr/>
          </p:nvSpPr>
          <p:spPr>
            <a:xfrm>
              <a:off x="2944253" y="3113403"/>
              <a:ext cx="99753" cy="173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1B67E951-540A-67A5-6D3D-73C7F9BF44BE}"/>
              </a:ext>
            </a:extLst>
          </p:cNvPr>
          <p:cNvGrpSpPr/>
          <p:nvPr/>
        </p:nvGrpSpPr>
        <p:grpSpPr>
          <a:xfrm>
            <a:off x="2332270" y="4444590"/>
            <a:ext cx="709353" cy="513285"/>
            <a:chOff x="2334653" y="2943732"/>
            <a:chExt cx="709353" cy="513285"/>
          </a:xfrm>
        </p:grpSpPr>
        <p:sp>
          <p:nvSpPr>
            <p:cNvPr id="76" name="Rectangle 75">
              <a:extLst>
                <a:ext uri="{FF2B5EF4-FFF2-40B4-BE49-F238E27FC236}">
                  <a16:creationId xmlns:a16="http://schemas.microsoft.com/office/drawing/2014/main" id="{87E8672C-3CBD-1169-91CE-EE101A29BB5A}"/>
                </a:ext>
              </a:extLst>
            </p:cNvPr>
            <p:cNvSpPr/>
            <p:nvPr/>
          </p:nvSpPr>
          <p:spPr>
            <a:xfrm>
              <a:off x="2334653" y="2943732"/>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821948C3-CD70-607F-060A-531647991306}"/>
                </a:ext>
              </a:extLst>
            </p:cNvPr>
            <p:cNvSpPr/>
            <p:nvPr/>
          </p:nvSpPr>
          <p:spPr>
            <a:xfrm>
              <a:off x="2487987" y="2991632"/>
              <a:ext cx="96019" cy="41748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8" name="Rectangle 77">
              <a:extLst>
                <a:ext uri="{FF2B5EF4-FFF2-40B4-BE49-F238E27FC236}">
                  <a16:creationId xmlns:a16="http://schemas.microsoft.com/office/drawing/2014/main" id="{9C0955DE-DEF4-98EC-F6F9-8B229A718CEE}"/>
                </a:ext>
              </a:extLst>
            </p:cNvPr>
            <p:cNvSpPr/>
            <p:nvPr/>
          </p:nvSpPr>
          <p:spPr>
            <a:xfrm>
              <a:off x="2637587" y="3032353"/>
              <a:ext cx="96018" cy="33604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9" name="Rectangle 78">
              <a:extLst>
                <a:ext uri="{FF2B5EF4-FFF2-40B4-BE49-F238E27FC236}">
                  <a16:creationId xmlns:a16="http://schemas.microsoft.com/office/drawing/2014/main" id="{B9EC4CC7-39BB-519A-D060-EB7836682C64}"/>
                </a:ext>
              </a:extLst>
            </p:cNvPr>
            <p:cNvSpPr/>
            <p:nvPr/>
          </p:nvSpPr>
          <p:spPr>
            <a:xfrm>
              <a:off x="2787186" y="3071022"/>
              <a:ext cx="103487" cy="25870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 name="Rectangle 79">
              <a:extLst>
                <a:ext uri="{FF2B5EF4-FFF2-40B4-BE49-F238E27FC236}">
                  <a16:creationId xmlns:a16="http://schemas.microsoft.com/office/drawing/2014/main" id="{553DA47C-6D28-6F2A-D51F-7B4BE8D7511F}"/>
                </a:ext>
              </a:extLst>
            </p:cNvPr>
            <p:cNvSpPr/>
            <p:nvPr/>
          </p:nvSpPr>
          <p:spPr>
            <a:xfrm>
              <a:off x="2944253" y="3113403"/>
              <a:ext cx="99753" cy="1739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704475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8E6CF25-A975-58D2-905D-296D7A221CA0}"/>
              </a:ext>
            </a:extLst>
          </p:cNvPr>
          <p:cNvGraphicFramePr>
            <a:graphicFrameLocks noGrp="1"/>
          </p:cNvGraphicFramePr>
          <p:nvPr>
            <p:extLst>
              <p:ext uri="{D42A27DB-BD31-4B8C-83A1-F6EECF244321}">
                <p14:modId xmlns:p14="http://schemas.microsoft.com/office/powerpoint/2010/main" val="687000717"/>
              </p:ext>
            </p:extLst>
          </p:nvPr>
        </p:nvGraphicFramePr>
        <p:xfrm>
          <a:off x="838200" y="2110202"/>
          <a:ext cx="11038703" cy="1854200"/>
        </p:xfrm>
        <a:graphic>
          <a:graphicData uri="http://schemas.openxmlformats.org/drawingml/2006/table">
            <a:tbl>
              <a:tblPr firstRow="1" bandRow="1">
                <a:tableStyleId>{073A0DAA-6AF3-43AB-8588-CEC1D06C72B9}</a:tableStyleId>
              </a:tblPr>
              <a:tblGrid>
                <a:gridCol w="7068065">
                  <a:extLst>
                    <a:ext uri="{9D8B030D-6E8A-4147-A177-3AD203B41FA5}">
                      <a16:colId xmlns:a16="http://schemas.microsoft.com/office/drawing/2014/main" val="863589550"/>
                    </a:ext>
                  </a:extLst>
                </a:gridCol>
                <a:gridCol w="889687">
                  <a:extLst>
                    <a:ext uri="{9D8B030D-6E8A-4147-A177-3AD203B41FA5}">
                      <a16:colId xmlns:a16="http://schemas.microsoft.com/office/drawing/2014/main" val="1383062994"/>
                    </a:ext>
                  </a:extLst>
                </a:gridCol>
                <a:gridCol w="3080951">
                  <a:extLst>
                    <a:ext uri="{9D8B030D-6E8A-4147-A177-3AD203B41FA5}">
                      <a16:colId xmlns:a16="http://schemas.microsoft.com/office/drawing/2014/main" val="3523149373"/>
                    </a:ext>
                  </a:extLst>
                </a:gridCol>
              </a:tblGrid>
              <a:tr h="370840">
                <a:tc>
                  <a:txBody>
                    <a:bodyPr/>
                    <a:lstStyle/>
                    <a:p>
                      <a:r>
                        <a:rPr lang="en-US" dirty="0"/>
                        <a:t>Paper</a:t>
                      </a:r>
                    </a:p>
                  </a:txBody>
                  <a:tcPr/>
                </a:tc>
                <a:tc>
                  <a:txBody>
                    <a:bodyPr/>
                    <a:lstStyle/>
                    <a:p>
                      <a:r>
                        <a:rPr lang="en-US" dirty="0"/>
                        <a:t>Year</a:t>
                      </a:r>
                    </a:p>
                  </a:txBody>
                  <a:tcPr/>
                </a:tc>
                <a:tc>
                  <a:txBody>
                    <a:bodyPr/>
                    <a:lstStyle/>
                    <a:p>
                      <a:endParaRPr lang="en-US" dirty="0"/>
                    </a:p>
                  </a:txBody>
                  <a:tcPr/>
                </a:tc>
                <a:extLst>
                  <a:ext uri="{0D108BD9-81ED-4DB2-BD59-A6C34878D82A}">
                    <a16:rowId xmlns:a16="http://schemas.microsoft.com/office/drawing/2014/main" val="42484610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A Simple Framework for Contrastive Learning of Visual Representations</a:t>
                      </a:r>
                      <a:endParaRPr lang="en-US" dirty="0"/>
                    </a:p>
                  </a:txBody>
                  <a:tcPr/>
                </a:tc>
                <a:tc>
                  <a:txBody>
                    <a:bodyPr/>
                    <a:lstStyle/>
                    <a:p>
                      <a:r>
                        <a:rPr lang="en-US" dirty="0"/>
                        <a:t>2020</a:t>
                      </a:r>
                    </a:p>
                  </a:txBody>
                  <a:tcPr/>
                </a:tc>
                <a:tc>
                  <a:txBody>
                    <a:bodyPr/>
                    <a:lstStyle/>
                    <a:p>
                      <a:r>
                        <a:rPr lang="en-US" dirty="0"/>
                        <a:t>random crop and rescale</a:t>
                      </a:r>
                    </a:p>
                  </a:txBody>
                  <a:tcPr/>
                </a:tc>
                <a:extLst>
                  <a:ext uri="{0D108BD9-81ED-4DB2-BD59-A6C34878D82A}">
                    <a16:rowId xmlns:a16="http://schemas.microsoft.com/office/drawing/2014/main" val="32860172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4"/>
                        </a:rPr>
                        <a:t>Bootstrap Your Own Latent A New Approach to Self-Supervised Learning</a:t>
                      </a:r>
                      <a:endParaRPr lang="en-US" dirty="0"/>
                    </a:p>
                  </a:txBody>
                  <a:tcPr/>
                </a:tc>
                <a:tc>
                  <a:txBody>
                    <a:bodyPr/>
                    <a:lstStyle/>
                    <a:p>
                      <a:r>
                        <a:rPr lang="en-US" dirty="0"/>
                        <a:t>2020</a:t>
                      </a:r>
                    </a:p>
                  </a:txBody>
                  <a:tcPr/>
                </a:tc>
                <a:tc>
                  <a:txBody>
                    <a:bodyPr/>
                    <a:lstStyle/>
                    <a:p>
                      <a:r>
                        <a:rPr lang="en-US" dirty="0"/>
                        <a:t>positive pairs only</a:t>
                      </a:r>
                    </a:p>
                  </a:txBody>
                  <a:tcPr/>
                </a:tc>
                <a:extLst>
                  <a:ext uri="{0D108BD9-81ED-4DB2-BD59-A6C34878D82A}">
                    <a16:rowId xmlns:a16="http://schemas.microsoft.com/office/drawing/2014/main" val="1402044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5"/>
                        </a:rPr>
                        <a:t>Emerging Properties in Self-Supervised Vision Transformers</a:t>
                      </a:r>
                      <a:endParaRPr lang="en-US" dirty="0"/>
                    </a:p>
                  </a:txBody>
                  <a:tcPr/>
                </a:tc>
                <a:tc>
                  <a:txBody>
                    <a:bodyPr/>
                    <a:lstStyle/>
                    <a:p>
                      <a:r>
                        <a:rPr lang="en-US" dirty="0"/>
                        <a:t>2021</a:t>
                      </a:r>
                    </a:p>
                  </a:txBody>
                  <a:tcPr/>
                </a:tc>
                <a:tc>
                  <a:txBody>
                    <a:bodyPr/>
                    <a:lstStyle/>
                    <a:p>
                      <a:r>
                        <a:rPr lang="en-US" dirty="0"/>
                        <a:t>our baseline method (DINO)</a:t>
                      </a:r>
                    </a:p>
                  </a:txBody>
                  <a:tcPr/>
                </a:tc>
                <a:extLst>
                  <a:ext uri="{0D108BD9-81ED-4DB2-BD59-A6C34878D82A}">
                    <a16:rowId xmlns:a16="http://schemas.microsoft.com/office/drawing/2014/main" val="10978321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6"/>
                        </a:rPr>
                        <a:t>The (Un)Surprising Effectiveness of Pre-Trained Vision Models for Control</a:t>
                      </a:r>
                      <a:endParaRPr lang="en-US" dirty="0"/>
                    </a:p>
                  </a:txBody>
                  <a:tcPr/>
                </a:tc>
                <a:tc>
                  <a:txBody>
                    <a:bodyPr/>
                    <a:lstStyle/>
                    <a:p>
                      <a:r>
                        <a:rPr lang="en-US" dirty="0"/>
                        <a:t>2022</a:t>
                      </a:r>
                    </a:p>
                  </a:txBody>
                  <a:tcPr/>
                </a:tc>
                <a:tc>
                  <a:txBody>
                    <a:bodyPr/>
                    <a:lstStyle/>
                    <a:p>
                      <a:r>
                        <a:rPr lang="en-US" dirty="0"/>
                        <a:t>robot demo</a:t>
                      </a:r>
                    </a:p>
                  </a:txBody>
                  <a:tcPr/>
                </a:tc>
                <a:extLst>
                  <a:ext uri="{0D108BD9-81ED-4DB2-BD59-A6C34878D82A}">
                    <a16:rowId xmlns:a16="http://schemas.microsoft.com/office/drawing/2014/main" val="4112363682"/>
                  </a:ext>
                </a:extLst>
              </a:tr>
            </a:tbl>
          </a:graphicData>
        </a:graphic>
      </p:graphicFrame>
      <p:pic>
        <p:nvPicPr>
          <p:cNvPr id="5" name="Picture 4">
            <a:extLst>
              <a:ext uri="{FF2B5EF4-FFF2-40B4-BE49-F238E27FC236}">
                <a16:creationId xmlns:a16="http://schemas.microsoft.com/office/drawing/2014/main" id="{B85B9572-7D13-ECE5-AD79-3DC2823626C3}"/>
              </a:ext>
            </a:extLst>
          </p:cNvPr>
          <p:cNvPicPr>
            <a:picLocks noChangeAspect="1"/>
          </p:cNvPicPr>
          <p:nvPr/>
        </p:nvPicPr>
        <p:blipFill>
          <a:blip r:embed="rId7"/>
          <a:stretch>
            <a:fillRect/>
          </a:stretch>
        </p:blipFill>
        <p:spPr>
          <a:xfrm>
            <a:off x="8830060" y="4536316"/>
            <a:ext cx="2427975" cy="1584077"/>
          </a:xfrm>
          <a:prstGeom prst="rect">
            <a:avLst/>
          </a:prstGeom>
        </p:spPr>
      </p:pic>
      <p:pic>
        <p:nvPicPr>
          <p:cNvPr id="8" name="Picture 7">
            <a:extLst>
              <a:ext uri="{FF2B5EF4-FFF2-40B4-BE49-F238E27FC236}">
                <a16:creationId xmlns:a16="http://schemas.microsoft.com/office/drawing/2014/main" id="{27862358-90FB-11AF-9A74-F142B5706F64}"/>
              </a:ext>
            </a:extLst>
          </p:cNvPr>
          <p:cNvPicPr>
            <a:picLocks noChangeAspect="1"/>
          </p:cNvPicPr>
          <p:nvPr/>
        </p:nvPicPr>
        <p:blipFill>
          <a:blip r:embed="rId8"/>
          <a:stretch>
            <a:fillRect/>
          </a:stretch>
        </p:blipFill>
        <p:spPr>
          <a:xfrm>
            <a:off x="4538146" y="4278782"/>
            <a:ext cx="2666871" cy="2301641"/>
          </a:xfrm>
          <a:prstGeom prst="rect">
            <a:avLst/>
          </a:prstGeom>
        </p:spPr>
      </p:pic>
      <p:pic>
        <p:nvPicPr>
          <p:cNvPr id="10" name="Picture 9">
            <a:extLst>
              <a:ext uri="{FF2B5EF4-FFF2-40B4-BE49-F238E27FC236}">
                <a16:creationId xmlns:a16="http://schemas.microsoft.com/office/drawing/2014/main" id="{7B4D38FC-42D6-F8A9-B15C-B040602FACA6}"/>
              </a:ext>
            </a:extLst>
          </p:cNvPr>
          <p:cNvPicPr>
            <a:picLocks noChangeAspect="1"/>
          </p:cNvPicPr>
          <p:nvPr/>
        </p:nvPicPr>
        <p:blipFill>
          <a:blip r:embed="rId9"/>
          <a:stretch>
            <a:fillRect/>
          </a:stretch>
        </p:blipFill>
        <p:spPr>
          <a:xfrm>
            <a:off x="1119830" y="4752011"/>
            <a:ext cx="2254593" cy="1152686"/>
          </a:xfrm>
          <a:prstGeom prst="rect">
            <a:avLst/>
          </a:prstGeom>
        </p:spPr>
      </p:pic>
      <p:sp>
        <p:nvSpPr>
          <p:cNvPr id="11" name="Title 10">
            <a:extLst>
              <a:ext uri="{FF2B5EF4-FFF2-40B4-BE49-F238E27FC236}">
                <a16:creationId xmlns:a16="http://schemas.microsoft.com/office/drawing/2014/main" id="{43F44C2A-3A95-D7EF-EAEB-ED08998DE991}"/>
              </a:ext>
            </a:extLst>
          </p:cNvPr>
          <p:cNvSpPr>
            <a:spLocks noGrp="1"/>
          </p:cNvSpPr>
          <p:nvPr>
            <p:ph type="title"/>
          </p:nvPr>
        </p:nvSpPr>
        <p:spPr/>
        <p:txBody>
          <a:bodyPr/>
          <a:lstStyle/>
          <a:p>
            <a:r>
              <a:rPr lang="en-US" dirty="0" err="1"/>
              <a:t>NeuVision</a:t>
            </a:r>
            <a:r>
              <a:rPr lang="en-US" dirty="0"/>
              <a:t> Robotics Demo Application</a:t>
            </a:r>
          </a:p>
        </p:txBody>
      </p:sp>
    </p:spTree>
    <p:extLst>
      <p:ext uri="{BB962C8B-B14F-4D97-AF65-F5344CB8AC3E}">
        <p14:creationId xmlns:p14="http://schemas.microsoft.com/office/powerpoint/2010/main" val="3893982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F3577-2000-A95F-6422-94B8607246B2}"/>
              </a:ext>
            </a:extLst>
          </p:cNvPr>
          <p:cNvSpPr>
            <a:spLocks noGrp="1"/>
          </p:cNvSpPr>
          <p:nvPr>
            <p:ph type="title"/>
          </p:nvPr>
        </p:nvSpPr>
        <p:spPr/>
        <p:txBody>
          <a:bodyPr/>
          <a:lstStyle/>
          <a:p>
            <a:r>
              <a:rPr lang="en-US" dirty="0"/>
              <a:t>APPENDIX</a:t>
            </a:r>
          </a:p>
        </p:txBody>
      </p:sp>
      <p:sp>
        <p:nvSpPr>
          <p:cNvPr id="3" name="Text Placeholder 2">
            <a:extLst>
              <a:ext uri="{FF2B5EF4-FFF2-40B4-BE49-F238E27FC236}">
                <a16:creationId xmlns:a16="http://schemas.microsoft.com/office/drawing/2014/main" id="{EF24DDCA-46BC-161F-612C-8209E7E2A10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43722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A1DC4-9997-AFF0-446C-058B2C5BB7C5}"/>
              </a:ext>
            </a:extLst>
          </p:cNvPr>
          <p:cNvSpPr>
            <a:spLocks noGrp="1"/>
          </p:cNvSpPr>
          <p:nvPr>
            <p:ph type="title"/>
          </p:nvPr>
        </p:nvSpPr>
        <p:spPr/>
        <p:txBody>
          <a:bodyPr/>
          <a:lstStyle/>
          <a:p>
            <a:r>
              <a:rPr lang="en-US"/>
              <a:t>Risks</a:t>
            </a:r>
            <a:endParaRPr lang="en-US" i="1" dirty="0"/>
          </a:p>
        </p:txBody>
      </p:sp>
      <p:graphicFrame>
        <p:nvGraphicFramePr>
          <p:cNvPr id="4" name="Content Placeholder 3">
            <a:extLst>
              <a:ext uri="{FF2B5EF4-FFF2-40B4-BE49-F238E27FC236}">
                <a16:creationId xmlns:a16="http://schemas.microsoft.com/office/drawing/2014/main" id="{94ED1F59-D305-D556-9615-FE4919B3CC01}"/>
              </a:ext>
            </a:extLst>
          </p:cNvPr>
          <p:cNvGraphicFramePr>
            <a:graphicFrameLocks noGrp="1"/>
          </p:cNvGraphicFramePr>
          <p:nvPr>
            <p:ph idx="1"/>
            <p:extLst>
              <p:ext uri="{D42A27DB-BD31-4B8C-83A1-F6EECF244321}">
                <p14:modId xmlns:p14="http://schemas.microsoft.com/office/powerpoint/2010/main" val="933521145"/>
              </p:ext>
            </p:extLst>
          </p:nvPr>
        </p:nvGraphicFramePr>
        <p:xfrm>
          <a:off x="838200" y="1825625"/>
          <a:ext cx="10769600" cy="2570480"/>
        </p:xfrm>
        <a:graphic>
          <a:graphicData uri="http://schemas.openxmlformats.org/drawingml/2006/table">
            <a:tbl>
              <a:tblPr firstRow="1" bandRow="1">
                <a:tableStyleId>{5C22544A-7EE6-4342-B048-85BDC9FD1C3A}</a:tableStyleId>
              </a:tblPr>
              <a:tblGrid>
                <a:gridCol w="4309575">
                  <a:extLst>
                    <a:ext uri="{9D8B030D-6E8A-4147-A177-3AD203B41FA5}">
                      <a16:colId xmlns:a16="http://schemas.microsoft.com/office/drawing/2014/main" val="3529871074"/>
                    </a:ext>
                  </a:extLst>
                </a:gridCol>
                <a:gridCol w="823763">
                  <a:extLst>
                    <a:ext uri="{9D8B030D-6E8A-4147-A177-3AD203B41FA5}">
                      <a16:colId xmlns:a16="http://schemas.microsoft.com/office/drawing/2014/main" val="150137383"/>
                    </a:ext>
                  </a:extLst>
                </a:gridCol>
                <a:gridCol w="5636262">
                  <a:extLst>
                    <a:ext uri="{9D8B030D-6E8A-4147-A177-3AD203B41FA5}">
                      <a16:colId xmlns:a16="http://schemas.microsoft.com/office/drawing/2014/main" val="602681749"/>
                    </a:ext>
                  </a:extLst>
                </a:gridCol>
              </a:tblGrid>
              <a:tr h="370840">
                <a:tc>
                  <a:txBody>
                    <a:bodyPr/>
                    <a:lstStyle/>
                    <a:p>
                      <a:r>
                        <a:rPr lang="en-US" dirty="0"/>
                        <a:t>Risk</a:t>
                      </a:r>
                    </a:p>
                  </a:txBody>
                  <a:tcPr/>
                </a:tc>
                <a:tc>
                  <a:txBody>
                    <a:bodyPr/>
                    <a:lstStyle/>
                    <a:p>
                      <a:r>
                        <a:rPr lang="en-US" dirty="0" err="1"/>
                        <a:t>Sev</a:t>
                      </a:r>
                      <a:endParaRPr lang="en-US" dirty="0"/>
                    </a:p>
                  </a:txBody>
                  <a:tcPr/>
                </a:tc>
                <a:tc>
                  <a:txBody>
                    <a:bodyPr/>
                    <a:lstStyle/>
                    <a:p>
                      <a:r>
                        <a:rPr lang="en-US" dirty="0"/>
                        <a:t>Mitigation</a:t>
                      </a:r>
                    </a:p>
                  </a:txBody>
                  <a:tcPr/>
                </a:tc>
                <a:extLst>
                  <a:ext uri="{0D108BD9-81ED-4DB2-BD59-A6C34878D82A}">
                    <a16:rowId xmlns:a16="http://schemas.microsoft.com/office/drawing/2014/main" val="1232074156"/>
                  </a:ext>
                </a:extLst>
              </a:tr>
              <a:tr h="370840">
                <a:tc>
                  <a:txBody>
                    <a:bodyPr/>
                    <a:lstStyle/>
                    <a:p>
                      <a:r>
                        <a:rPr lang="en-US" dirty="0"/>
                        <a:t>negative effects of integer quantization </a:t>
                      </a:r>
                    </a:p>
                  </a:txBody>
                  <a:tcPr/>
                </a:tc>
                <a:tc>
                  <a:txBody>
                    <a:bodyPr/>
                    <a:lstStyle/>
                    <a:p>
                      <a:endParaRPr lang="en-US"/>
                    </a:p>
                  </a:txBody>
                  <a:tcPr/>
                </a:tc>
                <a:tc>
                  <a:txBody>
                    <a:bodyPr/>
                    <a:lstStyle/>
                    <a:p>
                      <a:r>
                        <a:rPr lang="en-US" dirty="0"/>
                        <a:t>POR use </a:t>
                      </a:r>
                      <a:r>
                        <a:rPr lang="en-US" dirty="0" err="1"/>
                        <a:t>TFLite</a:t>
                      </a:r>
                      <a:r>
                        <a:rPr lang="en-US" dirty="0"/>
                        <a:t> signed integer 8b weights, 16b activations</a:t>
                      </a:r>
                      <a:br>
                        <a:rPr lang="en-US" dirty="0"/>
                      </a:br>
                      <a:r>
                        <a:rPr lang="en-US" dirty="0"/>
                        <a:t>Straightforward to switch to 8b/16b floating point as a fallback</a:t>
                      </a:r>
                    </a:p>
                  </a:txBody>
                  <a:tcPr/>
                </a:tc>
                <a:extLst>
                  <a:ext uri="{0D108BD9-81ED-4DB2-BD59-A6C34878D82A}">
                    <a16:rowId xmlns:a16="http://schemas.microsoft.com/office/drawing/2014/main" val="1399929031"/>
                  </a:ext>
                </a:extLst>
              </a:tr>
              <a:tr h="370840">
                <a:tc>
                  <a:txBody>
                    <a:bodyPr/>
                    <a:lstStyle/>
                    <a:p>
                      <a:r>
                        <a:rPr lang="en-US" dirty="0"/>
                        <a:t>no batch normalization or skip connections</a:t>
                      </a:r>
                    </a:p>
                  </a:txBody>
                  <a:tcPr/>
                </a:tc>
                <a:tc>
                  <a:txBody>
                    <a:bodyPr/>
                    <a:lstStyle/>
                    <a:p>
                      <a:endParaRPr lang="en-US" dirty="0"/>
                    </a:p>
                  </a:txBody>
                  <a:tcPr/>
                </a:tc>
                <a:tc>
                  <a:txBody>
                    <a:bodyPr/>
                    <a:lstStyle/>
                    <a:p>
                      <a:r>
                        <a:rPr lang="en-US" dirty="0"/>
                        <a:t>POR use RELU activations with small learning rate</a:t>
                      </a:r>
                      <a:br>
                        <a:rPr lang="en-US" dirty="0"/>
                      </a:br>
                      <a:r>
                        <a:rPr lang="en-US" dirty="0"/>
                        <a:t>Straightforward to support SELU using 64Kx16 SRAM LUT as a fallback</a:t>
                      </a:r>
                    </a:p>
                  </a:txBody>
                  <a:tcPr/>
                </a:tc>
                <a:extLst>
                  <a:ext uri="{0D108BD9-81ED-4DB2-BD59-A6C34878D82A}">
                    <a16:rowId xmlns:a16="http://schemas.microsoft.com/office/drawing/2014/main" val="3109872149"/>
                  </a:ext>
                </a:extLst>
              </a:tr>
              <a:tr h="370840">
                <a:tc>
                  <a:txBody>
                    <a:bodyPr/>
                    <a:lstStyle/>
                    <a:p>
                      <a:r>
                        <a:rPr lang="en-US" dirty="0"/>
                        <a:t>MIPI burstiness due to vertical blanking</a:t>
                      </a:r>
                    </a:p>
                  </a:txBody>
                  <a:tcPr/>
                </a:tc>
                <a:tc>
                  <a:txBody>
                    <a:bodyPr/>
                    <a:lstStyle/>
                    <a:p>
                      <a:endParaRPr lang="en-US" dirty="0"/>
                    </a:p>
                  </a:txBody>
                  <a:tcPr/>
                </a:tc>
                <a:tc>
                  <a:txBody>
                    <a:bodyPr/>
                    <a:lstStyle/>
                    <a:p>
                      <a:r>
                        <a:rPr lang="en-US" dirty="0"/>
                        <a:t>CNN throughput is specified as a row time, not frame time</a:t>
                      </a:r>
                    </a:p>
                  </a:txBody>
                  <a:tcPr/>
                </a:tc>
                <a:extLst>
                  <a:ext uri="{0D108BD9-81ED-4DB2-BD59-A6C34878D82A}">
                    <a16:rowId xmlns:a16="http://schemas.microsoft.com/office/drawing/2014/main" val="3406955404"/>
                  </a:ext>
                </a:extLst>
              </a:tr>
            </a:tbl>
          </a:graphicData>
        </a:graphic>
      </p:graphicFrame>
    </p:spTree>
    <p:extLst>
      <p:ext uri="{BB962C8B-B14F-4D97-AF65-F5344CB8AC3E}">
        <p14:creationId xmlns:p14="http://schemas.microsoft.com/office/powerpoint/2010/main" val="152701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FA166-9337-D8B9-47E7-485402C41743}"/>
              </a:ext>
            </a:extLst>
          </p:cNvPr>
          <p:cNvSpPr>
            <a:spLocks noGrp="1"/>
          </p:cNvSpPr>
          <p:nvPr>
            <p:ph type="title"/>
          </p:nvPr>
        </p:nvSpPr>
        <p:spPr/>
        <p:txBody>
          <a:bodyPr/>
          <a:lstStyle/>
          <a:p>
            <a:r>
              <a:rPr lang="en-US" dirty="0" err="1"/>
              <a:t>NeuVision</a:t>
            </a:r>
            <a:r>
              <a:rPr lang="en-US" dirty="0"/>
              <a:t> Strategy</a:t>
            </a:r>
          </a:p>
        </p:txBody>
      </p:sp>
      <p:sp>
        <p:nvSpPr>
          <p:cNvPr id="3" name="Content Placeholder 2">
            <a:extLst>
              <a:ext uri="{FF2B5EF4-FFF2-40B4-BE49-F238E27FC236}">
                <a16:creationId xmlns:a16="http://schemas.microsoft.com/office/drawing/2014/main" id="{3CEA7726-488F-89DA-CD95-03898492AF95}"/>
              </a:ext>
            </a:extLst>
          </p:cNvPr>
          <p:cNvSpPr>
            <a:spLocks noGrp="1"/>
          </p:cNvSpPr>
          <p:nvPr>
            <p:ph idx="1"/>
          </p:nvPr>
        </p:nvSpPr>
        <p:spPr/>
        <p:txBody>
          <a:bodyPr/>
          <a:lstStyle/>
          <a:p>
            <a:r>
              <a:rPr lang="en-US" dirty="0"/>
              <a:t>chip company vs. IP, vs. FPGA only</a:t>
            </a:r>
          </a:p>
          <a:p>
            <a:r>
              <a:rPr lang="en-US" dirty="0"/>
              <a:t>use existing team as it rolls off the Virgo </a:t>
            </a:r>
            <a:r>
              <a:rPr lang="en-US" dirty="0" err="1"/>
              <a:t>tapeout</a:t>
            </a:r>
            <a:endParaRPr lang="en-US" dirty="0"/>
          </a:p>
          <a:p>
            <a:r>
              <a:rPr lang="en-US" dirty="0"/>
              <a:t>straightforward execution and go to market -&gt; fast TTM</a:t>
            </a:r>
          </a:p>
          <a:p>
            <a:r>
              <a:rPr lang="en-US" dirty="0"/>
              <a:t>image sensor companies are natural partners</a:t>
            </a:r>
          </a:p>
        </p:txBody>
      </p:sp>
    </p:spTree>
    <p:extLst>
      <p:ext uri="{BB962C8B-B14F-4D97-AF65-F5344CB8AC3E}">
        <p14:creationId xmlns:p14="http://schemas.microsoft.com/office/powerpoint/2010/main" val="1846076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F658F-1A4B-7C7F-06D2-9C80F4B23081}"/>
              </a:ext>
            </a:extLst>
          </p:cNvPr>
          <p:cNvSpPr>
            <a:spLocks noGrp="1"/>
          </p:cNvSpPr>
          <p:nvPr>
            <p:ph type="title"/>
          </p:nvPr>
        </p:nvSpPr>
        <p:spPr/>
        <p:txBody>
          <a:bodyPr/>
          <a:lstStyle/>
          <a:p>
            <a:r>
              <a:rPr lang="en-US" dirty="0"/>
              <a:t>MIPI SoC platforms exceed the cost of the image sensor</a:t>
            </a:r>
          </a:p>
        </p:txBody>
      </p:sp>
      <p:pic>
        <p:nvPicPr>
          <p:cNvPr id="3" name="Picture 2">
            <a:extLst>
              <a:ext uri="{FF2B5EF4-FFF2-40B4-BE49-F238E27FC236}">
                <a16:creationId xmlns:a16="http://schemas.microsoft.com/office/drawing/2014/main" id="{4ACE2CE4-831E-4CED-B83D-9C245D7E5C74}"/>
              </a:ext>
            </a:extLst>
          </p:cNvPr>
          <p:cNvPicPr>
            <a:picLocks noChangeAspect="1"/>
          </p:cNvPicPr>
          <p:nvPr/>
        </p:nvPicPr>
        <p:blipFill>
          <a:blip r:embed="rId2"/>
          <a:stretch>
            <a:fillRect/>
          </a:stretch>
        </p:blipFill>
        <p:spPr>
          <a:xfrm>
            <a:off x="2467412" y="2215642"/>
            <a:ext cx="2460731" cy="3978613"/>
          </a:xfrm>
          <a:prstGeom prst="rect">
            <a:avLst/>
          </a:prstGeom>
        </p:spPr>
      </p:pic>
    </p:spTree>
    <p:extLst>
      <p:ext uri="{BB962C8B-B14F-4D97-AF65-F5344CB8AC3E}">
        <p14:creationId xmlns:p14="http://schemas.microsoft.com/office/powerpoint/2010/main" val="938464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41B49-19DA-027D-C03B-8423E8A9524A}"/>
              </a:ext>
            </a:extLst>
          </p:cNvPr>
          <p:cNvSpPr>
            <a:spLocks noGrp="1"/>
          </p:cNvSpPr>
          <p:nvPr>
            <p:ph type="title"/>
          </p:nvPr>
        </p:nvSpPr>
        <p:spPr/>
        <p:txBody>
          <a:bodyPr/>
          <a:lstStyle/>
          <a:p>
            <a:r>
              <a:rPr lang="en-US" dirty="0"/>
              <a:t>Image Encoder Product Options</a:t>
            </a:r>
          </a:p>
        </p:txBody>
      </p:sp>
      <p:graphicFrame>
        <p:nvGraphicFramePr>
          <p:cNvPr id="3" name="Table 2">
            <a:extLst>
              <a:ext uri="{FF2B5EF4-FFF2-40B4-BE49-F238E27FC236}">
                <a16:creationId xmlns:a16="http://schemas.microsoft.com/office/drawing/2014/main" id="{7F61ADF7-9A05-6D2A-E429-FD20047F4277}"/>
              </a:ext>
            </a:extLst>
          </p:cNvPr>
          <p:cNvGraphicFramePr>
            <a:graphicFrameLocks noGrp="1"/>
          </p:cNvGraphicFramePr>
          <p:nvPr>
            <p:extLst>
              <p:ext uri="{D42A27DB-BD31-4B8C-83A1-F6EECF244321}">
                <p14:modId xmlns:p14="http://schemas.microsoft.com/office/powerpoint/2010/main" val="1686755279"/>
              </p:ext>
            </p:extLst>
          </p:nvPr>
        </p:nvGraphicFramePr>
        <p:xfrm>
          <a:off x="838199" y="2157941"/>
          <a:ext cx="10125076" cy="1483360"/>
        </p:xfrm>
        <a:graphic>
          <a:graphicData uri="http://schemas.openxmlformats.org/drawingml/2006/table">
            <a:tbl>
              <a:tblPr firstRow="1" bandRow="1">
                <a:tableStyleId>{073A0DAA-6AF3-43AB-8588-CEC1D06C72B9}</a:tableStyleId>
              </a:tblPr>
              <a:tblGrid>
                <a:gridCol w="2286001">
                  <a:extLst>
                    <a:ext uri="{9D8B030D-6E8A-4147-A177-3AD203B41FA5}">
                      <a16:colId xmlns:a16="http://schemas.microsoft.com/office/drawing/2014/main" val="2677282155"/>
                    </a:ext>
                  </a:extLst>
                </a:gridCol>
                <a:gridCol w="2114550">
                  <a:extLst>
                    <a:ext uri="{9D8B030D-6E8A-4147-A177-3AD203B41FA5}">
                      <a16:colId xmlns:a16="http://schemas.microsoft.com/office/drawing/2014/main" val="3297906449"/>
                    </a:ext>
                  </a:extLst>
                </a:gridCol>
                <a:gridCol w="2276476">
                  <a:extLst>
                    <a:ext uri="{9D8B030D-6E8A-4147-A177-3AD203B41FA5}">
                      <a16:colId xmlns:a16="http://schemas.microsoft.com/office/drawing/2014/main" val="624642170"/>
                    </a:ext>
                  </a:extLst>
                </a:gridCol>
                <a:gridCol w="3448049">
                  <a:extLst>
                    <a:ext uri="{9D8B030D-6E8A-4147-A177-3AD203B41FA5}">
                      <a16:colId xmlns:a16="http://schemas.microsoft.com/office/drawing/2014/main" val="246442033"/>
                    </a:ext>
                  </a:extLst>
                </a:gridCol>
              </a:tblGrid>
              <a:tr h="370840">
                <a:tc>
                  <a:txBody>
                    <a:bodyPr/>
                    <a:lstStyle/>
                    <a:p>
                      <a:r>
                        <a:rPr lang="en-US" dirty="0" err="1"/>
                        <a:t>NeuVision</a:t>
                      </a:r>
                      <a:r>
                        <a:rPr lang="en-US" dirty="0"/>
                        <a:t> Product</a:t>
                      </a:r>
                    </a:p>
                  </a:txBody>
                  <a:tcPr/>
                </a:tc>
                <a:tc>
                  <a:txBody>
                    <a:bodyPr/>
                    <a:lstStyle/>
                    <a:p>
                      <a:r>
                        <a:rPr lang="en-US" dirty="0"/>
                        <a:t>Model Architecture</a:t>
                      </a:r>
                    </a:p>
                  </a:txBody>
                  <a:tcPr/>
                </a:tc>
                <a:tc>
                  <a:txBody>
                    <a:bodyPr/>
                    <a:lstStyle/>
                    <a:p>
                      <a:r>
                        <a:rPr lang="en-US" dirty="0"/>
                        <a:t>Model Weights</a:t>
                      </a:r>
                    </a:p>
                  </a:txBody>
                  <a:tcPr/>
                </a:tc>
                <a:tc>
                  <a:txBody>
                    <a:bodyPr/>
                    <a:lstStyle/>
                    <a:p>
                      <a:r>
                        <a:rPr lang="en-US" dirty="0"/>
                        <a:t>Scalability</a:t>
                      </a:r>
                    </a:p>
                  </a:txBody>
                  <a:tcPr/>
                </a:tc>
                <a:extLst>
                  <a:ext uri="{0D108BD9-81ED-4DB2-BD59-A6C34878D82A}">
                    <a16:rowId xmlns:a16="http://schemas.microsoft.com/office/drawing/2014/main" val="1811109416"/>
                  </a:ext>
                </a:extLst>
              </a:tr>
              <a:tr h="370840">
                <a:tc>
                  <a:txBody>
                    <a:bodyPr/>
                    <a:lstStyle/>
                    <a:p>
                      <a:r>
                        <a:rPr lang="en-US" dirty="0"/>
                        <a:t>NV-IE-FPGA</a:t>
                      </a:r>
                    </a:p>
                  </a:txBody>
                  <a:tcPr/>
                </a:tc>
                <a:tc>
                  <a:txBody>
                    <a:bodyPr/>
                    <a:lstStyle/>
                    <a:p>
                      <a:r>
                        <a:rPr lang="en-US" dirty="0">
                          <a:highlight>
                            <a:srgbClr val="00FF00"/>
                          </a:highlight>
                        </a:rPr>
                        <a:t>reconfigurable</a:t>
                      </a:r>
                    </a:p>
                  </a:txBody>
                  <a:tcPr/>
                </a:tc>
                <a:tc>
                  <a:txBody>
                    <a:bodyPr/>
                    <a:lstStyle/>
                    <a:p>
                      <a:r>
                        <a:rPr lang="en-US" dirty="0">
                          <a:highlight>
                            <a:srgbClr val="00FF00"/>
                          </a:highlight>
                        </a:rPr>
                        <a:t>reconfigurable</a:t>
                      </a:r>
                    </a:p>
                  </a:txBody>
                  <a:tcPr/>
                </a:tc>
                <a:tc>
                  <a:txBody>
                    <a:bodyPr/>
                    <a:lstStyle/>
                    <a:p>
                      <a:r>
                        <a:rPr lang="en-US" dirty="0">
                          <a:highlight>
                            <a:srgbClr val="FFFF00"/>
                          </a:highlight>
                        </a:rPr>
                        <a:t>&lt;1M weights, &lt;1 TOP, </a:t>
                      </a:r>
                      <a:r>
                        <a:rPr lang="en-US" dirty="0" err="1">
                          <a:highlight>
                            <a:srgbClr val="FFFF00"/>
                          </a:highlight>
                        </a:rPr>
                        <a:t>chiplets</a:t>
                      </a:r>
                      <a:r>
                        <a:rPr lang="en-US" dirty="0">
                          <a:highlight>
                            <a:srgbClr val="FFFF00"/>
                          </a:highlight>
                        </a:rPr>
                        <a:t>?</a:t>
                      </a:r>
                    </a:p>
                  </a:txBody>
                  <a:tcPr/>
                </a:tc>
                <a:extLst>
                  <a:ext uri="{0D108BD9-81ED-4DB2-BD59-A6C34878D82A}">
                    <a16:rowId xmlns:a16="http://schemas.microsoft.com/office/drawing/2014/main" val="3941515938"/>
                  </a:ext>
                </a:extLst>
              </a:tr>
              <a:tr h="370840">
                <a:tc>
                  <a:txBody>
                    <a:bodyPr/>
                    <a:lstStyle/>
                    <a:p>
                      <a:r>
                        <a:rPr lang="en-US" b="1" dirty="0"/>
                        <a:t>NV-IE-100-RAM</a:t>
                      </a:r>
                    </a:p>
                  </a:txBody>
                  <a:tcPr/>
                </a:tc>
                <a:tc>
                  <a:txBody>
                    <a:bodyPr/>
                    <a:lstStyle/>
                    <a:p>
                      <a:r>
                        <a:rPr lang="en-US" b="1" dirty="0"/>
                        <a:t>fixed VGG18</a:t>
                      </a:r>
                    </a:p>
                  </a:txBody>
                  <a:tcPr/>
                </a:tc>
                <a:tc>
                  <a:txBody>
                    <a:bodyPr/>
                    <a:lstStyle/>
                    <a:p>
                      <a:r>
                        <a:rPr lang="en-US" b="1" dirty="0">
                          <a:highlight>
                            <a:srgbClr val="00FF00"/>
                          </a:highlight>
                        </a:rPr>
                        <a:t>reconfigurable (RAM)</a:t>
                      </a:r>
                    </a:p>
                  </a:txBody>
                  <a:tcPr/>
                </a:tc>
                <a:tc>
                  <a:txBody>
                    <a:bodyPr/>
                    <a:lstStyle/>
                    <a:p>
                      <a:r>
                        <a:rPr lang="en-US" b="1" dirty="0">
                          <a:highlight>
                            <a:srgbClr val="00FF00"/>
                          </a:highlight>
                        </a:rPr>
                        <a:t>8M weights, 2 TOP</a:t>
                      </a:r>
                    </a:p>
                  </a:txBody>
                  <a:tcPr/>
                </a:tc>
                <a:extLst>
                  <a:ext uri="{0D108BD9-81ED-4DB2-BD59-A6C34878D82A}">
                    <a16:rowId xmlns:a16="http://schemas.microsoft.com/office/drawing/2014/main" val="2012967372"/>
                  </a:ext>
                </a:extLst>
              </a:tr>
              <a:tr h="370840">
                <a:tc>
                  <a:txBody>
                    <a:bodyPr/>
                    <a:lstStyle/>
                    <a:p>
                      <a:r>
                        <a:rPr lang="en-US" dirty="0"/>
                        <a:t>NV-IE-100-ROM</a:t>
                      </a:r>
                    </a:p>
                  </a:txBody>
                  <a:tcPr/>
                </a:tc>
                <a:tc>
                  <a:txBody>
                    <a:bodyPr/>
                    <a:lstStyle/>
                    <a:p>
                      <a:r>
                        <a:rPr lang="en-US" dirty="0"/>
                        <a:t>fixed VGG18</a:t>
                      </a:r>
                    </a:p>
                  </a:txBody>
                  <a:tcPr/>
                </a:tc>
                <a:tc>
                  <a:txBody>
                    <a:bodyPr/>
                    <a:lstStyle/>
                    <a:p>
                      <a:r>
                        <a:rPr lang="en-US" dirty="0">
                          <a:highlight>
                            <a:srgbClr val="FFFF00"/>
                          </a:highlight>
                        </a:rPr>
                        <a:t>fixed (ROM)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ighlight>
                            <a:srgbClr val="00FF00"/>
                          </a:highlight>
                        </a:rPr>
                        <a:t>8M weights, 2 TOP</a:t>
                      </a:r>
                    </a:p>
                  </a:txBody>
                  <a:tcPr/>
                </a:tc>
                <a:extLst>
                  <a:ext uri="{0D108BD9-81ED-4DB2-BD59-A6C34878D82A}">
                    <a16:rowId xmlns:a16="http://schemas.microsoft.com/office/drawing/2014/main" val="2732294797"/>
                  </a:ext>
                </a:extLst>
              </a:tr>
            </a:tbl>
          </a:graphicData>
        </a:graphic>
      </p:graphicFrame>
      <p:sp>
        <p:nvSpPr>
          <p:cNvPr id="4" name="TextBox 3">
            <a:extLst>
              <a:ext uri="{FF2B5EF4-FFF2-40B4-BE49-F238E27FC236}">
                <a16:creationId xmlns:a16="http://schemas.microsoft.com/office/drawing/2014/main" id="{4CDEC7FF-A48F-2DAA-F732-B8A18EE855A7}"/>
              </a:ext>
            </a:extLst>
          </p:cNvPr>
          <p:cNvSpPr txBox="1"/>
          <p:nvPr/>
        </p:nvSpPr>
        <p:spPr>
          <a:xfrm>
            <a:off x="838199" y="4457700"/>
            <a:ext cx="10374378" cy="1200329"/>
          </a:xfrm>
          <a:prstGeom prst="rect">
            <a:avLst/>
          </a:prstGeom>
          <a:noFill/>
        </p:spPr>
        <p:txBody>
          <a:bodyPr wrap="none" rtlCol="0">
            <a:spAutoFit/>
          </a:bodyPr>
          <a:lstStyle/>
          <a:p>
            <a:pPr marL="285750" indent="-285750">
              <a:buFont typeface="Arial" panose="020B0604020202020204" pitchFamily="34" charset="0"/>
              <a:buChar char="•"/>
            </a:pPr>
            <a:r>
              <a:rPr lang="en-US" dirty="0" err="1"/>
              <a:t>NeuVision</a:t>
            </a:r>
            <a:r>
              <a:rPr lang="en-US" dirty="0"/>
              <a:t> Image Encoder performs the initial convolutional pyramid using a VGG-like architecture.</a:t>
            </a:r>
          </a:p>
          <a:p>
            <a:pPr marL="285750" indent="-285750">
              <a:buFont typeface="Arial" panose="020B0604020202020204" pitchFamily="34" charset="0"/>
              <a:buChar char="•"/>
            </a:pPr>
            <a:r>
              <a:rPr lang="en-US" dirty="0"/>
              <a:t>The proposed 8M weight VGG18 architecture is a strong foundation vision model with broad application.</a:t>
            </a:r>
          </a:p>
          <a:p>
            <a:pPr marL="285750" indent="-285750">
              <a:buFont typeface="Arial" panose="020B0604020202020204" pitchFamily="34" charset="0"/>
              <a:buChar char="•"/>
            </a:pPr>
            <a:r>
              <a:rPr lang="en-US" dirty="0"/>
              <a:t>The image encoder also performs a valuable compression function.</a:t>
            </a:r>
          </a:p>
          <a:p>
            <a:pPr marL="285750" indent="-285750">
              <a:buFont typeface="Arial" panose="020B0604020202020204" pitchFamily="34" charset="0"/>
              <a:buChar char="•"/>
            </a:pPr>
            <a:r>
              <a:rPr lang="en-US" dirty="0"/>
              <a:t>Weights are 8 bits, so 64Mb SRAM (weights) + 20Mb SRAM (row buffers) + standard cell logic</a:t>
            </a:r>
          </a:p>
        </p:txBody>
      </p:sp>
    </p:spTree>
    <p:extLst>
      <p:ext uri="{BB962C8B-B14F-4D97-AF65-F5344CB8AC3E}">
        <p14:creationId xmlns:p14="http://schemas.microsoft.com/office/powerpoint/2010/main" val="9063178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B21AF3-8AAD-D124-D082-57E6AD6DD4CE}"/>
              </a:ext>
            </a:extLst>
          </p:cNvPr>
          <p:cNvSpPr txBox="1"/>
          <p:nvPr/>
        </p:nvSpPr>
        <p:spPr>
          <a:xfrm>
            <a:off x="6096000" y="0"/>
            <a:ext cx="6094378" cy="7171194"/>
          </a:xfrm>
          <a:prstGeom prst="rect">
            <a:avLst/>
          </a:prstGeom>
          <a:noFill/>
        </p:spPr>
        <p:txBody>
          <a:bodyPr wrap="square">
            <a:spAutoFit/>
          </a:bodyPr>
          <a:lstStyle/>
          <a:p>
            <a:r>
              <a:rPr lang="en-US" sz="1000" dirty="0">
                <a:latin typeface="Consolas" panose="020B0609020204030204" pitchFamily="49" charset="0"/>
              </a:rPr>
              <a:t>_________________________________________________________________</a:t>
            </a:r>
          </a:p>
          <a:p>
            <a:r>
              <a:rPr lang="en-US" sz="1000" dirty="0">
                <a:latin typeface="Consolas" panose="020B0609020204030204" pitchFamily="49" charset="0"/>
              </a:rPr>
              <a:t> Layer (type)                Output Shape              Param #   </a:t>
            </a:r>
          </a:p>
          <a:p>
            <a:r>
              <a:rPr lang="en-US" sz="1000" dirty="0">
                <a:latin typeface="Consolas" panose="020B0609020204030204" pitchFamily="49" charset="0"/>
              </a:rPr>
              <a:t>=================================================================</a:t>
            </a:r>
          </a:p>
          <a:p>
            <a:r>
              <a:rPr lang="en-US" sz="1000" dirty="0">
                <a:latin typeface="Consolas" panose="020B0609020204030204" pitchFamily="49" charset="0"/>
              </a:rPr>
              <a:t> input_1 (</a:t>
            </a:r>
            <a:r>
              <a:rPr lang="en-US" sz="1000" dirty="0" err="1">
                <a:latin typeface="Consolas" panose="020B0609020204030204" pitchFamily="49" charset="0"/>
              </a:rPr>
              <a:t>InputLayer</a:t>
            </a:r>
            <a:r>
              <a:rPr lang="en-US" sz="1000" dirty="0">
                <a:latin typeface="Consolas" panose="020B0609020204030204" pitchFamily="49" charset="0"/>
              </a:rPr>
              <a:t>)        [(None, 1400, 1600, 3)]   0         </a:t>
            </a:r>
          </a:p>
          <a:p>
            <a:r>
              <a:rPr lang="en-US" sz="1000" dirty="0">
                <a:latin typeface="Consolas" panose="020B0609020204030204" pitchFamily="49" charset="0"/>
              </a:rPr>
              <a:t>                                                                 </a:t>
            </a:r>
          </a:p>
          <a:p>
            <a:r>
              <a:rPr lang="en-US" sz="1000" dirty="0">
                <a:latin typeface="Consolas" panose="020B0609020204030204" pitchFamily="49" charset="0"/>
              </a:rPr>
              <a:t> conv2d (Conv2D)             (None, 1398, 1598, 16)    448       </a:t>
            </a:r>
          </a:p>
          <a:p>
            <a:r>
              <a:rPr lang="en-US" sz="1000" dirty="0">
                <a:latin typeface="Consolas" panose="020B0609020204030204" pitchFamily="49" charset="0"/>
              </a:rPr>
              <a:t>                                                                 </a:t>
            </a:r>
          </a:p>
          <a:p>
            <a:r>
              <a:rPr lang="en-US" sz="1000" dirty="0">
                <a:latin typeface="Consolas" panose="020B0609020204030204" pitchFamily="49" charset="0"/>
              </a:rPr>
              <a:t> conv2d_1 (Conv2D)           (None, 698, 798, 16)      2320      </a:t>
            </a:r>
          </a:p>
          <a:p>
            <a:r>
              <a:rPr lang="en-US" sz="1000" dirty="0">
                <a:latin typeface="Consolas" panose="020B0609020204030204" pitchFamily="49" charset="0"/>
              </a:rPr>
              <a:t>                                                                 </a:t>
            </a:r>
          </a:p>
          <a:p>
            <a:r>
              <a:rPr lang="en-US" sz="1000" dirty="0">
                <a:latin typeface="Consolas" panose="020B0609020204030204" pitchFamily="49" charset="0"/>
              </a:rPr>
              <a:t> conv2d_2 (Conv2D)           (None, 696, 796, 16)      2320      </a:t>
            </a:r>
          </a:p>
          <a:p>
            <a:r>
              <a:rPr lang="en-US" sz="1000" dirty="0">
                <a:latin typeface="Consolas" panose="020B0609020204030204" pitchFamily="49" charset="0"/>
              </a:rPr>
              <a:t>                                                                 </a:t>
            </a:r>
          </a:p>
          <a:p>
            <a:r>
              <a:rPr lang="en-US" sz="1000" dirty="0">
                <a:latin typeface="Consolas" panose="020B0609020204030204" pitchFamily="49" charset="0"/>
              </a:rPr>
              <a:t> conv2d_3 (Conv2D)           (None, 694, 794, 32)      4640      </a:t>
            </a:r>
          </a:p>
          <a:p>
            <a:r>
              <a:rPr lang="en-US" sz="1000" dirty="0">
                <a:latin typeface="Consolas" panose="020B0609020204030204" pitchFamily="49" charset="0"/>
              </a:rPr>
              <a:t>                                                                 </a:t>
            </a:r>
          </a:p>
          <a:p>
            <a:r>
              <a:rPr lang="en-US" sz="1000" dirty="0">
                <a:latin typeface="Consolas" panose="020B0609020204030204" pitchFamily="49" charset="0"/>
              </a:rPr>
              <a:t> conv2d_4 (Conv2D)           (None, 346, 396, 32)      9248      </a:t>
            </a:r>
          </a:p>
          <a:p>
            <a:r>
              <a:rPr lang="en-US" sz="1000" dirty="0">
                <a:latin typeface="Consolas" panose="020B0609020204030204" pitchFamily="49" charset="0"/>
              </a:rPr>
              <a:t>                                                                 </a:t>
            </a:r>
          </a:p>
          <a:p>
            <a:r>
              <a:rPr lang="en-US" sz="1000" dirty="0">
                <a:latin typeface="Consolas" panose="020B0609020204030204" pitchFamily="49" charset="0"/>
              </a:rPr>
              <a:t> conv2d_5 (Conv2D)           (None, 344, 394, 32)      9248      </a:t>
            </a:r>
          </a:p>
          <a:p>
            <a:r>
              <a:rPr lang="en-US" sz="1000" dirty="0">
                <a:latin typeface="Consolas" panose="020B0609020204030204" pitchFamily="49" charset="0"/>
              </a:rPr>
              <a:t>                                                                 </a:t>
            </a:r>
          </a:p>
          <a:p>
            <a:r>
              <a:rPr lang="en-US" sz="1000" dirty="0">
                <a:latin typeface="Consolas" panose="020B0609020204030204" pitchFamily="49" charset="0"/>
              </a:rPr>
              <a:t> conv2d_6 (Conv2D)           (None, 342, 392, 64)      18496     </a:t>
            </a:r>
          </a:p>
          <a:p>
            <a:r>
              <a:rPr lang="en-US" sz="1000" dirty="0">
                <a:latin typeface="Consolas" panose="020B0609020204030204" pitchFamily="49" charset="0"/>
              </a:rPr>
              <a:t>                                                                 </a:t>
            </a:r>
          </a:p>
          <a:p>
            <a:r>
              <a:rPr lang="en-US" sz="1000" dirty="0">
                <a:latin typeface="Consolas" panose="020B0609020204030204" pitchFamily="49" charset="0"/>
              </a:rPr>
              <a:t> conv2d_7 (Conv2D)           (None, 170, 195, 64)      36928     </a:t>
            </a:r>
          </a:p>
          <a:p>
            <a:r>
              <a:rPr lang="en-US" sz="1000" dirty="0">
                <a:latin typeface="Consolas" panose="020B0609020204030204" pitchFamily="49" charset="0"/>
              </a:rPr>
              <a:t>                                                                 </a:t>
            </a:r>
          </a:p>
          <a:p>
            <a:r>
              <a:rPr lang="en-US" sz="1000" dirty="0">
                <a:latin typeface="Consolas" panose="020B0609020204030204" pitchFamily="49" charset="0"/>
              </a:rPr>
              <a:t> conv2d_8 (Conv2D)           (None, 168, 193, 64)      36928     </a:t>
            </a:r>
          </a:p>
          <a:p>
            <a:r>
              <a:rPr lang="en-US" sz="1000" dirty="0">
                <a:latin typeface="Consolas" panose="020B0609020204030204" pitchFamily="49" charset="0"/>
              </a:rPr>
              <a:t>                                                                 </a:t>
            </a:r>
          </a:p>
          <a:p>
            <a:r>
              <a:rPr lang="en-US" sz="1000" dirty="0">
                <a:latin typeface="Consolas" panose="020B0609020204030204" pitchFamily="49" charset="0"/>
              </a:rPr>
              <a:t> conv2d_9 (Conv2D)           (None, 166, 191, 128)     73856     </a:t>
            </a:r>
          </a:p>
          <a:p>
            <a:r>
              <a:rPr lang="en-US" sz="1000" dirty="0">
                <a:latin typeface="Consolas" panose="020B0609020204030204" pitchFamily="49" charset="0"/>
              </a:rPr>
              <a:t>                                                                 </a:t>
            </a:r>
          </a:p>
          <a:p>
            <a:r>
              <a:rPr lang="en-US" sz="1000" dirty="0">
                <a:latin typeface="Consolas" panose="020B0609020204030204" pitchFamily="49" charset="0"/>
              </a:rPr>
              <a:t> conv2d_10 (Conv2D)          (None, 82, 95, 128)       147584    </a:t>
            </a:r>
          </a:p>
          <a:p>
            <a:r>
              <a:rPr lang="en-US" sz="1000" dirty="0">
                <a:latin typeface="Consolas" panose="020B0609020204030204" pitchFamily="49" charset="0"/>
              </a:rPr>
              <a:t>                                                                 </a:t>
            </a:r>
          </a:p>
          <a:p>
            <a:r>
              <a:rPr lang="en-US" sz="1000" dirty="0">
                <a:latin typeface="Consolas" panose="020B0609020204030204" pitchFamily="49" charset="0"/>
              </a:rPr>
              <a:t> conv2d_11 (Conv2D)          (None, 80, 93, 128)       147584    </a:t>
            </a:r>
          </a:p>
          <a:p>
            <a:r>
              <a:rPr lang="en-US" sz="1000" dirty="0">
                <a:latin typeface="Consolas" panose="020B0609020204030204" pitchFamily="49" charset="0"/>
              </a:rPr>
              <a:t>                                                                 </a:t>
            </a:r>
          </a:p>
          <a:p>
            <a:r>
              <a:rPr lang="en-US" sz="1000" dirty="0">
                <a:latin typeface="Consolas" panose="020B0609020204030204" pitchFamily="49" charset="0"/>
              </a:rPr>
              <a:t> conv2d_12 (Conv2D)          (None, 78, 91, 256)       295168    </a:t>
            </a:r>
          </a:p>
          <a:p>
            <a:r>
              <a:rPr lang="en-US" sz="1000" dirty="0">
                <a:latin typeface="Consolas" panose="020B0609020204030204" pitchFamily="49" charset="0"/>
              </a:rPr>
              <a:t>                                                                 </a:t>
            </a:r>
          </a:p>
          <a:p>
            <a:r>
              <a:rPr lang="en-US" sz="1000" dirty="0">
                <a:latin typeface="Consolas" panose="020B0609020204030204" pitchFamily="49" charset="0"/>
              </a:rPr>
              <a:t> conv2d_13 (Conv2D)          (None, 38, 45, 256)       590080    </a:t>
            </a:r>
          </a:p>
          <a:p>
            <a:r>
              <a:rPr lang="en-US" sz="1000" dirty="0">
                <a:latin typeface="Consolas" panose="020B0609020204030204" pitchFamily="49" charset="0"/>
              </a:rPr>
              <a:t>                                                                 </a:t>
            </a:r>
          </a:p>
          <a:p>
            <a:r>
              <a:rPr lang="en-US" sz="1000" dirty="0">
                <a:latin typeface="Consolas" panose="020B0609020204030204" pitchFamily="49" charset="0"/>
              </a:rPr>
              <a:t> conv2d_14 (Conv2D)          (None, 36, 43, 256)       590080    </a:t>
            </a:r>
          </a:p>
          <a:p>
            <a:r>
              <a:rPr lang="en-US" sz="1000" dirty="0">
                <a:latin typeface="Consolas" panose="020B0609020204030204" pitchFamily="49" charset="0"/>
              </a:rPr>
              <a:t>                                                                 </a:t>
            </a:r>
          </a:p>
          <a:p>
            <a:r>
              <a:rPr lang="en-US" sz="1000" dirty="0">
                <a:latin typeface="Consolas" panose="020B0609020204030204" pitchFamily="49" charset="0"/>
              </a:rPr>
              <a:t> conv2d_15 (Conv2D)          (None, 34, 41, 512)       1180160   </a:t>
            </a:r>
          </a:p>
          <a:p>
            <a:r>
              <a:rPr lang="en-US" sz="1000" dirty="0">
                <a:latin typeface="Consolas" panose="020B0609020204030204" pitchFamily="49" charset="0"/>
              </a:rPr>
              <a:t>                                                                 </a:t>
            </a:r>
          </a:p>
          <a:p>
            <a:r>
              <a:rPr lang="en-US" sz="1000" dirty="0">
                <a:latin typeface="Consolas" panose="020B0609020204030204" pitchFamily="49" charset="0"/>
              </a:rPr>
              <a:t> conv2d_16 (Conv2D)          (None, 16, 20, 512)       2359808   </a:t>
            </a:r>
          </a:p>
          <a:p>
            <a:r>
              <a:rPr lang="en-US" sz="1000" dirty="0">
                <a:latin typeface="Consolas" panose="020B0609020204030204" pitchFamily="49" charset="0"/>
              </a:rPr>
              <a:t>                                                                 </a:t>
            </a:r>
          </a:p>
          <a:p>
            <a:r>
              <a:rPr lang="en-US" sz="1000" dirty="0">
                <a:latin typeface="Consolas" panose="020B0609020204030204" pitchFamily="49" charset="0"/>
              </a:rPr>
              <a:t> conv2d_17 (Conv2D)          (None, 14, 18, 512)       2359808   </a:t>
            </a:r>
          </a:p>
          <a:p>
            <a:r>
              <a:rPr lang="en-US" sz="1000" dirty="0">
                <a:latin typeface="Consolas" panose="020B0609020204030204" pitchFamily="49" charset="0"/>
              </a:rPr>
              <a:t>                                                                 </a:t>
            </a:r>
          </a:p>
          <a:p>
            <a:r>
              <a:rPr lang="en-US" sz="1000" dirty="0">
                <a:latin typeface="Consolas" panose="020B0609020204030204" pitchFamily="49" charset="0"/>
              </a:rPr>
              <a:t>=================================================================</a:t>
            </a:r>
          </a:p>
          <a:p>
            <a:r>
              <a:rPr lang="en-US" sz="1000" dirty="0">
                <a:latin typeface="Consolas" panose="020B0609020204030204" pitchFamily="49" charset="0"/>
              </a:rPr>
              <a:t>Total params: 7,864,704</a:t>
            </a:r>
          </a:p>
          <a:p>
            <a:r>
              <a:rPr lang="en-US" sz="1000" dirty="0">
                <a:latin typeface="Consolas" panose="020B0609020204030204" pitchFamily="49" charset="0"/>
              </a:rPr>
              <a:t>Trainable params: 7,864,704</a:t>
            </a:r>
          </a:p>
          <a:p>
            <a:r>
              <a:rPr lang="en-US" sz="1000" dirty="0">
                <a:latin typeface="Consolas" panose="020B0609020204030204" pitchFamily="49" charset="0"/>
              </a:rPr>
              <a:t>Non-trainable params: 0</a:t>
            </a:r>
          </a:p>
          <a:p>
            <a:r>
              <a:rPr lang="en-US" sz="1000" dirty="0">
                <a:latin typeface="Consolas" panose="020B0609020204030204" pitchFamily="49" charset="0"/>
              </a:rPr>
              <a:t>_________________________________________________________________</a:t>
            </a:r>
          </a:p>
        </p:txBody>
      </p:sp>
      <p:sp>
        <p:nvSpPr>
          <p:cNvPr id="4" name="TextBox 3">
            <a:extLst>
              <a:ext uri="{FF2B5EF4-FFF2-40B4-BE49-F238E27FC236}">
                <a16:creationId xmlns:a16="http://schemas.microsoft.com/office/drawing/2014/main" id="{62FD7441-4EEF-9702-8331-A0FF49095791}"/>
              </a:ext>
            </a:extLst>
          </p:cNvPr>
          <p:cNvSpPr txBox="1"/>
          <p:nvPr/>
        </p:nvSpPr>
        <p:spPr>
          <a:xfrm>
            <a:off x="389106" y="963038"/>
            <a:ext cx="4534896" cy="1754326"/>
          </a:xfrm>
          <a:prstGeom prst="rect">
            <a:avLst/>
          </a:prstGeom>
          <a:noFill/>
        </p:spPr>
        <p:txBody>
          <a:bodyPr wrap="none" rtlCol="0">
            <a:spAutoFit/>
          </a:bodyPr>
          <a:lstStyle/>
          <a:p>
            <a:r>
              <a:rPr lang="en-US" u="sng" dirty="0"/>
              <a:t>proposed VGG-like CNN</a:t>
            </a:r>
          </a:p>
          <a:p>
            <a:r>
              <a:rPr lang="en-US" dirty="0"/>
              <a:t>uses conv2d layer only</a:t>
            </a:r>
          </a:p>
          <a:p>
            <a:r>
              <a:rPr lang="en-US" dirty="0" err="1"/>
              <a:t>downsample</a:t>
            </a:r>
            <a:r>
              <a:rPr lang="en-US" dirty="0"/>
              <a:t> using stride=2</a:t>
            </a:r>
          </a:p>
          <a:p>
            <a:r>
              <a:rPr lang="en-US" dirty="0"/>
              <a:t>padding=valid</a:t>
            </a:r>
          </a:p>
          <a:p>
            <a:r>
              <a:rPr lang="en-US" dirty="0"/>
              <a:t>activation nonlinearity=RELU, last layer=None</a:t>
            </a:r>
          </a:p>
          <a:p>
            <a:r>
              <a:rPr lang="en-US" dirty="0"/>
              <a:t>8 bit integer weights, 16 bit integer activations</a:t>
            </a:r>
          </a:p>
        </p:txBody>
      </p:sp>
    </p:spTree>
    <p:extLst>
      <p:ext uri="{BB962C8B-B14F-4D97-AF65-F5344CB8AC3E}">
        <p14:creationId xmlns:p14="http://schemas.microsoft.com/office/powerpoint/2010/main" val="548061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86">
            <a:extLst>
              <a:ext uri="{FF2B5EF4-FFF2-40B4-BE49-F238E27FC236}">
                <a16:creationId xmlns:a16="http://schemas.microsoft.com/office/drawing/2014/main" id="{6D22A738-5C84-865E-3745-697FD86A2923}"/>
              </a:ext>
            </a:extLst>
          </p:cNvPr>
          <p:cNvSpPr/>
          <p:nvPr/>
        </p:nvSpPr>
        <p:spPr>
          <a:xfrm>
            <a:off x="1173825" y="4749581"/>
            <a:ext cx="9648825" cy="170497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0453F3-AA70-3C4D-DD8F-29397295FBDE}"/>
              </a:ext>
            </a:extLst>
          </p:cNvPr>
          <p:cNvSpPr>
            <a:spLocks noGrp="1"/>
          </p:cNvSpPr>
          <p:nvPr>
            <p:ph type="title"/>
          </p:nvPr>
        </p:nvSpPr>
        <p:spPr/>
        <p:txBody>
          <a:bodyPr/>
          <a:lstStyle/>
          <a:p>
            <a:r>
              <a:rPr lang="en-US" dirty="0"/>
              <a:t>Proposed </a:t>
            </a:r>
            <a:r>
              <a:rPr lang="en-US" dirty="0" err="1"/>
              <a:t>NeuVision</a:t>
            </a:r>
            <a:r>
              <a:rPr lang="en-US" dirty="0"/>
              <a:t> Image Encoder</a:t>
            </a:r>
          </a:p>
        </p:txBody>
      </p:sp>
      <p:sp>
        <p:nvSpPr>
          <p:cNvPr id="4" name="TextBox 3">
            <a:extLst>
              <a:ext uri="{FF2B5EF4-FFF2-40B4-BE49-F238E27FC236}">
                <a16:creationId xmlns:a16="http://schemas.microsoft.com/office/drawing/2014/main" id="{C75FDB22-2081-FE99-9FFE-7DBDB5388C68}"/>
              </a:ext>
            </a:extLst>
          </p:cNvPr>
          <p:cNvSpPr txBox="1"/>
          <p:nvPr/>
        </p:nvSpPr>
        <p:spPr>
          <a:xfrm>
            <a:off x="1854122" y="4823838"/>
            <a:ext cx="2245936" cy="1477328"/>
          </a:xfrm>
          <a:prstGeom prst="rect">
            <a:avLst/>
          </a:prstGeom>
          <a:noFill/>
        </p:spPr>
        <p:txBody>
          <a:bodyPr wrap="none" rtlCol="0">
            <a:spAutoFit/>
          </a:bodyPr>
          <a:lstStyle/>
          <a:p>
            <a:r>
              <a:rPr lang="en-US" b="1" dirty="0"/>
              <a:t>MIPI</a:t>
            </a:r>
          </a:p>
          <a:p>
            <a:r>
              <a:rPr lang="en-US" dirty="0"/>
              <a:t>1600x1400 RGB pixels</a:t>
            </a:r>
          </a:p>
          <a:p>
            <a:r>
              <a:rPr lang="en-US" dirty="0"/>
              <a:t>12 bits/pixel</a:t>
            </a:r>
          </a:p>
          <a:p>
            <a:r>
              <a:rPr lang="en-US" dirty="0"/>
              <a:t>110 frames/s</a:t>
            </a:r>
          </a:p>
          <a:p>
            <a:r>
              <a:rPr lang="en-US" dirty="0"/>
              <a:t>= 8.87 Gb/s</a:t>
            </a:r>
          </a:p>
        </p:txBody>
      </p:sp>
      <p:sp>
        <p:nvSpPr>
          <p:cNvPr id="5" name="TextBox 4">
            <a:extLst>
              <a:ext uri="{FF2B5EF4-FFF2-40B4-BE49-F238E27FC236}">
                <a16:creationId xmlns:a16="http://schemas.microsoft.com/office/drawing/2014/main" id="{365D923A-B4BD-2BF3-DAF6-187F6D0FD2A7}"/>
              </a:ext>
            </a:extLst>
          </p:cNvPr>
          <p:cNvSpPr txBox="1"/>
          <p:nvPr/>
        </p:nvSpPr>
        <p:spPr>
          <a:xfrm>
            <a:off x="7721722" y="4823838"/>
            <a:ext cx="2082943" cy="1477328"/>
          </a:xfrm>
          <a:prstGeom prst="rect">
            <a:avLst/>
          </a:prstGeom>
          <a:noFill/>
        </p:spPr>
        <p:txBody>
          <a:bodyPr wrap="none" rtlCol="0">
            <a:spAutoFit/>
          </a:bodyPr>
          <a:lstStyle/>
          <a:p>
            <a:r>
              <a:rPr lang="en-US" b="1" dirty="0"/>
              <a:t>USB</a:t>
            </a:r>
          </a:p>
          <a:p>
            <a:r>
              <a:rPr lang="en-US" dirty="0"/>
              <a:t>[14,18,512] features</a:t>
            </a:r>
          </a:p>
          <a:p>
            <a:r>
              <a:rPr lang="en-US" dirty="0"/>
              <a:t>16 bits/feature</a:t>
            </a:r>
          </a:p>
          <a:p>
            <a:r>
              <a:rPr lang="en-US" dirty="0"/>
              <a:t>110 frames/s</a:t>
            </a:r>
          </a:p>
          <a:p>
            <a:r>
              <a:rPr lang="en-US" dirty="0"/>
              <a:t>= 0.227 Gb/s</a:t>
            </a:r>
          </a:p>
        </p:txBody>
      </p:sp>
      <p:sp>
        <p:nvSpPr>
          <p:cNvPr id="10" name="Arrow: Right 9">
            <a:extLst>
              <a:ext uri="{FF2B5EF4-FFF2-40B4-BE49-F238E27FC236}">
                <a16:creationId xmlns:a16="http://schemas.microsoft.com/office/drawing/2014/main" id="{05EE4481-36E2-4755-2BF5-E3362FB37B8E}"/>
              </a:ext>
            </a:extLst>
          </p:cNvPr>
          <p:cNvSpPr/>
          <p:nvPr/>
        </p:nvSpPr>
        <p:spPr>
          <a:xfrm>
            <a:off x="4646250" y="5379270"/>
            <a:ext cx="1914525" cy="48577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C7A1039-4D0F-BFE6-8528-65C9D212E3D7}"/>
              </a:ext>
            </a:extLst>
          </p:cNvPr>
          <p:cNvSpPr txBox="1"/>
          <p:nvPr/>
        </p:nvSpPr>
        <p:spPr>
          <a:xfrm>
            <a:off x="4635392" y="5035939"/>
            <a:ext cx="1784335" cy="369332"/>
          </a:xfrm>
          <a:prstGeom prst="rect">
            <a:avLst/>
          </a:prstGeom>
          <a:noFill/>
        </p:spPr>
        <p:txBody>
          <a:bodyPr wrap="none" rtlCol="0">
            <a:spAutoFit/>
          </a:bodyPr>
          <a:lstStyle/>
          <a:p>
            <a:r>
              <a:rPr lang="en-US" dirty="0"/>
              <a:t>39X compression</a:t>
            </a:r>
          </a:p>
        </p:txBody>
      </p:sp>
      <p:sp>
        <p:nvSpPr>
          <p:cNvPr id="48" name="Flowchart: Direct Access Storage 47">
            <a:extLst>
              <a:ext uri="{FF2B5EF4-FFF2-40B4-BE49-F238E27FC236}">
                <a16:creationId xmlns:a16="http://schemas.microsoft.com/office/drawing/2014/main" id="{C6B41A42-AC9F-BAB3-662C-7317B811F0E7}"/>
              </a:ext>
            </a:extLst>
          </p:cNvPr>
          <p:cNvSpPr/>
          <p:nvPr/>
        </p:nvSpPr>
        <p:spPr>
          <a:xfrm flipH="1">
            <a:off x="637735" y="255468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TextBox 48">
            <a:extLst>
              <a:ext uri="{FF2B5EF4-FFF2-40B4-BE49-F238E27FC236}">
                <a16:creationId xmlns:a16="http://schemas.microsoft.com/office/drawing/2014/main" id="{3DDC73B3-2686-A5B4-C305-5747085D13D7}"/>
              </a:ext>
            </a:extLst>
          </p:cNvPr>
          <p:cNvSpPr txBox="1"/>
          <p:nvPr/>
        </p:nvSpPr>
        <p:spPr>
          <a:xfrm>
            <a:off x="1738121" y="2376324"/>
            <a:ext cx="582211" cy="338554"/>
          </a:xfrm>
          <a:prstGeom prst="rect">
            <a:avLst/>
          </a:prstGeom>
          <a:noFill/>
        </p:spPr>
        <p:txBody>
          <a:bodyPr wrap="none" rtlCol="0">
            <a:spAutoFit/>
          </a:bodyPr>
          <a:lstStyle/>
          <a:p>
            <a:r>
              <a:rPr lang="en-US" sz="1600" b="1" dirty="0"/>
              <a:t>MIPI</a:t>
            </a:r>
          </a:p>
        </p:txBody>
      </p:sp>
      <p:sp>
        <p:nvSpPr>
          <p:cNvPr id="79" name="TextBox 78">
            <a:extLst>
              <a:ext uri="{FF2B5EF4-FFF2-40B4-BE49-F238E27FC236}">
                <a16:creationId xmlns:a16="http://schemas.microsoft.com/office/drawing/2014/main" id="{1B894546-9408-A5CA-2393-C73F03C5447E}"/>
              </a:ext>
            </a:extLst>
          </p:cNvPr>
          <p:cNvSpPr txBox="1"/>
          <p:nvPr/>
        </p:nvSpPr>
        <p:spPr>
          <a:xfrm>
            <a:off x="841025" y="2756124"/>
            <a:ext cx="1494320" cy="369332"/>
          </a:xfrm>
          <a:prstGeom prst="rect">
            <a:avLst/>
          </a:prstGeom>
          <a:noFill/>
        </p:spPr>
        <p:txBody>
          <a:bodyPr wrap="none" rtlCol="0">
            <a:spAutoFit/>
          </a:bodyPr>
          <a:lstStyle/>
          <a:p>
            <a:r>
              <a:rPr lang="en-US" dirty="0"/>
              <a:t>[1400,1600,3]</a:t>
            </a:r>
          </a:p>
        </p:txBody>
      </p:sp>
      <p:cxnSp>
        <p:nvCxnSpPr>
          <p:cNvPr id="82" name="Straight Arrow Connector 81">
            <a:extLst>
              <a:ext uri="{FF2B5EF4-FFF2-40B4-BE49-F238E27FC236}">
                <a16:creationId xmlns:a16="http://schemas.microsoft.com/office/drawing/2014/main" id="{E212AC0E-DF84-BE0A-ADBD-EDECB81889EE}"/>
              </a:ext>
            </a:extLst>
          </p:cNvPr>
          <p:cNvCxnSpPr>
            <a:cxnSpLocks/>
          </p:cNvCxnSpPr>
          <p:nvPr/>
        </p:nvCxnSpPr>
        <p:spPr>
          <a:xfrm>
            <a:off x="5234578" y="2709416"/>
            <a:ext cx="193208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a:extLst>
              <a:ext uri="{FF2B5EF4-FFF2-40B4-BE49-F238E27FC236}">
                <a16:creationId xmlns:a16="http://schemas.microsoft.com/office/drawing/2014/main" id="{A753D280-D853-2DAF-7604-EB7A6DC92D5A}"/>
              </a:ext>
            </a:extLst>
          </p:cNvPr>
          <p:cNvSpPr txBox="1"/>
          <p:nvPr/>
        </p:nvSpPr>
        <p:spPr>
          <a:xfrm>
            <a:off x="5507201" y="2370861"/>
            <a:ext cx="532518" cy="338554"/>
          </a:xfrm>
          <a:prstGeom prst="rect">
            <a:avLst/>
          </a:prstGeom>
          <a:noFill/>
        </p:spPr>
        <p:txBody>
          <a:bodyPr wrap="none" rtlCol="0">
            <a:spAutoFit/>
          </a:bodyPr>
          <a:lstStyle/>
          <a:p>
            <a:r>
              <a:rPr lang="en-US" sz="1600" b="1" dirty="0"/>
              <a:t>USB</a:t>
            </a:r>
          </a:p>
        </p:txBody>
      </p:sp>
      <p:sp>
        <p:nvSpPr>
          <p:cNvPr id="84" name="TextBox 83">
            <a:extLst>
              <a:ext uri="{FF2B5EF4-FFF2-40B4-BE49-F238E27FC236}">
                <a16:creationId xmlns:a16="http://schemas.microsoft.com/office/drawing/2014/main" id="{C1810739-B938-7208-7BBE-ADFE0CD6549F}"/>
              </a:ext>
            </a:extLst>
          </p:cNvPr>
          <p:cNvSpPr txBox="1"/>
          <p:nvPr/>
        </p:nvSpPr>
        <p:spPr>
          <a:xfrm>
            <a:off x="5458797" y="2716786"/>
            <a:ext cx="1260281" cy="369332"/>
          </a:xfrm>
          <a:prstGeom prst="rect">
            <a:avLst/>
          </a:prstGeom>
          <a:noFill/>
        </p:spPr>
        <p:txBody>
          <a:bodyPr wrap="none" rtlCol="0">
            <a:spAutoFit/>
          </a:bodyPr>
          <a:lstStyle/>
          <a:p>
            <a:r>
              <a:rPr lang="en-US" dirty="0"/>
              <a:t>[14,18,512]</a:t>
            </a:r>
          </a:p>
        </p:txBody>
      </p:sp>
      <p:sp>
        <p:nvSpPr>
          <p:cNvPr id="88" name="TextBox 87">
            <a:extLst>
              <a:ext uri="{FF2B5EF4-FFF2-40B4-BE49-F238E27FC236}">
                <a16:creationId xmlns:a16="http://schemas.microsoft.com/office/drawing/2014/main" id="{6254C64E-D12B-0BBB-6905-66F9C2873B88}"/>
              </a:ext>
            </a:extLst>
          </p:cNvPr>
          <p:cNvSpPr txBox="1"/>
          <p:nvPr/>
        </p:nvSpPr>
        <p:spPr>
          <a:xfrm>
            <a:off x="2104122" y="3451387"/>
            <a:ext cx="5062540" cy="646331"/>
          </a:xfrm>
          <a:prstGeom prst="rect">
            <a:avLst/>
          </a:prstGeom>
          <a:noFill/>
        </p:spPr>
        <p:txBody>
          <a:bodyPr wrap="none" rtlCol="0">
            <a:spAutoFit/>
          </a:bodyPr>
          <a:lstStyle/>
          <a:p>
            <a:r>
              <a:rPr lang="en-US" i="1" dirty="0"/>
              <a:t>scalable</a:t>
            </a:r>
            <a:r>
              <a:rPr lang="en-US" dirty="0"/>
              <a:t> foundation vision CNN with 8M parameters</a:t>
            </a:r>
          </a:p>
          <a:p>
            <a:r>
              <a:rPr lang="en-US" i="1" dirty="0"/>
              <a:t>reconfigurable</a:t>
            </a:r>
            <a:r>
              <a:rPr lang="en-US" dirty="0"/>
              <a:t> SRAM-based weights</a:t>
            </a:r>
          </a:p>
        </p:txBody>
      </p:sp>
      <p:sp>
        <p:nvSpPr>
          <p:cNvPr id="91" name="TextBox 90">
            <a:extLst>
              <a:ext uri="{FF2B5EF4-FFF2-40B4-BE49-F238E27FC236}">
                <a16:creationId xmlns:a16="http://schemas.microsoft.com/office/drawing/2014/main" id="{456329FB-7C7B-D373-E323-4EAE0BC75310}"/>
              </a:ext>
            </a:extLst>
          </p:cNvPr>
          <p:cNvSpPr txBox="1"/>
          <p:nvPr/>
        </p:nvSpPr>
        <p:spPr>
          <a:xfrm>
            <a:off x="9388826" y="150743"/>
            <a:ext cx="2560894" cy="1754326"/>
          </a:xfrm>
          <a:custGeom>
            <a:avLst/>
            <a:gdLst>
              <a:gd name="connsiteX0" fmla="*/ 0 w 2560894"/>
              <a:gd name="connsiteY0" fmla="*/ 0 h 1754326"/>
              <a:gd name="connsiteX1" fmla="*/ 640224 w 2560894"/>
              <a:gd name="connsiteY1" fmla="*/ 0 h 1754326"/>
              <a:gd name="connsiteX2" fmla="*/ 1254838 w 2560894"/>
              <a:gd name="connsiteY2" fmla="*/ 0 h 1754326"/>
              <a:gd name="connsiteX3" fmla="*/ 1818235 w 2560894"/>
              <a:gd name="connsiteY3" fmla="*/ 0 h 1754326"/>
              <a:gd name="connsiteX4" fmla="*/ 2560894 w 2560894"/>
              <a:gd name="connsiteY4" fmla="*/ 0 h 1754326"/>
              <a:gd name="connsiteX5" fmla="*/ 2560894 w 2560894"/>
              <a:gd name="connsiteY5" fmla="*/ 584775 h 1754326"/>
              <a:gd name="connsiteX6" fmla="*/ 2560894 w 2560894"/>
              <a:gd name="connsiteY6" fmla="*/ 1169551 h 1754326"/>
              <a:gd name="connsiteX7" fmla="*/ 2560894 w 2560894"/>
              <a:gd name="connsiteY7" fmla="*/ 1754326 h 1754326"/>
              <a:gd name="connsiteX8" fmla="*/ 1946279 w 2560894"/>
              <a:gd name="connsiteY8" fmla="*/ 1754326 h 1754326"/>
              <a:gd name="connsiteX9" fmla="*/ 1331665 w 2560894"/>
              <a:gd name="connsiteY9" fmla="*/ 1754326 h 1754326"/>
              <a:gd name="connsiteX10" fmla="*/ 691441 w 2560894"/>
              <a:gd name="connsiteY10" fmla="*/ 1754326 h 1754326"/>
              <a:gd name="connsiteX11" fmla="*/ 0 w 2560894"/>
              <a:gd name="connsiteY11" fmla="*/ 1754326 h 1754326"/>
              <a:gd name="connsiteX12" fmla="*/ 0 w 2560894"/>
              <a:gd name="connsiteY12" fmla="*/ 1222180 h 1754326"/>
              <a:gd name="connsiteX13" fmla="*/ 0 w 2560894"/>
              <a:gd name="connsiteY13" fmla="*/ 602319 h 1754326"/>
              <a:gd name="connsiteX14" fmla="*/ 0 w 2560894"/>
              <a:gd name="connsiteY14" fmla="*/ 0 h 1754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560894" h="1754326" extrusionOk="0">
                <a:moveTo>
                  <a:pt x="0" y="0"/>
                </a:moveTo>
                <a:cubicBezTo>
                  <a:pt x="248617" y="-21541"/>
                  <a:pt x="508653" y="18775"/>
                  <a:pt x="640224" y="0"/>
                </a:cubicBezTo>
                <a:cubicBezTo>
                  <a:pt x="771795" y="-18775"/>
                  <a:pt x="981826" y="-16382"/>
                  <a:pt x="1254838" y="0"/>
                </a:cubicBezTo>
                <a:cubicBezTo>
                  <a:pt x="1527850" y="16382"/>
                  <a:pt x="1547967" y="-7095"/>
                  <a:pt x="1818235" y="0"/>
                </a:cubicBezTo>
                <a:cubicBezTo>
                  <a:pt x="2088503" y="7095"/>
                  <a:pt x="2284059" y="-30448"/>
                  <a:pt x="2560894" y="0"/>
                </a:cubicBezTo>
                <a:cubicBezTo>
                  <a:pt x="2532670" y="165031"/>
                  <a:pt x="2532701" y="382939"/>
                  <a:pt x="2560894" y="584775"/>
                </a:cubicBezTo>
                <a:cubicBezTo>
                  <a:pt x="2589087" y="786612"/>
                  <a:pt x="2567566" y="1012738"/>
                  <a:pt x="2560894" y="1169551"/>
                </a:cubicBezTo>
                <a:cubicBezTo>
                  <a:pt x="2554222" y="1326364"/>
                  <a:pt x="2555254" y="1586044"/>
                  <a:pt x="2560894" y="1754326"/>
                </a:cubicBezTo>
                <a:cubicBezTo>
                  <a:pt x="2379767" y="1729899"/>
                  <a:pt x="2069306" y="1731217"/>
                  <a:pt x="1946279" y="1754326"/>
                </a:cubicBezTo>
                <a:cubicBezTo>
                  <a:pt x="1823253" y="1777435"/>
                  <a:pt x="1513160" y="1783949"/>
                  <a:pt x="1331665" y="1754326"/>
                </a:cubicBezTo>
                <a:cubicBezTo>
                  <a:pt x="1150170" y="1724703"/>
                  <a:pt x="920996" y="1735620"/>
                  <a:pt x="691441" y="1754326"/>
                </a:cubicBezTo>
                <a:cubicBezTo>
                  <a:pt x="461886" y="1773032"/>
                  <a:pt x="233747" y="1757977"/>
                  <a:pt x="0" y="1754326"/>
                </a:cubicBezTo>
                <a:cubicBezTo>
                  <a:pt x="-4242" y="1607353"/>
                  <a:pt x="19501" y="1419970"/>
                  <a:pt x="0" y="1222180"/>
                </a:cubicBezTo>
                <a:cubicBezTo>
                  <a:pt x="-19501" y="1024390"/>
                  <a:pt x="9251" y="850856"/>
                  <a:pt x="0" y="602319"/>
                </a:cubicBezTo>
                <a:cubicBezTo>
                  <a:pt x="-9251" y="353782"/>
                  <a:pt x="-582" y="175386"/>
                  <a:pt x="0" y="0"/>
                </a:cubicBezTo>
                <a:close/>
              </a:path>
            </a:pathLst>
          </a:custGeom>
          <a:noFill/>
          <a:ln>
            <a:solidFill>
              <a:schemeClr val="tx1"/>
            </a:solidFill>
            <a:extLst>
              <a:ext uri="{C807C97D-BFC1-408E-A445-0C87EB9F89A2}">
                <ask:lineSketchStyleProps xmlns:ask="http://schemas.microsoft.com/office/drawing/2018/sketchyshapes" sd="1268069992">
                  <a:prstGeom prst="rect">
                    <a:avLst/>
                  </a:prstGeom>
                  <ask:type>
                    <ask:lineSketchFreehand/>
                  </ask:type>
                </ask:lineSketchStyleProps>
              </a:ext>
            </a:extLst>
          </a:ln>
        </p:spPr>
        <p:txBody>
          <a:bodyPr wrap="none" rtlCol="0">
            <a:spAutoFit/>
          </a:bodyPr>
          <a:lstStyle/>
          <a:p>
            <a:r>
              <a:rPr lang="en-US" u="sng" dirty="0"/>
              <a:t>NV-IE-MIRA220</a:t>
            </a:r>
          </a:p>
          <a:p>
            <a:r>
              <a:rPr lang="en-US" dirty="0"/>
              <a:t>500MHz clock</a:t>
            </a:r>
          </a:p>
          <a:p>
            <a:r>
              <a:rPr lang="en-US" dirty="0"/>
              <a:t>7500 integer MAC units</a:t>
            </a:r>
          </a:p>
          <a:p>
            <a:r>
              <a:rPr lang="en-US" dirty="0"/>
              <a:t>64Mb SRAM (weights)</a:t>
            </a:r>
          </a:p>
          <a:p>
            <a:r>
              <a:rPr lang="en-US" dirty="0"/>
              <a:t>20Mb SRAM (</a:t>
            </a:r>
            <a:r>
              <a:rPr lang="en-US" dirty="0" err="1"/>
              <a:t>rowbuf</a:t>
            </a:r>
            <a:r>
              <a:rPr lang="en-US" dirty="0"/>
              <a:t>)</a:t>
            </a:r>
          </a:p>
          <a:p>
            <a:r>
              <a:rPr lang="en-US" dirty="0"/>
              <a:t>Verilog RTL available now</a:t>
            </a:r>
          </a:p>
        </p:txBody>
      </p:sp>
      <p:sp>
        <p:nvSpPr>
          <p:cNvPr id="95" name="TextBox 94">
            <a:extLst>
              <a:ext uri="{FF2B5EF4-FFF2-40B4-BE49-F238E27FC236}">
                <a16:creationId xmlns:a16="http://schemas.microsoft.com/office/drawing/2014/main" id="{7BE9D050-62B9-A9E2-3A59-28EF33236259}"/>
              </a:ext>
            </a:extLst>
          </p:cNvPr>
          <p:cNvSpPr txBox="1"/>
          <p:nvPr/>
        </p:nvSpPr>
        <p:spPr>
          <a:xfrm>
            <a:off x="7183764" y="2280252"/>
            <a:ext cx="1631922" cy="861660"/>
          </a:xfrm>
          <a:prstGeom prst="rect">
            <a:avLst/>
          </a:prstGeom>
          <a:noFill/>
          <a:ln>
            <a:solidFill>
              <a:schemeClr val="tx1"/>
            </a:solidFill>
          </a:ln>
        </p:spPr>
        <p:txBody>
          <a:bodyPr wrap="none" rtlCol="0" anchor="ctr" anchorCtr="1">
            <a:noAutofit/>
          </a:bodyPr>
          <a:lstStyle/>
          <a:p>
            <a:r>
              <a:rPr lang="en-US" dirty="0"/>
              <a:t>microcontroller</a:t>
            </a:r>
          </a:p>
        </p:txBody>
      </p:sp>
      <p:grpSp>
        <p:nvGrpSpPr>
          <p:cNvPr id="3" name="Group 2">
            <a:extLst>
              <a:ext uri="{FF2B5EF4-FFF2-40B4-BE49-F238E27FC236}">
                <a16:creationId xmlns:a16="http://schemas.microsoft.com/office/drawing/2014/main" id="{8827445C-698E-1720-D79A-6B1B2AEF11F9}"/>
              </a:ext>
            </a:extLst>
          </p:cNvPr>
          <p:cNvGrpSpPr/>
          <p:nvPr/>
        </p:nvGrpSpPr>
        <p:grpSpPr>
          <a:xfrm>
            <a:off x="2509727" y="2147885"/>
            <a:ext cx="404553" cy="1126066"/>
            <a:chOff x="2509727" y="2528977"/>
            <a:chExt cx="404553" cy="513285"/>
          </a:xfrm>
        </p:grpSpPr>
        <p:sp>
          <p:nvSpPr>
            <p:cNvPr id="6" name="Rectangle 5">
              <a:extLst>
                <a:ext uri="{FF2B5EF4-FFF2-40B4-BE49-F238E27FC236}">
                  <a16:creationId xmlns:a16="http://schemas.microsoft.com/office/drawing/2014/main" id="{8130E59B-34AF-0725-2123-A0CCD6C2899B}"/>
                </a:ext>
              </a:extLst>
            </p:cNvPr>
            <p:cNvSpPr/>
            <p:nvPr/>
          </p:nvSpPr>
          <p:spPr>
            <a:xfrm>
              <a:off x="25097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7C63BEA5-8163-CA7A-B910-2B16CFC420E4}"/>
                </a:ext>
              </a:extLst>
            </p:cNvPr>
            <p:cNvSpPr/>
            <p:nvPr/>
          </p:nvSpPr>
          <p:spPr>
            <a:xfrm>
              <a:off x="26621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43B845ED-DF82-8653-694E-5614B02885FC}"/>
                </a:ext>
              </a:extLst>
            </p:cNvPr>
            <p:cNvSpPr/>
            <p:nvPr/>
          </p:nvSpPr>
          <p:spPr>
            <a:xfrm>
              <a:off x="28145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6D4E739C-4AFB-62B3-B56A-15327584C7B7}"/>
              </a:ext>
            </a:extLst>
          </p:cNvPr>
          <p:cNvGrpSpPr/>
          <p:nvPr/>
        </p:nvGrpSpPr>
        <p:grpSpPr>
          <a:xfrm>
            <a:off x="2966927" y="2296052"/>
            <a:ext cx="425550" cy="829733"/>
            <a:chOff x="2966927" y="2528976"/>
            <a:chExt cx="425550" cy="513286"/>
          </a:xfrm>
        </p:grpSpPr>
        <p:sp>
          <p:nvSpPr>
            <p:cNvPr id="11" name="Rectangle 10">
              <a:extLst>
                <a:ext uri="{FF2B5EF4-FFF2-40B4-BE49-F238E27FC236}">
                  <a16:creationId xmlns:a16="http://schemas.microsoft.com/office/drawing/2014/main" id="{9AC0BAC5-1332-7D1B-6768-B5D2912363DE}"/>
                </a:ext>
              </a:extLst>
            </p:cNvPr>
            <p:cNvSpPr/>
            <p:nvPr/>
          </p:nvSpPr>
          <p:spPr>
            <a:xfrm>
              <a:off x="29669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A891E53E-823A-C5A8-4E88-C42F31EF9F3D}"/>
                </a:ext>
              </a:extLst>
            </p:cNvPr>
            <p:cNvSpPr/>
            <p:nvPr/>
          </p:nvSpPr>
          <p:spPr>
            <a:xfrm>
              <a:off x="3119327" y="2528977"/>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3C9A6F8D-B7DB-5802-5C71-2960560AA267}"/>
                </a:ext>
              </a:extLst>
            </p:cNvPr>
            <p:cNvSpPr/>
            <p:nvPr/>
          </p:nvSpPr>
          <p:spPr>
            <a:xfrm>
              <a:off x="32927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EFB908E7-0C11-556A-25C1-5B9CB5C35921}"/>
              </a:ext>
            </a:extLst>
          </p:cNvPr>
          <p:cNvGrpSpPr/>
          <p:nvPr/>
        </p:nvGrpSpPr>
        <p:grpSpPr>
          <a:xfrm>
            <a:off x="3445124" y="2383588"/>
            <a:ext cx="404553" cy="654661"/>
            <a:chOff x="3445124" y="2528976"/>
            <a:chExt cx="404553" cy="513285"/>
          </a:xfrm>
        </p:grpSpPr>
        <p:sp>
          <p:nvSpPr>
            <p:cNvPr id="15" name="Rectangle 14">
              <a:extLst>
                <a:ext uri="{FF2B5EF4-FFF2-40B4-BE49-F238E27FC236}">
                  <a16:creationId xmlns:a16="http://schemas.microsoft.com/office/drawing/2014/main" id="{F5E74B43-C17D-F568-9305-C84085271A42}"/>
                </a:ext>
              </a:extLst>
            </p:cNvPr>
            <p:cNvSpPr/>
            <p:nvPr/>
          </p:nvSpPr>
          <p:spPr>
            <a:xfrm>
              <a:off x="34451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3CF4916B-197B-3B2C-78F2-C329420A7FA9}"/>
                </a:ext>
              </a:extLst>
            </p:cNvPr>
            <p:cNvSpPr/>
            <p:nvPr/>
          </p:nvSpPr>
          <p:spPr>
            <a:xfrm>
              <a:off x="35975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8B5C50B3-087E-7C41-ECD7-17B60BBCFE8E}"/>
                </a:ext>
              </a:extLst>
            </p:cNvPr>
            <p:cNvSpPr/>
            <p:nvPr/>
          </p:nvSpPr>
          <p:spPr>
            <a:xfrm>
              <a:off x="37499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9F0830D-F010-F9F5-EDC3-FD3C2EEAB5B3}"/>
              </a:ext>
            </a:extLst>
          </p:cNvPr>
          <p:cNvGrpSpPr/>
          <p:nvPr/>
        </p:nvGrpSpPr>
        <p:grpSpPr>
          <a:xfrm>
            <a:off x="4830025" y="2599488"/>
            <a:ext cx="404553" cy="222861"/>
            <a:chOff x="4830025" y="2528976"/>
            <a:chExt cx="404553" cy="513285"/>
          </a:xfrm>
        </p:grpSpPr>
        <p:sp>
          <p:nvSpPr>
            <p:cNvPr id="19" name="Rectangle 18">
              <a:extLst>
                <a:ext uri="{FF2B5EF4-FFF2-40B4-BE49-F238E27FC236}">
                  <a16:creationId xmlns:a16="http://schemas.microsoft.com/office/drawing/2014/main" id="{503DB9FE-457F-E816-7560-03B0F07B727E}"/>
                </a:ext>
              </a:extLst>
            </p:cNvPr>
            <p:cNvSpPr/>
            <p:nvPr/>
          </p:nvSpPr>
          <p:spPr>
            <a:xfrm>
              <a:off x="4830025"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94873393-AAF5-45D8-E47E-5456FA1E7506}"/>
                </a:ext>
              </a:extLst>
            </p:cNvPr>
            <p:cNvSpPr/>
            <p:nvPr/>
          </p:nvSpPr>
          <p:spPr>
            <a:xfrm>
              <a:off x="4982425"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D7A3EB63-FE51-88C4-F35B-E0E320D6C733}"/>
                </a:ext>
              </a:extLst>
            </p:cNvPr>
            <p:cNvSpPr/>
            <p:nvPr/>
          </p:nvSpPr>
          <p:spPr>
            <a:xfrm>
              <a:off x="5134825"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828CE8F0-33DD-2BB4-9D2B-32EA948BDCBF}"/>
              </a:ext>
            </a:extLst>
          </p:cNvPr>
          <p:cNvGrpSpPr/>
          <p:nvPr/>
        </p:nvGrpSpPr>
        <p:grpSpPr>
          <a:xfrm>
            <a:off x="3902324" y="2454276"/>
            <a:ext cx="425550" cy="513285"/>
            <a:chOff x="3902324" y="2528976"/>
            <a:chExt cx="425550" cy="513285"/>
          </a:xfrm>
        </p:grpSpPr>
        <p:sp>
          <p:nvSpPr>
            <p:cNvPr id="24" name="Rectangle 23">
              <a:extLst>
                <a:ext uri="{FF2B5EF4-FFF2-40B4-BE49-F238E27FC236}">
                  <a16:creationId xmlns:a16="http://schemas.microsoft.com/office/drawing/2014/main" id="{34AA38AB-8FF6-253D-7598-8786C59942EC}"/>
                </a:ext>
              </a:extLst>
            </p:cNvPr>
            <p:cNvSpPr/>
            <p:nvPr/>
          </p:nvSpPr>
          <p:spPr>
            <a:xfrm>
              <a:off x="3902324"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5A8EC015-B20A-B424-95FC-15D314FB95FF}"/>
                </a:ext>
              </a:extLst>
            </p:cNvPr>
            <p:cNvSpPr/>
            <p:nvPr/>
          </p:nvSpPr>
          <p:spPr>
            <a:xfrm>
              <a:off x="40757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276E0842-254A-2199-0CAD-0EACECC31ABC}"/>
                </a:ext>
              </a:extLst>
            </p:cNvPr>
            <p:cNvSpPr/>
            <p:nvPr/>
          </p:nvSpPr>
          <p:spPr>
            <a:xfrm>
              <a:off x="42281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1982D469-1E5E-CB5A-3D06-01402F4BBC60}"/>
              </a:ext>
            </a:extLst>
          </p:cNvPr>
          <p:cNvGrpSpPr/>
          <p:nvPr/>
        </p:nvGrpSpPr>
        <p:grpSpPr>
          <a:xfrm>
            <a:off x="4380521" y="2514821"/>
            <a:ext cx="404553" cy="392194"/>
            <a:chOff x="4380521" y="2528976"/>
            <a:chExt cx="404553" cy="513285"/>
          </a:xfrm>
        </p:grpSpPr>
        <p:sp>
          <p:nvSpPr>
            <p:cNvPr id="28" name="Rectangle 27">
              <a:extLst>
                <a:ext uri="{FF2B5EF4-FFF2-40B4-BE49-F238E27FC236}">
                  <a16:creationId xmlns:a16="http://schemas.microsoft.com/office/drawing/2014/main" id="{8A8C8462-458D-B217-5458-C19A9E037212}"/>
                </a:ext>
              </a:extLst>
            </p:cNvPr>
            <p:cNvSpPr/>
            <p:nvPr/>
          </p:nvSpPr>
          <p:spPr>
            <a:xfrm>
              <a:off x="43805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Rectangle 28">
              <a:extLst>
                <a:ext uri="{FF2B5EF4-FFF2-40B4-BE49-F238E27FC236}">
                  <a16:creationId xmlns:a16="http://schemas.microsoft.com/office/drawing/2014/main" id="{07D1A64F-B28E-2C8C-B89E-F9A62C8E3CD1}"/>
                </a:ext>
              </a:extLst>
            </p:cNvPr>
            <p:cNvSpPr/>
            <p:nvPr/>
          </p:nvSpPr>
          <p:spPr>
            <a:xfrm>
              <a:off x="45329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2FCE8BC-F3E2-15ED-9953-4BB3DE77EA3A}"/>
                </a:ext>
              </a:extLst>
            </p:cNvPr>
            <p:cNvSpPr/>
            <p:nvPr/>
          </p:nvSpPr>
          <p:spPr>
            <a:xfrm>
              <a:off x="4685321" y="2528976"/>
              <a:ext cx="99753" cy="51328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7EF9B7D7-95E3-A5DE-227A-D5C6F63C8ABA}"/>
              </a:ext>
            </a:extLst>
          </p:cNvPr>
          <p:cNvSpPr/>
          <p:nvPr/>
        </p:nvSpPr>
        <p:spPr>
          <a:xfrm>
            <a:off x="2300800" y="2036245"/>
            <a:ext cx="3140895" cy="134934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EE13BB3B-EB10-4BD8-CA31-4DD92C41D6D5}"/>
              </a:ext>
            </a:extLst>
          </p:cNvPr>
          <p:cNvSpPr txBox="1"/>
          <p:nvPr/>
        </p:nvSpPr>
        <p:spPr>
          <a:xfrm>
            <a:off x="3891926" y="2075984"/>
            <a:ext cx="1481496" cy="338554"/>
          </a:xfrm>
          <a:prstGeom prst="rect">
            <a:avLst/>
          </a:prstGeom>
          <a:noFill/>
        </p:spPr>
        <p:txBody>
          <a:bodyPr wrap="none" rtlCol="0">
            <a:spAutoFit/>
          </a:bodyPr>
          <a:lstStyle/>
          <a:p>
            <a:r>
              <a:rPr lang="en-US" sz="1600" dirty="0"/>
              <a:t>NV-IE-MIRA220</a:t>
            </a:r>
          </a:p>
        </p:txBody>
      </p:sp>
      <p:cxnSp>
        <p:nvCxnSpPr>
          <p:cNvPr id="33" name="Straight Arrow Connector 32">
            <a:extLst>
              <a:ext uri="{FF2B5EF4-FFF2-40B4-BE49-F238E27FC236}">
                <a16:creationId xmlns:a16="http://schemas.microsoft.com/office/drawing/2014/main" id="{B0993BBA-051B-AA71-E9DA-6CD9B77A8CB9}"/>
              </a:ext>
            </a:extLst>
          </p:cNvPr>
          <p:cNvCxnSpPr>
            <a:cxnSpLocks/>
            <a:stCxn id="48" idx="1"/>
            <a:endCxn id="6" idx="1"/>
          </p:cNvCxnSpPr>
          <p:nvPr/>
        </p:nvCxnSpPr>
        <p:spPr>
          <a:xfrm flipV="1">
            <a:off x="837240" y="2710918"/>
            <a:ext cx="1672487" cy="586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1775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453F3-AA70-3C4D-DD8F-29397295FBDE}"/>
              </a:ext>
            </a:extLst>
          </p:cNvPr>
          <p:cNvSpPr>
            <a:spLocks noGrp="1"/>
          </p:cNvSpPr>
          <p:nvPr>
            <p:ph type="title"/>
          </p:nvPr>
        </p:nvSpPr>
        <p:spPr/>
        <p:txBody>
          <a:bodyPr/>
          <a:lstStyle/>
          <a:p>
            <a:r>
              <a:rPr lang="en-US" dirty="0"/>
              <a:t>Smart Sensor Silicon Segmentation</a:t>
            </a:r>
          </a:p>
        </p:txBody>
      </p:sp>
      <p:sp>
        <p:nvSpPr>
          <p:cNvPr id="6" name="TextBox 5">
            <a:extLst>
              <a:ext uri="{FF2B5EF4-FFF2-40B4-BE49-F238E27FC236}">
                <a16:creationId xmlns:a16="http://schemas.microsoft.com/office/drawing/2014/main" id="{528D03D8-9412-E06F-6ECE-568652A7E07E}"/>
              </a:ext>
            </a:extLst>
          </p:cNvPr>
          <p:cNvSpPr txBox="1"/>
          <p:nvPr/>
        </p:nvSpPr>
        <p:spPr>
          <a:xfrm>
            <a:off x="2322130" y="3910722"/>
            <a:ext cx="3535743" cy="2054207"/>
          </a:xfrm>
          <a:prstGeom prst="rect">
            <a:avLst/>
          </a:prstGeom>
          <a:noFill/>
          <a:ln w="25400">
            <a:solidFill>
              <a:schemeClr val="tx1"/>
            </a:solidFill>
          </a:ln>
        </p:spPr>
        <p:txBody>
          <a:bodyPr wrap="none" rtlCol="0" anchor="ctr" anchorCtr="0">
            <a:noAutofit/>
          </a:bodyPr>
          <a:lstStyle/>
          <a:p>
            <a:r>
              <a:rPr lang="en-US" b="1" dirty="0" err="1"/>
              <a:t>NeuSense</a:t>
            </a:r>
            <a:endParaRPr lang="en-US" b="1" dirty="0"/>
          </a:p>
          <a:p>
            <a:r>
              <a:rPr lang="en-US" dirty="0"/>
              <a:t>- RISC-V SoC</a:t>
            </a:r>
          </a:p>
          <a:p>
            <a:r>
              <a:rPr lang="en-US" dirty="0"/>
              <a:t>- Vector ISA</a:t>
            </a:r>
          </a:p>
          <a:p>
            <a:r>
              <a:rPr lang="en-US" dirty="0"/>
              <a:t>- general purpose connectivity</a:t>
            </a:r>
          </a:p>
        </p:txBody>
      </p:sp>
      <p:sp>
        <p:nvSpPr>
          <p:cNvPr id="7" name="TextBox 6">
            <a:extLst>
              <a:ext uri="{FF2B5EF4-FFF2-40B4-BE49-F238E27FC236}">
                <a16:creationId xmlns:a16="http://schemas.microsoft.com/office/drawing/2014/main" id="{6D071812-4C31-300F-EA06-DAC9C80F2710}"/>
              </a:ext>
            </a:extLst>
          </p:cNvPr>
          <p:cNvSpPr txBox="1"/>
          <p:nvPr/>
        </p:nvSpPr>
        <p:spPr>
          <a:xfrm>
            <a:off x="2322129" y="1856515"/>
            <a:ext cx="3535745" cy="2054207"/>
          </a:xfrm>
          <a:prstGeom prst="rect">
            <a:avLst/>
          </a:prstGeom>
          <a:noFill/>
          <a:ln w="25400">
            <a:solidFill>
              <a:schemeClr val="tx1"/>
            </a:solidFill>
          </a:ln>
        </p:spPr>
        <p:txBody>
          <a:bodyPr wrap="none" rtlCol="0" anchor="ctr" anchorCtr="0">
            <a:noAutofit/>
          </a:bodyPr>
          <a:lstStyle/>
          <a:p>
            <a:r>
              <a:rPr lang="en-US" b="1" dirty="0" err="1"/>
              <a:t>NeuVision</a:t>
            </a:r>
            <a:endParaRPr lang="en-US" b="1" dirty="0"/>
          </a:p>
          <a:p>
            <a:r>
              <a:rPr lang="en-US" dirty="0"/>
              <a:t>- model size versions</a:t>
            </a:r>
          </a:p>
          <a:p>
            <a:r>
              <a:rPr lang="en-US" dirty="0"/>
              <a:t>e.g. 1M,5M,10M ROM weights</a:t>
            </a:r>
          </a:p>
          <a:p>
            <a:r>
              <a:rPr lang="en-US" dirty="0"/>
              <a:t>- image fusion versions</a:t>
            </a:r>
          </a:p>
          <a:p>
            <a:r>
              <a:rPr lang="en-US" dirty="0"/>
              <a:t>e.g. 1,2,3 MIPI inputs</a:t>
            </a:r>
          </a:p>
          <a:p>
            <a:r>
              <a:rPr lang="en-US" dirty="0"/>
              <a:t>- image resolution versions</a:t>
            </a:r>
          </a:p>
          <a:p>
            <a:r>
              <a:rPr lang="en-US" dirty="0"/>
              <a:t>e.g. [3840,2160,3], [1600,1400,1] </a:t>
            </a:r>
          </a:p>
        </p:txBody>
      </p:sp>
      <p:sp>
        <p:nvSpPr>
          <p:cNvPr id="8" name="Arrow: Up 7">
            <a:extLst>
              <a:ext uri="{FF2B5EF4-FFF2-40B4-BE49-F238E27FC236}">
                <a16:creationId xmlns:a16="http://schemas.microsoft.com/office/drawing/2014/main" id="{123B73B2-480E-9DFB-9D90-0336B975A0C8}"/>
              </a:ext>
            </a:extLst>
          </p:cNvPr>
          <p:cNvSpPr/>
          <p:nvPr/>
        </p:nvSpPr>
        <p:spPr>
          <a:xfrm>
            <a:off x="1270530" y="1856515"/>
            <a:ext cx="535021" cy="4038649"/>
          </a:xfrm>
          <a:prstGeom prst="up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C90C460-9AA3-6821-3B46-2F8D4C03072C}"/>
              </a:ext>
            </a:extLst>
          </p:cNvPr>
          <p:cNvSpPr txBox="1"/>
          <p:nvPr/>
        </p:nvSpPr>
        <p:spPr>
          <a:xfrm>
            <a:off x="838200" y="5964929"/>
            <a:ext cx="1399679" cy="369332"/>
          </a:xfrm>
          <a:prstGeom prst="rect">
            <a:avLst/>
          </a:prstGeom>
          <a:noFill/>
        </p:spPr>
        <p:txBody>
          <a:bodyPr wrap="none" rtlCol="0">
            <a:spAutoFit/>
          </a:bodyPr>
          <a:lstStyle/>
          <a:p>
            <a:r>
              <a:rPr lang="en-US" dirty="0"/>
              <a:t>performance</a:t>
            </a:r>
          </a:p>
        </p:txBody>
      </p:sp>
      <p:sp>
        <p:nvSpPr>
          <p:cNvPr id="11" name="TextBox 10">
            <a:extLst>
              <a:ext uri="{FF2B5EF4-FFF2-40B4-BE49-F238E27FC236}">
                <a16:creationId xmlns:a16="http://schemas.microsoft.com/office/drawing/2014/main" id="{91FDA001-35FB-A8D8-B231-75F736BA55EC}"/>
              </a:ext>
            </a:extLst>
          </p:cNvPr>
          <p:cNvSpPr txBox="1"/>
          <p:nvPr/>
        </p:nvSpPr>
        <p:spPr>
          <a:xfrm>
            <a:off x="3583548" y="5964929"/>
            <a:ext cx="1012906" cy="369332"/>
          </a:xfrm>
          <a:prstGeom prst="rect">
            <a:avLst/>
          </a:prstGeom>
          <a:noFill/>
        </p:spPr>
        <p:txBody>
          <a:bodyPr wrap="none" rtlCol="0">
            <a:spAutoFit/>
          </a:bodyPr>
          <a:lstStyle/>
          <a:p>
            <a:r>
              <a:rPr lang="en-US" dirty="0"/>
              <a:t>products</a:t>
            </a:r>
          </a:p>
        </p:txBody>
      </p:sp>
      <p:sp>
        <p:nvSpPr>
          <p:cNvPr id="12" name="Flowchart: Direct Access Storage 11">
            <a:extLst>
              <a:ext uri="{FF2B5EF4-FFF2-40B4-BE49-F238E27FC236}">
                <a16:creationId xmlns:a16="http://schemas.microsoft.com/office/drawing/2014/main" id="{895C9EB2-D326-F588-16CD-34548B4CE09C}"/>
              </a:ext>
            </a:extLst>
          </p:cNvPr>
          <p:cNvSpPr/>
          <p:nvPr/>
        </p:nvSpPr>
        <p:spPr>
          <a:xfrm flipH="1">
            <a:off x="6382471" y="2233256"/>
            <a:ext cx="142308" cy="231251"/>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580E26B0-1A4C-DF47-AFF1-205B2E32A0AF}"/>
              </a:ext>
            </a:extLst>
          </p:cNvPr>
          <p:cNvSpPr/>
          <p:nvPr/>
        </p:nvSpPr>
        <p:spPr>
          <a:xfrm>
            <a:off x="8627165"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A953E917-31BF-7287-3BF9-2BE471F2C89F}"/>
              </a:ext>
            </a:extLst>
          </p:cNvPr>
          <p:cNvSpPr/>
          <p:nvPr/>
        </p:nvSpPr>
        <p:spPr>
          <a:xfrm>
            <a:off x="8735873"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EEC83447-51B6-7E9A-AC67-F1267119B1BA}"/>
              </a:ext>
            </a:extLst>
          </p:cNvPr>
          <p:cNvSpPr/>
          <p:nvPr/>
        </p:nvSpPr>
        <p:spPr>
          <a:xfrm>
            <a:off x="8844581"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79C52BE3-9FAB-C623-1AC0-CDA3CFDEBA0C}"/>
              </a:ext>
            </a:extLst>
          </p:cNvPr>
          <p:cNvSpPr/>
          <p:nvPr/>
        </p:nvSpPr>
        <p:spPr>
          <a:xfrm>
            <a:off x="8953289"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CC0FF156-8A10-1C64-A7D2-295DF81FC096}"/>
              </a:ext>
            </a:extLst>
          </p:cNvPr>
          <p:cNvSpPr/>
          <p:nvPr/>
        </p:nvSpPr>
        <p:spPr>
          <a:xfrm>
            <a:off x="9061996"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Flowchart: Direct Access Storage 17">
            <a:extLst>
              <a:ext uri="{FF2B5EF4-FFF2-40B4-BE49-F238E27FC236}">
                <a16:creationId xmlns:a16="http://schemas.microsoft.com/office/drawing/2014/main" id="{B69CBBB2-06AE-4F94-17C8-F298FE6D9D5B}"/>
              </a:ext>
            </a:extLst>
          </p:cNvPr>
          <p:cNvSpPr/>
          <p:nvPr/>
        </p:nvSpPr>
        <p:spPr>
          <a:xfrm flipH="1">
            <a:off x="6237625" y="2496689"/>
            <a:ext cx="142308" cy="231251"/>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Flowchart: Direct Access Storage 18">
            <a:extLst>
              <a:ext uri="{FF2B5EF4-FFF2-40B4-BE49-F238E27FC236}">
                <a16:creationId xmlns:a16="http://schemas.microsoft.com/office/drawing/2014/main" id="{D3880FF4-6CB7-9184-0185-8108291369B1}"/>
              </a:ext>
            </a:extLst>
          </p:cNvPr>
          <p:cNvSpPr/>
          <p:nvPr/>
        </p:nvSpPr>
        <p:spPr>
          <a:xfrm flipH="1">
            <a:off x="6359078" y="2796978"/>
            <a:ext cx="142308" cy="231251"/>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TextBox 20">
            <a:extLst>
              <a:ext uri="{FF2B5EF4-FFF2-40B4-BE49-F238E27FC236}">
                <a16:creationId xmlns:a16="http://schemas.microsoft.com/office/drawing/2014/main" id="{07997236-0A78-96B1-CC7E-1BD2B37D69B2}"/>
              </a:ext>
            </a:extLst>
          </p:cNvPr>
          <p:cNvSpPr txBox="1"/>
          <p:nvPr/>
        </p:nvSpPr>
        <p:spPr>
          <a:xfrm>
            <a:off x="6570423" y="2002340"/>
            <a:ext cx="405004" cy="241493"/>
          </a:xfrm>
          <a:prstGeom prst="rect">
            <a:avLst/>
          </a:prstGeom>
          <a:noFill/>
        </p:spPr>
        <p:txBody>
          <a:bodyPr wrap="none" rtlCol="0">
            <a:spAutoFit/>
          </a:bodyPr>
          <a:lstStyle/>
          <a:p>
            <a:r>
              <a:rPr lang="en-US" sz="1600" dirty="0"/>
              <a:t>MIPI</a:t>
            </a:r>
          </a:p>
        </p:txBody>
      </p:sp>
      <p:grpSp>
        <p:nvGrpSpPr>
          <p:cNvPr id="22" name="Group 21">
            <a:extLst>
              <a:ext uri="{FF2B5EF4-FFF2-40B4-BE49-F238E27FC236}">
                <a16:creationId xmlns:a16="http://schemas.microsoft.com/office/drawing/2014/main" id="{499470DB-F36D-7C47-D687-30ACA7157693}"/>
              </a:ext>
            </a:extLst>
          </p:cNvPr>
          <p:cNvGrpSpPr/>
          <p:nvPr/>
        </p:nvGrpSpPr>
        <p:grpSpPr>
          <a:xfrm>
            <a:off x="7396950" y="2222452"/>
            <a:ext cx="505986" cy="366129"/>
            <a:chOff x="8804791" y="1900252"/>
            <a:chExt cx="709353" cy="789709"/>
          </a:xfrm>
        </p:grpSpPr>
        <p:sp>
          <p:nvSpPr>
            <p:cNvPr id="23" name="Rectangle 22">
              <a:extLst>
                <a:ext uri="{FF2B5EF4-FFF2-40B4-BE49-F238E27FC236}">
                  <a16:creationId xmlns:a16="http://schemas.microsoft.com/office/drawing/2014/main" id="{9BE48D56-3CED-000A-DBE0-E119B15D4023}"/>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DE21E6CD-8882-7306-A69A-536C842A0BCF}"/>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C54F5BE2-987B-FEEC-C4CC-7ADECE70A96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920FD993-1221-69BE-BB20-EB0431FA91E3}"/>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Rectangle 26">
              <a:extLst>
                <a:ext uri="{FF2B5EF4-FFF2-40B4-BE49-F238E27FC236}">
                  <a16:creationId xmlns:a16="http://schemas.microsoft.com/office/drawing/2014/main" id="{A678560E-31AA-EA4C-8D98-4F1A466C3493}"/>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8158D559-DE85-A385-3750-122ADE4E0DA8}"/>
              </a:ext>
            </a:extLst>
          </p:cNvPr>
          <p:cNvGrpSpPr/>
          <p:nvPr/>
        </p:nvGrpSpPr>
        <p:grpSpPr>
          <a:xfrm>
            <a:off x="7396950" y="2728161"/>
            <a:ext cx="505986" cy="366129"/>
            <a:chOff x="8804791" y="1900252"/>
            <a:chExt cx="709353" cy="789709"/>
          </a:xfrm>
        </p:grpSpPr>
        <p:sp>
          <p:nvSpPr>
            <p:cNvPr id="29" name="Rectangle 28">
              <a:extLst>
                <a:ext uri="{FF2B5EF4-FFF2-40B4-BE49-F238E27FC236}">
                  <a16:creationId xmlns:a16="http://schemas.microsoft.com/office/drawing/2014/main" id="{DF36EF94-ABCD-0FFE-8364-04AAB8138CB6}"/>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50A4B744-5E77-16DF-E21A-AF0C766A4146}"/>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CF3F74A3-A363-06D0-7754-A08E71A8A20D}"/>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1B1AB54D-3276-4959-7E31-05B2B3E13EDC}"/>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ACFE6FFB-3B52-879B-2C8E-D97EEB3D9FD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0631D016-D79D-FF73-9044-78C58EE13FF4}"/>
              </a:ext>
            </a:extLst>
          </p:cNvPr>
          <p:cNvGrpSpPr/>
          <p:nvPr/>
        </p:nvGrpSpPr>
        <p:grpSpPr>
          <a:xfrm>
            <a:off x="7396998" y="3292582"/>
            <a:ext cx="505986" cy="366129"/>
            <a:chOff x="8804791" y="1900252"/>
            <a:chExt cx="709353" cy="789709"/>
          </a:xfrm>
        </p:grpSpPr>
        <p:sp>
          <p:nvSpPr>
            <p:cNvPr id="35" name="Rectangle 34">
              <a:extLst>
                <a:ext uri="{FF2B5EF4-FFF2-40B4-BE49-F238E27FC236}">
                  <a16:creationId xmlns:a16="http://schemas.microsoft.com/office/drawing/2014/main" id="{EA6D101B-FD72-92BA-C492-7DE3B286ACE9}"/>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59576F1B-284D-B988-4670-9C43C9EEECFE}"/>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422C1760-31C9-28D5-2487-361210B462DA}"/>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36525E51-BC30-467D-9B07-AAF109411B2D}"/>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0341C8FC-0A11-B5BE-E32C-B2AB6C0DE574}"/>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40" name="Straight Arrow Connector 39">
            <a:extLst>
              <a:ext uri="{FF2B5EF4-FFF2-40B4-BE49-F238E27FC236}">
                <a16:creationId xmlns:a16="http://schemas.microsoft.com/office/drawing/2014/main" id="{1FE291FF-BCB6-200B-3917-F779E5C61472}"/>
              </a:ext>
            </a:extLst>
          </p:cNvPr>
          <p:cNvCxnSpPr>
            <a:cxnSpLocks/>
          </p:cNvCxnSpPr>
          <p:nvPr/>
        </p:nvCxnSpPr>
        <p:spPr>
          <a:xfrm>
            <a:off x="8358330" y="2928175"/>
            <a:ext cx="26883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Rectangle 40">
            <a:extLst>
              <a:ext uri="{FF2B5EF4-FFF2-40B4-BE49-F238E27FC236}">
                <a16:creationId xmlns:a16="http://schemas.microsoft.com/office/drawing/2014/main" id="{8C76E75F-BE2E-3F08-F0A6-2F62B5F8D198}"/>
              </a:ext>
            </a:extLst>
          </p:cNvPr>
          <p:cNvSpPr/>
          <p:nvPr/>
        </p:nvSpPr>
        <p:spPr>
          <a:xfrm>
            <a:off x="8277169" y="2629573"/>
            <a:ext cx="71154" cy="56330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2" name="Connector: Elbow 41">
            <a:extLst>
              <a:ext uri="{FF2B5EF4-FFF2-40B4-BE49-F238E27FC236}">
                <a16:creationId xmlns:a16="http://schemas.microsoft.com/office/drawing/2014/main" id="{7E46AACC-97C5-BA14-10D7-2880FAD11D51}"/>
              </a:ext>
            </a:extLst>
          </p:cNvPr>
          <p:cNvCxnSpPr>
            <a:cxnSpLocks/>
            <a:stCxn id="27" idx="3"/>
          </p:cNvCxnSpPr>
          <p:nvPr/>
        </p:nvCxnSpPr>
        <p:spPr>
          <a:xfrm>
            <a:off x="7902936" y="2405517"/>
            <a:ext cx="352474" cy="351345"/>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2B0D030D-7D80-353B-FF73-128F477B0C3F}"/>
              </a:ext>
            </a:extLst>
          </p:cNvPr>
          <p:cNvCxnSpPr>
            <a:cxnSpLocks/>
            <a:stCxn id="39" idx="3"/>
          </p:cNvCxnSpPr>
          <p:nvPr/>
        </p:nvCxnSpPr>
        <p:spPr>
          <a:xfrm flipV="1">
            <a:off x="7902984" y="3122961"/>
            <a:ext cx="362993" cy="352687"/>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Connector: Curved 43">
            <a:extLst>
              <a:ext uri="{FF2B5EF4-FFF2-40B4-BE49-F238E27FC236}">
                <a16:creationId xmlns:a16="http://schemas.microsoft.com/office/drawing/2014/main" id="{4084A114-962B-4A60-F2B9-F57912D971BF}"/>
              </a:ext>
            </a:extLst>
          </p:cNvPr>
          <p:cNvCxnSpPr>
            <a:stCxn id="12" idx="1"/>
            <a:endCxn id="23" idx="1"/>
          </p:cNvCxnSpPr>
          <p:nvPr/>
        </p:nvCxnSpPr>
        <p:spPr>
          <a:xfrm>
            <a:off x="6524779" y="2348882"/>
            <a:ext cx="872171" cy="56635"/>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5" name="Connector: Curved 44">
            <a:extLst>
              <a:ext uri="{FF2B5EF4-FFF2-40B4-BE49-F238E27FC236}">
                <a16:creationId xmlns:a16="http://schemas.microsoft.com/office/drawing/2014/main" id="{22A491D0-E30D-9C79-C252-7C1B3F5C6BE0}"/>
              </a:ext>
            </a:extLst>
          </p:cNvPr>
          <p:cNvCxnSpPr>
            <a:cxnSpLocks/>
            <a:stCxn id="18" idx="1"/>
            <a:endCxn id="29" idx="1"/>
          </p:cNvCxnSpPr>
          <p:nvPr/>
        </p:nvCxnSpPr>
        <p:spPr>
          <a:xfrm>
            <a:off x="6379933" y="2612315"/>
            <a:ext cx="1017017" cy="298911"/>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6" name="Connector: Curved 45">
            <a:extLst>
              <a:ext uri="{FF2B5EF4-FFF2-40B4-BE49-F238E27FC236}">
                <a16:creationId xmlns:a16="http://schemas.microsoft.com/office/drawing/2014/main" id="{382EEA59-73DC-8345-5D3C-9660E4596F39}"/>
              </a:ext>
            </a:extLst>
          </p:cNvPr>
          <p:cNvCxnSpPr>
            <a:cxnSpLocks/>
            <a:stCxn id="19" idx="1"/>
            <a:endCxn id="35" idx="1"/>
          </p:cNvCxnSpPr>
          <p:nvPr/>
        </p:nvCxnSpPr>
        <p:spPr>
          <a:xfrm>
            <a:off x="6501386" y="2912604"/>
            <a:ext cx="895612" cy="563043"/>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0E749587-91BF-BF01-EAD3-311139A5E092}"/>
              </a:ext>
            </a:extLst>
          </p:cNvPr>
          <p:cNvCxnSpPr>
            <a:stCxn id="33" idx="3"/>
            <a:endCxn id="41" idx="1"/>
          </p:cNvCxnSpPr>
          <p:nvPr/>
        </p:nvCxnSpPr>
        <p:spPr>
          <a:xfrm>
            <a:off x="7902936" y="2911226"/>
            <a:ext cx="374233"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2" name="Straight Arrow Connector 51">
            <a:extLst>
              <a:ext uri="{FF2B5EF4-FFF2-40B4-BE49-F238E27FC236}">
                <a16:creationId xmlns:a16="http://schemas.microsoft.com/office/drawing/2014/main" id="{928ED922-DAF3-8444-E6EE-AA2E405A4D36}"/>
              </a:ext>
            </a:extLst>
          </p:cNvPr>
          <p:cNvCxnSpPr>
            <a:cxnSpLocks/>
            <a:stCxn id="17" idx="3"/>
          </p:cNvCxnSpPr>
          <p:nvPr/>
        </p:nvCxnSpPr>
        <p:spPr>
          <a:xfrm>
            <a:off x="9133150" y="2911225"/>
            <a:ext cx="123432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4" name="Rectangle 63">
            <a:extLst>
              <a:ext uri="{FF2B5EF4-FFF2-40B4-BE49-F238E27FC236}">
                <a16:creationId xmlns:a16="http://schemas.microsoft.com/office/drawing/2014/main" id="{3322F8A5-F61E-23C9-02A1-1B0210127F70}"/>
              </a:ext>
            </a:extLst>
          </p:cNvPr>
          <p:cNvSpPr/>
          <p:nvPr/>
        </p:nvSpPr>
        <p:spPr>
          <a:xfrm>
            <a:off x="7176704" y="1807366"/>
            <a:ext cx="2409295" cy="1986677"/>
          </a:xfrm>
          <a:prstGeom prst="rect">
            <a:avLst/>
          </a:prstGeom>
          <a:noFill/>
          <a:ln w="12700">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61EB6D03-24F4-6F61-9793-FBD9A8E6A10A}"/>
              </a:ext>
            </a:extLst>
          </p:cNvPr>
          <p:cNvSpPr txBox="1"/>
          <p:nvPr/>
        </p:nvSpPr>
        <p:spPr>
          <a:xfrm>
            <a:off x="9667152" y="2555485"/>
            <a:ext cx="372988" cy="241493"/>
          </a:xfrm>
          <a:prstGeom prst="rect">
            <a:avLst/>
          </a:prstGeom>
          <a:noFill/>
        </p:spPr>
        <p:txBody>
          <a:bodyPr wrap="none" rtlCol="0">
            <a:spAutoFit/>
          </a:bodyPr>
          <a:lstStyle/>
          <a:p>
            <a:r>
              <a:rPr lang="en-US" sz="1600" dirty="0"/>
              <a:t>USB</a:t>
            </a:r>
          </a:p>
        </p:txBody>
      </p:sp>
      <p:sp>
        <p:nvSpPr>
          <p:cNvPr id="68" name="TextBox 67">
            <a:extLst>
              <a:ext uri="{FF2B5EF4-FFF2-40B4-BE49-F238E27FC236}">
                <a16:creationId xmlns:a16="http://schemas.microsoft.com/office/drawing/2014/main" id="{51EFF5AD-660C-E61A-D766-031B9C86BAAA}"/>
              </a:ext>
            </a:extLst>
          </p:cNvPr>
          <p:cNvSpPr txBox="1"/>
          <p:nvPr/>
        </p:nvSpPr>
        <p:spPr>
          <a:xfrm>
            <a:off x="7236098" y="1810938"/>
            <a:ext cx="2349901" cy="338554"/>
          </a:xfrm>
          <a:prstGeom prst="rect">
            <a:avLst/>
          </a:prstGeom>
          <a:noFill/>
        </p:spPr>
        <p:txBody>
          <a:bodyPr wrap="square" rtlCol="0">
            <a:spAutoFit/>
          </a:bodyPr>
          <a:lstStyle/>
          <a:p>
            <a:r>
              <a:rPr lang="en-US" sz="1600" dirty="0" err="1"/>
              <a:t>NeuVision</a:t>
            </a:r>
            <a:r>
              <a:rPr lang="en-US" sz="1600" dirty="0"/>
              <a:t> Image Encoder</a:t>
            </a:r>
          </a:p>
        </p:txBody>
      </p:sp>
    </p:spTree>
    <p:extLst>
      <p:ext uri="{BB962C8B-B14F-4D97-AF65-F5344CB8AC3E}">
        <p14:creationId xmlns:p14="http://schemas.microsoft.com/office/powerpoint/2010/main" val="3914265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2F086E-11CE-D236-803A-DA1CCD9B604C}"/>
              </a:ext>
            </a:extLst>
          </p:cNvPr>
          <p:cNvSpPr txBox="1"/>
          <p:nvPr/>
        </p:nvSpPr>
        <p:spPr>
          <a:xfrm>
            <a:off x="444843" y="566678"/>
            <a:ext cx="7405361" cy="4247317"/>
          </a:xfrm>
          <a:prstGeom prst="rect">
            <a:avLst/>
          </a:prstGeom>
          <a:noFill/>
        </p:spPr>
        <p:txBody>
          <a:bodyPr wrap="none" rtlCol="0">
            <a:spAutoFit/>
          </a:bodyPr>
          <a:lstStyle/>
          <a:p>
            <a:pPr marL="342900" indent="-342900">
              <a:buFont typeface="+mj-lt"/>
              <a:buAutoNum type="arabicPeriod"/>
            </a:pPr>
            <a:r>
              <a:rPr lang="en-US" dirty="0"/>
              <a:t>collect unlabeled dataset</a:t>
            </a:r>
          </a:p>
          <a:p>
            <a:pPr marL="800100" lvl="1" indent="-342900">
              <a:buFont typeface="+mj-lt"/>
              <a:buAutoNum type="alphaLcPeriod"/>
            </a:pPr>
            <a:r>
              <a:rPr lang="en-US" dirty="0"/>
              <a:t>synchronized frame capture from multiple image sensors</a:t>
            </a:r>
          </a:p>
          <a:p>
            <a:pPr marL="800100" lvl="1" indent="-342900">
              <a:buFont typeface="+mj-lt"/>
              <a:buAutoNum type="alphaLcPeriod"/>
            </a:pPr>
            <a:r>
              <a:rPr lang="en-US" dirty="0"/>
              <a:t>synchronized metadata e.g. robot servo angles</a:t>
            </a:r>
          </a:p>
          <a:p>
            <a:pPr marL="342900" indent="-342900">
              <a:buFont typeface="+mj-lt"/>
              <a:buAutoNum type="arabicPeriod"/>
            </a:pPr>
            <a:r>
              <a:rPr lang="en-US" dirty="0"/>
              <a:t>self supervised pretraining using unlabeled dataset</a:t>
            </a:r>
          </a:p>
          <a:p>
            <a:pPr marL="800100" lvl="1" indent="-342900">
              <a:buFont typeface="+mj-lt"/>
              <a:buAutoNum type="alphaLcPeriod"/>
            </a:pPr>
            <a:r>
              <a:rPr lang="en-US" dirty="0"/>
              <a:t>BYOL, DINO</a:t>
            </a:r>
          </a:p>
          <a:p>
            <a:pPr marL="342900" indent="-342900">
              <a:buFont typeface="+mj-lt"/>
              <a:buAutoNum type="arabicPeriod"/>
            </a:pPr>
            <a:r>
              <a:rPr lang="en-US" dirty="0"/>
              <a:t>few shot learning using pretrained vision model</a:t>
            </a:r>
          </a:p>
          <a:p>
            <a:pPr marL="800100" lvl="1" indent="-342900">
              <a:buFont typeface="+mj-lt"/>
              <a:buAutoNum type="alphaLcPeriod"/>
            </a:pPr>
            <a:r>
              <a:rPr lang="en-US" dirty="0"/>
              <a:t>imitation learning for robotics</a:t>
            </a:r>
          </a:p>
          <a:p>
            <a:pPr marL="800100" lvl="1" indent="-342900">
              <a:buFont typeface="+mj-lt"/>
              <a:buAutoNum type="alphaLcPeriod"/>
            </a:pPr>
            <a:r>
              <a:rPr lang="en-US" dirty="0"/>
              <a:t>classifier for object detection</a:t>
            </a:r>
          </a:p>
          <a:p>
            <a:pPr marL="800100" lvl="1" indent="-342900">
              <a:buFont typeface="+mj-lt"/>
              <a:buAutoNum type="alphaLcPeriod"/>
            </a:pPr>
            <a:r>
              <a:rPr lang="en-US" dirty="0"/>
              <a:t>image decoder for object segmentation</a:t>
            </a:r>
          </a:p>
          <a:p>
            <a:pPr marL="800100" lvl="1" indent="-342900">
              <a:buFont typeface="+mj-lt"/>
              <a:buAutoNum type="alphaLcPeriod"/>
            </a:pPr>
            <a:r>
              <a:rPr lang="en-US" dirty="0"/>
              <a:t>patch embeddings for multimodal LLM</a:t>
            </a:r>
          </a:p>
          <a:p>
            <a:pPr marL="800100" lvl="1" indent="-342900">
              <a:buFont typeface="+mj-lt"/>
              <a:buAutoNum type="alphaLcPeriod"/>
            </a:pPr>
            <a:endParaRPr lang="en-US" dirty="0"/>
          </a:p>
          <a:p>
            <a:pPr marL="342900" indent="-342900">
              <a:buFont typeface="+mj-lt"/>
              <a:buAutoNum type="arabicPeriod"/>
            </a:pPr>
            <a:r>
              <a:rPr lang="en-US" dirty="0"/>
              <a:t>data sheet for {100K,1M,5M,20M parameter VGG-like CNN}, {FPGA, ASIC}</a:t>
            </a:r>
          </a:p>
          <a:p>
            <a:pPr marL="800100" lvl="1" indent="-342900">
              <a:buFont typeface="+mj-lt"/>
              <a:buAutoNum type="alphaLcPeriod"/>
            </a:pPr>
            <a:r>
              <a:rPr lang="en-US" dirty="0"/>
              <a:t>area, ROM area, clock frequency</a:t>
            </a:r>
          </a:p>
          <a:p>
            <a:pPr marL="342900" indent="-342900">
              <a:buFont typeface="+mj-lt"/>
              <a:buAutoNum type="arabicPeriod"/>
            </a:pPr>
            <a:endParaRPr lang="en-US" dirty="0"/>
          </a:p>
          <a:p>
            <a:pPr marL="342900" indent="-342900">
              <a:buFont typeface="+mj-lt"/>
              <a:buAutoNum type="arabicPeriod"/>
            </a:pPr>
            <a:endParaRPr lang="en-US" dirty="0"/>
          </a:p>
        </p:txBody>
      </p:sp>
    </p:spTree>
    <p:extLst>
      <p:ext uri="{BB962C8B-B14F-4D97-AF65-F5344CB8AC3E}">
        <p14:creationId xmlns:p14="http://schemas.microsoft.com/office/powerpoint/2010/main" val="1458712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8E6CF25-A975-58D2-905D-296D7A221CA0}"/>
              </a:ext>
            </a:extLst>
          </p:cNvPr>
          <p:cNvGraphicFramePr>
            <a:graphicFrameLocks noGrp="1"/>
          </p:cNvGraphicFramePr>
          <p:nvPr/>
        </p:nvGraphicFramePr>
        <p:xfrm>
          <a:off x="699701" y="1783915"/>
          <a:ext cx="11038703" cy="2595880"/>
        </p:xfrm>
        <a:graphic>
          <a:graphicData uri="http://schemas.openxmlformats.org/drawingml/2006/table">
            <a:tbl>
              <a:tblPr firstRow="1" bandRow="1">
                <a:tableStyleId>{073A0DAA-6AF3-43AB-8588-CEC1D06C72B9}</a:tableStyleId>
              </a:tblPr>
              <a:tblGrid>
                <a:gridCol w="7068065">
                  <a:extLst>
                    <a:ext uri="{9D8B030D-6E8A-4147-A177-3AD203B41FA5}">
                      <a16:colId xmlns:a16="http://schemas.microsoft.com/office/drawing/2014/main" val="863589550"/>
                    </a:ext>
                  </a:extLst>
                </a:gridCol>
                <a:gridCol w="889687">
                  <a:extLst>
                    <a:ext uri="{9D8B030D-6E8A-4147-A177-3AD203B41FA5}">
                      <a16:colId xmlns:a16="http://schemas.microsoft.com/office/drawing/2014/main" val="1383062994"/>
                    </a:ext>
                  </a:extLst>
                </a:gridCol>
                <a:gridCol w="3080951">
                  <a:extLst>
                    <a:ext uri="{9D8B030D-6E8A-4147-A177-3AD203B41FA5}">
                      <a16:colId xmlns:a16="http://schemas.microsoft.com/office/drawing/2014/main" val="3523149373"/>
                    </a:ext>
                  </a:extLst>
                </a:gridCol>
              </a:tblGrid>
              <a:tr h="370840">
                <a:tc>
                  <a:txBody>
                    <a:bodyPr/>
                    <a:lstStyle/>
                    <a:p>
                      <a:r>
                        <a:rPr lang="en-US" dirty="0"/>
                        <a:t>Paper</a:t>
                      </a:r>
                    </a:p>
                  </a:txBody>
                  <a:tcPr/>
                </a:tc>
                <a:tc>
                  <a:txBody>
                    <a:bodyPr/>
                    <a:lstStyle/>
                    <a:p>
                      <a:r>
                        <a:rPr lang="en-US" dirty="0"/>
                        <a:t>Year</a:t>
                      </a:r>
                    </a:p>
                  </a:txBody>
                  <a:tcPr/>
                </a:tc>
                <a:tc>
                  <a:txBody>
                    <a:bodyPr/>
                    <a:lstStyle/>
                    <a:p>
                      <a:endParaRPr lang="en-US" dirty="0"/>
                    </a:p>
                  </a:txBody>
                  <a:tcPr/>
                </a:tc>
                <a:extLst>
                  <a:ext uri="{0D108BD9-81ED-4DB2-BD59-A6C34878D82A}">
                    <a16:rowId xmlns:a16="http://schemas.microsoft.com/office/drawing/2014/main" val="424846103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3"/>
                        </a:rPr>
                        <a:t>A Simple Framework for Contrastive Learning of Visual Representations</a:t>
                      </a:r>
                      <a:endParaRPr lang="en-US" dirty="0"/>
                    </a:p>
                  </a:txBody>
                  <a:tcPr/>
                </a:tc>
                <a:tc>
                  <a:txBody>
                    <a:bodyPr/>
                    <a:lstStyle/>
                    <a:p>
                      <a:r>
                        <a:rPr lang="en-US" dirty="0"/>
                        <a:t>2020</a:t>
                      </a:r>
                    </a:p>
                  </a:txBody>
                  <a:tcPr/>
                </a:tc>
                <a:tc>
                  <a:txBody>
                    <a:bodyPr/>
                    <a:lstStyle/>
                    <a:p>
                      <a:r>
                        <a:rPr lang="en-US" dirty="0"/>
                        <a:t>random crop and rescale</a:t>
                      </a:r>
                    </a:p>
                  </a:txBody>
                  <a:tcPr/>
                </a:tc>
                <a:extLst>
                  <a:ext uri="{0D108BD9-81ED-4DB2-BD59-A6C34878D82A}">
                    <a16:rowId xmlns:a16="http://schemas.microsoft.com/office/drawing/2014/main" val="328601723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4"/>
                        </a:rPr>
                        <a:t>Bootstrap Your Own Latent A New Approach to Self-Supervised Learning</a:t>
                      </a:r>
                      <a:endParaRPr lang="en-US" dirty="0"/>
                    </a:p>
                  </a:txBody>
                  <a:tcPr/>
                </a:tc>
                <a:tc>
                  <a:txBody>
                    <a:bodyPr/>
                    <a:lstStyle/>
                    <a:p>
                      <a:r>
                        <a:rPr lang="en-US" dirty="0"/>
                        <a:t>2020</a:t>
                      </a:r>
                    </a:p>
                  </a:txBody>
                  <a:tcPr/>
                </a:tc>
                <a:tc>
                  <a:txBody>
                    <a:bodyPr/>
                    <a:lstStyle/>
                    <a:p>
                      <a:r>
                        <a:rPr lang="en-US" dirty="0"/>
                        <a:t>positive pairs only</a:t>
                      </a:r>
                    </a:p>
                  </a:txBody>
                  <a:tcPr/>
                </a:tc>
                <a:extLst>
                  <a:ext uri="{0D108BD9-81ED-4DB2-BD59-A6C34878D82A}">
                    <a16:rowId xmlns:a16="http://schemas.microsoft.com/office/drawing/2014/main" val="14020444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5"/>
                        </a:rPr>
                        <a:t>Emerging Properties in Self-Supervised Vision Transformers</a:t>
                      </a:r>
                      <a:endParaRPr lang="en-US" dirty="0"/>
                    </a:p>
                  </a:txBody>
                  <a:tcPr/>
                </a:tc>
                <a:tc>
                  <a:txBody>
                    <a:bodyPr/>
                    <a:lstStyle/>
                    <a:p>
                      <a:r>
                        <a:rPr lang="en-US" dirty="0"/>
                        <a:t>2021</a:t>
                      </a:r>
                    </a:p>
                  </a:txBody>
                  <a:tcPr/>
                </a:tc>
                <a:tc>
                  <a:txBody>
                    <a:bodyPr/>
                    <a:lstStyle/>
                    <a:p>
                      <a:r>
                        <a:rPr lang="en-US" dirty="0"/>
                        <a:t>our baseline method (DINO)</a:t>
                      </a:r>
                    </a:p>
                  </a:txBody>
                  <a:tcPr/>
                </a:tc>
                <a:extLst>
                  <a:ext uri="{0D108BD9-81ED-4DB2-BD59-A6C34878D82A}">
                    <a16:rowId xmlns:a16="http://schemas.microsoft.com/office/drawing/2014/main" val="109783216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6"/>
                        </a:rPr>
                        <a:t>DINOv2: Learning Robust Visual Features without Supervision</a:t>
                      </a:r>
                      <a:endParaRPr lang="en-US" dirty="0"/>
                    </a:p>
                  </a:txBody>
                  <a:tcPr/>
                </a:tc>
                <a:tc>
                  <a:txBody>
                    <a:bodyPr/>
                    <a:lstStyle/>
                    <a:p>
                      <a:r>
                        <a:rPr lang="en-US" dirty="0"/>
                        <a:t>2023</a:t>
                      </a:r>
                    </a:p>
                  </a:txBody>
                  <a:tcPr/>
                </a:tc>
                <a:tc>
                  <a:txBody>
                    <a:bodyPr/>
                    <a:lstStyle/>
                    <a:p>
                      <a:endParaRPr lang="en-US" dirty="0"/>
                    </a:p>
                  </a:txBody>
                  <a:tcPr/>
                </a:tc>
                <a:extLst>
                  <a:ext uri="{0D108BD9-81ED-4DB2-BD59-A6C34878D82A}">
                    <a16:rowId xmlns:a16="http://schemas.microsoft.com/office/drawing/2014/main" val="7628316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7"/>
                        </a:rPr>
                        <a:t>Masked Autoencoders As Spatiotemporal Learners</a:t>
                      </a:r>
                      <a:endParaRPr lang="en-US" dirty="0"/>
                    </a:p>
                  </a:txBody>
                  <a:tcPr/>
                </a:tc>
                <a:tc>
                  <a:txBody>
                    <a:bodyPr/>
                    <a:lstStyle/>
                    <a:p>
                      <a:r>
                        <a:rPr lang="en-US" dirty="0"/>
                        <a:t>2022</a:t>
                      </a:r>
                    </a:p>
                  </a:txBody>
                  <a:tcPr/>
                </a:tc>
                <a:tc>
                  <a:txBody>
                    <a:bodyPr/>
                    <a:lstStyle/>
                    <a:p>
                      <a:endParaRPr lang="en-US" dirty="0"/>
                    </a:p>
                  </a:txBody>
                  <a:tcPr/>
                </a:tc>
                <a:extLst>
                  <a:ext uri="{0D108BD9-81ED-4DB2-BD59-A6C34878D82A}">
                    <a16:rowId xmlns:a16="http://schemas.microsoft.com/office/drawing/2014/main" val="4408565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linkClick r:id="rId8"/>
                        </a:rPr>
                        <a:t>The (Un)Surprising Effectiveness of Pre-Trained Vision Models for Control</a:t>
                      </a:r>
                      <a:endParaRPr lang="en-US" dirty="0"/>
                    </a:p>
                  </a:txBody>
                  <a:tcPr/>
                </a:tc>
                <a:tc>
                  <a:txBody>
                    <a:bodyPr/>
                    <a:lstStyle/>
                    <a:p>
                      <a:r>
                        <a:rPr lang="en-US" dirty="0"/>
                        <a:t>2022</a:t>
                      </a:r>
                    </a:p>
                  </a:txBody>
                  <a:tcPr/>
                </a:tc>
                <a:tc>
                  <a:txBody>
                    <a:bodyPr/>
                    <a:lstStyle/>
                    <a:p>
                      <a:r>
                        <a:rPr lang="en-US" dirty="0"/>
                        <a:t>robot demo</a:t>
                      </a:r>
                    </a:p>
                  </a:txBody>
                  <a:tcPr/>
                </a:tc>
                <a:extLst>
                  <a:ext uri="{0D108BD9-81ED-4DB2-BD59-A6C34878D82A}">
                    <a16:rowId xmlns:a16="http://schemas.microsoft.com/office/drawing/2014/main" val="4112363682"/>
                  </a:ext>
                </a:extLst>
              </a:tr>
            </a:tbl>
          </a:graphicData>
        </a:graphic>
      </p:graphicFrame>
      <p:pic>
        <p:nvPicPr>
          <p:cNvPr id="5" name="Picture 4">
            <a:extLst>
              <a:ext uri="{FF2B5EF4-FFF2-40B4-BE49-F238E27FC236}">
                <a16:creationId xmlns:a16="http://schemas.microsoft.com/office/drawing/2014/main" id="{B85B9572-7D13-ECE5-AD79-3DC2823626C3}"/>
              </a:ext>
            </a:extLst>
          </p:cNvPr>
          <p:cNvPicPr>
            <a:picLocks noChangeAspect="1"/>
          </p:cNvPicPr>
          <p:nvPr/>
        </p:nvPicPr>
        <p:blipFill>
          <a:blip r:embed="rId9"/>
          <a:stretch>
            <a:fillRect/>
          </a:stretch>
        </p:blipFill>
        <p:spPr>
          <a:xfrm>
            <a:off x="8830060" y="4688716"/>
            <a:ext cx="2427975" cy="1584077"/>
          </a:xfrm>
          <a:prstGeom prst="rect">
            <a:avLst/>
          </a:prstGeom>
        </p:spPr>
      </p:pic>
      <p:pic>
        <p:nvPicPr>
          <p:cNvPr id="8" name="Picture 7">
            <a:extLst>
              <a:ext uri="{FF2B5EF4-FFF2-40B4-BE49-F238E27FC236}">
                <a16:creationId xmlns:a16="http://schemas.microsoft.com/office/drawing/2014/main" id="{27862358-90FB-11AF-9A74-F142B5706F64}"/>
              </a:ext>
            </a:extLst>
          </p:cNvPr>
          <p:cNvPicPr>
            <a:picLocks noChangeAspect="1"/>
          </p:cNvPicPr>
          <p:nvPr/>
        </p:nvPicPr>
        <p:blipFill>
          <a:blip r:embed="rId10"/>
          <a:stretch>
            <a:fillRect/>
          </a:stretch>
        </p:blipFill>
        <p:spPr>
          <a:xfrm>
            <a:off x="4538146" y="4431182"/>
            <a:ext cx="2666871" cy="2301641"/>
          </a:xfrm>
          <a:prstGeom prst="rect">
            <a:avLst/>
          </a:prstGeom>
        </p:spPr>
      </p:pic>
      <p:pic>
        <p:nvPicPr>
          <p:cNvPr id="10" name="Picture 9">
            <a:extLst>
              <a:ext uri="{FF2B5EF4-FFF2-40B4-BE49-F238E27FC236}">
                <a16:creationId xmlns:a16="http://schemas.microsoft.com/office/drawing/2014/main" id="{7B4D38FC-42D6-F8A9-B15C-B040602FACA6}"/>
              </a:ext>
            </a:extLst>
          </p:cNvPr>
          <p:cNvPicPr>
            <a:picLocks noChangeAspect="1"/>
          </p:cNvPicPr>
          <p:nvPr/>
        </p:nvPicPr>
        <p:blipFill>
          <a:blip r:embed="rId11"/>
          <a:stretch>
            <a:fillRect/>
          </a:stretch>
        </p:blipFill>
        <p:spPr>
          <a:xfrm>
            <a:off x="1119830" y="4904411"/>
            <a:ext cx="2254593" cy="1152686"/>
          </a:xfrm>
          <a:prstGeom prst="rect">
            <a:avLst/>
          </a:prstGeom>
        </p:spPr>
      </p:pic>
      <p:sp>
        <p:nvSpPr>
          <p:cNvPr id="11" name="Title 10">
            <a:extLst>
              <a:ext uri="{FF2B5EF4-FFF2-40B4-BE49-F238E27FC236}">
                <a16:creationId xmlns:a16="http://schemas.microsoft.com/office/drawing/2014/main" id="{43F44C2A-3A95-D7EF-EAEB-ED08998DE991}"/>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203542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0B3653B8-A142-3F18-42B6-AA7B107467DA}"/>
              </a:ext>
            </a:extLst>
          </p:cNvPr>
          <p:cNvSpPr/>
          <p:nvPr/>
        </p:nvSpPr>
        <p:spPr>
          <a:xfrm flipH="1">
            <a:off x="691743" y="221592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D17DD95E-882D-BA05-6CEE-83C61CC23654}"/>
              </a:ext>
            </a:extLst>
          </p:cNvPr>
          <p:cNvSpPr/>
          <p:nvPr/>
        </p:nvSpPr>
        <p:spPr>
          <a:xfrm>
            <a:off x="35163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C75B101-AA06-656A-D463-08A095A9A77E}"/>
              </a:ext>
            </a:extLst>
          </p:cNvPr>
          <p:cNvSpPr/>
          <p:nvPr/>
        </p:nvSpPr>
        <p:spPr>
          <a:xfrm>
            <a:off x="36687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17581250-D1B6-561B-2D4D-F8A3F736F43D}"/>
              </a:ext>
            </a:extLst>
          </p:cNvPr>
          <p:cNvSpPr/>
          <p:nvPr/>
        </p:nvSpPr>
        <p:spPr>
          <a:xfrm>
            <a:off x="38211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2BB6725F-9B3E-7359-DBA2-72729CAE2F21}"/>
              </a:ext>
            </a:extLst>
          </p:cNvPr>
          <p:cNvSpPr/>
          <p:nvPr/>
        </p:nvSpPr>
        <p:spPr>
          <a:xfrm>
            <a:off x="39735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7B6B5D98-B050-6ABB-A7A3-989A1C0BCC5E}"/>
              </a:ext>
            </a:extLst>
          </p:cNvPr>
          <p:cNvSpPr/>
          <p:nvPr/>
        </p:nvSpPr>
        <p:spPr>
          <a:xfrm>
            <a:off x="4125993"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TextBox 13">
            <a:extLst>
              <a:ext uri="{FF2B5EF4-FFF2-40B4-BE49-F238E27FC236}">
                <a16:creationId xmlns:a16="http://schemas.microsoft.com/office/drawing/2014/main" id="{C6BB13CF-DA0C-10D1-B042-5E3DC2E04370}"/>
              </a:ext>
            </a:extLst>
          </p:cNvPr>
          <p:cNvSpPr txBox="1"/>
          <p:nvPr/>
        </p:nvSpPr>
        <p:spPr>
          <a:xfrm>
            <a:off x="3087236" y="1324238"/>
            <a:ext cx="1467914" cy="338554"/>
          </a:xfrm>
          <a:prstGeom prst="rect">
            <a:avLst/>
          </a:prstGeom>
          <a:noFill/>
        </p:spPr>
        <p:txBody>
          <a:bodyPr wrap="square" rtlCol="0">
            <a:spAutoFit/>
          </a:bodyPr>
          <a:lstStyle/>
          <a:p>
            <a:r>
              <a:rPr lang="en-US" sz="1600" dirty="0"/>
              <a:t>image encoder</a:t>
            </a:r>
          </a:p>
        </p:txBody>
      </p:sp>
      <p:sp>
        <p:nvSpPr>
          <p:cNvPr id="16" name="Right Brace 15">
            <a:extLst>
              <a:ext uri="{FF2B5EF4-FFF2-40B4-BE49-F238E27FC236}">
                <a16:creationId xmlns:a16="http://schemas.microsoft.com/office/drawing/2014/main" id="{D226EB25-8095-8369-31C9-63D88DD53699}"/>
              </a:ext>
            </a:extLst>
          </p:cNvPr>
          <p:cNvSpPr/>
          <p:nvPr/>
        </p:nvSpPr>
        <p:spPr>
          <a:xfrm rot="16200000">
            <a:off x="3758036" y="1387786"/>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lowchart: Direct Access Storage 17">
            <a:extLst>
              <a:ext uri="{FF2B5EF4-FFF2-40B4-BE49-F238E27FC236}">
                <a16:creationId xmlns:a16="http://schemas.microsoft.com/office/drawing/2014/main" id="{C30B92ED-09D7-ADE5-70D2-B995F5336562}"/>
              </a:ext>
            </a:extLst>
          </p:cNvPr>
          <p:cNvSpPr/>
          <p:nvPr/>
        </p:nvSpPr>
        <p:spPr>
          <a:xfrm flipH="1">
            <a:off x="488680" y="2585241"/>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Flowchart: Direct Access Storage 18">
            <a:extLst>
              <a:ext uri="{FF2B5EF4-FFF2-40B4-BE49-F238E27FC236}">
                <a16:creationId xmlns:a16="http://schemas.microsoft.com/office/drawing/2014/main" id="{F7D34333-854D-7698-A537-4A5ADF9FE99D}"/>
              </a:ext>
            </a:extLst>
          </p:cNvPr>
          <p:cNvSpPr/>
          <p:nvPr/>
        </p:nvSpPr>
        <p:spPr>
          <a:xfrm flipH="1">
            <a:off x="658947" y="300622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1526E9B0-ABEA-8667-67F7-692EAC782AA2}"/>
              </a:ext>
            </a:extLst>
          </p:cNvPr>
          <p:cNvSpPr txBox="1"/>
          <p:nvPr/>
        </p:nvSpPr>
        <p:spPr>
          <a:xfrm>
            <a:off x="6557832" y="4042942"/>
            <a:ext cx="764376" cy="338554"/>
          </a:xfrm>
          <a:prstGeom prst="rect">
            <a:avLst/>
          </a:prstGeom>
          <a:noFill/>
        </p:spPr>
        <p:txBody>
          <a:bodyPr wrap="none" rtlCol="0">
            <a:spAutoFit/>
          </a:bodyPr>
          <a:lstStyle/>
          <a:p>
            <a:pPr algn="ctr"/>
            <a:r>
              <a:rPr lang="en-US" sz="1600" dirty="0"/>
              <a:t>Verilog</a:t>
            </a:r>
          </a:p>
        </p:txBody>
      </p:sp>
      <p:sp>
        <p:nvSpPr>
          <p:cNvPr id="28" name="Cloud 27">
            <a:extLst>
              <a:ext uri="{FF2B5EF4-FFF2-40B4-BE49-F238E27FC236}">
                <a16:creationId xmlns:a16="http://schemas.microsoft.com/office/drawing/2014/main" id="{13DFAFA2-F8B5-F34E-34C8-DFEEDB86C6A1}"/>
              </a:ext>
            </a:extLst>
          </p:cNvPr>
          <p:cNvSpPr/>
          <p:nvPr/>
        </p:nvSpPr>
        <p:spPr>
          <a:xfrm>
            <a:off x="8373488" y="2580841"/>
            <a:ext cx="1700373" cy="1209699"/>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2A2B218-E99A-09C3-302D-D544D6174498}"/>
              </a:ext>
            </a:extLst>
          </p:cNvPr>
          <p:cNvGrpSpPr/>
          <p:nvPr/>
        </p:nvGrpSpPr>
        <p:grpSpPr>
          <a:xfrm>
            <a:off x="2376391" y="5578698"/>
            <a:ext cx="709353" cy="789709"/>
            <a:chOff x="8804791" y="1900252"/>
            <a:chExt cx="709353" cy="789709"/>
          </a:xfrm>
        </p:grpSpPr>
        <p:sp>
          <p:nvSpPr>
            <p:cNvPr id="29" name="Rectangle 28">
              <a:extLst>
                <a:ext uri="{FF2B5EF4-FFF2-40B4-BE49-F238E27FC236}">
                  <a16:creationId xmlns:a16="http://schemas.microsoft.com/office/drawing/2014/main" id="{E4DBEE92-FE85-F2EB-59F6-A46846FBF68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4E03CB4-B521-9AE3-8135-17D05177D073}"/>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F66C779B-2654-5257-9691-8F33A932ED15}"/>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C0E17127-BC4D-911C-7C37-9DE1F9EF8C49}"/>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D6663E42-288C-EE39-4F53-1FA6A52D468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4" name="TextBox 33">
            <a:extLst>
              <a:ext uri="{FF2B5EF4-FFF2-40B4-BE49-F238E27FC236}">
                <a16:creationId xmlns:a16="http://schemas.microsoft.com/office/drawing/2014/main" id="{9DEE632A-6310-93D3-E438-0297812C6D57}"/>
              </a:ext>
            </a:extLst>
          </p:cNvPr>
          <p:cNvSpPr txBox="1"/>
          <p:nvPr/>
        </p:nvSpPr>
        <p:spPr>
          <a:xfrm>
            <a:off x="2098142" y="4888476"/>
            <a:ext cx="1670404" cy="338554"/>
          </a:xfrm>
          <a:prstGeom prst="rect">
            <a:avLst/>
          </a:prstGeom>
          <a:noFill/>
        </p:spPr>
        <p:txBody>
          <a:bodyPr wrap="square" rtlCol="0">
            <a:spAutoFit/>
          </a:bodyPr>
          <a:lstStyle/>
          <a:p>
            <a:r>
              <a:rPr lang="en-US" sz="1600" dirty="0"/>
              <a:t>motion decoder</a:t>
            </a:r>
          </a:p>
        </p:txBody>
      </p:sp>
      <p:sp>
        <p:nvSpPr>
          <p:cNvPr id="35" name="Right Brace 34">
            <a:extLst>
              <a:ext uri="{FF2B5EF4-FFF2-40B4-BE49-F238E27FC236}">
                <a16:creationId xmlns:a16="http://schemas.microsoft.com/office/drawing/2014/main" id="{D89C2991-C8A7-AC70-2341-0D9722CCDC74}"/>
              </a:ext>
            </a:extLst>
          </p:cNvPr>
          <p:cNvSpPr/>
          <p:nvPr/>
        </p:nvSpPr>
        <p:spPr>
          <a:xfrm rot="16200000">
            <a:off x="2640906" y="4997710"/>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88AC3BE2-6734-488F-63D4-F8F7E951EAC1}"/>
              </a:ext>
            </a:extLst>
          </p:cNvPr>
          <p:cNvSpPr txBox="1"/>
          <p:nvPr/>
        </p:nvSpPr>
        <p:spPr>
          <a:xfrm>
            <a:off x="7134744" y="6459770"/>
            <a:ext cx="5057256" cy="338554"/>
          </a:xfrm>
          <a:prstGeom prst="rect">
            <a:avLst/>
          </a:prstGeom>
          <a:noFill/>
        </p:spPr>
        <p:txBody>
          <a:bodyPr wrap="square" rtlCol="0">
            <a:spAutoFit/>
          </a:bodyPr>
          <a:lstStyle/>
          <a:p>
            <a:r>
              <a:rPr lang="en-US" sz="1600" dirty="0"/>
              <a:t>patch embeddings for multimodal LLM, e.g. </a:t>
            </a:r>
            <a:r>
              <a:rPr lang="en-US" sz="1600" dirty="0">
                <a:hlinkClick r:id="rId2"/>
              </a:rPr>
              <a:t>SIMVLM</a:t>
            </a:r>
            <a:endParaRPr lang="en-US" sz="1600" dirty="0"/>
          </a:p>
        </p:txBody>
      </p:sp>
      <p:sp>
        <p:nvSpPr>
          <p:cNvPr id="49" name="TextBox 48">
            <a:extLst>
              <a:ext uri="{FF2B5EF4-FFF2-40B4-BE49-F238E27FC236}">
                <a16:creationId xmlns:a16="http://schemas.microsoft.com/office/drawing/2014/main" id="{48CCB4F4-644D-7127-06F8-9F7B3368496D}"/>
              </a:ext>
            </a:extLst>
          </p:cNvPr>
          <p:cNvSpPr txBox="1"/>
          <p:nvPr/>
        </p:nvSpPr>
        <p:spPr>
          <a:xfrm>
            <a:off x="907653" y="2044170"/>
            <a:ext cx="567784" cy="338554"/>
          </a:xfrm>
          <a:prstGeom prst="rect">
            <a:avLst/>
          </a:prstGeom>
          <a:noFill/>
        </p:spPr>
        <p:txBody>
          <a:bodyPr wrap="none" rtlCol="0">
            <a:spAutoFit/>
          </a:bodyPr>
          <a:lstStyle/>
          <a:p>
            <a:r>
              <a:rPr lang="en-US" sz="1600" dirty="0"/>
              <a:t>MIPI</a:t>
            </a:r>
          </a:p>
        </p:txBody>
      </p:sp>
      <p:cxnSp>
        <p:nvCxnSpPr>
          <p:cNvPr id="53" name="Straight Arrow Connector 52">
            <a:extLst>
              <a:ext uri="{FF2B5EF4-FFF2-40B4-BE49-F238E27FC236}">
                <a16:creationId xmlns:a16="http://schemas.microsoft.com/office/drawing/2014/main" id="{65AF6504-576E-9E4F-BF57-820B1622C73E}"/>
              </a:ext>
            </a:extLst>
          </p:cNvPr>
          <p:cNvCxnSpPr>
            <a:cxnSpLocks/>
            <a:endCxn id="29" idx="1"/>
          </p:cNvCxnSpPr>
          <p:nvPr/>
        </p:nvCxnSpPr>
        <p:spPr>
          <a:xfrm>
            <a:off x="1940364" y="5968893"/>
            <a:ext cx="436027" cy="4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80793B32-E8D6-02CF-0011-65E05055AC62}"/>
              </a:ext>
            </a:extLst>
          </p:cNvPr>
          <p:cNvCxnSpPr>
            <a:stCxn id="33" idx="3"/>
          </p:cNvCxnSpPr>
          <p:nvPr/>
        </p:nvCxnSpPr>
        <p:spPr>
          <a:xfrm flipV="1">
            <a:off x="3085744" y="5973552"/>
            <a:ext cx="53040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8F0F854D-335A-7AF4-C381-086EBA5EA345}"/>
              </a:ext>
            </a:extLst>
          </p:cNvPr>
          <p:cNvSpPr txBox="1"/>
          <p:nvPr/>
        </p:nvSpPr>
        <p:spPr>
          <a:xfrm>
            <a:off x="3623721" y="5479228"/>
            <a:ext cx="1726114" cy="1077218"/>
          </a:xfrm>
          <a:prstGeom prst="rect">
            <a:avLst/>
          </a:prstGeom>
          <a:noFill/>
        </p:spPr>
        <p:txBody>
          <a:bodyPr wrap="none" rtlCol="0">
            <a:spAutoFit/>
          </a:bodyPr>
          <a:lstStyle/>
          <a:p>
            <a:r>
              <a:rPr lang="en-US" sz="1600" dirty="0"/>
              <a:t>depth map</a:t>
            </a:r>
          </a:p>
          <a:p>
            <a:r>
              <a:rPr lang="en-US" sz="1600" dirty="0"/>
              <a:t>object detection</a:t>
            </a:r>
          </a:p>
          <a:p>
            <a:r>
              <a:rPr lang="en-US" sz="1600" dirty="0"/>
              <a:t>semantic heatmap</a:t>
            </a:r>
          </a:p>
          <a:p>
            <a:r>
              <a:rPr lang="en-US" sz="1600" dirty="0"/>
              <a:t>optical flow</a:t>
            </a:r>
          </a:p>
        </p:txBody>
      </p:sp>
      <p:pic>
        <p:nvPicPr>
          <p:cNvPr id="67" name="Picture 66">
            <a:extLst>
              <a:ext uri="{FF2B5EF4-FFF2-40B4-BE49-F238E27FC236}">
                <a16:creationId xmlns:a16="http://schemas.microsoft.com/office/drawing/2014/main" id="{CEBFB62D-AB10-BEFF-5071-4C96B1622FA3}"/>
              </a:ext>
            </a:extLst>
          </p:cNvPr>
          <p:cNvPicPr>
            <a:picLocks noChangeAspect="1"/>
          </p:cNvPicPr>
          <p:nvPr/>
        </p:nvPicPr>
        <p:blipFill>
          <a:blip r:embed="rId3"/>
          <a:stretch>
            <a:fillRect/>
          </a:stretch>
        </p:blipFill>
        <p:spPr>
          <a:xfrm>
            <a:off x="8353122" y="4669594"/>
            <a:ext cx="3084471" cy="1673033"/>
          </a:xfrm>
          <a:prstGeom prst="rect">
            <a:avLst/>
          </a:prstGeom>
        </p:spPr>
      </p:pic>
      <p:grpSp>
        <p:nvGrpSpPr>
          <p:cNvPr id="23" name="Group 22">
            <a:extLst>
              <a:ext uri="{FF2B5EF4-FFF2-40B4-BE49-F238E27FC236}">
                <a16:creationId xmlns:a16="http://schemas.microsoft.com/office/drawing/2014/main" id="{F3D94B6D-905C-4BAA-D301-693A4EA6541F}"/>
              </a:ext>
            </a:extLst>
          </p:cNvPr>
          <p:cNvGrpSpPr/>
          <p:nvPr/>
        </p:nvGrpSpPr>
        <p:grpSpPr>
          <a:xfrm>
            <a:off x="1791728" y="2200782"/>
            <a:ext cx="709353" cy="513285"/>
            <a:chOff x="8804791" y="1900252"/>
            <a:chExt cx="709353" cy="789709"/>
          </a:xfrm>
        </p:grpSpPr>
        <p:sp>
          <p:nvSpPr>
            <p:cNvPr id="27" name="Rectangle 26">
              <a:extLst>
                <a:ext uri="{FF2B5EF4-FFF2-40B4-BE49-F238E27FC236}">
                  <a16:creationId xmlns:a16="http://schemas.microsoft.com/office/drawing/2014/main" id="{8BC5470B-729E-BBAC-439B-9F7D85E92D6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316C0DF8-B8E5-B6BC-8533-85AE0A055DA0}"/>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655D7DEB-A66D-9554-0562-3E501300D60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4C61CF20-462B-07BC-82CC-5C30D7199167}"/>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67BD4DD5-3417-490A-7FAD-AF592C11EEA5}"/>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B04C4327-E585-EF74-640D-1CEF9EE54B53}"/>
              </a:ext>
            </a:extLst>
          </p:cNvPr>
          <p:cNvGrpSpPr/>
          <p:nvPr/>
        </p:nvGrpSpPr>
        <p:grpSpPr>
          <a:xfrm>
            <a:off x="1791728" y="2909746"/>
            <a:ext cx="709353" cy="513285"/>
            <a:chOff x="8804791" y="1900252"/>
            <a:chExt cx="709353" cy="789709"/>
          </a:xfrm>
        </p:grpSpPr>
        <p:sp>
          <p:nvSpPr>
            <p:cNvPr id="42" name="Rectangle 41">
              <a:extLst>
                <a:ext uri="{FF2B5EF4-FFF2-40B4-BE49-F238E27FC236}">
                  <a16:creationId xmlns:a16="http://schemas.microsoft.com/office/drawing/2014/main" id="{34817C44-B10C-7D4E-3251-E17EFB8C3663}"/>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918750CF-77F6-6655-BB66-77093198D882}"/>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7830A373-41EC-584E-C035-B9261243CBA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7E375A2A-6E52-D634-999B-E601A43376A0}"/>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D93F92DB-FD00-AB0D-25C1-D3D1066A167E}"/>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156ED155-DE47-0894-2D19-2FBAB73A3A84}"/>
              </a:ext>
            </a:extLst>
          </p:cNvPr>
          <p:cNvGrpSpPr/>
          <p:nvPr/>
        </p:nvGrpSpPr>
        <p:grpSpPr>
          <a:xfrm>
            <a:off x="1791794" y="3701021"/>
            <a:ext cx="709353" cy="513285"/>
            <a:chOff x="8804791" y="1900252"/>
            <a:chExt cx="709353" cy="789709"/>
          </a:xfrm>
        </p:grpSpPr>
        <p:sp>
          <p:nvSpPr>
            <p:cNvPr id="48" name="Rectangle 47">
              <a:extLst>
                <a:ext uri="{FF2B5EF4-FFF2-40B4-BE49-F238E27FC236}">
                  <a16:creationId xmlns:a16="http://schemas.microsoft.com/office/drawing/2014/main" id="{5933603E-11D1-D420-A258-DA3C08CC15AA}"/>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849244FF-D2CF-C15F-CAA7-D7F75D363EEF}"/>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26F86C1B-4FB3-2239-3CE6-F2BC60CE4609}"/>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3E89F8F3-A1A1-0091-7669-470C914D6B78}"/>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9CC7A30B-6103-8131-A80C-BDE34B1B5BB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A1AC7286-EE9A-854B-BF42-2D5CA549CFBB}"/>
              </a:ext>
            </a:extLst>
          </p:cNvPr>
          <p:cNvCxnSpPr>
            <a:cxnSpLocks/>
          </p:cNvCxnSpPr>
          <p:nvPr/>
        </p:nvCxnSpPr>
        <p:spPr>
          <a:xfrm>
            <a:off x="3139507" y="3190150"/>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Rectangle 60">
            <a:extLst>
              <a:ext uri="{FF2B5EF4-FFF2-40B4-BE49-F238E27FC236}">
                <a16:creationId xmlns:a16="http://schemas.microsoft.com/office/drawing/2014/main" id="{FBEF82EA-F88A-8768-42E9-689679FBD004}"/>
              </a:ext>
            </a:extLst>
          </p:cNvPr>
          <p:cNvSpPr/>
          <p:nvPr/>
        </p:nvSpPr>
        <p:spPr>
          <a:xfrm>
            <a:off x="3025726" y="2771534"/>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5" name="Connector: Elbow 64">
            <a:extLst>
              <a:ext uri="{FF2B5EF4-FFF2-40B4-BE49-F238E27FC236}">
                <a16:creationId xmlns:a16="http://schemas.microsoft.com/office/drawing/2014/main" id="{A689FFEF-3F84-AD63-BA52-61FAF91178F0}"/>
              </a:ext>
            </a:extLst>
          </p:cNvPr>
          <p:cNvCxnSpPr>
            <a:cxnSpLocks/>
            <a:stCxn id="40" idx="3"/>
          </p:cNvCxnSpPr>
          <p:nvPr/>
        </p:nvCxnSpPr>
        <p:spPr>
          <a:xfrm>
            <a:off x="2501081" y="2457425"/>
            <a:ext cx="494141" cy="49255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BD5AE548-84CD-71F8-DEE2-4512D9492263}"/>
              </a:ext>
            </a:extLst>
          </p:cNvPr>
          <p:cNvCxnSpPr>
            <a:cxnSpLocks/>
            <a:stCxn id="54" idx="3"/>
          </p:cNvCxnSpPr>
          <p:nvPr/>
        </p:nvCxnSpPr>
        <p:spPr>
          <a:xfrm flipV="1">
            <a:off x="2501147" y="3463225"/>
            <a:ext cx="508888" cy="49443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or: Curved 79">
            <a:extLst>
              <a:ext uri="{FF2B5EF4-FFF2-40B4-BE49-F238E27FC236}">
                <a16:creationId xmlns:a16="http://schemas.microsoft.com/office/drawing/2014/main" id="{0655E199-1EA2-F06D-E8B5-F6369E8F19C5}"/>
              </a:ext>
            </a:extLst>
          </p:cNvPr>
          <p:cNvCxnSpPr>
            <a:stCxn id="2" idx="1"/>
            <a:endCxn id="27" idx="1"/>
          </p:cNvCxnSpPr>
          <p:nvPr/>
        </p:nvCxnSpPr>
        <p:spPr>
          <a:xfrm>
            <a:off x="891248" y="2378026"/>
            <a:ext cx="900480" cy="79399"/>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3" name="Connector: Curved 82">
            <a:extLst>
              <a:ext uri="{FF2B5EF4-FFF2-40B4-BE49-F238E27FC236}">
                <a16:creationId xmlns:a16="http://schemas.microsoft.com/office/drawing/2014/main" id="{42C891BC-79E9-C245-D04D-17C6CF2A3F6B}"/>
              </a:ext>
            </a:extLst>
          </p:cNvPr>
          <p:cNvCxnSpPr>
            <a:cxnSpLocks/>
            <a:stCxn id="18" idx="1"/>
            <a:endCxn id="42" idx="1"/>
          </p:cNvCxnSpPr>
          <p:nvPr/>
        </p:nvCxnSpPr>
        <p:spPr>
          <a:xfrm>
            <a:off x="688185" y="2747339"/>
            <a:ext cx="1103543" cy="419050"/>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6" name="Connector: Curved 85">
            <a:extLst>
              <a:ext uri="{FF2B5EF4-FFF2-40B4-BE49-F238E27FC236}">
                <a16:creationId xmlns:a16="http://schemas.microsoft.com/office/drawing/2014/main" id="{449969F0-BA8B-F1EB-154B-08D0D52F308C}"/>
              </a:ext>
            </a:extLst>
          </p:cNvPr>
          <p:cNvCxnSpPr>
            <a:cxnSpLocks/>
            <a:stCxn id="19" idx="1"/>
            <a:endCxn id="48" idx="1"/>
          </p:cNvCxnSpPr>
          <p:nvPr/>
        </p:nvCxnSpPr>
        <p:spPr>
          <a:xfrm>
            <a:off x="858452" y="3168320"/>
            <a:ext cx="933342" cy="789344"/>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12921986-3DC0-AE12-6F62-1FDF7A930948}"/>
              </a:ext>
            </a:extLst>
          </p:cNvPr>
          <p:cNvSpPr txBox="1"/>
          <p:nvPr/>
        </p:nvSpPr>
        <p:spPr>
          <a:xfrm>
            <a:off x="1754600" y="1324238"/>
            <a:ext cx="1240622" cy="338554"/>
          </a:xfrm>
          <a:prstGeom prst="rect">
            <a:avLst/>
          </a:prstGeom>
          <a:noFill/>
        </p:spPr>
        <p:txBody>
          <a:bodyPr wrap="square" rtlCol="0">
            <a:spAutoFit/>
          </a:bodyPr>
          <a:lstStyle/>
          <a:p>
            <a:r>
              <a:rPr lang="en-US" sz="1600" dirty="0"/>
              <a:t>image fusion</a:t>
            </a:r>
          </a:p>
        </p:txBody>
      </p:sp>
      <p:sp>
        <p:nvSpPr>
          <p:cNvPr id="91" name="Right Brace 90">
            <a:extLst>
              <a:ext uri="{FF2B5EF4-FFF2-40B4-BE49-F238E27FC236}">
                <a16:creationId xmlns:a16="http://schemas.microsoft.com/office/drawing/2014/main" id="{E609D02F-4EAF-45A3-268E-56751F60EABD}"/>
              </a:ext>
            </a:extLst>
          </p:cNvPr>
          <p:cNvSpPr/>
          <p:nvPr/>
        </p:nvSpPr>
        <p:spPr>
          <a:xfrm rot="16200000">
            <a:off x="2348082" y="1095415"/>
            <a:ext cx="200809" cy="138204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EB59546D-B658-3375-B289-0D2926C9A1AD}"/>
              </a:ext>
            </a:extLst>
          </p:cNvPr>
          <p:cNvCxnSpPr>
            <a:stCxn id="46" idx="3"/>
            <a:endCxn id="61" idx="1"/>
          </p:cNvCxnSpPr>
          <p:nvPr/>
        </p:nvCxnSpPr>
        <p:spPr>
          <a:xfrm>
            <a:off x="2501081" y="3166389"/>
            <a:ext cx="524645" cy="0"/>
          </a:xfrm>
          <a:prstGeom prst="straightConnector1">
            <a:avLst/>
          </a:prstGeom>
          <a:ln>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A679800B-C5F6-DF3B-9D7C-FBCE74E3E056}"/>
              </a:ext>
            </a:extLst>
          </p:cNvPr>
          <p:cNvSpPr/>
          <p:nvPr/>
        </p:nvSpPr>
        <p:spPr>
          <a:xfrm rot="5400000">
            <a:off x="5122012" y="246319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9" name="Rectangle 58">
            <a:extLst>
              <a:ext uri="{FF2B5EF4-FFF2-40B4-BE49-F238E27FC236}">
                <a16:creationId xmlns:a16="http://schemas.microsoft.com/office/drawing/2014/main" id="{2EC6B10B-2E82-B6F0-317F-EA2ACB1A5A1A}"/>
              </a:ext>
            </a:extLst>
          </p:cNvPr>
          <p:cNvSpPr/>
          <p:nvPr/>
        </p:nvSpPr>
        <p:spPr>
          <a:xfrm rot="5400000">
            <a:off x="5122011" y="2771533"/>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0" name="Rectangle 59">
            <a:extLst>
              <a:ext uri="{FF2B5EF4-FFF2-40B4-BE49-F238E27FC236}">
                <a16:creationId xmlns:a16="http://schemas.microsoft.com/office/drawing/2014/main" id="{2ABC0D4E-FED0-F589-FC82-D154373F626F}"/>
              </a:ext>
            </a:extLst>
          </p:cNvPr>
          <p:cNvSpPr/>
          <p:nvPr/>
        </p:nvSpPr>
        <p:spPr>
          <a:xfrm rot="5400000">
            <a:off x="5119794" y="3080709"/>
            <a:ext cx="173039"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2" name="TextBox 61">
            <a:extLst>
              <a:ext uri="{FF2B5EF4-FFF2-40B4-BE49-F238E27FC236}">
                <a16:creationId xmlns:a16="http://schemas.microsoft.com/office/drawing/2014/main" id="{4F1D7DBE-E527-FD36-5918-62D1C86EE6D3}"/>
              </a:ext>
            </a:extLst>
          </p:cNvPr>
          <p:cNvSpPr txBox="1"/>
          <p:nvPr/>
        </p:nvSpPr>
        <p:spPr>
          <a:xfrm>
            <a:off x="4510286" y="1078017"/>
            <a:ext cx="1371849" cy="584775"/>
          </a:xfrm>
          <a:prstGeom prst="rect">
            <a:avLst/>
          </a:prstGeom>
          <a:noFill/>
        </p:spPr>
        <p:txBody>
          <a:bodyPr wrap="square" rtlCol="0">
            <a:spAutoFit/>
          </a:bodyPr>
          <a:lstStyle/>
          <a:p>
            <a:pPr algn="ctr"/>
            <a:r>
              <a:rPr lang="en-US" sz="1600" dirty="0"/>
              <a:t>feature map history</a:t>
            </a:r>
          </a:p>
        </p:txBody>
      </p:sp>
      <p:sp>
        <p:nvSpPr>
          <p:cNvPr id="63" name="Right Brace 62">
            <a:extLst>
              <a:ext uri="{FF2B5EF4-FFF2-40B4-BE49-F238E27FC236}">
                <a16:creationId xmlns:a16="http://schemas.microsoft.com/office/drawing/2014/main" id="{873632B1-4D7D-CA20-39FC-43F24DF99690}"/>
              </a:ext>
            </a:extLst>
          </p:cNvPr>
          <p:cNvSpPr/>
          <p:nvPr/>
        </p:nvSpPr>
        <p:spPr>
          <a:xfrm rot="16200000">
            <a:off x="5106598" y="1387786"/>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4" name="Straight Arrow Connector 63">
            <a:extLst>
              <a:ext uri="{FF2B5EF4-FFF2-40B4-BE49-F238E27FC236}">
                <a16:creationId xmlns:a16="http://schemas.microsoft.com/office/drawing/2014/main" id="{2C824A25-7B2B-1F18-A5E1-DD0C46D64A94}"/>
              </a:ext>
            </a:extLst>
          </p:cNvPr>
          <p:cNvCxnSpPr>
            <a:cxnSpLocks/>
            <a:stCxn id="8" idx="3"/>
          </p:cNvCxnSpPr>
          <p:nvPr/>
        </p:nvCxnSpPr>
        <p:spPr>
          <a:xfrm flipV="1">
            <a:off x="4225746" y="2858053"/>
            <a:ext cx="585713" cy="3083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Straight Arrow Connector 69">
            <a:extLst>
              <a:ext uri="{FF2B5EF4-FFF2-40B4-BE49-F238E27FC236}">
                <a16:creationId xmlns:a16="http://schemas.microsoft.com/office/drawing/2014/main" id="{3F7E458D-E747-D006-4894-5BA3102508F4}"/>
              </a:ext>
            </a:extLst>
          </p:cNvPr>
          <p:cNvCxnSpPr>
            <a:cxnSpLocks/>
            <a:stCxn id="8" idx="3"/>
            <a:endCxn id="59" idx="2"/>
          </p:cNvCxnSpPr>
          <p:nvPr/>
        </p:nvCxnSpPr>
        <p:spPr>
          <a:xfrm flipV="1">
            <a:off x="4225746" y="3166388"/>
            <a:ext cx="58793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Straight Arrow Connector 72">
            <a:extLst>
              <a:ext uri="{FF2B5EF4-FFF2-40B4-BE49-F238E27FC236}">
                <a16:creationId xmlns:a16="http://schemas.microsoft.com/office/drawing/2014/main" id="{D037E5E6-C592-9CCF-7CCD-458A4A241E3E}"/>
              </a:ext>
            </a:extLst>
          </p:cNvPr>
          <p:cNvCxnSpPr>
            <a:cxnSpLocks/>
            <a:stCxn id="8" idx="3"/>
          </p:cNvCxnSpPr>
          <p:nvPr/>
        </p:nvCxnSpPr>
        <p:spPr>
          <a:xfrm>
            <a:off x="4225746" y="3166389"/>
            <a:ext cx="585713" cy="30506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Rectangle 81">
            <a:extLst>
              <a:ext uri="{FF2B5EF4-FFF2-40B4-BE49-F238E27FC236}">
                <a16:creationId xmlns:a16="http://schemas.microsoft.com/office/drawing/2014/main" id="{46BDC507-59D0-6957-B247-DF6A75406FFF}"/>
              </a:ext>
            </a:extLst>
          </p:cNvPr>
          <p:cNvSpPr/>
          <p:nvPr/>
        </p:nvSpPr>
        <p:spPr>
          <a:xfrm>
            <a:off x="65354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4" name="Rectangle 83">
            <a:extLst>
              <a:ext uri="{FF2B5EF4-FFF2-40B4-BE49-F238E27FC236}">
                <a16:creationId xmlns:a16="http://schemas.microsoft.com/office/drawing/2014/main" id="{F394A514-58EE-A284-94F3-92F8E90E19B3}"/>
              </a:ext>
            </a:extLst>
          </p:cNvPr>
          <p:cNvSpPr/>
          <p:nvPr/>
        </p:nvSpPr>
        <p:spPr>
          <a:xfrm>
            <a:off x="66878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5" name="Rectangle 84">
            <a:extLst>
              <a:ext uri="{FF2B5EF4-FFF2-40B4-BE49-F238E27FC236}">
                <a16:creationId xmlns:a16="http://schemas.microsoft.com/office/drawing/2014/main" id="{9255F291-8BE5-5A19-2FD7-76213A47C9A1}"/>
              </a:ext>
            </a:extLst>
          </p:cNvPr>
          <p:cNvSpPr/>
          <p:nvPr/>
        </p:nvSpPr>
        <p:spPr>
          <a:xfrm>
            <a:off x="68402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7" name="Rectangle 86">
            <a:extLst>
              <a:ext uri="{FF2B5EF4-FFF2-40B4-BE49-F238E27FC236}">
                <a16:creationId xmlns:a16="http://schemas.microsoft.com/office/drawing/2014/main" id="{23797268-442B-8294-9841-55B2F59AD9F4}"/>
              </a:ext>
            </a:extLst>
          </p:cNvPr>
          <p:cNvSpPr/>
          <p:nvPr/>
        </p:nvSpPr>
        <p:spPr>
          <a:xfrm>
            <a:off x="69926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8" name="Rectangle 87">
            <a:extLst>
              <a:ext uri="{FF2B5EF4-FFF2-40B4-BE49-F238E27FC236}">
                <a16:creationId xmlns:a16="http://schemas.microsoft.com/office/drawing/2014/main" id="{B8FF2C5A-E258-5C2E-5D5F-F9ABCD34958A}"/>
              </a:ext>
            </a:extLst>
          </p:cNvPr>
          <p:cNvSpPr/>
          <p:nvPr/>
        </p:nvSpPr>
        <p:spPr>
          <a:xfrm>
            <a:off x="7145067"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9" name="Right Brace 88">
            <a:extLst>
              <a:ext uri="{FF2B5EF4-FFF2-40B4-BE49-F238E27FC236}">
                <a16:creationId xmlns:a16="http://schemas.microsoft.com/office/drawing/2014/main" id="{C79935AC-8B6A-76F3-A28B-B78CDC5C9607}"/>
              </a:ext>
            </a:extLst>
          </p:cNvPr>
          <p:cNvSpPr/>
          <p:nvPr/>
        </p:nvSpPr>
        <p:spPr>
          <a:xfrm rot="16200000">
            <a:off x="6551311" y="1179524"/>
            <a:ext cx="200808" cy="1213828"/>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2" name="Straight Arrow Connector 91">
            <a:extLst>
              <a:ext uri="{FF2B5EF4-FFF2-40B4-BE49-F238E27FC236}">
                <a16:creationId xmlns:a16="http://schemas.microsoft.com/office/drawing/2014/main" id="{D5288CC7-80D6-13C4-FC47-4E51483EBCAB}"/>
              </a:ext>
            </a:extLst>
          </p:cNvPr>
          <p:cNvCxnSpPr>
            <a:cxnSpLocks/>
          </p:cNvCxnSpPr>
          <p:nvPr/>
        </p:nvCxnSpPr>
        <p:spPr>
          <a:xfrm>
            <a:off x="6158581" y="3194531"/>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3" name="Rectangle 92">
            <a:extLst>
              <a:ext uri="{FF2B5EF4-FFF2-40B4-BE49-F238E27FC236}">
                <a16:creationId xmlns:a16="http://schemas.microsoft.com/office/drawing/2014/main" id="{358C9FF9-BB17-0CA1-5282-E514287C82FB}"/>
              </a:ext>
            </a:extLst>
          </p:cNvPr>
          <p:cNvSpPr/>
          <p:nvPr/>
        </p:nvSpPr>
        <p:spPr>
          <a:xfrm>
            <a:off x="6044800" y="2775915"/>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98" name="Straight Connector 97">
            <a:extLst>
              <a:ext uri="{FF2B5EF4-FFF2-40B4-BE49-F238E27FC236}">
                <a16:creationId xmlns:a16="http://schemas.microsoft.com/office/drawing/2014/main" id="{8A1F6027-BA30-5061-5455-9EC09C12B70F}"/>
              </a:ext>
            </a:extLst>
          </p:cNvPr>
          <p:cNvCxnSpPr>
            <a:stCxn id="22" idx="0"/>
          </p:cNvCxnSpPr>
          <p:nvPr/>
        </p:nvCxnSpPr>
        <p:spPr>
          <a:xfrm flipV="1">
            <a:off x="5603386" y="2858053"/>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99" name="Straight Connector 98">
            <a:extLst>
              <a:ext uri="{FF2B5EF4-FFF2-40B4-BE49-F238E27FC236}">
                <a16:creationId xmlns:a16="http://schemas.microsoft.com/office/drawing/2014/main" id="{26F15081-C3E8-4256-FAB7-F601A47BE448}"/>
              </a:ext>
            </a:extLst>
          </p:cNvPr>
          <p:cNvCxnSpPr/>
          <p:nvPr/>
        </p:nvCxnSpPr>
        <p:spPr>
          <a:xfrm flipV="1">
            <a:off x="5591783" y="3166387"/>
            <a:ext cx="441414" cy="1"/>
          </a:xfrm>
          <a:prstGeom prst="line">
            <a:avLst/>
          </a:prstGeom>
        </p:spPr>
        <p:style>
          <a:lnRef idx="1">
            <a:schemeClr val="dk1"/>
          </a:lnRef>
          <a:fillRef idx="0">
            <a:schemeClr val="dk1"/>
          </a:fillRef>
          <a:effectRef idx="0">
            <a:schemeClr val="dk1"/>
          </a:effectRef>
          <a:fontRef idx="minor">
            <a:schemeClr val="tx1"/>
          </a:fontRef>
        </p:style>
      </p:cxnSp>
      <p:cxnSp>
        <p:nvCxnSpPr>
          <p:cNvPr id="100" name="Straight Connector 99">
            <a:extLst>
              <a:ext uri="{FF2B5EF4-FFF2-40B4-BE49-F238E27FC236}">
                <a16:creationId xmlns:a16="http://schemas.microsoft.com/office/drawing/2014/main" id="{DFD3BDEE-44DF-E6A4-0692-B34F2223E9BF}"/>
              </a:ext>
            </a:extLst>
          </p:cNvPr>
          <p:cNvCxnSpPr/>
          <p:nvPr/>
        </p:nvCxnSpPr>
        <p:spPr>
          <a:xfrm flipV="1">
            <a:off x="5597682" y="3471452"/>
            <a:ext cx="441414" cy="1"/>
          </a:xfrm>
          <a:prstGeom prst="line">
            <a:avLst/>
          </a:prstGeom>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CBA64485-28B6-0282-FF5E-AEA380630FE6}"/>
              </a:ext>
            </a:extLst>
          </p:cNvPr>
          <p:cNvSpPr txBox="1"/>
          <p:nvPr/>
        </p:nvSpPr>
        <p:spPr>
          <a:xfrm>
            <a:off x="5957967" y="1324238"/>
            <a:ext cx="1546701" cy="338554"/>
          </a:xfrm>
          <a:prstGeom prst="rect">
            <a:avLst/>
          </a:prstGeom>
          <a:noFill/>
        </p:spPr>
        <p:txBody>
          <a:bodyPr wrap="square" rtlCol="0">
            <a:spAutoFit/>
          </a:bodyPr>
          <a:lstStyle/>
          <a:p>
            <a:r>
              <a:rPr lang="en-US" sz="1600" dirty="0"/>
              <a:t>motion encoder</a:t>
            </a:r>
          </a:p>
        </p:txBody>
      </p:sp>
      <p:cxnSp>
        <p:nvCxnSpPr>
          <p:cNvPr id="115" name="Straight Arrow Connector 114">
            <a:extLst>
              <a:ext uri="{FF2B5EF4-FFF2-40B4-BE49-F238E27FC236}">
                <a16:creationId xmlns:a16="http://schemas.microsoft.com/office/drawing/2014/main" id="{5F7AD2D9-7E32-7419-0BAD-0A5D00A91D78}"/>
              </a:ext>
            </a:extLst>
          </p:cNvPr>
          <p:cNvCxnSpPr>
            <a:cxnSpLocks/>
          </p:cNvCxnSpPr>
          <p:nvPr/>
        </p:nvCxnSpPr>
        <p:spPr>
          <a:xfrm>
            <a:off x="7244820" y="3166387"/>
            <a:ext cx="114951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9" name="Rectangle 118">
            <a:extLst>
              <a:ext uri="{FF2B5EF4-FFF2-40B4-BE49-F238E27FC236}">
                <a16:creationId xmlns:a16="http://schemas.microsoft.com/office/drawing/2014/main" id="{A936C654-874B-692A-A9F8-7064C2ECE832}"/>
              </a:ext>
            </a:extLst>
          </p:cNvPr>
          <p:cNvSpPr/>
          <p:nvPr/>
        </p:nvSpPr>
        <p:spPr>
          <a:xfrm>
            <a:off x="1608357" y="1951279"/>
            <a:ext cx="5797892" cy="2458018"/>
          </a:xfrm>
          <a:prstGeom prst="rect">
            <a:avLst/>
          </a:prstGeom>
          <a:noFill/>
          <a:ln w="127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Cloud 123">
            <a:extLst>
              <a:ext uri="{FF2B5EF4-FFF2-40B4-BE49-F238E27FC236}">
                <a16:creationId xmlns:a16="http://schemas.microsoft.com/office/drawing/2014/main" id="{7683F0C0-C0BD-CC5F-8326-945613B95442}"/>
              </a:ext>
            </a:extLst>
          </p:cNvPr>
          <p:cNvSpPr/>
          <p:nvPr/>
        </p:nvSpPr>
        <p:spPr>
          <a:xfrm>
            <a:off x="805333" y="5593528"/>
            <a:ext cx="1141659" cy="827891"/>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cxnSp>
        <p:nvCxnSpPr>
          <p:cNvPr id="125" name="Straight Arrow Connector 124">
            <a:extLst>
              <a:ext uri="{FF2B5EF4-FFF2-40B4-BE49-F238E27FC236}">
                <a16:creationId xmlns:a16="http://schemas.microsoft.com/office/drawing/2014/main" id="{AE68BC1A-922F-16B6-BCC5-5D9380EF5901}"/>
              </a:ext>
            </a:extLst>
          </p:cNvPr>
          <p:cNvCxnSpPr>
            <a:cxnSpLocks/>
          </p:cNvCxnSpPr>
          <p:nvPr/>
        </p:nvCxnSpPr>
        <p:spPr>
          <a:xfrm>
            <a:off x="8035957" y="5933938"/>
            <a:ext cx="436027" cy="4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6" name="Cloud 125">
            <a:extLst>
              <a:ext uri="{FF2B5EF4-FFF2-40B4-BE49-F238E27FC236}">
                <a16:creationId xmlns:a16="http://schemas.microsoft.com/office/drawing/2014/main" id="{A6AED9A8-8349-47C8-76B8-14ACCB81B3A2}"/>
              </a:ext>
            </a:extLst>
          </p:cNvPr>
          <p:cNvSpPr/>
          <p:nvPr/>
        </p:nvSpPr>
        <p:spPr>
          <a:xfrm>
            <a:off x="6900926" y="5558573"/>
            <a:ext cx="1141659" cy="827891"/>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E34CFDB8-7CB8-2C67-48EE-B03507C9A1C8}"/>
              </a:ext>
            </a:extLst>
          </p:cNvPr>
          <p:cNvSpPr txBox="1"/>
          <p:nvPr/>
        </p:nvSpPr>
        <p:spPr>
          <a:xfrm>
            <a:off x="131521" y="326964"/>
            <a:ext cx="1350050" cy="584775"/>
          </a:xfrm>
          <a:prstGeom prst="rect">
            <a:avLst/>
          </a:prstGeom>
          <a:noFill/>
        </p:spPr>
        <p:txBody>
          <a:bodyPr wrap="none" rtlCol="0">
            <a:spAutoFit/>
          </a:bodyPr>
          <a:lstStyle/>
          <a:p>
            <a:r>
              <a:rPr lang="en-US" sz="1600" dirty="0"/>
              <a:t>[1120,1280,3]</a:t>
            </a:r>
          </a:p>
          <a:p>
            <a:r>
              <a:rPr lang="en-US" sz="1600" dirty="0"/>
              <a:t>@110 FPS</a:t>
            </a:r>
          </a:p>
        </p:txBody>
      </p:sp>
      <p:sp>
        <p:nvSpPr>
          <p:cNvPr id="128" name="TextBox 127">
            <a:extLst>
              <a:ext uri="{FF2B5EF4-FFF2-40B4-BE49-F238E27FC236}">
                <a16:creationId xmlns:a16="http://schemas.microsoft.com/office/drawing/2014/main" id="{B5DCA0A5-1074-6120-0025-367323945531}"/>
              </a:ext>
            </a:extLst>
          </p:cNvPr>
          <p:cNvSpPr txBox="1"/>
          <p:nvPr/>
        </p:nvSpPr>
        <p:spPr>
          <a:xfrm>
            <a:off x="7519602" y="287587"/>
            <a:ext cx="1141659" cy="584775"/>
          </a:xfrm>
          <a:prstGeom prst="rect">
            <a:avLst/>
          </a:prstGeom>
          <a:noFill/>
        </p:spPr>
        <p:txBody>
          <a:bodyPr wrap="none" rtlCol="0">
            <a:spAutoFit/>
          </a:bodyPr>
          <a:lstStyle/>
          <a:p>
            <a:r>
              <a:rPr lang="en-US" sz="1600" dirty="0"/>
              <a:t>[16,19,256]</a:t>
            </a:r>
          </a:p>
          <a:p>
            <a:r>
              <a:rPr lang="en-US" sz="1600" dirty="0"/>
              <a:t>@10 FPS</a:t>
            </a:r>
          </a:p>
        </p:txBody>
      </p:sp>
      <p:sp>
        <p:nvSpPr>
          <p:cNvPr id="129" name="Arrow: Right 128">
            <a:extLst>
              <a:ext uri="{FF2B5EF4-FFF2-40B4-BE49-F238E27FC236}">
                <a16:creationId xmlns:a16="http://schemas.microsoft.com/office/drawing/2014/main" id="{5A6097AB-0F18-A3DD-6379-FF785EB9C9CC}"/>
              </a:ext>
            </a:extLst>
          </p:cNvPr>
          <p:cNvSpPr/>
          <p:nvPr/>
        </p:nvSpPr>
        <p:spPr>
          <a:xfrm>
            <a:off x="1656204" y="224710"/>
            <a:ext cx="5797892" cy="693219"/>
          </a:xfrm>
          <a:prstGeom prst="rightArrow">
            <a:avLst/>
          </a:prstGeom>
          <a:no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extBox 129">
            <a:extLst>
              <a:ext uri="{FF2B5EF4-FFF2-40B4-BE49-F238E27FC236}">
                <a16:creationId xmlns:a16="http://schemas.microsoft.com/office/drawing/2014/main" id="{E41855AF-D07B-4571-602E-1F4300E7747C}"/>
              </a:ext>
            </a:extLst>
          </p:cNvPr>
          <p:cNvSpPr txBox="1"/>
          <p:nvPr/>
        </p:nvSpPr>
        <p:spPr>
          <a:xfrm>
            <a:off x="2750368" y="395710"/>
            <a:ext cx="3535225" cy="338554"/>
          </a:xfrm>
          <a:prstGeom prst="rect">
            <a:avLst/>
          </a:prstGeom>
          <a:noFill/>
        </p:spPr>
        <p:txBody>
          <a:bodyPr wrap="square" rtlCol="0">
            <a:spAutoFit/>
          </a:bodyPr>
          <a:lstStyle/>
          <a:p>
            <a:r>
              <a:rPr lang="en-US" sz="1600" dirty="0"/>
              <a:t>1000X compression</a:t>
            </a:r>
          </a:p>
        </p:txBody>
      </p:sp>
    </p:spTree>
    <p:extLst>
      <p:ext uri="{BB962C8B-B14F-4D97-AF65-F5344CB8AC3E}">
        <p14:creationId xmlns:p14="http://schemas.microsoft.com/office/powerpoint/2010/main" val="18249938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0B3653B8-A142-3F18-42B6-AA7B107467DA}"/>
              </a:ext>
            </a:extLst>
          </p:cNvPr>
          <p:cNvSpPr/>
          <p:nvPr/>
        </p:nvSpPr>
        <p:spPr>
          <a:xfrm flipH="1">
            <a:off x="987419" y="2637676"/>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a:extLst>
              <a:ext uri="{FF2B5EF4-FFF2-40B4-BE49-F238E27FC236}">
                <a16:creationId xmlns:a16="http://schemas.microsoft.com/office/drawing/2014/main" id="{D17DD95E-882D-BA05-6CEE-83C61CC23654}"/>
              </a:ext>
            </a:extLst>
          </p:cNvPr>
          <p:cNvSpPr/>
          <p:nvPr/>
        </p:nvSpPr>
        <p:spPr>
          <a:xfrm>
            <a:off x="41334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CC75B101-AA06-656A-D463-08A095A9A77E}"/>
              </a:ext>
            </a:extLst>
          </p:cNvPr>
          <p:cNvSpPr/>
          <p:nvPr/>
        </p:nvSpPr>
        <p:spPr>
          <a:xfrm>
            <a:off x="42858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17581250-D1B6-561B-2D4D-F8A3F736F43D}"/>
              </a:ext>
            </a:extLst>
          </p:cNvPr>
          <p:cNvSpPr/>
          <p:nvPr/>
        </p:nvSpPr>
        <p:spPr>
          <a:xfrm>
            <a:off x="44382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2BB6725F-9B3E-7359-DBA2-72729CAE2F21}"/>
              </a:ext>
            </a:extLst>
          </p:cNvPr>
          <p:cNvSpPr/>
          <p:nvPr/>
        </p:nvSpPr>
        <p:spPr>
          <a:xfrm>
            <a:off x="45906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7B6B5D98-B050-6ABB-A7A3-989A1C0BCC5E}"/>
              </a:ext>
            </a:extLst>
          </p:cNvPr>
          <p:cNvSpPr/>
          <p:nvPr/>
        </p:nvSpPr>
        <p:spPr>
          <a:xfrm>
            <a:off x="4743005" y="3026293"/>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 name="Connector: Curved 10">
            <a:extLst>
              <a:ext uri="{FF2B5EF4-FFF2-40B4-BE49-F238E27FC236}">
                <a16:creationId xmlns:a16="http://schemas.microsoft.com/office/drawing/2014/main" id="{94F00598-E7F5-E074-65F4-6F1F32F489F6}"/>
              </a:ext>
            </a:extLst>
          </p:cNvPr>
          <p:cNvCxnSpPr>
            <a:cxnSpLocks/>
            <a:stCxn id="8" idx="3"/>
            <a:endCxn id="28" idx="2"/>
          </p:cNvCxnSpPr>
          <p:nvPr/>
        </p:nvCxnSpPr>
        <p:spPr>
          <a:xfrm flipV="1">
            <a:off x="4842758" y="3420685"/>
            <a:ext cx="1266795" cy="463"/>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C60D8E92-79AC-3310-E919-C694662711D4}"/>
              </a:ext>
            </a:extLst>
          </p:cNvPr>
          <p:cNvSpPr txBox="1"/>
          <p:nvPr/>
        </p:nvSpPr>
        <p:spPr>
          <a:xfrm>
            <a:off x="1058690" y="4255745"/>
            <a:ext cx="1350050" cy="584775"/>
          </a:xfrm>
          <a:prstGeom prst="rect">
            <a:avLst/>
          </a:prstGeom>
          <a:noFill/>
        </p:spPr>
        <p:txBody>
          <a:bodyPr wrap="none" rtlCol="0">
            <a:spAutoFit/>
          </a:bodyPr>
          <a:lstStyle/>
          <a:p>
            <a:r>
              <a:rPr lang="en-US" sz="1600" dirty="0"/>
              <a:t>[1120,1280,3]</a:t>
            </a:r>
          </a:p>
          <a:p>
            <a:r>
              <a:rPr lang="en-US" sz="1600" dirty="0"/>
              <a:t>@110 FPS</a:t>
            </a:r>
          </a:p>
        </p:txBody>
      </p:sp>
      <p:sp>
        <p:nvSpPr>
          <p:cNvPr id="13" name="TextBox 12">
            <a:extLst>
              <a:ext uri="{FF2B5EF4-FFF2-40B4-BE49-F238E27FC236}">
                <a16:creationId xmlns:a16="http://schemas.microsoft.com/office/drawing/2014/main" id="{9378BA20-FF14-B61B-DFC3-4C719D10853B}"/>
              </a:ext>
            </a:extLst>
          </p:cNvPr>
          <p:cNvSpPr txBox="1"/>
          <p:nvPr/>
        </p:nvSpPr>
        <p:spPr>
          <a:xfrm>
            <a:off x="4848274" y="3420685"/>
            <a:ext cx="1141659" cy="584775"/>
          </a:xfrm>
          <a:prstGeom prst="rect">
            <a:avLst/>
          </a:prstGeom>
          <a:noFill/>
        </p:spPr>
        <p:txBody>
          <a:bodyPr wrap="none" rtlCol="0">
            <a:spAutoFit/>
          </a:bodyPr>
          <a:lstStyle/>
          <a:p>
            <a:r>
              <a:rPr lang="en-US" sz="1600" dirty="0"/>
              <a:t>[16,19,256]</a:t>
            </a:r>
          </a:p>
          <a:p>
            <a:r>
              <a:rPr lang="en-US" sz="1600" dirty="0"/>
              <a:t>@110 FPS</a:t>
            </a:r>
          </a:p>
        </p:txBody>
      </p:sp>
      <p:sp>
        <p:nvSpPr>
          <p:cNvPr id="14" name="TextBox 13">
            <a:extLst>
              <a:ext uri="{FF2B5EF4-FFF2-40B4-BE49-F238E27FC236}">
                <a16:creationId xmlns:a16="http://schemas.microsoft.com/office/drawing/2014/main" id="{C6BB13CF-DA0C-10D1-B042-5E3DC2E04370}"/>
              </a:ext>
            </a:extLst>
          </p:cNvPr>
          <p:cNvSpPr txBox="1"/>
          <p:nvPr/>
        </p:nvSpPr>
        <p:spPr>
          <a:xfrm>
            <a:off x="3679884" y="2272704"/>
            <a:ext cx="1670404" cy="338554"/>
          </a:xfrm>
          <a:prstGeom prst="rect">
            <a:avLst/>
          </a:prstGeom>
          <a:noFill/>
        </p:spPr>
        <p:txBody>
          <a:bodyPr wrap="square" rtlCol="0">
            <a:spAutoFit/>
          </a:bodyPr>
          <a:lstStyle/>
          <a:p>
            <a:r>
              <a:rPr lang="en-US" sz="1600" dirty="0"/>
              <a:t>image encoder</a:t>
            </a:r>
          </a:p>
        </p:txBody>
      </p:sp>
      <p:sp>
        <p:nvSpPr>
          <p:cNvPr id="15" name="TextBox 14">
            <a:extLst>
              <a:ext uri="{FF2B5EF4-FFF2-40B4-BE49-F238E27FC236}">
                <a16:creationId xmlns:a16="http://schemas.microsoft.com/office/drawing/2014/main" id="{5554AA9F-F3F1-F615-63ED-233A03FF9698}"/>
              </a:ext>
            </a:extLst>
          </p:cNvPr>
          <p:cNvSpPr txBox="1"/>
          <p:nvPr/>
        </p:nvSpPr>
        <p:spPr>
          <a:xfrm>
            <a:off x="272609" y="2019234"/>
            <a:ext cx="1364028" cy="338554"/>
          </a:xfrm>
          <a:prstGeom prst="rect">
            <a:avLst/>
          </a:prstGeom>
          <a:noFill/>
        </p:spPr>
        <p:txBody>
          <a:bodyPr wrap="none" rtlCol="0">
            <a:spAutoFit/>
          </a:bodyPr>
          <a:lstStyle/>
          <a:p>
            <a:r>
              <a:rPr lang="en-US" sz="1600" dirty="0"/>
              <a:t>image sensors</a:t>
            </a:r>
          </a:p>
        </p:txBody>
      </p:sp>
      <p:sp>
        <p:nvSpPr>
          <p:cNvPr id="16" name="Right Brace 15">
            <a:extLst>
              <a:ext uri="{FF2B5EF4-FFF2-40B4-BE49-F238E27FC236}">
                <a16:creationId xmlns:a16="http://schemas.microsoft.com/office/drawing/2014/main" id="{D226EB25-8095-8369-31C9-63D88DD53699}"/>
              </a:ext>
            </a:extLst>
          </p:cNvPr>
          <p:cNvSpPr/>
          <p:nvPr/>
        </p:nvSpPr>
        <p:spPr>
          <a:xfrm rot="16200000">
            <a:off x="4375048" y="2374279"/>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lowchart: Direct Access Storage 17">
            <a:extLst>
              <a:ext uri="{FF2B5EF4-FFF2-40B4-BE49-F238E27FC236}">
                <a16:creationId xmlns:a16="http://schemas.microsoft.com/office/drawing/2014/main" id="{C30B92ED-09D7-ADE5-70D2-B995F5336562}"/>
              </a:ext>
            </a:extLst>
          </p:cNvPr>
          <p:cNvSpPr/>
          <p:nvPr/>
        </p:nvSpPr>
        <p:spPr>
          <a:xfrm flipH="1">
            <a:off x="784356" y="3006989"/>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9" name="Flowchart: Direct Access Storage 18">
            <a:extLst>
              <a:ext uri="{FF2B5EF4-FFF2-40B4-BE49-F238E27FC236}">
                <a16:creationId xmlns:a16="http://schemas.microsoft.com/office/drawing/2014/main" id="{F7D34333-854D-7698-A537-4A5ADF9FE99D}"/>
              </a:ext>
            </a:extLst>
          </p:cNvPr>
          <p:cNvSpPr/>
          <p:nvPr/>
        </p:nvSpPr>
        <p:spPr>
          <a:xfrm flipH="1">
            <a:off x="954623" y="342797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1526E9B0-ABEA-8667-67F7-692EAC782AA2}"/>
              </a:ext>
            </a:extLst>
          </p:cNvPr>
          <p:cNvSpPr txBox="1"/>
          <p:nvPr/>
        </p:nvSpPr>
        <p:spPr>
          <a:xfrm>
            <a:off x="3509341" y="4047895"/>
            <a:ext cx="764375" cy="584775"/>
          </a:xfrm>
          <a:prstGeom prst="rect">
            <a:avLst/>
          </a:prstGeom>
          <a:noFill/>
        </p:spPr>
        <p:txBody>
          <a:bodyPr wrap="none" rtlCol="0">
            <a:spAutoFit/>
          </a:bodyPr>
          <a:lstStyle/>
          <a:p>
            <a:pPr algn="ctr"/>
            <a:r>
              <a:rPr lang="en-US" sz="1600" dirty="0"/>
              <a:t>Verilog</a:t>
            </a:r>
          </a:p>
          <a:p>
            <a:pPr algn="ctr"/>
            <a:r>
              <a:rPr lang="en-US" sz="1600" dirty="0"/>
              <a:t>CNN</a:t>
            </a:r>
          </a:p>
        </p:txBody>
      </p:sp>
      <p:sp>
        <p:nvSpPr>
          <p:cNvPr id="25" name="Arrow: Right 24">
            <a:extLst>
              <a:ext uri="{FF2B5EF4-FFF2-40B4-BE49-F238E27FC236}">
                <a16:creationId xmlns:a16="http://schemas.microsoft.com/office/drawing/2014/main" id="{35AE212A-BBA1-0DB8-8D8B-533B58F368C8}"/>
              </a:ext>
            </a:extLst>
          </p:cNvPr>
          <p:cNvSpPr/>
          <p:nvPr/>
        </p:nvSpPr>
        <p:spPr>
          <a:xfrm>
            <a:off x="2408740" y="5028628"/>
            <a:ext cx="3063057" cy="693219"/>
          </a:xfrm>
          <a:prstGeom prst="rightArrow">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015DFC1-3203-6484-CAD4-9B553216D7B2}"/>
              </a:ext>
            </a:extLst>
          </p:cNvPr>
          <p:cNvSpPr txBox="1"/>
          <p:nvPr/>
        </p:nvSpPr>
        <p:spPr>
          <a:xfrm>
            <a:off x="3017979" y="5199628"/>
            <a:ext cx="1867678" cy="338554"/>
          </a:xfrm>
          <a:prstGeom prst="rect">
            <a:avLst/>
          </a:prstGeom>
          <a:noFill/>
        </p:spPr>
        <p:txBody>
          <a:bodyPr wrap="square" rtlCol="0">
            <a:spAutoFit/>
          </a:bodyPr>
          <a:lstStyle/>
          <a:p>
            <a:r>
              <a:rPr lang="en-US" sz="1600" dirty="0"/>
              <a:t>100X compression</a:t>
            </a:r>
          </a:p>
        </p:txBody>
      </p:sp>
      <p:sp>
        <p:nvSpPr>
          <p:cNvPr id="28" name="Cloud 27">
            <a:extLst>
              <a:ext uri="{FF2B5EF4-FFF2-40B4-BE49-F238E27FC236}">
                <a16:creationId xmlns:a16="http://schemas.microsoft.com/office/drawing/2014/main" id="{13DFAFA2-F8B5-F34E-34C8-DFEEDB86C6A1}"/>
              </a:ext>
            </a:extLst>
          </p:cNvPr>
          <p:cNvSpPr/>
          <p:nvPr/>
        </p:nvSpPr>
        <p:spPr>
          <a:xfrm>
            <a:off x="6105725" y="2990881"/>
            <a:ext cx="1234189" cy="859607"/>
          </a:xfrm>
          <a:prstGeom prst="cloud">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D2A2B218-E99A-09C3-302D-D544D6174498}"/>
              </a:ext>
            </a:extLst>
          </p:cNvPr>
          <p:cNvGrpSpPr/>
          <p:nvPr/>
        </p:nvGrpSpPr>
        <p:grpSpPr>
          <a:xfrm>
            <a:off x="8804791" y="1900252"/>
            <a:ext cx="709353" cy="789709"/>
            <a:chOff x="8804791" y="1900252"/>
            <a:chExt cx="709353" cy="789709"/>
          </a:xfrm>
        </p:grpSpPr>
        <p:sp>
          <p:nvSpPr>
            <p:cNvPr id="29" name="Rectangle 28">
              <a:extLst>
                <a:ext uri="{FF2B5EF4-FFF2-40B4-BE49-F238E27FC236}">
                  <a16:creationId xmlns:a16="http://schemas.microsoft.com/office/drawing/2014/main" id="{E4DBEE92-FE85-F2EB-59F6-A46846FBF68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0" name="Rectangle 29">
              <a:extLst>
                <a:ext uri="{FF2B5EF4-FFF2-40B4-BE49-F238E27FC236}">
                  <a16:creationId xmlns:a16="http://schemas.microsoft.com/office/drawing/2014/main" id="{B4E03CB4-B521-9AE3-8135-17D05177D073}"/>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1" name="Rectangle 30">
              <a:extLst>
                <a:ext uri="{FF2B5EF4-FFF2-40B4-BE49-F238E27FC236}">
                  <a16:creationId xmlns:a16="http://schemas.microsoft.com/office/drawing/2014/main" id="{F66C779B-2654-5257-9691-8F33A932ED15}"/>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Rectangle 31">
              <a:extLst>
                <a:ext uri="{FF2B5EF4-FFF2-40B4-BE49-F238E27FC236}">
                  <a16:creationId xmlns:a16="http://schemas.microsoft.com/office/drawing/2014/main" id="{C0E17127-BC4D-911C-7C37-9DE1F9EF8C49}"/>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D6663E42-288C-EE39-4F53-1FA6A52D468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
        <p:nvSpPr>
          <p:cNvPr id="34" name="TextBox 33">
            <a:extLst>
              <a:ext uri="{FF2B5EF4-FFF2-40B4-BE49-F238E27FC236}">
                <a16:creationId xmlns:a16="http://schemas.microsoft.com/office/drawing/2014/main" id="{9DEE632A-6310-93D3-E438-0297812C6D57}"/>
              </a:ext>
            </a:extLst>
          </p:cNvPr>
          <p:cNvSpPr txBox="1"/>
          <p:nvPr/>
        </p:nvSpPr>
        <p:spPr>
          <a:xfrm>
            <a:off x="8374142" y="1217689"/>
            <a:ext cx="1670404" cy="338554"/>
          </a:xfrm>
          <a:prstGeom prst="rect">
            <a:avLst/>
          </a:prstGeom>
          <a:noFill/>
        </p:spPr>
        <p:txBody>
          <a:bodyPr wrap="square" rtlCol="0">
            <a:spAutoFit/>
          </a:bodyPr>
          <a:lstStyle/>
          <a:p>
            <a:r>
              <a:rPr lang="en-US" sz="1600" dirty="0"/>
              <a:t>image decoder</a:t>
            </a:r>
          </a:p>
        </p:txBody>
      </p:sp>
      <p:sp>
        <p:nvSpPr>
          <p:cNvPr id="35" name="Right Brace 34">
            <a:extLst>
              <a:ext uri="{FF2B5EF4-FFF2-40B4-BE49-F238E27FC236}">
                <a16:creationId xmlns:a16="http://schemas.microsoft.com/office/drawing/2014/main" id="{D89C2991-C8A7-AC70-2341-0D9722CCDC74}"/>
              </a:ext>
            </a:extLst>
          </p:cNvPr>
          <p:cNvSpPr/>
          <p:nvPr/>
        </p:nvSpPr>
        <p:spPr>
          <a:xfrm rot="16200000">
            <a:off x="9069306" y="1319264"/>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a:extLst>
              <a:ext uri="{FF2B5EF4-FFF2-40B4-BE49-F238E27FC236}">
                <a16:creationId xmlns:a16="http://schemas.microsoft.com/office/drawing/2014/main" id="{88AC3BE2-6734-488F-63D4-F8F7E951EAC1}"/>
              </a:ext>
            </a:extLst>
          </p:cNvPr>
          <p:cNvSpPr txBox="1"/>
          <p:nvPr/>
        </p:nvSpPr>
        <p:spPr>
          <a:xfrm>
            <a:off x="8170970" y="3714102"/>
            <a:ext cx="3426609" cy="338554"/>
          </a:xfrm>
          <a:prstGeom prst="rect">
            <a:avLst/>
          </a:prstGeom>
          <a:noFill/>
        </p:spPr>
        <p:txBody>
          <a:bodyPr wrap="square" rtlCol="0">
            <a:spAutoFit/>
          </a:bodyPr>
          <a:lstStyle/>
          <a:p>
            <a:r>
              <a:rPr lang="en-US" sz="1600" dirty="0"/>
              <a:t>multimodal LLM, e.g. </a:t>
            </a:r>
            <a:r>
              <a:rPr lang="en-US" sz="1600" dirty="0">
                <a:hlinkClick r:id="rId2"/>
              </a:rPr>
              <a:t>SIMVLM</a:t>
            </a:r>
            <a:endParaRPr lang="en-US" sz="1600" dirty="0"/>
          </a:p>
        </p:txBody>
      </p:sp>
      <p:sp>
        <p:nvSpPr>
          <p:cNvPr id="49" name="TextBox 48">
            <a:extLst>
              <a:ext uri="{FF2B5EF4-FFF2-40B4-BE49-F238E27FC236}">
                <a16:creationId xmlns:a16="http://schemas.microsoft.com/office/drawing/2014/main" id="{48CCB4F4-644D-7127-06F8-9F7B3368496D}"/>
              </a:ext>
            </a:extLst>
          </p:cNvPr>
          <p:cNvSpPr txBox="1"/>
          <p:nvPr/>
        </p:nvSpPr>
        <p:spPr>
          <a:xfrm>
            <a:off x="1173675" y="3315805"/>
            <a:ext cx="567784" cy="338554"/>
          </a:xfrm>
          <a:prstGeom prst="rect">
            <a:avLst/>
          </a:prstGeom>
          <a:noFill/>
        </p:spPr>
        <p:txBody>
          <a:bodyPr wrap="none" rtlCol="0">
            <a:spAutoFit/>
          </a:bodyPr>
          <a:lstStyle/>
          <a:p>
            <a:r>
              <a:rPr lang="en-US" sz="1600" dirty="0"/>
              <a:t>MIPI</a:t>
            </a:r>
          </a:p>
        </p:txBody>
      </p:sp>
      <p:cxnSp>
        <p:nvCxnSpPr>
          <p:cNvPr id="53" name="Straight Arrow Connector 52">
            <a:extLst>
              <a:ext uri="{FF2B5EF4-FFF2-40B4-BE49-F238E27FC236}">
                <a16:creationId xmlns:a16="http://schemas.microsoft.com/office/drawing/2014/main" id="{65AF6504-576E-9E4F-BF57-820B1622C73E}"/>
              </a:ext>
            </a:extLst>
          </p:cNvPr>
          <p:cNvCxnSpPr>
            <a:cxnSpLocks/>
          </p:cNvCxnSpPr>
          <p:nvPr/>
        </p:nvCxnSpPr>
        <p:spPr>
          <a:xfrm flipV="1">
            <a:off x="7252900" y="2315750"/>
            <a:ext cx="1502381" cy="853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80793B32-E8D6-02CF-0011-65E05055AC62}"/>
              </a:ext>
            </a:extLst>
          </p:cNvPr>
          <p:cNvCxnSpPr>
            <a:stCxn id="33" idx="3"/>
          </p:cNvCxnSpPr>
          <p:nvPr/>
        </p:nvCxnSpPr>
        <p:spPr>
          <a:xfrm flipV="1">
            <a:off x="9514144" y="2295106"/>
            <a:ext cx="530402"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8F0F854D-335A-7AF4-C381-086EBA5EA345}"/>
              </a:ext>
            </a:extLst>
          </p:cNvPr>
          <p:cNvSpPr txBox="1"/>
          <p:nvPr/>
        </p:nvSpPr>
        <p:spPr>
          <a:xfrm>
            <a:off x="10015833" y="1900252"/>
            <a:ext cx="1726114" cy="830997"/>
          </a:xfrm>
          <a:prstGeom prst="rect">
            <a:avLst/>
          </a:prstGeom>
          <a:noFill/>
        </p:spPr>
        <p:txBody>
          <a:bodyPr wrap="none" rtlCol="0">
            <a:spAutoFit/>
          </a:bodyPr>
          <a:lstStyle/>
          <a:p>
            <a:r>
              <a:rPr lang="en-US" sz="1600" dirty="0"/>
              <a:t>depth map</a:t>
            </a:r>
          </a:p>
          <a:p>
            <a:r>
              <a:rPr lang="en-US" sz="1600" dirty="0"/>
              <a:t>object detection</a:t>
            </a:r>
          </a:p>
          <a:p>
            <a:r>
              <a:rPr lang="en-US" sz="1600" dirty="0"/>
              <a:t>semantic heatmap</a:t>
            </a:r>
          </a:p>
        </p:txBody>
      </p:sp>
      <p:pic>
        <p:nvPicPr>
          <p:cNvPr id="67" name="Picture 66">
            <a:extLst>
              <a:ext uri="{FF2B5EF4-FFF2-40B4-BE49-F238E27FC236}">
                <a16:creationId xmlns:a16="http://schemas.microsoft.com/office/drawing/2014/main" id="{CEBFB62D-AB10-BEFF-5071-4C96B1622FA3}"/>
              </a:ext>
            </a:extLst>
          </p:cNvPr>
          <p:cNvPicPr>
            <a:picLocks noChangeAspect="1"/>
          </p:cNvPicPr>
          <p:nvPr/>
        </p:nvPicPr>
        <p:blipFill>
          <a:blip r:embed="rId3"/>
          <a:stretch>
            <a:fillRect/>
          </a:stretch>
        </p:blipFill>
        <p:spPr>
          <a:xfrm>
            <a:off x="8028845" y="4005460"/>
            <a:ext cx="3710861" cy="2012790"/>
          </a:xfrm>
          <a:prstGeom prst="rect">
            <a:avLst/>
          </a:prstGeom>
        </p:spPr>
      </p:pic>
      <p:cxnSp>
        <p:nvCxnSpPr>
          <p:cNvPr id="68" name="Straight Arrow Connector 67">
            <a:extLst>
              <a:ext uri="{FF2B5EF4-FFF2-40B4-BE49-F238E27FC236}">
                <a16:creationId xmlns:a16="http://schemas.microsoft.com/office/drawing/2014/main" id="{655E61A5-8A13-BF99-FF9F-B9B9F10CCF93}"/>
              </a:ext>
            </a:extLst>
          </p:cNvPr>
          <p:cNvCxnSpPr>
            <a:cxnSpLocks/>
          </p:cNvCxnSpPr>
          <p:nvPr/>
        </p:nvCxnSpPr>
        <p:spPr>
          <a:xfrm>
            <a:off x="7035114" y="3723503"/>
            <a:ext cx="1222332" cy="19168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TextBox 70">
            <a:extLst>
              <a:ext uri="{FF2B5EF4-FFF2-40B4-BE49-F238E27FC236}">
                <a16:creationId xmlns:a16="http://schemas.microsoft.com/office/drawing/2014/main" id="{274383C9-4D6C-6503-A16D-5E50C2308E75}"/>
              </a:ext>
            </a:extLst>
          </p:cNvPr>
          <p:cNvSpPr txBox="1"/>
          <p:nvPr/>
        </p:nvSpPr>
        <p:spPr>
          <a:xfrm>
            <a:off x="7906735" y="5848973"/>
            <a:ext cx="1796111" cy="338554"/>
          </a:xfrm>
          <a:prstGeom prst="rect">
            <a:avLst/>
          </a:prstGeom>
          <a:noFill/>
        </p:spPr>
        <p:txBody>
          <a:bodyPr wrap="square" rtlCol="0">
            <a:spAutoFit/>
          </a:bodyPr>
          <a:lstStyle/>
          <a:p>
            <a:r>
              <a:rPr lang="en-US" sz="1600" dirty="0"/>
              <a:t>patch embeddings</a:t>
            </a:r>
          </a:p>
        </p:txBody>
      </p:sp>
      <p:grpSp>
        <p:nvGrpSpPr>
          <p:cNvPr id="23" name="Group 22">
            <a:extLst>
              <a:ext uri="{FF2B5EF4-FFF2-40B4-BE49-F238E27FC236}">
                <a16:creationId xmlns:a16="http://schemas.microsoft.com/office/drawing/2014/main" id="{F3D94B6D-905C-4BAA-D301-693A4EA6541F}"/>
              </a:ext>
            </a:extLst>
          </p:cNvPr>
          <p:cNvGrpSpPr/>
          <p:nvPr/>
        </p:nvGrpSpPr>
        <p:grpSpPr>
          <a:xfrm>
            <a:off x="2408740" y="2455078"/>
            <a:ext cx="709353" cy="513285"/>
            <a:chOff x="8804791" y="1900252"/>
            <a:chExt cx="709353" cy="789709"/>
          </a:xfrm>
        </p:grpSpPr>
        <p:sp>
          <p:nvSpPr>
            <p:cNvPr id="27" name="Rectangle 26">
              <a:extLst>
                <a:ext uri="{FF2B5EF4-FFF2-40B4-BE49-F238E27FC236}">
                  <a16:creationId xmlns:a16="http://schemas.microsoft.com/office/drawing/2014/main" id="{8BC5470B-729E-BBAC-439B-9F7D85E92D6B}"/>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316C0DF8-B8E5-B6BC-8533-85AE0A055DA0}"/>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Rectangle 37">
              <a:extLst>
                <a:ext uri="{FF2B5EF4-FFF2-40B4-BE49-F238E27FC236}">
                  <a16:creationId xmlns:a16="http://schemas.microsoft.com/office/drawing/2014/main" id="{655D7DEB-A66D-9554-0562-3E501300D60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4C61CF20-462B-07BC-82CC-5C30D7199167}"/>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67BD4DD5-3417-490A-7FAD-AF592C11EEA5}"/>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1" name="Group 40">
            <a:extLst>
              <a:ext uri="{FF2B5EF4-FFF2-40B4-BE49-F238E27FC236}">
                <a16:creationId xmlns:a16="http://schemas.microsoft.com/office/drawing/2014/main" id="{B04C4327-E585-EF74-640D-1CEF9EE54B53}"/>
              </a:ext>
            </a:extLst>
          </p:cNvPr>
          <p:cNvGrpSpPr/>
          <p:nvPr/>
        </p:nvGrpSpPr>
        <p:grpSpPr>
          <a:xfrm>
            <a:off x="2408740" y="3187803"/>
            <a:ext cx="709353" cy="513285"/>
            <a:chOff x="8804791" y="1900252"/>
            <a:chExt cx="709353" cy="789709"/>
          </a:xfrm>
        </p:grpSpPr>
        <p:sp>
          <p:nvSpPr>
            <p:cNvPr id="42" name="Rectangle 41">
              <a:extLst>
                <a:ext uri="{FF2B5EF4-FFF2-40B4-BE49-F238E27FC236}">
                  <a16:creationId xmlns:a16="http://schemas.microsoft.com/office/drawing/2014/main" id="{34817C44-B10C-7D4E-3251-E17EFB8C3663}"/>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918750CF-77F6-6655-BB66-77093198D882}"/>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7830A373-41EC-584E-C035-B9261243CBA3}"/>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7E375A2A-6E52-D634-999B-E601A43376A0}"/>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D93F92DB-FD00-AB0D-25C1-D3D1066A167E}"/>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156ED155-DE47-0894-2D19-2FBAB73A3A84}"/>
              </a:ext>
            </a:extLst>
          </p:cNvPr>
          <p:cNvGrpSpPr/>
          <p:nvPr/>
        </p:nvGrpSpPr>
        <p:grpSpPr>
          <a:xfrm>
            <a:off x="2408806" y="3955317"/>
            <a:ext cx="709353" cy="513285"/>
            <a:chOff x="8804791" y="1900252"/>
            <a:chExt cx="709353" cy="789709"/>
          </a:xfrm>
        </p:grpSpPr>
        <p:sp>
          <p:nvSpPr>
            <p:cNvPr id="48" name="Rectangle 47">
              <a:extLst>
                <a:ext uri="{FF2B5EF4-FFF2-40B4-BE49-F238E27FC236}">
                  <a16:creationId xmlns:a16="http://schemas.microsoft.com/office/drawing/2014/main" id="{5933603E-11D1-D420-A258-DA3C08CC15AA}"/>
                </a:ext>
              </a:extLst>
            </p:cNvPr>
            <p:cNvSpPr/>
            <p:nvPr/>
          </p:nvSpPr>
          <p:spPr>
            <a:xfrm>
              <a:off x="88047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849244FF-D2CF-C15F-CAA7-D7F75D363EEF}"/>
                </a:ext>
              </a:extLst>
            </p:cNvPr>
            <p:cNvSpPr/>
            <p:nvPr/>
          </p:nvSpPr>
          <p:spPr>
            <a:xfrm>
              <a:off x="89571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26F86C1B-4FB3-2239-3CE6-F2BC60CE4609}"/>
                </a:ext>
              </a:extLst>
            </p:cNvPr>
            <p:cNvSpPr/>
            <p:nvPr/>
          </p:nvSpPr>
          <p:spPr>
            <a:xfrm>
              <a:off x="91095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2" name="Rectangle 51">
              <a:extLst>
                <a:ext uri="{FF2B5EF4-FFF2-40B4-BE49-F238E27FC236}">
                  <a16:creationId xmlns:a16="http://schemas.microsoft.com/office/drawing/2014/main" id="{3E89F8F3-A1A1-0091-7669-470C914D6B78}"/>
                </a:ext>
              </a:extLst>
            </p:cNvPr>
            <p:cNvSpPr/>
            <p:nvPr/>
          </p:nvSpPr>
          <p:spPr>
            <a:xfrm>
              <a:off x="92619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Rectangle 53">
              <a:extLst>
                <a:ext uri="{FF2B5EF4-FFF2-40B4-BE49-F238E27FC236}">
                  <a16:creationId xmlns:a16="http://schemas.microsoft.com/office/drawing/2014/main" id="{9CC7A30B-6103-8131-A80C-BDE34B1B5BBA}"/>
                </a:ext>
              </a:extLst>
            </p:cNvPr>
            <p:cNvSpPr/>
            <p:nvPr/>
          </p:nvSpPr>
          <p:spPr>
            <a:xfrm>
              <a:off x="9414391" y="1900252"/>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cxnSp>
        <p:nvCxnSpPr>
          <p:cNvPr id="56" name="Straight Arrow Connector 55">
            <a:extLst>
              <a:ext uri="{FF2B5EF4-FFF2-40B4-BE49-F238E27FC236}">
                <a16:creationId xmlns:a16="http://schemas.microsoft.com/office/drawing/2014/main" id="{A1AC7286-EE9A-854B-BF42-2D5CA549CFBB}"/>
              </a:ext>
            </a:extLst>
          </p:cNvPr>
          <p:cNvCxnSpPr>
            <a:cxnSpLocks/>
          </p:cNvCxnSpPr>
          <p:nvPr/>
        </p:nvCxnSpPr>
        <p:spPr>
          <a:xfrm>
            <a:off x="3756519" y="3444446"/>
            <a:ext cx="37688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1" name="Rectangle 60">
            <a:extLst>
              <a:ext uri="{FF2B5EF4-FFF2-40B4-BE49-F238E27FC236}">
                <a16:creationId xmlns:a16="http://schemas.microsoft.com/office/drawing/2014/main" id="{FBEF82EA-F88A-8768-42E9-689679FBD004}"/>
              </a:ext>
            </a:extLst>
          </p:cNvPr>
          <p:cNvSpPr/>
          <p:nvPr/>
        </p:nvSpPr>
        <p:spPr>
          <a:xfrm>
            <a:off x="3642738" y="304959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65" name="Connector: Elbow 64">
            <a:extLst>
              <a:ext uri="{FF2B5EF4-FFF2-40B4-BE49-F238E27FC236}">
                <a16:creationId xmlns:a16="http://schemas.microsoft.com/office/drawing/2014/main" id="{A689FFEF-3F84-AD63-BA52-61FAF91178F0}"/>
              </a:ext>
            </a:extLst>
          </p:cNvPr>
          <p:cNvCxnSpPr>
            <a:cxnSpLocks/>
            <a:stCxn id="40" idx="3"/>
          </p:cNvCxnSpPr>
          <p:nvPr/>
        </p:nvCxnSpPr>
        <p:spPr>
          <a:xfrm>
            <a:off x="3118093" y="2711721"/>
            <a:ext cx="494141" cy="492558"/>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Connector: Elbow 71">
            <a:extLst>
              <a:ext uri="{FF2B5EF4-FFF2-40B4-BE49-F238E27FC236}">
                <a16:creationId xmlns:a16="http://schemas.microsoft.com/office/drawing/2014/main" id="{4E748E05-0C70-76EA-0BB4-3C4D6BFD0A5F}"/>
              </a:ext>
            </a:extLst>
          </p:cNvPr>
          <p:cNvCxnSpPr>
            <a:cxnSpLocks/>
            <a:stCxn id="46" idx="3"/>
            <a:endCxn id="61" idx="1"/>
          </p:cNvCxnSpPr>
          <p:nvPr/>
        </p:nvCxnSpPr>
        <p:spPr>
          <a:xfrm>
            <a:off x="3118093" y="3444446"/>
            <a:ext cx="524645" cy="12700"/>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Connector: Elbow 75">
            <a:extLst>
              <a:ext uri="{FF2B5EF4-FFF2-40B4-BE49-F238E27FC236}">
                <a16:creationId xmlns:a16="http://schemas.microsoft.com/office/drawing/2014/main" id="{BD5AE548-84CD-71F8-DEE2-4512D9492263}"/>
              </a:ext>
            </a:extLst>
          </p:cNvPr>
          <p:cNvCxnSpPr>
            <a:cxnSpLocks/>
            <a:stCxn id="54" idx="3"/>
          </p:cNvCxnSpPr>
          <p:nvPr/>
        </p:nvCxnSpPr>
        <p:spPr>
          <a:xfrm flipV="1">
            <a:off x="3118159" y="3717521"/>
            <a:ext cx="508888" cy="494439"/>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Connector: Curved 79">
            <a:extLst>
              <a:ext uri="{FF2B5EF4-FFF2-40B4-BE49-F238E27FC236}">
                <a16:creationId xmlns:a16="http://schemas.microsoft.com/office/drawing/2014/main" id="{0655E199-1EA2-F06D-E8B5-F6369E8F19C5}"/>
              </a:ext>
            </a:extLst>
          </p:cNvPr>
          <p:cNvCxnSpPr>
            <a:stCxn id="2" idx="1"/>
            <a:endCxn id="27" idx="1"/>
          </p:cNvCxnSpPr>
          <p:nvPr/>
        </p:nvCxnSpPr>
        <p:spPr>
          <a:xfrm flipV="1">
            <a:off x="1186924" y="2711721"/>
            <a:ext cx="1221816" cy="88053"/>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3" name="Connector: Curved 82">
            <a:extLst>
              <a:ext uri="{FF2B5EF4-FFF2-40B4-BE49-F238E27FC236}">
                <a16:creationId xmlns:a16="http://schemas.microsoft.com/office/drawing/2014/main" id="{42C891BC-79E9-C245-D04D-17C6CF2A3F6B}"/>
              </a:ext>
            </a:extLst>
          </p:cNvPr>
          <p:cNvCxnSpPr>
            <a:cxnSpLocks/>
            <a:stCxn id="18" idx="1"/>
            <a:endCxn id="42" idx="1"/>
          </p:cNvCxnSpPr>
          <p:nvPr/>
        </p:nvCxnSpPr>
        <p:spPr>
          <a:xfrm>
            <a:off x="983861" y="3169087"/>
            <a:ext cx="1424879" cy="275359"/>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cxnSp>
        <p:nvCxnSpPr>
          <p:cNvPr id="86" name="Connector: Curved 85">
            <a:extLst>
              <a:ext uri="{FF2B5EF4-FFF2-40B4-BE49-F238E27FC236}">
                <a16:creationId xmlns:a16="http://schemas.microsoft.com/office/drawing/2014/main" id="{449969F0-BA8B-F1EB-154B-08D0D52F308C}"/>
              </a:ext>
            </a:extLst>
          </p:cNvPr>
          <p:cNvCxnSpPr>
            <a:cxnSpLocks/>
            <a:stCxn id="19" idx="1"/>
            <a:endCxn id="48" idx="1"/>
          </p:cNvCxnSpPr>
          <p:nvPr/>
        </p:nvCxnSpPr>
        <p:spPr>
          <a:xfrm>
            <a:off x="1154128" y="3590068"/>
            <a:ext cx="1254678" cy="621892"/>
          </a:xfrm>
          <a:prstGeom prst="curvedConnector3">
            <a:avLst>
              <a:gd name="adj1" fmla="val 50000"/>
            </a:avLst>
          </a:prstGeom>
        </p:spPr>
        <p:style>
          <a:lnRef idx="1">
            <a:schemeClr val="dk1"/>
          </a:lnRef>
          <a:fillRef idx="0">
            <a:schemeClr val="dk1"/>
          </a:fillRef>
          <a:effectRef idx="0">
            <a:schemeClr val="dk1"/>
          </a:effectRef>
          <a:fontRef idx="minor">
            <a:schemeClr val="tx1"/>
          </a:fontRef>
        </p:style>
      </p:cxnSp>
      <p:sp>
        <p:nvSpPr>
          <p:cNvPr id="90" name="TextBox 89">
            <a:extLst>
              <a:ext uri="{FF2B5EF4-FFF2-40B4-BE49-F238E27FC236}">
                <a16:creationId xmlns:a16="http://schemas.microsoft.com/office/drawing/2014/main" id="{12921986-3DC0-AE12-6F62-1FDF7A930948}"/>
              </a:ext>
            </a:extLst>
          </p:cNvPr>
          <p:cNvSpPr txBox="1"/>
          <p:nvPr/>
        </p:nvSpPr>
        <p:spPr>
          <a:xfrm>
            <a:off x="2127615" y="1672741"/>
            <a:ext cx="1240622" cy="338554"/>
          </a:xfrm>
          <a:prstGeom prst="rect">
            <a:avLst/>
          </a:prstGeom>
          <a:noFill/>
        </p:spPr>
        <p:txBody>
          <a:bodyPr wrap="square" rtlCol="0">
            <a:spAutoFit/>
          </a:bodyPr>
          <a:lstStyle/>
          <a:p>
            <a:r>
              <a:rPr lang="en-US" sz="1600" dirty="0"/>
              <a:t>image fusion</a:t>
            </a:r>
          </a:p>
        </p:txBody>
      </p:sp>
      <p:sp>
        <p:nvSpPr>
          <p:cNvPr id="91" name="Right Brace 90">
            <a:extLst>
              <a:ext uri="{FF2B5EF4-FFF2-40B4-BE49-F238E27FC236}">
                <a16:creationId xmlns:a16="http://schemas.microsoft.com/office/drawing/2014/main" id="{E609D02F-4EAF-45A3-268E-56751F60EABD}"/>
              </a:ext>
            </a:extLst>
          </p:cNvPr>
          <p:cNvSpPr/>
          <p:nvPr/>
        </p:nvSpPr>
        <p:spPr>
          <a:xfrm rot="16200000">
            <a:off x="2672723" y="1757412"/>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726668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44" name="Connector: Elbow 1143">
            <a:extLst>
              <a:ext uri="{FF2B5EF4-FFF2-40B4-BE49-F238E27FC236}">
                <a16:creationId xmlns:a16="http://schemas.microsoft.com/office/drawing/2014/main" id="{B19D1991-4873-221A-F629-1A37A2748576}"/>
              </a:ext>
            </a:extLst>
          </p:cNvPr>
          <p:cNvCxnSpPr>
            <a:cxnSpLocks/>
            <a:stCxn id="1136" idx="3"/>
          </p:cNvCxnSpPr>
          <p:nvPr/>
        </p:nvCxnSpPr>
        <p:spPr>
          <a:xfrm flipV="1">
            <a:off x="3857215" y="5320428"/>
            <a:ext cx="2348130" cy="294765"/>
          </a:xfrm>
          <a:prstGeom prst="bentConnector3">
            <a:avLst>
              <a:gd name="adj1" fmla="val 8648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3" name="Connector: Elbow 1142">
            <a:extLst>
              <a:ext uri="{FF2B5EF4-FFF2-40B4-BE49-F238E27FC236}">
                <a16:creationId xmlns:a16="http://schemas.microsoft.com/office/drawing/2014/main" id="{D090092C-4EEE-6F60-0F01-CB6004D007C4}"/>
              </a:ext>
            </a:extLst>
          </p:cNvPr>
          <p:cNvCxnSpPr>
            <a:cxnSpLocks/>
            <a:stCxn id="1091" idx="3"/>
          </p:cNvCxnSpPr>
          <p:nvPr/>
        </p:nvCxnSpPr>
        <p:spPr>
          <a:xfrm>
            <a:off x="3868313" y="4630769"/>
            <a:ext cx="2346307" cy="271851"/>
          </a:xfrm>
          <a:prstGeom prst="bentConnector3">
            <a:avLst>
              <a:gd name="adj1" fmla="val 8721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1" name="Straight Arrow Connector 1140">
            <a:extLst>
              <a:ext uri="{FF2B5EF4-FFF2-40B4-BE49-F238E27FC236}">
                <a16:creationId xmlns:a16="http://schemas.microsoft.com/office/drawing/2014/main" id="{4C40AD0A-3251-3B78-FAA0-C321F699574A}"/>
              </a:ext>
            </a:extLst>
          </p:cNvPr>
          <p:cNvCxnSpPr>
            <a:cxnSpLocks/>
            <a:stCxn id="1107" idx="3"/>
          </p:cNvCxnSpPr>
          <p:nvPr/>
        </p:nvCxnSpPr>
        <p:spPr>
          <a:xfrm flipV="1">
            <a:off x="6396900" y="5075613"/>
            <a:ext cx="2329909" cy="212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2" name="Group 1">
            <a:extLst>
              <a:ext uri="{FF2B5EF4-FFF2-40B4-BE49-F238E27FC236}">
                <a16:creationId xmlns:a16="http://schemas.microsoft.com/office/drawing/2014/main" id="{04D936CF-155F-8FDF-E606-5C7981F8C2FB}"/>
              </a:ext>
            </a:extLst>
          </p:cNvPr>
          <p:cNvGrpSpPr/>
          <p:nvPr/>
        </p:nvGrpSpPr>
        <p:grpSpPr>
          <a:xfrm>
            <a:off x="6909576" y="721030"/>
            <a:ext cx="2923047" cy="1893552"/>
            <a:chOff x="7469278" y="1689684"/>
            <a:chExt cx="3204507" cy="2075882"/>
          </a:xfrm>
        </p:grpSpPr>
        <p:grpSp>
          <p:nvGrpSpPr>
            <p:cNvPr id="3" name="Group 2">
              <a:extLst>
                <a:ext uri="{FF2B5EF4-FFF2-40B4-BE49-F238E27FC236}">
                  <a16:creationId xmlns:a16="http://schemas.microsoft.com/office/drawing/2014/main" id="{0CC8C61A-26C2-6B64-591F-1275097ADA96}"/>
                </a:ext>
              </a:extLst>
            </p:cNvPr>
            <p:cNvGrpSpPr/>
            <p:nvPr/>
          </p:nvGrpSpPr>
          <p:grpSpPr>
            <a:xfrm flipH="1">
              <a:off x="7469278" y="1689684"/>
              <a:ext cx="3015866" cy="366278"/>
              <a:chOff x="7520118" y="3982298"/>
              <a:chExt cx="3312757" cy="402336"/>
            </a:xfrm>
          </p:grpSpPr>
          <p:sp>
            <p:nvSpPr>
              <p:cNvPr id="792" name="Rectangle 791">
                <a:extLst>
                  <a:ext uri="{FF2B5EF4-FFF2-40B4-BE49-F238E27FC236}">
                    <a16:creationId xmlns:a16="http://schemas.microsoft.com/office/drawing/2014/main" id="{7BD144A2-B051-7C32-DDE7-6BF4A7B7B87A}"/>
                  </a:ext>
                </a:extLst>
              </p:cNvPr>
              <p:cNvSpPr/>
              <p:nvPr/>
            </p:nvSpPr>
            <p:spPr>
              <a:xfrm rot="10800000">
                <a:off x="1033196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F31EE830-89A4-DF2A-965C-07A2155AE37B}"/>
                  </a:ext>
                </a:extLst>
              </p:cNvPr>
              <p:cNvSpPr/>
              <p:nvPr/>
            </p:nvSpPr>
            <p:spPr>
              <a:xfrm rot="10800000">
                <a:off x="1023153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462E9EE4-690A-2EC4-3665-8F41CDF3B75E}"/>
                  </a:ext>
                </a:extLst>
              </p:cNvPr>
              <p:cNvSpPr/>
              <p:nvPr/>
            </p:nvSpPr>
            <p:spPr>
              <a:xfrm rot="10800000">
                <a:off x="1013111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81467752-FA34-4C21-DB9B-9A48B5C3111D}"/>
                  </a:ext>
                </a:extLst>
              </p:cNvPr>
              <p:cNvSpPr/>
              <p:nvPr/>
            </p:nvSpPr>
            <p:spPr>
              <a:xfrm rot="10800000">
                <a:off x="1003069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73C3746D-69A0-EE4A-BDDF-BBB2420598AB}"/>
                  </a:ext>
                </a:extLst>
              </p:cNvPr>
              <p:cNvSpPr/>
              <p:nvPr/>
            </p:nvSpPr>
            <p:spPr>
              <a:xfrm rot="10800000">
                <a:off x="993026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Rectangle 796">
                <a:extLst>
                  <a:ext uri="{FF2B5EF4-FFF2-40B4-BE49-F238E27FC236}">
                    <a16:creationId xmlns:a16="http://schemas.microsoft.com/office/drawing/2014/main" id="{6AAEF3C3-8E16-B15E-367F-A2A14F089611}"/>
                  </a:ext>
                </a:extLst>
              </p:cNvPr>
              <p:cNvSpPr/>
              <p:nvPr/>
            </p:nvSpPr>
            <p:spPr>
              <a:xfrm rot="10800000">
                <a:off x="982984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6E0C0B93-818C-7900-20C3-C86540221B7C}"/>
                  </a:ext>
                </a:extLst>
              </p:cNvPr>
              <p:cNvSpPr/>
              <p:nvPr/>
            </p:nvSpPr>
            <p:spPr>
              <a:xfrm rot="10800000">
                <a:off x="972942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ED5FB0F5-4FBF-9929-8D7F-E18F3179065E}"/>
                  </a:ext>
                </a:extLst>
              </p:cNvPr>
              <p:cNvSpPr/>
              <p:nvPr/>
            </p:nvSpPr>
            <p:spPr>
              <a:xfrm rot="10800000">
                <a:off x="962900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B53C5092-5FB1-0E73-B5FE-B1A351506238}"/>
                  </a:ext>
                </a:extLst>
              </p:cNvPr>
              <p:cNvSpPr/>
              <p:nvPr/>
            </p:nvSpPr>
            <p:spPr>
              <a:xfrm rot="10800000">
                <a:off x="952857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1" name="Rectangle 800">
                <a:extLst>
                  <a:ext uri="{FF2B5EF4-FFF2-40B4-BE49-F238E27FC236}">
                    <a16:creationId xmlns:a16="http://schemas.microsoft.com/office/drawing/2014/main" id="{19CF8232-A2D7-42D8-B889-B66E271573E0}"/>
                  </a:ext>
                </a:extLst>
              </p:cNvPr>
              <p:cNvSpPr/>
              <p:nvPr/>
            </p:nvSpPr>
            <p:spPr>
              <a:xfrm rot="10800000">
                <a:off x="942815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5091DBDD-CB73-75D4-51F0-18D7333AE244}"/>
                  </a:ext>
                </a:extLst>
              </p:cNvPr>
              <p:cNvSpPr/>
              <p:nvPr/>
            </p:nvSpPr>
            <p:spPr>
              <a:xfrm rot="10800000">
                <a:off x="932773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5FB4D9FB-B0FD-43D2-3699-CDF6A61B1B10}"/>
                  </a:ext>
                </a:extLst>
              </p:cNvPr>
              <p:cNvSpPr/>
              <p:nvPr/>
            </p:nvSpPr>
            <p:spPr>
              <a:xfrm rot="10800000">
                <a:off x="922730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C2AB3345-0A3F-AB3A-2EA0-DF48DF5EE542}"/>
                  </a:ext>
                </a:extLst>
              </p:cNvPr>
              <p:cNvSpPr/>
              <p:nvPr/>
            </p:nvSpPr>
            <p:spPr>
              <a:xfrm rot="10800000">
                <a:off x="912688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6904387E-17CA-47D5-0E91-F0738E8B6EE8}"/>
                  </a:ext>
                </a:extLst>
              </p:cNvPr>
              <p:cNvSpPr/>
              <p:nvPr/>
            </p:nvSpPr>
            <p:spPr>
              <a:xfrm rot="10800000">
                <a:off x="902646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55A9ADD7-41F7-5A79-D6D4-0510A06B51D3}"/>
                  </a:ext>
                </a:extLst>
              </p:cNvPr>
              <p:cNvSpPr/>
              <p:nvPr/>
            </p:nvSpPr>
            <p:spPr>
              <a:xfrm rot="10800000">
                <a:off x="892603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BD8FF63A-F976-E902-7F45-699C3E61F290}"/>
                  </a:ext>
                </a:extLst>
              </p:cNvPr>
              <p:cNvSpPr/>
              <p:nvPr/>
            </p:nvSpPr>
            <p:spPr>
              <a:xfrm rot="10800000">
                <a:off x="882561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B412AF97-33BB-384A-D350-AB9BEACBE88D}"/>
                  </a:ext>
                </a:extLst>
              </p:cNvPr>
              <p:cNvSpPr/>
              <p:nvPr/>
            </p:nvSpPr>
            <p:spPr>
              <a:xfrm rot="10800000">
                <a:off x="872519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E9AD5105-798E-5506-60B4-5970F54263F4}"/>
                  </a:ext>
                </a:extLst>
              </p:cNvPr>
              <p:cNvSpPr/>
              <p:nvPr/>
            </p:nvSpPr>
            <p:spPr>
              <a:xfrm rot="10800000">
                <a:off x="862477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371CB175-50BD-845F-E001-EFBFA60A228D}"/>
                  </a:ext>
                </a:extLst>
              </p:cNvPr>
              <p:cNvSpPr/>
              <p:nvPr/>
            </p:nvSpPr>
            <p:spPr>
              <a:xfrm rot="10800000">
                <a:off x="852434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3A514C9A-2E74-BCFE-2C4B-E560C4F79DE2}"/>
                  </a:ext>
                </a:extLst>
              </p:cNvPr>
              <p:cNvSpPr/>
              <p:nvPr/>
            </p:nvSpPr>
            <p:spPr>
              <a:xfrm rot="10800000">
                <a:off x="842392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13ECC841-5D59-215C-6560-3A3B88966656}"/>
                  </a:ext>
                </a:extLst>
              </p:cNvPr>
              <p:cNvSpPr/>
              <p:nvPr/>
            </p:nvSpPr>
            <p:spPr>
              <a:xfrm rot="10800000">
                <a:off x="832350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694F3CEA-8DDE-900A-AE6D-88B742DF60DE}"/>
                  </a:ext>
                </a:extLst>
              </p:cNvPr>
              <p:cNvSpPr/>
              <p:nvPr/>
            </p:nvSpPr>
            <p:spPr>
              <a:xfrm rot="10800000">
                <a:off x="822307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D7B91173-3362-97AF-E56B-B4DC25871762}"/>
                  </a:ext>
                </a:extLst>
              </p:cNvPr>
              <p:cNvSpPr/>
              <p:nvPr/>
            </p:nvSpPr>
            <p:spPr>
              <a:xfrm rot="10800000">
                <a:off x="812265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578FE431-E293-A6B8-2297-A6966954B6D1}"/>
                  </a:ext>
                </a:extLst>
              </p:cNvPr>
              <p:cNvSpPr/>
              <p:nvPr/>
            </p:nvSpPr>
            <p:spPr>
              <a:xfrm rot="10800000">
                <a:off x="802223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F58F3C2D-69FC-AE5B-1DF9-02CCE043E2EF}"/>
                  </a:ext>
                </a:extLst>
              </p:cNvPr>
              <p:cNvSpPr/>
              <p:nvPr/>
            </p:nvSpPr>
            <p:spPr>
              <a:xfrm rot="10800000">
                <a:off x="792181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FFFFD4F5-6579-68D8-01E5-36DA871BE301}"/>
                  </a:ext>
                </a:extLst>
              </p:cNvPr>
              <p:cNvSpPr/>
              <p:nvPr/>
            </p:nvSpPr>
            <p:spPr>
              <a:xfrm rot="10800000">
                <a:off x="782138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773AA2F8-D2E8-2A71-C25D-0D2724B30864}"/>
                  </a:ext>
                </a:extLst>
              </p:cNvPr>
              <p:cNvSpPr/>
              <p:nvPr/>
            </p:nvSpPr>
            <p:spPr>
              <a:xfrm rot="10800000">
                <a:off x="772096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4212D2A4-FCD3-725A-AB77-A86FBAA3CCDA}"/>
                  </a:ext>
                </a:extLst>
              </p:cNvPr>
              <p:cNvSpPr/>
              <p:nvPr/>
            </p:nvSpPr>
            <p:spPr>
              <a:xfrm rot="10800000">
                <a:off x="762054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8A4EA86C-ACDB-F572-76D5-B3E92E8460A6}"/>
                  </a:ext>
                </a:extLst>
              </p:cNvPr>
              <p:cNvSpPr/>
              <p:nvPr/>
            </p:nvSpPr>
            <p:spPr>
              <a:xfrm rot="10800000">
                <a:off x="752011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21" name="Group 820">
                <a:extLst>
                  <a:ext uri="{FF2B5EF4-FFF2-40B4-BE49-F238E27FC236}">
                    <a16:creationId xmlns:a16="http://schemas.microsoft.com/office/drawing/2014/main" id="{D1EAF8C9-E324-EC79-E2DA-37CD645FC2C7}"/>
                  </a:ext>
                </a:extLst>
              </p:cNvPr>
              <p:cNvGrpSpPr/>
              <p:nvPr/>
            </p:nvGrpSpPr>
            <p:grpSpPr>
              <a:xfrm rot="10800000">
                <a:off x="7520118" y="4183922"/>
                <a:ext cx="3213534" cy="100423"/>
                <a:chOff x="1743959" y="2564091"/>
                <a:chExt cx="6334816" cy="197963"/>
              </a:xfrm>
              <a:solidFill>
                <a:schemeClr val="bg1"/>
              </a:solidFill>
            </p:grpSpPr>
            <p:sp>
              <p:nvSpPr>
                <p:cNvPr id="1054" name="Rectangle 1053">
                  <a:extLst>
                    <a:ext uri="{FF2B5EF4-FFF2-40B4-BE49-F238E27FC236}">
                      <a16:creationId xmlns:a16="http://schemas.microsoft.com/office/drawing/2014/main" id="{37A97AF2-3059-BC67-4ECC-902CFBDCEAF2}"/>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BE429655-4AC4-1FDE-0CE2-DE20CB71B0D1}"/>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Rectangle 1055">
                  <a:extLst>
                    <a:ext uri="{FF2B5EF4-FFF2-40B4-BE49-F238E27FC236}">
                      <a16:creationId xmlns:a16="http://schemas.microsoft.com/office/drawing/2014/main" id="{660846FA-BC4D-CBE3-170F-388E746BA71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7" name="Rectangle 1056">
                  <a:extLst>
                    <a:ext uri="{FF2B5EF4-FFF2-40B4-BE49-F238E27FC236}">
                      <a16:creationId xmlns:a16="http://schemas.microsoft.com/office/drawing/2014/main" id="{D667D5A6-DD63-9DC4-9C38-3048A1019E91}"/>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8" name="Rectangle 1057">
                  <a:extLst>
                    <a:ext uri="{FF2B5EF4-FFF2-40B4-BE49-F238E27FC236}">
                      <a16:creationId xmlns:a16="http://schemas.microsoft.com/office/drawing/2014/main" id="{0ACD92A4-C995-E9B7-09CA-0A0B2976A60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9" name="Rectangle 1058">
                  <a:extLst>
                    <a:ext uri="{FF2B5EF4-FFF2-40B4-BE49-F238E27FC236}">
                      <a16:creationId xmlns:a16="http://schemas.microsoft.com/office/drawing/2014/main" id="{F33348A0-7765-9400-2B0B-9E6DAA6A7025}"/>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0" name="Rectangle 1059">
                  <a:extLst>
                    <a:ext uri="{FF2B5EF4-FFF2-40B4-BE49-F238E27FC236}">
                      <a16:creationId xmlns:a16="http://schemas.microsoft.com/office/drawing/2014/main" id="{F04D4E54-8BEE-2BC7-1B88-F7E0AF5F49D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1" name="Rectangle 1060">
                  <a:extLst>
                    <a:ext uri="{FF2B5EF4-FFF2-40B4-BE49-F238E27FC236}">
                      <a16:creationId xmlns:a16="http://schemas.microsoft.com/office/drawing/2014/main" id="{209AD87A-FB4B-7B78-916E-6684838BD4E3}"/>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2" name="Rectangle 1061">
                  <a:extLst>
                    <a:ext uri="{FF2B5EF4-FFF2-40B4-BE49-F238E27FC236}">
                      <a16:creationId xmlns:a16="http://schemas.microsoft.com/office/drawing/2014/main" id="{F8D745F3-EBAA-071A-6B93-EF907AD0282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616ECE7A-EC99-5B92-D797-B8D0FC79023C}"/>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Rectangle 1063">
                  <a:extLst>
                    <a:ext uri="{FF2B5EF4-FFF2-40B4-BE49-F238E27FC236}">
                      <a16:creationId xmlns:a16="http://schemas.microsoft.com/office/drawing/2014/main" id="{95FCD6BF-C9AA-744B-2CF4-BEB666E62362}"/>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D05374D0-9C70-F8F4-B9A3-C7B9F598CAB1}"/>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6" name="Rectangle 1065">
                  <a:extLst>
                    <a:ext uri="{FF2B5EF4-FFF2-40B4-BE49-F238E27FC236}">
                      <a16:creationId xmlns:a16="http://schemas.microsoft.com/office/drawing/2014/main" id="{23D57A54-5BFC-FFAE-15D3-C91B580F481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7" name="Rectangle 1066">
                  <a:extLst>
                    <a:ext uri="{FF2B5EF4-FFF2-40B4-BE49-F238E27FC236}">
                      <a16:creationId xmlns:a16="http://schemas.microsoft.com/office/drawing/2014/main" id="{0675D1A7-D1F6-0700-9858-18855E116D0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8" name="Rectangle 1067">
                  <a:extLst>
                    <a:ext uri="{FF2B5EF4-FFF2-40B4-BE49-F238E27FC236}">
                      <a16:creationId xmlns:a16="http://schemas.microsoft.com/office/drawing/2014/main" id="{FD22DD64-8162-81F2-DC2A-EE5FB609849F}"/>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9" name="Rectangle 1068">
                  <a:extLst>
                    <a:ext uri="{FF2B5EF4-FFF2-40B4-BE49-F238E27FC236}">
                      <a16:creationId xmlns:a16="http://schemas.microsoft.com/office/drawing/2014/main" id="{B6665F4C-45DC-3CDF-9CCF-01294A7CC36A}"/>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0" name="Rectangle 1069">
                  <a:extLst>
                    <a:ext uri="{FF2B5EF4-FFF2-40B4-BE49-F238E27FC236}">
                      <a16:creationId xmlns:a16="http://schemas.microsoft.com/office/drawing/2014/main" id="{532B49C2-6388-6DAB-CF71-25B66A0C28F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1" name="Rectangle 1070">
                  <a:extLst>
                    <a:ext uri="{FF2B5EF4-FFF2-40B4-BE49-F238E27FC236}">
                      <a16:creationId xmlns:a16="http://schemas.microsoft.com/office/drawing/2014/main" id="{D99F5CA6-1885-AF8C-F772-C69C810AA019}"/>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2" name="Rectangle 1071">
                  <a:extLst>
                    <a:ext uri="{FF2B5EF4-FFF2-40B4-BE49-F238E27FC236}">
                      <a16:creationId xmlns:a16="http://schemas.microsoft.com/office/drawing/2014/main" id="{DC250B27-9DC7-CE9D-0427-838BE46FF850}"/>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3" name="Rectangle 1072">
                  <a:extLst>
                    <a:ext uri="{FF2B5EF4-FFF2-40B4-BE49-F238E27FC236}">
                      <a16:creationId xmlns:a16="http://schemas.microsoft.com/office/drawing/2014/main" id="{E65B799B-88A6-4219-8236-EB425A50FBDF}"/>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4" name="Rectangle 1073">
                  <a:extLst>
                    <a:ext uri="{FF2B5EF4-FFF2-40B4-BE49-F238E27FC236}">
                      <a16:creationId xmlns:a16="http://schemas.microsoft.com/office/drawing/2014/main" id="{71C1D994-1F4E-B446-F938-64463DD114DC}"/>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5" name="Rectangle 1074">
                  <a:extLst>
                    <a:ext uri="{FF2B5EF4-FFF2-40B4-BE49-F238E27FC236}">
                      <a16:creationId xmlns:a16="http://schemas.microsoft.com/office/drawing/2014/main" id="{422CA080-D2CA-4AF8-609E-05517FDDA7FA}"/>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6" name="Rectangle 1075">
                  <a:extLst>
                    <a:ext uri="{FF2B5EF4-FFF2-40B4-BE49-F238E27FC236}">
                      <a16:creationId xmlns:a16="http://schemas.microsoft.com/office/drawing/2014/main" id="{3956DF7B-A7EC-DF97-877D-36E4B1F9FF32}"/>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7" name="Rectangle 1076">
                  <a:extLst>
                    <a:ext uri="{FF2B5EF4-FFF2-40B4-BE49-F238E27FC236}">
                      <a16:creationId xmlns:a16="http://schemas.microsoft.com/office/drawing/2014/main" id="{A4EC12A8-8484-5B00-12D0-081444660E89}"/>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8" name="Rectangle 1077">
                  <a:extLst>
                    <a:ext uri="{FF2B5EF4-FFF2-40B4-BE49-F238E27FC236}">
                      <a16:creationId xmlns:a16="http://schemas.microsoft.com/office/drawing/2014/main" id="{8DEB2B43-ED0B-C2D4-BED5-1B3C8E33C6E5}"/>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9" name="Rectangle 1078">
                  <a:extLst>
                    <a:ext uri="{FF2B5EF4-FFF2-40B4-BE49-F238E27FC236}">
                      <a16:creationId xmlns:a16="http://schemas.microsoft.com/office/drawing/2014/main" id="{BC18B3F5-DCAF-6470-7839-D12BDFDA9F5D}"/>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0" name="Rectangle 1079">
                  <a:extLst>
                    <a:ext uri="{FF2B5EF4-FFF2-40B4-BE49-F238E27FC236}">
                      <a16:creationId xmlns:a16="http://schemas.microsoft.com/office/drawing/2014/main" id="{033C8C3B-0E63-1329-227C-A9A3871B0E0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1" name="Rectangle 1080">
                  <a:extLst>
                    <a:ext uri="{FF2B5EF4-FFF2-40B4-BE49-F238E27FC236}">
                      <a16:creationId xmlns:a16="http://schemas.microsoft.com/office/drawing/2014/main" id="{EC690CE0-6590-475B-5C0C-C3B2ED04999D}"/>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2" name="Rectangle 1081">
                  <a:extLst>
                    <a:ext uri="{FF2B5EF4-FFF2-40B4-BE49-F238E27FC236}">
                      <a16:creationId xmlns:a16="http://schemas.microsoft.com/office/drawing/2014/main" id="{9DD6BB84-E29C-D2E9-666E-DDC6EC62297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3" name="Rectangle 1082">
                  <a:extLst>
                    <a:ext uri="{FF2B5EF4-FFF2-40B4-BE49-F238E27FC236}">
                      <a16:creationId xmlns:a16="http://schemas.microsoft.com/office/drawing/2014/main" id="{EAC0922C-B809-6644-63FA-24A967A7EC96}"/>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4" name="Rectangle 1083">
                  <a:extLst>
                    <a:ext uri="{FF2B5EF4-FFF2-40B4-BE49-F238E27FC236}">
                      <a16:creationId xmlns:a16="http://schemas.microsoft.com/office/drawing/2014/main" id="{191E622B-2249-519D-9660-CC9B88B9FED5}"/>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 name="Rectangle 1084">
                  <a:extLst>
                    <a:ext uri="{FF2B5EF4-FFF2-40B4-BE49-F238E27FC236}">
                      <a16:creationId xmlns:a16="http://schemas.microsoft.com/office/drawing/2014/main" id="{53D5EA92-4419-4487-69F6-E2A0D8A319AD}"/>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2" name="Group 821">
                <a:extLst>
                  <a:ext uri="{FF2B5EF4-FFF2-40B4-BE49-F238E27FC236}">
                    <a16:creationId xmlns:a16="http://schemas.microsoft.com/office/drawing/2014/main" id="{2CE987DE-40EC-479C-6B03-B2C30654DD18}"/>
                  </a:ext>
                </a:extLst>
              </p:cNvPr>
              <p:cNvGrpSpPr/>
              <p:nvPr/>
            </p:nvGrpSpPr>
            <p:grpSpPr>
              <a:xfrm rot="10800000">
                <a:off x="7520118" y="4083499"/>
                <a:ext cx="3213534" cy="100423"/>
                <a:chOff x="1743959" y="2564091"/>
                <a:chExt cx="6334816" cy="197963"/>
              </a:xfrm>
              <a:solidFill>
                <a:schemeClr val="bg1"/>
              </a:solidFill>
            </p:grpSpPr>
            <p:sp>
              <p:nvSpPr>
                <p:cNvPr id="1022" name="Rectangle 1021">
                  <a:extLst>
                    <a:ext uri="{FF2B5EF4-FFF2-40B4-BE49-F238E27FC236}">
                      <a16:creationId xmlns:a16="http://schemas.microsoft.com/office/drawing/2014/main" id="{CEC4271E-BAB4-5BEF-E409-6B76C0F70BA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A4AAE326-5B6A-F886-2818-855210B92D2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Rectangle 1023">
                  <a:extLst>
                    <a:ext uri="{FF2B5EF4-FFF2-40B4-BE49-F238E27FC236}">
                      <a16:creationId xmlns:a16="http://schemas.microsoft.com/office/drawing/2014/main" id="{ED67EC08-CD04-61CB-7920-90B584F722B8}"/>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5" name="Rectangle 1024">
                  <a:extLst>
                    <a:ext uri="{FF2B5EF4-FFF2-40B4-BE49-F238E27FC236}">
                      <a16:creationId xmlns:a16="http://schemas.microsoft.com/office/drawing/2014/main" id="{2F3177AD-8F70-4546-A25E-807FFB83B8D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6" name="Rectangle 1025">
                  <a:extLst>
                    <a:ext uri="{FF2B5EF4-FFF2-40B4-BE49-F238E27FC236}">
                      <a16:creationId xmlns:a16="http://schemas.microsoft.com/office/drawing/2014/main" id="{B18160E2-33B0-7C01-366F-65A5C848E860}"/>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7" name="Rectangle 1026">
                  <a:extLst>
                    <a:ext uri="{FF2B5EF4-FFF2-40B4-BE49-F238E27FC236}">
                      <a16:creationId xmlns:a16="http://schemas.microsoft.com/office/drawing/2014/main" id="{C32FDCA1-4A14-6279-B712-1B90AB2A613A}"/>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8" name="Rectangle 1027">
                  <a:extLst>
                    <a:ext uri="{FF2B5EF4-FFF2-40B4-BE49-F238E27FC236}">
                      <a16:creationId xmlns:a16="http://schemas.microsoft.com/office/drawing/2014/main" id="{86295A96-5335-2C68-EB7F-E17C2C35A76A}"/>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9" name="Rectangle 1028">
                  <a:extLst>
                    <a:ext uri="{FF2B5EF4-FFF2-40B4-BE49-F238E27FC236}">
                      <a16:creationId xmlns:a16="http://schemas.microsoft.com/office/drawing/2014/main" id="{D8C661C1-CFC7-0DEB-A84D-D5F9FEBE74A7}"/>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Rectangle 1029">
                  <a:extLst>
                    <a:ext uri="{FF2B5EF4-FFF2-40B4-BE49-F238E27FC236}">
                      <a16:creationId xmlns:a16="http://schemas.microsoft.com/office/drawing/2014/main" id="{AFB95AC5-AB64-1952-3B91-520206506F2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1" name="Rectangle 1030">
                  <a:extLst>
                    <a:ext uri="{FF2B5EF4-FFF2-40B4-BE49-F238E27FC236}">
                      <a16:creationId xmlns:a16="http://schemas.microsoft.com/office/drawing/2014/main" id="{554E2BF5-7FD6-7E17-E646-8C913090B45D}"/>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Rectangle 1031">
                  <a:extLst>
                    <a:ext uri="{FF2B5EF4-FFF2-40B4-BE49-F238E27FC236}">
                      <a16:creationId xmlns:a16="http://schemas.microsoft.com/office/drawing/2014/main" id="{8B9A3237-2272-E879-BF65-1F2ADB2D0181}"/>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1AFECFBA-59C3-E575-C86B-97D5A652AE5E}"/>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 name="Rectangle 1033">
                  <a:extLst>
                    <a:ext uri="{FF2B5EF4-FFF2-40B4-BE49-F238E27FC236}">
                      <a16:creationId xmlns:a16="http://schemas.microsoft.com/office/drawing/2014/main" id="{52C75AEA-2A76-B31C-0EC2-AB7CE9FE3467}"/>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756C8D1E-1C0A-8DA2-CE3F-9220BC9E6330}"/>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6" name="Rectangle 1035">
                  <a:extLst>
                    <a:ext uri="{FF2B5EF4-FFF2-40B4-BE49-F238E27FC236}">
                      <a16:creationId xmlns:a16="http://schemas.microsoft.com/office/drawing/2014/main" id="{98BFA531-B77D-031B-D441-931778E65EDB}"/>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C88BE655-460F-0A2C-23B1-01693B2924E1}"/>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8" name="Rectangle 1037">
                  <a:extLst>
                    <a:ext uri="{FF2B5EF4-FFF2-40B4-BE49-F238E27FC236}">
                      <a16:creationId xmlns:a16="http://schemas.microsoft.com/office/drawing/2014/main" id="{7BFF9841-26D3-363B-AE7B-114E656A3112}"/>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EEBFE1C0-63E2-62A8-2BD8-05B039F41EA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0" name="Rectangle 1039">
                  <a:extLst>
                    <a:ext uri="{FF2B5EF4-FFF2-40B4-BE49-F238E27FC236}">
                      <a16:creationId xmlns:a16="http://schemas.microsoft.com/office/drawing/2014/main" id="{E5D301C1-FC81-930C-198E-4708983D5BFE}"/>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82E47042-6D09-3E94-8EBB-DF96C8269ADD}"/>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2" name="Rectangle 1041">
                  <a:extLst>
                    <a:ext uri="{FF2B5EF4-FFF2-40B4-BE49-F238E27FC236}">
                      <a16:creationId xmlns:a16="http://schemas.microsoft.com/office/drawing/2014/main" id="{8CD00C9F-198B-E908-EF23-7AAAA56D3F0B}"/>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3" name="Rectangle 1042">
                  <a:extLst>
                    <a:ext uri="{FF2B5EF4-FFF2-40B4-BE49-F238E27FC236}">
                      <a16:creationId xmlns:a16="http://schemas.microsoft.com/office/drawing/2014/main" id="{85EB33DB-3AF2-025D-3536-52EA26779B2E}"/>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C9C94CDD-C0B1-CCD0-BCEF-25BFCDEE947D}"/>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Rectangle 1044">
                  <a:extLst>
                    <a:ext uri="{FF2B5EF4-FFF2-40B4-BE49-F238E27FC236}">
                      <a16:creationId xmlns:a16="http://schemas.microsoft.com/office/drawing/2014/main" id="{0C26B461-069E-918C-A95C-26C9FFFED56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0C80F937-1925-802C-7958-8DFE197B8E59}"/>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Rectangle 1046">
                  <a:extLst>
                    <a:ext uri="{FF2B5EF4-FFF2-40B4-BE49-F238E27FC236}">
                      <a16:creationId xmlns:a16="http://schemas.microsoft.com/office/drawing/2014/main" id="{3936832A-095C-F24B-30FF-16EE2468712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9781E6B2-AE9E-20DB-4D3F-578EA565F5F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9" name="Rectangle 1048">
                  <a:extLst>
                    <a:ext uri="{FF2B5EF4-FFF2-40B4-BE49-F238E27FC236}">
                      <a16:creationId xmlns:a16="http://schemas.microsoft.com/office/drawing/2014/main" id="{5F7226CC-DFCC-5AC5-9CDD-88965A59B098}"/>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CF97CFBF-FC13-444A-67C6-BDEB98D97B3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1" name="Rectangle 1050">
                  <a:extLst>
                    <a:ext uri="{FF2B5EF4-FFF2-40B4-BE49-F238E27FC236}">
                      <a16:creationId xmlns:a16="http://schemas.microsoft.com/office/drawing/2014/main" id="{9365B3FF-B61E-BDC4-D906-9E10B80207F7}"/>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51">
                  <a:extLst>
                    <a:ext uri="{FF2B5EF4-FFF2-40B4-BE49-F238E27FC236}">
                      <a16:creationId xmlns:a16="http://schemas.microsoft.com/office/drawing/2014/main" id="{645F1CE6-13B7-06EC-4C9F-317ED99EE626}"/>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52">
                  <a:extLst>
                    <a:ext uri="{FF2B5EF4-FFF2-40B4-BE49-F238E27FC236}">
                      <a16:creationId xmlns:a16="http://schemas.microsoft.com/office/drawing/2014/main" id="{46C02302-3BF5-C4D0-E64B-145B5E57B89D}"/>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23" name="Group 822">
                <a:extLst>
                  <a:ext uri="{FF2B5EF4-FFF2-40B4-BE49-F238E27FC236}">
                    <a16:creationId xmlns:a16="http://schemas.microsoft.com/office/drawing/2014/main" id="{F14FF0F7-B1C8-B827-DDC2-D8AB1DFE36DC}"/>
                  </a:ext>
                </a:extLst>
              </p:cNvPr>
              <p:cNvGrpSpPr/>
              <p:nvPr/>
            </p:nvGrpSpPr>
            <p:grpSpPr>
              <a:xfrm rot="10800000">
                <a:off x="10432383" y="4238626"/>
                <a:ext cx="350300" cy="146008"/>
                <a:chOff x="1150032" y="5207038"/>
                <a:chExt cx="690543" cy="287825"/>
              </a:xfrm>
            </p:grpSpPr>
            <p:sp>
              <p:nvSpPr>
                <p:cNvPr id="1016" name="Rectangle 1015">
                  <a:extLst>
                    <a:ext uri="{FF2B5EF4-FFF2-40B4-BE49-F238E27FC236}">
                      <a16:creationId xmlns:a16="http://schemas.microsoft.com/office/drawing/2014/main" id="{181EA1C8-7875-77BE-D900-1A56C37908FA}"/>
                    </a:ext>
                  </a:extLst>
                </p:cNvPr>
                <p:cNvSpPr/>
                <p:nvPr/>
              </p:nvSpPr>
              <p:spPr>
                <a:xfrm>
                  <a:off x="1246686"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CD33905A-E851-BAC1-4FE8-8C847ACBC5E3}"/>
                    </a:ext>
                  </a:extLst>
                </p:cNvPr>
                <p:cNvSpPr/>
                <p:nvPr/>
              </p:nvSpPr>
              <p:spPr>
                <a:xfrm>
                  <a:off x="1444649"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14D7D65A-7F08-8894-F7E4-E9F06A3BA59B}"/>
                    </a:ext>
                  </a:extLst>
                </p:cNvPr>
                <p:cNvSpPr/>
                <p:nvPr/>
              </p:nvSpPr>
              <p:spPr>
                <a:xfrm>
                  <a:off x="1642612"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1FB9AAA6-9F57-4BE1-90DC-14BFB86F9497}"/>
                    </a:ext>
                  </a:extLst>
                </p:cNvPr>
                <p:cNvSpPr/>
                <p:nvPr/>
              </p:nvSpPr>
              <p:spPr>
                <a:xfrm>
                  <a:off x="1150032"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D2078655-8C64-70D4-9179-B544684F3803}"/>
                    </a:ext>
                  </a:extLst>
                </p:cNvPr>
                <p:cNvSpPr/>
                <p:nvPr/>
              </p:nvSpPr>
              <p:spPr>
                <a:xfrm>
                  <a:off x="1347995"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595B11A2-18E5-40BF-FF32-618A250D77F0}"/>
                    </a:ext>
                  </a:extLst>
                </p:cNvPr>
                <p:cNvSpPr/>
                <p:nvPr/>
              </p:nvSpPr>
              <p:spPr>
                <a:xfrm>
                  <a:off x="1545958"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24" name="Rectangle 823">
                <a:extLst>
                  <a:ext uri="{FF2B5EF4-FFF2-40B4-BE49-F238E27FC236}">
                    <a16:creationId xmlns:a16="http://schemas.microsoft.com/office/drawing/2014/main" id="{1BC7ABB6-F324-A5CE-97F2-681EA8F0348B}"/>
                  </a:ext>
                </a:extLst>
              </p:cNvPr>
              <p:cNvSpPr/>
              <p:nvPr/>
            </p:nvSpPr>
            <p:spPr>
              <a:xfrm rot="10800000">
                <a:off x="1038099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E44429A6-CA74-4DD3-BC77-B67FA1696B5A}"/>
                  </a:ext>
                </a:extLst>
              </p:cNvPr>
              <p:cNvSpPr/>
              <p:nvPr/>
            </p:nvSpPr>
            <p:spPr>
              <a:xfrm rot="10800000">
                <a:off x="1028056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FA789891-F6D0-3D62-5ECE-DA7E29F0C25B}"/>
                  </a:ext>
                </a:extLst>
              </p:cNvPr>
              <p:cNvSpPr/>
              <p:nvPr/>
            </p:nvSpPr>
            <p:spPr>
              <a:xfrm rot="10800000">
                <a:off x="1018014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70ADA212-9EB0-137C-95F6-84EC0500664E}"/>
                  </a:ext>
                </a:extLst>
              </p:cNvPr>
              <p:cNvSpPr/>
              <p:nvPr/>
            </p:nvSpPr>
            <p:spPr>
              <a:xfrm rot="10800000">
                <a:off x="1007972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8AB2EAB4-AD7E-CBB0-DF75-41F2CB528033}"/>
                  </a:ext>
                </a:extLst>
              </p:cNvPr>
              <p:cNvSpPr/>
              <p:nvPr/>
            </p:nvSpPr>
            <p:spPr>
              <a:xfrm rot="10800000">
                <a:off x="997929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2FE79156-0A40-EC1D-C29D-CB1DEA5ADCDF}"/>
                  </a:ext>
                </a:extLst>
              </p:cNvPr>
              <p:cNvSpPr/>
              <p:nvPr/>
            </p:nvSpPr>
            <p:spPr>
              <a:xfrm rot="10800000">
                <a:off x="987887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A1EB31FC-809C-BA7F-03DE-CD7A90233CEB}"/>
                  </a:ext>
                </a:extLst>
              </p:cNvPr>
              <p:cNvSpPr/>
              <p:nvPr/>
            </p:nvSpPr>
            <p:spPr>
              <a:xfrm rot="10800000">
                <a:off x="977845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6DC22BA2-8F81-7313-9DD4-2318B1B121B1}"/>
                  </a:ext>
                </a:extLst>
              </p:cNvPr>
              <p:cNvSpPr/>
              <p:nvPr/>
            </p:nvSpPr>
            <p:spPr>
              <a:xfrm rot="10800000">
                <a:off x="967803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F9140D92-2B4F-4A30-4751-3D0A78766C76}"/>
                  </a:ext>
                </a:extLst>
              </p:cNvPr>
              <p:cNvSpPr/>
              <p:nvPr/>
            </p:nvSpPr>
            <p:spPr>
              <a:xfrm rot="10800000">
                <a:off x="957760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3" name="Rectangle 832">
                <a:extLst>
                  <a:ext uri="{FF2B5EF4-FFF2-40B4-BE49-F238E27FC236}">
                    <a16:creationId xmlns:a16="http://schemas.microsoft.com/office/drawing/2014/main" id="{ECBF111D-1842-01D7-7223-E899CAE99F5A}"/>
                  </a:ext>
                </a:extLst>
              </p:cNvPr>
              <p:cNvSpPr/>
              <p:nvPr/>
            </p:nvSpPr>
            <p:spPr>
              <a:xfrm rot="10800000">
                <a:off x="947718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1923A186-C528-A5A1-3710-AB5EC89A5304}"/>
                  </a:ext>
                </a:extLst>
              </p:cNvPr>
              <p:cNvSpPr/>
              <p:nvPr/>
            </p:nvSpPr>
            <p:spPr>
              <a:xfrm rot="10800000">
                <a:off x="937676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Rectangle 834">
                <a:extLst>
                  <a:ext uri="{FF2B5EF4-FFF2-40B4-BE49-F238E27FC236}">
                    <a16:creationId xmlns:a16="http://schemas.microsoft.com/office/drawing/2014/main" id="{F5C56C6D-D6C2-6F1A-8015-CA1974A84B00}"/>
                  </a:ext>
                </a:extLst>
              </p:cNvPr>
              <p:cNvSpPr/>
              <p:nvPr/>
            </p:nvSpPr>
            <p:spPr>
              <a:xfrm rot="10800000">
                <a:off x="927633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Rectangle 835">
                <a:extLst>
                  <a:ext uri="{FF2B5EF4-FFF2-40B4-BE49-F238E27FC236}">
                    <a16:creationId xmlns:a16="http://schemas.microsoft.com/office/drawing/2014/main" id="{B4AAD837-265F-E19B-27A1-AAA1445AFC89}"/>
                  </a:ext>
                </a:extLst>
              </p:cNvPr>
              <p:cNvSpPr/>
              <p:nvPr/>
            </p:nvSpPr>
            <p:spPr>
              <a:xfrm rot="10800000">
                <a:off x="917591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5AC28110-7C38-1AB2-C090-3C3F4684DC22}"/>
                  </a:ext>
                </a:extLst>
              </p:cNvPr>
              <p:cNvSpPr/>
              <p:nvPr/>
            </p:nvSpPr>
            <p:spPr>
              <a:xfrm rot="10800000">
                <a:off x="907549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A25F4F97-D2C7-BB07-E95A-B32F8892E1EE}"/>
                  </a:ext>
                </a:extLst>
              </p:cNvPr>
              <p:cNvSpPr/>
              <p:nvPr/>
            </p:nvSpPr>
            <p:spPr>
              <a:xfrm rot="10800000">
                <a:off x="897507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34DACDAD-41F6-5E36-5448-019995CDDF3B}"/>
                  </a:ext>
                </a:extLst>
              </p:cNvPr>
              <p:cNvSpPr/>
              <p:nvPr/>
            </p:nvSpPr>
            <p:spPr>
              <a:xfrm rot="10800000">
                <a:off x="887464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BFE14950-B03B-5EE9-2759-30661FF1AD60}"/>
                  </a:ext>
                </a:extLst>
              </p:cNvPr>
              <p:cNvSpPr/>
              <p:nvPr/>
            </p:nvSpPr>
            <p:spPr>
              <a:xfrm rot="10800000">
                <a:off x="877422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6BAB7650-3D50-2A45-A055-51B4DE7BD960}"/>
                  </a:ext>
                </a:extLst>
              </p:cNvPr>
              <p:cNvSpPr/>
              <p:nvPr/>
            </p:nvSpPr>
            <p:spPr>
              <a:xfrm rot="10800000">
                <a:off x="867380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77995E76-A748-137F-337B-B680C75A4121}"/>
                  </a:ext>
                </a:extLst>
              </p:cNvPr>
              <p:cNvSpPr/>
              <p:nvPr/>
            </p:nvSpPr>
            <p:spPr>
              <a:xfrm rot="10800000">
                <a:off x="857337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3" name="Rectangle 842">
                <a:extLst>
                  <a:ext uri="{FF2B5EF4-FFF2-40B4-BE49-F238E27FC236}">
                    <a16:creationId xmlns:a16="http://schemas.microsoft.com/office/drawing/2014/main" id="{DE5D9C6F-1E9A-365F-7993-D8B9EA48377E}"/>
                  </a:ext>
                </a:extLst>
              </p:cNvPr>
              <p:cNvSpPr/>
              <p:nvPr/>
            </p:nvSpPr>
            <p:spPr>
              <a:xfrm rot="10800000">
                <a:off x="847295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Rectangle 843">
                <a:extLst>
                  <a:ext uri="{FF2B5EF4-FFF2-40B4-BE49-F238E27FC236}">
                    <a16:creationId xmlns:a16="http://schemas.microsoft.com/office/drawing/2014/main" id="{65ECF7AD-3FB4-6ABF-945D-4132508E34BA}"/>
                  </a:ext>
                </a:extLst>
              </p:cNvPr>
              <p:cNvSpPr/>
              <p:nvPr/>
            </p:nvSpPr>
            <p:spPr>
              <a:xfrm rot="10800000">
                <a:off x="837253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Rectangle 844">
                <a:extLst>
                  <a:ext uri="{FF2B5EF4-FFF2-40B4-BE49-F238E27FC236}">
                    <a16:creationId xmlns:a16="http://schemas.microsoft.com/office/drawing/2014/main" id="{086CD21C-361D-E973-3FD0-B904752CE34C}"/>
                  </a:ext>
                </a:extLst>
              </p:cNvPr>
              <p:cNvSpPr/>
              <p:nvPr/>
            </p:nvSpPr>
            <p:spPr>
              <a:xfrm rot="10800000">
                <a:off x="827210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0320EDFD-FA79-041F-830C-00C49E3156C4}"/>
                  </a:ext>
                </a:extLst>
              </p:cNvPr>
              <p:cNvSpPr/>
              <p:nvPr/>
            </p:nvSpPr>
            <p:spPr>
              <a:xfrm rot="10800000">
                <a:off x="817168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Rectangle 846">
                <a:extLst>
                  <a:ext uri="{FF2B5EF4-FFF2-40B4-BE49-F238E27FC236}">
                    <a16:creationId xmlns:a16="http://schemas.microsoft.com/office/drawing/2014/main" id="{AE989C65-5CFE-D74D-FE74-CB4418552B7D}"/>
                  </a:ext>
                </a:extLst>
              </p:cNvPr>
              <p:cNvSpPr/>
              <p:nvPr/>
            </p:nvSpPr>
            <p:spPr>
              <a:xfrm rot="10800000">
                <a:off x="807126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9ADF94B8-15A5-CED0-3F1E-90EA552A118E}"/>
                  </a:ext>
                </a:extLst>
              </p:cNvPr>
              <p:cNvSpPr/>
              <p:nvPr/>
            </p:nvSpPr>
            <p:spPr>
              <a:xfrm rot="10800000">
                <a:off x="797084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Rectangle 848">
                <a:extLst>
                  <a:ext uri="{FF2B5EF4-FFF2-40B4-BE49-F238E27FC236}">
                    <a16:creationId xmlns:a16="http://schemas.microsoft.com/office/drawing/2014/main" id="{42627F54-7D38-01B5-36F2-F1BF0312054C}"/>
                  </a:ext>
                </a:extLst>
              </p:cNvPr>
              <p:cNvSpPr/>
              <p:nvPr/>
            </p:nvSpPr>
            <p:spPr>
              <a:xfrm rot="10800000">
                <a:off x="787041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Rectangle 849">
                <a:extLst>
                  <a:ext uri="{FF2B5EF4-FFF2-40B4-BE49-F238E27FC236}">
                    <a16:creationId xmlns:a16="http://schemas.microsoft.com/office/drawing/2014/main" id="{59EF11A3-35BD-804F-246E-4961C3EF9385}"/>
                  </a:ext>
                </a:extLst>
              </p:cNvPr>
              <p:cNvSpPr/>
              <p:nvPr/>
            </p:nvSpPr>
            <p:spPr>
              <a:xfrm rot="10800000">
                <a:off x="776999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C96F80EA-6554-EE05-C551-C5F885E9CCF7}"/>
                  </a:ext>
                </a:extLst>
              </p:cNvPr>
              <p:cNvSpPr/>
              <p:nvPr/>
            </p:nvSpPr>
            <p:spPr>
              <a:xfrm rot="10800000">
                <a:off x="766957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2" name="Rectangle 851">
                <a:extLst>
                  <a:ext uri="{FF2B5EF4-FFF2-40B4-BE49-F238E27FC236}">
                    <a16:creationId xmlns:a16="http://schemas.microsoft.com/office/drawing/2014/main" id="{F463107E-2149-9A38-5DDD-3F662089567C}"/>
                  </a:ext>
                </a:extLst>
              </p:cNvPr>
              <p:cNvSpPr/>
              <p:nvPr/>
            </p:nvSpPr>
            <p:spPr>
              <a:xfrm rot="10800000">
                <a:off x="756914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3" name="Group 852">
                <a:extLst>
                  <a:ext uri="{FF2B5EF4-FFF2-40B4-BE49-F238E27FC236}">
                    <a16:creationId xmlns:a16="http://schemas.microsoft.com/office/drawing/2014/main" id="{826C372D-37DD-5C7C-3891-AEF5A8F1A2E6}"/>
                  </a:ext>
                </a:extLst>
              </p:cNvPr>
              <p:cNvGrpSpPr/>
              <p:nvPr/>
            </p:nvGrpSpPr>
            <p:grpSpPr>
              <a:xfrm rot="10800000">
                <a:off x="7569149" y="4138336"/>
                <a:ext cx="3213534" cy="100423"/>
                <a:chOff x="1743959" y="2564091"/>
                <a:chExt cx="6334816" cy="197963"/>
              </a:xfrm>
              <a:solidFill>
                <a:schemeClr val="bg1"/>
              </a:solidFill>
            </p:grpSpPr>
            <p:sp>
              <p:nvSpPr>
                <p:cNvPr id="984" name="Rectangle 983">
                  <a:extLst>
                    <a:ext uri="{FF2B5EF4-FFF2-40B4-BE49-F238E27FC236}">
                      <a16:creationId xmlns:a16="http://schemas.microsoft.com/office/drawing/2014/main" id="{2C22D06E-8ECE-65DF-0349-EEC1E1085806}"/>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5" name="Rectangle 984">
                  <a:extLst>
                    <a:ext uri="{FF2B5EF4-FFF2-40B4-BE49-F238E27FC236}">
                      <a16:creationId xmlns:a16="http://schemas.microsoft.com/office/drawing/2014/main" id="{2D4904A7-1FFA-1A0F-4874-C1CF353E00CD}"/>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6" name="Rectangle 985">
                  <a:extLst>
                    <a:ext uri="{FF2B5EF4-FFF2-40B4-BE49-F238E27FC236}">
                      <a16:creationId xmlns:a16="http://schemas.microsoft.com/office/drawing/2014/main" id="{797D6C67-3F3C-C074-BC16-CAB0A66E5AF6}"/>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7" name="Rectangle 986">
                  <a:extLst>
                    <a:ext uri="{FF2B5EF4-FFF2-40B4-BE49-F238E27FC236}">
                      <a16:creationId xmlns:a16="http://schemas.microsoft.com/office/drawing/2014/main" id="{5AF9DA82-B4EC-DFA4-1619-F76CDABA0560}"/>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8" name="Rectangle 987">
                  <a:extLst>
                    <a:ext uri="{FF2B5EF4-FFF2-40B4-BE49-F238E27FC236}">
                      <a16:creationId xmlns:a16="http://schemas.microsoft.com/office/drawing/2014/main" id="{2A9D7C9C-8283-3CC9-5051-407C8586428A}"/>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9" name="Rectangle 988">
                  <a:extLst>
                    <a:ext uri="{FF2B5EF4-FFF2-40B4-BE49-F238E27FC236}">
                      <a16:creationId xmlns:a16="http://schemas.microsoft.com/office/drawing/2014/main" id="{052B5E4B-4505-1A44-03CF-BEB94045000A}"/>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0" name="Rectangle 989">
                  <a:extLst>
                    <a:ext uri="{FF2B5EF4-FFF2-40B4-BE49-F238E27FC236}">
                      <a16:creationId xmlns:a16="http://schemas.microsoft.com/office/drawing/2014/main" id="{07C98CAE-C919-707E-E9CC-041A7B1BE06A}"/>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1" name="Rectangle 990">
                  <a:extLst>
                    <a:ext uri="{FF2B5EF4-FFF2-40B4-BE49-F238E27FC236}">
                      <a16:creationId xmlns:a16="http://schemas.microsoft.com/office/drawing/2014/main" id="{A5887251-0980-954D-4809-8E5FC6688004}"/>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2" name="Rectangle 991">
                  <a:extLst>
                    <a:ext uri="{FF2B5EF4-FFF2-40B4-BE49-F238E27FC236}">
                      <a16:creationId xmlns:a16="http://schemas.microsoft.com/office/drawing/2014/main" id="{9876BE4D-9CF6-043F-D598-FA6E3432F1E9}"/>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3" name="Rectangle 992">
                  <a:extLst>
                    <a:ext uri="{FF2B5EF4-FFF2-40B4-BE49-F238E27FC236}">
                      <a16:creationId xmlns:a16="http://schemas.microsoft.com/office/drawing/2014/main" id="{9EB7663A-AE9B-8D47-8860-4BBC91BDE092}"/>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4" name="Rectangle 993">
                  <a:extLst>
                    <a:ext uri="{FF2B5EF4-FFF2-40B4-BE49-F238E27FC236}">
                      <a16:creationId xmlns:a16="http://schemas.microsoft.com/office/drawing/2014/main" id="{8B41E924-5433-1BBC-E23D-75ED50E1C34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5" name="Rectangle 994">
                  <a:extLst>
                    <a:ext uri="{FF2B5EF4-FFF2-40B4-BE49-F238E27FC236}">
                      <a16:creationId xmlns:a16="http://schemas.microsoft.com/office/drawing/2014/main" id="{0F09830A-6C52-1BCE-1939-B2A55BBCB523}"/>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6" name="Rectangle 995">
                  <a:extLst>
                    <a:ext uri="{FF2B5EF4-FFF2-40B4-BE49-F238E27FC236}">
                      <a16:creationId xmlns:a16="http://schemas.microsoft.com/office/drawing/2014/main" id="{3AF91EF0-A43C-6C65-513F-9067497CF50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7" name="Rectangle 996">
                  <a:extLst>
                    <a:ext uri="{FF2B5EF4-FFF2-40B4-BE49-F238E27FC236}">
                      <a16:creationId xmlns:a16="http://schemas.microsoft.com/office/drawing/2014/main" id="{7D8624CF-8CC4-F10A-F10B-C3C1826DC86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8" name="Rectangle 997">
                  <a:extLst>
                    <a:ext uri="{FF2B5EF4-FFF2-40B4-BE49-F238E27FC236}">
                      <a16:creationId xmlns:a16="http://schemas.microsoft.com/office/drawing/2014/main" id="{991F3263-DF4D-A91A-223F-FB12683ADE0C}"/>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9" name="Rectangle 998">
                  <a:extLst>
                    <a:ext uri="{FF2B5EF4-FFF2-40B4-BE49-F238E27FC236}">
                      <a16:creationId xmlns:a16="http://schemas.microsoft.com/office/drawing/2014/main" id="{7604AEC2-FE2D-F902-2094-50294CA89B59}"/>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0" name="Rectangle 999">
                  <a:extLst>
                    <a:ext uri="{FF2B5EF4-FFF2-40B4-BE49-F238E27FC236}">
                      <a16:creationId xmlns:a16="http://schemas.microsoft.com/office/drawing/2014/main" id="{25FA3084-9E5E-F9A4-3056-003A97BE484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1" name="Rectangle 1000">
                  <a:extLst>
                    <a:ext uri="{FF2B5EF4-FFF2-40B4-BE49-F238E27FC236}">
                      <a16:creationId xmlns:a16="http://schemas.microsoft.com/office/drawing/2014/main" id="{4283E734-3426-E05A-623C-E77C52580B81}"/>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2" name="Rectangle 1001">
                  <a:extLst>
                    <a:ext uri="{FF2B5EF4-FFF2-40B4-BE49-F238E27FC236}">
                      <a16:creationId xmlns:a16="http://schemas.microsoft.com/office/drawing/2014/main" id="{E29BAB4E-6EA9-EC34-E95A-70A8BFC4BA5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3" name="Rectangle 1002">
                  <a:extLst>
                    <a:ext uri="{FF2B5EF4-FFF2-40B4-BE49-F238E27FC236}">
                      <a16:creationId xmlns:a16="http://schemas.microsoft.com/office/drawing/2014/main" id="{27B028C3-95DE-9EF4-E68E-AAA5F3FEC962}"/>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4" name="Rectangle 1003">
                  <a:extLst>
                    <a:ext uri="{FF2B5EF4-FFF2-40B4-BE49-F238E27FC236}">
                      <a16:creationId xmlns:a16="http://schemas.microsoft.com/office/drawing/2014/main" id="{75A7DEDA-600B-6BCB-0180-A29310853271}"/>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5" name="Rectangle 1004">
                  <a:extLst>
                    <a:ext uri="{FF2B5EF4-FFF2-40B4-BE49-F238E27FC236}">
                      <a16:creationId xmlns:a16="http://schemas.microsoft.com/office/drawing/2014/main" id="{C51D1D2C-C5D0-383D-DA20-F210FAA6B5D9}"/>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6" name="Rectangle 1005">
                  <a:extLst>
                    <a:ext uri="{FF2B5EF4-FFF2-40B4-BE49-F238E27FC236}">
                      <a16:creationId xmlns:a16="http://schemas.microsoft.com/office/drawing/2014/main" id="{D3F4AFE2-B09D-76C7-567A-494C5421CD16}"/>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7" name="Rectangle 1006">
                  <a:extLst>
                    <a:ext uri="{FF2B5EF4-FFF2-40B4-BE49-F238E27FC236}">
                      <a16:creationId xmlns:a16="http://schemas.microsoft.com/office/drawing/2014/main" id="{2BAC3675-E3A7-6DA3-3518-80686D954CC4}"/>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8" name="Rectangle 1007">
                  <a:extLst>
                    <a:ext uri="{FF2B5EF4-FFF2-40B4-BE49-F238E27FC236}">
                      <a16:creationId xmlns:a16="http://schemas.microsoft.com/office/drawing/2014/main" id="{30A7E06A-50C6-C35D-F008-B8E885988A2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8C42678D-806F-23F3-B10F-B4CAB060A7C6}"/>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Rectangle 1009">
                  <a:extLst>
                    <a:ext uri="{FF2B5EF4-FFF2-40B4-BE49-F238E27FC236}">
                      <a16:creationId xmlns:a16="http://schemas.microsoft.com/office/drawing/2014/main" id="{9E63DE19-CF22-039E-F5C8-E3ABD591C5CF}"/>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Rectangle 1010">
                  <a:extLst>
                    <a:ext uri="{FF2B5EF4-FFF2-40B4-BE49-F238E27FC236}">
                      <a16:creationId xmlns:a16="http://schemas.microsoft.com/office/drawing/2014/main" id="{F400A9E7-57B8-0159-6FB9-7B7931EA3C94}"/>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Rectangle 1011">
                  <a:extLst>
                    <a:ext uri="{FF2B5EF4-FFF2-40B4-BE49-F238E27FC236}">
                      <a16:creationId xmlns:a16="http://schemas.microsoft.com/office/drawing/2014/main" id="{27A22230-CFE4-8902-F4B7-6F00AC768199}"/>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Rectangle 1012">
                  <a:extLst>
                    <a:ext uri="{FF2B5EF4-FFF2-40B4-BE49-F238E27FC236}">
                      <a16:creationId xmlns:a16="http://schemas.microsoft.com/office/drawing/2014/main" id="{80CC7EB1-CA12-94A6-5622-C848D4C474CF}"/>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27DF48C4-1B74-E5FE-6AD0-800C7567AB70}"/>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8D42D557-913D-B002-B6AF-AF5CE7D139FE}"/>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4" name="Group 853">
                <a:extLst>
                  <a:ext uri="{FF2B5EF4-FFF2-40B4-BE49-F238E27FC236}">
                    <a16:creationId xmlns:a16="http://schemas.microsoft.com/office/drawing/2014/main" id="{98DE7485-2F1C-EC9C-1743-5C0FDE0D553C}"/>
                  </a:ext>
                </a:extLst>
              </p:cNvPr>
              <p:cNvGrpSpPr/>
              <p:nvPr/>
            </p:nvGrpSpPr>
            <p:grpSpPr>
              <a:xfrm rot="10800000">
                <a:off x="7569149" y="4037914"/>
                <a:ext cx="3213534" cy="100423"/>
                <a:chOff x="1743959" y="2564091"/>
                <a:chExt cx="6334816" cy="197963"/>
              </a:xfrm>
              <a:solidFill>
                <a:schemeClr val="bg1"/>
              </a:solidFill>
            </p:grpSpPr>
            <p:sp>
              <p:nvSpPr>
                <p:cNvPr id="952" name="Rectangle 951">
                  <a:extLst>
                    <a:ext uri="{FF2B5EF4-FFF2-40B4-BE49-F238E27FC236}">
                      <a16:creationId xmlns:a16="http://schemas.microsoft.com/office/drawing/2014/main" id="{C2FF4AC3-3BBD-8CD7-D54D-B478215A8577}"/>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3" name="Rectangle 952">
                  <a:extLst>
                    <a:ext uri="{FF2B5EF4-FFF2-40B4-BE49-F238E27FC236}">
                      <a16:creationId xmlns:a16="http://schemas.microsoft.com/office/drawing/2014/main" id="{7A136EBF-CB06-3A10-AC91-540AFEBB4CE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4" name="Rectangle 953">
                  <a:extLst>
                    <a:ext uri="{FF2B5EF4-FFF2-40B4-BE49-F238E27FC236}">
                      <a16:creationId xmlns:a16="http://schemas.microsoft.com/office/drawing/2014/main" id="{02CC662F-A708-3489-7DCA-C72D72D3AA90}"/>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5" name="Rectangle 954">
                  <a:extLst>
                    <a:ext uri="{FF2B5EF4-FFF2-40B4-BE49-F238E27FC236}">
                      <a16:creationId xmlns:a16="http://schemas.microsoft.com/office/drawing/2014/main" id="{B73BA1F6-9FAE-D148-100C-88F7DDD0CA4A}"/>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6" name="Rectangle 955">
                  <a:extLst>
                    <a:ext uri="{FF2B5EF4-FFF2-40B4-BE49-F238E27FC236}">
                      <a16:creationId xmlns:a16="http://schemas.microsoft.com/office/drawing/2014/main" id="{13E31AA9-C36F-01BA-D17C-70085CC5B221}"/>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7" name="Rectangle 956">
                  <a:extLst>
                    <a:ext uri="{FF2B5EF4-FFF2-40B4-BE49-F238E27FC236}">
                      <a16:creationId xmlns:a16="http://schemas.microsoft.com/office/drawing/2014/main" id="{66277BEC-5505-0FA3-4DE9-40FC73EB3F49}"/>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8" name="Rectangle 957">
                  <a:extLst>
                    <a:ext uri="{FF2B5EF4-FFF2-40B4-BE49-F238E27FC236}">
                      <a16:creationId xmlns:a16="http://schemas.microsoft.com/office/drawing/2014/main" id="{CB97DF20-36B6-450A-752A-07077D58BAB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9" name="Rectangle 958">
                  <a:extLst>
                    <a:ext uri="{FF2B5EF4-FFF2-40B4-BE49-F238E27FC236}">
                      <a16:creationId xmlns:a16="http://schemas.microsoft.com/office/drawing/2014/main" id="{86ABFBD7-5D55-0443-E892-2FB5A9421774}"/>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0" name="Rectangle 959">
                  <a:extLst>
                    <a:ext uri="{FF2B5EF4-FFF2-40B4-BE49-F238E27FC236}">
                      <a16:creationId xmlns:a16="http://schemas.microsoft.com/office/drawing/2014/main" id="{AA2972FF-F008-8BE5-0BC3-2697843F771F}"/>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1" name="Rectangle 960">
                  <a:extLst>
                    <a:ext uri="{FF2B5EF4-FFF2-40B4-BE49-F238E27FC236}">
                      <a16:creationId xmlns:a16="http://schemas.microsoft.com/office/drawing/2014/main" id="{E5EE4E6E-B246-7827-82D7-B2ED8611169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 name="Rectangle 961">
                  <a:extLst>
                    <a:ext uri="{FF2B5EF4-FFF2-40B4-BE49-F238E27FC236}">
                      <a16:creationId xmlns:a16="http://schemas.microsoft.com/office/drawing/2014/main" id="{B119A83C-C59D-C9CA-AD41-D4CC44ACF14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3" name="Rectangle 962">
                  <a:extLst>
                    <a:ext uri="{FF2B5EF4-FFF2-40B4-BE49-F238E27FC236}">
                      <a16:creationId xmlns:a16="http://schemas.microsoft.com/office/drawing/2014/main" id="{58CBA5DB-F9AC-FAED-B6F6-1CF77C894CBA}"/>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4" name="Rectangle 963">
                  <a:extLst>
                    <a:ext uri="{FF2B5EF4-FFF2-40B4-BE49-F238E27FC236}">
                      <a16:creationId xmlns:a16="http://schemas.microsoft.com/office/drawing/2014/main" id="{FE0BD8FF-D365-E105-C290-2DEF9833A206}"/>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5" name="Rectangle 964">
                  <a:extLst>
                    <a:ext uri="{FF2B5EF4-FFF2-40B4-BE49-F238E27FC236}">
                      <a16:creationId xmlns:a16="http://schemas.microsoft.com/office/drawing/2014/main" id="{2D4F916D-5B19-C5FF-D776-2BF8800BBF9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6" name="Rectangle 965">
                  <a:extLst>
                    <a:ext uri="{FF2B5EF4-FFF2-40B4-BE49-F238E27FC236}">
                      <a16:creationId xmlns:a16="http://schemas.microsoft.com/office/drawing/2014/main" id="{F7DF688D-2EBC-B4E7-723C-8FDD67537C3B}"/>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7" name="Rectangle 966">
                  <a:extLst>
                    <a:ext uri="{FF2B5EF4-FFF2-40B4-BE49-F238E27FC236}">
                      <a16:creationId xmlns:a16="http://schemas.microsoft.com/office/drawing/2014/main" id="{DDC0B899-58A3-3B4D-5C33-165845AD9A77}"/>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8" name="Rectangle 967">
                  <a:extLst>
                    <a:ext uri="{FF2B5EF4-FFF2-40B4-BE49-F238E27FC236}">
                      <a16:creationId xmlns:a16="http://schemas.microsoft.com/office/drawing/2014/main" id="{F3C1896E-48E2-C2F5-CB49-0738BDBE1AB3}"/>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9" name="Rectangle 968">
                  <a:extLst>
                    <a:ext uri="{FF2B5EF4-FFF2-40B4-BE49-F238E27FC236}">
                      <a16:creationId xmlns:a16="http://schemas.microsoft.com/office/drawing/2014/main" id="{40F82CB0-96EF-55EE-A2BE-AF323B70FF09}"/>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0" name="Rectangle 969">
                  <a:extLst>
                    <a:ext uri="{FF2B5EF4-FFF2-40B4-BE49-F238E27FC236}">
                      <a16:creationId xmlns:a16="http://schemas.microsoft.com/office/drawing/2014/main" id="{F959E03C-2FE0-34C1-8F93-25D90ADDBC2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1" name="Rectangle 970">
                  <a:extLst>
                    <a:ext uri="{FF2B5EF4-FFF2-40B4-BE49-F238E27FC236}">
                      <a16:creationId xmlns:a16="http://schemas.microsoft.com/office/drawing/2014/main" id="{DC2E2B0B-20A0-E6F7-C685-56D5708742B4}"/>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2" name="Rectangle 971">
                  <a:extLst>
                    <a:ext uri="{FF2B5EF4-FFF2-40B4-BE49-F238E27FC236}">
                      <a16:creationId xmlns:a16="http://schemas.microsoft.com/office/drawing/2014/main" id="{9709B089-830F-32A6-2E48-0EFB59C46F9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3" name="Rectangle 972">
                  <a:extLst>
                    <a:ext uri="{FF2B5EF4-FFF2-40B4-BE49-F238E27FC236}">
                      <a16:creationId xmlns:a16="http://schemas.microsoft.com/office/drawing/2014/main" id="{D25B2D3B-B34D-E800-FB1E-A4348317F8F6}"/>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4" name="Rectangle 973">
                  <a:extLst>
                    <a:ext uri="{FF2B5EF4-FFF2-40B4-BE49-F238E27FC236}">
                      <a16:creationId xmlns:a16="http://schemas.microsoft.com/office/drawing/2014/main" id="{7F87AEA8-5A13-E2CE-4CE8-FD28C67E5C67}"/>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5" name="Rectangle 974">
                  <a:extLst>
                    <a:ext uri="{FF2B5EF4-FFF2-40B4-BE49-F238E27FC236}">
                      <a16:creationId xmlns:a16="http://schemas.microsoft.com/office/drawing/2014/main" id="{87737E14-43F0-007E-EDE7-243C430B70FD}"/>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6" name="Rectangle 975">
                  <a:extLst>
                    <a:ext uri="{FF2B5EF4-FFF2-40B4-BE49-F238E27FC236}">
                      <a16:creationId xmlns:a16="http://schemas.microsoft.com/office/drawing/2014/main" id="{2523E381-8F3D-26A1-8DA9-FB1ACB86BA9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7" name="Rectangle 976">
                  <a:extLst>
                    <a:ext uri="{FF2B5EF4-FFF2-40B4-BE49-F238E27FC236}">
                      <a16:creationId xmlns:a16="http://schemas.microsoft.com/office/drawing/2014/main" id="{243B24E2-7EC3-CE9D-F356-3DFD8EA53687}"/>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8" name="Rectangle 977">
                  <a:extLst>
                    <a:ext uri="{FF2B5EF4-FFF2-40B4-BE49-F238E27FC236}">
                      <a16:creationId xmlns:a16="http://schemas.microsoft.com/office/drawing/2014/main" id="{71DB52A6-37FF-B28D-ACE1-51AF767AA937}"/>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9" name="Rectangle 978">
                  <a:extLst>
                    <a:ext uri="{FF2B5EF4-FFF2-40B4-BE49-F238E27FC236}">
                      <a16:creationId xmlns:a16="http://schemas.microsoft.com/office/drawing/2014/main" id="{F0E3BB3A-E5A3-CF82-6D52-0EBB33B24E87}"/>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0" name="Rectangle 979">
                  <a:extLst>
                    <a:ext uri="{FF2B5EF4-FFF2-40B4-BE49-F238E27FC236}">
                      <a16:creationId xmlns:a16="http://schemas.microsoft.com/office/drawing/2014/main" id="{88EB340F-8477-8A29-7D24-A442263075D8}"/>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1" name="Rectangle 980">
                  <a:extLst>
                    <a:ext uri="{FF2B5EF4-FFF2-40B4-BE49-F238E27FC236}">
                      <a16:creationId xmlns:a16="http://schemas.microsoft.com/office/drawing/2014/main" id="{F407E52D-5287-9B2C-BD52-1EC6D7969D23}"/>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2" name="Rectangle 981">
                  <a:extLst>
                    <a:ext uri="{FF2B5EF4-FFF2-40B4-BE49-F238E27FC236}">
                      <a16:creationId xmlns:a16="http://schemas.microsoft.com/office/drawing/2014/main" id="{73C18E38-A880-81A0-10A9-59991577333A}"/>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3" name="Rectangle 982">
                  <a:extLst>
                    <a:ext uri="{FF2B5EF4-FFF2-40B4-BE49-F238E27FC236}">
                      <a16:creationId xmlns:a16="http://schemas.microsoft.com/office/drawing/2014/main" id="{94E32EF0-F7E3-BBF1-9182-53816D413AC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5" name="Rectangle 854">
                <a:extLst>
                  <a:ext uri="{FF2B5EF4-FFF2-40B4-BE49-F238E27FC236}">
                    <a16:creationId xmlns:a16="http://schemas.microsoft.com/office/drawing/2014/main" id="{EC6402CA-53D8-1120-B509-6FE0FEA99854}"/>
                  </a:ext>
                </a:extLst>
              </p:cNvPr>
              <p:cNvSpPr/>
              <p:nvPr/>
            </p:nvSpPr>
            <p:spPr>
              <a:xfrm rot="10800000">
                <a:off x="1043118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6" name="Rectangle 855">
                <a:extLst>
                  <a:ext uri="{FF2B5EF4-FFF2-40B4-BE49-F238E27FC236}">
                    <a16:creationId xmlns:a16="http://schemas.microsoft.com/office/drawing/2014/main" id="{EAEC11D3-14F6-3F14-2AD7-003A4A4ECE6D}"/>
                  </a:ext>
                </a:extLst>
              </p:cNvPr>
              <p:cNvSpPr/>
              <p:nvPr/>
            </p:nvSpPr>
            <p:spPr>
              <a:xfrm rot="10800000">
                <a:off x="1033076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Rectangle 856">
                <a:extLst>
                  <a:ext uri="{FF2B5EF4-FFF2-40B4-BE49-F238E27FC236}">
                    <a16:creationId xmlns:a16="http://schemas.microsoft.com/office/drawing/2014/main" id="{01544F9B-AACE-F3EE-ACBE-772202097445}"/>
                  </a:ext>
                </a:extLst>
              </p:cNvPr>
              <p:cNvSpPr/>
              <p:nvPr/>
            </p:nvSpPr>
            <p:spPr>
              <a:xfrm rot="10800000">
                <a:off x="1023033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Rectangle 857">
                <a:extLst>
                  <a:ext uri="{FF2B5EF4-FFF2-40B4-BE49-F238E27FC236}">
                    <a16:creationId xmlns:a16="http://schemas.microsoft.com/office/drawing/2014/main" id="{59ED8BA1-D8E9-922A-1BC1-2BAD5042E2E2}"/>
                  </a:ext>
                </a:extLst>
              </p:cNvPr>
              <p:cNvSpPr/>
              <p:nvPr/>
            </p:nvSpPr>
            <p:spPr>
              <a:xfrm rot="10800000">
                <a:off x="1012991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Rectangle 858">
                <a:extLst>
                  <a:ext uri="{FF2B5EF4-FFF2-40B4-BE49-F238E27FC236}">
                    <a16:creationId xmlns:a16="http://schemas.microsoft.com/office/drawing/2014/main" id="{8516CFAC-D479-FFA5-4289-F5D042660AC9}"/>
                  </a:ext>
                </a:extLst>
              </p:cNvPr>
              <p:cNvSpPr/>
              <p:nvPr/>
            </p:nvSpPr>
            <p:spPr>
              <a:xfrm rot="10800000">
                <a:off x="1002949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52C9B69C-07D4-20B7-163F-2F7050092D79}"/>
                  </a:ext>
                </a:extLst>
              </p:cNvPr>
              <p:cNvSpPr/>
              <p:nvPr/>
            </p:nvSpPr>
            <p:spPr>
              <a:xfrm rot="10800000">
                <a:off x="992906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Rectangle 860">
                <a:extLst>
                  <a:ext uri="{FF2B5EF4-FFF2-40B4-BE49-F238E27FC236}">
                    <a16:creationId xmlns:a16="http://schemas.microsoft.com/office/drawing/2014/main" id="{A09E959B-5CAD-B782-5FF2-53D111F42EE0}"/>
                  </a:ext>
                </a:extLst>
              </p:cNvPr>
              <p:cNvSpPr/>
              <p:nvPr/>
            </p:nvSpPr>
            <p:spPr>
              <a:xfrm rot="10800000">
                <a:off x="982864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E4A47ACF-2FFC-A90B-D0FD-0AA601DFEADA}"/>
                  </a:ext>
                </a:extLst>
              </p:cNvPr>
              <p:cNvSpPr/>
              <p:nvPr/>
            </p:nvSpPr>
            <p:spPr>
              <a:xfrm rot="10800000">
                <a:off x="972822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Rectangle 862">
                <a:extLst>
                  <a:ext uri="{FF2B5EF4-FFF2-40B4-BE49-F238E27FC236}">
                    <a16:creationId xmlns:a16="http://schemas.microsoft.com/office/drawing/2014/main" id="{0BB9A034-0B84-87DA-6146-4F17B7DC3164}"/>
                  </a:ext>
                </a:extLst>
              </p:cNvPr>
              <p:cNvSpPr/>
              <p:nvPr/>
            </p:nvSpPr>
            <p:spPr>
              <a:xfrm rot="10800000">
                <a:off x="962780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Rectangle 863">
                <a:extLst>
                  <a:ext uri="{FF2B5EF4-FFF2-40B4-BE49-F238E27FC236}">
                    <a16:creationId xmlns:a16="http://schemas.microsoft.com/office/drawing/2014/main" id="{BDD75D0E-9076-28CE-F977-C87201AEFF99}"/>
                  </a:ext>
                </a:extLst>
              </p:cNvPr>
              <p:cNvSpPr/>
              <p:nvPr/>
            </p:nvSpPr>
            <p:spPr>
              <a:xfrm rot="10800000">
                <a:off x="952737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5" name="Rectangle 864">
                <a:extLst>
                  <a:ext uri="{FF2B5EF4-FFF2-40B4-BE49-F238E27FC236}">
                    <a16:creationId xmlns:a16="http://schemas.microsoft.com/office/drawing/2014/main" id="{A03C749A-8A8C-ED60-4AF7-805E00739FE6}"/>
                  </a:ext>
                </a:extLst>
              </p:cNvPr>
              <p:cNvSpPr/>
              <p:nvPr/>
            </p:nvSpPr>
            <p:spPr>
              <a:xfrm rot="10800000">
                <a:off x="942695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Rectangle 865">
                <a:extLst>
                  <a:ext uri="{FF2B5EF4-FFF2-40B4-BE49-F238E27FC236}">
                    <a16:creationId xmlns:a16="http://schemas.microsoft.com/office/drawing/2014/main" id="{C3216D14-FC42-438E-2192-461CC1908DBC}"/>
                  </a:ext>
                </a:extLst>
              </p:cNvPr>
              <p:cNvSpPr/>
              <p:nvPr/>
            </p:nvSpPr>
            <p:spPr>
              <a:xfrm rot="10800000">
                <a:off x="932653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Rectangle 866">
                <a:extLst>
                  <a:ext uri="{FF2B5EF4-FFF2-40B4-BE49-F238E27FC236}">
                    <a16:creationId xmlns:a16="http://schemas.microsoft.com/office/drawing/2014/main" id="{BF78412B-6435-FC9E-2576-3D0C1A485BD3}"/>
                  </a:ext>
                </a:extLst>
              </p:cNvPr>
              <p:cNvSpPr/>
              <p:nvPr/>
            </p:nvSpPr>
            <p:spPr>
              <a:xfrm rot="10800000">
                <a:off x="922610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Rectangle 867">
                <a:extLst>
                  <a:ext uri="{FF2B5EF4-FFF2-40B4-BE49-F238E27FC236}">
                    <a16:creationId xmlns:a16="http://schemas.microsoft.com/office/drawing/2014/main" id="{E44CF505-5EB5-8B3E-2C57-FA9B2DE03405}"/>
                  </a:ext>
                </a:extLst>
              </p:cNvPr>
              <p:cNvSpPr/>
              <p:nvPr/>
            </p:nvSpPr>
            <p:spPr>
              <a:xfrm rot="10800000">
                <a:off x="912568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916A449B-4B1A-A938-F996-D4024E6C5AB4}"/>
                  </a:ext>
                </a:extLst>
              </p:cNvPr>
              <p:cNvSpPr/>
              <p:nvPr/>
            </p:nvSpPr>
            <p:spPr>
              <a:xfrm rot="10800000">
                <a:off x="902526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Rectangle 869">
                <a:extLst>
                  <a:ext uri="{FF2B5EF4-FFF2-40B4-BE49-F238E27FC236}">
                    <a16:creationId xmlns:a16="http://schemas.microsoft.com/office/drawing/2014/main" id="{EE8AFF32-D12F-0A66-F808-3DE39EFE488D}"/>
                  </a:ext>
                </a:extLst>
              </p:cNvPr>
              <p:cNvSpPr/>
              <p:nvPr/>
            </p:nvSpPr>
            <p:spPr>
              <a:xfrm rot="10800000">
                <a:off x="892483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Rectangle 870">
                <a:extLst>
                  <a:ext uri="{FF2B5EF4-FFF2-40B4-BE49-F238E27FC236}">
                    <a16:creationId xmlns:a16="http://schemas.microsoft.com/office/drawing/2014/main" id="{C3F7609C-E38E-074F-A564-0BB5C16ABB85}"/>
                  </a:ext>
                </a:extLst>
              </p:cNvPr>
              <p:cNvSpPr/>
              <p:nvPr/>
            </p:nvSpPr>
            <p:spPr>
              <a:xfrm rot="10800000">
                <a:off x="882441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Rectangle 871">
                <a:extLst>
                  <a:ext uri="{FF2B5EF4-FFF2-40B4-BE49-F238E27FC236}">
                    <a16:creationId xmlns:a16="http://schemas.microsoft.com/office/drawing/2014/main" id="{527044A9-462A-ADB8-D6A8-A5248DFF49FA}"/>
                  </a:ext>
                </a:extLst>
              </p:cNvPr>
              <p:cNvSpPr/>
              <p:nvPr/>
            </p:nvSpPr>
            <p:spPr>
              <a:xfrm rot="10800000">
                <a:off x="872399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Rectangle 872">
                <a:extLst>
                  <a:ext uri="{FF2B5EF4-FFF2-40B4-BE49-F238E27FC236}">
                    <a16:creationId xmlns:a16="http://schemas.microsoft.com/office/drawing/2014/main" id="{5D81AC2E-1522-F160-7ECA-5C259F9CCE15}"/>
                  </a:ext>
                </a:extLst>
              </p:cNvPr>
              <p:cNvSpPr/>
              <p:nvPr/>
            </p:nvSpPr>
            <p:spPr>
              <a:xfrm rot="10800000">
                <a:off x="862357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4" name="Rectangle 873">
                <a:extLst>
                  <a:ext uri="{FF2B5EF4-FFF2-40B4-BE49-F238E27FC236}">
                    <a16:creationId xmlns:a16="http://schemas.microsoft.com/office/drawing/2014/main" id="{F5194126-CCE2-A420-DA71-FE5ADBD8F764}"/>
                  </a:ext>
                </a:extLst>
              </p:cNvPr>
              <p:cNvSpPr/>
              <p:nvPr/>
            </p:nvSpPr>
            <p:spPr>
              <a:xfrm rot="10800000">
                <a:off x="852314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Rectangle 874">
                <a:extLst>
                  <a:ext uri="{FF2B5EF4-FFF2-40B4-BE49-F238E27FC236}">
                    <a16:creationId xmlns:a16="http://schemas.microsoft.com/office/drawing/2014/main" id="{D33A3F17-CC0F-39E4-1EA3-5077583EEDF5}"/>
                  </a:ext>
                </a:extLst>
              </p:cNvPr>
              <p:cNvSpPr/>
              <p:nvPr/>
            </p:nvSpPr>
            <p:spPr>
              <a:xfrm rot="10800000">
                <a:off x="842272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Rectangle 875">
                <a:extLst>
                  <a:ext uri="{FF2B5EF4-FFF2-40B4-BE49-F238E27FC236}">
                    <a16:creationId xmlns:a16="http://schemas.microsoft.com/office/drawing/2014/main" id="{A196A9EF-DADF-BF14-F60C-CAFBC483D406}"/>
                  </a:ext>
                </a:extLst>
              </p:cNvPr>
              <p:cNvSpPr/>
              <p:nvPr/>
            </p:nvSpPr>
            <p:spPr>
              <a:xfrm rot="10800000">
                <a:off x="832230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Rectangle 876">
                <a:extLst>
                  <a:ext uri="{FF2B5EF4-FFF2-40B4-BE49-F238E27FC236}">
                    <a16:creationId xmlns:a16="http://schemas.microsoft.com/office/drawing/2014/main" id="{B0F562E4-994F-7E97-B3F3-9945EC62685D}"/>
                  </a:ext>
                </a:extLst>
              </p:cNvPr>
              <p:cNvSpPr/>
              <p:nvPr/>
            </p:nvSpPr>
            <p:spPr>
              <a:xfrm rot="10800000">
                <a:off x="822187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Rectangle 877">
                <a:extLst>
                  <a:ext uri="{FF2B5EF4-FFF2-40B4-BE49-F238E27FC236}">
                    <a16:creationId xmlns:a16="http://schemas.microsoft.com/office/drawing/2014/main" id="{52B678A3-DC02-330E-A2C2-7DC8ACC08310}"/>
                  </a:ext>
                </a:extLst>
              </p:cNvPr>
              <p:cNvSpPr/>
              <p:nvPr/>
            </p:nvSpPr>
            <p:spPr>
              <a:xfrm rot="10800000">
                <a:off x="812145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Rectangle 878">
                <a:extLst>
                  <a:ext uri="{FF2B5EF4-FFF2-40B4-BE49-F238E27FC236}">
                    <a16:creationId xmlns:a16="http://schemas.microsoft.com/office/drawing/2014/main" id="{BCEEAD2A-D328-EF13-F810-37C57B6540FC}"/>
                  </a:ext>
                </a:extLst>
              </p:cNvPr>
              <p:cNvSpPr/>
              <p:nvPr/>
            </p:nvSpPr>
            <p:spPr>
              <a:xfrm rot="10800000">
                <a:off x="802103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Rectangle 879">
                <a:extLst>
                  <a:ext uri="{FF2B5EF4-FFF2-40B4-BE49-F238E27FC236}">
                    <a16:creationId xmlns:a16="http://schemas.microsoft.com/office/drawing/2014/main" id="{8917F93E-1787-5D4E-1A88-BC0DDF4EFBEE}"/>
                  </a:ext>
                </a:extLst>
              </p:cNvPr>
              <p:cNvSpPr/>
              <p:nvPr/>
            </p:nvSpPr>
            <p:spPr>
              <a:xfrm rot="10800000">
                <a:off x="792061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Rectangle 880">
                <a:extLst>
                  <a:ext uri="{FF2B5EF4-FFF2-40B4-BE49-F238E27FC236}">
                    <a16:creationId xmlns:a16="http://schemas.microsoft.com/office/drawing/2014/main" id="{61D9F518-EFCB-7C82-12BF-45B0F0737861}"/>
                  </a:ext>
                </a:extLst>
              </p:cNvPr>
              <p:cNvSpPr/>
              <p:nvPr/>
            </p:nvSpPr>
            <p:spPr>
              <a:xfrm rot="10800000">
                <a:off x="782018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Rectangle 881">
                <a:extLst>
                  <a:ext uri="{FF2B5EF4-FFF2-40B4-BE49-F238E27FC236}">
                    <a16:creationId xmlns:a16="http://schemas.microsoft.com/office/drawing/2014/main" id="{CE296C23-9236-4188-2933-32D9DF88F5FE}"/>
                  </a:ext>
                </a:extLst>
              </p:cNvPr>
              <p:cNvSpPr/>
              <p:nvPr/>
            </p:nvSpPr>
            <p:spPr>
              <a:xfrm rot="10800000">
                <a:off x="771976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3" name="Rectangle 882">
                <a:extLst>
                  <a:ext uri="{FF2B5EF4-FFF2-40B4-BE49-F238E27FC236}">
                    <a16:creationId xmlns:a16="http://schemas.microsoft.com/office/drawing/2014/main" id="{C9693974-AC74-801F-C609-8A3B44FF3671}"/>
                  </a:ext>
                </a:extLst>
              </p:cNvPr>
              <p:cNvSpPr/>
              <p:nvPr/>
            </p:nvSpPr>
            <p:spPr>
              <a:xfrm rot="10800000">
                <a:off x="761934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4" name="Rectangle 883">
                <a:extLst>
                  <a:ext uri="{FF2B5EF4-FFF2-40B4-BE49-F238E27FC236}">
                    <a16:creationId xmlns:a16="http://schemas.microsoft.com/office/drawing/2014/main" id="{DF765439-AF43-6118-7A6A-101535B71235}"/>
                  </a:ext>
                </a:extLst>
              </p:cNvPr>
              <p:cNvSpPr/>
              <p:nvPr/>
            </p:nvSpPr>
            <p:spPr>
              <a:xfrm rot="10800000">
                <a:off x="1043118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5" name="Rectangle 884">
                <a:extLst>
                  <a:ext uri="{FF2B5EF4-FFF2-40B4-BE49-F238E27FC236}">
                    <a16:creationId xmlns:a16="http://schemas.microsoft.com/office/drawing/2014/main" id="{8F2BF3C2-FF65-2B29-16BF-865EFEEFC5BB}"/>
                  </a:ext>
                </a:extLst>
              </p:cNvPr>
              <p:cNvSpPr/>
              <p:nvPr/>
            </p:nvSpPr>
            <p:spPr>
              <a:xfrm rot="10800000">
                <a:off x="1033076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6" name="Rectangle 885">
                <a:extLst>
                  <a:ext uri="{FF2B5EF4-FFF2-40B4-BE49-F238E27FC236}">
                    <a16:creationId xmlns:a16="http://schemas.microsoft.com/office/drawing/2014/main" id="{D1E98087-1391-E6B0-5177-DDFB10DDE353}"/>
                  </a:ext>
                </a:extLst>
              </p:cNvPr>
              <p:cNvSpPr/>
              <p:nvPr/>
            </p:nvSpPr>
            <p:spPr>
              <a:xfrm rot="10800000">
                <a:off x="1023033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7" name="Rectangle 886">
                <a:extLst>
                  <a:ext uri="{FF2B5EF4-FFF2-40B4-BE49-F238E27FC236}">
                    <a16:creationId xmlns:a16="http://schemas.microsoft.com/office/drawing/2014/main" id="{A2EB8CB7-0549-CCCD-2F1E-05FB95D3E3B8}"/>
                  </a:ext>
                </a:extLst>
              </p:cNvPr>
              <p:cNvSpPr/>
              <p:nvPr/>
            </p:nvSpPr>
            <p:spPr>
              <a:xfrm rot="10800000">
                <a:off x="1012991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2E5376B0-0003-4C44-3D65-E0B795A299D2}"/>
                  </a:ext>
                </a:extLst>
              </p:cNvPr>
              <p:cNvSpPr/>
              <p:nvPr/>
            </p:nvSpPr>
            <p:spPr>
              <a:xfrm rot="10800000">
                <a:off x="1002949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B371B841-C15C-CCA2-4D94-65E2A109DEA3}"/>
                  </a:ext>
                </a:extLst>
              </p:cNvPr>
              <p:cNvSpPr/>
              <p:nvPr/>
            </p:nvSpPr>
            <p:spPr>
              <a:xfrm rot="10800000">
                <a:off x="992906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Rectangle 889">
                <a:extLst>
                  <a:ext uri="{FF2B5EF4-FFF2-40B4-BE49-F238E27FC236}">
                    <a16:creationId xmlns:a16="http://schemas.microsoft.com/office/drawing/2014/main" id="{876D75DA-D18C-AE29-F9B9-7E207D20D5B1}"/>
                  </a:ext>
                </a:extLst>
              </p:cNvPr>
              <p:cNvSpPr/>
              <p:nvPr/>
            </p:nvSpPr>
            <p:spPr>
              <a:xfrm rot="10800000">
                <a:off x="982864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Rectangle 890">
                <a:extLst>
                  <a:ext uri="{FF2B5EF4-FFF2-40B4-BE49-F238E27FC236}">
                    <a16:creationId xmlns:a16="http://schemas.microsoft.com/office/drawing/2014/main" id="{214ED317-7B60-672F-3EC8-4844A1679F01}"/>
                  </a:ext>
                </a:extLst>
              </p:cNvPr>
              <p:cNvSpPr/>
              <p:nvPr/>
            </p:nvSpPr>
            <p:spPr>
              <a:xfrm rot="10800000">
                <a:off x="972822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Rectangle 891">
                <a:extLst>
                  <a:ext uri="{FF2B5EF4-FFF2-40B4-BE49-F238E27FC236}">
                    <a16:creationId xmlns:a16="http://schemas.microsoft.com/office/drawing/2014/main" id="{E082E060-4E9B-519D-C2AB-50ABF2C055FB}"/>
                  </a:ext>
                </a:extLst>
              </p:cNvPr>
              <p:cNvSpPr/>
              <p:nvPr/>
            </p:nvSpPr>
            <p:spPr>
              <a:xfrm rot="10800000">
                <a:off x="962780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Rectangle 892">
                <a:extLst>
                  <a:ext uri="{FF2B5EF4-FFF2-40B4-BE49-F238E27FC236}">
                    <a16:creationId xmlns:a16="http://schemas.microsoft.com/office/drawing/2014/main" id="{5E9F907B-2730-89D3-6E71-D474C66C1291}"/>
                  </a:ext>
                </a:extLst>
              </p:cNvPr>
              <p:cNvSpPr/>
              <p:nvPr/>
            </p:nvSpPr>
            <p:spPr>
              <a:xfrm rot="10800000">
                <a:off x="952737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Rectangle 893">
                <a:extLst>
                  <a:ext uri="{FF2B5EF4-FFF2-40B4-BE49-F238E27FC236}">
                    <a16:creationId xmlns:a16="http://schemas.microsoft.com/office/drawing/2014/main" id="{FBC2C72C-6D07-B356-9515-00DD657B02F7}"/>
                  </a:ext>
                </a:extLst>
              </p:cNvPr>
              <p:cNvSpPr/>
              <p:nvPr/>
            </p:nvSpPr>
            <p:spPr>
              <a:xfrm rot="10800000">
                <a:off x="942695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Rectangle 894">
                <a:extLst>
                  <a:ext uri="{FF2B5EF4-FFF2-40B4-BE49-F238E27FC236}">
                    <a16:creationId xmlns:a16="http://schemas.microsoft.com/office/drawing/2014/main" id="{EC2071AF-4E36-A284-FBAA-AFCE3B92DA54}"/>
                  </a:ext>
                </a:extLst>
              </p:cNvPr>
              <p:cNvSpPr/>
              <p:nvPr/>
            </p:nvSpPr>
            <p:spPr>
              <a:xfrm rot="10800000">
                <a:off x="932653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6" name="Rectangle 895">
                <a:extLst>
                  <a:ext uri="{FF2B5EF4-FFF2-40B4-BE49-F238E27FC236}">
                    <a16:creationId xmlns:a16="http://schemas.microsoft.com/office/drawing/2014/main" id="{68573BB4-1530-3536-422E-A4BFAD7D6932}"/>
                  </a:ext>
                </a:extLst>
              </p:cNvPr>
              <p:cNvSpPr/>
              <p:nvPr/>
            </p:nvSpPr>
            <p:spPr>
              <a:xfrm rot="10800000">
                <a:off x="922610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Rectangle 896">
                <a:extLst>
                  <a:ext uri="{FF2B5EF4-FFF2-40B4-BE49-F238E27FC236}">
                    <a16:creationId xmlns:a16="http://schemas.microsoft.com/office/drawing/2014/main" id="{4EAC8B02-F899-84F6-7228-B39F96B71F96}"/>
                  </a:ext>
                </a:extLst>
              </p:cNvPr>
              <p:cNvSpPr/>
              <p:nvPr/>
            </p:nvSpPr>
            <p:spPr>
              <a:xfrm rot="10800000">
                <a:off x="912568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Rectangle 897">
                <a:extLst>
                  <a:ext uri="{FF2B5EF4-FFF2-40B4-BE49-F238E27FC236}">
                    <a16:creationId xmlns:a16="http://schemas.microsoft.com/office/drawing/2014/main" id="{83D57CE5-C425-BBB2-0E7B-6DF3F9C671E8}"/>
                  </a:ext>
                </a:extLst>
              </p:cNvPr>
              <p:cNvSpPr/>
              <p:nvPr/>
            </p:nvSpPr>
            <p:spPr>
              <a:xfrm rot="10800000">
                <a:off x="902526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Rectangle 898">
                <a:extLst>
                  <a:ext uri="{FF2B5EF4-FFF2-40B4-BE49-F238E27FC236}">
                    <a16:creationId xmlns:a16="http://schemas.microsoft.com/office/drawing/2014/main" id="{C1D7B10E-CDAF-276A-141B-7F7588E6DBAB}"/>
                  </a:ext>
                </a:extLst>
              </p:cNvPr>
              <p:cNvSpPr/>
              <p:nvPr/>
            </p:nvSpPr>
            <p:spPr>
              <a:xfrm rot="10800000">
                <a:off x="892483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Rectangle 899">
                <a:extLst>
                  <a:ext uri="{FF2B5EF4-FFF2-40B4-BE49-F238E27FC236}">
                    <a16:creationId xmlns:a16="http://schemas.microsoft.com/office/drawing/2014/main" id="{FD1A8C5B-AE71-1026-F852-704256DBE4E6}"/>
                  </a:ext>
                </a:extLst>
              </p:cNvPr>
              <p:cNvSpPr/>
              <p:nvPr/>
            </p:nvSpPr>
            <p:spPr>
              <a:xfrm rot="10800000">
                <a:off x="882441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Rectangle 900">
                <a:extLst>
                  <a:ext uri="{FF2B5EF4-FFF2-40B4-BE49-F238E27FC236}">
                    <a16:creationId xmlns:a16="http://schemas.microsoft.com/office/drawing/2014/main" id="{187929EA-550F-D305-525D-086806F61D40}"/>
                  </a:ext>
                </a:extLst>
              </p:cNvPr>
              <p:cNvSpPr/>
              <p:nvPr/>
            </p:nvSpPr>
            <p:spPr>
              <a:xfrm rot="10800000">
                <a:off x="872399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Rectangle 901">
                <a:extLst>
                  <a:ext uri="{FF2B5EF4-FFF2-40B4-BE49-F238E27FC236}">
                    <a16:creationId xmlns:a16="http://schemas.microsoft.com/office/drawing/2014/main" id="{11E37A1E-71F9-6DD4-9412-8BCA27623381}"/>
                  </a:ext>
                </a:extLst>
              </p:cNvPr>
              <p:cNvSpPr/>
              <p:nvPr/>
            </p:nvSpPr>
            <p:spPr>
              <a:xfrm rot="10800000">
                <a:off x="862357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Rectangle 902">
                <a:extLst>
                  <a:ext uri="{FF2B5EF4-FFF2-40B4-BE49-F238E27FC236}">
                    <a16:creationId xmlns:a16="http://schemas.microsoft.com/office/drawing/2014/main" id="{4EE1C3F1-D595-A26C-6BE2-72B88AE9A7D1}"/>
                  </a:ext>
                </a:extLst>
              </p:cNvPr>
              <p:cNvSpPr/>
              <p:nvPr/>
            </p:nvSpPr>
            <p:spPr>
              <a:xfrm rot="10800000">
                <a:off x="852314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C443FCD8-75A3-2CD0-7231-2E460882020A}"/>
                  </a:ext>
                </a:extLst>
              </p:cNvPr>
              <p:cNvSpPr/>
              <p:nvPr/>
            </p:nvSpPr>
            <p:spPr>
              <a:xfrm rot="10800000">
                <a:off x="842272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5" name="Rectangle 904">
                <a:extLst>
                  <a:ext uri="{FF2B5EF4-FFF2-40B4-BE49-F238E27FC236}">
                    <a16:creationId xmlns:a16="http://schemas.microsoft.com/office/drawing/2014/main" id="{98C4F272-1057-F13D-9546-C94DD59FE0FA}"/>
                  </a:ext>
                </a:extLst>
              </p:cNvPr>
              <p:cNvSpPr/>
              <p:nvPr/>
            </p:nvSpPr>
            <p:spPr>
              <a:xfrm rot="10800000">
                <a:off x="832230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Rectangle 905">
                <a:extLst>
                  <a:ext uri="{FF2B5EF4-FFF2-40B4-BE49-F238E27FC236}">
                    <a16:creationId xmlns:a16="http://schemas.microsoft.com/office/drawing/2014/main" id="{4F462F02-CAE0-0899-BAA7-3FDE70D641DA}"/>
                  </a:ext>
                </a:extLst>
              </p:cNvPr>
              <p:cNvSpPr/>
              <p:nvPr/>
            </p:nvSpPr>
            <p:spPr>
              <a:xfrm rot="10800000">
                <a:off x="822187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7A583906-1786-A554-C6BE-2ED41F38594D}"/>
                  </a:ext>
                </a:extLst>
              </p:cNvPr>
              <p:cNvSpPr/>
              <p:nvPr/>
            </p:nvSpPr>
            <p:spPr>
              <a:xfrm rot="10800000">
                <a:off x="812145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04F7571A-501C-6849-5DA9-0F538DAA3A67}"/>
                  </a:ext>
                </a:extLst>
              </p:cNvPr>
              <p:cNvSpPr/>
              <p:nvPr/>
            </p:nvSpPr>
            <p:spPr>
              <a:xfrm rot="10800000">
                <a:off x="802103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77FBED76-C9E0-E0C6-134E-EC675BEAF8CF}"/>
                  </a:ext>
                </a:extLst>
              </p:cNvPr>
              <p:cNvSpPr/>
              <p:nvPr/>
            </p:nvSpPr>
            <p:spPr>
              <a:xfrm rot="10800000">
                <a:off x="792061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785F8EAA-9841-FE27-42C3-C87C2130A107}"/>
                  </a:ext>
                </a:extLst>
              </p:cNvPr>
              <p:cNvSpPr/>
              <p:nvPr/>
            </p:nvSpPr>
            <p:spPr>
              <a:xfrm rot="10800000">
                <a:off x="782018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89FE350D-CF78-E097-1E32-13B17063622E}"/>
                  </a:ext>
                </a:extLst>
              </p:cNvPr>
              <p:cNvSpPr/>
              <p:nvPr/>
            </p:nvSpPr>
            <p:spPr>
              <a:xfrm rot="10800000">
                <a:off x="771976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Rectangle 911">
                <a:extLst>
                  <a:ext uri="{FF2B5EF4-FFF2-40B4-BE49-F238E27FC236}">
                    <a16:creationId xmlns:a16="http://schemas.microsoft.com/office/drawing/2014/main" id="{928CADAA-38B2-CBF4-8B67-1352DF0DD7A6}"/>
                  </a:ext>
                </a:extLst>
              </p:cNvPr>
              <p:cNvSpPr/>
              <p:nvPr/>
            </p:nvSpPr>
            <p:spPr>
              <a:xfrm rot="10800000">
                <a:off x="761934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13" name="Group 912">
                <a:extLst>
                  <a:ext uri="{FF2B5EF4-FFF2-40B4-BE49-F238E27FC236}">
                    <a16:creationId xmlns:a16="http://schemas.microsoft.com/office/drawing/2014/main" id="{B6B2A0F6-911A-50E6-7A2E-EDB42C8E8BE8}"/>
                  </a:ext>
                </a:extLst>
              </p:cNvPr>
              <p:cNvGrpSpPr/>
              <p:nvPr/>
            </p:nvGrpSpPr>
            <p:grpSpPr>
              <a:xfrm rot="10800000">
                <a:off x="10531606" y="3982298"/>
                <a:ext cx="301269" cy="301135"/>
                <a:chOff x="1051088" y="5406535"/>
                <a:chExt cx="593889" cy="593625"/>
              </a:xfrm>
            </p:grpSpPr>
            <p:sp>
              <p:nvSpPr>
                <p:cNvPr id="943" name="Rectangle 942">
                  <a:extLst>
                    <a:ext uri="{FF2B5EF4-FFF2-40B4-BE49-F238E27FC236}">
                      <a16:creationId xmlns:a16="http://schemas.microsoft.com/office/drawing/2014/main" id="{28E09E75-150A-ED68-C2D7-03D5B6A580B2}"/>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4" name="Rectangle 943">
                  <a:extLst>
                    <a:ext uri="{FF2B5EF4-FFF2-40B4-BE49-F238E27FC236}">
                      <a16:creationId xmlns:a16="http://schemas.microsoft.com/office/drawing/2014/main" id="{3B968DEF-52C0-506A-4561-8C62D9D9B872}"/>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5" name="Rectangle 944">
                  <a:extLst>
                    <a:ext uri="{FF2B5EF4-FFF2-40B4-BE49-F238E27FC236}">
                      <a16:creationId xmlns:a16="http://schemas.microsoft.com/office/drawing/2014/main" id="{0FF98999-30E2-A766-E357-7C873FBC6245}"/>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6" name="Rectangle 945">
                  <a:extLst>
                    <a:ext uri="{FF2B5EF4-FFF2-40B4-BE49-F238E27FC236}">
                      <a16:creationId xmlns:a16="http://schemas.microsoft.com/office/drawing/2014/main" id="{1ED1E280-4EA6-4C76-A122-007982286CC4}"/>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7" name="Rectangle 946">
                  <a:extLst>
                    <a:ext uri="{FF2B5EF4-FFF2-40B4-BE49-F238E27FC236}">
                      <a16:creationId xmlns:a16="http://schemas.microsoft.com/office/drawing/2014/main" id="{F9F737FA-944E-F62A-4FAE-8C9E71A4AE89}"/>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8" name="Rectangle 947">
                  <a:extLst>
                    <a:ext uri="{FF2B5EF4-FFF2-40B4-BE49-F238E27FC236}">
                      <a16:creationId xmlns:a16="http://schemas.microsoft.com/office/drawing/2014/main" id="{5E6A7C0F-2110-0286-3E48-043ABC60AF59}"/>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9" name="Rectangle 948">
                  <a:extLst>
                    <a:ext uri="{FF2B5EF4-FFF2-40B4-BE49-F238E27FC236}">
                      <a16:creationId xmlns:a16="http://schemas.microsoft.com/office/drawing/2014/main" id="{A031263D-D584-CE9E-7750-170CB83CCF5D}"/>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0" name="Rectangle 949">
                  <a:extLst>
                    <a:ext uri="{FF2B5EF4-FFF2-40B4-BE49-F238E27FC236}">
                      <a16:creationId xmlns:a16="http://schemas.microsoft.com/office/drawing/2014/main" id="{D9180ED9-40ED-38A5-E1F7-E5DA9D02100B}"/>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1" name="Rectangle 950">
                  <a:extLst>
                    <a:ext uri="{FF2B5EF4-FFF2-40B4-BE49-F238E27FC236}">
                      <a16:creationId xmlns:a16="http://schemas.microsoft.com/office/drawing/2014/main" id="{6F9E29F4-CCE3-1FD8-5092-373DF7BBEAE1}"/>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14" name="Rectangle 913">
                <a:extLst>
                  <a:ext uri="{FF2B5EF4-FFF2-40B4-BE49-F238E27FC236}">
                    <a16:creationId xmlns:a16="http://schemas.microsoft.com/office/drawing/2014/main" id="{FBB4D2B1-0369-1CC9-4DD8-E57AEC2F095D}"/>
                  </a:ext>
                </a:extLst>
              </p:cNvPr>
              <p:cNvSpPr/>
              <p:nvPr/>
            </p:nvSpPr>
            <p:spPr>
              <a:xfrm rot="10800000">
                <a:off x="1043118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5" name="Rectangle 914">
                <a:extLst>
                  <a:ext uri="{FF2B5EF4-FFF2-40B4-BE49-F238E27FC236}">
                    <a16:creationId xmlns:a16="http://schemas.microsoft.com/office/drawing/2014/main" id="{FAB76617-3508-3396-C9EB-180960F9BA28}"/>
                  </a:ext>
                </a:extLst>
              </p:cNvPr>
              <p:cNvSpPr/>
              <p:nvPr/>
            </p:nvSpPr>
            <p:spPr>
              <a:xfrm rot="10800000">
                <a:off x="1033076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6" name="Rectangle 915">
                <a:extLst>
                  <a:ext uri="{FF2B5EF4-FFF2-40B4-BE49-F238E27FC236}">
                    <a16:creationId xmlns:a16="http://schemas.microsoft.com/office/drawing/2014/main" id="{BB2B1BBF-A0CC-4A08-D097-F5D3A53A1F51}"/>
                  </a:ext>
                </a:extLst>
              </p:cNvPr>
              <p:cNvSpPr/>
              <p:nvPr/>
            </p:nvSpPr>
            <p:spPr>
              <a:xfrm rot="10800000">
                <a:off x="1023033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7" name="Rectangle 916">
                <a:extLst>
                  <a:ext uri="{FF2B5EF4-FFF2-40B4-BE49-F238E27FC236}">
                    <a16:creationId xmlns:a16="http://schemas.microsoft.com/office/drawing/2014/main" id="{745CF7ED-1E4E-C2A2-BDCA-9A40EE78A792}"/>
                  </a:ext>
                </a:extLst>
              </p:cNvPr>
              <p:cNvSpPr/>
              <p:nvPr/>
            </p:nvSpPr>
            <p:spPr>
              <a:xfrm rot="10800000">
                <a:off x="1012991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8" name="Rectangle 917">
                <a:extLst>
                  <a:ext uri="{FF2B5EF4-FFF2-40B4-BE49-F238E27FC236}">
                    <a16:creationId xmlns:a16="http://schemas.microsoft.com/office/drawing/2014/main" id="{1CB3C1BE-736A-4789-09A2-A4D072EB5A25}"/>
                  </a:ext>
                </a:extLst>
              </p:cNvPr>
              <p:cNvSpPr/>
              <p:nvPr/>
            </p:nvSpPr>
            <p:spPr>
              <a:xfrm rot="10800000">
                <a:off x="1002949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9" name="Rectangle 918">
                <a:extLst>
                  <a:ext uri="{FF2B5EF4-FFF2-40B4-BE49-F238E27FC236}">
                    <a16:creationId xmlns:a16="http://schemas.microsoft.com/office/drawing/2014/main" id="{4C4BABA5-4AC5-4873-8057-2C930F9BA390}"/>
                  </a:ext>
                </a:extLst>
              </p:cNvPr>
              <p:cNvSpPr/>
              <p:nvPr/>
            </p:nvSpPr>
            <p:spPr>
              <a:xfrm rot="10800000">
                <a:off x="992906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0" name="Rectangle 919">
                <a:extLst>
                  <a:ext uri="{FF2B5EF4-FFF2-40B4-BE49-F238E27FC236}">
                    <a16:creationId xmlns:a16="http://schemas.microsoft.com/office/drawing/2014/main" id="{EA1FF6E6-8792-37B7-2082-883BA83EB7A4}"/>
                  </a:ext>
                </a:extLst>
              </p:cNvPr>
              <p:cNvSpPr/>
              <p:nvPr/>
            </p:nvSpPr>
            <p:spPr>
              <a:xfrm rot="10800000">
                <a:off x="982864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1" name="Rectangle 920">
                <a:extLst>
                  <a:ext uri="{FF2B5EF4-FFF2-40B4-BE49-F238E27FC236}">
                    <a16:creationId xmlns:a16="http://schemas.microsoft.com/office/drawing/2014/main" id="{B82A3DBE-FD9E-820C-C306-1B509FD5FA0B}"/>
                  </a:ext>
                </a:extLst>
              </p:cNvPr>
              <p:cNvSpPr/>
              <p:nvPr/>
            </p:nvSpPr>
            <p:spPr>
              <a:xfrm rot="10800000">
                <a:off x="972822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 name="Rectangle 921">
                <a:extLst>
                  <a:ext uri="{FF2B5EF4-FFF2-40B4-BE49-F238E27FC236}">
                    <a16:creationId xmlns:a16="http://schemas.microsoft.com/office/drawing/2014/main" id="{AAE02206-BBCD-4CBA-E2A4-9DB3839BFE2B}"/>
                  </a:ext>
                </a:extLst>
              </p:cNvPr>
              <p:cNvSpPr/>
              <p:nvPr/>
            </p:nvSpPr>
            <p:spPr>
              <a:xfrm rot="10800000">
                <a:off x="962780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3" name="Rectangle 922">
                <a:extLst>
                  <a:ext uri="{FF2B5EF4-FFF2-40B4-BE49-F238E27FC236}">
                    <a16:creationId xmlns:a16="http://schemas.microsoft.com/office/drawing/2014/main" id="{C040AF5A-7EA2-0F42-818C-08EED0EE2C6B}"/>
                  </a:ext>
                </a:extLst>
              </p:cNvPr>
              <p:cNvSpPr/>
              <p:nvPr/>
            </p:nvSpPr>
            <p:spPr>
              <a:xfrm rot="10800000">
                <a:off x="952737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4" name="Rectangle 923">
                <a:extLst>
                  <a:ext uri="{FF2B5EF4-FFF2-40B4-BE49-F238E27FC236}">
                    <a16:creationId xmlns:a16="http://schemas.microsoft.com/office/drawing/2014/main" id="{773481B7-D1C8-6EC0-2580-5291F9811985}"/>
                  </a:ext>
                </a:extLst>
              </p:cNvPr>
              <p:cNvSpPr/>
              <p:nvPr/>
            </p:nvSpPr>
            <p:spPr>
              <a:xfrm rot="10800000">
                <a:off x="942695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5" name="Rectangle 924">
                <a:extLst>
                  <a:ext uri="{FF2B5EF4-FFF2-40B4-BE49-F238E27FC236}">
                    <a16:creationId xmlns:a16="http://schemas.microsoft.com/office/drawing/2014/main" id="{208B9C5F-7FCB-66FD-8421-283F99805A50}"/>
                  </a:ext>
                </a:extLst>
              </p:cNvPr>
              <p:cNvSpPr/>
              <p:nvPr/>
            </p:nvSpPr>
            <p:spPr>
              <a:xfrm rot="10800000">
                <a:off x="932653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6" name="Rectangle 925">
                <a:extLst>
                  <a:ext uri="{FF2B5EF4-FFF2-40B4-BE49-F238E27FC236}">
                    <a16:creationId xmlns:a16="http://schemas.microsoft.com/office/drawing/2014/main" id="{265E9094-F16E-177B-B9F2-1B9288F33593}"/>
                  </a:ext>
                </a:extLst>
              </p:cNvPr>
              <p:cNvSpPr/>
              <p:nvPr/>
            </p:nvSpPr>
            <p:spPr>
              <a:xfrm rot="10800000">
                <a:off x="922610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7" name="Rectangle 926">
                <a:extLst>
                  <a:ext uri="{FF2B5EF4-FFF2-40B4-BE49-F238E27FC236}">
                    <a16:creationId xmlns:a16="http://schemas.microsoft.com/office/drawing/2014/main" id="{3705849A-9D72-4205-3EE1-CD6DBFB6B528}"/>
                  </a:ext>
                </a:extLst>
              </p:cNvPr>
              <p:cNvSpPr/>
              <p:nvPr/>
            </p:nvSpPr>
            <p:spPr>
              <a:xfrm rot="10800000">
                <a:off x="912568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8" name="Rectangle 927">
                <a:extLst>
                  <a:ext uri="{FF2B5EF4-FFF2-40B4-BE49-F238E27FC236}">
                    <a16:creationId xmlns:a16="http://schemas.microsoft.com/office/drawing/2014/main" id="{040B62A5-F4E1-51E4-392A-63C3B6298D30}"/>
                  </a:ext>
                </a:extLst>
              </p:cNvPr>
              <p:cNvSpPr/>
              <p:nvPr/>
            </p:nvSpPr>
            <p:spPr>
              <a:xfrm rot="10800000">
                <a:off x="902526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9" name="Rectangle 928">
                <a:extLst>
                  <a:ext uri="{FF2B5EF4-FFF2-40B4-BE49-F238E27FC236}">
                    <a16:creationId xmlns:a16="http://schemas.microsoft.com/office/drawing/2014/main" id="{39265D19-D012-2402-2A81-5D94F0A71D55}"/>
                  </a:ext>
                </a:extLst>
              </p:cNvPr>
              <p:cNvSpPr/>
              <p:nvPr/>
            </p:nvSpPr>
            <p:spPr>
              <a:xfrm rot="10800000">
                <a:off x="892483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0" name="Rectangle 929">
                <a:extLst>
                  <a:ext uri="{FF2B5EF4-FFF2-40B4-BE49-F238E27FC236}">
                    <a16:creationId xmlns:a16="http://schemas.microsoft.com/office/drawing/2014/main" id="{3B0B4FDA-4179-4809-6B94-E4549074081B}"/>
                  </a:ext>
                </a:extLst>
              </p:cNvPr>
              <p:cNvSpPr/>
              <p:nvPr/>
            </p:nvSpPr>
            <p:spPr>
              <a:xfrm rot="10800000">
                <a:off x="882441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1" name="Rectangle 930">
                <a:extLst>
                  <a:ext uri="{FF2B5EF4-FFF2-40B4-BE49-F238E27FC236}">
                    <a16:creationId xmlns:a16="http://schemas.microsoft.com/office/drawing/2014/main" id="{1EFEE42E-5E8E-C716-5572-42E9D9B5B7ED}"/>
                  </a:ext>
                </a:extLst>
              </p:cNvPr>
              <p:cNvSpPr/>
              <p:nvPr/>
            </p:nvSpPr>
            <p:spPr>
              <a:xfrm rot="10800000">
                <a:off x="872399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2" name="Rectangle 931">
                <a:extLst>
                  <a:ext uri="{FF2B5EF4-FFF2-40B4-BE49-F238E27FC236}">
                    <a16:creationId xmlns:a16="http://schemas.microsoft.com/office/drawing/2014/main" id="{FE114EED-A6BB-77CF-4CC7-431FE593FF7F}"/>
                  </a:ext>
                </a:extLst>
              </p:cNvPr>
              <p:cNvSpPr/>
              <p:nvPr/>
            </p:nvSpPr>
            <p:spPr>
              <a:xfrm rot="10800000">
                <a:off x="862357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3" name="Rectangle 932">
                <a:extLst>
                  <a:ext uri="{FF2B5EF4-FFF2-40B4-BE49-F238E27FC236}">
                    <a16:creationId xmlns:a16="http://schemas.microsoft.com/office/drawing/2014/main" id="{6BA28D77-095B-F60D-59CF-42381B0A2C73}"/>
                  </a:ext>
                </a:extLst>
              </p:cNvPr>
              <p:cNvSpPr/>
              <p:nvPr/>
            </p:nvSpPr>
            <p:spPr>
              <a:xfrm rot="10800000">
                <a:off x="852314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4" name="Rectangle 933">
                <a:extLst>
                  <a:ext uri="{FF2B5EF4-FFF2-40B4-BE49-F238E27FC236}">
                    <a16:creationId xmlns:a16="http://schemas.microsoft.com/office/drawing/2014/main" id="{2607C818-521C-A7FA-23A5-CFBC9AD7532D}"/>
                  </a:ext>
                </a:extLst>
              </p:cNvPr>
              <p:cNvSpPr/>
              <p:nvPr/>
            </p:nvSpPr>
            <p:spPr>
              <a:xfrm rot="10800000">
                <a:off x="842272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5" name="Rectangle 934">
                <a:extLst>
                  <a:ext uri="{FF2B5EF4-FFF2-40B4-BE49-F238E27FC236}">
                    <a16:creationId xmlns:a16="http://schemas.microsoft.com/office/drawing/2014/main" id="{9B5380A0-10E4-7FD9-3696-79CBFCECFED5}"/>
                  </a:ext>
                </a:extLst>
              </p:cNvPr>
              <p:cNvSpPr/>
              <p:nvPr/>
            </p:nvSpPr>
            <p:spPr>
              <a:xfrm rot="10800000">
                <a:off x="832230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6" name="Rectangle 935">
                <a:extLst>
                  <a:ext uri="{FF2B5EF4-FFF2-40B4-BE49-F238E27FC236}">
                    <a16:creationId xmlns:a16="http://schemas.microsoft.com/office/drawing/2014/main" id="{ADB25320-4E48-0993-88A7-2FCE6DF726C9}"/>
                  </a:ext>
                </a:extLst>
              </p:cNvPr>
              <p:cNvSpPr/>
              <p:nvPr/>
            </p:nvSpPr>
            <p:spPr>
              <a:xfrm rot="10800000">
                <a:off x="822187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7" name="Rectangle 936">
                <a:extLst>
                  <a:ext uri="{FF2B5EF4-FFF2-40B4-BE49-F238E27FC236}">
                    <a16:creationId xmlns:a16="http://schemas.microsoft.com/office/drawing/2014/main" id="{3075425C-5216-F1A2-EF97-BCED314B6477}"/>
                  </a:ext>
                </a:extLst>
              </p:cNvPr>
              <p:cNvSpPr/>
              <p:nvPr/>
            </p:nvSpPr>
            <p:spPr>
              <a:xfrm rot="10800000">
                <a:off x="812145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8" name="Rectangle 937">
                <a:extLst>
                  <a:ext uri="{FF2B5EF4-FFF2-40B4-BE49-F238E27FC236}">
                    <a16:creationId xmlns:a16="http://schemas.microsoft.com/office/drawing/2014/main" id="{FBA35F7C-2638-DBC3-7E37-555D3B3FBB52}"/>
                  </a:ext>
                </a:extLst>
              </p:cNvPr>
              <p:cNvSpPr/>
              <p:nvPr/>
            </p:nvSpPr>
            <p:spPr>
              <a:xfrm rot="10800000">
                <a:off x="802103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9" name="Rectangle 938">
                <a:extLst>
                  <a:ext uri="{FF2B5EF4-FFF2-40B4-BE49-F238E27FC236}">
                    <a16:creationId xmlns:a16="http://schemas.microsoft.com/office/drawing/2014/main" id="{16EA928D-E039-5E47-77D6-471CFF64CBDC}"/>
                  </a:ext>
                </a:extLst>
              </p:cNvPr>
              <p:cNvSpPr/>
              <p:nvPr/>
            </p:nvSpPr>
            <p:spPr>
              <a:xfrm rot="10800000">
                <a:off x="792061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0" name="Rectangle 939">
                <a:extLst>
                  <a:ext uri="{FF2B5EF4-FFF2-40B4-BE49-F238E27FC236}">
                    <a16:creationId xmlns:a16="http://schemas.microsoft.com/office/drawing/2014/main" id="{D6C9985B-9D99-29C5-3494-0391ABB614D0}"/>
                  </a:ext>
                </a:extLst>
              </p:cNvPr>
              <p:cNvSpPr/>
              <p:nvPr/>
            </p:nvSpPr>
            <p:spPr>
              <a:xfrm rot="10800000">
                <a:off x="782018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1" name="Rectangle 940">
                <a:extLst>
                  <a:ext uri="{FF2B5EF4-FFF2-40B4-BE49-F238E27FC236}">
                    <a16:creationId xmlns:a16="http://schemas.microsoft.com/office/drawing/2014/main" id="{05773CEE-5C82-5824-F4BB-19802E4CB740}"/>
                  </a:ext>
                </a:extLst>
              </p:cNvPr>
              <p:cNvSpPr/>
              <p:nvPr/>
            </p:nvSpPr>
            <p:spPr>
              <a:xfrm rot="10800000">
                <a:off x="771976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2" name="Rectangle 941">
                <a:extLst>
                  <a:ext uri="{FF2B5EF4-FFF2-40B4-BE49-F238E27FC236}">
                    <a16:creationId xmlns:a16="http://schemas.microsoft.com/office/drawing/2014/main" id="{00EE5033-B22C-66C7-B318-189A62F44ADD}"/>
                  </a:ext>
                </a:extLst>
              </p:cNvPr>
              <p:cNvSpPr/>
              <p:nvPr/>
            </p:nvSpPr>
            <p:spPr>
              <a:xfrm rot="10800000">
                <a:off x="761934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 name="Group 3">
              <a:extLst>
                <a:ext uri="{FF2B5EF4-FFF2-40B4-BE49-F238E27FC236}">
                  <a16:creationId xmlns:a16="http://schemas.microsoft.com/office/drawing/2014/main" id="{8D9A46B6-5038-B7CC-B3F4-1D18ADE4D7D9}"/>
                </a:ext>
              </a:extLst>
            </p:cNvPr>
            <p:cNvGrpSpPr/>
            <p:nvPr/>
          </p:nvGrpSpPr>
          <p:grpSpPr>
            <a:xfrm>
              <a:off x="7469278" y="2510807"/>
              <a:ext cx="1918406" cy="360608"/>
              <a:chOff x="7709654" y="3386227"/>
              <a:chExt cx="2107259" cy="396107"/>
            </a:xfrm>
          </p:grpSpPr>
          <p:grpSp>
            <p:nvGrpSpPr>
              <p:cNvPr id="606" name="Group 605">
                <a:extLst>
                  <a:ext uri="{FF2B5EF4-FFF2-40B4-BE49-F238E27FC236}">
                    <a16:creationId xmlns:a16="http://schemas.microsoft.com/office/drawing/2014/main" id="{B9730FB3-42CD-BBF5-B337-97A7199393EF}"/>
                  </a:ext>
                </a:extLst>
              </p:cNvPr>
              <p:cNvGrpSpPr/>
              <p:nvPr/>
            </p:nvGrpSpPr>
            <p:grpSpPr>
              <a:xfrm rot="10800000" flipH="1">
                <a:off x="7709654" y="3386227"/>
                <a:ext cx="397619" cy="396106"/>
                <a:chOff x="7383761" y="5206905"/>
                <a:chExt cx="796285" cy="793255"/>
              </a:xfrm>
            </p:grpSpPr>
            <p:grpSp>
              <p:nvGrpSpPr>
                <p:cNvPr id="762" name="Group 761">
                  <a:extLst>
                    <a:ext uri="{FF2B5EF4-FFF2-40B4-BE49-F238E27FC236}">
                      <a16:creationId xmlns:a16="http://schemas.microsoft.com/office/drawing/2014/main" id="{788DABF6-385F-0368-C819-993DBABB23D7}"/>
                    </a:ext>
                  </a:extLst>
                </p:cNvPr>
                <p:cNvGrpSpPr/>
                <p:nvPr/>
              </p:nvGrpSpPr>
              <p:grpSpPr>
                <a:xfrm>
                  <a:off x="7586157" y="5206905"/>
                  <a:ext cx="593889" cy="593625"/>
                  <a:chOff x="1910636" y="2494271"/>
                  <a:chExt cx="593889" cy="593625"/>
                </a:xfrm>
              </p:grpSpPr>
              <p:sp>
                <p:nvSpPr>
                  <p:cNvPr id="783" name="Rectangle 782">
                    <a:extLst>
                      <a:ext uri="{FF2B5EF4-FFF2-40B4-BE49-F238E27FC236}">
                        <a16:creationId xmlns:a16="http://schemas.microsoft.com/office/drawing/2014/main" id="{58AB6CFC-4C38-CAF6-4F27-E596B60AD3A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219ED630-0ED1-E1EB-82F7-DA12C61F1DF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9BEB79A1-305F-E4C1-C539-8FA41FF15E4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584C4E2B-EE72-34F8-D554-93EE6BEB907E}"/>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9BA82163-5C95-EE26-5707-5FCC59E82B9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AAAADA54-2812-7471-6C86-00CA0F457B7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19EDF675-8FC9-BAB9-3A49-CD6A2F07422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44CE525C-B58B-72B9-6D5F-7ABDFA64019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5166F2B0-57C9-2A93-CBD2-CDD5B4E2D2C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3" name="Group 762">
                  <a:extLst>
                    <a:ext uri="{FF2B5EF4-FFF2-40B4-BE49-F238E27FC236}">
                      <a16:creationId xmlns:a16="http://schemas.microsoft.com/office/drawing/2014/main" id="{DC22A4DA-2C2E-C823-1925-508CC28457C6}"/>
                    </a:ext>
                  </a:extLst>
                </p:cNvPr>
                <p:cNvGrpSpPr/>
                <p:nvPr/>
              </p:nvGrpSpPr>
              <p:grpSpPr>
                <a:xfrm>
                  <a:off x="7487213" y="5307553"/>
                  <a:ext cx="593889" cy="593625"/>
                  <a:chOff x="1910636" y="2494271"/>
                  <a:chExt cx="593889" cy="593625"/>
                </a:xfrm>
              </p:grpSpPr>
              <p:sp>
                <p:nvSpPr>
                  <p:cNvPr id="774" name="Rectangle 773">
                    <a:extLst>
                      <a:ext uri="{FF2B5EF4-FFF2-40B4-BE49-F238E27FC236}">
                        <a16:creationId xmlns:a16="http://schemas.microsoft.com/office/drawing/2014/main" id="{36CF3FAD-F760-0549-EC61-D8BBDD746E3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C3F00BCD-C1D8-1B32-1CFB-1D78FAA491E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A9FE8E8F-A6DD-901C-F16A-7614300A4D6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9DDD5002-3896-B378-BA61-EDA3657D5B6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4BEC0371-49B3-746F-A8C1-EC83B0D40BE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1DD15C07-AAAB-7675-287C-232F793CD61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EA31A1A2-9684-AD55-BF34-4E7753AE0951}"/>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F84FEF89-7207-30BC-D707-86771D4DCCCB}"/>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C60B416F-5A8E-29B6-85D2-85E4F383AF3A}"/>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4" name="Group 763">
                  <a:extLst>
                    <a:ext uri="{FF2B5EF4-FFF2-40B4-BE49-F238E27FC236}">
                      <a16:creationId xmlns:a16="http://schemas.microsoft.com/office/drawing/2014/main" id="{597973B6-9836-F4F5-3E8D-6C7F29856281}"/>
                    </a:ext>
                  </a:extLst>
                </p:cNvPr>
                <p:cNvGrpSpPr/>
                <p:nvPr/>
              </p:nvGrpSpPr>
              <p:grpSpPr>
                <a:xfrm>
                  <a:off x="7383761" y="5406535"/>
                  <a:ext cx="593889" cy="593625"/>
                  <a:chOff x="1910636" y="2494271"/>
                  <a:chExt cx="593889" cy="593625"/>
                </a:xfrm>
              </p:grpSpPr>
              <p:sp>
                <p:nvSpPr>
                  <p:cNvPr id="765" name="Rectangle 764">
                    <a:extLst>
                      <a:ext uri="{FF2B5EF4-FFF2-40B4-BE49-F238E27FC236}">
                        <a16:creationId xmlns:a16="http://schemas.microsoft.com/office/drawing/2014/main" id="{BA5D23B0-D081-1390-D676-7962F98CF2B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E9A26F5B-3919-8F72-02A8-DC3D87AD3D1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794091A9-FBC2-DEC5-4E97-CE61231CEA68}"/>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85A25289-A05B-68AC-58B7-422A45E08C08}"/>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9" name="Rectangle 768">
                    <a:extLst>
                      <a:ext uri="{FF2B5EF4-FFF2-40B4-BE49-F238E27FC236}">
                        <a16:creationId xmlns:a16="http://schemas.microsoft.com/office/drawing/2014/main" id="{195DE1D2-9019-D5CA-D79C-DAB3FE8D5B30}"/>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164822CA-460D-6B2C-1567-4E75D165B1B7}"/>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BFD3843F-6000-5FDD-EEE0-89E9D6483BF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23444700-B4A4-7203-6399-2320417EB599}"/>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505C9BD6-9F65-F7FE-ED88-08159153190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7" name="Group 606">
                <a:extLst>
                  <a:ext uri="{FF2B5EF4-FFF2-40B4-BE49-F238E27FC236}">
                    <a16:creationId xmlns:a16="http://schemas.microsoft.com/office/drawing/2014/main" id="{4E4CA4F2-0B02-623C-11B0-8419D6DAED68}"/>
                  </a:ext>
                </a:extLst>
              </p:cNvPr>
              <p:cNvGrpSpPr/>
              <p:nvPr/>
            </p:nvGrpSpPr>
            <p:grpSpPr>
              <a:xfrm rot="10800000" flipH="1">
                <a:off x="8051582" y="3386227"/>
                <a:ext cx="397619" cy="396106"/>
                <a:chOff x="9651794" y="5208440"/>
                <a:chExt cx="796285" cy="793255"/>
              </a:xfrm>
            </p:grpSpPr>
            <p:grpSp>
              <p:nvGrpSpPr>
                <p:cNvPr id="732" name="Group 731">
                  <a:extLst>
                    <a:ext uri="{FF2B5EF4-FFF2-40B4-BE49-F238E27FC236}">
                      <a16:creationId xmlns:a16="http://schemas.microsoft.com/office/drawing/2014/main" id="{6D047511-F93A-216E-C39C-803AE8376AEF}"/>
                    </a:ext>
                  </a:extLst>
                </p:cNvPr>
                <p:cNvGrpSpPr/>
                <p:nvPr/>
              </p:nvGrpSpPr>
              <p:grpSpPr>
                <a:xfrm>
                  <a:off x="9854190" y="5208440"/>
                  <a:ext cx="593889" cy="593625"/>
                  <a:chOff x="1910636" y="2494271"/>
                  <a:chExt cx="593889" cy="593625"/>
                </a:xfrm>
              </p:grpSpPr>
              <p:sp>
                <p:nvSpPr>
                  <p:cNvPr id="753" name="Rectangle 752">
                    <a:extLst>
                      <a:ext uri="{FF2B5EF4-FFF2-40B4-BE49-F238E27FC236}">
                        <a16:creationId xmlns:a16="http://schemas.microsoft.com/office/drawing/2014/main" id="{E4E7D07E-79C6-6790-64A9-EB4C5B7C057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CEFAC61C-018E-8F1B-0E7F-EF9C517A234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71BE0A91-A426-AC05-DF3C-14705090AF2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2839DDFA-EACC-C54C-9975-8B2D0B4F9D1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B39400D7-F599-6FB9-22F7-3124B5C111E8}"/>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52D63ED6-323D-3518-CD1A-E671781E9563}"/>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82D3C3D9-3AF0-2A3F-C56C-5A6D637D3D52}"/>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22D19423-37B1-436E-6328-44358D381A41}"/>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A6F22BA1-B0AC-35E2-8300-EB531F10C0E4}"/>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3" name="Group 732">
                  <a:extLst>
                    <a:ext uri="{FF2B5EF4-FFF2-40B4-BE49-F238E27FC236}">
                      <a16:creationId xmlns:a16="http://schemas.microsoft.com/office/drawing/2014/main" id="{5AB4ECC6-151B-777A-3FAC-7838050C6A9F}"/>
                    </a:ext>
                  </a:extLst>
                </p:cNvPr>
                <p:cNvGrpSpPr/>
                <p:nvPr/>
              </p:nvGrpSpPr>
              <p:grpSpPr>
                <a:xfrm>
                  <a:off x="9755246" y="5309088"/>
                  <a:ext cx="593889" cy="593625"/>
                  <a:chOff x="1910636" y="2494271"/>
                  <a:chExt cx="593889" cy="593625"/>
                </a:xfrm>
              </p:grpSpPr>
              <p:sp>
                <p:nvSpPr>
                  <p:cNvPr id="744" name="Rectangle 743">
                    <a:extLst>
                      <a:ext uri="{FF2B5EF4-FFF2-40B4-BE49-F238E27FC236}">
                        <a16:creationId xmlns:a16="http://schemas.microsoft.com/office/drawing/2014/main" id="{5CF4DC77-04C5-31F1-49A7-1CFC65C9AB2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744">
                    <a:extLst>
                      <a:ext uri="{FF2B5EF4-FFF2-40B4-BE49-F238E27FC236}">
                        <a16:creationId xmlns:a16="http://schemas.microsoft.com/office/drawing/2014/main" id="{1103870F-72D8-384C-9A04-EC76745097C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a16="http://schemas.microsoft.com/office/drawing/2014/main" id="{0E3AC9B4-973F-8E8D-FC60-D5EE372901B7}"/>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a16="http://schemas.microsoft.com/office/drawing/2014/main" id="{97AF1C22-C7D7-9A59-6DEB-67D1FE86DFD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a16="http://schemas.microsoft.com/office/drawing/2014/main" id="{83502D58-702B-24B5-A286-73D1AA3C9093}"/>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3F4955F1-3B5C-EC35-DDAE-CE1758265416}"/>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1F0906CF-CFAD-69C0-7C0B-D8D6458A034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4F26816E-D040-E21A-934A-9139622E90D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42137A16-90A0-60A0-4995-A0FEB790CC6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4" name="Group 733">
                  <a:extLst>
                    <a:ext uri="{FF2B5EF4-FFF2-40B4-BE49-F238E27FC236}">
                      <a16:creationId xmlns:a16="http://schemas.microsoft.com/office/drawing/2014/main" id="{6CD702C0-05BD-2820-F5B8-9DB84B498B35}"/>
                    </a:ext>
                  </a:extLst>
                </p:cNvPr>
                <p:cNvGrpSpPr/>
                <p:nvPr/>
              </p:nvGrpSpPr>
              <p:grpSpPr>
                <a:xfrm>
                  <a:off x="9651794" y="5408070"/>
                  <a:ext cx="593889" cy="593625"/>
                  <a:chOff x="1910636" y="2494271"/>
                  <a:chExt cx="593889" cy="593625"/>
                </a:xfrm>
              </p:grpSpPr>
              <p:sp>
                <p:nvSpPr>
                  <p:cNvPr id="735" name="Rectangle 734">
                    <a:extLst>
                      <a:ext uri="{FF2B5EF4-FFF2-40B4-BE49-F238E27FC236}">
                        <a16:creationId xmlns:a16="http://schemas.microsoft.com/office/drawing/2014/main" id="{4468903F-C3CF-E299-224D-71F5A0BD2F88}"/>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BF0612A1-A597-6C81-F7D8-455731E727A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DAC0DF62-2865-9F85-AB2A-79378E8121C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F07699ED-42B7-0811-4302-D096FEB55020}"/>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7C3B5AC6-086A-46DC-7E52-C1F8F8C6BE3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3C50F995-DEA9-663C-B346-7B80C495443F}"/>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9C053E97-FF24-5557-6A65-FE93F996BFE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17A9B73F-B2D0-773C-D282-C6AE4D2010D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50A682BA-CCFE-BD17-6BBF-2DE18433A4E4}"/>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8" name="Group 607">
                <a:extLst>
                  <a:ext uri="{FF2B5EF4-FFF2-40B4-BE49-F238E27FC236}">
                    <a16:creationId xmlns:a16="http://schemas.microsoft.com/office/drawing/2014/main" id="{8D9F3B01-3D75-A946-8843-82CB5938959F}"/>
                  </a:ext>
                </a:extLst>
              </p:cNvPr>
              <p:cNvGrpSpPr/>
              <p:nvPr/>
            </p:nvGrpSpPr>
            <p:grpSpPr>
              <a:xfrm rot="10800000" flipH="1">
                <a:off x="8393510" y="3386227"/>
                <a:ext cx="397619" cy="396106"/>
                <a:chOff x="9651794" y="5208440"/>
                <a:chExt cx="796285" cy="793255"/>
              </a:xfrm>
            </p:grpSpPr>
            <p:grpSp>
              <p:nvGrpSpPr>
                <p:cNvPr id="702" name="Group 701">
                  <a:extLst>
                    <a:ext uri="{FF2B5EF4-FFF2-40B4-BE49-F238E27FC236}">
                      <a16:creationId xmlns:a16="http://schemas.microsoft.com/office/drawing/2014/main" id="{2F32AD12-905D-0CCF-51EE-15A788BC2444}"/>
                    </a:ext>
                  </a:extLst>
                </p:cNvPr>
                <p:cNvGrpSpPr/>
                <p:nvPr/>
              </p:nvGrpSpPr>
              <p:grpSpPr>
                <a:xfrm>
                  <a:off x="9854190" y="5208440"/>
                  <a:ext cx="593889" cy="593625"/>
                  <a:chOff x="1910636" y="2494271"/>
                  <a:chExt cx="593889" cy="593625"/>
                </a:xfrm>
              </p:grpSpPr>
              <p:sp>
                <p:nvSpPr>
                  <p:cNvPr id="723" name="Rectangle 722">
                    <a:extLst>
                      <a:ext uri="{FF2B5EF4-FFF2-40B4-BE49-F238E27FC236}">
                        <a16:creationId xmlns:a16="http://schemas.microsoft.com/office/drawing/2014/main" id="{6196CF29-6C58-3B78-D836-F99E93ABAAA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Rectangle 723">
                    <a:extLst>
                      <a:ext uri="{FF2B5EF4-FFF2-40B4-BE49-F238E27FC236}">
                        <a16:creationId xmlns:a16="http://schemas.microsoft.com/office/drawing/2014/main" id="{9158BF72-BC30-38BD-F4E2-5CE140E039E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Rectangle 724">
                    <a:extLst>
                      <a:ext uri="{FF2B5EF4-FFF2-40B4-BE49-F238E27FC236}">
                        <a16:creationId xmlns:a16="http://schemas.microsoft.com/office/drawing/2014/main" id="{D908DD8C-E7E3-2FC9-472C-B4BA58516A56}"/>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Rectangle 725">
                    <a:extLst>
                      <a:ext uri="{FF2B5EF4-FFF2-40B4-BE49-F238E27FC236}">
                        <a16:creationId xmlns:a16="http://schemas.microsoft.com/office/drawing/2014/main" id="{54FC5D46-0342-FEA0-D92A-F3334B48FBE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Rectangle 726">
                    <a:extLst>
                      <a:ext uri="{FF2B5EF4-FFF2-40B4-BE49-F238E27FC236}">
                        <a16:creationId xmlns:a16="http://schemas.microsoft.com/office/drawing/2014/main" id="{A1B52299-F194-733B-E25C-11998AE89369}"/>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B8E96AC4-24B1-9855-B5AB-2CFF715BF4D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9D3E275B-6DDB-BD26-E30A-F57DE60C5FD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E82E703B-DEE4-1620-60AC-3E76EFB8E6C9}"/>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1" name="Rectangle 730">
                    <a:extLst>
                      <a:ext uri="{FF2B5EF4-FFF2-40B4-BE49-F238E27FC236}">
                        <a16:creationId xmlns:a16="http://schemas.microsoft.com/office/drawing/2014/main" id="{5460ADFC-349D-A0E3-C1EA-61650ACF294C}"/>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3" name="Group 702">
                  <a:extLst>
                    <a:ext uri="{FF2B5EF4-FFF2-40B4-BE49-F238E27FC236}">
                      <a16:creationId xmlns:a16="http://schemas.microsoft.com/office/drawing/2014/main" id="{918D75A0-F462-06AF-91CE-9F2C257637D0}"/>
                    </a:ext>
                  </a:extLst>
                </p:cNvPr>
                <p:cNvGrpSpPr/>
                <p:nvPr/>
              </p:nvGrpSpPr>
              <p:grpSpPr>
                <a:xfrm>
                  <a:off x="9755246" y="5309088"/>
                  <a:ext cx="593889" cy="593625"/>
                  <a:chOff x="1910636" y="2494271"/>
                  <a:chExt cx="593889" cy="593625"/>
                </a:xfrm>
              </p:grpSpPr>
              <p:sp>
                <p:nvSpPr>
                  <p:cNvPr id="714" name="Rectangle 713">
                    <a:extLst>
                      <a:ext uri="{FF2B5EF4-FFF2-40B4-BE49-F238E27FC236}">
                        <a16:creationId xmlns:a16="http://schemas.microsoft.com/office/drawing/2014/main" id="{F676AC4E-E0A8-E364-0D74-D5A76B05C6A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0123DD0F-2D6E-397B-BE5D-20490CD30645}"/>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5A4718C8-6F9E-65EC-C33B-87AE683E2F4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EC4AAFBC-2928-25B4-8B48-3A3FC9250BA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88FC357F-7C6E-75C4-3DB3-8C10BE33C95E}"/>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8A80E3A4-5BDC-096B-42C2-133412A2359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B006FDCA-D1FE-5039-8CC1-656A87042C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F620964D-3B1B-F1C3-1281-A610799F1856}"/>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41EB1D50-9135-3F54-BA5B-58217E077BB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4" name="Group 703">
                  <a:extLst>
                    <a:ext uri="{FF2B5EF4-FFF2-40B4-BE49-F238E27FC236}">
                      <a16:creationId xmlns:a16="http://schemas.microsoft.com/office/drawing/2014/main" id="{BFD6C496-2CA7-068A-F334-FD728A90FBBA}"/>
                    </a:ext>
                  </a:extLst>
                </p:cNvPr>
                <p:cNvGrpSpPr/>
                <p:nvPr/>
              </p:nvGrpSpPr>
              <p:grpSpPr>
                <a:xfrm>
                  <a:off x="9651794" y="5408070"/>
                  <a:ext cx="593889" cy="593625"/>
                  <a:chOff x="1910636" y="2494271"/>
                  <a:chExt cx="593889" cy="593625"/>
                </a:xfrm>
              </p:grpSpPr>
              <p:sp>
                <p:nvSpPr>
                  <p:cNvPr id="705" name="Rectangle 704">
                    <a:extLst>
                      <a:ext uri="{FF2B5EF4-FFF2-40B4-BE49-F238E27FC236}">
                        <a16:creationId xmlns:a16="http://schemas.microsoft.com/office/drawing/2014/main" id="{1B836D7D-50B1-B1BF-E8BC-CA871A3BEFEA}"/>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885F3C64-B1BE-62A6-356C-FF935B4C555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1D3BB856-EB08-3587-B378-1513590CCDD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E4A1DBE6-313C-0C9F-D262-84BFAF65AA37}"/>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D2D7951E-3CA7-8E2B-D450-57216935225D}"/>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6572D201-3635-FED0-7E0D-2D7746AC187B}"/>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47417CFB-197F-A4A5-E0D7-D5E4B15EBD8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84FFED32-820E-C3FC-0616-4A18471ABEE3}"/>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Rectangle 712">
                    <a:extLst>
                      <a:ext uri="{FF2B5EF4-FFF2-40B4-BE49-F238E27FC236}">
                        <a16:creationId xmlns:a16="http://schemas.microsoft.com/office/drawing/2014/main" id="{2413A242-75A5-EE42-9DCE-2306AF66012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09" name="Group 608">
                <a:extLst>
                  <a:ext uri="{FF2B5EF4-FFF2-40B4-BE49-F238E27FC236}">
                    <a16:creationId xmlns:a16="http://schemas.microsoft.com/office/drawing/2014/main" id="{348170BC-2F34-B5CC-3D07-7965E867C93A}"/>
                  </a:ext>
                </a:extLst>
              </p:cNvPr>
              <p:cNvGrpSpPr/>
              <p:nvPr/>
            </p:nvGrpSpPr>
            <p:grpSpPr>
              <a:xfrm rot="10800000" flipH="1">
                <a:off x="8735438" y="3386227"/>
                <a:ext cx="397619" cy="396106"/>
                <a:chOff x="9651794" y="5208440"/>
                <a:chExt cx="796285" cy="793255"/>
              </a:xfrm>
            </p:grpSpPr>
            <p:grpSp>
              <p:nvGrpSpPr>
                <p:cNvPr id="672" name="Group 671">
                  <a:extLst>
                    <a:ext uri="{FF2B5EF4-FFF2-40B4-BE49-F238E27FC236}">
                      <a16:creationId xmlns:a16="http://schemas.microsoft.com/office/drawing/2014/main" id="{EDCEECD6-D35E-EFF4-C395-61381AD8C372}"/>
                    </a:ext>
                  </a:extLst>
                </p:cNvPr>
                <p:cNvGrpSpPr/>
                <p:nvPr/>
              </p:nvGrpSpPr>
              <p:grpSpPr>
                <a:xfrm>
                  <a:off x="9854190" y="5208440"/>
                  <a:ext cx="593889" cy="593625"/>
                  <a:chOff x="1910636" y="2494271"/>
                  <a:chExt cx="593889" cy="593625"/>
                </a:xfrm>
              </p:grpSpPr>
              <p:sp>
                <p:nvSpPr>
                  <p:cNvPr id="693" name="Rectangle 692">
                    <a:extLst>
                      <a:ext uri="{FF2B5EF4-FFF2-40B4-BE49-F238E27FC236}">
                        <a16:creationId xmlns:a16="http://schemas.microsoft.com/office/drawing/2014/main" id="{2ED993B8-FEB2-2CD6-EA7C-C1D1F00256E4}"/>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68610367-4802-DAEB-D1BB-C243E5EFCA23}"/>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D343A01B-1AA8-BE19-834C-AFC8698E7D6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DC269BE5-9DF8-F087-3C4F-0F586150842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70AB0816-8D8F-1436-DF44-9485A2A687E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3732F9D2-2993-7F92-12D1-3F8D12963717}"/>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9" name="Rectangle 698">
                    <a:extLst>
                      <a:ext uri="{FF2B5EF4-FFF2-40B4-BE49-F238E27FC236}">
                        <a16:creationId xmlns:a16="http://schemas.microsoft.com/office/drawing/2014/main" id="{5DD5D656-2C39-348B-6EB8-A8ABD50A6856}"/>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C60C502D-FF94-EB39-7EE1-A3C53265DFFB}"/>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82D8CA41-C21F-2B82-A52A-8305373E3EA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3" name="Group 672">
                  <a:extLst>
                    <a:ext uri="{FF2B5EF4-FFF2-40B4-BE49-F238E27FC236}">
                      <a16:creationId xmlns:a16="http://schemas.microsoft.com/office/drawing/2014/main" id="{768DFA8D-EF2E-546E-0C96-3C12E751F3BE}"/>
                    </a:ext>
                  </a:extLst>
                </p:cNvPr>
                <p:cNvGrpSpPr/>
                <p:nvPr/>
              </p:nvGrpSpPr>
              <p:grpSpPr>
                <a:xfrm>
                  <a:off x="9755246" y="5309088"/>
                  <a:ext cx="593889" cy="593625"/>
                  <a:chOff x="1910636" y="2494271"/>
                  <a:chExt cx="593889" cy="593625"/>
                </a:xfrm>
              </p:grpSpPr>
              <p:sp>
                <p:nvSpPr>
                  <p:cNvPr id="684" name="Rectangle 683">
                    <a:extLst>
                      <a:ext uri="{FF2B5EF4-FFF2-40B4-BE49-F238E27FC236}">
                        <a16:creationId xmlns:a16="http://schemas.microsoft.com/office/drawing/2014/main" id="{F286761A-098A-FF02-0AB1-8FA6BA365DD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6942E199-3756-A467-3467-4D3D6FCAD870}"/>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BA1E0260-2ABA-B0B7-F1F9-E3691CB9ACE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9E59D52D-FA20-6240-2BC0-33A09AF7BE7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07E97179-9AC9-DF5C-9B4F-18B47095ED8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43DEEA35-4649-E3E4-7533-20CBBF88C2EA}"/>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0" name="Rectangle 689">
                    <a:extLst>
                      <a:ext uri="{FF2B5EF4-FFF2-40B4-BE49-F238E27FC236}">
                        <a16:creationId xmlns:a16="http://schemas.microsoft.com/office/drawing/2014/main" id="{EE6F1272-A2BB-F024-D939-FAF237FF6CD8}"/>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CF807777-3969-F288-D41E-AF5CBA6CD833}"/>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9FCD9A2A-4957-FA1A-1BDC-91149BD808C2}"/>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4" name="Group 673">
                  <a:extLst>
                    <a:ext uri="{FF2B5EF4-FFF2-40B4-BE49-F238E27FC236}">
                      <a16:creationId xmlns:a16="http://schemas.microsoft.com/office/drawing/2014/main" id="{9ADF0550-31FA-8332-361E-1920BAC38B59}"/>
                    </a:ext>
                  </a:extLst>
                </p:cNvPr>
                <p:cNvGrpSpPr/>
                <p:nvPr/>
              </p:nvGrpSpPr>
              <p:grpSpPr>
                <a:xfrm>
                  <a:off x="9651794" y="5408070"/>
                  <a:ext cx="593889" cy="593625"/>
                  <a:chOff x="1910636" y="2494271"/>
                  <a:chExt cx="593889" cy="593625"/>
                </a:xfrm>
              </p:grpSpPr>
              <p:sp>
                <p:nvSpPr>
                  <p:cNvPr id="675" name="Rectangle 674">
                    <a:extLst>
                      <a:ext uri="{FF2B5EF4-FFF2-40B4-BE49-F238E27FC236}">
                        <a16:creationId xmlns:a16="http://schemas.microsoft.com/office/drawing/2014/main" id="{C18A9692-053A-B957-5C45-21B231D387A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0AA77FB2-F621-7243-285A-472BEFC2424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A7730EEC-905D-2ADD-8B20-866174BC8ED1}"/>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5FE4CB63-AD16-6BE5-19EB-3BF921BE7720}"/>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A63FED8C-BE4C-B1CC-AD66-1A855FB922E3}"/>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A0F8B5F4-4EFF-3C2B-E8A2-AE676F9EA06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E36C5FDA-8003-698C-BC82-18CFF6EE36D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60E7223B-DEB6-D0A6-C4CC-8F19EDF201F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B6AF347D-161D-E207-1AE5-5A3C7787F59E}"/>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10" name="Group 609">
                <a:extLst>
                  <a:ext uri="{FF2B5EF4-FFF2-40B4-BE49-F238E27FC236}">
                    <a16:creationId xmlns:a16="http://schemas.microsoft.com/office/drawing/2014/main" id="{AB55FCBD-2EF5-51CE-FBB9-929BFBDDFE72}"/>
                  </a:ext>
                </a:extLst>
              </p:cNvPr>
              <p:cNvGrpSpPr/>
              <p:nvPr/>
            </p:nvGrpSpPr>
            <p:grpSpPr>
              <a:xfrm rot="10800000" flipH="1">
                <a:off x="9077366" y="3386228"/>
                <a:ext cx="397619" cy="396106"/>
                <a:chOff x="7383761" y="5206905"/>
                <a:chExt cx="796285" cy="793255"/>
              </a:xfrm>
            </p:grpSpPr>
            <p:grpSp>
              <p:nvGrpSpPr>
                <p:cNvPr id="642" name="Group 641">
                  <a:extLst>
                    <a:ext uri="{FF2B5EF4-FFF2-40B4-BE49-F238E27FC236}">
                      <a16:creationId xmlns:a16="http://schemas.microsoft.com/office/drawing/2014/main" id="{85396787-DC7B-F132-9A39-CB4B02150914}"/>
                    </a:ext>
                  </a:extLst>
                </p:cNvPr>
                <p:cNvGrpSpPr/>
                <p:nvPr/>
              </p:nvGrpSpPr>
              <p:grpSpPr>
                <a:xfrm>
                  <a:off x="7586157" y="5206905"/>
                  <a:ext cx="593889" cy="593625"/>
                  <a:chOff x="1910636" y="2494271"/>
                  <a:chExt cx="593889" cy="593625"/>
                </a:xfrm>
              </p:grpSpPr>
              <p:sp>
                <p:nvSpPr>
                  <p:cNvPr id="663" name="Rectangle 662">
                    <a:extLst>
                      <a:ext uri="{FF2B5EF4-FFF2-40B4-BE49-F238E27FC236}">
                        <a16:creationId xmlns:a16="http://schemas.microsoft.com/office/drawing/2014/main" id="{A52777BB-B1A3-6521-3137-4182B63E52FE}"/>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B0A76D96-63B7-DC9F-CCF0-08ABCFB93B2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0B4295D6-ED58-E771-D207-61BD4B26FD55}"/>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04B34FDD-3B4D-6FC3-96A4-E6FF10A2F92A}"/>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5BF8E5A8-16A6-FCD8-71F0-6547836C4868}"/>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BD5D5CC6-DAD4-8770-E411-E0B71F516556}"/>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CCA860DA-9986-C01D-1969-845E0E28D55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A2F08CD7-48BC-7BCF-961C-82D8BA8288D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AEBB9884-FCAF-29C0-818B-A43B6DC3C480}"/>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3" name="Group 642">
                  <a:extLst>
                    <a:ext uri="{FF2B5EF4-FFF2-40B4-BE49-F238E27FC236}">
                      <a16:creationId xmlns:a16="http://schemas.microsoft.com/office/drawing/2014/main" id="{D7941D7E-6402-88A5-4A16-8DCA3E190B58}"/>
                    </a:ext>
                  </a:extLst>
                </p:cNvPr>
                <p:cNvGrpSpPr/>
                <p:nvPr/>
              </p:nvGrpSpPr>
              <p:grpSpPr>
                <a:xfrm>
                  <a:off x="7487213" y="5307553"/>
                  <a:ext cx="593889" cy="593625"/>
                  <a:chOff x="1910636" y="2494271"/>
                  <a:chExt cx="593889" cy="593625"/>
                </a:xfrm>
              </p:grpSpPr>
              <p:sp>
                <p:nvSpPr>
                  <p:cNvPr id="654" name="Rectangle 653">
                    <a:extLst>
                      <a:ext uri="{FF2B5EF4-FFF2-40B4-BE49-F238E27FC236}">
                        <a16:creationId xmlns:a16="http://schemas.microsoft.com/office/drawing/2014/main" id="{76C5D917-6E8C-3880-D9AF-B2B3B3B7129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a16="http://schemas.microsoft.com/office/drawing/2014/main" id="{A227AEB0-1B2B-A554-6453-BEEAD295335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Rectangle 655">
                    <a:extLst>
                      <a:ext uri="{FF2B5EF4-FFF2-40B4-BE49-F238E27FC236}">
                        <a16:creationId xmlns:a16="http://schemas.microsoft.com/office/drawing/2014/main" id="{8D7B798F-A9E6-6170-19AD-BBCF604A3682}"/>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Rectangle 656">
                    <a:extLst>
                      <a:ext uri="{FF2B5EF4-FFF2-40B4-BE49-F238E27FC236}">
                        <a16:creationId xmlns:a16="http://schemas.microsoft.com/office/drawing/2014/main" id="{4250E129-A5E4-0A55-3FEC-F869FA61A36A}"/>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AED9DB2D-3276-B878-347F-3B683D312948}"/>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827F4205-A467-CAE2-E937-9374DED51A85}"/>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C5C08941-C9DA-BBB4-B457-B3FB5DC2413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D401E208-6E2E-AFF3-1EBC-AB04F451854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56BBAA05-ABE9-4017-9DD1-E272137C66DC}"/>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4" name="Group 643">
                  <a:extLst>
                    <a:ext uri="{FF2B5EF4-FFF2-40B4-BE49-F238E27FC236}">
                      <a16:creationId xmlns:a16="http://schemas.microsoft.com/office/drawing/2014/main" id="{8A966E39-B120-CCC5-D6E4-856D77B7E499}"/>
                    </a:ext>
                  </a:extLst>
                </p:cNvPr>
                <p:cNvGrpSpPr/>
                <p:nvPr/>
              </p:nvGrpSpPr>
              <p:grpSpPr>
                <a:xfrm>
                  <a:off x="7383761" y="5406535"/>
                  <a:ext cx="593889" cy="593625"/>
                  <a:chOff x="1910636" y="2494271"/>
                  <a:chExt cx="593889" cy="593625"/>
                </a:xfrm>
              </p:grpSpPr>
              <p:sp>
                <p:nvSpPr>
                  <p:cNvPr id="645" name="Rectangle 644">
                    <a:extLst>
                      <a:ext uri="{FF2B5EF4-FFF2-40B4-BE49-F238E27FC236}">
                        <a16:creationId xmlns:a16="http://schemas.microsoft.com/office/drawing/2014/main" id="{D9DAA4EF-0BAA-4755-45A0-D6F6F7A12282}"/>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a16="http://schemas.microsoft.com/office/drawing/2014/main" id="{96171993-8B7B-0B63-3D1F-C315B106A270}"/>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7" name="Rectangle 646">
                    <a:extLst>
                      <a:ext uri="{FF2B5EF4-FFF2-40B4-BE49-F238E27FC236}">
                        <a16:creationId xmlns:a16="http://schemas.microsoft.com/office/drawing/2014/main" id="{F877EC73-6B60-B85C-B3D7-3B5E5DCC5C5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Rectangle 647">
                    <a:extLst>
                      <a:ext uri="{FF2B5EF4-FFF2-40B4-BE49-F238E27FC236}">
                        <a16:creationId xmlns:a16="http://schemas.microsoft.com/office/drawing/2014/main" id="{8C4F626F-FD84-451E-F12F-A118AAC22644}"/>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Rectangle 648">
                    <a:extLst>
                      <a:ext uri="{FF2B5EF4-FFF2-40B4-BE49-F238E27FC236}">
                        <a16:creationId xmlns:a16="http://schemas.microsoft.com/office/drawing/2014/main" id="{5572E561-CEE5-AFAE-5635-A11438C6D26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Rectangle 649">
                    <a:extLst>
                      <a:ext uri="{FF2B5EF4-FFF2-40B4-BE49-F238E27FC236}">
                        <a16:creationId xmlns:a16="http://schemas.microsoft.com/office/drawing/2014/main" id="{5CC09771-522F-7522-CA2A-0C22BDF6774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a16="http://schemas.microsoft.com/office/drawing/2014/main" id="{FCF50438-9CA4-B873-E51F-0AE5FBFA3E7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Rectangle 651">
                    <a:extLst>
                      <a:ext uri="{FF2B5EF4-FFF2-40B4-BE49-F238E27FC236}">
                        <a16:creationId xmlns:a16="http://schemas.microsoft.com/office/drawing/2014/main" id="{6617B9BE-588E-C920-9024-5621457BE27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a16="http://schemas.microsoft.com/office/drawing/2014/main" id="{E737B8A3-6EFC-28A2-2044-C28FD049795E}"/>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11" name="Group 610">
                <a:extLst>
                  <a:ext uri="{FF2B5EF4-FFF2-40B4-BE49-F238E27FC236}">
                    <a16:creationId xmlns:a16="http://schemas.microsoft.com/office/drawing/2014/main" id="{B1C76BF9-0F4D-C40E-FEF1-2A8BD1EFEA96}"/>
                  </a:ext>
                </a:extLst>
              </p:cNvPr>
              <p:cNvGrpSpPr/>
              <p:nvPr/>
            </p:nvGrpSpPr>
            <p:grpSpPr>
              <a:xfrm rot="10800000" flipH="1">
                <a:off x="9419294" y="3386228"/>
                <a:ext cx="397619" cy="396106"/>
                <a:chOff x="9651794" y="5208440"/>
                <a:chExt cx="796285" cy="793255"/>
              </a:xfrm>
            </p:grpSpPr>
            <p:grpSp>
              <p:nvGrpSpPr>
                <p:cNvPr id="612" name="Group 611">
                  <a:extLst>
                    <a:ext uri="{FF2B5EF4-FFF2-40B4-BE49-F238E27FC236}">
                      <a16:creationId xmlns:a16="http://schemas.microsoft.com/office/drawing/2014/main" id="{18B25D18-439D-65E8-8877-70AB10328E65}"/>
                    </a:ext>
                  </a:extLst>
                </p:cNvPr>
                <p:cNvGrpSpPr/>
                <p:nvPr/>
              </p:nvGrpSpPr>
              <p:grpSpPr>
                <a:xfrm>
                  <a:off x="9854190" y="5208440"/>
                  <a:ext cx="593889" cy="593625"/>
                  <a:chOff x="1910636" y="2494271"/>
                  <a:chExt cx="593889" cy="593625"/>
                </a:xfrm>
              </p:grpSpPr>
              <p:sp>
                <p:nvSpPr>
                  <p:cNvPr id="633" name="Rectangle 632">
                    <a:extLst>
                      <a:ext uri="{FF2B5EF4-FFF2-40B4-BE49-F238E27FC236}">
                        <a16:creationId xmlns:a16="http://schemas.microsoft.com/office/drawing/2014/main" id="{1E91D083-57C3-C225-1A3A-963470DD3DDA}"/>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4" name="Rectangle 633">
                    <a:extLst>
                      <a:ext uri="{FF2B5EF4-FFF2-40B4-BE49-F238E27FC236}">
                        <a16:creationId xmlns:a16="http://schemas.microsoft.com/office/drawing/2014/main" id="{077D8BB8-B393-3156-A540-315E9E003F7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5" name="Rectangle 634">
                    <a:extLst>
                      <a:ext uri="{FF2B5EF4-FFF2-40B4-BE49-F238E27FC236}">
                        <a16:creationId xmlns:a16="http://schemas.microsoft.com/office/drawing/2014/main" id="{8D3782B0-E35E-6592-9211-7B6C423F004F}"/>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6" name="Rectangle 635">
                    <a:extLst>
                      <a:ext uri="{FF2B5EF4-FFF2-40B4-BE49-F238E27FC236}">
                        <a16:creationId xmlns:a16="http://schemas.microsoft.com/office/drawing/2014/main" id="{9FD45E30-93DE-1B35-3745-A77210BA8B1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7" name="Rectangle 636">
                    <a:extLst>
                      <a:ext uri="{FF2B5EF4-FFF2-40B4-BE49-F238E27FC236}">
                        <a16:creationId xmlns:a16="http://schemas.microsoft.com/office/drawing/2014/main" id="{30D48538-03B5-5423-7D03-526DB23D367A}"/>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8" name="Rectangle 637">
                    <a:extLst>
                      <a:ext uri="{FF2B5EF4-FFF2-40B4-BE49-F238E27FC236}">
                        <a16:creationId xmlns:a16="http://schemas.microsoft.com/office/drawing/2014/main" id="{F68CE819-D428-F99A-8FB4-8763DAF975D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9" name="Rectangle 638">
                    <a:extLst>
                      <a:ext uri="{FF2B5EF4-FFF2-40B4-BE49-F238E27FC236}">
                        <a16:creationId xmlns:a16="http://schemas.microsoft.com/office/drawing/2014/main" id="{8E707580-94EF-D2CB-F646-FFC452C3A73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a16="http://schemas.microsoft.com/office/drawing/2014/main" id="{915AC679-901B-7FBB-B645-69FD1D9CF260}"/>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a16="http://schemas.microsoft.com/office/drawing/2014/main" id="{5C4D21D0-99F7-F539-83EE-459CA5312F1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3" name="Group 612">
                  <a:extLst>
                    <a:ext uri="{FF2B5EF4-FFF2-40B4-BE49-F238E27FC236}">
                      <a16:creationId xmlns:a16="http://schemas.microsoft.com/office/drawing/2014/main" id="{CFE837AA-36CB-8053-DE1F-E3F599F56F0F}"/>
                    </a:ext>
                  </a:extLst>
                </p:cNvPr>
                <p:cNvGrpSpPr/>
                <p:nvPr/>
              </p:nvGrpSpPr>
              <p:grpSpPr>
                <a:xfrm>
                  <a:off x="9755246" y="5309088"/>
                  <a:ext cx="593889" cy="593625"/>
                  <a:chOff x="1910636" y="2494271"/>
                  <a:chExt cx="593889" cy="593625"/>
                </a:xfrm>
              </p:grpSpPr>
              <p:sp>
                <p:nvSpPr>
                  <p:cNvPr id="624" name="Rectangle 623">
                    <a:extLst>
                      <a:ext uri="{FF2B5EF4-FFF2-40B4-BE49-F238E27FC236}">
                        <a16:creationId xmlns:a16="http://schemas.microsoft.com/office/drawing/2014/main" id="{49241890-C8E3-BB89-A481-54C1C3CF7A3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5" name="Rectangle 624">
                    <a:extLst>
                      <a:ext uri="{FF2B5EF4-FFF2-40B4-BE49-F238E27FC236}">
                        <a16:creationId xmlns:a16="http://schemas.microsoft.com/office/drawing/2014/main" id="{CF306AC3-44EA-1BC2-0072-635CCB00594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6" name="Rectangle 625">
                    <a:extLst>
                      <a:ext uri="{FF2B5EF4-FFF2-40B4-BE49-F238E27FC236}">
                        <a16:creationId xmlns:a16="http://schemas.microsoft.com/office/drawing/2014/main" id="{862D6F69-04E9-9CE4-C73E-990B7CF7DBC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7" name="Rectangle 626">
                    <a:extLst>
                      <a:ext uri="{FF2B5EF4-FFF2-40B4-BE49-F238E27FC236}">
                        <a16:creationId xmlns:a16="http://schemas.microsoft.com/office/drawing/2014/main" id="{D226C5D6-6BA1-BE14-6F6E-E8D924F74D7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8" name="Rectangle 627">
                    <a:extLst>
                      <a:ext uri="{FF2B5EF4-FFF2-40B4-BE49-F238E27FC236}">
                        <a16:creationId xmlns:a16="http://schemas.microsoft.com/office/drawing/2014/main" id="{C8A2A63B-2FC9-E848-D5F2-6FB80CCA2775}"/>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9" name="Rectangle 628">
                    <a:extLst>
                      <a:ext uri="{FF2B5EF4-FFF2-40B4-BE49-F238E27FC236}">
                        <a16:creationId xmlns:a16="http://schemas.microsoft.com/office/drawing/2014/main" id="{8EE77B55-0EB4-6AE6-4401-C13C2CC84DA5}"/>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0" name="Rectangle 629">
                    <a:extLst>
                      <a:ext uri="{FF2B5EF4-FFF2-40B4-BE49-F238E27FC236}">
                        <a16:creationId xmlns:a16="http://schemas.microsoft.com/office/drawing/2014/main" id="{5F2B5F10-9764-36AB-DD75-208184B2210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1" name="Rectangle 630">
                    <a:extLst>
                      <a:ext uri="{FF2B5EF4-FFF2-40B4-BE49-F238E27FC236}">
                        <a16:creationId xmlns:a16="http://schemas.microsoft.com/office/drawing/2014/main" id="{D904ABBE-81E8-9893-2073-1E6DDDE3468B}"/>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2" name="Rectangle 631">
                    <a:extLst>
                      <a:ext uri="{FF2B5EF4-FFF2-40B4-BE49-F238E27FC236}">
                        <a16:creationId xmlns:a16="http://schemas.microsoft.com/office/drawing/2014/main" id="{2A26342B-1326-9056-3743-255A11B4681D}"/>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4" name="Group 613">
                  <a:extLst>
                    <a:ext uri="{FF2B5EF4-FFF2-40B4-BE49-F238E27FC236}">
                      <a16:creationId xmlns:a16="http://schemas.microsoft.com/office/drawing/2014/main" id="{B5880C5C-4A74-2CA4-63DC-CD582CFDF96B}"/>
                    </a:ext>
                  </a:extLst>
                </p:cNvPr>
                <p:cNvGrpSpPr/>
                <p:nvPr/>
              </p:nvGrpSpPr>
              <p:grpSpPr>
                <a:xfrm>
                  <a:off x="9651794" y="5408070"/>
                  <a:ext cx="593889" cy="593625"/>
                  <a:chOff x="1910636" y="2494271"/>
                  <a:chExt cx="593889" cy="593625"/>
                </a:xfrm>
              </p:grpSpPr>
              <p:sp>
                <p:nvSpPr>
                  <p:cNvPr id="615" name="Rectangle 614">
                    <a:extLst>
                      <a:ext uri="{FF2B5EF4-FFF2-40B4-BE49-F238E27FC236}">
                        <a16:creationId xmlns:a16="http://schemas.microsoft.com/office/drawing/2014/main" id="{114B84A9-8C24-7597-6F35-C11E3FB7C677}"/>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 name="Rectangle 615">
                    <a:extLst>
                      <a:ext uri="{FF2B5EF4-FFF2-40B4-BE49-F238E27FC236}">
                        <a16:creationId xmlns:a16="http://schemas.microsoft.com/office/drawing/2014/main" id="{DE84F0ED-8340-A6AE-393A-17737E1AA240}"/>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D4B2EC58-B738-ECB0-17BC-780E86CE2495}"/>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8" name="Rectangle 617">
                    <a:extLst>
                      <a:ext uri="{FF2B5EF4-FFF2-40B4-BE49-F238E27FC236}">
                        <a16:creationId xmlns:a16="http://schemas.microsoft.com/office/drawing/2014/main" id="{980391A4-66CF-4C8B-5013-130BDF539ED9}"/>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9" name="Rectangle 618">
                    <a:extLst>
                      <a:ext uri="{FF2B5EF4-FFF2-40B4-BE49-F238E27FC236}">
                        <a16:creationId xmlns:a16="http://schemas.microsoft.com/office/drawing/2014/main" id="{65F3A677-E15B-A1D7-F940-BC35FD9EB14D}"/>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0" name="Rectangle 619">
                    <a:extLst>
                      <a:ext uri="{FF2B5EF4-FFF2-40B4-BE49-F238E27FC236}">
                        <a16:creationId xmlns:a16="http://schemas.microsoft.com/office/drawing/2014/main" id="{6331F5E3-B395-4D91-4726-47CA12C3032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1" name="Rectangle 620">
                    <a:extLst>
                      <a:ext uri="{FF2B5EF4-FFF2-40B4-BE49-F238E27FC236}">
                        <a16:creationId xmlns:a16="http://schemas.microsoft.com/office/drawing/2014/main" id="{A5FA241E-0907-84B4-4CFB-6B2EB290203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2" name="Rectangle 621">
                    <a:extLst>
                      <a:ext uri="{FF2B5EF4-FFF2-40B4-BE49-F238E27FC236}">
                        <a16:creationId xmlns:a16="http://schemas.microsoft.com/office/drawing/2014/main" id="{A8E55007-EFF9-5662-3840-DA2727EB1FB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3" name="Rectangle 622">
                    <a:extLst>
                      <a:ext uri="{FF2B5EF4-FFF2-40B4-BE49-F238E27FC236}">
                        <a16:creationId xmlns:a16="http://schemas.microsoft.com/office/drawing/2014/main" id="{7EF13210-0FA1-61ED-3152-53D1E49090A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cxnSp>
          <p:nvCxnSpPr>
            <p:cNvPr id="5" name="Straight Connector 4">
              <a:extLst>
                <a:ext uri="{FF2B5EF4-FFF2-40B4-BE49-F238E27FC236}">
                  <a16:creationId xmlns:a16="http://schemas.microsoft.com/office/drawing/2014/main" id="{B96EFA31-1F6D-5B8B-5C4C-91B08E22D0AE}"/>
                </a:ext>
              </a:extLst>
            </p:cNvPr>
            <p:cNvCxnSpPr>
              <a:cxnSpLocks/>
            </p:cNvCxnSpPr>
            <p:nvPr/>
          </p:nvCxnSpPr>
          <p:spPr>
            <a:xfrm flipH="1">
              <a:off x="7596948" y="2123429"/>
              <a:ext cx="100870" cy="331080"/>
            </a:xfrm>
            <a:prstGeom prst="line">
              <a:avLst/>
            </a:prstGeom>
            <a:ln/>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E07F1F52-B873-477A-5945-FFEB4DA5BB1A}"/>
                </a:ext>
              </a:extLst>
            </p:cNvPr>
            <p:cNvCxnSpPr>
              <a:cxnSpLocks/>
            </p:cNvCxnSpPr>
            <p:nvPr/>
          </p:nvCxnSpPr>
          <p:spPr>
            <a:xfrm>
              <a:off x="7697818" y="2123429"/>
              <a:ext cx="223645" cy="316970"/>
            </a:xfrm>
            <a:prstGeom prst="line">
              <a:avLst/>
            </a:prstGeom>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011C1AE0-3643-A13B-45C9-7427C72D66FC}"/>
                </a:ext>
              </a:extLst>
            </p:cNvPr>
            <p:cNvCxnSpPr>
              <a:cxnSpLocks/>
            </p:cNvCxnSpPr>
            <p:nvPr/>
          </p:nvCxnSpPr>
          <p:spPr>
            <a:xfrm>
              <a:off x="7669704" y="2123429"/>
              <a:ext cx="548054" cy="345190"/>
            </a:xfrm>
            <a:prstGeom prst="line">
              <a:avLst/>
            </a:prstGeom>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0CC45548-F411-5F7B-E822-AF23E84647A0}"/>
                </a:ext>
              </a:extLst>
            </p:cNvPr>
            <p:cNvCxnSpPr>
              <a:cxnSpLocks/>
            </p:cNvCxnSpPr>
            <p:nvPr/>
          </p:nvCxnSpPr>
          <p:spPr>
            <a:xfrm>
              <a:off x="7723931" y="2151158"/>
              <a:ext cx="795007" cy="334554"/>
            </a:xfrm>
            <a:prstGeom prst="line">
              <a:avLst/>
            </a:prstGeom>
            <a:ln/>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9A4F6A26-09A7-12B6-A0D5-588139123ACF}"/>
                </a:ext>
              </a:extLst>
            </p:cNvPr>
            <p:cNvCxnSpPr>
              <a:cxnSpLocks/>
            </p:cNvCxnSpPr>
            <p:nvPr/>
          </p:nvCxnSpPr>
          <p:spPr>
            <a:xfrm>
              <a:off x="7716877" y="2115885"/>
              <a:ext cx="1100529" cy="373897"/>
            </a:xfrm>
            <a:prstGeom prst="line">
              <a:avLst/>
            </a:prstGeom>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A4B06668-A6A4-9807-7F6A-DAF4C99EB06A}"/>
                </a:ext>
              </a:extLst>
            </p:cNvPr>
            <p:cNvCxnSpPr>
              <a:cxnSpLocks/>
            </p:cNvCxnSpPr>
            <p:nvPr/>
          </p:nvCxnSpPr>
          <p:spPr>
            <a:xfrm>
              <a:off x="7697818" y="2123429"/>
              <a:ext cx="1440123" cy="367619"/>
            </a:xfrm>
            <a:prstGeom prst="line">
              <a:avLst/>
            </a:prstGeom>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A98BF533-7F22-A934-0380-95925E0E6154}"/>
                </a:ext>
              </a:extLst>
            </p:cNvPr>
            <p:cNvCxnSpPr>
              <a:cxnSpLocks/>
            </p:cNvCxnSpPr>
            <p:nvPr/>
          </p:nvCxnSpPr>
          <p:spPr>
            <a:xfrm flipH="1">
              <a:off x="7596948" y="2935039"/>
              <a:ext cx="89051" cy="306441"/>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5008F239-DDFE-B65E-B2C3-6B7A7E936A16}"/>
                </a:ext>
              </a:extLst>
            </p:cNvPr>
            <p:cNvCxnSpPr>
              <a:cxnSpLocks/>
            </p:cNvCxnSpPr>
            <p:nvPr/>
          </p:nvCxnSpPr>
          <p:spPr>
            <a:xfrm flipH="1">
              <a:off x="7637300" y="2935039"/>
              <a:ext cx="352385" cy="286704"/>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43851D2-A986-426D-02DA-344305819A73}"/>
                </a:ext>
              </a:extLst>
            </p:cNvPr>
            <p:cNvCxnSpPr>
              <a:cxnSpLocks/>
            </p:cNvCxnSpPr>
            <p:nvPr/>
          </p:nvCxnSpPr>
          <p:spPr>
            <a:xfrm flipH="1">
              <a:off x="7614037" y="2929704"/>
              <a:ext cx="672548"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627B4BF0-5D37-7C77-9980-0775CAE57776}"/>
                </a:ext>
              </a:extLst>
            </p:cNvPr>
            <p:cNvCxnSpPr>
              <a:cxnSpLocks/>
            </p:cNvCxnSpPr>
            <p:nvPr/>
          </p:nvCxnSpPr>
          <p:spPr>
            <a:xfrm flipH="1">
              <a:off x="7627162" y="2913695"/>
              <a:ext cx="1015607" cy="30804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5" name="Straight Arrow Connector 14">
              <a:extLst>
                <a:ext uri="{FF2B5EF4-FFF2-40B4-BE49-F238E27FC236}">
                  <a16:creationId xmlns:a16="http://schemas.microsoft.com/office/drawing/2014/main" id="{721F3CEE-3308-5E46-E764-6F22E0148E64}"/>
                </a:ext>
              </a:extLst>
            </p:cNvPr>
            <p:cNvCxnSpPr>
              <a:cxnSpLocks/>
            </p:cNvCxnSpPr>
            <p:nvPr/>
          </p:nvCxnSpPr>
          <p:spPr>
            <a:xfrm flipH="1">
              <a:off x="7575295" y="2929704"/>
              <a:ext cx="1315496"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C2FA7B71-49E4-8CA8-B8C5-CA47E95F631D}"/>
                </a:ext>
              </a:extLst>
            </p:cNvPr>
            <p:cNvCxnSpPr>
              <a:cxnSpLocks/>
            </p:cNvCxnSpPr>
            <p:nvPr/>
          </p:nvCxnSpPr>
          <p:spPr>
            <a:xfrm flipH="1">
              <a:off x="7614037" y="2913695"/>
              <a:ext cx="1645615" cy="28992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grpSp>
          <p:nvGrpSpPr>
            <p:cNvPr id="17" name="Group 16">
              <a:extLst>
                <a:ext uri="{FF2B5EF4-FFF2-40B4-BE49-F238E27FC236}">
                  <a16:creationId xmlns:a16="http://schemas.microsoft.com/office/drawing/2014/main" id="{200E90B2-FFFB-305F-A526-BFC68AF61839}"/>
                </a:ext>
              </a:extLst>
            </p:cNvPr>
            <p:cNvGrpSpPr/>
            <p:nvPr/>
          </p:nvGrpSpPr>
          <p:grpSpPr>
            <a:xfrm>
              <a:off x="7526231" y="3267600"/>
              <a:ext cx="3147554" cy="497966"/>
              <a:chOff x="7772214" y="4217521"/>
              <a:chExt cx="3457408" cy="546987"/>
            </a:xfrm>
          </p:grpSpPr>
          <p:sp>
            <p:nvSpPr>
              <p:cNvPr id="18" name="Rectangle 17">
                <a:extLst>
                  <a:ext uri="{FF2B5EF4-FFF2-40B4-BE49-F238E27FC236}">
                    <a16:creationId xmlns:a16="http://schemas.microsoft.com/office/drawing/2014/main" id="{16024E93-D805-8E6A-C138-50802BA64A3E}"/>
                  </a:ext>
                </a:extLst>
              </p:cNvPr>
              <p:cNvSpPr/>
              <p:nvPr/>
            </p:nvSpPr>
            <p:spPr>
              <a:xfrm rot="10800000" flipH="1">
                <a:off x="831735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3FC5B3A-1B8B-AFD8-A2B9-D7BC965C8FF7}"/>
                  </a:ext>
                </a:extLst>
              </p:cNvPr>
              <p:cNvSpPr/>
              <p:nvPr/>
            </p:nvSpPr>
            <p:spPr>
              <a:xfrm rot="10800000" flipH="1">
                <a:off x="841778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481E6D6-E6B2-967B-F9C1-9E09BD563AF5}"/>
                  </a:ext>
                </a:extLst>
              </p:cNvPr>
              <p:cNvSpPr/>
              <p:nvPr/>
            </p:nvSpPr>
            <p:spPr>
              <a:xfrm rot="10800000" flipH="1">
                <a:off x="851820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E2CE524-8C1A-02D8-E797-BF3373BC05FC}"/>
                  </a:ext>
                </a:extLst>
              </p:cNvPr>
              <p:cNvSpPr/>
              <p:nvPr/>
            </p:nvSpPr>
            <p:spPr>
              <a:xfrm rot="10800000" flipH="1">
                <a:off x="861862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E764927-CB3F-024F-02DE-3E3FF8FA1CA2}"/>
                  </a:ext>
                </a:extLst>
              </p:cNvPr>
              <p:cNvSpPr/>
              <p:nvPr/>
            </p:nvSpPr>
            <p:spPr>
              <a:xfrm rot="10800000" flipH="1">
                <a:off x="871904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CDB9D56-38D4-334C-00ED-27F0F6D66DBF}"/>
                  </a:ext>
                </a:extLst>
              </p:cNvPr>
              <p:cNvSpPr/>
              <p:nvPr/>
            </p:nvSpPr>
            <p:spPr>
              <a:xfrm rot="10800000" flipH="1">
                <a:off x="881947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A5CD55D-3A88-A1F6-7C60-730360CBB557}"/>
                  </a:ext>
                </a:extLst>
              </p:cNvPr>
              <p:cNvSpPr/>
              <p:nvPr/>
            </p:nvSpPr>
            <p:spPr>
              <a:xfrm rot="10800000" flipH="1">
                <a:off x="891989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E904F34B-4067-2CB3-3100-D8B7331164AC}"/>
                  </a:ext>
                </a:extLst>
              </p:cNvPr>
              <p:cNvSpPr/>
              <p:nvPr/>
            </p:nvSpPr>
            <p:spPr>
              <a:xfrm rot="10800000" flipH="1">
                <a:off x="902031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9F4A554-57FC-DDD7-1170-426804C7419E}"/>
                  </a:ext>
                </a:extLst>
              </p:cNvPr>
              <p:cNvSpPr/>
              <p:nvPr/>
            </p:nvSpPr>
            <p:spPr>
              <a:xfrm rot="10800000" flipH="1">
                <a:off x="912074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E1BF3BA0-4062-39F0-400B-A9F619F5F209}"/>
                  </a:ext>
                </a:extLst>
              </p:cNvPr>
              <p:cNvSpPr/>
              <p:nvPr/>
            </p:nvSpPr>
            <p:spPr>
              <a:xfrm rot="10800000" flipH="1">
                <a:off x="922116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B473847-FF69-FC61-9EC1-679D096E6BC4}"/>
                  </a:ext>
                </a:extLst>
              </p:cNvPr>
              <p:cNvSpPr/>
              <p:nvPr/>
            </p:nvSpPr>
            <p:spPr>
              <a:xfrm rot="10800000" flipH="1">
                <a:off x="932158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D884875D-FE61-06C1-C130-EA5D4C19318E}"/>
                  </a:ext>
                </a:extLst>
              </p:cNvPr>
              <p:cNvSpPr/>
              <p:nvPr/>
            </p:nvSpPr>
            <p:spPr>
              <a:xfrm rot="10800000" flipH="1">
                <a:off x="942200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1D39544-2802-E8D9-1985-E0A3FF4F8E50}"/>
                  </a:ext>
                </a:extLst>
              </p:cNvPr>
              <p:cNvSpPr/>
              <p:nvPr/>
            </p:nvSpPr>
            <p:spPr>
              <a:xfrm rot="10800000" flipH="1">
                <a:off x="952243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223DF33-DDF0-A401-BD78-7C4B5B42FD2F}"/>
                  </a:ext>
                </a:extLst>
              </p:cNvPr>
              <p:cNvSpPr/>
              <p:nvPr/>
            </p:nvSpPr>
            <p:spPr>
              <a:xfrm rot="10800000" flipH="1">
                <a:off x="962285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F5E3D8E-7B3B-6A3F-0A9C-F45448A35784}"/>
                  </a:ext>
                </a:extLst>
              </p:cNvPr>
              <p:cNvSpPr/>
              <p:nvPr/>
            </p:nvSpPr>
            <p:spPr>
              <a:xfrm rot="10800000" flipH="1">
                <a:off x="972327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0E37969-3405-1E5F-F0F1-F7AAB17C66B3}"/>
                  </a:ext>
                </a:extLst>
              </p:cNvPr>
              <p:cNvSpPr/>
              <p:nvPr/>
            </p:nvSpPr>
            <p:spPr>
              <a:xfrm rot="10800000" flipH="1">
                <a:off x="982370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9600DBFE-959B-7A58-A31A-A031A02571A3}"/>
                  </a:ext>
                </a:extLst>
              </p:cNvPr>
              <p:cNvSpPr/>
              <p:nvPr/>
            </p:nvSpPr>
            <p:spPr>
              <a:xfrm rot="10800000" flipH="1">
                <a:off x="992412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5D066451-5C40-5DFA-EA83-8E8C8C14F4E3}"/>
                  </a:ext>
                </a:extLst>
              </p:cNvPr>
              <p:cNvSpPr/>
              <p:nvPr/>
            </p:nvSpPr>
            <p:spPr>
              <a:xfrm rot="10800000" flipH="1">
                <a:off x="1002454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477706A-6341-8FFC-3A75-837FCD2317CA}"/>
                  </a:ext>
                </a:extLst>
              </p:cNvPr>
              <p:cNvSpPr/>
              <p:nvPr/>
            </p:nvSpPr>
            <p:spPr>
              <a:xfrm rot="10800000" flipH="1">
                <a:off x="1012497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40ED376-D1B4-A637-8219-E6B59AC99964}"/>
                  </a:ext>
                </a:extLst>
              </p:cNvPr>
              <p:cNvSpPr/>
              <p:nvPr/>
            </p:nvSpPr>
            <p:spPr>
              <a:xfrm rot="10800000" flipH="1">
                <a:off x="1022539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8AFC820F-2F57-6AA2-4039-A076513052DC}"/>
                  </a:ext>
                </a:extLst>
              </p:cNvPr>
              <p:cNvSpPr/>
              <p:nvPr/>
            </p:nvSpPr>
            <p:spPr>
              <a:xfrm rot="10800000" flipH="1">
                <a:off x="1032581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7E5097D0-B8AE-F630-6089-E5A9DFF431BB}"/>
                  </a:ext>
                </a:extLst>
              </p:cNvPr>
              <p:cNvSpPr/>
              <p:nvPr/>
            </p:nvSpPr>
            <p:spPr>
              <a:xfrm rot="10800000" flipH="1">
                <a:off x="1042623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C5C8EF71-2513-3B90-2E97-5FFBD2348844}"/>
                  </a:ext>
                </a:extLst>
              </p:cNvPr>
              <p:cNvSpPr/>
              <p:nvPr/>
            </p:nvSpPr>
            <p:spPr>
              <a:xfrm rot="10800000" flipH="1">
                <a:off x="1052666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D2FBB6BF-B362-3708-32B6-35B8751794F8}"/>
                  </a:ext>
                </a:extLst>
              </p:cNvPr>
              <p:cNvSpPr/>
              <p:nvPr/>
            </p:nvSpPr>
            <p:spPr>
              <a:xfrm rot="10800000" flipH="1">
                <a:off x="1062708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951C140E-E491-E135-E376-87CECA535C6F}"/>
                  </a:ext>
                </a:extLst>
              </p:cNvPr>
              <p:cNvSpPr/>
              <p:nvPr/>
            </p:nvSpPr>
            <p:spPr>
              <a:xfrm rot="10800000" flipH="1">
                <a:off x="1072750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5E5AA722-3DAD-5A69-9626-073B8251DA79}"/>
                  </a:ext>
                </a:extLst>
              </p:cNvPr>
              <p:cNvSpPr/>
              <p:nvPr/>
            </p:nvSpPr>
            <p:spPr>
              <a:xfrm rot="10800000" flipH="1">
                <a:off x="1082793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1E44090E-83CC-0C00-3F65-01486EB397BD}"/>
                  </a:ext>
                </a:extLst>
              </p:cNvPr>
              <p:cNvSpPr/>
              <p:nvPr/>
            </p:nvSpPr>
            <p:spPr>
              <a:xfrm rot="10800000" flipH="1">
                <a:off x="1092835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A92EAF8-8A06-91B9-29C6-8173768D0ABC}"/>
                  </a:ext>
                </a:extLst>
              </p:cNvPr>
              <p:cNvSpPr/>
              <p:nvPr/>
            </p:nvSpPr>
            <p:spPr>
              <a:xfrm rot="10800000" flipH="1">
                <a:off x="1102877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1092FC8-1D3B-CC9D-4B91-5AC0D81E5CF6}"/>
                  </a:ext>
                </a:extLst>
              </p:cNvPr>
              <p:cNvSpPr/>
              <p:nvPr/>
            </p:nvSpPr>
            <p:spPr>
              <a:xfrm rot="10800000" flipH="1">
                <a:off x="1112919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1C9F0FE9-EBCA-95EC-B05A-B005CF2C3011}"/>
                  </a:ext>
                </a:extLst>
              </p:cNvPr>
              <p:cNvGrpSpPr/>
              <p:nvPr/>
            </p:nvGrpSpPr>
            <p:grpSpPr>
              <a:xfrm rot="10800000" flipH="1">
                <a:off x="8016088" y="4563796"/>
                <a:ext cx="3213534" cy="100423"/>
                <a:chOff x="1743959" y="2564091"/>
                <a:chExt cx="6334816" cy="197963"/>
              </a:xfrm>
              <a:solidFill>
                <a:schemeClr val="bg1"/>
              </a:solidFill>
            </p:grpSpPr>
            <p:sp>
              <p:nvSpPr>
                <p:cNvPr id="574" name="Rectangle 573">
                  <a:extLst>
                    <a:ext uri="{FF2B5EF4-FFF2-40B4-BE49-F238E27FC236}">
                      <a16:creationId xmlns:a16="http://schemas.microsoft.com/office/drawing/2014/main" id="{38BCD2F2-36E6-E1D5-9422-7C46FB8F4E4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5" name="Rectangle 574">
                  <a:extLst>
                    <a:ext uri="{FF2B5EF4-FFF2-40B4-BE49-F238E27FC236}">
                      <a16:creationId xmlns:a16="http://schemas.microsoft.com/office/drawing/2014/main" id="{77FE566C-D70E-7CDE-760F-940B4A35649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6" name="Rectangle 575">
                  <a:extLst>
                    <a:ext uri="{FF2B5EF4-FFF2-40B4-BE49-F238E27FC236}">
                      <a16:creationId xmlns:a16="http://schemas.microsoft.com/office/drawing/2014/main" id="{43458E02-1076-62A8-C6AA-347C5635563D}"/>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7" name="Rectangle 576">
                  <a:extLst>
                    <a:ext uri="{FF2B5EF4-FFF2-40B4-BE49-F238E27FC236}">
                      <a16:creationId xmlns:a16="http://schemas.microsoft.com/office/drawing/2014/main" id="{C3E2A8F8-8CF4-25C3-0161-7CD888F46BAD}"/>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8" name="Rectangle 577">
                  <a:extLst>
                    <a:ext uri="{FF2B5EF4-FFF2-40B4-BE49-F238E27FC236}">
                      <a16:creationId xmlns:a16="http://schemas.microsoft.com/office/drawing/2014/main" id="{9CBCB3F7-693A-C1D3-5BB8-C525BDFC73ED}"/>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9" name="Rectangle 578">
                  <a:extLst>
                    <a:ext uri="{FF2B5EF4-FFF2-40B4-BE49-F238E27FC236}">
                      <a16:creationId xmlns:a16="http://schemas.microsoft.com/office/drawing/2014/main" id="{67524F0E-41F6-027C-E0FD-C72C7C883E56}"/>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0" name="Rectangle 579">
                  <a:extLst>
                    <a:ext uri="{FF2B5EF4-FFF2-40B4-BE49-F238E27FC236}">
                      <a16:creationId xmlns:a16="http://schemas.microsoft.com/office/drawing/2014/main" id="{A02B83D8-9A8B-974A-01B6-C2FC7A095DD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1" name="Rectangle 580">
                  <a:extLst>
                    <a:ext uri="{FF2B5EF4-FFF2-40B4-BE49-F238E27FC236}">
                      <a16:creationId xmlns:a16="http://schemas.microsoft.com/office/drawing/2014/main" id="{9F630CDD-03F8-288B-D47C-8D255161860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2" name="Rectangle 581">
                  <a:extLst>
                    <a:ext uri="{FF2B5EF4-FFF2-40B4-BE49-F238E27FC236}">
                      <a16:creationId xmlns:a16="http://schemas.microsoft.com/office/drawing/2014/main" id="{AA792247-1698-BB29-191C-233E991061C5}"/>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3" name="Rectangle 582">
                  <a:extLst>
                    <a:ext uri="{FF2B5EF4-FFF2-40B4-BE49-F238E27FC236}">
                      <a16:creationId xmlns:a16="http://schemas.microsoft.com/office/drawing/2014/main" id="{283615B7-BD5D-D397-A2D4-8505992AE042}"/>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4" name="Rectangle 583">
                  <a:extLst>
                    <a:ext uri="{FF2B5EF4-FFF2-40B4-BE49-F238E27FC236}">
                      <a16:creationId xmlns:a16="http://schemas.microsoft.com/office/drawing/2014/main" id="{016D276E-A83E-F65F-4BE0-198B8D94BDFB}"/>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5" name="Rectangle 584">
                  <a:extLst>
                    <a:ext uri="{FF2B5EF4-FFF2-40B4-BE49-F238E27FC236}">
                      <a16:creationId xmlns:a16="http://schemas.microsoft.com/office/drawing/2014/main" id="{D181F389-6AF4-0201-0776-0E459C6B695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74AFF90B-1E71-2BDB-CD01-4829AC5335B0}"/>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7" name="Rectangle 586">
                  <a:extLst>
                    <a:ext uri="{FF2B5EF4-FFF2-40B4-BE49-F238E27FC236}">
                      <a16:creationId xmlns:a16="http://schemas.microsoft.com/office/drawing/2014/main" id="{236CA559-F015-F011-C95C-61C257A92CA7}"/>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8" name="Rectangle 587">
                  <a:extLst>
                    <a:ext uri="{FF2B5EF4-FFF2-40B4-BE49-F238E27FC236}">
                      <a16:creationId xmlns:a16="http://schemas.microsoft.com/office/drawing/2014/main" id="{4DF450A3-CDB9-C515-7B64-424BF796D5C9}"/>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9" name="Rectangle 588">
                  <a:extLst>
                    <a:ext uri="{FF2B5EF4-FFF2-40B4-BE49-F238E27FC236}">
                      <a16:creationId xmlns:a16="http://schemas.microsoft.com/office/drawing/2014/main" id="{E0F39110-EB5E-CE5F-4EED-9C33BA2D6BD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0" name="Rectangle 589">
                  <a:extLst>
                    <a:ext uri="{FF2B5EF4-FFF2-40B4-BE49-F238E27FC236}">
                      <a16:creationId xmlns:a16="http://schemas.microsoft.com/office/drawing/2014/main" id="{8DE18A8C-4A80-D4CE-2CEE-9298C9CF434E}"/>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1" name="Rectangle 590">
                  <a:extLst>
                    <a:ext uri="{FF2B5EF4-FFF2-40B4-BE49-F238E27FC236}">
                      <a16:creationId xmlns:a16="http://schemas.microsoft.com/office/drawing/2014/main" id="{661FC3EF-57DC-61B2-8C93-739E77A2E5F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2" name="Rectangle 591">
                  <a:extLst>
                    <a:ext uri="{FF2B5EF4-FFF2-40B4-BE49-F238E27FC236}">
                      <a16:creationId xmlns:a16="http://schemas.microsoft.com/office/drawing/2014/main" id="{5083C0FA-BE6B-6562-9DA2-1D63C9165809}"/>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3" name="Rectangle 592">
                  <a:extLst>
                    <a:ext uri="{FF2B5EF4-FFF2-40B4-BE49-F238E27FC236}">
                      <a16:creationId xmlns:a16="http://schemas.microsoft.com/office/drawing/2014/main" id="{C76790A2-FFF1-C878-D364-931DF29A7B75}"/>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4" name="Rectangle 593">
                  <a:extLst>
                    <a:ext uri="{FF2B5EF4-FFF2-40B4-BE49-F238E27FC236}">
                      <a16:creationId xmlns:a16="http://schemas.microsoft.com/office/drawing/2014/main" id="{847C3155-3DB0-CA25-BA3B-82F4453EC101}"/>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5" name="Rectangle 594">
                  <a:extLst>
                    <a:ext uri="{FF2B5EF4-FFF2-40B4-BE49-F238E27FC236}">
                      <a16:creationId xmlns:a16="http://schemas.microsoft.com/office/drawing/2014/main" id="{29F8279E-3359-A802-99D0-60A484178B17}"/>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6" name="Rectangle 595">
                  <a:extLst>
                    <a:ext uri="{FF2B5EF4-FFF2-40B4-BE49-F238E27FC236}">
                      <a16:creationId xmlns:a16="http://schemas.microsoft.com/office/drawing/2014/main" id="{E8AC7CF4-1514-E18B-15A4-6330FFB6C13C}"/>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7" name="Rectangle 596">
                  <a:extLst>
                    <a:ext uri="{FF2B5EF4-FFF2-40B4-BE49-F238E27FC236}">
                      <a16:creationId xmlns:a16="http://schemas.microsoft.com/office/drawing/2014/main" id="{51E263A8-063B-111B-2104-EC1FCB166E22}"/>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8" name="Rectangle 597">
                  <a:extLst>
                    <a:ext uri="{FF2B5EF4-FFF2-40B4-BE49-F238E27FC236}">
                      <a16:creationId xmlns:a16="http://schemas.microsoft.com/office/drawing/2014/main" id="{004F9AE9-86EB-8B83-EDB3-C7130C3CA0F2}"/>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9" name="Rectangle 598">
                  <a:extLst>
                    <a:ext uri="{FF2B5EF4-FFF2-40B4-BE49-F238E27FC236}">
                      <a16:creationId xmlns:a16="http://schemas.microsoft.com/office/drawing/2014/main" id="{0AC34411-77A7-73E6-8B4A-E4DD214E9200}"/>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0" name="Rectangle 599">
                  <a:extLst>
                    <a:ext uri="{FF2B5EF4-FFF2-40B4-BE49-F238E27FC236}">
                      <a16:creationId xmlns:a16="http://schemas.microsoft.com/office/drawing/2014/main" id="{3B128ECF-78B2-971E-53F4-18E422253791}"/>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1" name="Rectangle 600">
                  <a:extLst>
                    <a:ext uri="{FF2B5EF4-FFF2-40B4-BE49-F238E27FC236}">
                      <a16:creationId xmlns:a16="http://schemas.microsoft.com/office/drawing/2014/main" id="{E4F85899-CA6C-2A78-9B1A-3CD5D1158D2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2" name="Rectangle 601">
                  <a:extLst>
                    <a:ext uri="{FF2B5EF4-FFF2-40B4-BE49-F238E27FC236}">
                      <a16:creationId xmlns:a16="http://schemas.microsoft.com/office/drawing/2014/main" id="{D58BFEA5-98A6-6520-4D37-455F4B889F36}"/>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3" name="Rectangle 602">
                  <a:extLst>
                    <a:ext uri="{FF2B5EF4-FFF2-40B4-BE49-F238E27FC236}">
                      <a16:creationId xmlns:a16="http://schemas.microsoft.com/office/drawing/2014/main" id="{E4C9A963-D41F-43B5-540E-A22244C7ACDE}"/>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4" name="Rectangle 603">
                  <a:extLst>
                    <a:ext uri="{FF2B5EF4-FFF2-40B4-BE49-F238E27FC236}">
                      <a16:creationId xmlns:a16="http://schemas.microsoft.com/office/drawing/2014/main" id="{EAECF698-D042-D95F-5B63-D198C0669B51}"/>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5" name="Rectangle 604">
                  <a:extLst>
                    <a:ext uri="{FF2B5EF4-FFF2-40B4-BE49-F238E27FC236}">
                      <a16:creationId xmlns:a16="http://schemas.microsoft.com/office/drawing/2014/main" id="{9FA7EA14-A534-C236-7513-BD61444892F0}"/>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66E66E87-177E-7192-5F5B-E028BA72821D}"/>
                  </a:ext>
                </a:extLst>
              </p:cNvPr>
              <p:cNvGrpSpPr/>
              <p:nvPr/>
            </p:nvGrpSpPr>
            <p:grpSpPr>
              <a:xfrm rot="10800000" flipH="1">
                <a:off x="8016088" y="4463373"/>
                <a:ext cx="3213534" cy="100423"/>
                <a:chOff x="1743959" y="2564091"/>
                <a:chExt cx="6334816" cy="197963"/>
              </a:xfrm>
              <a:solidFill>
                <a:schemeClr val="bg1"/>
              </a:solidFill>
            </p:grpSpPr>
            <p:sp>
              <p:nvSpPr>
                <p:cNvPr id="542" name="Rectangle 541">
                  <a:extLst>
                    <a:ext uri="{FF2B5EF4-FFF2-40B4-BE49-F238E27FC236}">
                      <a16:creationId xmlns:a16="http://schemas.microsoft.com/office/drawing/2014/main" id="{B31C87E5-99AB-E013-F614-AC1018C6C9B9}"/>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3" name="Rectangle 542">
                  <a:extLst>
                    <a:ext uri="{FF2B5EF4-FFF2-40B4-BE49-F238E27FC236}">
                      <a16:creationId xmlns:a16="http://schemas.microsoft.com/office/drawing/2014/main" id="{50E29ACC-0D1E-F5F7-2242-A00C2B03BC73}"/>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4" name="Rectangle 543">
                  <a:extLst>
                    <a:ext uri="{FF2B5EF4-FFF2-40B4-BE49-F238E27FC236}">
                      <a16:creationId xmlns:a16="http://schemas.microsoft.com/office/drawing/2014/main" id="{14C15573-002B-260A-2C4F-0679A44408C9}"/>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5" name="Rectangle 544">
                  <a:extLst>
                    <a:ext uri="{FF2B5EF4-FFF2-40B4-BE49-F238E27FC236}">
                      <a16:creationId xmlns:a16="http://schemas.microsoft.com/office/drawing/2014/main" id="{7D7048FD-9B99-B283-E649-EAD9BD221D00}"/>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6" name="Rectangle 545">
                  <a:extLst>
                    <a:ext uri="{FF2B5EF4-FFF2-40B4-BE49-F238E27FC236}">
                      <a16:creationId xmlns:a16="http://schemas.microsoft.com/office/drawing/2014/main" id="{A1BCBCA4-E076-E5C7-1DF3-FB67BCAC54A9}"/>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7" name="Rectangle 546">
                  <a:extLst>
                    <a:ext uri="{FF2B5EF4-FFF2-40B4-BE49-F238E27FC236}">
                      <a16:creationId xmlns:a16="http://schemas.microsoft.com/office/drawing/2014/main" id="{FF217BB0-0FFF-70C5-9FE3-FB334F233038}"/>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8" name="Rectangle 547">
                  <a:extLst>
                    <a:ext uri="{FF2B5EF4-FFF2-40B4-BE49-F238E27FC236}">
                      <a16:creationId xmlns:a16="http://schemas.microsoft.com/office/drawing/2014/main" id="{662AD59F-C528-A701-3A3A-115529695850}"/>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9" name="Rectangle 548">
                  <a:extLst>
                    <a:ext uri="{FF2B5EF4-FFF2-40B4-BE49-F238E27FC236}">
                      <a16:creationId xmlns:a16="http://schemas.microsoft.com/office/drawing/2014/main" id="{4B288710-9148-6D44-E55E-B7C1A622B1F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0" name="Rectangle 549">
                  <a:extLst>
                    <a:ext uri="{FF2B5EF4-FFF2-40B4-BE49-F238E27FC236}">
                      <a16:creationId xmlns:a16="http://schemas.microsoft.com/office/drawing/2014/main" id="{27F097CE-065A-23AB-0C1B-44601FAEA945}"/>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1" name="Rectangle 550">
                  <a:extLst>
                    <a:ext uri="{FF2B5EF4-FFF2-40B4-BE49-F238E27FC236}">
                      <a16:creationId xmlns:a16="http://schemas.microsoft.com/office/drawing/2014/main" id="{09269E2A-0099-AD5A-BB64-F6C9BC401C66}"/>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2" name="Rectangle 551">
                  <a:extLst>
                    <a:ext uri="{FF2B5EF4-FFF2-40B4-BE49-F238E27FC236}">
                      <a16:creationId xmlns:a16="http://schemas.microsoft.com/office/drawing/2014/main" id="{FA5E16CC-0F41-1B8E-61C3-9C3E3DF94914}"/>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3" name="Rectangle 552">
                  <a:extLst>
                    <a:ext uri="{FF2B5EF4-FFF2-40B4-BE49-F238E27FC236}">
                      <a16:creationId xmlns:a16="http://schemas.microsoft.com/office/drawing/2014/main" id="{A4D863C9-9B0D-A244-B099-3774A1A1A901}"/>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4" name="Rectangle 553">
                  <a:extLst>
                    <a:ext uri="{FF2B5EF4-FFF2-40B4-BE49-F238E27FC236}">
                      <a16:creationId xmlns:a16="http://schemas.microsoft.com/office/drawing/2014/main" id="{83E25ADC-0105-DDB4-4364-EE6E6A1D397A}"/>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5" name="Rectangle 554">
                  <a:extLst>
                    <a:ext uri="{FF2B5EF4-FFF2-40B4-BE49-F238E27FC236}">
                      <a16:creationId xmlns:a16="http://schemas.microsoft.com/office/drawing/2014/main" id="{19C771EF-5195-E07F-5CD9-11CEB7177DE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CA8C1825-B792-5142-3228-6548428257E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7" name="Rectangle 556">
                  <a:extLst>
                    <a:ext uri="{FF2B5EF4-FFF2-40B4-BE49-F238E27FC236}">
                      <a16:creationId xmlns:a16="http://schemas.microsoft.com/office/drawing/2014/main" id="{59E0E10C-18F9-08A7-346F-56DF31FDD498}"/>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8" name="Rectangle 557">
                  <a:extLst>
                    <a:ext uri="{FF2B5EF4-FFF2-40B4-BE49-F238E27FC236}">
                      <a16:creationId xmlns:a16="http://schemas.microsoft.com/office/drawing/2014/main" id="{5FF91D02-9392-AC16-5A09-16A60AA60E0C}"/>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9" name="Rectangle 558">
                  <a:extLst>
                    <a:ext uri="{FF2B5EF4-FFF2-40B4-BE49-F238E27FC236}">
                      <a16:creationId xmlns:a16="http://schemas.microsoft.com/office/drawing/2014/main" id="{7466F92C-EEAD-8F4F-C014-701C0BDE6D31}"/>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0" name="Rectangle 559">
                  <a:extLst>
                    <a:ext uri="{FF2B5EF4-FFF2-40B4-BE49-F238E27FC236}">
                      <a16:creationId xmlns:a16="http://schemas.microsoft.com/office/drawing/2014/main" id="{6E9453C3-E501-CEC8-1884-855663D76749}"/>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1" name="Rectangle 560">
                  <a:extLst>
                    <a:ext uri="{FF2B5EF4-FFF2-40B4-BE49-F238E27FC236}">
                      <a16:creationId xmlns:a16="http://schemas.microsoft.com/office/drawing/2014/main" id="{C6EB9A30-399E-0580-4AB2-CB3A03A65795}"/>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2" name="Rectangle 561">
                  <a:extLst>
                    <a:ext uri="{FF2B5EF4-FFF2-40B4-BE49-F238E27FC236}">
                      <a16:creationId xmlns:a16="http://schemas.microsoft.com/office/drawing/2014/main" id="{6A3D4952-37E1-B4E5-BF9C-FDF320130508}"/>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3" name="Rectangle 562">
                  <a:extLst>
                    <a:ext uri="{FF2B5EF4-FFF2-40B4-BE49-F238E27FC236}">
                      <a16:creationId xmlns:a16="http://schemas.microsoft.com/office/drawing/2014/main" id="{D63E1B95-F075-D189-3AEC-6050ADA35EF2}"/>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4" name="Rectangle 563">
                  <a:extLst>
                    <a:ext uri="{FF2B5EF4-FFF2-40B4-BE49-F238E27FC236}">
                      <a16:creationId xmlns:a16="http://schemas.microsoft.com/office/drawing/2014/main" id="{01A84C26-3CCF-D4F4-534E-68B94A72BFD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5" name="Rectangle 564">
                  <a:extLst>
                    <a:ext uri="{FF2B5EF4-FFF2-40B4-BE49-F238E27FC236}">
                      <a16:creationId xmlns:a16="http://schemas.microsoft.com/office/drawing/2014/main" id="{B33A4789-9BD5-1720-80E6-A0FDEDD2A14D}"/>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6" name="Rectangle 565">
                  <a:extLst>
                    <a:ext uri="{FF2B5EF4-FFF2-40B4-BE49-F238E27FC236}">
                      <a16:creationId xmlns:a16="http://schemas.microsoft.com/office/drawing/2014/main" id="{60FEB1E8-AFFF-8C5F-B598-1E491453BD8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7" name="Rectangle 566">
                  <a:extLst>
                    <a:ext uri="{FF2B5EF4-FFF2-40B4-BE49-F238E27FC236}">
                      <a16:creationId xmlns:a16="http://schemas.microsoft.com/office/drawing/2014/main" id="{54F1410D-4D5A-138D-8BC8-0030F5E643D4}"/>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8" name="Rectangle 567">
                  <a:extLst>
                    <a:ext uri="{FF2B5EF4-FFF2-40B4-BE49-F238E27FC236}">
                      <a16:creationId xmlns:a16="http://schemas.microsoft.com/office/drawing/2014/main" id="{F9CA295B-2268-DE2B-F795-619033AAD8DD}"/>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9" name="Rectangle 568">
                  <a:extLst>
                    <a:ext uri="{FF2B5EF4-FFF2-40B4-BE49-F238E27FC236}">
                      <a16:creationId xmlns:a16="http://schemas.microsoft.com/office/drawing/2014/main" id="{DCF9369B-282D-048E-9D56-4641876E5AF9}"/>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0" name="Rectangle 569">
                  <a:extLst>
                    <a:ext uri="{FF2B5EF4-FFF2-40B4-BE49-F238E27FC236}">
                      <a16:creationId xmlns:a16="http://schemas.microsoft.com/office/drawing/2014/main" id="{2A93E17B-F510-95DF-C0BA-F35980257766}"/>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1" name="Rectangle 570">
                  <a:extLst>
                    <a:ext uri="{FF2B5EF4-FFF2-40B4-BE49-F238E27FC236}">
                      <a16:creationId xmlns:a16="http://schemas.microsoft.com/office/drawing/2014/main" id="{3CE1E80C-71C3-B640-7AF8-C6CE0E574BAA}"/>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2" name="Rectangle 571">
                  <a:extLst>
                    <a:ext uri="{FF2B5EF4-FFF2-40B4-BE49-F238E27FC236}">
                      <a16:creationId xmlns:a16="http://schemas.microsoft.com/office/drawing/2014/main" id="{029ACFC1-9FAD-F56A-064A-472F5C5FDDE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 name="Rectangle 572">
                  <a:extLst>
                    <a:ext uri="{FF2B5EF4-FFF2-40B4-BE49-F238E27FC236}">
                      <a16:creationId xmlns:a16="http://schemas.microsoft.com/office/drawing/2014/main" id="{15AF15BF-4554-543A-21E6-894107192634}"/>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076C4EF3-6557-FFD0-F90D-BCF4D37AD61D}"/>
                  </a:ext>
                </a:extLst>
              </p:cNvPr>
              <p:cNvGrpSpPr/>
              <p:nvPr/>
            </p:nvGrpSpPr>
            <p:grpSpPr>
              <a:xfrm rot="10800000" flipH="1">
                <a:off x="7967057" y="4618500"/>
                <a:ext cx="350300" cy="146008"/>
                <a:chOff x="1150032" y="5207038"/>
                <a:chExt cx="690543" cy="287825"/>
              </a:xfrm>
              <a:solidFill>
                <a:srgbClr val="7030A0"/>
              </a:solidFill>
            </p:grpSpPr>
            <p:sp>
              <p:nvSpPr>
                <p:cNvPr id="536" name="Rectangle 535">
                  <a:extLst>
                    <a:ext uri="{FF2B5EF4-FFF2-40B4-BE49-F238E27FC236}">
                      <a16:creationId xmlns:a16="http://schemas.microsoft.com/office/drawing/2014/main" id="{0EFBC5CA-DE76-0BEC-00AA-47CE164EE3A5}"/>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7" name="Rectangle 536">
                  <a:extLst>
                    <a:ext uri="{FF2B5EF4-FFF2-40B4-BE49-F238E27FC236}">
                      <a16:creationId xmlns:a16="http://schemas.microsoft.com/office/drawing/2014/main" id="{453882BF-DCEC-3716-AFB9-8AFFB9BBD71E}"/>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8" name="Rectangle 537">
                  <a:extLst>
                    <a:ext uri="{FF2B5EF4-FFF2-40B4-BE49-F238E27FC236}">
                      <a16:creationId xmlns:a16="http://schemas.microsoft.com/office/drawing/2014/main" id="{83324EF9-F7E4-9F96-D1A5-B977A04365B5}"/>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9" name="Rectangle 538">
                  <a:extLst>
                    <a:ext uri="{FF2B5EF4-FFF2-40B4-BE49-F238E27FC236}">
                      <a16:creationId xmlns:a16="http://schemas.microsoft.com/office/drawing/2014/main" id="{5047989F-77A3-B3CE-670E-8B8D9906AE78}"/>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0" name="Rectangle 539">
                  <a:extLst>
                    <a:ext uri="{FF2B5EF4-FFF2-40B4-BE49-F238E27FC236}">
                      <a16:creationId xmlns:a16="http://schemas.microsoft.com/office/drawing/2014/main" id="{31743196-4C86-934A-21FC-2799638D6D88}"/>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1" name="Rectangle 540">
                  <a:extLst>
                    <a:ext uri="{FF2B5EF4-FFF2-40B4-BE49-F238E27FC236}">
                      <a16:creationId xmlns:a16="http://schemas.microsoft.com/office/drawing/2014/main" id="{E15DF9D5-90A0-DFBF-4E16-D4630DD786A1}"/>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0" name="Rectangle 49">
                <a:extLst>
                  <a:ext uri="{FF2B5EF4-FFF2-40B4-BE49-F238E27FC236}">
                    <a16:creationId xmlns:a16="http://schemas.microsoft.com/office/drawing/2014/main" id="{9A4F11C8-D1B1-EC1E-B2BA-2F54B92AD82C}"/>
                  </a:ext>
                </a:extLst>
              </p:cNvPr>
              <p:cNvSpPr/>
              <p:nvPr/>
            </p:nvSpPr>
            <p:spPr>
              <a:xfrm rot="10800000" flipH="1">
                <a:off x="826832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EF5CFF41-4D86-D3FC-069F-F6FA7632FA25}"/>
                  </a:ext>
                </a:extLst>
              </p:cNvPr>
              <p:cNvSpPr/>
              <p:nvPr/>
            </p:nvSpPr>
            <p:spPr>
              <a:xfrm rot="10800000" flipH="1">
                <a:off x="836874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C281663-3E54-EC55-FBFD-34A2C6AA9917}"/>
                  </a:ext>
                </a:extLst>
              </p:cNvPr>
              <p:cNvSpPr/>
              <p:nvPr/>
            </p:nvSpPr>
            <p:spPr>
              <a:xfrm rot="10800000" flipH="1">
                <a:off x="846917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0A709DE0-B8E4-92EC-CBC6-21C0BEAA0B52}"/>
                  </a:ext>
                </a:extLst>
              </p:cNvPr>
              <p:cNvSpPr/>
              <p:nvPr/>
            </p:nvSpPr>
            <p:spPr>
              <a:xfrm rot="10800000" flipH="1">
                <a:off x="856959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8F06814B-98B1-B10A-1314-498F717E7ADC}"/>
                  </a:ext>
                </a:extLst>
              </p:cNvPr>
              <p:cNvSpPr/>
              <p:nvPr/>
            </p:nvSpPr>
            <p:spPr>
              <a:xfrm rot="10800000" flipH="1">
                <a:off x="867001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671F3701-B4F6-891A-2583-D6A5E43C6753}"/>
                  </a:ext>
                </a:extLst>
              </p:cNvPr>
              <p:cNvSpPr/>
              <p:nvPr/>
            </p:nvSpPr>
            <p:spPr>
              <a:xfrm rot="10800000" flipH="1">
                <a:off x="877044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ACD662BA-2636-37F1-AEB7-F2A2EAC573CD}"/>
                  </a:ext>
                </a:extLst>
              </p:cNvPr>
              <p:cNvSpPr/>
              <p:nvPr/>
            </p:nvSpPr>
            <p:spPr>
              <a:xfrm rot="10800000" flipH="1">
                <a:off x="887086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E2B6349E-1E8A-DAD4-7100-13F5CBA1C818}"/>
                  </a:ext>
                </a:extLst>
              </p:cNvPr>
              <p:cNvSpPr/>
              <p:nvPr/>
            </p:nvSpPr>
            <p:spPr>
              <a:xfrm rot="10800000" flipH="1">
                <a:off x="897128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34A271B0-9B2C-074A-DBC7-B5D689397BF0}"/>
                  </a:ext>
                </a:extLst>
              </p:cNvPr>
              <p:cNvSpPr/>
              <p:nvPr/>
            </p:nvSpPr>
            <p:spPr>
              <a:xfrm rot="10800000" flipH="1">
                <a:off x="907171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03EF779C-DAC7-1B6B-EF8C-34FC25A8EF13}"/>
                  </a:ext>
                </a:extLst>
              </p:cNvPr>
              <p:cNvSpPr/>
              <p:nvPr/>
            </p:nvSpPr>
            <p:spPr>
              <a:xfrm rot="10800000" flipH="1">
                <a:off x="917213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161183B-2CE7-2D0E-2EE6-4E617EA99D63}"/>
                  </a:ext>
                </a:extLst>
              </p:cNvPr>
              <p:cNvSpPr/>
              <p:nvPr/>
            </p:nvSpPr>
            <p:spPr>
              <a:xfrm rot="10800000" flipH="1">
                <a:off x="927255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36519125-6E4E-F262-4BBC-581D84A3136E}"/>
                  </a:ext>
                </a:extLst>
              </p:cNvPr>
              <p:cNvSpPr/>
              <p:nvPr/>
            </p:nvSpPr>
            <p:spPr>
              <a:xfrm rot="10800000" flipH="1">
                <a:off x="937297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963924FA-F2B8-E442-A601-380E43CB5051}"/>
                  </a:ext>
                </a:extLst>
              </p:cNvPr>
              <p:cNvSpPr/>
              <p:nvPr/>
            </p:nvSpPr>
            <p:spPr>
              <a:xfrm rot="10800000" flipH="1">
                <a:off x="947340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208FE2AF-93FC-2A21-731D-D74C67335044}"/>
                  </a:ext>
                </a:extLst>
              </p:cNvPr>
              <p:cNvSpPr/>
              <p:nvPr/>
            </p:nvSpPr>
            <p:spPr>
              <a:xfrm rot="10800000" flipH="1">
                <a:off x="957382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12BEBA7D-F7DE-F0E4-1A6F-A2C6FF08E6F6}"/>
                  </a:ext>
                </a:extLst>
              </p:cNvPr>
              <p:cNvSpPr/>
              <p:nvPr/>
            </p:nvSpPr>
            <p:spPr>
              <a:xfrm rot="10800000" flipH="1">
                <a:off x="967424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ACDF2A7D-961E-A77A-178B-C7C29EDE08E3}"/>
                  </a:ext>
                </a:extLst>
              </p:cNvPr>
              <p:cNvSpPr/>
              <p:nvPr/>
            </p:nvSpPr>
            <p:spPr>
              <a:xfrm rot="10800000" flipH="1">
                <a:off x="977467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45D25319-1DCF-BFFC-A7AD-2A37B07FC380}"/>
                  </a:ext>
                </a:extLst>
              </p:cNvPr>
              <p:cNvSpPr/>
              <p:nvPr/>
            </p:nvSpPr>
            <p:spPr>
              <a:xfrm rot="10800000" flipH="1">
                <a:off x="987509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FC9096DC-7FFA-9F48-5E02-26FF304675FE}"/>
                  </a:ext>
                </a:extLst>
              </p:cNvPr>
              <p:cNvSpPr/>
              <p:nvPr/>
            </p:nvSpPr>
            <p:spPr>
              <a:xfrm rot="10800000" flipH="1">
                <a:off x="997551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4B1392FB-AB88-0E74-E83C-70855B5D1C68}"/>
                  </a:ext>
                </a:extLst>
              </p:cNvPr>
              <p:cNvSpPr/>
              <p:nvPr/>
            </p:nvSpPr>
            <p:spPr>
              <a:xfrm rot="10800000" flipH="1">
                <a:off x="1007593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E63AF3C1-CAC7-F887-6EDB-2FBF0C543836}"/>
                  </a:ext>
                </a:extLst>
              </p:cNvPr>
              <p:cNvSpPr/>
              <p:nvPr/>
            </p:nvSpPr>
            <p:spPr>
              <a:xfrm rot="10800000" flipH="1">
                <a:off x="1017636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79C1969D-D0C1-A9C3-9E50-55FAD43BFAF9}"/>
                  </a:ext>
                </a:extLst>
              </p:cNvPr>
              <p:cNvSpPr/>
              <p:nvPr/>
            </p:nvSpPr>
            <p:spPr>
              <a:xfrm rot="10800000" flipH="1">
                <a:off x="1027678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6E107851-8286-3058-33A8-2328F3813D03}"/>
                  </a:ext>
                </a:extLst>
              </p:cNvPr>
              <p:cNvSpPr/>
              <p:nvPr/>
            </p:nvSpPr>
            <p:spPr>
              <a:xfrm rot="10800000" flipH="1">
                <a:off x="1037720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A8D32E70-4BE1-F3FE-BFFE-A6EFCD2048B5}"/>
                  </a:ext>
                </a:extLst>
              </p:cNvPr>
              <p:cNvSpPr/>
              <p:nvPr/>
            </p:nvSpPr>
            <p:spPr>
              <a:xfrm rot="10800000" flipH="1">
                <a:off x="1047763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7E8B7DEE-68BD-C6E4-6744-69581BE5394A}"/>
                  </a:ext>
                </a:extLst>
              </p:cNvPr>
              <p:cNvSpPr/>
              <p:nvPr/>
            </p:nvSpPr>
            <p:spPr>
              <a:xfrm rot="10800000" flipH="1">
                <a:off x="1057805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a:extLst>
                  <a:ext uri="{FF2B5EF4-FFF2-40B4-BE49-F238E27FC236}">
                    <a16:creationId xmlns:a16="http://schemas.microsoft.com/office/drawing/2014/main" id="{772A1A47-8BDD-4BA1-C638-8FD747849DA1}"/>
                  </a:ext>
                </a:extLst>
              </p:cNvPr>
              <p:cNvSpPr/>
              <p:nvPr/>
            </p:nvSpPr>
            <p:spPr>
              <a:xfrm rot="10800000" flipH="1">
                <a:off x="1067847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Rectangle 74">
                <a:extLst>
                  <a:ext uri="{FF2B5EF4-FFF2-40B4-BE49-F238E27FC236}">
                    <a16:creationId xmlns:a16="http://schemas.microsoft.com/office/drawing/2014/main" id="{7DAE0A25-E303-49A0-6F82-C2A33F06CEFE}"/>
                  </a:ext>
                </a:extLst>
              </p:cNvPr>
              <p:cNvSpPr/>
              <p:nvPr/>
            </p:nvSpPr>
            <p:spPr>
              <a:xfrm rot="10800000" flipH="1">
                <a:off x="1077889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Rectangle 75">
                <a:extLst>
                  <a:ext uri="{FF2B5EF4-FFF2-40B4-BE49-F238E27FC236}">
                    <a16:creationId xmlns:a16="http://schemas.microsoft.com/office/drawing/2014/main" id="{44C2C915-B6BA-6314-C706-9A1AD7F0A671}"/>
                  </a:ext>
                </a:extLst>
              </p:cNvPr>
              <p:cNvSpPr/>
              <p:nvPr/>
            </p:nvSpPr>
            <p:spPr>
              <a:xfrm rot="10800000" flipH="1">
                <a:off x="1087932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Rectangle 76">
                <a:extLst>
                  <a:ext uri="{FF2B5EF4-FFF2-40B4-BE49-F238E27FC236}">
                    <a16:creationId xmlns:a16="http://schemas.microsoft.com/office/drawing/2014/main" id="{D1FF2859-D5E5-F351-974A-AC6927C9906B}"/>
                  </a:ext>
                </a:extLst>
              </p:cNvPr>
              <p:cNvSpPr/>
              <p:nvPr/>
            </p:nvSpPr>
            <p:spPr>
              <a:xfrm rot="10800000" flipH="1">
                <a:off x="1097974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Rectangle 77">
                <a:extLst>
                  <a:ext uri="{FF2B5EF4-FFF2-40B4-BE49-F238E27FC236}">
                    <a16:creationId xmlns:a16="http://schemas.microsoft.com/office/drawing/2014/main" id="{58C869B0-2123-16FB-8D0D-37BC560BB03D}"/>
                  </a:ext>
                </a:extLst>
              </p:cNvPr>
              <p:cNvSpPr/>
              <p:nvPr/>
            </p:nvSpPr>
            <p:spPr>
              <a:xfrm rot="10800000" flipH="1">
                <a:off x="1108016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9" name="Group 78">
                <a:extLst>
                  <a:ext uri="{FF2B5EF4-FFF2-40B4-BE49-F238E27FC236}">
                    <a16:creationId xmlns:a16="http://schemas.microsoft.com/office/drawing/2014/main" id="{D79A8760-5DE0-C353-81A2-12EC83995D40}"/>
                  </a:ext>
                </a:extLst>
              </p:cNvPr>
              <p:cNvGrpSpPr/>
              <p:nvPr/>
            </p:nvGrpSpPr>
            <p:grpSpPr>
              <a:xfrm rot="10800000" flipH="1">
                <a:off x="7967057" y="4518210"/>
                <a:ext cx="3213534" cy="100423"/>
                <a:chOff x="1743959" y="2564091"/>
                <a:chExt cx="6334816" cy="197963"/>
              </a:xfrm>
              <a:solidFill>
                <a:schemeClr val="bg1"/>
              </a:solidFill>
            </p:grpSpPr>
            <p:sp>
              <p:nvSpPr>
                <p:cNvPr id="504" name="Rectangle 503">
                  <a:extLst>
                    <a:ext uri="{FF2B5EF4-FFF2-40B4-BE49-F238E27FC236}">
                      <a16:creationId xmlns:a16="http://schemas.microsoft.com/office/drawing/2014/main" id="{F6BCB915-0124-DD5E-E186-8D18E312DA0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A4D40F79-3E31-E53D-53E8-4B709625E53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684026D4-95F0-ADA4-CD41-EC1C6D8A7564}"/>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8154B8F5-AE4D-72AF-79A4-EC4B7D917857}"/>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27B0E88D-7BA8-9709-1834-CA229D8079A9}"/>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62F373D3-407B-896B-FD5B-B0BFD7169A94}"/>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AE4DA00E-B46C-CFF3-2F60-1D687BD7F070}"/>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350836D3-E142-57B8-BA1C-6E5663FD5A8F}"/>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 name="Rectangle 511">
                  <a:extLst>
                    <a:ext uri="{FF2B5EF4-FFF2-40B4-BE49-F238E27FC236}">
                      <a16:creationId xmlns:a16="http://schemas.microsoft.com/office/drawing/2014/main" id="{E0933A3A-B25C-BBE2-FC3F-DA113DDE623C}"/>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 name="Rectangle 512">
                  <a:extLst>
                    <a:ext uri="{FF2B5EF4-FFF2-40B4-BE49-F238E27FC236}">
                      <a16:creationId xmlns:a16="http://schemas.microsoft.com/office/drawing/2014/main" id="{5A15C6CD-6689-619B-0D3B-C5286644649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4" name="Rectangle 513">
                  <a:extLst>
                    <a:ext uri="{FF2B5EF4-FFF2-40B4-BE49-F238E27FC236}">
                      <a16:creationId xmlns:a16="http://schemas.microsoft.com/office/drawing/2014/main" id="{857F151E-BFB1-F42F-1573-11178A4F3D1E}"/>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5" name="Rectangle 514">
                  <a:extLst>
                    <a:ext uri="{FF2B5EF4-FFF2-40B4-BE49-F238E27FC236}">
                      <a16:creationId xmlns:a16="http://schemas.microsoft.com/office/drawing/2014/main" id="{F3EA5CF1-0C8B-38EF-40ED-B829F08AB6B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6" name="Rectangle 515">
                  <a:extLst>
                    <a:ext uri="{FF2B5EF4-FFF2-40B4-BE49-F238E27FC236}">
                      <a16:creationId xmlns:a16="http://schemas.microsoft.com/office/drawing/2014/main" id="{7CD2199F-1A09-90B5-0C23-029846F37720}"/>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7" name="Rectangle 516">
                  <a:extLst>
                    <a:ext uri="{FF2B5EF4-FFF2-40B4-BE49-F238E27FC236}">
                      <a16:creationId xmlns:a16="http://schemas.microsoft.com/office/drawing/2014/main" id="{43467F7F-CFB6-BE5B-BE02-2CE6EA8A06B3}"/>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8" name="Rectangle 517">
                  <a:extLst>
                    <a:ext uri="{FF2B5EF4-FFF2-40B4-BE49-F238E27FC236}">
                      <a16:creationId xmlns:a16="http://schemas.microsoft.com/office/drawing/2014/main" id="{507D6C57-F4B2-4F10-828E-89F8E7117BA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9" name="Rectangle 518">
                  <a:extLst>
                    <a:ext uri="{FF2B5EF4-FFF2-40B4-BE49-F238E27FC236}">
                      <a16:creationId xmlns:a16="http://schemas.microsoft.com/office/drawing/2014/main" id="{3152BCC3-D01B-2740-4C67-DDA51282102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0" name="Rectangle 519">
                  <a:extLst>
                    <a:ext uri="{FF2B5EF4-FFF2-40B4-BE49-F238E27FC236}">
                      <a16:creationId xmlns:a16="http://schemas.microsoft.com/office/drawing/2014/main" id="{1774251C-0952-9264-2E2D-21E5FFBA5CF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1" name="Rectangle 520">
                  <a:extLst>
                    <a:ext uri="{FF2B5EF4-FFF2-40B4-BE49-F238E27FC236}">
                      <a16:creationId xmlns:a16="http://schemas.microsoft.com/office/drawing/2014/main" id="{E1E494A6-3610-7B95-2632-100BD3B8410C}"/>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2" name="Rectangle 521">
                  <a:extLst>
                    <a:ext uri="{FF2B5EF4-FFF2-40B4-BE49-F238E27FC236}">
                      <a16:creationId xmlns:a16="http://schemas.microsoft.com/office/drawing/2014/main" id="{E2B4760C-68A5-DA4D-4B7E-C5974036E180}"/>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3" name="Rectangle 522">
                  <a:extLst>
                    <a:ext uri="{FF2B5EF4-FFF2-40B4-BE49-F238E27FC236}">
                      <a16:creationId xmlns:a16="http://schemas.microsoft.com/office/drawing/2014/main" id="{C463B39A-7A1F-505D-8E94-732CEB71CFC4}"/>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4" name="Rectangle 523">
                  <a:extLst>
                    <a:ext uri="{FF2B5EF4-FFF2-40B4-BE49-F238E27FC236}">
                      <a16:creationId xmlns:a16="http://schemas.microsoft.com/office/drawing/2014/main" id="{4DB6B442-9B12-2DC4-11DE-76DCE60CA5D5}"/>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5" name="Rectangle 524">
                  <a:extLst>
                    <a:ext uri="{FF2B5EF4-FFF2-40B4-BE49-F238E27FC236}">
                      <a16:creationId xmlns:a16="http://schemas.microsoft.com/office/drawing/2014/main" id="{6A40B94B-622C-F25E-3ED0-4E20C046B5C6}"/>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6" name="Rectangle 525">
                  <a:extLst>
                    <a:ext uri="{FF2B5EF4-FFF2-40B4-BE49-F238E27FC236}">
                      <a16:creationId xmlns:a16="http://schemas.microsoft.com/office/drawing/2014/main" id="{7D095193-2DCA-4DB0-9CDC-AC3DE84AB3B0}"/>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40F90A1F-2E2B-4E1B-7EC7-07279C21BC3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8" name="Rectangle 527">
                  <a:extLst>
                    <a:ext uri="{FF2B5EF4-FFF2-40B4-BE49-F238E27FC236}">
                      <a16:creationId xmlns:a16="http://schemas.microsoft.com/office/drawing/2014/main" id="{D28CA08D-A56A-5B6C-BE05-97B1B1187B2B}"/>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9" name="Rectangle 528">
                  <a:extLst>
                    <a:ext uri="{FF2B5EF4-FFF2-40B4-BE49-F238E27FC236}">
                      <a16:creationId xmlns:a16="http://schemas.microsoft.com/office/drawing/2014/main" id="{9C3E4239-688F-12FB-6793-C934CE5A2366}"/>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0" name="Rectangle 529">
                  <a:extLst>
                    <a:ext uri="{FF2B5EF4-FFF2-40B4-BE49-F238E27FC236}">
                      <a16:creationId xmlns:a16="http://schemas.microsoft.com/office/drawing/2014/main" id="{09A14B25-A166-DECE-34B6-6D8D959C8BF7}"/>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1" name="Rectangle 530">
                  <a:extLst>
                    <a:ext uri="{FF2B5EF4-FFF2-40B4-BE49-F238E27FC236}">
                      <a16:creationId xmlns:a16="http://schemas.microsoft.com/office/drawing/2014/main" id="{542F4C09-DCBA-EB61-BF31-855A7CDA4631}"/>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2" name="Rectangle 531">
                  <a:extLst>
                    <a:ext uri="{FF2B5EF4-FFF2-40B4-BE49-F238E27FC236}">
                      <a16:creationId xmlns:a16="http://schemas.microsoft.com/office/drawing/2014/main" id="{7B0D27F6-B91D-2D00-B24C-A0BE34584BFC}"/>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3" name="Rectangle 532">
                  <a:extLst>
                    <a:ext uri="{FF2B5EF4-FFF2-40B4-BE49-F238E27FC236}">
                      <a16:creationId xmlns:a16="http://schemas.microsoft.com/office/drawing/2014/main" id="{994898D4-EDCE-7A3F-42BA-FB80F2854750}"/>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4" name="Rectangle 533">
                  <a:extLst>
                    <a:ext uri="{FF2B5EF4-FFF2-40B4-BE49-F238E27FC236}">
                      <a16:creationId xmlns:a16="http://schemas.microsoft.com/office/drawing/2014/main" id="{D3D2465C-2CC8-9029-98D5-C622EB396C08}"/>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5" name="Rectangle 534">
                  <a:extLst>
                    <a:ext uri="{FF2B5EF4-FFF2-40B4-BE49-F238E27FC236}">
                      <a16:creationId xmlns:a16="http://schemas.microsoft.com/office/drawing/2014/main" id="{3ED9506F-3086-558B-0FAA-32B5E246EC5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a:extLst>
                  <a:ext uri="{FF2B5EF4-FFF2-40B4-BE49-F238E27FC236}">
                    <a16:creationId xmlns:a16="http://schemas.microsoft.com/office/drawing/2014/main" id="{B5CD47FF-7674-B699-F23E-047620BA68AB}"/>
                  </a:ext>
                </a:extLst>
              </p:cNvPr>
              <p:cNvGrpSpPr/>
              <p:nvPr/>
            </p:nvGrpSpPr>
            <p:grpSpPr>
              <a:xfrm rot="10800000" flipH="1">
                <a:off x="7967057" y="4417788"/>
                <a:ext cx="3213534" cy="100423"/>
                <a:chOff x="1743959" y="2564091"/>
                <a:chExt cx="6334816" cy="197963"/>
              </a:xfrm>
              <a:solidFill>
                <a:schemeClr val="bg1"/>
              </a:solidFill>
            </p:grpSpPr>
            <p:sp>
              <p:nvSpPr>
                <p:cNvPr id="472" name="Rectangle 471">
                  <a:extLst>
                    <a:ext uri="{FF2B5EF4-FFF2-40B4-BE49-F238E27FC236}">
                      <a16:creationId xmlns:a16="http://schemas.microsoft.com/office/drawing/2014/main" id="{234B9E72-4F24-75E7-5976-DFBD89612E4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Rectangle 472">
                  <a:extLst>
                    <a:ext uri="{FF2B5EF4-FFF2-40B4-BE49-F238E27FC236}">
                      <a16:creationId xmlns:a16="http://schemas.microsoft.com/office/drawing/2014/main" id="{D1440E51-B6F5-49A5-2BCE-4FAD2FB757C3}"/>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Rectangle 473">
                  <a:extLst>
                    <a:ext uri="{FF2B5EF4-FFF2-40B4-BE49-F238E27FC236}">
                      <a16:creationId xmlns:a16="http://schemas.microsoft.com/office/drawing/2014/main" id="{A38F2456-FC03-309F-F14B-4A6293675080}"/>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B223323B-4D51-40E8-5FC6-19D7033AD46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76989106-58D0-6CC5-C966-8707248AA43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6E54FC80-9DA8-557E-219A-DB6AED031216}"/>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95537E5B-219D-38BF-FA1B-0331DAEC3C17}"/>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43DAA126-907E-7F83-6B24-DDD605AAB8A7}"/>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29E412E6-B165-2C83-1154-E6C8F1D90E48}"/>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CE8D72D5-6A95-8727-E3D8-86DCD761503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61E262D2-DF32-8721-6283-16D914A51ECE}"/>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98403DEB-63C4-F7F2-3258-652E0A40B4C4}"/>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FFA1D251-5FD0-86D8-7066-4FED0233A53E}"/>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E0FBAD92-C9CA-C643-A9DB-CDDE6C3B0684}"/>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52556C3F-F4FF-D895-1D3B-DFD93E7CB7AF}"/>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91BCD2CF-2559-8792-E4BA-10056DA6AE5E}"/>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E01DC3D2-CE06-47B0-DAEC-EB36D178949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9E58F73E-99EA-2361-EC88-1F3D0F9E4BE5}"/>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BCD12D5F-D045-1CC1-66C1-5D13A9F8043D}"/>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56EC95BA-956A-79D5-108F-3BC22100BA37}"/>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F407B23D-69E7-4B5C-4C39-1DD5694BDBB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6A5C107F-5413-793F-A7DB-4D06A8E814D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9860704B-05AC-65D7-B368-13D6CD8BFA3F}"/>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867F2555-E8AB-4E1D-05BE-9BF976AF7AB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94F7E5CB-B4ED-64EF-7E02-1F68FD1A28E0}"/>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95AF565B-FFB7-4997-9FD6-E9FC538874EB}"/>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82A98F83-A701-B1A8-715C-E4D0D9398926}"/>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9887F0DF-D4FA-9767-551F-AE75F62CF236}"/>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83CA5CBA-0BC1-C525-E27F-B1FD6E110B7C}"/>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7D5A3762-6DE6-BA12-BFBE-6138DD8374F1}"/>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1CBC1D6A-4E44-9062-93FB-0D951FBF965E}"/>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3" name="Rectangle 502">
                  <a:extLst>
                    <a:ext uri="{FF2B5EF4-FFF2-40B4-BE49-F238E27FC236}">
                      <a16:creationId xmlns:a16="http://schemas.microsoft.com/office/drawing/2014/main" id="{E384E2E8-9B5D-A2E6-036F-C1ED1C9CF704}"/>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Rectangle 80">
                <a:extLst>
                  <a:ext uri="{FF2B5EF4-FFF2-40B4-BE49-F238E27FC236}">
                    <a16:creationId xmlns:a16="http://schemas.microsoft.com/office/drawing/2014/main" id="{1FA122B4-7ED8-E8F6-6BB6-CB4B6A8D488C}"/>
                  </a:ext>
                </a:extLst>
              </p:cNvPr>
              <p:cNvSpPr/>
              <p:nvPr/>
            </p:nvSpPr>
            <p:spPr>
              <a:xfrm rot="10800000" flipH="1">
                <a:off x="821813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a:extLst>
                  <a:ext uri="{FF2B5EF4-FFF2-40B4-BE49-F238E27FC236}">
                    <a16:creationId xmlns:a16="http://schemas.microsoft.com/office/drawing/2014/main" id="{0C5C1DA4-598D-2380-3940-7B4FFDA2ED5A}"/>
                  </a:ext>
                </a:extLst>
              </p:cNvPr>
              <p:cNvSpPr/>
              <p:nvPr/>
            </p:nvSpPr>
            <p:spPr>
              <a:xfrm rot="10800000" flipH="1">
                <a:off x="831855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DDBFE9C8-A607-DBED-BB89-61F67028E2ED}"/>
                  </a:ext>
                </a:extLst>
              </p:cNvPr>
              <p:cNvSpPr/>
              <p:nvPr/>
            </p:nvSpPr>
            <p:spPr>
              <a:xfrm rot="10800000" flipH="1">
                <a:off x="841898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392F1AD8-6072-5D7C-0A7C-E61DB026B891}"/>
                  </a:ext>
                </a:extLst>
              </p:cNvPr>
              <p:cNvSpPr/>
              <p:nvPr/>
            </p:nvSpPr>
            <p:spPr>
              <a:xfrm rot="10800000" flipH="1">
                <a:off x="851940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a:extLst>
                  <a:ext uri="{FF2B5EF4-FFF2-40B4-BE49-F238E27FC236}">
                    <a16:creationId xmlns:a16="http://schemas.microsoft.com/office/drawing/2014/main" id="{0BEC5016-84A8-41BE-0091-69FE133CD804}"/>
                  </a:ext>
                </a:extLst>
              </p:cNvPr>
              <p:cNvSpPr/>
              <p:nvPr/>
            </p:nvSpPr>
            <p:spPr>
              <a:xfrm rot="10800000" flipH="1">
                <a:off x="861982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a:extLst>
                  <a:ext uri="{FF2B5EF4-FFF2-40B4-BE49-F238E27FC236}">
                    <a16:creationId xmlns:a16="http://schemas.microsoft.com/office/drawing/2014/main" id="{6F0EAF57-079D-D98B-46FD-8500930B377A}"/>
                  </a:ext>
                </a:extLst>
              </p:cNvPr>
              <p:cNvSpPr/>
              <p:nvPr/>
            </p:nvSpPr>
            <p:spPr>
              <a:xfrm rot="10800000" flipH="1">
                <a:off x="872024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6D41CC3F-7409-CA5A-E1E5-9898982C5DD7}"/>
                  </a:ext>
                </a:extLst>
              </p:cNvPr>
              <p:cNvSpPr/>
              <p:nvPr/>
            </p:nvSpPr>
            <p:spPr>
              <a:xfrm rot="10800000" flipH="1">
                <a:off x="882067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96D1AF84-F82E-6BB6-20AD-A7E886028176}"/>
                  </a:ext>
                </a:extLst>
              </p:cNvPr>
              <p:cNvSpPr/>
              <p:nvPr/>
            </p:nvSpPr>
            <p:spPr>
              <a:xfrm rot="10800000" flipH="1">
                <a:off x="892109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4B471842-7C87-A6CA-974A-4BCC795378EC}"/>
                  </a:ext>
                </a:extLst>
              </p:cNvPr>
              <p:cNvSpPr/>
              <p:nvPr/>
            </p:nvSpPr>
            <p:spPr>
              <a:xfrm rot="10800000" flipH="1">
                <a:off x="902151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98657871-D1B2-8C6F-1576-023B8F78CBE3}"/>
                  </a:ext>
                </a:extLst>
              </p:cNvPr>
              <p:cNvSpPr/>
              <p:nvPr/>
            </p:nvSpPr>
            <p:spPr>
              <a:xfrm rot="10800000" flipH="1">
                <a:off x="912194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a:extLst>
                  <a:ext uri="{FF2B5EF4-FFF2-40B4-BE49-F238E27FC236}">
                    <a16:creationId xmlns:a16="http://schemas.microsoft.com/office/drawing/2014/main" id="{CEC3FB15-229A-8ED3-2D38-0547987BF118}"/>
                  </a:ext>
                </a:extLst>
              </p:cNvPr>
              <p:cNvSpPr/>
              <p:nvPr/>
            </p:nvSpPr>
            <p:spPr>
              <a:xfrm rot="10800000" flipH="1">
                <a:off x="922236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a:extLst>
                  <a:ext uri="{FF2B5EF4-FFF2-40B4-BE49-F238E27FC236}">
                    <a16:creationId xmlns:a16="http://schemas.microsoft.com/office/drawing/2014/main" id="{DF89BF35-6C23-10B8-BE10-70C06E317B81}"/>
                  </a:ext>
                </a:extLst>
              </p:cNvPr>
              <p:cNvSpPr/>
              <p:nvPr/>
            </p:nvSpPr>
            <p:spPr>
              <a:xfrm rot="10800000" flipH="1">
                <a:off x="932278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a:extLst>
                  <a:ext uri="{FF2B5EF4-FFF2-40B4-BE49-F238E27FC236}">
                    <a16:creationId xmlns:a16="http://schemas.microsoft.com/office/drawing/2014/main" id="{B09C9841-CA0A-92A5-6198-57660EA8AB91}"/>
                  </a:ext>
                </a:extLst>
              </p:cNvPr>
              <p:cNvSpPr/>
              <p:nvPr/>
            </p:nvSpPr>
            <p:spPr>
              <a:xfrm rot="10800000" flipH="1">
                <a:off x="942320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a:extLst>
                  <a:ext uri="{FF2B5EF4-FFF2-40B4-BE49-F238E27FC236}">
                    <a16:creationId xmlns:a16="http://schemas.microsoft.com/office/drawing/2014/main" id="{7E7D5E57-8911-0521-B881-93CEC94ADB18}"/>
                  </a:ext>
                </a:extLst>
              </p:cNvPr>
              <p:cNvSpPr/>
              <p:nvPr/>
            </p:nvSpPr>
            <p:spPr>
              <a:xfrm rot="10800000" flipH="1">
                <a:off x="952363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D2F67AC6-0AE9-5561-A4DB-8F61449BF83F}"/>
                  </a:ext>
                </a:extLst>
              </p:cNvPr>
              <p:cNvSpPr/>
              <p:nvPr/>
            </p:nvSpPr>
            <p:spPr>
              <a:xfrm rot="10800000" flipH="1">
                <a:off x="962405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C7391D3B-D276-9489-0D91-5F449F01C73E}"/>
                  </a:ext>
                </a:extLst>
              </p:cNvPr>
              <p:cNvSpPr/>
              <p:nvPr/>
            </p:nvSpPr>
            <p:spPr>
              <a:xfrm rot="10800000" flipH="1">
                <a:off x="972447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a:extLst>
                  <a:ext uri="{FF2B5EF4-FFF2-40B4-BE49-F238E27FC236}">
                    <a16:creationId xmlns:a16="http://schemas.microsoft.com/office/drawing/2014/main" id="{54A066EF-8BB9-AD4E-E95B-22101F2E154B}"/>
                  </a:ext>
                </a:extLst>
              </p:cNvPr>
              <p:cNvSpPr/>
              <p:nvPr/>
            </p:nvSpPr>
            <p:spPr>
              <a:xfrm rot="10800000" flipH="1">
                <a:off x="982490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E0AAFD67-8A51-95CA-BC06-03AD86216F5F}"/>
                  </a:ext>
                </a:extLst>
              </p:cNvPr>
              <p:cNvSpPr/>
              <p:nvPr/>
            </p:nvSpPr>
            <p:spPr>
              <a:xfrm rot="10800000" flipH="1">
                <a:off x="992532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a:extLst>
                  <a:ext uri="{FF2B5EF4-FFF2-40B4-BE49-F238E27FC236}">
                    <a16:creationId xmlns:a16="http://schemas.microsoft.com/office/drawing/2014/main" id="{16B7B300-5947-B200-9EE5-6B9616B870C0}"/>
                  </a:ext>
                </a:extLst>
              </p:cNvPr>
              <p:cNvSpPr/>
              <p:nvPr/>
            </p:nvSpPr>
            <p:spPr>
              <a:xfrm rot="10800000" flipH="1">
                <a:off x="1002574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Rectangle 99">
                <a:extLst>
                  <a:ext uri="{FF2B5EF4-FFF2-40B4-BE49-F238E27FC236}">
                    <a16:creationId xmlns:a16="http://schemas.microsoft.com/office/drawing/2014/main" id="{BAC4C0A4-969F-251A-FBA2-66355FB3C39C}"/>
                  </a:ext>
                </a:extLst>
              </p:cNvPr>
              <p:cNvSpPr/>
              <p:nvPr/>
            </p:nvSpPr>
            <p:spPr>
              <a:xfrm rot="10800000" flipH="1">
                <a:off x="1012616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Rectangle 100">
                <a:extLst>
                  <a:ext uri="{FF2B5EF4-FFF2-40B4-BE49-F238E27FC236}">
                    <a16:creationId xmlns:a16="http://schemas.microsoft.com/office/drawing/2014/main" id="{D287B674-A9BF-97C1-BA29-1B265F2C62B7}"/>
                  </a:ext>
                </a:extLst>
              </p:cNvPr>
              <p:cNvSpPr/>
              <p:nvPr/>
            </p:nvSpPr>
            <p:spPr>
              <a:xfrm rot="10800000" flipH="1">
                <a:off x="1022659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Rectangle 101">
                <a:extLst>
                  <a:ext uri="{FF2B5EF4-FFF2-40B4-BE49-F238E27FC236}">
                    <a16:creationId xmlns:a16="http://schemas.microsoft.com/office/drawing/2014/main" id="{29692FAF-EEF9-80A2-13F9-157808920908}"/>
                  </a:ext>
                </a:extLst>
              </p:cNvPr>
              <p:cNvSpPr/>
              <p:nvPr/>
            </p:nvSpPr>
            <p:spPr>
              <a:xfrm rot="10800000" flipH="1">
                <a:off x="1032701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a:extLst>
                  <a:ext uri="{FF2B5EF4-FFF2-40B4-BE49-F238E27FC236}">
                    <a16:creationId xmlns:a16="http://schemas.microsoft.com/office/drawing/2014/main" id="{D4504A42-043E-B54C-9948-4FDAA39620CF}"/>
                  </a:ext>
                </a:extLst>
              </p:cNvPr>
              <p:cNvSpPr/>
              <p:nvPr/>
            </p:nvSpPr>
            <p:spPr>
              <a:xfrm rot="10800000" flipH="1">
                <a:off x="1042743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42AD72A4-5C9F-8016-E176-ED7645D330A4}"/>
                  </a:ext>
                </a:extLst>
              </p:cNvPr>
              <p:cNvSpPr/>
              <p:nvPr/>
            </p:nvSpPr>
            <p:spPr>
              <a:xfrm rot="10800000" flipH="1">
                <a:off x="1052786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4FCDA03C-9372-28E1-5475-CCB30BA604CC}"/>
                  </a:ext>
                </a:extLst>
              </p:cNvPr>
              <p:cNvSpPr/>
              <p:nvPr/>
            </p:nvSpPr>
            <p:spPr>
              <a:xfrm rot="10800000" flipH="1">
                <a:off x="1062828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EECF9736-5664-5902-BB81-C0A82F9A135A}"/>
                  </a:ext>
                </a:extLst>
              </p:cNvPr>
              <p:cNvSpPr/>
              <p:nvPr/>
            </p:nvSpPr>
            <p:spPr>
              <a:xfrm rot="10800000" flipH="1">
                <a:off x="1072870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C391F66F-CFA6-44F3-B26E-D5C7EAC3996F}"/>
                  </a:ext>
                </a:extLst>
              </p:cNvPr>
              <p:cNvSpPr/>
              <p:nvPr/>
            </p:nvSpPr>
            <p:spPr>
              <a:xfrm rot="10800000" flipH="1">
                <a:off x="1082913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386CDF14-33CA-9DAD-5CF9-BAC3B5E61875}"/>
                  </a:ext>
                </a:extLst>
              </p:cNvPr>
              <p:cNvSpPr/>
              <p:nvPr/>
            </p:nvSpPr>
            <p:spPr>
              <a:xfrm rot="10800000" flipH="1">
                <a:off x="1092955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F0D44D19-B6D0-C810-6BD4-FB74939CF9DB}"/>
                  </a:ext>
                </a:extLst>
              </p:cNvPr>
              <p:cNvSpPr/>
              <p:nvPr/>
            </p:nvSpPr>
            <p:spPr>
              <a:xfrm rot="10800000" flipH="1">
                <a:off x="1102997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EE8CE72F-F911-59F4-ACC9-1DA17E21BA3A}"/>
                  </a:ext>
                </a:extLst>
              </p:cNvPr>
              <p:cNvSpPr/>
              <p:nvPr/>
            </p:nvSpPr>
            <p:spPr>
              <a:xfrm rot="10800000" flipH="1">
                <a:off x="821813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a:extLst>
                  <a:ext uri="{FF2B5EF4-FFF2-40B4-BE49-F238E27FC236}">
                    <a16:creationId xmlns:a16="http://schemas.microsoft.com/office/drawing/2014/main" id="{019A5FCC-02C6-12C9-CED3-0EF711D493B3}"/>
                  </a:ext>
                </a:extLst>
              </p:cNvPr>
              <p:cNvSpPr/>
              <p:nvPr/>
            </p:nvSpPr>
            <p:spPr>
              <a:xfrm rot="10800000" flipH="1">
                <a:off x="831855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446CFB24-51BB-C083-FD2A-80C475FC6E31}"/>
                  </a:ext>
                </a:extLst>
              </p:cNvPr>
              <p:cNvSpPr/>
              <p:nvPr/>
            </p:nvSpPr>
            <p:spPr>
              <a:xfrm rot="10800000" flipH="1">
                <a:off x="841898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a:extLst>
                  <a:ext uri="{FF2B5EF4-FFF2-40B4-BE49-F238E27FC236}">
                    <a16:creationId xmlns:a16="http://schemas.microsoft.com/office/drawing/2014/main" id="{5B85C604-5CB6-F989-3557-153C15CFD5FC}"/>
                  </a:ext>
                </a:extLst>
              </p:cNvPr>
              <p:cNvSpPr/>
              <p:nvPr/>
            </p:nvSpPr>
            <p:spPr>
              <a:xfrm rot="10800000" flipH="1">
                <a:off x="851940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a:extLst>
                  <a:ext uri="{FF2B5EF4-FFF2-40B4-BE49-F238E27FC236}">
                    <a16:creationId xmlns:a16="http://schemas.microsoft.com/office/drawing/2014/main" id="{00D993DD-9C52-FB6B-CA99-B40D6D137BB5}"/>
                  </a:ext>
                </a:extLst>
              </p:cNvPr>
              <p:cNvSpPr/>
              <p:nvPr/>
            </p:nvSpPr>
            <p:spPr>
              <a:xfrm rot="10800000" flipH="1">
                <a:off x="861982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a:extLst>
                  <a:ext uri="{FF2B5EF4-FFF2-40B4-BE49-F238E27FC236}">
                    <a16:creationId xmlns:a16="http://schemas.microsoft.com/office/drawing/2014/main" id="{949A9AAF-FA66-3120-43C8-47D6ED790BBD}"/>
                  </a:ext>
                </a:extLst>
              </p:cNvPr>
              <p:cNvSpPr/>
              <p:nvPr/>
            </p:nvSpPr>
            <p:spPr>
              <a:xfrm rot="10800000" flipH="1">
                <a:off x="872024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a:extLst>
                  <a:ext uri="{FF2B5EF4-FFF2-40B4-BE49-F238E27FC236}">
                    <a16:creationId xmlns:a16="http://schemas.microsoft.com/office/drawing/2014/main" id="{3B7D8A44-19A5-E585-6CF7-7D90520879CD}"/>
                  </a:ext>
                </a:extLst>
              </p:cNvPr>
              <p:cNvSpPr/>
              <p:nvPr/>
            </p:nvSpPr>
            <p:spPr>
              <a:xfrm rot="10800000" flipH="1">
                <a:off x="882067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a:extLst>
                  <a:ext uri="{FF2B5EF4-FFF2-40B4-BE49-F238E27FC236}">
                    <a16:creationId xmlns:a16="http://schemas.microsoft.com/office/drawing/2014/main" id="{8F4DD98A-07B1-B324-E9D5-89B69B282BDB}"/>
                  </a:ext>
                </a:extLst>
              </p:cNvPr>
              <p:cNvSpPr/>
              <p:nvPr/>
            </p:nvSpPr>
            <p:spPr>
              <a:xfrm rot="10800000" flipH="1">
                <a:off x="892109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5BFB8BE0-3685-6FBF-AE6D-8BBD4476EC88}"/>
                  </a:ext>
                </a:extLst>
              </p:cNvPr>
              <p:cNvSpPr/>
              <p:nvPr/>
            </p:nvSpPr>
            <p:spPr>
              <a:xfrm rot="10800000" flipH="1">
                <a:off x="902151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8B630CDD-AA33-1698-51CC-6D7BA5FB6932}"/>
                  </a:ext>
                </a:extLst>
              </p:cNvPr>
              <p:cNvSpPr/>
              <p:nvPr/>
            </p:nvSpPr>
            <p:spPr>
              <a:xfrm rot="10800000" flipH="1">
                <a:off x="912194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449B6830-A714-419F-8677-C8B081FE7067}"/>
                  </a:ext>
                </a:extLst>
              </p:cNvPr>
              <p:cNvSpPr/>
              <p:nvPr/>
            </p:nvSpPr>
            <p:spPr>
              <a:xfrm rot="10800000" flipH="1">
                <a:off x="922236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BF936712-DB7D-2FAD-7359-3E21754C0027}"/>
                  </a:ext>
                </a:extLst>
              </p:cNvPr>
              <p:cNvSpPr/>
              <p:nvPr/>
            </p:nvSpPr>
            <p:spPr>
              <a:xfrm rot="10800000" flipH="1">
                <a:off x="932278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a:extLst>
                  <a:ext uri="{FF2B5EF4-FFF2-40B4-BE49-F238E27FC236}">
                    <a16:creationId xmlns:a16="http://schemas.microsoft.com/office/drawing/2014/main" id="{E284D5C3-623F-1C7F-EA00-CDD7271DF1A9}"/>
                  </a:ext>
                </a:extLst>
              </p:cNvPr>
              <p:cNvSpPr/>
              <p:nvPr/>
            </p:nvSpPr>
            <p:spPr>
              <a:xfrm rot="10800000" flipH="1">
                <a:off x="942320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08E11E4C-F104-F561-6DE7-99B1788F1C1C}"/>
                  </a:ext>
                </a:extLst>
              </p:cNvPr>
              <p:cNvSpPr/>
              <p:nvPr/>
            </p:nvSpPr>
            <p:spPr>
              <a:xfrm rot="10800000" flipH="1">
                <a:off x="952363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56A150A7-3816-D808-D508-1C1C2CFF85CF}"/>
                  </a:ext>
                </a:extLst>
              </p:cNvPr>
              <p:cNvSpPr/>
              <p:nvPr/>
            </p:nvSpPr>
            <p:spPr>
              <a:xfrm rot="10800000" flipH="1">
                <a:off x="962405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5" name="Rectangle 124">
                <a:extLst>
                  <a:ext uri="{FF2B5EF4-FFF2-40B4-BE49-F238E27FC236}">
                    <a16:creationId xmlns:a16="http://schemas.microsoft.com/office/drawing/2014/main" id="{4F37AA74-C996-6AA0-88B9-2AFDEAB32D3B}"/>
                  </a:ext>
                </a:extLst>
              </p:cNvPr>
              <p:cNvSpPr/>
              <p:nvPr/>
            </p:nvSpPr>
            <p:spPr>
              <a:xfrm rot="10800000" flipH="1">
                <a:off x="972447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Rectangle 125">
                <a:extLst>
                  <a:ext uri="{FF2B5EF4-FFF2-40B4-BE49-F238E27FC236}">
                    <a16:creationId xmlns:a16="http://schemas.microsoft.com/office/drawing/2014/main" id="{8BE82CB8-58CF-E78B-71DA-19CA2F1F7085}"/>
                  </a:ext>
                </a:extLst>
              </p:cNvPr>
              <p:cNvSpPr/>
              <p:nvPr/>
            </p:nvSpPr>
            <p:spPr>
              <a:xfrm rot="10800000" flipH="1">
                <a:off x="982490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Rectangle 126">
                <a:extLst>
                  <a:ext uri="{FF2B5EF4-FFF2-40B4-BE49-F238E27FC236}">
                    <a16:creationId xmlns:a16="http://schemas.microsoft.com/office/drawing/2014/main" id="{913AE964-3F10-069F-1296-544B1E7A49C9}"/>
                  </a:ext>
                </a:extLst>
              </p:cNvPr>
              <p:cNvSpPr/>
              <p:nvPr/>
            </p:nvSpPr>
            <p:spPr>
              <a:xfrm rot="10800000" flipH="1">
                <a:off x="992532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20A33BBA-B571-1CD0-6FEB-4A985DFF4593}"/>
                  </a:ext>
                </a:extLst>
              </p:cNvPr>
              <p:cNvSpPr/>
              <p:nvPr/>
            </p:nvSpPr>
            <p:spPr>
              <a:xfrm rot="10800000" flipH="1">
                <a:off x="1002574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6A049B24-50CC-2E2F-1B6B-5DE3FEA5837F}"/>
                  </a:ext>
                </a:extLst>
              </p:cNvPr>
              <p:cNvSpPr/>
              <p:nvPr/>
            </p:nvSpPr>
            <p:spPr>
              <a:xfrm rot="10800000" flipH="1">
                <a:off x="1012616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B262071A-3D25-24AE-B9A8-DCB9781AAD0A}"/>
                  </a:ext>
                </a:extLst>
              </p:cNvPr>
              <p:cNvSpPr/>
              <p:nvPr/>
            </p:nvSpPr>
            <p:spPr>
              <a:xfrm rot="10800000" flipH="1">
                <a:off x="1022659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F8EE9107-00FD-0BFD-AE14-B947FFE68B93}"/>
                  </a:ext>
                </a:extLst>
              </p:cNvPr>
              <p:cNvSpPr/>
              <p:nvPr/>
            </p:nvSpPr>
            <p:spPr>
              <a:xfrm rot="10800000" flipH="1">
                <a:off x="1032701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2" name="Rectangle 131">
                <a:extLst>
                  <a:ext uri="{FF2B5EF4-FFF2-40B4-BE49-F238E27FC236}">
                    <a16:creationId xmlns:a16="http://schemas.microsoft.com/office/drawing/2014/main" id="{4DA61079-68D1-B7EB-6770-5C74A4F468E2}"/>
                  </a:ext>
                </a:extLst>
              </p:cNvPr>
              <p:cNvSpPr/>
              <p:nvPr/>
            </p:nvSpPr>
            <p:spPr>
              <a:xfrm rot="10800000" flipH="1">
                <a:off x="1042743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95A82BD1-D832-B1CF-76F6-4235E7DA1FD8}"/>
                  </a:ext>
                </a:extLst>
              </p:cNvPr>
              <p:cNvSpPr/>
              <p:nvPr/>
            </p:nvSpPr>
            <p:spPr>
              <a:xfrm rot="10800000" flipH="1">
                <a:off x="1052786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9B80C676-6263-80D0-E60F-E7BEAF88E142}"/>
                  </a:ext>
                </a:extLst>
              </p:cNvPr>
              <p:cNvSpPr/>
              <p:nvPr/>
            </p:nvSpPr>
            <p:spPr>
              <a:xfrm rot="10800000" flipH="1">
                <a:off x="1062828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Rectangle 134">
                <a:extLst>
                  <a:ext uri="{FF2B5EF4-FFF2-40B4-BE49-F238E27FC236}">
                    <a16:creationId xmlns:a16="http://schemas.microsoft.com/office/drawing/2014/main" id="{8D29E1D8-3538-9CBA-5205-45D3B0B86507}"/>
                  </a:ext>
                </a:extLst>
              </p:cNvPr>
              <p:cNvSpPr/>
              <p:nvPr/>
            </p:nvSpPr>
            <p:spPr>
              <a:xfrm rot="10800000" flipH="1">
                <a:off x="1072870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6" name="Rectangle 135">
                <a:extLst>
                  <a:ext uri="{FF2B5EF4-FFF2-40B4-BE49-F238E27FC236}">
                    <a16:creationId xmlns:a16="http://schemas.microsoft.com/office/drawing/2014/main" id="{3C18AD9E-9549-B45A-6E3D-A7F5F181C843}"/>
                  </a:ext>
                </a:extLst>
              </p:cNvPr>
              <p:cNvSpPr/>
              <p:nvPr/>
            </p:nvSpPr>
            <p:spPr>
              <a:xfrm rot="10800000" flipH="1">
                <a:off x="1082913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Rectangle 136">
                <a:extLst>
                  <a:ext uri="{FF2B5EF4-FFF2-40B4-BE49-F238E27FC236}">
                    <a16:creationId xmlns:a16="http://schemas.microsoft.com/office/drawing/2014/main" id="{250D5AF4-C488-0D58-A090-19BEF773EE91}"/>
                  </a:ext>
                </a:extLst>
              </p:cNvPr>
              <p:cNvSpPr/>
              <p:nvPr/>
            </p:nvSpPr>
            <p:spPr>
              <a:xfrm rot="10800000" flipH="1">
                <a:off x="1092955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Rectangle 137">
                <a:extLst>
                  <a:ext uri="{FF2B5EF4-FFF2-40B4-BE49-F238E27FC236}">
                    <a16:creationId xmlns:a16="http://schemas.microsoft.com/office/drawing/2014/main" id="{A084F6E1-D767-6633-8CA9-3FB84973F370}"/>
                  </a:ext>
                </a:extLst>
              </p:cNvPr>
              <p:cNvSpPr/>
              <p:nvPr/>
            </p:nvSpPr>
            <p:spPr>
              <a:xfrm rot="10800000" flipH="1">
                <a:off x="1102997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9" name="Group 138">
                <a:extLst>
                  <a:ext uri="{FF2B5EF4-FFF2-40B4-BE49-F238E27FC236}">
                    <a16:creationId xmlns:a16="http://schemas.microsoft.com/office/drawing/2014/main" id="{CF32F0AD-084E-202E-9E0D-34BDD1B68CF5}"/>
                  </a:ext>
                </a:extLst>
              </p:cNvPr>
              <p:cNvGrpSpPr/>
              <p:nvPr/>
            </p:nvGrpSpPr>
            <p:grpSpPr>
              <a:xfrm rot="10800000" flipH="1">
                <a:off x="7916865" y="4362172"/>
                <a:ext cx="301269" cy="301135"/>
                <a:chOff x="1051088" y="5406535"/>
                <a:chExt cx="593889" cy="593625"/>
              </a:xfrm>
              <a:solidFill>
                <a:srgbClr val="7030A0"/>
              </a:solidFill>
            </p:grpSpPr>
            <p:sp>
              <p:nvSpPr>
                <p:cNvPr id="463" name="Rectangle 462">
                  <a:extLst>
                    <a:ext uri="{FF2B5EF4-FFF2-40B4-BE49-F238E27FC236}">
                      <a16:creationId xmlns:a16="http://schemas.microsoft.com/office/drawing/2014/main" id="{971EBB64-B492-FDA1-4331-A8F741C83C8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2341C85B-7128-B2D0-4492-698F131BA702}"/>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A044085A-83D6-A608-E42E-AE35BB08E28E}"/>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980B5924-3813-5FE0-612E-5DFA16C24392}"/>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20D6F35D-7DB9-83EB-E648-81E00C5CFEC6}"/>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31900137-D2EF-E7CE-1FE6-FF2D780C2EDA}"/>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7E93AF3E-A97C-9EE8-19D9-D7887B2E23F8}"/>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FE81B439-95DD-0760-F848-522AA6E4C052}"/>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6DA11940-8FE0-47F2-965C-E603C821DD77}"/>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0" name="Rectangle 139">
                <a:extLst>
                  <a:ext uri="{FF2B5EF4-FFF2-40B4-BE49-F238E27FC236}">
                    <a16:creationId xmlns:a16="http://schemas.microsoft.com/office/drawing/2014/main" id="{23AEADED-C656-C45C-C0C9-0EC5EEF75B94}"/>
                  </a:ext>
                </a:extLst>
              </p:cNvPr>
              <p:cNvSpPr/>
              <p:nvPr/>
            </p:nvSpPr>
            <p:spPr>
              <a:xfrm rot="10800000" flipH="1">
                <a:off x="821813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793D2C0D-4D7E-430A-FB05-6240FAAA5D60}"/>
                  </a:ext>
                </a:extLst>
              </p:cNvPr>
              <p:cNvSpPr/>
              <p:nvPr/>
            </p:nvSpPr>
            <p:spPr>
              <a:xfrm rot="10800000" flipH="1">
                <a:off x="831855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EE4B6CD4-BC12-42E4-528A-61C455F373CD}"/>
                  </a:ext>
                </a:extLst>
              </p:cNvPr>
              <p:cNvSpPr/>
              <p:nvPr/>
            </p:nvSpPr>
            <p:spPr>
              <a:xfrm rot="10800000" flipH="1">
                <a:off x="841898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34381525-7A95-F48F-D49F-6B4FE579EF26}"/>
                  </a:ext>
                </a:extLst>
              </p:cNvPr>
              <p:cNvSpPr/>
              <p:nvPr/>
            </p:nvSpPr>
            <p:spPr>
              <a:xfrm rot="10800000" flipH="1">
                <a:off x="851940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E0258C89-D2EA-91BC-085D-409B8CD0137C}"/>
                  </a:ext>
                </a:extLst>
              </p:cNvPr>
              <p:cNvSpPr/>
              <p:nvPr/>
            </p:nvSpPr>
            <p:spPr>
              <a:xfrm rot="10800000" flipH="1">
                <a:off x="861982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E20F8285-AE5F-A04C-5FD2-FEE631D3A0A1}"/>
                  </a:ext>
                </a:extLst>
              </p:cNvPr>
              <p:cNvSpPr/>
              <p:nvPr/>
            </p:nvSpPr>
            <p:spPr>
              <a:xfrm rot="10800000" flipH="1">
                <a:off x="872024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9782DD47-C0F7-EC86-F502-9C3DF4F33499}"/>
                  </a:ext>
                </a:extLst>
              </p:cNvPr>
              <p:cNvSpPr/>
              <p:nvPr/>
            </p:nvSpPr>
            <p:spPr>
              <a:xfrm rot="10800000" flipH="1">
                <a:off x="882067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a:extLst>
                  <a:ext uri="{FF2B5EF4-FFF2-40B4-BE49-F238E27FC236}">
                    <a16:creationId xmlns:a16="http://schemas.microsoft.com/office/drawing/2014/main" id="{8F8641C8-FBAA-E06E-9CE2-D7E92C2B995F}"/>
                  </a:ext>
                </a:extLst>
              </p:cNvPr>
              <p:cNvSpPr/>
              <p:nvPr/>
            </p:nvSpPr>
            <p:spPr>
              <a:xfrm rot="10800000" flipH="1">
                <a:off x="892109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B3568E2-5362-8A24-A116-11C0BC9F5E60}"/>
                  </a:ext>
                </a:extLst>
              </p:cNvPr>
              <p:cNvSpPr/>
              <p:nvPr/>
            </p:nvSpPr>
            <p:spPr>
              <a:xfrm rot="10800000" flipH="1">
                <a:off x="902151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BBD0CBCE-E9CC-E7F2-0810-33F6D3D7D9BE}"/>
                  </a:ext>
                </a:extLst>
              </p:cNvPr>
              <p:cNvSpPr/>
              <p:nvPr/>
            </p:nvSpPr>
            <p:spPr>
              <a:xfrm rot="10800000" flipH="1">
                <a:off x="912194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97252578-45A9-E635-1AE4-310E378B3808}"/>
                  </a:ext>
                </a:extLst>
              </p:cNvPr>
              <p:cNvSpPr/>
              <p:nvPr/>
            </p:nvSpPr>
            <p:spPr>
              <a:xfrm rot="10800000" flipH="1">
                <a:off x="922236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794B475-E616-75A0-876A-AA51871BD863}"/>
                  </a:ext>
                </a:extLst>
              </p:cNvPr>
              <p:cNvSpPr/>
              <p:nvPr/>
            </p:nvSpPr>
            <p:spPr>
              <a:xfrm rot="10800000" flipH="1">
                <a:off x="932278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228FCB7A-8F0B-304C-E8DE-79FE4296D704}"/>
                  </a:ext>
                </a:extLst>
              </p:cNvPr>
              <p:cNvSpPr/>
              <p:nvPr/>
            </p:nvSpPr>
            <p:spPr>
              <a:xfrm rot="10800000" flipH="1">
                <a:off x="942320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F19BEF29-6B09-6C15-B4FC-2885B3622A6B}"/>
                  </a:ext>
                </a:extLst>
              </p:cNvPr>
              <p:cNvSpPr/>
              <p:nvPr/>
            </p:nvSpPr>
            <p:spPr>
              <a:xfrm rot="10800000" flipH="1">
                <a:off x="952363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5FDED1FB-2A15-A864-666B-B194DCB70539}"/>
                  </a:ext>
                </a:extLst>
              </p:cNvPr>
              <p:cNvSpPr/>
              <p:nvPr/>
            </p:nvSpPr>
            <p:spPr>
              <a:xfrm rot="10800000" flipH="1">
                <a:off x="962405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8DE77EED-3C6F-060B-0FA5-2BF8F281F872}"/>
                  </a:ext>
                </a:extLst>
              </p:cNvPr>
              <p:cNvSpPr/>
              <p:nvPr/>
            </p:nvSpPr>
            <p:spPr>
              <a:xfrm rot="10800000" flipH="1">
                <a:off x="972447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6" name="Rectangle 155">
                <a:extLst>
                  <a:ext uri="{FF2B5EF4-FFF2-40B4-BE49-F238E27FC236}">
                    <a16:creationId xmlns:a16="http://schemas.microsoft.com/office/drawing/2014/main" id="{CB62F138-36E0-2B5E-E838-7AC801AB3E56}"/>
                  </a:ext>
                </a:extLst>
              </p:cNvPr>
              <p:cNvSpPr/>
              <p:nvPr/>
            </p:nvSpPr>
            <p:spPr>
              <a:xfrm rot="10800000" flipH="1">
                <a:off x="982490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E8862724-3927-678A-789E-93711EE730F7}"/>
                  </a:ext>
                </a:extLst>
              </p:cNvPr>
              <p:cNvSpPr/>
              <p:nvPr/>
            </p:nvSpPr>
            <p:spPr>
              <a:xfrm rot="10800000" flipH="1">
                <a:off x="992532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9A6D99DB-FA95-83AD-E93A-AE16D348CEFF}"/>
                  </a:ext>
                </a:extLst>
              </p:cNvPr>
              <p:cNvSpPr/>
              <p:nvPr/>
            </p:nvSpPr>
            <p:spPr>
              <a:xfrm rot="10800000" flipH="1">
                <a:off x="1002574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2067E1FF-75E7-2123-5CA9-0ED17EF33760}"/>
                  </a:ext>
                </a:extLst>
              </p:cNvPr>
              <p:cNvSpPr/>
              <p:nvPr/>
            </p:nvSpPr>
            <p:spPr>
              <a:xfrm rot="10800000" flipH="1">
                <a:off x="1012616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0544493F-1818-90F4-F618-9E1DFB992EB4}"/>
                  </a:ext>
                </a:extLst>
              </p:cNvPr>
              <p:cNvSpPr/>
              <p:nvPr/>
            </p:nvSpPr>
            <p:spPr>
              <a:xfrm rot="10800000" flipH="1">
                <a:off x="1022659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A36AAFB8-4337-3630-9B2E-E4A0044B2537}"/>
                  </a:ext>
                </a:extLst>
              </p:cNvPr>
              <p:cNvSpPr/>
              <p:nvPr/>
            </p:nvSpPr>
            <p:spPr>
              <a:xfrm rot="10800000" flipH="1">
                <a:off x="1032701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7ACAF437-262D-C3D7-1382-9F596EF9E8D9}"/>
                  </a:ext>
                </a:extLst>
              </p:cNvPr>
              <p:cNvSpPr/>
              <p:nvPr/>
            </p:nvSpPr>
            <p:spPr>
              <a:xfrm rot="10800000" flipH="1">
                <a:off x="1042743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10E9123C-346A-2E58-CB5B-4B1CF32586FA}"/>
                  </a:ext>
                </a:extLst>
              </p:cNvPr>
              <p:cNvSpPr/>
              <p:nvPr/>
            </p:nvSpPr>
            <p:spPr>
              <a:xfrm rot="10800000" flipH="1">
                <a:off x="1052786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38928E02-522F-4672-8F86-D28EAD1044F3}"/>
                  </a:ext>
                </a:extLst>
              </p:cNvPr>
              <p:cNvSpPr/>
              <p:nvPr/>
            </p:nvSpPr>
            <p:spPr>
              <a:xfrm rot="10800000" flipH="1">
                <a:off x="1062828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Rectangle 164">
                <a:extLst>
                  <a:ext uri="{FF2B5EF4-FFF2-40B4-BE49-F238E27FC236}">
                    <a16:creationId xmlns:a16="http://schemas.microsoft.com/office/drawing/2014/main" id="{1FF765D3-7A7D-CC61-DE75-FFEB8EB05993}"/>
                  </a:ext>
                </a:extLst>
              </p:cNvPr>
              <p:cNvSpPr/>
              <p:nvPr/>
            </p:nvSpPr>
            <p:spPr>
              <a:xfrm rot="10800000" flipH="1">
                <a:off x="1072870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F7A9812E-B796-1134-E369-CA06F7F768D1}"/>
                  </a:ext>
                </a:extLst>
              </p:cNvPr>
              <p:cNvSpPr/>
              <p:nvPr/>
            </p:nvSpPr>
            <p:spPr>
              <a:xfrm rot="10800000" flipH="1">
                <a:off x="1082913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 name="Rectangle 166">
                <a:extLst>
                  <a:ext uri="{FF2B5EF4-FFF2-40B4-BE49-F238E27FC236}">
                    <a16:creationId xmlns:a16="http://schemas.microsoft.com/office/drawing/2014/main" id="{91A11C89-9281-4472-E304-15BA29898165}"/>
                  </a:ext>
                </a:extLst>
              </p:cNvPr>
              <p:cNvSpPr/>
              <p:nvPr/>
            </p:nvSpPr>
            <p:spPr>
              <a:xfrm rot="10800000" flipH="1">
                <a:off x="1092955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 name="Rectangle 167">
                <a:extLst>
                  <a:ext uri="{FF2B5EF4-FFF2-40B4-BE49-F238E27FC236}">
                    <a16:creationId xmlns:a16="http://schemas.microsoft.com/office/drawing/2014/main" id="{F00BB91E-7482-704B-39DF-9BABF7AFEDE7}"/>
                  </a:ext>
                </a:extLst>
              </p:cNvPr>
              <p:cNvSpPr/>
              <p:nvPr/>
            </p:nvSpPr>
            <p:spPr>
              <a:xfrm rot="10800000" flipH="1">
                <a:off x="1102997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784B2035-B955-62C8-1E19-B052FF9038A9}"/>
                  </a:ext>
                </a:extLst>
              </p:cNvPr>
              <p:cNvSpPr/>
              <p:nvPr/>
            </p:nvSpPr>
            <p:spPr>
              <a:xfrm rot="10800000" flipH="1">
                <a:off x="817270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D690E7C4-1C2A-EE41-5159-F67DAC0CCA14}"/>
                  </a:ext>
                </a:extLst>
              </p:cNvPr>
              <p:cNvSpPr/>
              <p:nvPr/>
            </p:nvSpPr>
            <p:spPr>
              <a:xfrm rot="10800000" flipH="1">
                <a:off x="827312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FB3EF0FC-3DEE-EA67-84F3-7D335FAEEEF7}"/>
                  </a:ext>
                </a:extLst>
              </p:cNvPr>
              <p:cNvSpPr/>
              <p:nvPr/>
            </p:nvSpPr>
            <p:spPr>
              <a:xfrm rot="10800000" flipH="1">
                <a:off x="837355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Rectangle 171">
                <a:extLst>
                  <a:ext uri="{FF2B5EF4-FFF2-40B4-BE49-F238E27FC236}">
                    <a16:creationId xmlns:a16="http://schemas.microsoft.com/office/drawing/2014/main" id="{EE959FCE-9888-B883-B7CE-D7DBF5873C4F}"/>
                  </a:ext>
                </a:extLst>
              </p:cNvPr>
              <p:cNvSpPr/>
              <p:nvPr/>
            </p:nvSpPr>
            <p:spPr>
              <a:xfrm rot="10800000" flipH="1">
                <a:off x="847397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ectangle 172">
                <a:extLst>
                  <a:ext uri="{FF2B5EF4-FFF2-40B4-BE49-F238E27FC236}">
                    <a16:creationId xmlns:a16="http://schemas.microsoft.com/office/drawing/2014/main" id="{0AC9F654-CC9A-2659-FD13-4F078FE4327B}"/>
                  </a:ext>
                </a:extLst>
              </p:cNvPr>
              <p:cNvSpPr/>
              <p:nvPr/>
            </p:nvSpPr>
            <p:spPr>
              <a:xfrm rot="10800000" flipH="1">
                <a:off x="857439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 name="Rectangle 173">
                <a:extLst>
                  <a:ext uri="{FF2B5EF4-FFF2-40B4-BE49-F238E27FC236}">
                    <a16:creationId xmlns:a16="http://schemas.microsoft.com/office/drawing/2014/main" id="{704FFE01-6DC8-C9C7-A2C7-8FC0EAD95F3B}"/>
                  </a:ext>
                </a:extLst>
              </p:cNvPr>
              <p:cNvSpPr/>
              <p:nvPr/>
            </p:nvSpPr>
            <p:spPr>
              <a:xfrm rot="10800000" flipH="1">
                <a:off x="867482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 name="Rectangle 174">
                <a:extLst>
                  <a:ext uri="{FF2B5EF4-FFF2-40B4-BE49-F238E27FC236}">
                    <a16:creationId xmlns:a16="http://schemas.microsoft.com/office/drawing/2014/main" id="{956D0A00-48F0-0A19-8B2A-0D56AAB2DD1B}"/>
                  </a:ext>
                </a:extLst>
              </p:cNvPr>
              <p:cNvSpPr/>
              <p:nvPr/>
            </p:nvSpPr>
            <p:spPr>
              <a:xfrm rot="10800000" flipH="1">
                <a:off x="877524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C166D36C-0353-EAE7-AA1F-E0E06929C621}"/>
                  </a:ext>
                </a:extLst>
              </p:cNvPr>
              <p:cNvSpPr/>
              <p:nvPr/>
            </p:nvSpPr>
            <p:spPr>
              <a:xfrm rot="10800000" flipH="1">
                <a:off x="887566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2189CE98-0CA3-89F8-1C2A-2D6C3F80805E}"/>
                  </a:ext>
                </a:extLst>
              </p:cNvPr>
              <p:cNvSpPr/>
              <p:nvPr/>
            </p:nvSpPr>
            <p:spPr>
              <a:xfrm rot="10800000" flipH="1">
                <a:off x="897608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0D3A99E0-1B83-9B4A-96AF-60F1E161679C}"/>
                  </a:ext>
                </a:extLst>
              </p:cNvPr>
              <p:cNvSpPr/>
              <p:nvPr/>
            </p:nvSpPr>
            <p:spPr>
              <a:xfrm rot="10800000" flipH="1">
                <a:off x="907651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C582E4E9-4EBD-22FF-FFB8-8CE7E47FC416}"/>
                  </a:ext>
                </a:extLst>
              </p:cNvPr>
              <p:cNvSpPr/>
              <p:nvPr/>
            </p:nvSpPr>
            <p:spPr>
              <a:xfrm rot="10800000" flipH="1">
                <a:off x="917693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A7295C2D-200B-84DB-E478-0A6098D53962}"/>
                  </a:ext>
                </a:extLst>
              </p:cNvPr>
              <p:cNvSpPr/>
              <p:nvPr/>
            </p:nvSpPr>
            <p:spPr>
              <a:xfrm rot="10800000" flipH="1">
                <a:off x="927735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Rectangle 180">
                <a:extLst>
                  <a:ext uri="{FF2B5EF4-FFF2-40B4-BE49-F238E27FC236}">
                    <a16:creationId xmlns:a16="http://schemas.microsoft.com/office/drawing/2014/main" id="{77C9C0D7-9409-7FF4-E5A4-9A75B6EA4A53}"/>
                  </a:ext>
                </a:extLst>
              </p:cNvPr>
              <p:cNvSpPr/>
              <p:nvPr/>
            </p:nvSpPr>
            <p:spPr>
              <a:xfrm rot="10800000" flipH="1">
                <a:off x="937778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9173C477-5C70-4BDE-0E44-997ECDFD6EAB}"/>
                  </a:ext>
                </a:extLst>
              </p:cNvPr>
              <p:cNvSpPr/>
              <p:nvPr/>
            </p:nvSpPr>
            <p:spPr>
              <a:xfrm rot="10800000" flipH="1">
                <a:off x="947820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4AB8F193-83D2-D930-4EB6-C8BA86739E08}"/>
                  </a:ext>
                </a:extLst>
              </p:cNvPr>
              <p:cNvSpPr/>
              <p:nvPr/>
            </p:nvSpPr>
            <p:spPr>
              <a:xfrm rot="10800000" flipH="1">
                <a:off x="957862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0DD4ACC2-260B-4528-DA0E-5F147BD13529}"/>
                  </a:ext>
                </a:extLst>
              </p:cNvPr>
              <p:cNvSpPr/>
              <p:nvPr/>
            </p:nvSpPr>
            <p:spPr>
              <a:xfrm rot="10800000" flipH="1">
                <a:off x="967905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9E05BF8D-0442-C2A6-60EC-05D5B2FC7DE3}"/>
                  </a:ext>
                </a:extLst>
              </p:cNvPr>
              <p:cNvSpPr/>
              <p:nvPr/>
            </p:nvSpPr>
            <p:spPr>
              <a:xfrm rot="10800000" flipH="1">
                <a:off x="977947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EAC434F1-9CBC-48B8-B8C4-B583448F9D1D}"/>
                  </a:ext>
                </a:extLst>
              </p:cNvPr>
              <p:cNvSpPr/>
              <p:nvPr/>
            </p:nvSpPr>
            <p:spPr>
              <a:xfrm rot="10800000" flipH="1">
                <a:off x="987989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94C40072-5BD0-85A5-9F86-72CBB5B8A1AC}"/>
                  </a:ext>
                </a:extLst>
              </p:cNvPr>
              <p:cNvSpPr/>
              <p:nvPr/>
            </p:nvSpPr>
            <p:spPr>
              <a:xfrm rot="10800000" flipH="1">
                <a:off x="998031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58DCF4BD-6CDE-959B-4C59-136672EACC81}"/>
                  </a:ext>
                </a:extLst>
              </p:cNvPr>
              <p:cNvSpPr/>
              <p:nvPr/>
            </p:nvSpPr>
            <p:spPr>
              <a:xfrm rot="10800000" flipH="1">
                <a:off x="1008074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542C85B-D288-818B-96B4-2378680D2AE8}"/>
                  </a:ext>
                </a:extLst>
              </p:cNvPr>
              <p:cNvSpPr/>
              <p:nvPr/>
            </p:nvSpPr>
            <p:spPr>
              <a:xfrm rot="10800000" flipH="1">
                <a:off x="1018116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Rectangle 189">
                <a:extLst>
                  <a:ext uri="{FF2B5EF4-FFF2-40B4-BE49-F238E27FC236}">
                    <a16:creationId xmlns:a16="http://schemas.microsoft.com/office/drawing/2014/main" id="{92B05E2A-EB78-DB77-EEE1-C51EBD0A5B2E}"/>
                  </a:ext>
                </a:extLst>
              </p:cNvPr>
              <p:cNvSpPr/>
              <p:nvPr/>
            </p:nvSpPr>
            <p:spPr>
              <a:xfrm rot="10800000" flipH="1">
                <a:off x="1028158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370613C3-F9F5-4FCE-3595-226843CAEC28}"/>
                  </a:ext>
                </a:extLst>
              </p:cNvPr>
              <p:cNvSpPr/>
              <p:nvPr/>
            </p:nvSpPr>
            <p:spPr>
              <a:xfrm rot="10800000" flipH="1">
                <a:off x="1038201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6DCDF4C5-41E0-FFEA-A13C-AE69BD457079}"/>
                  </a:ext>
                </a:extLst>
              </p:cNvPr>
              <p:cNvSpPr/>
              <p:nvPr/>
            </p:nvSpPr>
            <p:spPr>
              <a:xfrm rot="10800000" flipH="1">
                <a:off x="1048243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2110FFB0-9748-CD4B-15F3-35EE31D87BAD}"/>
                  </a:ext>
                </a:extLst>
              </p:cNvPr>
              <p:cNvSpPr/>
              <p:nvPr/>
            </p:nvSpPr>
            <p:spPr>
              <a:xfrm rot="10800000" flipH="1">
                <a:off x="1058285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070DD027-96CA-AA40-00A3-B38C52BFF4F4}"/>
                  </a:ext>
                </a:extLst>
              </p:cNvPr>
              <p:cNvSpPr/>
              <p:nvPr/>
            </p:nvSpPr>
            <p:spPr>
              <a:xfrm rot="10800000" flipH="1">
                <a:off x="1068327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FE18DCE9-7C17-6A27-D407-A0EE6FC45BF4}"/>
                  </a:ext>
                </a:extLst>
              </p:cNvPr>
              <p:cNvSpPr/>
              <p:nvPr/>
            </p:nvSpPr>
            <p:spPr>
              <a:xfrm rot="10800000" flipH="1">
                <a:off x="1078370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238E78B9-FB06-1447-1B51-E4E49C4AD583}"/>
                  </a:ext>
                </a:extLst>
              </p:cNvPr>
              <p:cNvSpPr/>
              <p:nvPr/>
            </p:nvSpPr>
            <p:spPr>
              <a:xfrm rot="10800000" flipH="1">
                <a:off x="1088412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0376214-F735-ACCC-9AC9-C8E876960A8D}"/>
                  </a:ext>
                </a:extLst>
              </p:cNvPr>
              <p:cNvSpPr/>
              <p:nvPr/>
            </p:nvSpPr>
            <p:spPr>
              <a:xfrm rot="10800000" flipH="1">
                <a:off x="1098454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8" name="Group 197">
                <a:extLst>
                  <a:ext uri="{FF2B5EF4-FFF2-40B4-BE49-F238E27FC236}">
                    <a16:creationId xmlns:a16="http://schemas.microsoft.com/office/drawing/2014/main" id="{60BF6035-3BE4-2384-9163-FD897698C3D9}"/>
                  </a:ext>
                </a:extLst>
              </p:cNvPr>
              <p:cNvGrpSpPr/>
              <p:nvPr/>
            </p:nvGrpSpPr>
            <p:grpSpPr>
              <a:xfrm rot="10800000" flipH="1">
                <a:off x="7871437" y="4419145"/>
                <a:ext cx="3213534" cy="100423"/>
                <a:chOff x="1743959" y="2564091"/>
                <a:chExt cx="6334816" cy="197963"/>
              </a:xfrm>
              <a:solidFill>
                <a:schemeClr val="bg1"/>
              </a:solidFill>
            </p:grpSpPr>
            <p:sp>
              <p:nvSpPr>
                <p:cNvPr id="431" name="Rectangle 430">
                  <a:extLst>
                    <a:ext uri="{FF2B5EF4-FFF2-40B4-BE49-F238E27FC236}">
                      <a16:creationId xmlns:a16="http://schemas.microsoft.com/office/drawing/2014/main" id="{810D911C-A87E-8803-2F2E-245868F078AF}"/>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5F0DC636-191B-A3FB-6989-1F05B9E4FBBC}"/>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DC2DB7D2-9CDF-9123-1340-3C8E1F5727E6}"/>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856AC874-134B-91C5-C8C0-A8FBED620EF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5535F5C0-7052-9766-9A47-EC34BBE570E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CB3A3399-D578-4FB2-453C-32B25010FCFD}"/>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A1BB23DA-0570-83C6-29C4-4AF5F0987BC3}"/>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E94E6A91-C4D5-91BD-BF6F-89FCAD43900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B17F4189-6C2F-3C1D-A969-4719899FD05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9C7D592B-6C40-3A77-C154-F6E39AE796B6}"/>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6F0FF8DE-8555-75B6-6DEE-3B64A3777757}"/>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9659F4E1-6BF8-3877-17CD-AB3C14EB413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E16D2134-3876-1316-D5FF-01DA096B58AF}"/>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94D3A7D4-BE95-CC3B-9B22-6DD85CEBFB3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DE48BB03-DC05-6061-0F91-8455AEACE42C}"/>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FDE19BCF-E987-E3EE-B17B-B7B38710AE39}"/>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683BCBB5-B57E-7B10-2C5F-236632FB267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EAB06E9B-AD3E-17C0-B0DC-B7E322828EB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81DC0CD6-B8CC-BC65-1AAD-9577BEBE3D96}"/>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42E6960A-455B-A0A0-C224-8EDA52CE7952}"/>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73055E6D-5EF2-6139-33A0-3458AB81A8ED}"/>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6265E576-8CD5-7B81-3103-2BA5D0170263}"/>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870D5C3D-C64D-B798-50D1-B2D6256D37EA}"/>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1299FF93-4EEA-51A0-BC56-ECFDCFAB6429}"/>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5578428A-EFFA-42B6-C4B4-8DBE50F93C80}"/>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BDE7CE05-FA0D-FD6C-68CC-0F7323F366B4}"/>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790D5157-7315-8340-1B95-3A060A6A8CDE}"/>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36A7EBF9-0812-77AC-AAE9-5B148C817187}"/>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75EC302B-4796-6EEB-07DC-CE1B827C3C15}"/>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CA0F8CB3-6A37-711F-1501-038613C4200F}"/>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BF9C0E9C-5DF7-DD6B-E422-40B5CB63B003}"/>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3D4BFF73-C9E8-2DF3-6B3F-1567E32AAAC4}"/>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9" name="Group 198">
                <a:extLst>
                  <a:ext uri="{FF2B5EF4-FFF2-40B4-BE49-F238E27FC236}">
                    <a16:creationId xmlns:a16="http://schemas.microsoft.com/office/drawing/2014/main" id="{9EDF27C8-6F17-A326-00C7-E3DEFD4778C9}"/>
                  </a:ext>
                </a:extLst>
              </p:cNvPr>
              <p:cNvGrpSpPr/>
              <p:nvPr/>
            </p:nvGrpSpPr>
            <p:grpSpPr>
              <a:xfrm rot="10800000" flipH="1">
                <a:off x="7871437" y="4318722"/>
                <a:ext cx="3213534" cy="100423"/>
                <a:chOff x="1743959" y="2564091"/>
                <a:chExt cx="6334816" cy="197963"/>
              </a:xfrm>
              <a:solidFill>
                <a:schemeClr val="bg1"/>
              </a:solidFill>
            </p:grpSpPr>
            <p:sp>
              <p:nvSpPr>
                <p:cNvPr id="399" name="Rectangle 398">
                  <a:extLst>
                    <a:ext uri="{FF2B5EF4-FFF2-40B4-BE49-F238E27FC236}">
                      <a16:creationId xmlns:a16="http://schemas.microsoft.com/office/drawing/2014/main" id="{C1EE0BA1-1BC8-183F-AA7E-7DDA16B27632}"/>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91F27B65-AE4D-C0DE-A9F2-07598C6496E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C15263B5-20E3-D7FC-F16B-559767622BFC}"/>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652A6EA2-BE35-1864-C805-2905F1D976FC}"/>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44913062-278D-EA7B-37DA-4DBAB5C50844}"/>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66F3F549-14F3-DC5C-1D56-E1FBD031284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26BF7B0B-7EA9-971B-230E-457B57B4591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85B2EF57-0326-530B-A0D9-907E9DC92690}"/>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42A541D4-FA00-AB70-03F0-94E0E23CDEA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49264333-55BE-E46E-6D85-320363E2AA80}"/>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E4DBB70B-A054-713F-F0AB-B5BB0AFBFCE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A2C4191E-D8A5-8A61-D066-70F22A9EB712}"/>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4CB058B1-007E-4BB6-A4C8-98CA4C4AC74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FFA4D5DA-94EB-9DE4-7DF2-4133BC6B7E5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3" name="Rectangle 412">
                  <a:extLst>
                    <a:ext uri="{FF2B5EF4-FFF2-40B4-BE49-F238E27FC236}">
                      <a16:creationId xmlns:a16="http://schemas.microsoft.com/office/drawing/2014/main" id="{C886B928-48C8-7769-822A-7B7453C0040C}"/>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4" name="Rectangle 413">
                  <a:extLst>
                    <a:ext uri="{FF2B5EF4-FFF2-40B4-BE49-F238E27FC236}">
                      <a16:creationId xmlns:a16="http://schemas.microsoft.com/office/drawing/2014/main" id="{88335C6E-8A21-76FE-0D99-909CFE5AC39B}"/>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5" name="Rectangle 414">
                  <a:extLst>
                    <a:ext uri="{FF2B5EF4-FFF2-40B4-BE49-F238E27FC236}">
                      <a16:creationId xmlns:a16="http://schemas.microsoft.com/office/drawing/2014/main" id="{C105C4C4-93C6-2C98-06DC-1B719BA94B22}"/>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4EA16D6A-87FE-F780-C7B4-A33D393AEDB1}"/>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66C08BB3-1863-6ADB-8E05-CC4302D5E9D8}"/>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E7C1319B-96E9-6F9F-36B0-7B7167576A65}"/>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B39C67EC-61B5-19E5-9FBA-7859DD2499E5}"/>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9DA4DE01-E285-477A-010D-42F949EC0FED}"/>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2C59A1EE-4DCF-2FC5-44CE-E592B80CBA07}"/>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9D460ABE-4D96-C14E-C76F-32A720105ED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6056BBE2-BCEA-04CF-AAE5-9BA7BCF2316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80DA9EA4-7669-028B-81BA-44CC6CFE9850}"/>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BBE04FEE-9762-C27D-1013-1FC52B82AF01}"/>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19991F38-17F5-5FC7-F12D-36FE535265DA}"/>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6A2F7F45-B105-C511-ECDE-B6A5E23A5127}"/>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8BA9DDDB-3BAC-6F86-267C-DF32058AD5AC}"/>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409BEE19-DC23-049E-0974-F6684B871FC0}"/>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B1788AD4-009E-1A98-95FB-48C615B5C5A3}"/>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746787C9-FFCB-5768-3C43-E096B9B9CC17}"/>
                  </a:ext>
                </a:extLst>
              </p:cNvPr>
              <p:cNvGrpSpPr/>
              <p:nvPr/>
            </p:nvGrpSpPr>
            <p:grpSpPr>
              <a:xfrm rot="10800000" flipH="1">
                <a:off x="7822406" y="4473849"/>
                <a:ext cx="350300" cy="146008"/>
                <a:chOff x="1150032" y="5207038"/>
                <a:chExt cx="690543" cy="287825"/>
              </a:xfrm>
              <a:solidFill>
                <a:srgbClr val="7030A0"/>
              </a:solidFill>
            </p:grpSpPr>
            <p:sp>
              <p:nvSpPr>
                <p:cNvPr id="393" name="Rectangle 392">
                  <a:extLst>
                    <a:ext uri="{FF2B5EF4-FFF2-40B4-BE49-F238E27FC236}">
                      <a16:creationId xmlns:a16="http://schemas.microsoft.com/office/drawing/2014/main" id="{FD385E94-BD6D-9B12-C877-95995B602796}"/>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2C09E8F4-5E13-AB94-72DC-2746347C4AC5}"/>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A1A29F4B-CE6B-94DA-2809-003F92B5FAB9}"/>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19B358E9-6E5D-D294-9E0E-EB406237412E}"/>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6C0081A2-64C8-79B7-A4F5-2D685377D5F1}"/>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38630EB8-8C34-615B-09DB-F18BA7DDF4C0}"/>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1" name="Rectangle 200">
                <a:extLst>
                  <a:ext uri="{FF2B5EF4-FFF2-40B4-BE49-F238E27FC236}">
                    <a16:creationId xmlns:a16="http://schemas.microsoft.com/office/drawing/2014/main" id="{042B1C9E-A4B1-3D20-8869-CE0FFC692E5F}"/>
                  </a:ext>
                </a:extLst>
              </p:cNvPr>
              <p:cNvSpPr/>
              <p:nvPr/>
            </p:nvSpPr>
            <p:spPr>
              <a:xfrm rot="10800000" flipH="1">
                <a:off x="812367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Rectangle 201">
                <a:extLst>
                  <a:ext uri="{FF2B5EF4-FFF2-40B4-BE49-F238E27FC236}">
                    <a16:creationId xmlns:a16="http://schemas.microsoft.com/office/drawing/2014/main" id="{DD59C7C4-96A9-E40D-857D-FFB4E805C7FA}"/>
                  </a:ext>
                </a:extLst>
              </p:cNvPr>
              <p:cNvSpPr/>
              <p:nvPr/>
            </p:nvSpPr>
            <p:spPr>
              <a:xfrm rot="10800000" flipH="1">
                <a:off x="822409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6C08ABAA-F837-FCE9-FF23-216A03274C1D}"/>
                  </a:ext>
                </a:extLst>
              </p:cNvPr>
              <p:cNvSpPr/>
              <p:nvPr/>
            </p:nvSpPr>
            <p:spPr>
              <a:xfrm rot="10800000" flipH="1">
                <a:off x="832452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03ADBBD5-125B-D206-90C8-42575B53905F}"/>
                  </a:ext>
                </a:extLst>
              </p:cNvPr>
              <p:cNvSpPr/>
              <p:nvPr/>
            </p:nvSpPr>
            <p:spPr>
              <a:xfrm rot="10800000" flipH="1">
                <a:off x="842494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4BEA3A2C-6120-7289-0FD1-27235333E1E1}"/>
                  </a:ext>
                </a:extLst>
              </p:cNvPr>
              <p:cNvSpPr/>
              <p:nvPr/>
            </p:nvSpPr>
            <p:spPr>
              <a:xfrm rot="10800000" flipH="1">
                <a:off x="852536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F15AE5C1-5329-6076-F2DD-F1D72C33C39F}"/>
                  </a:ext>
                </a:extLst>
              </p:cNvPr>
              <p:cNvSpPr/>
              <p:nvPr/>
            </p:nvSpPr>
            <p:spPr>
              <a:xfrm rot="10800000" flipH="1">
                <a:off x="862579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E5CCDB0C-48F4-35C9-EA6A-FA89E99496EC}"/>
                  </a:ext>
                </a:extLst>
              </p:cNvPr>
              <p:cNvSpPr/>
              <p:nvPr/>
            </p:nvSpPr>
            <p:spPr>
              <a:xfrm rot="10800000" flipH="1">
                <a:off x="872621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521E7E5D-1390-9182-9155-157E84916C9C}"/>
                  </a:ext>
                </a:extLst>
              </p:cNvPr>
              <p:cNvSpPr/>
              <p:nvPr/>
            </p:nvSpPr>
            <p:spPr>
              <a:xfrm rot="10800000" flipH="1">
                <a:off x="882663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D42C26EF-DB93-B2B1-9674-C956749294B5}"/>
                  </a:ext>
                </a:extLst>
              </p:cNvPr>
              <p:cNvSpPr/>
              <p:nvPr/>
            </p:nvSpPr>
            <p:spPr>
              <a:xfrm rot="10800000" flipH="1">
                <a:off x="892705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09A204E1-05C3-34D9-5B9D-060E03745CCE}"/>
                  </a:ext>
                </a:extLst>
              </p:cNvPr>
              <p:cNvSpPr/>
              <p:nvPr/>
            </p:nvSpPr>
            <p:spPr>
              <a:xfrm rot="10800000" flipH="1">
                <a:off x="902748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Rectangle 210">
                <a:extLst>
                  <a:ext uri="{FF2B5EF4-FFF2-40B4-BE49-F238E27FC236}">
                    <a16:creationId xmlns:a16="http://schemas.microsoft.com/office/drawing/2014/main" id="{0F13A212-736F-3136-8C2F-61853EEE0E66}"/>
                  </a:ext>
                </a:extLst>
              </p:cNvPr>
              <p:cNvSpPr/>
              <p:nvPr/>
            </p:nvSpPr>
            <p:spPr>
              <a:xfrm rot="10800000" flipH="1">
                <a:off x="912790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D2CF5383-EF7F-655A-4CB6-1FA32EE8D327}"/>
                  </a:ext>
                </a:extLst>
              </p:cNvPr>
              <p:cNvSpPr/>
              <p:nvPr/>
            </p:nvSpPr>
            <p:spPr>
              <a:xfrm rot="10800000" flipH="1">
                <a:off x="922832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CFAFFF02-4E62-9B55-1229-91A0EB993AA5}"/>
                  </a:ext>
                </a:extLst>
              </p:cNvPr>
              <p:cNvSpPr/>
              <p:nvPr/>
            </p:nvSpPr>
            <p:spPr>
              <a:xfrm rot="10800000" flipH="1">
                <a:off x="932875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AA0AB35D-4049-3CE7-D65A-54F7CA191EEA}"/>
                  </a:ext>
                </a:extLst>
              </p:cNvPr>
              <p:cNvSpPr/>
              <p:nvPr/>
            </p:nvSpPr>
            <p:spPr>
              <a:xfrm rot="10800000" flipH="1">
                <a:off x="942917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C7CC8A64-5ED3-D727-641E-E3B377AC4C8B}"/>
                  </a:ext>
                </a:extLst>
              </p:cNvPr>
              <p:cNvSpPr/>
              <p:nvPr/>
            </p:nvSpPr>
            <p:spPr>
              <a:xfrm rot="10800000" flipH="1">
                <a:off x="952959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58DDBB9D-BFC1-5369-3B60-3F5509A69A75}"/>
                  </a:ext>
                </a:extLst>
              </p:cNvPr>
              <p:cNvSpPr/>
              <p:nvPr/>
            </p:nvSpPr>
            <p:spPr>
              <a:xfrm rot="10800000" flipH="1">
                <a:off x="963001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5AE4CDA1-4F59-0FB7-EEE1-319ADB175DAF}"/>
                  </a:ext>
                </a:extLst>
              </p:cNvPr>
              <p:cNvSpPr/>
              <p:nvPr/>
            </p:nvSpPr>
            <p:spPr>
              <a:xfrm rot="10800000" flipH="1">
                <a:off x="973044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A6949467-4A31-32CE-1518-A8F5EA79BC7C}"/>
                  </a:ext>
                </a:extLst>
              </p:cNvPr>
              <p:cNvSpPr/>
              <p:nvPr/>
            </p:nvSpPr>
            <p:spPr>
              <a:xfrm rot="10800000" flipH="1">
                <a:off x="983086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E591A560-798F-7FD0-4528-0E877197BEE2}"/>
                  </a:ext>
                </a:extLst>
              </p:cNvPr>
              <p:cNvSpPr/>
              <p:nvPr/>
            </p:nvSpPr>
            <p:spPr>
              <a:xfrm rot="10800000" flipH="1">
                <a:off x="993128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0" name="Rectangle 219">
                <a:extLst>
                  <a:ext uri="{FF2B5EF4-FFF2-40B4-BE49-F238E27FC236}">
                    <a16:creationId xmlns:a16="http://schemas.microsoft.com/office/drawing/2014/main" id="{86A223E4-8E17-5D5E-5E83-956E6FE0066E}"/>
                  </a:ext>
                </a:extLst>
              </p:cNvPr>
              <p:cNvSpPr/>
              <p:nvPr/>
            </p:nvSpPr>
            <p:spPr>
              <a:xfrm rot="10800000" flipH="1">
                <a:off x="1003171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D03EC69A-E9A4-4F30-B1F4-E624B8658F27}"/>
                  </a:ext>
                </a:extLst>
              </p:cNvPr>
              <p:cNvSpPr/>
              <p:nvPr/>
            </p:nvSpPr>
            <p:spPr>
              <a:xfrm rot="10800000" flipH="1">
                <a:off x="1013213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DC1000CD-1DB2-C986-D407-ACCB409F16D6}"/>
                  </a:ext>
                </a:extLst>
              </p:cNvPr>
              <p:cNvSpPr/>
              <p:nvPr/>
            </p:nvSpPr>
            <p:spPr>
              <a:xfrm rot="10800000" flipH="1">
                <a:off x="1023255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C8630C18-ED45-9B19-B019-81D260C76BF1}"/>
                  </a:ext>
                </a:extLst>
              </p:cNvPr>
              <p:cNvSpPr/>
              <p:nvPr/>
            </p:nvSpPr>
            <p:spPr>
              <a:xfrm rot="10800000" flipH="1">
                <a:off x="1033298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8F9267B0-DE30-5701-8500-95A7082C64B3}"/>
                  </a:ext>
                </a:extLst>
              </p:cNvPr>
              <p:cNvSpPr/>
              <p:nvPr/>
            </p:nvSpPr>
            <p:spPr>
              <a:xfrm rot="10800000" flipH="1">
                <a:off x="1043340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36DED55D-C3D5-0E77-2043-6BB6634FBAD1}"/>
                  </a:ext>
                </a:extLst>
              </p:cNvPr>
              <p:cNvSpPr/>
              <p:nvPr/>
            </p:nvSpPr>
            <p:spPr>
              <a:xfrm rot="10800000" flipH="1">
                <a:off x="1053382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A5ADC84C-FF17-0DC3-C6CA-ABCBD84B7DC2}"/>
                  </a:ext>
                </a:extLst>
              </p:cNvPr>
              <p:cNvSpPr/>
              <p:nvPr/>
            </p:nvSpPr>
            <p:spPr>
              <a:xfrm rot="10800000" flipH="1">
                <a:off x="1063424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705ED6CA-A617-7ECE-9FA9-6408809729B6}"/>
                  </a:ext>
                </a:extLst>
              </p:cNvPr>
              <p:cNvSpPr/>
              <p:nvPr/>
            </p:nvSpPr>
            <p:spPr>
              <a:xfrm rot="10800000" flipH="1">
                <a:off x="1073467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EFD55AB4-3C6C-9569-C961-20A91445FCAA}"/>
                  </a:ext>
                </a:extLst>
              </p:cNvPr>
              <p:cNvSpPr/>
              <p:nvPr/>
            </p:nvSpPr>
            <p:spPr>
              <a:xfrm rot="10800000" flipH="1">
                <a:off x="1083509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Rectangle 228">
                <a:extLst>
                  <a:ext uri="{FF2B5EF4-FFF2-40B4-BE49-F238E27FC236}">
                    <a16:creationId xmlns:a16="http://schemas.microsoft.com/office/drawing/2014/main" id="{6F584D67-C1D4-DD1C-828D-21C1D982EC44}"/>
                  </a:ext>
                </a:extLst>
              </p:cNvPr>
              <p:cNvSpPr/>
              <p:nvPr/>
            </p:nvSpPr>
            <p:spPr>
              <a:xfrm rot="10800000" flipH="1">
                <a:off x="1093551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0" name="Group 229">
                <a:extLst>
                  <a:ext uri="{FF2B5EF4-FFF2-40B4-BE49-F238E27FC236}">
                    <a16:creationId xmlns:a16="http://schemas.microsoft.com/office/drawing/2014/main" id="{7F2760A3-3420-DBC7-47E8-D01A9519E3C7}"/>
                  </a:ext>
                </a:extLst>
              </p:cNvPr>
              <p:cNvGrpSpPr/>
              <p:nvPr/>
            </p:nvGrpSpPr>
            <p:grpSpPr>
              <a:xfrm rot="10800000" flipH="1">
                <a:off x="7822406" y="4373559"/>
                <a:ext cx="3213534" cy="100423"/>
                <a:chOff x="1743959" y="2564091"/>
                <a:chExt cx="6334816" cy="197963"/>
              </a:xfrm>
              <a:solidFill>
                <a:schemeClr val="bg1"/>
              </a:solidFill>
            </p:grpSpPr>
            <p:sp>
              <p:nvSpPr>
                <p:cNvPr id="361" name="Rectangle 360">
                  <a:extLst>
                    <a:ext uri="{FF2B5EF4-FFF2-40B4-BE49-F238E27FC236}">
                      <a16:creationId xmlns:a16="http://schemas.microsoft.com/office/drawing/2014/main" id="{3F7B4B55-680D-7A07-0EA6-92E7003BEC6B}"/>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E4793866-0E65-EA98-D8FB-9CF61519F869}"/>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642965F8-6A44-77FC-C10B-DE2F86323ED8}"/>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B77DFBC0-DC00-8E35-35DB-2133D3A3FBE4}"/>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9F19D2F1-FDF8-17BE-39E8-5BEEB6BC4CA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92227F3E-2C2E-B0FF-9CC8-CB6B25748938}"/>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969697ED-D3B8-67AA-54CB-8DB115300E0E}"/>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75B9F325-0FE0-FDB1-522E-1642BD5933B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E05D1165-4F57-7F78-2CF5-17C8FD69EC55}"/>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4FD087F3-4B26-409F-B5B0-44A830405612}"/>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9F7DCB46-BED0-05FE-8702-E0B474F9D838}"/>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4A21AA09-0249-6485-FC1E-CB9FDDB0174F}"/>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8BB15CC6-BCD1-2C1D-C029-16FA472BECEC}"/>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99F27C8D-7F59-BBA2-408E-FC251D2BF6FA}"/>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EA61992C-CB9A-45E3-341C-42D849C3B8CF}"/>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58722B9D-E06C-4E55-DF16-523F7D09A00B}"/>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A9D59915-4717-6C3E-2314-1E46295C9DC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044A1809-B926-529F-D9AC-A72D0FFB3BA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7D0FF40B-C22C-A1C9-9BFD-18831CB6685B}"/>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439BFEE8-FBBD-1536-F951-08997EC01D5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1" name="Rectangle 380">
                  <a:extLst>
                    <a:ext uri="{FF2B5EF4-FFF2-40B4-BE49-F238E27FC236}">
                      <a16:creationId xmlns:a16="http://schemas.microsoft.com/office/drawing/2014/main" id="{F579EB03-0365-4686-88A4-30715EBE575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2" name="Rectangle 381">
                  <a:extLst>
                    <a:ext uri="{FF2B5EF4-FFF2-40B4-BE49-F238E27FC236}">
                      <a16:creationId xmlns:a16="http://schemas.microsoft.com/office/drawing/2014/main" id="{B38355C2-A593-1838-46D8-4B4D8A34283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3" name="Rectangle 382">
                  <a:extLst>
                    <a:ext uri="{FF2B5EF4-FFF2-40B4-BE49-F238E27FC236}">
                      <a16:creationId xmlns:a16="http://schemas.microsoft.com/office/drawing/2014/main" id="{BE7DF514-A119-8BCA-8507-827D0FB8365D}"/>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4" name="Rectangle 383">
                  <a:extLst>
                    <a:ext uri="{FF2B5EF4-FFF2-40B4-BE49-F238E27FC236}">
                      <a16:creationId xmlns:a16="http://schemas.microsoft.com/office/drawing/2014/main" id="{7D7C1EC3-F020-3E28-9128-3093E43D7EE3}"/>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C9D6FB82-4109-966C-590D-12112C6C3D4D}"/>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93980937-7A5C-082A-3FF0-27C8ABA15A72}"/>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2462B0C6-7A83-DFE3-F31B-F060A719D610}"/>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9518AD7A-F6D3-157A-912A-FD07AE21DFD5}"/>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401BE56E-1E78-3C01-0354-DD6F98D9281C}"/>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737DF5B3-91F9-960A-A459-F5232409422E}"/>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316464E1-7B04-E8AF-AAA6-7217A3139AA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284DA6B9-A2DA-19F1-D611-D6E9D5E3BDF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 name="Group 230">
                <a:extLst>
                  <a:ext uri="{FF2B5EF4-FFF2-40B4-BE49-F238E27FC236}">
                    <a16:creationId xmlns:a16="http://schemas.microsoft.com/office/drawing/2014/main" id="{19DAC3CD-E398-77C3-47FD-85693F2243DF}"/>
                  </a:ext>
                </a:extLst>
              </p:cNvPr>
              <p:cNvGrpSpPr/>
              <p:nvPr/>
            </p:nvGrpSpPr>
            <p:grpSpPr>
              <a:xfrm rot="10800000" flipH="1">
                <a:off x="7822406" y="4273137"/>
                <a:ext cx="3213534" cy="100423"/>
                <a:chOff x="1743959" y="2564091"/>
                <a:chExt cx="6334816" cy="197963"/>
              </a:xfrm>
              <a:solidFill>
                <a:schemeClr val="bg1"/>
              </a:solidFill>
            </p:grpSpPr>
            <p:sp>
              <p:nvSpPr>
                <p:cNvPr id="329" name="Rectangle 328">
                  <a:extLst>
                    <a:ext uri="{FF2B5EF4-FFF2-40B4-BE49-F238E27FC236}">
                      <a16:creationId xmlns:a16="http://schemas.microsoft.com/office/drawing/2014/main" id="{230DB9AA-4564-3B03-9F06-7CADBCC67CDF}"/>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Rectangle 329">
                  <a:extLst>
                    <a:ext uri="{FF2B5EF4-FFF2-40B4-BE49-F238E27FC236}">
                      <a16:creationId xmlns:a16="http://schemas.microsoft.com/office/drawing/2014/main" id="{4AF1BADC-A057-7E3E-329E-C7807AC7E262}"/>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7B228881-6083-6B1B-A387-91E7C20CAA8D}"/>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C70777D3-EB80-0897-3683-F7861B66A7B0}"/>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Rectangle 332">
                  <a:extLst>
                    <a:ext uri="{FF2B5EF4-FFF2-40B4-BE49-F238E27FC236}">
                      <a16:creationId xmlns:a16="http://schemas.microsoft.com/office/drawing/2014/main" id="{A881FFD0-8D7C-E8C9-61BA-A28C2D3C70B4}"/>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Rectangle 333">
                  <a:extLst>
                    <a:ext uri="{FF2B5EF4-FFF2-40B4-BE49-F238E27FC236}">
                      <a16:creationId xmlns:a16="http://schemas.microsoft.com/office/drawing/2014/main" id="{8FC2EAB8-D030-98CA-4AC4-3A9236E4F8CF}"/>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5" name="Rectangle 334">
                  <a:extLst>
                    <a:ext uri="{FF2B5EF4-FFF2-40B4-BE49-F238E27FC236}">
                      <a16:creationId xmlns:a16="http://schemas.microsoft.com/office/drawing/2014/main" id="{9C96E9A0-8579-F4EF-459D-683A381E7E95}"/>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Rectangle 335">
                  <a:extLst>
                    <a:ext uri="{FF2B5EF4-FFF2-40B4-BE49-F238E27FC236}">
                      <a16:creationId xmlns:a16="http://schemas.microsoft.com/office/drawing/2014/main" id="{1496F6AC-76F6-2A63-6C26-EC4BE4B26699}"/>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7" name="Rectangle 336">
                  <a:extLst>
                    <a:ext uri="{FF2B5EF4-FFF2-40B4-BE49-F238E27FC236}">
                      <a16:creationId xmlns:a16="http://schemas.microsoft.com/office/drawing/2014/main" id="{7EF116A3-C4E7-33A0-0578-DD6F0B93E608}"/>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Rectangle 337">
                  <a:extLst>
                    <a:ext uri="{FF2B5EF4-FFF2-40B4-BE49-F238E27FC236}">
                      <a16:creationId xmlns:a16="http://schemas.microsoft.com/office/drawing/2014/main" id="{2ECD1FFA-B458-CF12-71D9-A279509C861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9" name="Rectangle 338">
                  <a:extLst>
                    <a:ext uri="{FF2B5EF4-FFF2-40B4-BE49-F238E27FC236}">
                      <a16:creationId xmlns:a16="http://schemas.microsoft.com/office/drawing/2014/main" id="{86F4AF80-BC79-10B1-D95A-F444A559682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Rectangle 339">
                  <a:extLst>
                    <a:ext uri="{FF2B5EF4-FFF2-40B4-BE49-F238E27FC236}">
                      <a16:creationId xmlns:a16="http://schemas.microsoft.com/office/drawing/2014/main" id="{A2D70795-BA94-4EDA-EC6E-1D026EB4D48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1" name="Rectangle 340">
                  <a:extLst>
                    <a:ext uri="{FF2B5EF4-FFF2-40B4-BE49-F238E27FC236}">
                      <a16:creationId xmlns:a16="http://schemas.microsoft.com/office/drawing/2014/main" id="{003F2E93-473C-BC50-E5CA-5C7F60CF7C7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2AD07212-74E3-AC7E-E13A-753B8450E39E}"/>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4DD2B1EB-D5B3-82EF-044D-21A499B53DE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Rectangle 343">
                  <a:extLst>
                    <a:ext uri="{FF2B5EF4-FFF2-40B4-BE49-F238E27FC236}">
                      <a16:creationId xmlns:a16="http://schemas.microsoft.com/office/drawing/2014/main" id="{08444754-D503-1DF7-1C6A-9BBF1CB9664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69103043-47FC-B1CB-BD67-28BF4FF3C42A}"/>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39855FD2-0727-5975-85AE-91B2AF91F5AE}"/>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DCF429CE-3474-61DB-B002-1A58FCD769BC}"/>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1F9386E7-3A68-24E4-303C-87C483BC3ADC}"/>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6614C619-887F-B221-8EF7-9C7477C48405}"/>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2C5AABB8-86A4-0575-9995-A5E0737F7CBD}"/>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1" name="Rectangle 350">
                  <a:extLst>
                    <a:ext uri="{FF2B5EF4-FFF2-40B4-BE49-F238E27FC236}">
                      <a16:creationId xmlns:a16="http://schemas.microsoft.com/office/drawing/2014/main" id="{55DAEC05-93D4-D59E-93EA-5B953047BFA8}"/>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A818C4DE-5DEA-0B25-10DF-394B63E6D215}"/>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C6AE5D40-9212-A7C5-942E-ED44A30C8679}"/>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C1CDED93-8DFC-DAB2-A8C2-9C093B4DC6C3}"/>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FC32AEDF-8B1C-9F18-0383-2C2BD803516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B9F3B292-A6E3-BCBA-C2BF-62121C55ED4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5041C095-764C-C60A-55E2-DFD95403C596}"/>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18F66B01-B1D6-EC9C-D3E5-CFFA4654F72E}"/>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C4F03624-77B9-B9B6-712F-C9AC5F191FE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FFB0055B-379E-53D4-15FE-8B73716B1F75}"/>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2" name="Rectangle 231">
                <a:extLst>
                  <a:ext uri="{FF2B5EF4-FFF2-40B4-BE49-F238E27FC236}">
                    <a16:creationId xmlns:a16="http://schemas.microsoft.com/office/drawing/2014/main" id="{4A411FC9-EBD0-F64A-82B4-F3A8F9FA9778}"/>
                  </a:ext>
                </a:extLst>
              </p:cNvPr>
              <p:cNvSpPr/>
              <p:nvPr/>
            </p:nvSpPr>
            <p:spPr>
              <a:xfrm rot="10800000" flipH="1">
                <a:off x="807348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a:extLst>
                  <a:ext uri="{FF2B5EF4-FFF2-40B4-BE49-F238E27FC236}">
                    <a16:creationId xmlns:a16="http://schemas.microsoft.com/office/drawing/2014/main" id="{43681305-D85F-6B19-8B40-CE66F9161F13}"/>
                  </a:ext>
                </a:extLst>
              </p:cNvPr>
              <p:cNvSpPr/>
              <p:nvPr/>
            </p:nvSpPr>
            <p:spPr>
              <a:xfrm rot="10800000" flipH="1">
                <a:off x="817390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FCAF58D1-AA2E-13F4-DBA6-69219A60F97F}"/>
                  </a:ext>
                </a:extLst>
              </p:cNvPr>
              <p:cNvSpPr/>
              <p:nvPr/>
            </p:nvSpPr>
            <p:spPr>
              <a:xfrm rot="10800000" flipH="1">
                <a:off x="827432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6825AD41-60E2-331E-F016-BDB45EF3285D}"/>
                  </a:ext>
                </a:extLst>
              </p:cNvPr>
              <p:cNvSpPr/>
              <p:nvPr/>
            </p:nvSpPr>
            <p:spPr>
              <a:xfrm rot="10800000" flipH="1">
                <a:off x="837475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2454CC83-DA2A-AB57-E61E-654D1D2E3390}"/>
                  </a:ext>
                </a:extLst>
              </p:cNvPr>
              <p:cNvSpPr/>
              <p:nvPr/>
            </p:nvSpPr>
            <p:spPr>
              <a:xfrm rot="10800000" flipH="1">
                <a:off x="847517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5C59D2DB-FF70-76BE-3234-B9121EB7E558}"/>
                  </a:ext>
                </a:extLst>
              </p:cNvPr>
              <p:cNvSpPr/>
              <p:nvPr/>
            </p:nvSpPr>
            <p:spPr>
              <a:xfrm rot="10800000" flipH="1">
                <a:off x="857559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F0874D23-C791-0831-932F-AF4C75DF3BD2}"/>
                  </a:ext>
                </a:extLst>
              </p:cNvPr>
              <p:cNvSpPr/>
              <p:nvPr/>
            </p:nvSpPr>
            <p:spPr>
              <a:xfrm rot="10800000" flipH="1">
                <a:off x="867602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699542F2-8421-7391-3ECB-00DC1D515430}"/>
                  </a:ext>
                </a:extLst>
              </p:cNvPr>
              <p:cNvSpPr/>
              <p:nvPr/>
            </p:nvSpPr>
            <p:spPr>
              <a:xfrm rot="10800000" flipH="1">
                <a:off x="877644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F954CCCC-6C2F-AFBA-7F7F-7D6469361349}"/>
                  </a:ext>
                </a:extLst>
              </p:cNvPr>
              <p:cNvSpPr/>
              <p:nvPr/>
            </p:nvSpPr>
            <p:spPr>
              <a:xfrm rot="10800000" flipH="1">
                <a:off x="887686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AA8631FD-DF0D-F1D7-9D45-C2D38E9303E1}"/>
                  </a:ext>
                </a:extLst>
              </p:cNvPr>
              <p:cNvSpPr/>
              <p:nvPr/>
            </p:nvSpPr>
            <p:spPr>
              <a:xfrm rot="10800000" flipH="1">
                <a:off x="897728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Rectangle 241">
                <a:extLst>
                  <a:ext uri="{FF2B5EF4-FFF2-40B4-BE49-F238E27FC236}">
                    <a16:creationId xmlns:a16="http://schemas.microsoft.com/office/drawing/2014/main" id="{4FA1088C-9302-0D10-09ED-3D4D1718BB64}"/>
                  </a:ext>
                </a:extLst>
              </p:cNvPr>
              <p:cNvSpPr/>
              <p:nvPr/>
            </p:nvSpPr>
            <p:spPr>
              <a:xfrm rot="10800000" flipH="1">
                <a:off x="907771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Rectangle 242">
                <a:extLst>
                  <a:ext uri="{FF2B5EF4-FFF2-40B4-BE49-F238E27FC236}">
                    <a16:creationId xmlns:a16="http://schemas.microsoft.com/office/drawing/2014/main" id="{902EEABE-6EE3-9FE1-5721-90944BEA4DDB}"/>
                  </a:ext>
                </a:extLst>
              </p:cNvPr>
              <p:cNvSpPr/>
              <p:nvPr/>
            </p:nvSpPr>
            <p:spPr>
              <a:xfrm rot="10800000" flipH="1">
                <a:off x="917813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43671530-DA11-FB59-3754-8150B05EC5D4}"/>
                  </a:ext>
                </a:extLst>
              </p:cNvPr>
              <p:cNvSpPr/>
              <p:nvPr/>
            </p:nvSpPr>
            <p:spPr>
              <a:xfrm rot="10800000" flipH="1">
                <a:off x="927855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41340C4A-6B65-D5EE-34F5-470E5B41E9E9}"/>
                  </a:ext>
                </a:extLst>
              </p:cNvPr>
              <p:cNvSpPr/>
              <p:nvPr/>
            </p:nvSpPr>
            <p:spPr>
              <a:xfrm rot="10800000" flipH="1">
                <a:off x="937898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B41FA39B-0C5E-42DE-5F71-6FCD825C402A}"/>
                  </a:ext>
                </a:extLst>
              </p:cNvPr>
              <p:cNvSpPr/>
              <p:nvPr/>
            </p:nvSpPr>
            <p:spPr>
              <a:xfrm rot="10800000" flipH="1">
                <a:off x="947940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521B997C-9FF3-4B5D-5154-CC3943382D16}"/>
                  </a:ext>
                </a:extLst>
              </p:cNvPr>
              <p:cNvSpPr/>
              <p:nvPr/>
            </p:nvSpPr>
            <p:spPr>
              <a:xfrm rot="10800000" flipH="1">
                <a:off x="957982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691DE28A-A757-C626-65FE-2329DDBE7154}"/>
                  </a:ext>
                </a:extLst>
              </p:cNvPr>
              <p:cNvSpPr/>
              <p:nvPr/>
            </p:nvSpPr>
            <p:spPr>
              <a:xfrm rot="10800000" flipH="1">
                <a:off x="968025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AAF69FD8-7D56-AC6C-892F-7FEE2A591B2A}"/>
                  </a:ext>
                </a:extLst>
              </p:cNvPr>
              <p:cNvSpPr/>
              <p:nvPr/>
            </p:nvSpPr>
            <p:spPr>
              <a:xfrm rot="10800000" flipH="1">
                <a:off x="978067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D0F570F8-B957-BA35-3A78-B89716F18010}"/>
                  </a:ext>
                </a:extLst>
              </p:cNvPr>
              <p:cNvSpPr/>
              <p:nvPr/>
            </p:nvSpPr>
            <p:spPr>
              <a:xfrm rot="10800000" flipH="1">
                <a:off x="988109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C89A26B8-0CBF-EDA0-959C-C42580509E3E}"/>
                  </a:ext>
                </a:extLst>
              </p:cNvPr>
              <p:cNvSpPr/>
              <p:nvPr/>
            </p:nvSpPr>
            <p:spPr>
              <a:xfrm rot="10800000" flipH="1">
                <a:off x="998151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2" name="Rectangle 251">
                <a:extLst>
                  <a:ext uri="{FF2B5EF4-FFF2-40B4-BE49-F238E27FC236}">
                    <a16:creationId xmlns:a16="http://schemas.microsoft.com/office/drawing/2014/main" id="{8BCE0D70-00C6-39D9-A332-052437123B32}"/>
                  </a:ext>
                </a:extLst>
              </p:cNvPr>
              <p:cNvSpPr/>
              <p:nvPr/>
            </p:nvSpPr>
            <p:spPr>
              <a:xfrm rot="10800000" flipH="1">
                <a:off x="1008194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3" name="Rectangle 252">
                <a:extLst>
                  <a:ext uri="{FF2B5EF4-FFF2-40B4-BE49-F238E27FC236}">
                    <a16:creationId xmlns:a16="http://schemas.microsoft.com/office/drawing/2014/main" id="{6E796ABB-34D5-C7AD-DAD0-7CA2495E24AD}"/>
                  </a:ext>
                </a:extLst>
              </p:cNvPr>
              <p:cNvSpPr/>
              <p:nvPr/>
            </p:nvSpPr>
            <p:spPr>
              <a:xfrm rot="10800000" flipH="1">
                <a:off x="1018236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4" name="Rectangle 253">
                <a:extLst>
                  <a:ext uri="{FF2B5EF4-FFF2-40B4-BE49-F238E27FC236}">
                    <a16:creationId xmlns:a16="http://schemas.microsoft.com/office/drawing/2014/main" id="{FA3ECB3F-7E2C-5C7E-39D0-31506D38EA1F}"/>
                  </a:ext>
                </a:extLst>
              </p:cNvPr>
              <p:cNvSpPr/>
              <p:nvPr/>
            </p:nvSpPr>
            <p:spPr>
              <a:xfrm rot="10800000" flipH="1">
                <a:off x="1028278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D6097E06-277A-7FE7-7B76-6555987F1793}"/>
                  </a:ext>
                </a:extLst>
              </p:cNvPr>
              <p:cNvSpPr/>
              <p:nvPr/>
            </p:nvSpPr>
            <p:spPr>
              <a:xfrm rot="10800000" flipH="1">
                <a:off x="1038321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7DD504FD-D06E-FE60-671F-72346973FD73}"/>
                  </a:ext>
                </a:extLst>
              </p:cNvPr>
              <p:cNvSpPr/>
              <p:nvPr/>
            </p:nvSpPr>
            <p:spPr>
              <a:xfrm rot="10800000" flipH="1">
                <a:off x="1048363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9120F4FA-EC5B-BEC2-228A-DC29DE1A4A69}"/>
                  </a:ext>
                </a:extLst>
              </p:cNvPr>
              <p:cNvSpPr/>
              <p:nvPr/>
            </p:nvSpPr>
            <p:spPr>
              <a:xfrm rot="10800000" flipH="1">
                <a:off x="1058405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54024345-9072-DE68-9CBE-B6AFE6D580A0}"/>
                  </a:ext>
                </a:extLst>
              </p:cNvPr>
              <p:cNvSpPr/>
              <p:nvPr/>
            </p:nvSpPr>
            <p:spPr>
              <a:xfrm rot="10800000" flipH="1">
                <a:off x="1068447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256A9C5A-9E58-DA4D-F41A-91566438D4C1}"/>
                  </a:ext>
                </a:extLst>
              </p:cNvPr>
              <p:cNvSpPr/>
              <p:nvPr/>
            </p:nvSpPr>
            <p:spPr>
              <a:xfrm rot="10800000" flipH="1">
                <a:off x="1078490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611B9F27-34F5-573C-1FA2-8A043A891705}"/>
                  </a:ext>
                </a:extLst>
              </p:cNvPr>
              <p:cNvSpPr/>
              <p:nvPr/>
            </p:nvSpPr>
            <p:spPr>
              <a:xfrm rot="10800000" flipH="1">
                <a:off x="1088532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FC0945EE-38C1-5CB2-9C78-04A91FC5D12C}"/>
                  </a:ext>
                </a:extLst>
              </p:cNvPr>
              <p:cNvSpPr/>
              <p:nvPr/>
            </p:nvSpPr>
            <p:spPr>
              <a:xfrm rot="10800000" flipH="1">
                <a:off x="807348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76CB50F8-FDE4-E13B-0A71-A065D267F8BA}"/>
                  </a:ext>
                </a:extLst>
              </p:cNvPr>
              <p:cNvSpPr/>
              <p:nvPr/>
            </p:nvSpPr>
            <p:spPr>
              <a:xfrm rot="10800000" flipH="1">
                <a:off x="817390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3" name="Rectangle 262">
                <a:extLst>
                  <a:ext uri="{FF2B5EF4-FFF2-40B4-BE49-F238E27FC236}">
                    <a16:creationId xmlns:a16="http://schemas.microsoft.com/office/drawing/2014/main" id="{9C5FA9B3-4B39-C0D4-0472-A6DA26A093E7}"/>
                  </a:ext>
                </a:extLst>
              </p:cNvPr>
              <p:cNvSpPr/>
              <p:nvPr/>
            </p:nvSpPr>
            <p:spPr>
              <a:xfrm rot="10800000" flipH="1">
                <a:off x="827432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4" name="Rectangle 263">
                <a:extLst>
                  <a:ext uri="{FF2B5EF4-FFF2-40B4-BE49-F238E27FC236}">
                    <a16:creationId xmlns:a16="http://schemas.microsoft.com/office/drawing/2014/main" id="{CFCBC8B3-11E6-F417-0782-6BB47439BE3C}"/>
                  </a:ext>
                </a:extLst>
              </p:cNvPr>
              <p:cNvSpPr/>
              <p:nvPr/>
            </p:nvSpPr>
            <p:spPr>
              <a:xfrm rot="10800000" flipH="1">
                <a:off x="837475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1765E756-0FAD-EC98-EEE5-B4620FA5E75E}"/>
                  </a:ext>
                </a:extLst>
              </p:cNvPr>
              <p:cNvSpPr/>
              <p:nvPr/>
            </p:nvSpPr>
            <p:spPr>
              <a:xfrm rot="10800000" flipH="1">
                <a:off x="847517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6" name="Rectangle 265">
                <a:extLst>
                  <a:ext uri="{FF2B5EF4-FFF2-40B4-BE49-F238E27FC236}">
                    <a16:creationId xmlns:a16="http://schemas.microsoft.com/office/drawing/2014/main" id="{022A9E65-162E-418B-C15A-820AC9749093}"/>
                  </a:ext>
                </a:extLst>
              </p:cNvPr>
              <p:cNvSpPr/>
              <p:nvPr/>
            </p:nvSpPr>
            <p:spPr>
              <a:xfrm rot="10800000" flipH="1">
                <a:off x="857559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0317E50C-423B-C73F-B8A4-17FCD9AFA750}"/>
                  </a:ext>
                </a:extLst>
              </p:cNvPr>
              <p:cNvSpPr/>
              <p:nvPr/>
            </p:nvSpPr>
            <p:spPr>
              <a:xfrm rot="10800000" flipH="1">
                <a:off x="867602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F5733AC9-2B58-67D8-A2F6-F5C89CE6F92E}"/>
                  </a:ext>
                </a:extLst>
              </p:cNvPr>
              <p:cNvSpPr/>
              <p:nvPr/>
            </p:nvSpPr>
            <p:spPr>
              <a:xfrm rot="10800000" flipH="1">
                <a:off x="877644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54A3E96-4035-C60C-ED23-CD5EF3806F5F}"/>
                  </a:ext>
                </a:extLst>
              </p:cNvPr>
              <p:cNvSpPr/>
              <p:nvPr/>
            </p:nvSpPr>
            <p:spPr>
              <a:xfrm rot="10800000" flipH="1">
                <a:off x="887686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6312FD4C-80B1-24B5-C9A8-D33CF20841AB}"/>
                  </a:ext>
                </a:extLst>
              </p:cNvPr>
              <p:cNvSpPr/>
              <p:nvPr/>
            </p:nvSpPr>
            <p:spPr>
              <a:xfrm rot="10800000" flipH="1">
                <a:off x="897728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F580FDBC-14C7-1DE8-0946-59C30AB6ABED}"/>
                  </a:ext>
                </a:extLst>
              </p:cNvPr>
              <p:cNvSpPr/>
              <p:nvPr/>
            </p:nvSpPr>
            <p:spPr>
              <a:xfrm rot="10800000" flipH="1">
                <a:off x="907771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2FE6E85B-1A5E-C613-2524-2B08B595F2C0}"/>
                  </a:ext>
                </a:extLst>
              </p:cNvPr>
              <p:cNvSpPr/>
              <p:nvPr/>
            </p:nvSpPr>
            <p:spPr>
              <a:xfrm rot="10800000" flipH="1">
                <a:off x="917813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0466F803-1301-6001-9E52-E275D5EC42D6}"/>
                  </a:ext>
                </a:extLst>
              </p:cNvPr>
              <p:cNvSpPr/>
              <p:nvPr/>
            </p:nvSpPr>
            <p:spPr>
              <a:xfrm rot="10800000" flipH="1">
                <a:off x="927855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7E67C326-4B0A-3EEC-EBA0-7121B411C81A}"/>
                  </a:ext>
                </a:extLst>
              </p:cNvPr>
              <p:cNvSpPr/>
              <p:nvPr/>
            </p:nvSpPr>
            <p:spPr>
              <a:xfrm rot="10800000" flipH="1">
                <a:off x="937898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EA19E977-D35B-BB63-36F2-005E5F90CFE0}"/>
                  </a:ext>
                </a:extLst>
              </p:cNvPr>
              <p:cNvSpPr/>
              <p:nvPr/>
            </p:nvSpPr>
            <p:spPr>
              <a:xfrm rot="10800000" flipH="1">
                <a:off x="947940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6" name="Rectangle 275">
                <a:extLst>
                  <a:ext uri="{FF2B5EF4-FFF2-40B4-BE49-F238E27FC236}">
                    <a16:creationId xmlns:a16="http://schemas.microsoft.com/office/drawing/2014/main" id="{605E7DE3-3241-E689-9B51-47711E399C6B}"/>
                  </a:ext>
                </a:extLst>
              </p:cNvPr>
              <p:cNvSpPr/>
              <p:nvPr/>
            </p:nvSpPr>
            <p:spPr>
              <a:xfrm rot="10800000" flipH="1">
                <a:off x="957982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7" name="Rectangle 276">
                <a:extLst>
                  <a:ext uri="{FF2B5EF4-FFF2-40B4-BE49-F238E27FC236}">
                    <a16:creationId xmlns:a16="http://schemas.microsoft.com/office/drawing/2014/main" id="{3D7F577D-79AC-0C2E-9477-F7340B6A224B}"/>
                  </a:ext>
                </a:extLst>
              </p:cNvPr>
              <p:cNvSpPr/>
              <p:nvPr/>
            </p:nvSpPr>
            <p:spPr>
              <a:xfrm rot="10800000" flipH="1">
                <a:off x="968025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1287FE0E-BE8D-010A-A6A8-17E659E86A03}"/>
                  </a:ext>
                </a:extLst>
              </p:cNvPr>
              <p:cNvSpPr/>
              <p:nvPr/>
            </p:nvSpPr>
            <p:spPr>
              <a:xfrm rot="10800000" flipH="1">
                <a:off x="978067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96A2A635-94B8-8B02-8571-448FA0449E06}"/>
                  </a:ext>
                </a:extLst>
              </p:cNvPr>
              <p:cNvSpPr/>
              <p:nvPr/>
            </p:nvSpPr>
            <p:spPr>
              <a:xfrm rot="10800000" flipH="1">
                <a:off x="988109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BB5E994B-2BB4-B883-D262-C0BDF529A454}"/>
                  </a:ext>
                </a:extLst>
              </p:cNvPr>
              <p:cNvSpPr/>
              <p:nvPr/>
            </p:nvSpPr>
            <p:spPr>
              <a:xfrm rot="10800000" flipH="1">
                <a:off x="998151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BDCA2011-FE85-BA1D-0622-C2A8E4156EFB}"/>
                  </a:ext>
                </a:extLst>
              </p:cNvPr>
              <p:cNvSpPr/>
              <p:nvPr/>
            </p:nvSpPr>
            <p:spPr>
              <a:xfrm rot="10800000" flipH="1">
                <a:off x="1008194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C10D6605-84EA-4727-8AFC-32A4E96F4E94}"/>
                  </a:ext>
                </a:extLst>
              </p:cNvPr>
              <p:cNvSpPr/>
              <p:nvPr/>
            </p:nvSpPr>
            <p:spPr>
              <a:xfrm rot="10800000" flipH="1">
                <a:off x="1018236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8BBC6698-ABB8-AC42-1618-D35941D81449}"/>
                  </a:ext>
                </a:extLst>
              </p:cNvPr>
              <p:cNvSpPr/>
              <p:nvPr/>
            </p:nvSpPr>
            <p:spPr>
              <a:xfrm rot="10800000" flipH="1">
                <a:off x="1028278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D817E55B-7EC3-2721-6E0A-E08276AD1E57}"/>
                  </a:ext>
                </a:extLst>
              </p:cNvPr>
              <p:cNvSpPr/>
              <p:nvPr/>
            </p:nvSpPr>
            <p:spPr>
              <a:xfrm rot="10800000" flipH="1">
                <a:off x="1038321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466D02EF-CA39-7D61-2739-09436C343B1B}"/>
                  </a:ext>
                </a:extLst>
              </p:cNvPr>
              <p:cNvSpPr/>
              <p:nvPr/>
            </p:nvSpPr>
            <p:spPr>
              <a:xfrm rot="10800000" flipH="1">
                <a:off x="1048363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6" name="Rectangle 285">
                <a:extLst>
                  <a:ext uri="{FF2B5EF4-FFF2-40B4-BE49-F238E27FC236}">
                    <a16:creationId xmlns:a16="http://schemas.microsoft.com/office/drawing/2014/main" id="{562936D4-32C8-E0EC-FBC6-64DC1C8167AE}"/>
                  </a:ext>
                </a:extLst>
              </p:cNvPr>
              <p:cNvSpPr/>
              <p:nvPr/>
            </p:nvSpPr>
            <p:spPr>
              <a:xfrm rot="10800000" flipH="1">
                <a:off x="1058405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7" name="Rectangle 286">
                <a:extLst>
                  <a:ext uri="{FF2B5EF4-FFF2-40B4-BE49-F238E27FC236}">
                    <a16:creationId xmlns:a16="http://schemas.microsoft.com/office/drawing/2014/main" id="{55E5E298-B18D-2B9D-E4BC-D800EF76D54E}"/>
                  </a:ext>
                </a:extLst>
              </p:cNvPr>
              <p:cNvSpPr/>
              <p:nvPr/>
            </p:nvSpPr>
            <p:spPr>
              <a:xfrm rot="10800000" flipH="1">
                <a:off x="1068447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5361F1C8-7224-8CAE-6DF2-D8E2A1C30A8C}"/>
                  </a:ext>
                </a:extLst>
              </p:cNvPr>
              <p:cNvSpPr/>
              <p:nvPr/>
            </p:nvSpPr>
            <p:spPr>
              <a:xfrm rot="10800000" flipH="1">
                <a:off x="1078490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3986CFF1-98FD-B29E-04D1-4DE9DD223D45}"/>
                  </a:ext>
                </a:extLst>
              </p:cNvPr>
              <p:cNvSpPr/>
              <p:nvPr/>
            </p:nvSpPr>
            <p:spPr>
              <a:xfrm rot="10800000" flipH="1">
                <a:off x="1088532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90" name="Group 289">
                <a:extLst>
                  <a:ext uri="{FF2B5EF4-FFF2-40B4-BE49-F238E27FC236}">
                    <a16:creationId xmlns:a16="http://schemas.microsoft.com/office/drawing/2014/main" id="{AAC18F78-97A1-F467-AB15-A4EB4B1B13B8}"/>
                  </a:ext>
                </a:extLst>
              </p:cNvPr>
              <p:cNvGrpSpPr/>
              <p:nvPr/>
            </p:nvGrpSpPr>
            <p:grpSpPr>
              <a:xfrm rot="10800000" flipH="1">
                <a:off x="7772214" y="4217521"/>
                <a:ext cx="301269" cy="301135"/>
                <a:chOff x="1051088" y="5406535"/>
                <a:chExt cx="593889" cy="593625"/>
              </a:xfrm>
              <a:solidFill>
                <a:srgbClr val="7030A0"/>
              </a:solidFill>
            </p:grpSpPr>
            <p:sp>
              <p:nvSpPr>
                <p:cNvPr id="320" name="Rectangle 319">
                  <a:extLst>
                    <a:ext uri="{FF2B5EF4-FFF2-40B4-BE49-F238E27FC236}">
                      <a16:creationId xmlns:a16="http://schemas.microsoft.com/office/drawing/2014/main" id="{BA366314-8DA3-A946-7260-FA0DBC46354A}"/>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02B9E409-653A-F193-6B5A-DE20ADE63FB8}"/>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E65C35E9-80BA-52EF-676C-404606E65C71}"/>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C9562DB0-2495-DDFD-8AA4-E764288040D2}"/>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6A032F7F-7819-542D-B93F-F8D7259157D5}"/>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A6DF8E5D-AA17-FC97-CB46-082B48007015}"/>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7964E6BE-33E5-39D2-E1BD-789BFDC4DAF0}"/>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Rectangle 326">
                  <a:extLst>
                    <a:ext uri="{FF2B5EF4-FFF2-40B4-BE49-F238E27FC236}">
                      <a16:creationId xmlns:a16="http://schemas.microsoft.com/office/drawing/2014/main" id="{95363946-0389-124A-922C-A20D9B57C60D}"/>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Rectangle 327">
                  <a:extLst>
                    <a:ext uri="{FF2B5EF4-FFF2-40B4-BE49-F238E27FC236}">
                      <a16:creationId xmlns:a16="http://schemas.microsoft.com/office/drawing/2014/main" id="{939D8DC5-4492-AB67-5621-66E7E867C0E8}"/>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1" name="Rectangle 290">
                <a:extLst>
                  <a:ext uri="{FF2B5EF4-FFF2-40B4-BE49-F238E27FC236}">
                    <a16:creationId xmlns:a16="http://schemas.microsoft.com/office/drawing/2014/main" id="{0AF79DBE-0133-46D0-0C40-CABD3ACFA89D}"/>
                  </a:ext>
                </a:extLst>
              </p:cNvPr>
              <p:cNvSpPr/>
              <p:nvPr/>
            </p:nvSpPr>
            <p:spPr>
              <a:xfrm rot="10800000" flipH="1">
                <a:off x="807348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C868BB07-A252-E7AE-6989-7754370E41C0}"/>
                  </a:ext>
                </a:extLst>
              </p:cNvPr>
              <p:cNvSpPr/>
              <p:nvPr/>
            </p:nvSpPr>
            <p:spPr>
              <a:xfrm rot="10800000" flipH="1">
                <a:off x="817390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72B87296-F56D-A1AC-884F-72CD67982323}"/>
                  </a:ext>
                </a:extLst>
              </p:cNvPr>
              <p:cNvSpPr/>
              <p:nvPr/>
            </p:nvSpPr>
            <p:spPr>
              <a:xfrm rot="10800000" flipH="1">
                <a:off x="827432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EA4DD8F6-279B-D575-583C-100CD3B31070}"/>
                  </a:ext>
                </a:extLst>
              </p:cNvPr>
              <p:cNvSpPr/>
              <p:nvPr/>
            </p:nvSpPr>
            <p:spPr>
              <a:xfrm rot="10800000" flipH="1">
                <a:off x="837475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1769B71A-F22D-F4F7-ECBD-B892D0899A38}"/>
                  </a:ext>
                </a:extLst>
              </p:cNvPr>
              <p:cNvSpPr/>
              <p:nvPr/>
            </p:nvSpPr>
            <p:spPr>
              <a:xfrm rot="10800000" flipH="1">
                <a:off x="847517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Rectangle 295">
                <a:extLst>
                  <a:ext uri="{FF2B5EF4-FFF2-40B4-BE49-F238E27FC236}">
                    <a16:creationId xmlns:a16="http://schemas.microsoft.com/office/drawing/2014/main" id="{E0B1204E-82AC-77D5-BD0C-34C2DCCD00DA}"/>
                  </a:ext>
                </a:extLst>
              </p:cNvPr>
              <p:cNvSpPr/>
              <p:nvPr/>
            </p:nvSpPr>
            <p:spPr>
              <a:xfrm rot="10800000" flipH="1">
                <a:off x="857559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7" name="Rectangle 296">
                <a:extLst>
                  <a:ext uri="{FF2B5EF4-FFF2-40B4-BE49-F238E27FC236}">
                    <a16:creationId xmlns:a16="http://schemas.microsoft.com/office/drawing/2014/main" id="{60733CB6-F0F2-1904-E608-B09892EA700E}"/>
                  </a:ext>
                </a:extLst>
              </p:cNvPr>
              <p:cNvSpPr/>
              <p:nvPr/>
            </p:nvSpPr>
            <p:spPr>
              <a:xfrm rot="10800000" flipH="1">
                <a:off x="867602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8" name="Rectangle 297">
                <a:extLst>
                  <a:ext uri="{FF2B5EF4-FFF2-40B4-BE49-F238E27FC236}">
                    <a16:creationId xmlns:a16="http://schemas.microsoft.com/office/drawing/2014/main" id="{030BCE82-A9FC-FA10-3766-8D34428E01B8}"/>
                  </a:ext>
                </a:extLst>
              </p:cNvPr>
              <p:cNvSpPr/>
              <p:nvPr/>
            </p:nvSpPr>
            <p:spPr>
              <a:xfrm rot="10800000" flipH="1">
                <a:off x="877644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A0CAA121-2501-493F-B78F-5BC4AE53F1A9}"/>
                  </a:ext>
                </a:extLst>
              </p:cNvPr>
              <p:cNvSpPr/>
              <p:nvPr/>
            </p:nvSpPr>
            <p:spPr>
              <a:xfrm rot="10800000" flipH="1">
                <a:off x="887686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4E211A89-096A-7B30-3DF9-A84AFF86D2F1}"/>
                  </a:ext>
                </a:extLst>
              </p:cNvPr>
              <p:cNvSpPr/>
              <p:nvPr/>
            </p:nvSpPr>
            <p:spPr>
              <a:xfrm rot="10800000" flipH="1">
                <a:off x="897728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92FFA090-A35A-1791-F902-97CF408606CE}"/>
                  </a:ext>
                </a:extLst>
              </p:cNvPr>
              <p:cNvSpPr/>
              <p:nvPr/>
            </p:nvSpPr>
            <p:spPr>
              <a:xfrm rot="10800000" flipH="1">
                <a:off x="907771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7F77A5A5-4D5C-144B-A47A-96AC0A2011F0}"/>
                  </a:ext>
                </a:extLst>
              </p:cNvPr>
              <p:cNvSpPr/>
              <p:nvPr/>
            </p:nvSpPr>
            <p:spPr>
              <a:xfrm rot="10800000" flipH="1">
                <a:off x="917813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98EF9FEE-68DF-F3A5-968B-21476708D267}"/>
                  </a:ext>
                </a:extLst>
              </p:cNvPr>
              <p:cNvSpPr/>
              <p:nvPr/>
            </p:nvSpPr>
            <p:spPr>
              <a:xfrm rot="10800000" flipH="1">
                <a:off x="927855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99BCB6E5-2C9D-9029-1455-5C1848A925CE}"/>
                  </a:ext>
                </a:extLst>
              </p:cNvPr>
              <p:cNvSpPr/>
              <p:nvPr/>
            </p:nvSpPr>
            <p:spPr>
              <a:xfrm rot="10800000" flipH="1">
                <a:off x="937898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5598B2EC-463C-AD29-77A7-29D8622B4F34}"/>
                  </a:ext>
                </a:extLst>
              </p:cNvPr>
              <p:cNvSpPr/>
              <p:nvPr/>
            </p:nvSpPr>
            <p:spPr>
              <a:xfrm rot="10800000" flipH="1">
                <a:off x="947940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2A09D75A-FFF9-D724-C049-35EE267E353A}"/>
                  </a:ext>
                </a:extLst>
              </p:cNvPr>
              <p:cNvSpPr/>
              <p:nvPr/>
            </p:nvSpPr>
            <p:spPr>
              <a:xfrm rot="10800000" flipH="1">
                <a:off x="957982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Rectangle 306">
                <a:extLst>
                  <a:ext uri="{FF2B5EF4-FFF2-40B4-BE49-F238E27FC236}">
                    <a16:creationId xmlns:a16="http://schemas.microsoft.com/office/drawing/2014/main" id="{98F5E3F2-0763-5532-4F68-496E03F040CA}"/>
                  </a:ext>
                </a:extLst>
              </p:cNvPr>
              <p:cNvSpPr/>
              <p:nvPr/>
            </p:nvSpPr>
            <p:spPr>
              <a:xfrm rot="10800000" flipH="1">
                <a:off x="968025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Rectangle 307">
                <a:extLst>
                  <a:ext uri="{FF2B5EF4-FFF2-40B4-BE49-F238E27FC236}">
                    <a16:creationId xmlns:a16="http://schemas.microsoft.com/office/drawing/2014/main" id="{8BB9A66D-B7B8-6042-C3FE-C8B2954E238C}"/>
                  </a:ext>
                </a:extLst>
              </p:cNvPr>
              <p:cNvSpPr/>
              <p:nvPr/>
            </p:nvSpPr>
            <p:spPr>
              <a:xfrm rot="10800000" flipH="1">
                <a:off x="978067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3EE552D6-4CEF-EB7C-46D4-E25F7D997EC7}"/>
                  </a:ext>
                </a:extLst>
              </p:cNvPr>
              <p:cNvSpPr/>
              <p:nvPr/>
            </p:nvSpPr>
            <p:spPr>
              <a:xfrm rot="10800000" flipH="1">
                <a:off x="988109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7F0BCA6-5C79-9630-7B76-50D1336766EC}"/>
                  </a:ext>
                </a:extLst>
              </p:cNvPr>
              <p:cNvSpPr/>
              <p:nvPr/>
            </p:nvSpPr>
            <p:spPr>
              <a:xfrm rot="10800000" flipH="1">
                <a:off x="998151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7459474C-D13E-D100-227A-2020CA899D47}"/>
                  </a:ext>
                </a:extLst>
              </p:cNvPr>
              <p:cNvSpPr/>
              <p:nvPr/>
            </p:nvSpPr>
            <p:spPr>
              <a:xfrm rot="10800000" flipH="1">
                <a:off x="1008194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56B1F033-26D1-E9FA-C178-7C5E05FF1A5A}"/>
                  </a:ext>
                </a:extLst>
              </p:cNvPr>
              <p:cNvSpPr/>
              <p:nvPr/>
            </p:nvSpPr>
            <p:spPr>
              <a:xfrm rot="10800000" flipH="1">
                <a:off x="1018236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BDCD1DA3-10CE-639D-BB11-6BB3D2E202E5}"/>
                  </a:ext>
                </a:extLst>
              </p:cNvPr>
              <p:cNvSpPr/>
              <p:nvPr/>
            </p:nvSpPr>
            <p:spPr>
              <a:xfrm rot="10800000" flipH="1">
                <a:off x="1028278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208A62D6-B933-3ED7-8478-2D3F56DB32FE}"/>
                  </a:ext>
                </a:extLst>
              </p:cNvPr>
              <p:cNvSpPr/>
              <p:nvPr/>
            </p:nvSpPr>
            <p:spPr>
              <a:xfrm rot="10800000" flipH="1">
                <a:off x="1038321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3E680F06-AEF8-957B-3BB0-6207AA6BA6A2}"/>
                  </a:ext>
                </a:extLst>
              </p:cNvPr>
              <p:cNvSpPr/>
              <p:nvPr/>
            </p:nvSpPr>
            <p:spPr>
              <a:xfrm rot="10800000" flipH="1">
                <a:off x="1048363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5C45DFB5-1A02-068D-D58B-EA3C0D0A021B}"/>
                  </a:ext>
                </a:extLst>
              </p:cNvPr>
              <p:cNvSpPr/>
              <p:nvPr/>
            </p:nvSpPr>
            <p:spPr>
              <a:xfrm rot="10800000" flipH="1">
                <a:off x="1058405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Rectangle 316">
                <a:extLst>
                  <a:ext uri="{FF2B5EF4-FFF2-40B4-BE49-F238E27FC236}">
                    <a16:creationId xmlns:a16="http://schemas.microsoft.com/office/drawing/2014/main" id="{114B4ED9-8FC5-09A8-7D88-380246352E03}"/>
                  </a:ext>
                </a:extLst>
              </p:cNvPr>
              <p:cNvSpPr/>
              <p:nvPr/>
            </p:nvSpPr>
            <p:spPr>
              <a:xfrm rot="10800000" flipH="1">
                <a:off x="1068447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8" name="Rectangle 317">
                <a:extLst>
                  <a:ext uri="{FF2B5EF4-FFF2-40B4-BE49-F238E27FC236}">
                    <a16:creationId xmlns:a16="http://schemas.microsoft.com/office/drawing/2014/main" id="{834A6727-BEDD-D22C-7073-ABBD0ABEB2B4}"/>
                  </a:ext>
                </a:extLst>
              </p:cNvPr>
              <p:cNvSpPr/>
              <p:nvPr/>
            </p:nvSpPr>
            <p:spPr>
              <a:xfrm rot="10800000" flipH="1">
                <a:off x="1078490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67919388-6BCD-9F85-A84B-2BDBD3660F76}"/>
                  </a:ext>
                </a:extLst>
              </p:cNvPr>
              <p:cNvSpPr/>
              <p:nvPr/>
            </p:nvSpPr>
            <p:spPr>
              <a:xfrm rot="10800000" flipH="1">
                <a:off x="1088532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086" name="TextBox 1085">
            <a:extLst>
              <a:ext uri="{FF2B5EF4-FFF2-40B4-BE49-F238E27FC236}">
                <a16:creationId xmlns:a16="http://schemas.microsoft.com/office/drawing/2014/main" id="{0B44DD8C-A90B-5B08-F7D8-E116824558F1}"/>
              </a:ext>
            </a:extLst>
          </p:cNvPr>
          <p:cNvSpPr txBox="1"/>
          <p:nvPr/>
        </p:nvSpPr>
        <p:spPr>
          <a:xfrm>
            <a:off x="6936680" y="3080236"/>
            <a:ext cx="2416624" cy="338554"/>
          </a:xfrm>
          <a:prstGeom prst="rect">
            <a:avLst/>
          </a:prstGeom>
          <a:noFill/>
        </p:spPr>
        <p:txBody>
          <a:bodyPr wrap="none" rtlCol="0">
            <a:spAutoFit/>
          </a:bodyPr>
          <a:lstStyle/>
          <a:p>
            <a:r>
              <a:rPr lang="en-US" sz="1600" dirty="0"/>
              <a:t>B) parallel output channels</a:t>
            </a:r>
          </a:p>
        </p:txBody>
      </p:sp>
      <p:pic>
        <p:nvPicPr>
          <p:cNvPr id="1087" name="Picture 1086">
            <a:extLst>
              <a:ext uri="{FF2B5EF4-FFF2-40B4-BE49-F238E27FC236}">
                <a16:creationId xmlns:a16="http://schemas.microsoft.com/office/drawing/2014/main" id="{48DFE086-45A7-3277-D7A8-C5EA80B4F7BA}"/>
              </a:ext>
            </a:extLst>
          </p:cNvPr>
          <p:cNvPicPr>
            <a:picLocks noChangeAspect="1"/>
          </p:cNvPicPr>
          <p:nvPr/>
        </p:nvPicPr>
        <p:blipFill>
          <a:blip r:embed="rId2"/>
          <a:stretch>
            <a:fillRect/>
          </a:stretch>
        </p:blipFill>
        <p:spPr>
          <a:xfrm>
            <a:off x="929361" y="330363"/>
            <a:ext cx="3480228" cy="1918618"/>
          </a:xfrm>
          <a:prstGeom prst="rect">
            <a:avLst/>
          </a:prstGeom>
        </p:spPr>
      </p:pic>
      <p:sp>
        <p:nvSpPr>
          <p:cNvPr id="1088" name="TextBox 1087">
            <a:extLst>
              <a:ext uri="{FF2B5EF4-FFF2-40B4-BE49-F238E27FC236}">
                <a16:creationId xmlns:a16="http://schemas.microsoft.com/office/drawing/2014/main" id="{40AF163A-4DED-3DB1-6DB2-F605EDB0453C}"/>
              </a:ext>
            </a:extLst>
          </p:cNvPr>
          <p:cNvSpPr txBox="1"/>
          <p:nvPr/>
        </p:nvSpPr>
        <p:spPr>
          <a:xfrm>
            <a:off x="924482" y="3400319"/>
            <a:ext cx="2283959" cy="338554"/>
          </a:xfrm>
          <a:prstGeom prst="rect">
            <a:avLst/>
          </a:prstGeom>
          <a:noFill/>
        </p:spPr>
        <p:txBody>
          <a:bodyPr wrap="none" rtlCol="0">
            <a:spAutoFit/>
          </a:bodyPr>
          <a:lstStyle/>
          <a:p>
            <a:r>
              <a:rPr lang="en-US" sz="1600" dirty="0"/>
              <a:t>A) parallel vertical stripes</a:t>
            </a:r>
          </a:p>
        </p:txBody>
      </p:sp>
      <p:pic>
        <p:nvPicPr>
          <p:cNvPr id="1089" name="Picture 1088">
            <a:extLst>
              <a:ext uri="{FF2B5EF4-FFF2-40B4-BE49-F238E27FC236}">
                <a16:creationId xmlns:a16="http://schemas.microsoft.com/office/drawing/2014/main" id="{9DE05B4B-55E6-E452-6568-7F1682CC6901}"/>
              </a:ext>
            </a:extLst>
          </p:cNvPr>
          <p:cNvPicPr>
            <a:picLocks noChangeAspect="1"/>
          </p:cNvPicPr>
          <p:nvPr/>
        </p:nvPicPr>
        <p:blipFill>
          <a:blip r:embed="rId3"/>
          <a:stretch>
            <a:fillRect/>
          </a:stretch>
        </p:blipFill>
        <p:spPr>
          <a:xfrm>
            <a:off x="924482" y="2306383"/>
            <a:ext cx="3544006" cy="859460"/>
          </a:xfrm>
          <a:prstGeom prst="rect">
            <a:avLst/>
          </a:prstGeom>
        </p:spPr>
      </p:pic>
      <p:grpSp>
        <p:nvGrpSpPr>
          <p:cNvPr id="1120" name="Group 1119">
            <a:extLst>
              <a:ext uri="{FF2B5EF4-FFF2-40B4-BE49-F238E27FC236}">
                <a16:creationId xmlns:a16="http://schemas.microsoft.com/office/drawing/2014/main" id="{95FBD651-D21C-A84C-2270-6514C1734B8E}"/>
              </a:ext>
            </a:extLst>
          </p:cNvPr>
          <p:cNvGrpSpPr/>
          <p:nvPr/>
        </p:nvGrpSpPr>
        <p:grpSpPr>
          <a:xfrm>
            <a:off x="3666486" y="4293017"/>
            <a:ext cx="1955107" cy="675505"/>
            <a:chOff x="4926227" y="4431954"/>
            <a:chExt cx="1955107" cy="955590"/>
          </a:xfrm>
        </p:grpSpPr>
        <p:grpSp>
          <p:nvGrpSpPr>
            <p:cNvPr id="1092" name="Group 1091">
              <a:extLst>
                <a:ext uri="{FF2B5EF4-FFF2-40B4-BE49-F238E27FC236}">
                  <a16:creationId xmlns:a16="http://schemas.microsoft.com/office/drawing/2014/main" id="{EE31AF14-3E85-7EA0-5EFB-B74C2D9DC14A}"/>
                </a:ext>
              </a:extLst>
            </p:cNvPr>
            <p:cNvGrpSpPr/>
            <p:nvPr/>
          </p:nvGrpSpPr>
          <p:grpSpPr>
            <a:xfrm>
              <a:off x="4926227" y="4431954"/>
              <a:ext cx="201827" cy="955590"/>
              <a:chOff x="4926227" y="4431956"/>
              <a:chExt cx="201827" cy="955590"/>
            </a:xfrm>
          </p:grpSpPr>
          <p:sp>
            <p:nvSpPr>
              <p:cNvPr id="1090" name="Rectangle 1089">
                <a:extLst>
                  <a:ext uri="{FF2B5EF4-FFF2-40B4-BE49-F238E27FC236}">
                    <a16:creationId xmlns:a16="http://schemas.microsoft.com/office/drawing/2014/main" id="{ABFD1F86-037E-281A-2A10-1406A3A89233}"/>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1" name="Rectangle 1090">
                <a:extLst>
                  <a:ext uri="{FF2B5EF4-FFF2-40B4-BE49-F238E27FC236}">
                    <a16:creationId xmlns:a16="http://schemas.microsoft.com/office/drawing/2014/main" id="{66528FD4-EE1A-CBF9-51A1-C3A181E01D22}"/>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3" name="Group 1092">
              <a:extLst>
                <a:ext uri="{FF2B5EF4-FFF2-40B4-BE49-F238E27FC236}">
                  <a16:creationId xmlns:a16="http://schemas.microsoft.com/office/drawing/2014/main" id="{4BCA7CD8-D276-0782-AE72-C7A984FD2D59}"/>
                </a:ext>
              </a:extLst>
            </p:cNvPr>
            <p:cNvGrpSpPr/>
            <p:nvPr/>
          </p:nvGrpSpPr>
          <p:grpSpPr>
            <a:xfrm>
              <a:off x="5364547" y="4431954"/>
              <a:ext cx="201827" cy="955590"/>
              <a:chOff x="4926227" y="4431956"/>
              <a:chExt cx="201827" cy="955590"/>
            </a:xfrm>
          </p:grpSpPr>
          <p:sp>
            <p:nvSpPr>
              <p:cNvPr id="1094" name="Rectangle 1093">
                <a:extLst>
                  <a:ext uri="{FF2B5EF4-FFF2-40B4-BE49-F238E27FC236}">
                    <a16:creationId xmlns:a16="http://schemas.microsoft.com/office/drawing/2014/main" id="{9D0964B7-EBA7-221E-2BFA-95CAC18B3756}"/>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5" name="Rectangle 1094">
                <a:extLst>
                  <a:ext uri="{FF2B5EF4-FFF2-40B4-BE49-F238E27FC236}">
                    <a16:creationId xmlns:a16="http://schemas.microsoft.com/office/drawing/2014/main" id="{DF3EA883-F980-0B2A-0063-A85BE5DE3D42}"/>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6" name="Group 1095">
              <a:extLst>
                <a:ext uri="{FF2B5EF4-FFF2-40B4-BE49-F238E27FC236}">
                  <a16:creationId xmlns:a16="http://schemas.microsoft.com/office/drawing/2014/main" id="{1758046A-E815-E15E-9209-DB43A358598D}"/>
                </a:ext>
              </a:extLst>
            </p:cNvPr>
            <p:cNvGrpSpPr/>
            <p:nvPr/>
          </p:nvGrpSpPr>
          <p:grpSpPr>
            <a:xfrm>
              <a:off x="5802867" y="4431954"/>
              <a:ext cx="201827" cy="955590"/>
              <a:chOff x="4926227" y="4431956"/>
              <a:chExt cx="201827" cy="955590"/>
            </a:xfrm>
          </p:grpSpPr>
          <p:sp>
            <p:nvSpPr>
              <p:cNvPr id="1097" name="Rectangle 1096">
                <a:extLst>
                  <a:ext uri="{FF2B5EF4-FFF2-40B4-BE49-F238E27FC236}">
                    <a16:creationId xmlns:a16="http://schemas.microsoft.com/office/drawing/2014/main" id="{D48D6537-96A0-81DE-F351-8FD2BCB09C6F}"/>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Rectangle 1097">
                <a:extLst>
                  <a:ext uri="{FF2B5EF4-FFF2-40B4-BE49-F238E27FC236}">
                    <a16:creationId xmlns:a16="http://schemas.microsoft.com/office/drawing/2014/main" id="{1CFB6D7F-DE31-D283-B3BF-B14BC96A8F7C}"/>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99" name="Group 1098">
              <a:extLst>
                <a:ext uri="{FF2B5EF4-FFF2-40B4-BE49-F238E27FC236}">
                  <a16:creationId xmlns:a16="http://schemas.microsoft.com/office/drawing/2014/main" id="{61DDDCBE-4509-2E14-1BBE-58942A919BD7}"/>
                </a:ext>
              </a:extLst>
            </p:cNvPr>
            <p:cNvGrpSpPr/>
            <p:nvPr/>
          </p:nvGrpSpPr>
          <p:grpSpPr>
            <a:xfrm>
              <a:off x="6241187" y="4431954"/>
              <a:ext cx="201827" cy="955590"/>
              <a:chOff x="4926227" y="4431956"/>
              <a:chExt cx="201827" cy="955590"/>
            </a:xfrm>
          </p:grpSpPr>
          <p:sp>
            <p:nvSpPr>
              <p:cNvPr id="1100" name="Rectangle 1099">
                <a:extLst>
                  <a:ext uri="{FF2B5EF4-FFF2-40B4-BE49-F238E27FC236}">
                    <a16:creationId xmlns:a16="http://schemas.microsoft.com/office/drawing/2014/main" id="{A59EB323-6DAF-37F0-782B-44919D4DF293}"/>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1" name="Rectangle 1100">
                <a:extLst>
                  <a:ext uri="{FF2B5EF4-FFF2-40B4-BE49-F238E27FC236}">
                    <a16:creationId xmlns:a16="http://schemas.microsoft.com/office/drawing/2014/main" id="{26DE57C3-1500-D9A0-1286-64482507E0EF}"/>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2" name="Group 1101">
              <a:extLst>
                <a:ext uri="{FF2B5EF4-FFF2-40B4-BE49-F238E27FC236}">
                  <a16:creationId xmlns:a16="http://schemas.microsoft.com/office/drawing/2014/main" id="{CD25C337-6EC7-F4CA-1E57-850878536B2B}"/>
                </a:ext>
              </a:extLst>
            </p:cNvPr>
            <p:cNvGrpSpPr/>
            <p:nvPr/>
          </p:nvGrpSpPr>
          <p:grpSpPr>
            <a:xfrm>
              <a:off x="6679507" y="4431954"/>
              <a:ext cx="201827" cy="955590"/>
              <a:chOff x="4926227" y="4431956"/>
              <a:chExt cx="201827" cy="955590"/>
            </a:xfrm>
          </p:grpSpPr>
          <p:sp>
            <p:nvSpPr>
              <p:cNvPr id="1103" name="Rectangle 1102">
                <a:extLst>
                  <a:ext uri="{FF2B5EF4-FFF2-40B4-BE49-F238E27FC236}">
                    <a16:creationId xmlns:a16="http://schemas.microsoft.com/office/drawing/2014/main" id="{3D35FA9B-2251-2AD3-048A-42C8033C4AB5}"/>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4" name="Rectangle 1103">
                <a:extLst>
                  <a:ext uri="{FF2B5EF4-FFF2-40B4-BE49-F238E27FC236}">
                    <a16:creationId xmlns:a16="http://schemas.microsoft.com/office/drawing/2014/main" id="{9CB74123-4D0B-BFEF-F28D-1DC6299D6CA9}"/>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105" name="Group 1104">
            <a:extLst>
              <a:ext uri="{FF2B5EF4-FFF2-40B4-BE49-F238E27FC236}">
                <a16:creationId xmlns:a16="http://schemas.microsoft.com/office/drawing/2014/main" id="{DA337F67-2EAB-F1F4-3CEA-142860D8B502}"/>
              </a:ext>
            </a:extLst>
          </p:cNvPr>
          <p:cNvGrpSpPr/>
          <p:nvPr/>
        </p:nvGrpSpPr>
        <p:grpSpPr>
          <a:xfrm>
            <a:off x="6195073" y="4619105"/>
            <a:ext cx="201827" cy="955590"/>
            <a:chOff x="4926227" y="4431956"/>
            <a:chExt cx="201827" cy="955590"/>
          </a:xfrm>
        </p:grpSpPr>
        <p:sp>
          <p:nvSpPr>
            <p:cNvPr id="1106" name="Rectangle 1105">
              <a:extLst>
                <a:ext uri="{FF2B5EF4-FFF2-40B4-BE49-F238E27FC236}">
                  <a16:creationId xmlns:a16="http://schemas.microsoft.com/office/drawing/2014/main" id="{7814BEC3-BA49-BBC2-2237-D867F0C91966}"/>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7" name="Rectangle 1106">
              <a:extLst>
                <a:ext uri="{FF2B5EF4-FFF2-40B4-BE49-F238E27FC236}">
                  <a16:creationId xmlns:a16="http://schemas.microsoft.com/office/drawing/2014/main" id="{F4B01A7C-AC00-4137-8041-6C3FDC4E25C4}"/>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08" name="Group 1107">
            <a:extLst>
              <a:ext uri="{FF2B5EF4-FFF2-40B4-BE49-F238E27FC236}">
                <a16:creationId xmlns:a16="http://schemas.microsoft.com/office/drawing/2014/main" id="{038761D4-A69A-FE10-C23E-041072FDEA4E}"/>
              </a:ext>
            </a:extLst>
          </p:cNvPr>
          <p:cNvGrpSpPr/>
          <p:nvPr/>
        </p:nvGrpSpPr>
        <p:grpSpPr>
          <a:xfrm>
            <a:off x="6633393" y="4619105"/>
            <a:ext cx="201827" cy="955590"/>
            <a:chOff x="4926227" y="4431956"/>
            <a:chExt cx="201827" cy="955590"/>
          </a:xfrm>
        </p:grpSpPr>
        <p:sp>
          <p:nvSpPr>
            <p:cNvPr id="1109" name="Rectangle 1108">
              <a:extLst>
                <a:ext uri="{FF2B5EF4-FFF2-40B4-BE49-F238E27FC236}">
                  <a16:creationId xmlns:a16="http://schemas.microsoft.com/office/drawing/2014/main" id="{3336725A-19F5-7CA7-2F51-26A6CCE233FE}"/>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0" name="Rectangle 1109">
              <a:extLst>
                <a:ext uri="{FF2B5EF4-FFF2-40B4-BE49-F238E27FC236}">
                  <a16:creationId xmlns:a16="http://schemas.microsoft.com/office/drawing/2014/main" id="{9D740017-170E-8093-23B8-039E005F2D23}"/>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1" name="Group 1110">
            <a:extLst>
              <a:ext uri="{FF2B5EF4-FFF2-40B4-BE49-F238E27FC236}">
                <a16:creationId xmlns:a16="http://schemas.microsoft.com/office/drawing/2014/main" id="{625B47C6-95F1-3E78-2DDD-2FA79042EF6E}"/>
              </a:ext>
            </a:extLst>
          </p:cNvPr>
          <p:cNvGrpSpPr/>
          <p:nvPr/>
        </p:nvGrpSpPr>
        <p:grpSpPr>
          <a:xfrm>
            <a:off x="7071713" y="4619105"/>
            <a:ext cx="201827" cy="955590"/>
            <a:chOff x="4926227" y="4431956"/>
            <a:chExt cx="201827" cy="955590"/>
          </a:xfrm>
        </p:grpSpPr>
        <p:sp>
          <p:nvSpPr>
            <p:cNvPr id="1112" name="Rectangle 1111">
              <a:extLst>
                <a:ext uri="{FF2B5EF4-FFF2-40B4-BE49-F238E27FC236}">
                  <a16:creationId xmlns:a16="http://schemas.microsoft.com/office/drawing/2014/main" id="{65601FA0-D6CC-C318-C241-4F4DB316EDA2}"/>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3" name="Rectangle 1112">
              <a:extLst>
                <a:ext uri="{FF2B5EF4-FFF2-40B4-BE49-F238E27FC236}">
                  <a16:creationId xmlns:a16="http://schemas.microsoft.com/office/drawing/2014/main" id="{83446BBD-BC75-03C3-F824-E3AD8A339FC9}"/>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4" name="Group 1113">
            <a:extLst>
              <a:ext uri="{FF2B5EF4-FFF2-40B4-BE49-F238E27FC236}">
                <a16:creationId xmlns:a16="http://schemas.microsoft.com/office/drawing/2014/main" id="{271B7503-286D-85BA-16E9-5D71268F3064}"/>
              </a:ext>
            </a:extLst>
          </p:cNvPr>
          <p:cNvGrpSpPr/>
          <p:nvPr/>
        </p:nvGrpSpPr>
        <p:grpSpPr>
          <a:xfrm>
            <a:off x="7510033" y="4619105"/>
            <a:ext cx="201827" cy="955590"/>
            <a:chOff x="4926227" y="4431956"/>
            <a:chExt cx="201827" cy="955590"/>
          </a:xfrm>
        </p:grpSpPr>
        <p:sp>
          <p:nvSpPr>
            <p:cNvPr id="1115" name="Rectangle 1114">
              <a:extLst>
                <a:ext uri="{FF2B5EF4-FFF2-40B4-BE49-F238E27FC236}">
                  <a16:creationId xmlns:a16="http://schemas.microsoft.com/office/drawing/2014/main" id="{6AF25E17-18EC-DDDA-E78F-CA5888BD1D3F}"/>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6" name="Rectangle 1115">
              <a:extLst>
                <a:ext uri="{FF2B5EF4-FFF2-40B4-BE49-F238E27FC236}">
                  <a16:creationId xmlns:a16="http://schemas.microsoft.com/office/drawing/2014/main" id="{0E1EF324-ED01-9AB2-01DA-CD43189B5153}"/>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17" name="Group 1116">
            <a:extLst>
              <a:ext uri="{FF2B5EF4-FFF2-40B4-BE49-F238E27FC236}">
                <a16:creationId xmlns:a16="http://schemas.microsoft.com/office/drawing/2014/main" id="{BC42D4E4-6DE0-15B7-39D5-D377E4851CCF}"/>
              </a:ext>
            </a:extLst>
          </p:cNvPr>
          <p:cNvGrpSpPr/>
          <p:nvPr/>
        </p:nvGrpSpPr>
        <p:grpSpPr>
          <a:xfrm>
            <a:off x="7948353" y="4619105"/>
            <a:ext cx="201827" cy="955590"/>
            <a:chOff x="4926227" y="4431956"/>
            <a:chExt cx="201827" cy="955590"/>
          </a:xfrm>
        </p:grpSpPr>
        <p:sp>
          <p:nvSpPr>
            <p:cNvPr id="1118" name="Rectangle 1117">
              <a:extLst>
                <a:ext uri="{FF2B5EF4-FFF2-40B4-BE49-F238E27FC236}">
                  <a16:creationId xmlns:a16="http://schemas.microsoft.com/office/drawing/2014/main" id="{FCD8E89C-490A-A2FF-6B4B-EF718F244E47}"/>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9" name="Rectangle 1118">
              <a:extLst>
                <a:ext uri="{FF2B5EF4-FFF2-40B4-BE49-F238E27FC236}">
                  <a16:creationId xmlns:a16="http://schemas.microsoft.com/office/drawing/2014/main" id="{1786BE3A-ADF0-719F-E449-98A5EB2EDB74}"/>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1" name="Group 1120">
            <a:extLst>
              <a:ext uri="{FF2B5EF4-FFF2-40B4-BE49-F238E27FC236}">
                <a16:creationId xmlns:a16="http://schemas.microsoft.com/office/drawing/2014/main" id="{53CE0E6C-468C-B6CD-A9A9-9A87C13F99D5}"/>
              </a:ext>
            </a:extLst>
          </p:cNvPr>
          <p:cNvGrpSpPr/>
          <p:nvPr/>
        </p:nvGrpSpPr>
        <p:grpSpPr>
          <a:xfrm>
            <a:off x="3655388" y="5277441"/>
            <a:ext cx="1955107" cy="675505"/>
            <a:chOff x="4926227" y="4431954"/>
            <a:chExt cx="1955107" cy="955590"/>
          </a:xfrm>
        </p:grpSpPr>
        <p:grpSp>
          <p:nvGrpSpPr>
            <p:cNvPr id="1122" name="Group 1121">
              <a:extLst>
                <a:ext uri="{FF2B5EF4-FFF2-40B4-BE49-F238E27FC236}">
                  <a16:creationId xmlns:a16="http://schemas.microsoft.com/office/drawing/2014/main" id="{C931AE76-4E4B-A505-FFC1-3F2D44C697E0}"/>
                </a:ext>
              </a:extLst>
            </p:cNvPr>
            <p:cNvGrpSpPr/>
            <p:nvPr/>
          </p:nvGrpSpPr>
          <p:grpSpPr>
            <a:xfrm>
              <a:off x="4926227" y="4431954"/>
              <a:ext cx="201827" cy="955590"/>
              <a:chOff x="4926227" y="4431956"/>
              <a:chExt cx="201827" cy="955590"/>
            </a:xfrm>
          </p:grpSpPr>
          <p:sp>
            <p:nvSpPr>
              <p:cNvPr id="1135" name="Rectangle 1134">
                <a:extLst>
                  <a:ext uri="{FF2B5EF4-FFF2-40B4-BE49-F238E27FC236}">
                    <a16:creationId xmlns:a16="http://schemas.microsoft.com/office/drawing/2014/main" id="{CCC77535-807F-8743-C91F-7AD2E4EDA900}"/>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6" name="Rectangle 1135">
                <a:extLst>
                  <a:ext uri="{FF2B5EF4-FFF2-40B4-BE49-F238E27FC236}">
                    <a16:creationId xmlns:a16="http://schemas.microsoft.com/office/drawing/2014/main" id="{9D4B26C7-F1D8-B00F-DF59-6790312D86C5}"/>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3" name="Group 1122">
              <a:extLst>
                <a:ext uri="{FF2B5EF4-FFF2-40B4-BE49-F238E27FC236}">
                  <a16:creationId xmlns:a16="http://schemas.microsoft.com/office/drawing/2014/main" id="{119380B9-5A78-3393-9CC3-F64B7C2A11CB}"/>
                </a:ext>
              </a:extLst>
            </p:cNvPr>
            <p:cNvGrpSpPr/>
            <p:nvPr/>
          </p:nvGrpSpPr>
          <p:grpSpPr>
            <a:xfrm>
              <a:off x="5364547" y="4431954"/>
              <a:ext cx="201827" cy="955590"/>
              <a:chOff x="4926227" y="4431956"/>
              <a:chExt cx="201827" cy="955590"/>
            </a:xfrm>
          </p:grpSpPr>
          <p:sp>
            <p:nvSpPr>
              <p:cNvPr id="1133" name="Rectangle 1132">
                <a:extLst>
                  <a:ext uri="{FF2B5EF4-FFF2-40B4-BE49-F238E27FC236}">
                    <a16:creationId xmlns:a16="http://schemas.microsoft.com/office/drawing/2014/main" id="{921C4C71-B1FD-C4EF-FE58-00752614631E}"/>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4" name="Rectangle 1133">
                <a:extLst>
                  <a:ext uri="{FF2B5EF4-FFF2-40B4-BE49-F238E27FC236}">
                    <a16:creationId xmlns:a16="http://schemas.microsoft.com/office/drawing/2014/main" id="{CD4160A2-6E09-5DF9-7DC9-0AA4074A66B4}"/>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4" name="Group 1123">
              <a:extLst>
                <a:ext uri="{FF2B5EF4-FFF2-40B4-BE49-F238E27FC236}">
                  <a16:creationId xmlns:a16="http://schemas.microsoft.com/office/drawing/2014/main" id="{528316F6-1246-B108-24C8-B253E8F41F7D}"/>
                </a:ext>
              </a:extLst>
            </p:cNvPr>
            <p:cNvGrpSpPr/>
            <p:nvPr/>
          </p:nvGrpSpPr>
          <p:grpSpPr>
            <a:xfrm>
              <a:off x="5802867" y="4431954"/>
              <a:ext cx="201827" cy="955590"/>
              <a:chOff x="4926227" y="4431956"/>
              <a:chExt cx="201827" cy="955590"/>
            </a:xfrm>
          </p:grpSpPr>
          <p:sp>
            <p:nvSpPr>
              <p:cNvPr id="1131" name="Rectangle 1130">
                <a:extLst>
                  <a:ext uri="{FF2B5EF4-FFF2-40B4-BE49-F238E27FC236}">
                    <a16:creationId xmlns:a16="http://schemas.microsoft.com/office/drawing/2014/main" id="{5D32F85A-D5C0-C684-C810-9509447A87DC}"/>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2" name="Rectangle 1131">
                <a:extLst>
                  <a:ext uri="{FF2B5EF4-FFF2-40B4-BE49-F238E27FC236}">
                    <a16:creationId xmlns:a16="http://schemas.microsoft.com/office/drawing/2014/main" id="{DB4245F3-4718-AFB3-BD75-81A11048A0ED}"/>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5" name="Group 1124">
              <a:extLst>
                <a:ext uri="{FF2B5EF4-FFF2-40B4-BE49-F238E27FC236}">
                  <a16:creationId xmlns:a16="http://schemas.microsoft.com/office/drawing/2014/main" id="{05024044-5963-43C8-D4C9-497500CCCF89}"/>
                </a:ext>
              </a:extLst>
            </p:cNvPr>
            <p:cNvGrpSpPr/>
            <p:nvPr/>
          </p:nvGrpSpPr>
          <p:grpSpPr>
            <a:xfrm>
              <a:off x="6241187" y="4431954"/>
              <a:ext cx="201827" cy="955590"/>
              <a:chOff x="4926227" y="4431956"/>
              <a:chExt cx="201827" cy="955590"/>
            </a:xfrm>
          </p:grpSpPr>
          <p:sp>
            <p:nvSpPr>
              <p:cNvPr id="1129" name="Rectangle 1128">
                <a:extLst>
                  <a:ext uri="{FF2B5EF4-FFF2-40B4-BE49-F238E27FC236}">
                    <a16:creationId xmlns:a16="http://schemas.microsoft.com/office/drawing/2014/main" id="{7A5CACE0-5E48-364A-333E-5019BD04B056}"/>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0" name="Rectangle 1129">
                <a:extLst>
                  <a:ext uri="{FF2B5EF4-FFF2-40B4-BE49-F238E27FC236}">
                    <a16:creationId xmlns:a16="http://schemas.microsoft.com/office/drawing/2014/main" id="{D87D73A8-DFCF-4C2F-8377-48BD3A817838}"/>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26" name="Group 1125">
              <a:extLst>
                <a:ext uri="{FF2B5EF4-FFF2-40B4-BE49-F238E27FC236}">
                  <a16:creationId xmlns:a16="http://schemas.microsoft.com/office/drawing/2014/main" id="{A6757AB5-8E44-F9B5-14D6-06132D912FEF}"/>
                </a:ext>
              </a:extLst>
            </p:cNvPr>
            <p:cNvGrpSpPr/>
            <p:nvPr/>
          </p:nvGrpSpPr>
          <p:grpSpPr>
            <a:xfrm>
              <a:off x="6679507" y="4431954"/>
              <a:ext cx="201827" cy="955590"/>
              <a:chOff x="4926227" y="4431956"/>
              <a:chExt cx="201827" cy="955590"/>
            </a:xfrm>
          </p:grpSpPr>
          <p:sp>
            <p:nvSpPr>
              <p:cNvPr id="1127" name="Rectangle 1126">
                <a:extLst>
                  <a:ext uri="{FF2B5EF4-FFF2-40B4-BE49-F238E27FC236}">
                    <a16:creationId xmlns:a16="http://schemas.microsoft.com/office/drawing/2014/main" id="{98927160-24C4-C9EC-B862-3963F8460601}"/>
                  </a:ext>
                </a:extLst>
              </p:cNvPr>
              <p:cNvSpPr/>
              <p:nvPr/>
            </p:nvSpPr>
            <p:spPr>
              <a:xfrm>
                <a:off x="4926227" y="4431957"/>
                <a:ext cx="98854" cy="955589"/>
              </a:xfrm>
              <a:prstGeom prst="rect">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8" name="Rectangle 1127">
                <a:extLst>
                  <a:ext uri="{FF2B5EF4-FFF2-40B4-BE49-F238E27FC236}">
                    <a16:creationId xmlns:a16="http://schemas.microsoft.com/office/drawing/2014/main" id="{3AB4E816-13D8-F234-34C3-5941ABA97A8D}"/>
                  </a:ext>
                </a:extLst>
              </p:cNvPr>
              <p:cNvSpPr/>
              <p:nvPr/>
            </p:nvSpPr>
            <p:spPr>
              <a:xfrm>
                <a:off x="5029200" y="4431956"/>
                <a:ext cx="98854" cy="955589"/>
              </a:xfrm>
              <a:prstGeom prst="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cxnSp>
        <p:nvCxnSpPr>
          <p:cNvPr id="1138" name="Straight Arrow Connector 1137">
            <a:extLst>
              <a:ext uri="{FF2B5EF4-FFF2-40B4-BE49-F238E27FC236}">
                <a16:creationId xmlns:a16="http://schemas.microsoft.com/office/drawing/2014/main" id="{F02F3D8E-7994-7533-7CE2-5E7C5A5838AD}"/>
              </a:ext>
            </a:extLst>
          </p:cNvPr>
          <p:cNvCxnSpPr>
            <a:cxnSpLocks/>
            <a:endCxn id="1090" idx="1"/>
          </p:cNvCxnSpPr>
          <p:nvPr/>
        </p:nvCxnSpPr>
        <p:spPr>
          <a:xfrm>
            <a:off x="3103779" y="4630770"/>
            <a:ext cx="5627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40" name="Straight Arrow Connector 1139">
            <a:extLst>
              <a:ext uri="{FF2B5EF4-FFF2-40B4-BE49-F238E27FC236}">
                <a16:creationId xmlns:a16="http://schemas.microsoft.com/office/drawing/2014/main" id="{DE881222-FA9B-1DC2-7285-BE7FC44B8A4A}"/>
              </a:ext>
            </a:extLst>
          </p:cNvPr>
          <p:cNvCxnSpPr>
            <a:cxnSpLocks/>
          </p:cNvCxnSpPr>
          <p:nvPr/>
        </p:nvCxnSpPr>
        <p:spPr>
          <a:xfrm>
            <a:off x="3092681" y="5615193"/>
            <a:ext cx="5627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52" name="TextBox 1151">
            <a:extLst>
              <a:ext uri="{FF2B5EF4-FFF2-40B4-BE49-F238E27FC236}">
                <a16:creationId xmlns:a16="http://schemas.microsoft.com/office/drawing/2014/main" id="{F0E110F3-8CF7-D9EE-2054-61339E8DA28A}"/>
              </a:ext>
            </a:extLst>
          </p:cNvPr>
          <p:cNvSpPr txBox="1"/>
          <p:nvPr/>
        </p:nvSpPr>
        <p:spPr>
          <a:xfrm>
            <a:off x="3582913" y="6261061"/>
            <a:ext cx="1544397" cy="338554"/>
          </a:xfrm>
          <a:prstGeom prst="rect">
            <a:avLst/>
          </a:prstGeom>
          <a:noFill/>
        </p:spPr>
        <p:txBody>
          <a:bodyPr wrap="none" rtlCol="0">
            <a:spAutoFit/>
          </a:bodyPr>
          <a:lstStyle/>
          <a:p>
            <a:r>
              <a:rPr lang="en-US" sz="1600" dirty="0"/>
              <a:t>C) parallel layers</a:t>
            </a:r>
          </a:p>
        </p:txBody>
      </p:sp>
    </p:spTree>
    <p:extLst>
      <p:ext uri="{BB962C8B-B14F-4D97-AF65-F5344CB8AC3E}">
        <p14:creationId xmlns:p14="http://schemas.microsoft.com/office/powerpoint/2010/main" val="8976080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3ED677-6540-6B64-E4BA-EAA7689C4B65}"/>
              </a:ext>
            </a:extLst>
          </p:cNvPr>
          <p:cNvSpPr/>
          <p:nvPr/>
        </p:nvSpPr>
        <p:spPr>
          <a:xfrm>
            <a:off x="4629880" y="6266569"/>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2" name="Isosceles Triangle 11">
            <a:extLst>
              <a:ext uri="{FF2B5EF4-FFF2-40B4-BE49-F238E27FC236}">
                <a16:creationId xmlns:a16="http://schemas.microsoft.com/office/drawing/2014/main" id="{B810962F-F2AE-65B2-CBE8-DBF7575DC87E}"/>
              </a:ext>
            </a:extLst>
          </p:cNvPr>
          <p:cNvSpPr/>
          <p:nvPr/>
        </p:nvSpPr>
        <p:spPr>
          <a:xfrm>
            <a:off x="4701210" y="6417788"/>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9" name="Rectangle 38">
            <a:extLst>
              <a:ext uri="{FF2B5EF4-FFF2-40B4-BE49-F238E27FC236}">
                <a16:creationId xmlns:a16="http://schemas.microsoft.com/office/drawing/2014/main" id="{576669E2-8C23-B105-6219-E322C9064388}"/>
              </a:ext>
            </a:extLst>
          </p:cNvPr>
          <p:cNvSpPr/>
          <p:nvPr/>
        </p:nvSpPr>
        <p:spPr>
          <a:xfrm>
            <a:off x="4629880" y="6027010"/>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Isosceles Triangle 39">
            <a:extLst>
              <a:ext uri="{FF2B5EF4-FFF2-40B4-BE49-F238E27FC236}">
                <a16:creationId xmlns:a16="http://schemas.microsoft.com/office/drawing/2014/main" id="{5F5B3042-40B1-E92A-6D70-FAEA6066CD68}"/>
              </a:ext>
            </a:extLst>
          </p:cNvPr>
          <p:cNvSpPr/>
          <p:nvPr/>
        </p:nvSpPr>
        <p:spPr>
          <a:xfrm>
            <a:off x="4701210" y="6178229"/>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2" name="Rectangle 51">
            <a:extLst>
              <a:ext uri="{FF2B5EF4-FFF2-40B4-BE49-F238E27FC236}">
                <a16:creationId xmlns:a16="http://schemas.microsoft.com/office/drawing/2014/main" id="{581CBFAA-1570-CAE0-383E-782C58B86592}"/>
              </a:ext>
            </a:extLst>
          </p:cNvPr>
          <p:cNvSpPr/>
          <p:nvPr/>
        </p:nvSpPr>
        <p:spPr>
          <a:xfrm>
            <a:off x="4629880" y="579334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3" name="Isosceles Triangle 52">
            <a:extLst>
              <a:ext uri="{FF2B5EF4-FFF2-40B4-BE49-F238E27FC236}">
                <a16:creationId xmlns:a16="http://schemas.microsoft.com/office/drawing/2014/main" id="{53A045A1-B18B-9F54-DE7A-D1CFCD7CD99F}"/>
              </a:ext>
            </a:extLst>
          </p:cNvPr>
          <p:cNvSpPr/>
          <p:nvPr/>
        </p:nvSpPr>
        <p:spPr>
          <a:xfrm>
            <a:off x="4701210" y="594456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5" name="Rectangle 64">
            <a:extLst>
              <a:ext uri="{FF2B5EF4-FFF2-40B4-BE49-F238E27FC236}">
                <a16:creationId xmlns:a16="http://schemas.microsoft.com/office/drawing/2014/main" id="{6293D036-D9C7-CA14-B5B5-50B085119B1C}"/>
              </a:ext>
            </a:extLst>
          </p:cNvPr>
          <p:cNvSpPr/>
          <p:nvPr/>
        </p:nvSpPr>
        <p:spPr>
          <a:xfrm>
            <a:off x="4629880" y="5553781"/>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66" name="Isosceles Triangle 65">
            <a:extLst>
              <a:ext uri="{FF2B5EF4-FFF2-40B4-BE49-F238E27FC236}">
                <a16:creationId xmlns:a16="http://schemas.microsoft.com/office/drawing/2014/main" id="{1FA8E105-46CB-D0E7-75B7-405D499E9E20}"/>
              </a:ext>
            </a:extLst>
          </p:cNvPr>
          <p:cNvSpPr/>
          <p:nvPr/>
        </p:nvSpPr>
        <p:spPr>
          <a:xfrm>
            <a:off x="4701210" y="5705000"/>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8" name="Rectangle 77">
            <a:extLst>
              <a:ext uri="{FF2B5EF4-FFF2-40B4-BE49-F238E27FC236}">
                <a16:creationId xmlns:a16="http://schemas.microsoft.com/office/drawing/2014/main" id="{8EAD02F4-4105-99EB-4A9D-B42DBFEBB683}"/>
              </a:ext>
            </a:extLst>
          </p:cNvPr>
          <p:cNvSpPr/>
          <p:nvPr/>
        </p:nvSpPr>
        <p:spPr>
          <a:xfrm>
            <a:off x="4629880" y="5315346"/>
            <a:ext cx="204747" cy="20474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9" name="Isosceles Triangle 78">
            <a:extLst>
              <a:ext uri="{FF2B5EF4-FFF2-40B4-BE49-F238E27FC236}">
                <a16:creationId xmlns:a16="http://schemas.microsoft.com/office/drawing/2014/main" id="{D5069852-C23E-2A42-7FB0-358150E5E58B}"/>
              </a:ext>
            </a:extLst>
          </p:cNvPr>
          <p:cNvSpPr/>
          <p:nvPr/>
        </p:nvSpPr>
        <p:spPr>
          <a:xfrm>
            <a:off x="4701210" y="5466565"/>
            <a:ext cx="62088" cy="5352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nvGrpSpPr>
          <p:cNvPr id="88" name="Group 87">
            <a:extLst>
              <a:ext uri="{FF2B5EF4-FFF2-40B4-BE49-F238E27FC236}">
                <a16:creationId xmlns:a16="http://schemas.microsoft.com/office/drawing/2014/main" id="{ADC3403C-45E8-CF9B-83A9-93FB3113D97A}"/>
              </a:ext>
            </a:extLst>
          </p:cNvPr>
          <p:cNvGrpSpPr/>
          <p:nvPr/>
        </p:nvGrpSpPr>
        <p:grpSpPr>
          <a:xfrm>
            <a:off x="4629880" y="5075786"/>
            <a:ext cx="204747" cy="204746"/>
            <a:chOff x="8869160" y="1569887"/>
            <a:chExt cx="350195" cy="350196"/>
          </a:xfrm>
        </p:grpSpPr>
        <p:sp>
          <p:nvSpPr>
            <p:cNvPr id="91" name="Rectangle 90">
              <a:extLst>
                <a:ext uri="{FF2B5EF4-FFF2-40B4-BE49-F238E27FC236}">
                  <a16:creationId xmlns:a16="http://schemas.microsoft.com/office/drawing/2014/main" id="{50838925-5E18-9456-B29F-F222EB42F2D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92" name="Isosceles Triangle 91">
              <a:extLst>
                <a:ext uri="{FF2B5EF4-FFF2-40B4-BE49-F238E27FC236}">
                  <a16:creationId xmlns:a16="http://schemas.microsoft.com/office/drawing/2014/main" id="{325BDC40-3F0D-240F-B946-66CCD4CEC44B}"/>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101" name="Group 100">
            <a:extLst>
              <a:ext uri="{FF2B5EF4-FFF2-40B4-BE49-F238E27FC236}">
                <a16:creationId xmlns:a16="http://schemas.microsoft.com/office/drawing/2014/main" id="{C00A351C-0127-72D9-B0AA-A0184443509E}"/>
              </a:ext>
            </a:extLst>
          </p:cNvPr>
          <p:cNvGrpSpPr/>
          <p:nvPr/>
        </p:nvGrpSpPr>
        <p:grpSpPr>
          <a:xfrm>
            <a:off x="4629880" y="4842117"/>
            <a:ext cx="204747" cy="204746"/>
            <a:chOff x="8869160" y="1569887"/>
            <a:chExt cx="350195" cy="350196"/>
          </a:xfrm>
        </p:grpSpPr>
        <p:sp>
          <p:nvSpPr>
            <p:cNvPr id="104" name="Rectangle 103">
              <a:extLst>
                <a:ext uri="{FF2B5EF4-FFF2-40B4-BE49-F238E27FC236}">
                  <a16:creationId xmlns:a16="http://schemas.microsoft.com/office/drawing/2014/main" id="{A5DD5D0D-D62F-544E-2AAE-DC460EBADC68}"/>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5" name="Isosceles Triangle 104">
              <a:extLst>
                <a:ext uri="{FF2B5EF4-FFF2-40B4-BE49-F238E27FC236}">
                  <a16:creationId xmlns:a16="http://schemas.microsoft.com/office/drawing/2014/main" id="{604B8574-A5E3-A39F-B372-A4DE554D7DA1}"/>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92" name="Group 491">
            <a:extLst>
              <a:ext uri="{FF2B5EF4-FFF2-40B4-BE49-F238E27FC236}">
                <a16:creationId xmlns:a16="http://schemas.microsoft.com/office/drawing/2014/main" id="{292E6B3D-13E9-5A77-EC36-789447FDD9FB}"/>
              </a:ext>
            </a:extLst>
          </p:cNvPr>
          <p:cNvGrpSpPr/>
          <p:nvPr/>
        </p:nvGrpSpPr>
        <p:grpSpPr>
          <a:xfrm>
            <a:off x="3895887" y="4604102"/>
            <a:ext cx="704218" cy="1852733"/>
            <a:chOff x="3335858" y="4610571"/>
            <a:chExt cx="534966" cy="1852733"/>
          </a:xfrm>
        </p:grpSpPr>
        <p:sp>
          <p:nvSpPr>
            <p:cNvPr id="9" name="TextBox 8">
              <a:extLst>
                <a:ext uri="{FF2B5EF4-FFF2-40B4-BE49-F238E27FC236}">
                  <a16:creationId xmlns:a16="http://schemas.microsoft.com/office/drawing/2014/main" id="{1D0037AD-C71A-069D-756C-AA05D2C3AF1A}"/>
                </a:ext>
              </a:extLst>
            </p:cNvPr>
            <p:cNvSpPr txBox="1"/>
            <p:nvPr/>
          </p:nvSpPr>
          <p:spPr>
            <a:xfrm>
              <a:off x="3335858" y="6274582"/>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35" name="TextBox 34">
              <a:extLst>
                <a:ext uri="{FF2B5EF4-FFF2-40B4-BE49-F238E27FC236}">
                  <a16:creationId xmlns:a16="http://schemas.microsoft.com/office/drawing/2014/main" id="{1E4E56D9-F53F-409E-5E49-D8D8E0E73B66}"/>
                </a:ext>
              </a:extLst>
            </p:cNvPr>
            <p:cNvSpPr txBox="1"/>
            <p:nvPr/>
          </p:nvSpPr>
          <p:spPr>
            <a:xfrm>
              <a:off x="3335858" y="6035023"/>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48" name="TextBox 47">
              <a:extLst>
                <a:ext uri="{FF2B5EF4-FFF2-40B4-BE49-F238E27FC236}">
                  <a16:creationId xmlns:a16="http://schemas.microsoft.com/office/drawing/2014/main" id="{F481DB66-BCB5-ECF0-76C5-3A7150D22DF1}"/>
                </a:ext>
              </a:extLst>
            </p:cNvPr>
            <p:cNvSpPr txBox="1"/>
            <p:nvPr/>
          </p:nvSpPr>
          <p:spPr>
            <a:xfrm>
              <a:off x="3335858" y="580135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61" name="TextBox 60">
              <a:extLst>
                <a:ext uri="{FF2B5EF4-FFF2-40B4-BE49-F238E27FC236}">
                  <a16:creationId xmlns:a16="http://schemas.microsoft.com/office/drawing/2014/main" id="{EB7D4B2B-4B20-D5F4-D231-EA50F8C61962}"/>
                </a:ext>
              </a:extLst>
            </p:cNvPr>
            <p:cNvSpPr txBox="1"/>
            <p:nvPr/>
          </p:nvSpPr>
          <p:spPr>
            <a:xfrm>
              <a:off x="3335858" y="5561794"/>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74" name="TextBox 73">
              <a:extLst>
                <a:ext uri="{FF2B5EF4-FFF2-40B4-BE49-F238E27FC236}">
                  <a16:creationId xmlns:a16="http://schemas.microsoft.com/office/drawing/2014/main" id="{8CE41AAA-F9D7-C853-8E38-7238AE3AE9D7}"/>
                </a:ext>
              </a:extLst>
            </p:cNvPr>
            <p:cNvSpPr txBox="1"/>
            <p:nvPr/>
          </p:nvSpPr>
          <p:spPr>
            <a:xfrm>
              <a:off x="3335858" y="532335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87" name="TextBox 86">
              <a:extLst>
                <a:ext uri="{FF2B5EF4-FFF2-40B4-BE49-F238E27FC236}">
                  <a16:creationId xmlns:a16="http://schemas.microsoft.com/office/drawing/2014/main" id="{5858EDE3-60BA-5E98-212C-6B58A611FE42}"/>
                </a:ext>
              </a:extLst>
            </p:cNvPr>
            <p:cNvSpPr txBox="1"/>
            <p:nvPr/>
          </p:nvSpPr>
          <p:spPr>
            <a:xfrm>
              <a:off x="3335858" y="5083799"/>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00" name="TextBox 99">
              <a:extLst>
                <a:ext uri="{FF2B5EF4-FFF2-40B4-BE49-F238E27FC236}">
                  <a16:creationId xmlns:a16="http://schemas.microsoft.com/office/drawing/2014/main" id="{B6857AD3-362C-CBCD-64A3-88B02FE3954E}"/>
                </a:ext>
              </a:extLst>
            </p:cNvPr>
            <p:cNvSpPr txBox="1"/>
            <p:nvPr/>
          </p:nvSpPr>
          <p:spPr>
            <a:xfrm>
              <a:off x="3335858" y="4850130"/>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sp>
          <p:nvSpPr>
            <p:cNvPr id="113" name="TextBox 112">
              <a:extLst>
                <a:ext uri="{FF2B5EF4-FFF2-40B4-BE49-F238E27FC236}">
                  <a16:creationId xmlns:a16="http://schemas.microsoft.com/office/drawing/2014/main" id="{625FFB93-1BFB-79CC-8983-71672F8ED065}"/>
                </a:ext>
              </a:extLst>
            </p:cNvPr>
            <p:cNvSpPr txBox="1"/>
            <p:nvPr/>
          </p:nvSpPr>
          <p:spPr>
            <a:xfrm>
              <a:off x="3335858" y="4610571"/>
              <a:ext cx="534966" cy="188722"/>
            </a:xfrm>
            <a:prstGeom prst="rect">
              <a:avLst/>
            </a:prstGeom>
            <a:noFill/>
            <a:ln w="25400">
              <a:solidFill>
                <a:srgbClr val="FF0000"/>
              </a:solidFill>
              <a:headEnd type="none" w="med" len="med"/>
              <a:tailEnd type="none" w="med" len="med"/>
            </a:ln>
          </p:spPr>
          <p:txBody>
            <a:bodyPr wrap="none" rtlCol="0" anchor="ctr" anchorCtr="1">
              <a:noAutofit/>
            </a:bodyPr>
            <a:lstStyle/>
            <a:p>
              <a:r>
                <a:rPr lang="en-US" sz="1400" dirty="0"/>
                <a:t>ROM</a:t>
              </a:r>
            </a:p>
          </p:txBody>
        </p:sp>
      </p:grpSp>
      <p:grpSp>
        <p:nvGrpSpPr>
          <p:cNvPr id="114" name="Group 113">
            <a:extLst>
              <a:ext uri="{FF2B5EF4-FFF2-40B4-BE49-F238E27FC236}">
                <a16:creationId xmlns:a16="http://schemas.microsoft.com/office/drawing/2014/main" id="{EA4783F5-093B-0D13-4783-F60876887A14}"/>
              </a:ext>
            </a:extLst>
          </p:cNvPr>
          <p:cNvGrpSpPr/>
          <p:nvPr/>
        </p:nvGrpSpPr>
        <p:grpSpPr>
          <a:xfrm>
            <a:off x="4629880" y="4602558"/>
            <a:ext cx="204747" cy="204746"/>
            <a:chOff x="8869160" y="1569887"/>
            <a:chExt cx="350195" cy="350196"/>
          </a:xfrm>
        </p:grpSpPr>
        <p:sp>
          <p:nvSpPr>
            <p:cNvPr id="117" name="Rectangle 116">
              <a:extLst>
                <a:ext uri="{FF2B5EF4-FFF2-40B4-BE49-F238E27FC236}">
                  <a16:creationId xmlns:a16="http://schemas.microsoft.com/office/drawing/2014/main" id="{6DCD2CC1-CE4C-F2DA-A31A-0B122538E3D5}"/>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18" name="Isosceles Triangle 117">
              <a:extLst>
                <a:ext uri="{FF2B5EF4-FFF2-40B4-BE49-F238E27FC236}">
                  <a16:creationId xmlns:a16="http://schemas.microsoft.com/office/drawing/2014/main" id="{05AA4D51-AC16-881B-89C0-8BB1B49C701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44" name="Group 243">
            <a:extLst>
              <a:ext uri="{FF2B5EF4-FFF2-40B4-BE49-F238E27FC236}">
                <a16:creationId xmlns:a16="http://schemas.microsoft.com/office/drawing/2014/main" id="{2A6E34E0-D8C9-F7E4-DEB8-AFBE1F624C0F}"/>
              </a:ext>
            </a:extLst>
          </p:cNvPr>
          <p:cNvGrpSpPr/>
          <p:nvPr/>
        </p:nvGrpSpPr>
        <p:grpSpPr>
          <a:xfrm>
            <a:off x="4834627" y="4704932"/>
            <a:ext cx="2149727" cy="1664012"/>
            <a:chOff x="5080167" y="4806536"/>
            <a:chExt cx="769657" cy="1664012"/>
          </a:xfrm>
        </p:grpSpPr>
        <p:cxnSp>
          <p:nvCxnSpPr>
            <p:cNvPr id="14" name="Straight Arrow Connector 13">
              <a:extLst>
                <a:ext uri="{FF2B5EF4-FFF2-40B4-BE49-F238E27FC236}">
                  <a16:creationId xmlns:a16="http://schemas.microsoft.com/office/drawing/2014/main" id="{E62BABFD-6F62-2BDB-6775-FD407E620E5A}"/>
                </a:ext>
              </a:extLst>
            </p:cNvPr>
            <p:cNvCxnSpPr>
              <a:cxnSpLocks/>
            </p:cNvCxnSpPr>
            <p:nvPr/>
          </p:nvCxnSpPr>
          <p:spPr>
            <a:xfrm>
              <a:off x="5080167" y="6470547"/>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548C96B-F992-3F8E-53D8-641B29562D5D}"/>
                </a:ext>
              </a:extLst>
            </p:cNvPr>
            <p:cNvCxnSpPr>
              <a:cxnSpLocks/>
            </p:cNvCxnSpPr>
            <p:nvPr/>
          </p:nvCxnSpPr>
          <p:spPr>
            <a:xfrm>
              <a:off x="5080167" y="6230988"/>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8A9259AB-F3C1-9757-2AE4-438525C1E378}"/>
                </a:ext>
              </a:extLst>
            </p:cNvPr>
            <p:cNvCxnSpPr>
              <a:cxnSpLocks/>
            </p:cNvCxnSpPr>
            <p:nvPr/>
          </p:nvCxnSpPr>
          <p:spPr>
            <a:xfrm>
              <a:off x="5080167" y="599731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CA47AA4-7AE3-7AB1-423D-E14F7D4B454F}"/>
                </a:ext>
              </a:extLst>
            </p:cNvPr>
            <p:cNvCxnSpPr>
              <a:cxnSpLocks/>
            </p:cNvCxnSpPr>
            <p:nvPr/>
          </p:nvCxnSpPr>
          <p:spPr>
            <a:xfrm>
              <a:off x="5080167" y="5757759"/>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89958931-77DD-B658-DC03-4417E373CF57}"/>
                </a:ext>
              </a:extLst>
            </p:cNvPr>
            <p:cNvCxnSpPr>
              <a:cxnSpLocks/>
            </p:cNvCxnSpPr>
            <p:nvPr/>
          </p:nvCxnSpPr>
          <p:spPr>
            <a:xfrm>
              <a:off x="5080167" y="551932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C92FB86F-4205-56E2-1895-1535AD8F9C4E}"/>
                </a:ext>
              </a:extLst>
            </p:cNvPr>
            <p:cNvCxnSpPr>
              <a:cxnSpLocks/>
            </p:cNvCxnSpPr>
            <p:nvPr/>
          </p:nvCxnSpPr>
          <p:spPr>
            <a:xfrm>
              <a:off x="5080167" y="5279764"/>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7865B08B-2F47-5365-0D1C-D455BF25AB69}"/>
                </a:ext>
              </a:extLst>
            </p:cNvPr>
            <p:cNvCxnSpPr>
              <a:cxnSpLocks/>
            </p:cNvCxnSpPr>
            <p:nvPr/>
          </p:nvCxnSpPr>
          <p:spPr>
            <a:xfrm>
              <a:off x="5080167" y="5046095"/>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4AC0FDDA-1039-CE9F-48C7-BA5D30AEA1D4}"/>
                </a:ext>
              </a:extLst>
            </p:cNvPr>
            <p:cNvCxnSpPr>
              <a:cxnSpLocks/>
            </p:cNvCxnSpPr>
            <p:nvPr/>
          </p:nvCxnSpPr>
          <p:spPr>
            <a:xfrm>
              <a:off x="5080167" y="4806536"/>
              <a:ext cx="769657"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24" name="Group 223">
            <a:extLst>
              <a:ext uri="{FF2B5EF4-FFF2-40B4-BE49-F238E27FC236}">
                <a16:creationId xmlns:a16="http://schemas.microsoft.com/office/drawing/2014/main" id="{5A2122D3-E382-D79F-6D03-10B0F95C5F80}"/>
              </a:ext>
            </a:extLst>
          </p:cNvPr>
          <p:cNvGrpSpPr/>
          <p:nvPr/>
        </p:nvGrpSpPr>
        <p:grpSpPr>
          <a:xfrm>
            <a:off x="4360340" y="969398"/>
            <a:ext cx="204747" cy="204746"/>
            <a:chOff x="8869160" y="1569887"/>
            <a:chExt cx="350195" cy="350196"/>
          </a:xfrm>
        </p:grpSpPr>
        <p:sp>
          <p:nvSpPr>
            <p:cNvPr id="239" name="Rectangle 238">
              <a:extLst>
                <a:ext uri="{FF2B5EF4-FFF2-40B4-BE49-F238E27FC236}">
                  <a16:creationId xmlns:a16="http://schemas.microsoft.com/office/drawing/2014/main" id="{5AD15F83-3C24-795B-7C65-BC5646B1E46C}"/>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40" name="Isosceles Triangle 239">
              <a:extLst>
                <a:ext uri="{FF2B5EF4-FFF2-40B4-BE49-F238E27FC236}">
                  <a16:creationId xmlns:a16="http://schemas.microsoft.com/office/drawing/2014/main" id="{579AAB04-5085-0EDF-B83C-F7718E44314D}"/>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26" name="Straight Arrow Connector 225">
            <a:extLst>
              <a:ext uri="{FF2B5EF4-FFF2-40B4-BE49-F238E27FC236}">
                <a16:creationId xmlns:a16="http://schemas.microsoft.com/office/drawing/2014/main" id="{06762449-BA3B-EC45-E451-7E517BF0F117}"/>
              </a:ext>
            </a:extLst>
          </p:cNvPr>
          <p:cNvCxnSpPr>
            <a:cxnSpLocks/>
            <a:stCxn id="239" idx="3"/>
          </p:cNvCxnSpPr>
          <p:nvPr/>
        </p:nvCxnSpPr>
        <p:spPr>
          <a:xfrm>
            <a:off x="4565087" y="1071771"/>
            <a:ext cx="2419267" cy="52370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28" name="Group 227">
            <a:extLst>
              <a:ext uri="{FF2B5EF4-FFF2-40B4-BE49-F238E27FC236}">
                <a16:creationId xmlns:a16="http://schemas.microsoft.com/office/drawing/2014/main" id="{4C64A411-9C47-B1D0-E229-9A077484AF16}"/>
              </a:ext>
            </a:extLst>
          </p:cNvPr>
          <p:cNvGrpSpPr/>
          <p:nvPr/>
        </p:nvGrpSpPr>
        <p:grpSpPr>
          <a:xfrm>
            <a:off x="4360340" y="735729"/>
            <a:ext cx="204747" cy="204746"/>
            <a:chOff x="8869160" y="1569887"/>
            <a:chExt cx="350195" cy="350196"/>
          </a:xfrm>
        </p:grpSpPr>
        <p:sp>
          <p:nvSpPr>
            <p:cNvPr id="237" name="Rectangle 236">
              <a:extLst>
                <a:ext uri="{FF2B5EF4-FFF2-40B4-BE49-F238E27FC236}">
                  <a16:creationId xmlns:a16="http://schemas.microsoft.com/office/drawing/2014/main" id="{1E4BD35B-1B57-CBB8-84E2-6F3DE3671C81}"/>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8" name="Isosceles Triangle 237">
              <a:extLst>
                <a:ext uri="{FF2B5EF4-FFF2-40B4-BE49-F238E27FC236}">
                  <a16:creationId xmlns:a16="http://schemas.microsoft.com/office/drawing/2014/main" id="{505D3B12-D919-5A52-28B3-C961230BD94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230" name="Straight Arrow Connector 229">
            <a:extLst>
              <a:ext uri="{FF2B5EF4-FFF2-40B4-BE49-F238E27FC236}">
                <a16:creationId xmlns:a16="http://schemas.microsoft.com/office/drawing/2014/main" id="{4FF1FA46-AA69-9A11-6BCD-80E75E3D1D7E}"/>
              </a:ext>
            </a:extLst>
          </p:cNvPr>
          <p:cNvCxnSpPr>
            <a:cxnSpLocks/>
            <a:stCxn id="237" idx="3"/>
          </p:cNvCxnSpPr>
          <p:nvPr/>
        </p:nvCxnSpPr>
        <p:spPr>
          <a:xfrm>
            <a:off x="4565087" y="838102"/>
            <a:ext cx="2419267" cy="17770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3" name="TextBox 222">
            <a:extLst>
              <a:ext uri="{FF2B5EF4-FFF2-40B4-BE49-F238E27FC236}">
                <a16:creationId xmlns:a16="http://schemas.microsoft.com/office/drawing/2014/main" id="{2F3427A9-9D1B-AB79-7D83-B757E38C9AF4}"/>
              </a:ext>
            </a:extLst>
          </p:cNvPr>
          <p:cNvSpPr txBox="1"/>
          <p:nvPr/>
        </p:nvSpPr>
        <p:spPr>
          <a:xfrm>
            <a:off x="1732042" y="992909"/>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27" name="TextBox 226">
            <a:extLst>
              <a:ext uri="{FF2B5EF4-FFF2-40B4-BE49-F238E27FC236}">
                <a16:creationId xmlns:a16="http://schemas.microsoft.com/office/drawing/2014/main" id="{FC9CA5E3-96B9-74CB-2D38-2241B0F45AE8}"/>
              </a:ext>
            </a:extLst>
          </p:cNvPr>
          <p:cNvSpPr txBox="1"/>
          <p:nvPr/>
        </p:nvSpPr>
        <p:spPr>
          <a:xfrm>
            <a:off x="1732042" y="759240"/>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sp>
        <p:nvSpPr>
          <p:cNvPr id="231" name="TextBox 230">
            <a:extLst>
              <a:ext uri="{FF2B5EF4-FFF2-40B4-BE49-F238E27FC236}">
                <a16:creationId xmlns:a16="http://schemas.microsoft.com/office/drawing/2014/main" id="{2CAF2AA8-E095-F263-DE2E-D262259A9F15}"/>
              </a:ext>
            </a:extLst>
          </p:cNvPr>
          <p:cNvSpPr txBox="1"/>
          <p:nvPr/>
        </p:nvSpPr>
        <p:spPr>
          <a:xfrm>
            <a:off x="1732042" y="519681"/>
            <a:ext cx="1821732" cy="188722"/>
          </a:xfrm>
          <a:prstGeom prst="rect">
            <a:avLst/>
          </a:prstGeom>
          <a:noFill/>
          <a:ln w="25400">
            <a:solidFill>
              <a:srgbClr val="00B050"/>
            </a:solidFill>
            <a:headEnd type="none" w="med" len="med"/>
            <a:tailEnd type="none" w="med" len="med"/>
          </a:ln>
        </p:spPr>
        <p:txBody>
          <a:bodyPr wrap="none" rtlCol="0" anchor="ctr" anchorCtr="1">
            <a:noAutofit/>
          </a:bodyPr>
          <a:lstStyle/>
          <a:p>
            <a:r>
              <a:rPr lang="en-US" sz="1400" dirty="0"/>
              <a:t>TDP RAM</a:t>
            </a:r>
          </a:p>
        </p:txBody>
      </p:sp>
      <p:grpSp>
        <p:nvGrpSpPr>
          <p:cNvPr id="232" name="Group 231">
            <a:extLst>
              <a:ext uri="{FF2B5EF4-FFF2-40B4-BE49-F238E27FC236}">
                <a16:creationId xmlns:a16="http://schemas.microsoft.com/office/drawing/2014/main" id="{AAB91D3D-F1B5-79CD-E1EE-254117C71EAF}"/>
              </a:ext>
            </a:extLst>
          </p:cNvPr>
          <p:cNvGrpSpPr/>
          <p:nvPr/>
        </p:nvGrpSpPr>
        <p:grpSpPr>
          <a:xfrm>
            <a:off x="4360340" y="496170"/>
            <a:ext cx="204747" cy="204746"/>
            <a:chOff x="8869160" y="1569887"/>
            <a:chExt cx="350195" cy="350196"/>
          </a:xfrm>
        </p:grpSpPr>
        <p:sp>
          <p:nvSpPr>
            <p:cNvPr id="235" name="Rectangle 234">
              <a:extLst>
                <a:ext uri="{FF2B5EF4-FFF2-40B4-BE49-F238E27FC236}">
                  <a16:creationId xmlns:a16="http://schemas.microsoft.com/office/drawing/2014/main" id="{4009AC3F-6436-C9B8-1271-D7B791B05DC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36" name="Isosceles Triangle 235">
              <a:extLst>
                <a:ext uri="{FF2B5EF4-FFF2-40B4-BE49-F238E27FC236}">
                  <a16:creationId xmlns:a16="http://schemas.microsoft.com/office/drawing/2014/main" id="{0E0687A4-C4B0-3EB8-0A36-C4AAA2F26FA2}"/>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361" name="Group 360">
            <a:extLst>
              <a:ext uri="{FF2B5EF4-FFF2-40B4-BE49-F238E27FC236}">
                <a16:creationId xmlns:a16="http://schemas.microsoft.com/office/drawing/2014/main" id="{38B74B5C-1BA5-08BF-BA72-9CC55DA369AA}"/>
              </a:ext>
            </a:extLst>
          </p:cNvPr>
          <p:cNvGrpSpPr/>
          <p:nvPr/>
        </p:nvGrpSpPr>
        <p:grpSpPr>
          <a:xfrm>
            <a:off x="4110351" y="598544"/>
            <a:ext cx="249992" cy="473228"/>
            <a:chOff x="3059423" y="700148"/>
            <a:chExt cx="166389" cy="473228"/>
          </a:xfrm>
        </p:grpSpPr>
        <p:cxnSp>
          <p:nvCxnSpPr>
            <p:cNvPr id="225" name="Straight Arrow Connector 224">
              <a:extLst>
                <a:ext uri="{FF2B5EF4-FFF2-40B4-BE49-F238E27FC236}">
                  <a16:creationId xmlns:a16="http://schemas.microsoft.com/office/drawing/2014/main" id="{D1D9452B-0BE2-1B80-1F72-E34FAC1B11C8}"/>
                </a:ext>
              </a:extLst>
            </p:cNvPr>
            <p:cNvCxnSpPr>
              <a:cxnSpLocks/>
            </p:cNvCxnSpPr>
            <p:nvPr/>
          </p:nvCxnSpPr>
          <p:spPr>
            <a:xfrm>
              <a:off x="3059423" y="1173376"/>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9" name="Straight Arrow Connector 228">
              <a:extLst>
                <a:ext uri="{FF2B5EF4-FFF2-40B4-BE49-F238E27FC236}">
                  <a16:creationId xmlns:a16="http://schemas.microsoft.com/office/drawing/2014/main" id="{3A585736-BF26-42DF-01AE-55A66628C39D}"/>
                </a:ext>
              </a:extLst>
            </p:cNvPr>
            <p:cNvCxnSpPr>
              <a:cxnSpLocks/>
            </p:cNvCxnSpPr>
            <p:nvPr/>
          </p:nvCxnSpPr>
          <p:spPr>
            <a:xfrm>
              <a:off x="3059423" y="939707"/>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33" name="Straight Arrow Connector 232">
              <a:extLst>
                <a:ext uri="{FF2B5EF4-FFF2-40B4-BE49-F238E27FC236}">
                  <a16:creationId xmlns:a16="http://schemas.microsoft.com/office/drawing/2014/main" id="{7EC7E120-043F-49D6-9AA2-8E56149A454B}"/>
                </a:ext>
              </a:extLst>
            </p:cNvPr>
            <p:cNvCxnSpPr>
              <a:cxnSpLocks/>
            </p:cNvCxnSpPr>
            <p:nvPr/>
          </p:nvCxnSpPr>
          <p:spPr>
            <a:xfrm>
              <a:off x="3059423" y="700148"/>
              <a:ext cx="166389" cy="0"/>
            </a:xfrm>
            <a:prstGeom prst="straightConnector1">
              <a:avLst/>
            </a:prstGeom>
            <a:ln w="31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9074D2C1-81AD-D11C-5125-FBE25C764CF7}"/>
              </a:ext>
            </a:extLst>
          </p:cNvPr>
          <p:cNvCxnSpPr>
            <a:cxnSpLocks/>
            <a:stCxn id="235" idx="3"/>
          </p:cNvCxnSpPr>
          <p:nvPr/>
        </p:nvCxnSpPr>
        <p:spPr>
          <a:xfrm>
            <a:off x="4565087" y="598543"/>
            <a:ext cx="2419267" cy="301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Straight Arrow Connector 245">
            <a:extLst>
              <a:ext uri="{FF2B5EF4-FFF2-40B4-BE49-F238E27FC236}">
                <a16:creationId xmlns:a16="http://schemas.microsoft.com/office/drawing/2014/main" id="{42A5C040-5CDB-4B2D-D996-947FFC2CB452}"/>
              </a:ext>
            </a:extLst>
          </p:cNvPr>
          <p:cNvCxnSpPr>
            <a:cxnSpLocks/>
            <a:stCxn id="11" idx="3"/>
          </p:cNvCxnSpPr>
          <p:nvPr/>
        </p:nvCxnSpPr>
        <p:spPr>
          <a:xfrm flipV="1">
            <a:off x="4834627" y="4321231"/>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Straight Arrow Connector 246">
            <a:extLst>
              <a:ext uri="{FF2B5EF4-FFF2-40B4-BE49-F238E27FC236}">
                <a16:creationId xmlns:a16="http://schemas.microsoft.com/office/drawing/2014/main" id="{D3C14F7B-FA4C-6005-9BCA-E0657673E128}"/>
              </a:ext>
            </a:extLst>
          </p:cNvPr>
          <p:cNvCxnSpPr>
            <a:cxnSpLocks/>
            <a:stCxn id="39" idx="3"/>
          </p:cNvCxnSpPr>
          <p:nvPr/>
        </p:nvCxnSpPr>
        <p:spPr>
          <a:xfrm flipV="1">
            <a:off x="4834627" y="4081672"/>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B0FD50E2-EC5A-5DFE-A7A2-95CA866EBE76}"/>
              </a:ext>
            </a:extLst>
          </p:cNvPr>
          <p:cNvCxnSpPr>
            <a:cxnSpLocks/>
            <a:stCxn id="52" idx="3"/>
          </p:cNvCxnSpPr>
          <p:nvPr/>
        </p:nvCxnSpPr>
        <p:spPr>
          <a:xfrm flipV="1">
            <a:off x="4834627" y="384800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Straight Arrow Connector 248">
            <a:extLst>
              <a:ext uri="{FF2B5EF4-FFF2-40B4-BE49-F238E27FC236}">
                <a16:creationId xmlns:a16="http://schemas.microsoft.com/office/drawing/2014/main" id="{9DD44B6C-0899-D5EC-5C7C-4BFB11D62E74}"/>
              </a:ext>
            </a:extLst>
          </p:cNvPr>
          <p:cNvCxnSpPr>
            <a:cxnSpLocks/>
            <a:stCxn id="65" idx="3"/>
          </p:cNvCxnSpPr>
          <p:nvPr/>
        </p:nvCxnSpPr>
        <p:spPr>
          <a:xfrm flipV="1">
            <a:off x="4834627" y="3608443"/>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Straight Arrow Connector 249">
            <a:extLst>
              <a:ext uri="{FF2B5EF4-FFF2-40B4-BE49-F238E27FC236}">
                <a16:creationId xmlns:a16="http://schemas.microsoft.com/office/drawing/2014/main" id="{0767D76C-0453-CE8D-DCA5-A3129F373D64}"/>
              </a:ext>
            </a:extLst>
          </p:cNvPr>
          <p:cNvCxnSpPr>
            <a:cxnSpLocks/>
            <a:stCxn id="78" idx="3"/>
          </p:cNvCxnSpPr>
          <p:nvPr/>
        </p:nvCxnSpPr>
        <p:spPr>
          <a:xfrm flipV="1">
            <a:off x="4834627" y="337000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Straight Arrow Connector 250">
            <a:extLst>
              <a:ext uri="{FF2B5EF4-FFF2-40B4-BE49-F238E27FC236}">
                <a16:creationId xmlns:a16="http://schemas.microsoft.com/office/drawing/2014/main" id="{F30A797C-D514-6D41-1358-EC8046864F59}"/>
              </a:ext>
            </a:extLst>
          </p:cNvPr>
          <p:cNvCxnSpPr>
            <a:cxnSpLocks/>
            <a:stCxn id="91" idx="3"/>
          </p:cNvCxnSpPr>
          <p:nvPr/>
        </p:nvCxnSpPr>
        <p:spPr>
          <a:xfrm flipV="1">
            <a:off x="4834627" y="3130448"/>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2" name="Straight Arrow Connector 251">
            <a:extLst>
              <a:ext uri="{FF2B5EF4-FFF2-40B4-BE49-F238E27FC236}">
                <a16:creationId xmlns:a16="http://schemas.microsoft.com/office/drawing/2014/main" id="{66BCDEFA-AA3F-76F6-0E36-D6D5C25F913B}"/>
              </a:ext>
            </a:extLst>
          </p:cNvPr>
          <p:cNvCxnSpPr>
            <a:cxnSpLocks/>
            <a:stCxn id="104" idx="3"/>
          </p:cNvCxnSpPr>
          <p:nvPr/>
        </p:nvCxnSpPr>
        <p:spPr>
          <a:xfrm flipV="1">
            <a:off x="4834627" y="2896779"/>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3" name="Straight Arrow Connector 252">
            <a:extLst>
              <a:ext uri="{FF2B5EF4-FFF2-40B4-BE49-F238E27FC236}">
                <a16:creationId xmlns:a16="http://schemas.microsoft.com/office/drawing/2014/main" id="{F8073EA5-2FE8-DD0F-CD31-7892E5868AFE}"/>
              </a:ext>
            </a:extLst>
          </p:cNvPr>
          <p:cNvCxnSpPr>
            <a:cxnSpLocks/>
            <a:stCxn id="117" idx="3"/>
          </p:cNvCxnSpPr>
          <p:nvPr/>
        </p:nvCxnSpPr>
        <p:spPr>
          <a:xfrm flipV="1">
            <a:off x="4834627" y="2657220"/>
            <a:ext cx="2149727" cy="204771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Straight Arrow Connector 263">
            <a:extLst>
              <a:ext uri="{FF2B5EF4-FFF2-40B4-BE49-F238E27FC236}">
                <a16:creationId xmlns:a16="http://schemas.microsoft.com/office/drawing/2014/main" id="{629290D2-4DBC-E816-6C6E-9BEC352F965F}"/>
              </a:ext>
            </a:extLst>
          </p:cNvPr>
          <p:cNvCxnSpPr>
            <a:cxnSpLocks/>
            <a:stCxn id="239" idx="3"/>
          </p:cNvCxnSpPr>
          <p:nvPr/>
        </p:nvCxnSpPr>
        <p:spPr>
          <a:xfrm>
            <a:off x="4565087" y="1071771"/>
            <a:ext cx="2419267" cy="499744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6F5CCA27-E283-7442-91F4-667F46875009}"/>
              </a:ext>
            </a:extLst>
          </p:cNvPr>
          <p:cNvCxnSpPr>
            <a:cxnSpLocks/>
            <a:stCxn id="239" idx="3"/>
          </p:cNvCxnSpPr>
          <p:nvPr/>
        </p:nvCxnSpPr>
        <p:spPr>
          <a:xfrm>
            <a:off x="4565087" y="1071771"/>
            <a:ext cx="2419267" cy="476377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0" name="Straight Arrow Connector 269">
            <a:extLst>
              <a:ext uri="{FF2B5EF4-FFF2-40B4-BE49-F238E27FC236}">
                <a16:creationId xmlns:a16="http://schemas.microsoft.com/office/drawing/2014/main" id="{E7144257-F539-458A-993B-F15E075CF8D2}"/>
              </a:ext>
            </a:extLst>
          </p:cNvPr>
          <p:cNvCxnSpPr>
            <a:cxnSpLocks/>
            <a:stCxn id="239" idx="3"/>
          </p:cNvCxnSpPr>
          <p:nvPr/>
        </p:nvCxnSpPr>
        <p:spPr>
          <a:xfrm>
            <a:off x="4565087" y="1071771"/>
            <a:ext cx="2419267" cy="452421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D61CEAE0-417B-97E8-FC1A-57C263BC5856}"/>
              </a:ext>
            </a:extLst>
          </p:cNvPr>
          <p:cNvCxnSpPr>
            <a:cxnSpLocks/>
            <a:stCxn id="239" idx="3"/>
          </p:cNvCxnSpPr>
          <p:nvPr/>
        </p:nvCxnSpPr>
        <p:spPr>
          <a:xfrm>
            <a:off x="4565087" y="1071771"/>
            <a:ext cx="2419267" cy="428578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6" name="Straight Arrow Connector 275">
            <a:extLst>
              <a:ext uri="{FF2B5EF4-FFF2-40B4-BE49-F238E27FC236}">
                <a16:creationId xmlns:a16="http://schemas.microsoft.com/office/drawing/2014/main" id="{45EAA6D7-8FC5-99FC-424B-0A9CFFCFAE41}"/>
              </a:ext>
            </a:extLst>
          </p:cNvPr>
          <p:cNvCxnSpPr>
            <a:cxnSpLocks/>
            <a:stCxn id="239" idx="3"/>
          </p:cNvCxnSpPr>
          <p:nvPr/>
        </p:nvCxnSpPr>
        <p:spPr>
          <a:xfrm>
            <a:off x="4565087" y="1071771"/>
            <a:ext cx="2419267" cy="404622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Straight Arrow Connector 278">
            <a:extLst>
              <a:ext uri="{FF2B5EF4-FFF2-40B4-BE49-F238E27FC236}">
                <a16:creationId xmlns:a16="http://schemas.microsoft.com/office/drawing/2014/main" id="{5712FEBE-D338-808B-148D-AA5BBD6A35FC}"/>
              </a:ext>
            </a:extLst>
          </p:cNvPr>
          <p:cNvCxnSpPr>
            <a:cxnSpLocks/>
            <a:stCxn id="239" idx="3"/>
          </p:cNvCxnSpPr>
          <p:nvPr/>
        </p:nvCxnSpPr>
        <p:spPr>
          <a:xfrm>
            <a:off x="4565087" y="1071771"/>
            <a:ext cx="2419267" cy="381255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Straight Arrow Connector 281">
            <a:extLst>
              <a:ext uri="{FF2B5EF4-FFF2-40B4-BE49-F238E27FC236}">
                <a16:creationId xmlns:a16="http://schemas.microsoft.com/office/drawing/2014/main" id="{94C4C67F-BB53-90D1-EF97-54B81DA1A341}"/>
              </a:ext>
            </a:extLst>
          </p:cNvPr>
          <p:cNvCxnSpPr>
            <a:cxnSpLocks/>
            <a:stCxn id="239" idx="3"/>
          </p:cNvCxnSpPr>
          <p:nvPr/>
        </p:nvCxnSpPr>
        <p:spPr>
          <a:xfrm>
            <a:off x="4565087" y="1071771"/>
            <a:ext cx="2419267" cy="357299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Straight Arrow Connector 285">
            <a:extLst>
              <a:ext uri="{FF2B5EF4-FFF2-40B4-BE49-F238E27FC236}">
                <a16:creationId xmlns:a16="http://schemas.microsoft.com/office/drawing/2014/main" id="{CDBCE9D9-8688-EDCF-B2E9-5733D662ED3E}"/>
              </a:ext>
            </a:extLst>
          </p:cNvPr>
          <p:cNvCxnSpPr>
            <a:cxnSpLocks/>
            <a:stCxn id="11" idx="3"/>
          </p:cNvCxnSpPr>
          <p:nvPr/>
        </p:nvCxnSpPr>
        <p:spPr>
          <a:xfrm flipV="1">
            <a:off x="4834627" y="2308637"/>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Straight Arrow Connector 286">
            <a:extLst>
              <a:ext uri="{FF2B5EF4-FFF2-40B4-BE49-F238E27FC236}">
                <a16:creationId xmlns:a16="http://schemas.microsoft.com/office/drawing/2014/main" id="{68BEA299-807D-EAC1-62C0-A6E02476330F}"/>
              </a:ext>
            </a:extLst>
          </p:cNvPr>
          <p:cNvCxnSpPr>
            <a:cxnSpLocks/>
            <a:stCxn id="39" idx="3"/>
          </p:cNvCxnSpPr>
          <p:nvPr/>
        </p:nvCxnSpPr>
        <p:spPr>
          <a:xfrm flipV="1">
            <a:off x="4834627" y="2069078"/>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8" name="Straight Arrow Connector 287">
            <a:extLst>
              <a:ext uri="{FF2B5EF4-FFF2-40B4-BE49-F238E27FC236}">
                <a16:creationId xmlns:a16="http://schemas.microsoft.com/office/drawing/2014/main" id="{F39AED90-3636-B0AA-9F5E-057AB460D0F8}"/>
              </a:ext>
            </a:extLst>
          </p:cNvPr>
          <p:cNvCxnSpPr>
            <a:cxnSpLocks/>
            <a:stCxn id="52" idx="3"/>
          </p:cNvCxnSpPr>
          <p:nvPr/>
        </p:nvCxnSpPr>
        <p:spPr>
          <a:xfrm flipV="1">
            <a:off x="4834627" y="183540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9" name="Straight Arrow Connector 288">
            <a:extLst>
              <a:ext uri="{FF2B5EF4-FFF2-40B4-BE49-F238E27FC236}">
                <a16:creationId xmlns:a16="http://schemas.microsoft.com/office/drawing/2014/main" id="{3FF4FFA7-D4FE-45A3-E122-8B309DF13FF9}"/>
              </a:ext>
            </a:extLst>
          </p:cNvPr>
          <p:cNvCxnSpPr>
            <a:cxnSpLocks/>
            <a:stCxn id="65" idx="3"/>
          </p:cNvCxnSpPr>
          <p:nvPr/>
        </p:nvCxnSpPr>
        <p:spPr>
          <a:xfrm flipV="1">
            <a:off x="4834627" y="1595849"/>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0" name="Straight Arrow Connector 289">
            <a:extLst>
              <a:ext uri="{FF2B5EF4-FFF2-40B4-BE49-F238E27FC236}">
                <a16:creationId xmlns:a16="http://schemas.microsoft.com/office/drawing/2014/main" id="{FE4D654C-2036-95D6-BF17-00704BBEB913}"/>
              </a:ext>
            </a:extLst>
          </p:cNvPr>
          <p:cNvCxnSpPr>
            <a:cxnSpLocks/>
            <a:stCxn id="78" idx="3"/>
          </p:cNvCxnSpPr>
          <p:nvPr/>
        </p:nvCxnSpPr>
        <p:spPr>
          <a:xfrm flipV="1">
            <a:off x="4834627" y="135741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1" name="Straight Arrow Connector 290">
            <a:extLst>
              <a:ext uri="{FF2B5EF4-FFF2-40B4-BE49-F238E27FC236}">
                <a16:creationId xmlns:a16="http://schemas.microsoft.com/office/drawing/2014/main" id="{5FFC805E-13D3-33EB-C8A3-59CA2A7EA07E}"/>
              </a:ext>
            </a:extLst>
          </p:cNvPr>
          <p:cNvCxnSpPr>
            <a:cxnSpLocks/>
            <a:stCxn id="91" idx="3"/>
          </p:cNvCxnSpPr>
          <p:nvPr/>
        </p:nvCxnSpPr>
        <p:spPr>
          <a:xfrm flipV="1">
            <a:off x="4834627" y="1117854"/>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2" name="Straight Arrow Connector 291">
            <a:extLst>
              <a:ext uri="{FF2B5EF4-FFF2-40B4-BE49-F238E27FC236}">
                <a16:creationId xmlns:a16="http://schemas.microsoft.com/office/drawing/2014/main" id="{B8858AB6-4A4B-6BA8-302D-AC7726E94BBB}"/>
              </a:ext>
            </a:extLst>
          </p:cNvPr>
          <p:cNvCxnSpPr>
            <a:cxnSpLocks/>
            <a:stCxn id="104" idx="3"/>
          </p:cNvCxnSpPr>
          <p:nvPr/>
        </p:nvCxnSpPr>
        <p:spPr>
          <a:xfrm flipV="1">
            <a:off x="4834627" y="884185"/>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3" name="Straight Arrow Connector 292">
            <a:extLst>
              <a:ext uri="{FF2B5EF4-FFF2-40B4-BE49-F238E27FC236}">
                <a16:creationId xmlns:a16="http://schemas.microsoft.com/office/drawing/2014/main" id="{FFC96BBA-0240-8A10-1E6B-B151BBE9E7FA}"/>
              </a:ext>
            </a:extLst>
          </p:cNvPr>
          <p:cNvCxnSpPr>
            <a:cxnSpLocks/>
            <a:stCxn id="117" idx="3"/>
          </p:cNvCxnSpPr>
          <p:nvPr/>
        </p:nvCxnSpPr>
        <p:spPr>
          <a:xfrm flipV="1">
            <a:off x="4834627" y="644626"/>
            <a:ext cx="2149727" cy="4060305"/>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Straight Arrow Connector 310">
            <a:extLst>
              <a:ext uri="{FF2B5EF4-FFF2-40B4-BE49-F238E27FC236}">
                <a16:creationId xmlns:a16="http://schemas.microsoft.com/office/drawing/2014/main" id="{A0F613CF-5332-D962-C9D6-9DF1CABCEBF6}"/>
              </a:ext>
            </a:extLst>
          </p:cNvPr>
          <p:cNvCxnSpPr>
            <a:cxnSpLocks/>
            <a:stCxn id="235" idx="3"/>
          </p:cNvCxnSpPr>
          <p:nvPr/>
        </p:nvCxnSpPr>
        <p:spPr>
          <a:xfrm>
            <a:off x="4565087" y="598543"/>
            <a:ext cx="2419267" cy="242569"/>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Straight Arrow Connector 313">
            <a:extLst>
              <a:ext uri="{FF2B5EF4-FFF2-40B4-BE49-F238E27FC236}">
                <a16:creationId xmlns:a16="http://schemas.microsoft.com/office/drawing/2014/main" id="{69A8EC88-4DC2-1606-F6F1-88E459E6C3E3}"/>
              </a:ext>
            </a:extLst>
          </p:cNvPr>
          <p:cNvCxnSpPr>
            <a:cxnSpLocks/>
            <a:stCxn id="235" idx="3"/>
          </p:cNvCxnSpPr>
          <p:nvPr/>
        </p:nvCxnSpPr>
        <p:spPr>
          <a:xfrm>
            <a:off x="4565087" y="598543"/>
            <a:ext cx="2419267" cy="476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Straight Arrow Connector 316">
            <a:extLst>
              <a:ext uri="{FF2B5EF4-FFF2-40B4-BE49-F238E27FC236}">
                <a16:creationId xmlns:a16="http://schemas.microsoft.com/office/drawing/2014/main" id="{1D987915-42A1-E4A6-324B-9B989D8024B3}"/>
              </a:ext>
            </a:extLst>
          </p:cNvPr>
          <p:cNvCxnSpPr>
            <a:cxnSpLocks/>
            <a:stCxn id="235" idx="3"/>
          </p:cNvCxnSpPr>
          <p:nvPr/>
        </p:nvCxnSpPr>
        <p:spPr>
          <a:xfrm>
            <a:off x="4565087" y="598543"/>
            <a:ext cx="2419267" cy="715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0" name="Straight Arrow Connector 319">
            <a:extLst>
              <a:ext uri="{FF2B5EF4-FFF2-40B4-BE49-F238E27FC236}">
                <a16:creationId xmlns:a16="http://schemas.microsoft.com/office/drawing/2014/main" id="{92418723-9E31-3C03-40B2-913D61348BDC}"/>
              </a:ext>
            </a:extLst>
          </p:cNvPr>
          <p:cNvCxnSpPr>
            <a:cxnSpLocks/>
            <a:stCxn id="235" idx="3"/>
          </p:cNvCxnSpPr>
          <p:nvPr/>
        </p:nvCxnSpPr>
        <p:spPr>
          <a:xfrm>
            <a:off x="4565087" y="598543"/>
            <a:ext cx="2419267" cy="95423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3" name="Straight Arrow Connector 322">
            <a:extLst>
              <a:ext uri="{FF2B5EF4-FFF2-40B4-BE49-F238E27FC236}">
                <a16:creationId xmlns:a16="http://schemas.microsoft.com/office/drawing/2014/main" id="{122A93A8-AC42-D81C-1B4C-4D6F40F7C88A}"/>
              </a:ext>
            </a:extLst>
          </p:cNvPr>
          <p:cNvCxnSpPr>
            <a:cxnSpLocks/>
            <a:stCxn id="235" idx="3"/>
          </p:cNvCxnSpPr>
          <p:nvPr/>
        </p:nvCxnSpPr>
        <p:spPr>
          <a:xfrm>
            <a:off x="4565087" y="598543"/>
            <a:ext cx="2419267" cy="119379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6" name="Straight Arrow Connector 325">
            <a:extLst>
              <a:ext uri="{FF2B5EF4-FFF2-40B4-BE49-F238E27FC236}">
                <a16:creationId xmlns:a16="http://schemas.microsoft.com/office/drawing/2014/main" id="{0BDC0979-C34C-FFF6-F53D-CD59806679FF}"/>
              </a:ext>
            </a:extLst>
          </p:cNvPr>
          <p:cNvCxnSpPr>
            <a:cxnSpLocks/>
            <a:stCxn id="235" idx="3"/>
          </p:cNvCxnSpPr>
          <p:nvPr/>
        </p:nvCxnSpPr>
        <p:spPr>
          <a:xfrm>
            <a:off x="4565087" y="598543"/>
            <a:ext cx="2419267" cy="1427462"/>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9" name="Straight Arrow Connector 328">
            <a:extLst>
              <a:ext uri="{FF2B5EF4-FFF2-40B4-BE49-F238E27FC236}">
                <a16:creationId xmlns:a16="http://schemas.microsoft.com/office/drawing/2014/main" id="{B984BF58-1CB0-42A6-5CDA-3296CB8FFE54}"/>
              </a:ext>
            </a:extLst>
          </p:cNvPr>
          <p:cNvCxnSpPr>
            <a:cxnSpLocks/>
            <a:stCxn id="235" idx="3"/>
          </p:cNvCxnSpPr>
          <p:nvPr/>
        </p:nvCxnSpPr>
        <p:spPr>
          <a:xfrm>
            <a:off x="4565087" y="598543"/>
            <a:ext cx="2419267" cy="166702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2" name="Straight Arrow Connector 331">
            <a:extLst>
              <a:ext uri="{FF2B5EF4-FFF2-40B4-BE49-F238E27FC236}">
                <a16:creationId xmlns:a16="http://schemas.microsoft.com/office/drawing/2014/main" id="{E7567CD0-59E1-CFA6-7060-1731DF107FCC}"/>
              </a:ext>
            </a:extLst>
          </p:cNvPr>
          <p:cNvCxnSpPr>
            <a:cxnSpLocks/>
            <a:stCxn id="237" idx="3"/>
          </p:cNvCxnSpPr>
          <p:nvPr/>
        </p:nvCxnSpPr>
        <p:spPr>
          <a:xfrm>
            <a:off x="4565087" y="838102"/>
            <a:ext cx="2419267" cy="2016574"/>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5" name="Straight Arrow Connector 334">
            <a:extLst>
              <a:ext uri="{FF2B5EF4-FFF2-40B4-BE49-F238E27FC236}">
                <a16:creationId xmlns:a16="http://schemas.microsoft.com/office/drawing/2014/main" id="{8DC7F7B3-25DE-4188-0808-27EAA09C5190}"/>
              </a:ext>
            </a:extLst>
          </p:cNvPr>
          <p:cNvCxnSpPr>
            <a:cxnSpLocks/>
            <a:stCxn id="237" idx="3"/>
          </p:cNvCxnSpPr>
          <p:nvPr/>
        </p:nvCxnSpPr>
        <p:spPr>
          <a:xfrm>
            <a:off x="4565087" y="838102"/>
            <a:ext cx="2419267" cy="225024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8" name="Straight Arrow Connector 337">
            <a:extLst>
              <a:ext uri="{FF2B5EF4-FFF2-40B4-BE49-F238E27FC236}">
                <a16:creationId xmlns:a16="http://schemas.microsoft.com/office/drawing/2014/main" id="{A876A8FA-8B8A-0A5A-D638-2D4D150E2B7B}"/>
              </a:ext>
            </a:extLst>
          </p:cNvPr>
          <p:cNvCxnSpPr>
            <a:cxnSpLocks/>
            <a:stCxn id="237" idx="3"/>
          </p:cNvCxnSpPr>
          <p:nvPr/>
        </p:nvCxnSpPr>
        <p:spPr>
          <a:xfrm>
            <a:off x="4565087" y="838102"/>
            <a:ext cx="2419267" cy="2489803"/>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1" name="Straight Arrow Connector 340">
            <a:extLst>
              <a:ext uri="{FF2B5EF4-FFF2-40B4-BE49-F238E27FC236}">
                <a16:creationId xmlns:a16="http://schemas.microsoft.com/office/drawing/2014/main" id="{CB9392D0-36E3-BD0A-30BF-DB650E47707C}"/>
              </a:ext>
            </a:extLst>
          </p:cNvPr>
          <p:cNvCxnSpPr>
            <a:cxnSpLocks/>
            <a:stCxn id="237" idx="3"/>
          </p:cNvCxnSpPr>
          <p:nvPr/>
        </p:nvCxnSpPr>
        <p:spPr>
          <a:xfrm>
            <a:off x="4565087" y="838102"/>
            <a:ext cx="2419267" cy="272823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4" name="Straight Arrow Connector 343">
            <a:extLst>
              <a:ext uri="{FF2B5EF4-FFF2-40B4-BE49-F238E27FC236}">
                <a16:creationId xmlns:a16="http://schemas.microsoft.com/office/drawing/2014/main" id="{6DE8F0E1-0509-E21D-C708-8364B9E86CE0}"/>
              </a:ext>
            </a:extLst>
          </p:cNvPr>
          <p:cNvCxnSpPr>
            <a:cxnSpLocks/>
            <a:stCxn id="237" idx="3"/>
          </p:cNvCxnSpPr>
          <p:nvPr/>
        </p:nvCxnSpPr>
        <p:spPr>
          <a:xfrm>
            <a:off x="4565087" y="838102"/>
            <a:ext cx="2419267" cy="2967798"/>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7" name="Straight Arrow Connector 346">
            <a:extLst>
              <a:ext uri="{FF2B5EF4-FFF2-40B4-BE49-F238E27FC236}">
                <a16:creationId xmlns:a16="http://schemas.microsoft.com/office/drawing/2014/main" id="{79BED9F1-489D-9996-9D32-C88F4210F819}"/>
              </a:ext>
            </a:extLst>
          </p:cNvPr>
          <p:cNvCxnSpPr>
            <a:cxnSpLocks/>
            <a:stCxn id="237" idx="3"/>
          </p:cNvCxnSpPr>
          <p:nvPr/>
        </p:nvCxnSpPr>
        <p:spPr>
          <a:xfrm>
            <a:off x="4565087" y="838102"/>
            <a:ext cx="2419267" cy="3201467"/>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0" name="Straight Arrow Connector 349">
            <a:extLst>
              <a:ext uri="{FF2B5EF4-FFF2-40B4-BE49-F238E27FC236}">
                <a16:creationId xmlns:a16="http://schemas.microsoft.com/office/drawing/2014/main" id="{D1B9F1EE-0E25-D3AA-2816-F34276A054EE}"/>
              </a:ext>
            </a:extLst>
          </p:cNvPr>
          <p:cNvCxnSpPr>
            <a:cxnSpLocks/>
            <a:stCxn id="237" idx="3"/>
          </p:cNvCxnSpPr>
          <p:nvPr/>
        </p:nvCxnSpPr>
        <p:spPr>
          <a:xfrm>
            <a:off x="4565087" y="838102"/>
            <a:ext cx="2419267" cy="3441026"/>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0" name="Straight Arrow Connector 359">
            <a:extLst>
              <a:ext uri="{FF2B5EF4-FFF2-40B4-BE49-F238E27FC236}">
                <a16:creationId xmlns:a16="http://schemas.microsoft.com/office/drawing/2014/main" id="{0BD56104-09BF-E53A-1632-67A58B2A55BA}"/>
              </a:ext>
            </a:extLst>
          </p:cNvPr>
          <p:cNvCxnSpPr>
            <a:cxnSpLocks/>
          </p:cNvCxnSpPr>
          <p:nvPr/>
        </p:nvCxnSpPr>
        <p:spPr>
          <a:xfrm>
            <a:off x="430933" y="619665"/>
            <a:ext cx="1301109"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5" name="Connector: Elbow 364">
            <a:extLst>
              <a:ext uri="{FF2B5EF4-FFF2-40B4-BE49-F238E27FC236}">
                <a16:creationId xmlns:a16="http://schemas.microsoft.com/office/drawing/2014/main" id="{5562A6F2-0885-6231-3FD7-DDED2A65A064}"/>
              </a:ext>
            </a:extLst>
          </p:cNvPr>
          <p:cNvCxnSpPr>
            <a:endCxn id="223" idx="1"/>
          </p:cNvCxnSpPr>
          <p:nvPr/>
        </p:nvCxnSpPr>
        <p:spPr>
          <a:xfrm rot="16200000" flipH="1">
            <a:off x="1363180" y="718408"/>
            <a:ext cx="473712" cy="264012"/>
          </a:xfrm>
          <a:prstGeom prst="bentConnector2">
            <a:avLst/>
          </a:prstGeom>
          <a:ln w="19050">
            <a:tailEnd type="triangle"/>
          </a:ln>
        </p:spPr>
        <p:style>
          <a:lnRef idx="1">
            <a:schemeClr val="dk1"/>
          </a:lnRef>
          <a:fillRef idx="0">
            <a:schemeClr val="dk1"/>
          </a:fillRef>
          <a:effectRef idx="0">
            <a:schemeClr val="dk1"/>
          </a:effectRef>
          <a:fontRef idx="minor">
            <a:schemeClr val="tx1"/>
          </a:fontRef>
        </p:style>
      </p:cxnSp>
      <p:cxnSp>
        <p:nvCxnSpPr>
          <p:cNvPr id="367" name="Straight Arrow Connector 366">
            <a:extLst>
              <a:ext uri="{FF2B5EF4-FFF2-40B4-BE49-F238E27FC236}">
                <a16:creationId xmlns:a16="http://schemas.microsoft.com/office/drawing/2014/main" id="{B5A84407-2950-680B-C3B9-395A5B1B7323}"/>
              </a:ext>
            </a:extLst>
          </p:cNvPr>
          <p:cNvCxnSpPr>
            <a:endCxn id="227" idx="1"/>
          </p:cNvCxnSpPr>
          <p:nvPr/>
        </p:nvCxnSpPr>
        <p:spPr>
          <a:xfrm>
            <a:off x="1469233" y="853600"/>
            <a:ext cx="262809" cy="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7" name="Trapezoid 6">
            <a:extLst>
              <a:ext uri="{FF2B5EF4-FFF2-40B4-BE49-F238E27FC236}">
                <a16:creationId xmlns:a16="http://schemas.microsoft.com/office/drawing/2014/main" id="{9858F3DC-ED06-76DB-C560-C92712EECA59}"/>
              </a:ext>
            </a:extLst>
          </p:cNvPr>
          <p:cNvSpPr/>
          <p:nvPr/>
        </p:nvSpPr>
        <p:spPr>
          <a:xfrm rot="5400000">
            <a:off x="3923697" y="571081"/>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rapezoid 14">
            <a:extLst>
              <a:ext uri="{FF2B5EF4-FFF2-40B4-BE49-F238E27FC236}">
                <a16:creationId xmlns:a16="http://schemas.microsoft.com/office/drawing/2014/main" id="{FC0251C6-DD3F-6242-A6A5-63DE193DC686}"/>
              </a:ext>
            </a:extLst>
          </p:cNvPr>
          <p:cNvSpPr/>
          <p:nvPr/>
        </p:nvSpPr>
        <p:spPr>
          <a:xfrm rot="5400000">
            <a:off x="3923697" y="805072"/>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rapezoid 15">
            <a:extLst>
              <a:ext uri="{FF2B5EF4-FFF2-40B4-BE49-F238E27FC236}">
                <a16:creationId xmlns:a16="http://schemas.microsoft.com/office/drawing/2014/main" id="{56D96CF8-9E98-6955-EFB2-2AB4A161F6BC}"/>
              </a:ext>
            </a:extLst>
          </p:cNvPr>
          <p:cNvSpPr/>
          <p:nvPr/>
        </p:nvSpPr>
        <p:spPr>
          <a:xfrm rot="5400000">
            <a:off x="3923697" y="1039063"/>
            <a:ext cx="255282" cy="90040"/>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a:extLst>
              <a:ext uri="{FF2B5EF4-FFF2-40B4-BE49-F238E27FC236}">
                <a16:creationId xmlns:a16="http://schemas.microsoft.com/office/drawing/2014/main" id="{5DAB9FFA-A12A-CD8F-3A24-54B8FE42F8F3}"/>
              </a:ext>
            </a:extLst>
          </p:cNvPr>
          <p:cNvCxnSpPr>
            <a:cxnSpLocks/>
            <a:endCxn id="7" idx="2"/>
          </p:cNvCxnSpPr>
          <p:nvPr/>
        </p:nvCxnSpPr>
        <p:spPr>
          <a:xfrm>
            <a:off x="3770746" y="614042"/>
            <a:ext cx="235572" cy="2059"/>
          </a:xfrm>
          <a:prstGeom prst="line">
            <a:avLst/>
          </a:prstGeom>
          <a:ln w="19050"/>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85B40FEB-9EF6-D628-3F26-A5B294EEB60F}"/>
              </a:ext>
            </a:extLst>
          </p:cNvPr>
          <p:cNvCxnSpPr>
            <a:cxnSpLocks/>
            <a:endCxn id="15" idx="2"/>
          </p:cNvCxnSpPr>
          <p:nvPr/>
        </p:nvCxnSpPr>
        <p:spPr>
          <a:xfrm flipV="1">
            <a:off x="3770746" y="850092"/>
            <a:ext cx="235572" cy="3509"/>
          </a:xfrm>
          <a:prstGeom prst="line">
            <a:avLst/>
          </a:prstGeom>
          <a:ln w="1905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7ED013AE-4269-C730-3488-11293E3051AC}"/>
              </a:ext>
            </a:extLst>
          </p:cNvPr>
          <p:cNvCxnSpPr>
            <a:cxnSpLocks/>
            <a:endCxn id="16" idx="2"/>
          </p:cNvCxnSpPr>
          <p:nvPr/>
        </p:nvCxnSpPr>
        <p:spPr>
          <a:xfrm flipV="1">
            <a:off x="3770746" y="1084083"/>
            <a:ext cx="235572" cy="3187"/>
          </a:xfrm>
          <a:prstGeom prst="line">
            <a:avLst/>
          </a:prstGeom>
          <a:ln w="19050"/>
        </p:spPr>
        <p:style>
          <a:lnRef idx="1">
            <a:schemeClr val="dk1"/>
          </a:lnRef>
          <a:fillRef idx="0">
            <a:schemeClr val="dk1"/>
          </a:fillRef>
          <a:effectRef idx="0">
            <a:schemeClr val="dk1"/>
          </a:effectRef>
          <a:fontRef idx="minor">
            <a:schemeClr val="tx1"/>
          </a:fontRef>
        </p:style>
      </p:cxnSp>
      <p:grpSp>
        <p:nvGrpSpPr>
          <p:cNvPr id="26" name="Group 25">
            <a:extLst>
              <a:ext uri="{FF2B5EF4-FFF2-40B4-BE49-F238E27FC236}">
                <a16:creationId xmlns:a16="http://schemas.microsoft.com/office/drawing/2014/main" id="{142A44D5-691E-606C-4654-BEABB3CB8F1E}"/>
              </a:ext>
            </a:extLst>
          </p:cNvPr>
          <p:cNvGrpSpPr/>
          <p:nvPr/>
        </p:nvGrpSpPr>
        <p:grpSpPr>
          <a:xfrm>
            <a:off x="3568843" y="986437"/>
            <a:ext cx="204747" cy="204746"/>
            <a:chOff x="8869160" y="1569887"/>
            <a:chExt cx="350195" cy="350196"/>
          </a:xfrm>
        </p:grpSpPr>
        <p:sp>
          <p:nvSpPr>
            <p:cNvPr id="27" name="Rectangle 26">
              <a:extLst>
                <a:ext uri="{FF2B5EF4-FFF2-40B4-BE49-F238E27FC236}">
                  <a16:creationId xmlns:a16="http://schemas.microsoft.com/office/drawing/2014/main" id="{F555E196-98D2-1A9A-0366-025FA5CB80E7}"/>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28" name="Isosceles Triangle 27">
              <a:extLst>
                <a:ext uri="{FF2B5EF4-FFF2-40B4-BE49-F238E27FC236}">
                  <a16:creationId xmlns:a16="http://schemas.microsoft.com/office/drawing/2014/main" id="{66BA1FC2-32FE-9DFC-5E05-897AA2D21CAE}"/>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29" name="Group 28">
            <a:extLst>
              <a:ext uri="{FF2B5EF4-FFF2-40B4-BE49-F238E27FC236}">
                <a16:creationId xmlns:a16="http://schemas.microsoft.com/office/drawing/2014/main" id="{6D8ABF42-6F6A-5701-364D-D2694FF3B069}"/>
              </a:ext>
            </a:extLst>
          </p:cNvPr>
          <p:cNvGrpSpPr/>
          <p:nvPr/>
        </p:nvGrpSpPr>
        <p:grpSpPr>
          <a:xfrm>
            <a:off x="3568843" y="752768"/>
            <a:ext cx="204747" cy="204746"/>
            <a:chOff x="8869160" y="1569887"/>
            <a:chExt cx="350195" cy="350196"/>
          </a:xfrm>
        </p:grpSpPr>
        <p:sp>
          <p:nvSpPr>
            <p:cNvPr id="30" name="Rectangle 29">
              <a:extLst>
                <a:ext uri="{FF2B5EF4-FFF2-40B4-BE49-F238E27FC236}">
                  <a16:creationId xmlns:a16="http://schemas.microsoft.com/office/drawing/2014/main" id="{49A3164E-FF62-DE74-02E6-3C7093B49EAA}"/>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6" name="Isosceles Triangle 35">
              <a:extLst>
                <a:ext uri="{FF2B5EF4-FFF2-40B4-BE49-F238E27FC236}">
                  <a16:creationId xmlns:a16="http://schemas.microsoft.com/office/drawing/2014/main" id="{D16A24AF-1608-0804-7B07-133158D6C1B8}"/>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grpSp>
        <p:nvGrpSpPr>
          <p:cNvPr id="43" name="Group 42">
            <a:extLst>
              <a:ext uri="{FF2B5EF4-FFF2-40B4-BE49-F238E27FC236}">
                <a16:creationId xmlns:a16="http://schemas.microsoft.com/office/drawing/2014/main" id="{0903EF05-34F7-7BCB-9A5D-8BF50F42EFC3}"/>
              </a:ext>
            </a:extLst>
          </p:cNvPr>
          <p:cNvGrpSpPr/>
          <p:nvPr/>
        </p:nvGrpSpPr>
        <p:grpSpPr>
          <a:xfrm>
            <a:off x="3568843" y="513209"/>
            <a:ext cx="204747" cy="204746"/>
            <a:chOff x="8869160" y="1569887"/>
            <a:chExt cx="350195" cy="350196"/>
          </a:xfrm>
        </p:grpSpPr>
        <p:sp>
          <p:nvSpPr>
            <p:cNvPr id="49" name="Rectangle 48">
              <a:extLst>
                <a:ext uri="{FF2B5EF4-FFF2-40B4-BE49-F238E27FC236}">
                  <a16:creationId xmlns:a16="http://schemas.microsoft.com/office/drawing/2014/main" id="{2A3360E5-23D0-F85C-3BBF-1A0AC8851633}"/>
                </a:ext>
              </a:extLst>
            </p:cNvPr>
            <p:cNvSpPr/>
            <p:nvPr/>
          </p:nvSpPr>
          <p:spPr>
            <a:xfrm>
              <a:off x="8869160" y="1569887"/>
              <a:ext cx="350195" cy="350196"/>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56" name="Isosceles Triangle 55">
              <a:extLst>
                <a:ext uri="{FF2B5EF4-FFF2-40B4-BE49-F238E27FC236}">
                  <a16:creationId xmlns:a16="http://schemas.microsoft.com/office/drawing/2014/main" id="{E43FB7E9-CFED-992F-C7CF-660D6135A9F3}"/>
                </a:ext>
              </a:extLst>
            </p:cNvPr>
            <p:cNvSpPr/>
            <p:nvPr/>
          </p:nvSpPr>
          <p:spPr>
            <a:xfrm>
              <a:off x="8991161" y="1828531"/>
              <a:ext cx="106194" cy="91547"/>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grpSp>
      <p:cxnSp>
        <p:nvCxnSpPr>
          <p:cNvPr id="456" name="Straight Arrow Connector 455">
            <a:extLst>
              <a:ext uri="{FF2B5EF4-FFF2-40B4-BE49-F238E27FC236}">
                <a16:creationId xmlns:a16="http://schemas.microsoft.com/office/drawing/2014/main" id="{36398624-DD3A-D6D8-98A5-0369CE154A1A}"/>
              </a:ext>
            </a:extLst>
          </p:cNvPr>
          <p:cNvCxnSpPr>
            <a:cxnSpLocks/>
          </p:cNvCxnSpPr>
          <p:nvPr/>
        </p:nvCxnSpPr>
        <p:spPr>
          <a:xfrm flipV="1">
            <a:off x="8769302" y="228881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7" name="Straight Arrow Connector 456">
            <a:extLst>
              <a:ext uri="{FF2B5EF4-FFF2-40B4-BE49-F238E27FC236}">
                <a16:creationId xmlns:a16="http://schemas.microsoft.com/office/drawing/2014/main" id="{AF4FFB52-5777-4538-0505-88D43E92C403}"/>
              </a:ext>
            </a:extLst>
          </p:cNvPr>
          <p:cNvCxnSpPr>
            <a:cxnSpLocks/>
          </p:cNvCxnSpPr>
          <p:nvPr/>
        </p:nvCxnSpPr>
        <p:spPr>
          <a:xfrm flipV="1">
            <a:off x="8769302" y="204925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8" name="Straight Arrow Connector 457">
            <a:extLst>
              <a:ext uri="{FF2B5EF4-FFF2-40B4-BE49-F238E27FC236}">
                <a16:creationId xmlns:a16="http://schemas.microsoft.com/office/drawing/2014/main" id="{2EA2BDDE-D9B0-A6A9-4789-E699C43C0DAC}"/>
              </a:ext>
            </a:extLst>
          </p:cNvPr>
          <p:cNvCxnSpPr>
            <a:cxnSpLocks/>
          </p:cNvCxnSpPr>
          <p:nvPr/>
        </p:nvCxnSpPr>
        <p:spPr>
          <a:xfrm flipV="1">
            <a:off x="8769302" y="181558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9" name="Straight Arrow Connector 458">
            <a:extLst>
              <a:ext uri="{FF2B5EF4-FFF2-40B4-BE49-F238E27FC236}">
                <a16:creationId xmlns:a16="http://schemas.microsoft.com/office/drawing/2014/main" id="{782C744E-18B3-2CB4-38AD-7A3AB456FEAA}"/>
              </a:ext>
            </a:extLst>
          </p:cNvPr>
          <p:cNvCxnSpPr>
            <a:cxnSpLocks/>
          </p:cNvCxnSpPr>
          <p:nvPr/>
        </p:nvCxnSpPr>
        <p:spPr>
          <a:xfrm flipV="1">
            <a:off x="8769302" y="157602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0" name="Straight Arrow Connector 459">
            <a:extLst>
              <a:ext uri="{FF2B5EF4-FFF2-40B4-BE49-F238E27FC236}">
                <a16:creationId xmlns:a16="http://schemas.microsoft.com/office/drawing/2014/main" id="{67184E22-FFB9-6F54-A5A7-9C560CDAC49C}"/>
              </a:ext>
            </a:extLst>
          </p:cNvPr>
          <p:cNvCxnSpPr>
            <a:cxnSpLocks/>
          </p:cNvCxnSpPr>
          <p:nvPr/>
        </p:nvCxnSpPr>
        <p:spPr>
          <a:xfrm flipV="1">
            <a:off x="8769302" y="133758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1" name="Straight Arrow Connector 460">
            <a:extLst>
              <a:ext uri="{FF2B5EF4-FFF2-40B4-BE49-F238E27FC236}">
                <a16:creationId xmlns:a16="http://schemas.microsoft.com/office/drawing/2014/main" id="{AEB386D6-7178-4A44-4AFA-FF44EFF90C5A}"/>
              </a:ext>
            </a:extLst>
          </p:cNvPr>
          <p:cNvCxnSpPr>
            <a:cxnSpLocks/>
          </p:cNvCxnSpPr>
          <p:nvPr/>
        </p:nvCxnSpPr>
        <p:spPr>
          <a:xfrm flipV="1">
            <a:off x="8769302" y="10980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Straight Arrow Connector 461">
            <a:extLst>
              <a:ext uri="{FF2B5EF4-FFF2-40B4-BE49-F238E27FC236}">
                <a16:creationId xmlns:a16="http://schemas.microsoft.com/office/drawing/2014/main" id="{FCD0124F-7FFF-A17D-A189-F1EBEE6CB0A0}"/>
              </a:ext>
            </a:extLst>
          </p:cNvPr>
          <p:cNvCxnSpPr>
            <a:cxnSpLocks/>
          </p:cNvCxnSpPr>
          <p:nvPr/>
        </p:nvCxnSpPr>
        <p:spPr>
          <a:xfrm flipV="1">
            <a:off x="8769302" y="86435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3" name="Straight Arrow Connector 462">
            <a:extLst>
              <a:ext uri="{FF2B5EF4-FFF2-40B4-BE49-F238E27FC236}">
                <a16:creationId xmlns:a16="http://schemas.microsoft.com/office/drawing/2014/main" id="{2AEDEEAB-E94F-0A0F-20C3-9B887FF093FB}"/>
              </a:ext>
            </a:extLst>
          </p:cNvPr>
          <p:cNvCxnSpPr>
            <a:cxnSpLocks/>
          </p:cNvCxnSpPr>
          <p:nvPr/>
        </p:nvCxnSpPr>
        <p:spPr>
          <a:xfrm>
            <a:off x="8769302" y="624801"/>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74" name="Group 273">
            <a:extLst>
              <a:ext uri="{FF2B5EF4-FFF2-40B4-BE49-F238E27FC236}">
                <a16:creationId xmlns:a16="http://schemas.microsoft.com/office/drawing/2014/main" id="{17F68ABE-C59D-CEE3-051B-2572089DD6C7}"/>
              </a:ext>
            </a:extLst>
          </p:cNvPr>
          <p:cNvGrpSpPr/>
          <p:nvPr/>
        </p:nvGrpSpPr>
        <p:grpSpPr>
          <a:xfrm>
            <a:off x="7193579" y="521237"/>
            <a:ext cx="571247" cy="5914347"/>
            <a:chOff x="7085958" y="497990"/>
            <a:chExt cx="810914" cy="5914347"/>
          </a:xfrm>
        </p:grpSpPr>
        <p:sp>
          <p:nvSpPr>
            <p:cNvPr id="275" name="TextBox 274">
              <a:extLst>
                <a:ext uri="{FF2B5EF4-FFF2-40B4-BE49-F238E27FC236}">
                  <a16:creationId xmlns:a16="http://schemas.microsoft.com/office/drawing/2014/main" id="{8052F8CC-A497-0FBB-E1C1-86453A9E2450}"/>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7" name="TextBox 276">
              <a:extLst>
                <a:ext uri="{FF2B5EF4-FFF2-40B4-BE49-F238E27FC236}">
                  <a16:creationId xmlns:a16="http://schemas.microsoft.com/office/drawing/2014/main" id="{6A841B06-A726-381B-C7CC-28D4572D354C}"/>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78" name="TextBox 277">
              <a:extLst>
                <a:ext uri="{FF2B5EF4-FFF2-40B4-BE49-F238E27FC236}">
                  <a16:creationId xmlns:a16="http://schemas.microsoft.com/office/drawing/2014/main" id="{F7714FDE-9390-D1C6-90B4-C1E8357FF7C0}"/>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0" name="TextBox 279">
              <a:extLst>
                <a:ext uri="{FF2B5EF4-FFF2-40B4-BE49-F238E27FC236}">
                  <a16:creationId xmlns:a16="http://schemas.microsoft.com/office/drawing/2014/main" id="{2339BEE3-DDF6-FAE1-406C-10B9087DD11B}"/>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1" name="TextBox 280">
              <a:extLst>
                <a:ext uri="{FF2B5EF4-FFF2-40B4-BE49-F238E27FC236}">
                  <a16:creationId xmlns:a16="http://schemas.microsoft.com/office/drawing/2014/main" id="{FAE71F24-7F07-F1C2-9D45-06CCB3355226}"/>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3" name="TextBox 282">
              <a:extLst>
                <a:ext uri="{FF2B5EF4-FFF2-40B4-BE49-F238E27FC236}">
                  <a16:creationId xmlns:a16="http://schemas.microsoft.com/office/drawing/2014/main" id="{9180D464-DB8E-D62C-1A56-0D1CCC783AD6}"/>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4" name="TextBox 283">
              <a:extLst>
                <a:ext uri="{FF2B5EF4-FFF2-40B4-BE49-F238E27FC236}">
                  <a16:creationId xmlns:a16="http://schemas.microsoft.com/office/drawing/2014/main" id="{7630F9F4-8A70-D695-EFC5-F3DCDDABCE34}"/>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85" name="TextBox 284">
              <a:extLst>
                <a:ext uri="{FF2B5EF4-FFF2-40B4-BE49-F238E27FC236}">
                  <a16:creationId xmlns:a16="http://schemas.microsoft.com/office/drawing/2014/main" id="{77D92CAE-A4A8-8B38-4A3E-2C290F22AB61}"/>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4" name="TextBox 293">
              <a:extLst>
                <a:ext uri="{FF2B5EF4-FFF2-40B4-BE49-F238E27FC236}">
                  <a16:creationId xmlns:a16="http://schemas.microsoft.com/office/drawing/2014/main" id="{1D03A73D-8906-BE8B-8860-274DE8B40C22}"/>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5" name="TextBox 294">
              <a:extLst>
                <a:ext uri="{FF2B5EF4-FFF2-40B4-BE49-F238E27FC236}">
                  <a16:creationId xmlns:a16="http://schemas.microsoft.com/office/drawing/2014/main" id="{6C5E1CEB-3CAE-AFFC-8FB4-6F71CE73C562}"/>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6" name="TextBox 295">
              <a:extLst>
                <a:ext uri="{FF2B5EF4-FFF2-40B4-BE49-F238E27FC236}">
                  <a16:creationId xmlns:a16="http://schemas.microsoft.com/office/drawing/2014/main" id="{5C7FC3A8-3305-DFA5-0D90-92685BC295B7}"/>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7" name="TextBox 296">
              <a:extLst>
                <a:ext uri="{FF2B5EF4-FFF2-40B4-BE49-F238E27FC236}">
                  <a16:creationId xmlns:a16="http://schemas.microsoft.com/office/drawing/2014/main" id="{0DB65A38-EAFA-9441-78E9-E35BCD169A40}"/>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8" name="TextBox 297">
              <a:extLst>
                <a:ext uri="{FF2B5EF4-FFF2-40B4-BE49-F238E27FC236}">
                  <a16:creationId xmlns:a16="http://schemas.microsoft.com/office/drawing/2014/main" id="{FF076484-3DC0-279F-B704-310C9D5BDF6E}"/>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299" name="TextBox 298">
              <a:extLst>
                <a:ext uri="{FF2B5EF4-FFF2-40B4-BE49-F238E27FC236}">
                  <a16:creationId xmlns:a16="http://schemas.microsoft.com/office/drawing/2014/main" id="{F28F1764-A4D9-C941-76F9-56B6A28B8561}"/>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0" name="TextBox 299">
              <a:extLst>
                <a:ext uri="{FF2B5EF4-FFF2-40B4-BE49-F238E27FC236}">
                  <a16:creationId xmlns:a16="http://schemas.microsoft.com/office/drawing/2014/main" id="{C037B033-5E24-57EE-8F10-47400BD2E598}"/>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1" name="TextBox 300">
              <a:extLst>
                <a:ext uri="{FF2B5EF4-FFF2-40B4-BE49-F238E27FC236}">
                  <a16:creationId xmlns:a16="http://schemas.microsoft.com/office/drawing/2014/main" id="{066E232E-2323-1E36-55DC-B7C4C47B974D}"/>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2" name="TextBox 301">
              <a:extLst>
                <a:ext uri="{FF2B5EF4-FFF2-40B4-BE49-F238E27FC236}">
                  <a16:creationId xmlns:a16="http://schemas.microsoft.com/office/drawing/2014/main" id="{CBB51427-AA1D-926D-227B-1BE7D65881AF}"/>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3" name="TextBox 302">
              <a:extLst>
                <a:ext uri="{FF2B5EF4-FFF2-40B4-BE49-F238E27FC236}">
                  <a16:creationId xmlns:a16="http://schemas.microsoft.com/office/drawing/2014/main" id="{C566CD14-B2B7-BD19-6EB1-1DC0D24932A3}"/>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4" name="TextBox 303">
              <a:extLst>
                <a:ext uri="{FF2B5EF4-FFF2-40B4-BE49-F238E27FC236}">
                  <a16:creationId xmlns:a16="http://schemas.microsoft.com/office/drawing/2014/main" id="{18D78B33-9059-B805-0C48-7C6415EDDB71}"/>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5" name="TextBox 304">
              <a:extLst>
                <a:ext uri="{FF2B5EF4-FFF2-40B4-BE49-F238E27FC236}">
                  <a16:creationId xmlns:a16="http://schemas.microsoft.com/office/drawing/2014/main" id="{3D7D3D2C-2C11-A79A-7273-5F90DDA77FF4}"/>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6" name="TextBox 305">
              <a:extLst>
                <a:ext uri="{FF2B5EF4-FFF2-40B4-BE49-F238E27FC236}">
                  <a16:creationId xmlns:a16="http://schemas.microsoft.com/office/drawing/2014/main" id="{A8ED9CA0-F37A-EA09-ADF4-B7C7BA7C88A2}"/>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7" name="TextBox 306">
              <a:extLst>
                <a:ext uri="{FF2B5EF4-FFF2-40B4-BE49-F238E27FC236}">
                  <a16:creationId xmlns:a16="http://schemas.microsoft.com/office/drawing/2014/main" id="{75AB2914-D914-FDD6-9FA6-91F93FFE7B21}"/>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8" name="TextBox 307">
              <a:extLst>
                <a:ext uri="{FF2B5EF4-FFF2-40B4-BE49-F238E27FC236}">
                  <a16:creationId xmlns:a16="http://schemas.microsoft.com/office/drawing/2014/main" id="{442F078C-8146-DBBA-49B4-9D12E17761AD}"/>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sp>
          <p:nvSpPr>
            <p:cNvPr id="309" name="TextBox 308">
              <a:extLst>
                <a:ext uri="{FF2B5EF4-FFF2-40B4-BE49-F238E27FC236}">
                  <a16:creationId xmlns:a16="http://schemas.microsoft.com/office/drawing/2014/main" id="{3E6DA17B-1EFC-5991-9E45-6B5166FA542E}"/>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MAC</a:t>
              </a:r>
              <a:endParaRPr lang="en-US" sz="1400" b="1" dirty="0"/>
            </a:p>
          </p:txBody>
        </p:sp>
      </p:grpSp>
      <p:grpSp>
        <p:nvGrpSpPr>
          <p:cNvPr id="32" name="Group 31">
            <a:extLst>
              <a:ext uri="{FF2B5EF4-FFF2-40B4-BE49-F238E27FC236}">
                <a16:creationId xmlns:a16="http://schemas.microsoft.com/office/drawing/2014/main" id="{4E6E82DF-CF82-6085-4B50-2DAE34AFC4C2}"/>
              </a:ext>
            </a:extLst>
          </p:cNvPr>
          <p:cNvGrpSpPr/>
          <p:nvPr/>
        </p:nvGrpSpPr>
        <p:grpSpPr>
          <a:xfrm>
            <a:off x="8564554" y="529733"/>
            <a:ext cx="204747" cy="5897371"/>
            <a:chOff x="8432821" y="529733"/>
            <a:chExt cx="204747" cy="5897371"/>
          </a:xfrm>
        </p:grpSpPr>
        <p:grpSp>
          <p:nvGrpSpPr>
            <p:cNvPr id="464" name="Group 463">
              <a:extLst>
                <a:ext uri="{FF2B5EF4-FFF2-40B4-BE49-F238E27FC236}">
                  <a16:creationId xmlns:a16="http://schemas.microsoft.com/office/drawing/2014/main" id="{64209CA5-BE5F-79F3-57CB-D83F1C29C926}"/>
                </a:ext>
              </a:extLst>
            </p:cNvPr>
            <p:cNvGrpSpPr/>
            <p:nvPr/>
          </p:nvGrpSpPr>
          <p:grpSpPr>
            <a:xfrm>
              <a:off x="8432821" y="6236954"/>
              <a:ext cx="204747" cy="190150"/>
              <a:chOff x="7531202" y="6119530"/>
              <a:chExt cx="350195" cy="325227"/>
            </a:xfrm>
          </p:grpSpPr>
          <p:sp>
            <p:nvSpPr>
              <p:cNvPr id="466" name="Rectangle 465">
                <a:extLst>
                  <a:ext uri="{FF2B5EF4-FFF2-40B4-BE49-F238E27FC236}">
                    <a16:creationId xmlns:a16="http://schemas.microsoft.com/office/drawing/2014/main" id="{B93D2BCE-D241-40B3-373C-A1C67B0B67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67" name="Isosceles Triangle 466">
                <a:extLst>
                  <a:ext uri="{FF2B5EF4-FFF2-40B4-BE49-F238E27FC236}">
                    <a16:creationId xmlns:a16="http://schemas.microsoft.com/office/drawing/2014/main" id="{507A95F1-2831-F4EF-6D46-7CB6762CA1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8" name="Group 467">
              <a:extLst>
                <a:ext uri="{FF2B5EF4-FFF2-40B4-BE49-F238E27FC236}">
                  <a16:creationId xmlns:a16="http://schemas.microsoft.com/office/drawing/2014/main" id="{88C4BCF9-1050-34ED-C55D-EAEC614B3D84}"/>
                </a:ext>
              </a:extLst>
            </p:cNvPr>
            <p:cNvGrpSpPr/>
            <p:nvPr/>
          </p:nvGrpSpPr>
          <p:grpSpPr>
            <a:xfrm>
              <a:off x="8432821" y="5997395"/>
              <a:ext cx="204747" cy="190150"/>
              <a:chOff x="7531202" y="6119530"/>
              <a:chExt cx="350195" cy="325227"/>
            </a:xfrm>
          </p:grpSpPr>
          <p:sp>
            <p:nvSpPr>
              <p:cNvPr id="469" name="Rectangle 468">
                <a:extLst>
                  <a:ext uri="{FF2B5EF4-FFF2-40B4-BE49-F238E27FC236}">
                    <a16:creationId xmlns:a16="http://schemas.microsoft.com/office/drawing/2014/main" id="{4F2E83E9-A45D-FA1F-8064-9878518558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0" name="Isosceles Triangle 469">
                <a:extLst>
                  <a:ext uri="{FF2B5EF4-FFF2-40B4-BE49-F238E27FC236}">
                    <a16:creationId xmlns:a16="http://schemas.microsoft.com/office/drawing/2014/main" id="{9D797F18-973E-AC95-7C7E-C3309553A76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1" name="Group 470">
              <a:extLst>
                <a:ext uri="{FF2B5EF4-FFF2-40B4-BE49-F238E27FC236}">
                  <a16:creationId xmlns:a16="http://schemas.microsoft.com/office/drawing/2014/main" id="{8009BE76-654A-66CE-C8C2-99C7590CC363}"/>
                </a:ext>
              </a:extLst>
            </p:cNvPr>
            <p:cNvGrpSpPr/>
            <p:nvPr/>
          </p:nvGrpSpPr>
          <p:grpSpPr>
            <a:xfrm>
              <a:off x="8432821" y="5763726"/>
              <a:ext cx="204747" cy="190150"/>
              <a:chOff x="7531202" y="6119530"/>
              <a:chExt cx="350195" cy="325227"/>
            </a:xfrm>
          </p:grpSpPr>
          <p:sp>
            <p:nvSpPr>
              <p:cNvPr id="473" name="Rectangle 472">
                <a:extLst>
                  <a:ext uri="{FF2B5EF4-FFF2-40B4-BE49-F238E27FC236}">
                    <a16:creationId xmlns:a16="http://schemas.microsoft.com/office/drawing/2014/main" id="{EFEE4D56-9A4E-C8D6-82EB-3BBB1E63CF0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4" name="Isosceles Triangle 473">
                <a:extLst>
                  <a:ext uri="{FF2B5EF4-FFF2-40B4-BE49-F238E27FC236}">
                    <a16:creationId xmlns:a16="http://schemas.microsoft.com/office/drawing/2014/main" id="{68979073-868D-A515-2284-7D724EF86B7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8" name="Group 477">
              <a:extLst>
                <a:ext uri="{FF2B5EF4-FFF2-40B4-BE49-F238E27FC236}">
                  <a16:creationId xmlns:a16="http://schemas.microsoft.com/office/drawing/2014/main" id="{103DDD72-B6A9-AAC8-A48E-5FA795AC5D8D}"/>
                </a:ext>
              </a:extLst>
            </p:cNvPr>
            <p:cNvGrpSpPr/>
            <p:nvPr/>
          </p:nvGrpSpPr>
          <p:grpSpPr>
            <a:xfrm>
              <a:off x="8432821" y="5524166"/>
              <a:ext cx="204747" cy="190150"/>
              <a:chOff x="7531202" y="6119530"/>
              <a:chExt cx="350195" cy="325227"/>
            </a:xfrm>
          </p:grpSpPr>
          <p:sp>
            <p:nvSpPr>
              <p:cNvPr id="479" name="Rectangle 478">
                <a:extLst>
                  <a:ext uri="{FF2B5EF4-FFF2-40B4-BE49-F238E27FC236}">
                    <a16:creationId xmlns:a16="http://schemas.microsoft.com/office/drawing/2014/main" id="{1059E9F6-CAE4-E249-A580-886644A530D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0" name="Isosceles Triangle 479">
                <a:extLst>
                  <a:ext uri="{FF2B5EF4-FFF2-40B4-BE49-F238E27FC236}">
                    <a16:creationId xmlns:a16="http://schemas.microsoft.com/office/drawing/2014/main" id="{4145DDE4-1745-A5B5-00A3-4C36B21B6B7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1" name="Group 480">
              <a:extLst>
                <a:ext uri="{FF2B5EF4-FFF2-40B4-BE49-F238E27FC236}">
                  <a16:creationId xmlns:a16="http://schemas.microsoft.com/office/drawing/2014/main" id="{C850BF16-D78D-2426-EAFC-576A7B2B8408}"/>
                </a:ext>
              </a:extLst>
            </p:cNvPr>
            <p:cNvGrpSpPr/>
            <p:nvPr/>
          </p:nvGrpSpPr>
          <p:grpSpPr>
            <a:xfrm>
              <a:off x="8432821" y="5285731"/>
              <a:ext cx="204747" cy="190150"/>
              <a:chOff x="7531202" y="6119530"/>
              <a:chExt cx="350195" cy="325227"/>
            </a:xfrm>
          </p:grpSpPr>
          <p:sp>
            <p:nvSpPr>
              <p:cNvPr id="482" name="Rectangle 481">
                <a:extLst>
                  <a:ext uri="{FF2B5EF4-FFF2-40B4-BE49-F238E27FC236}">
                    <a16:creationId xmlns:a16="http://schemas.microsoft.com/office/drawing/2014/main" id="{56851E5E-382E-86F7-EE7D-21582905265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3" name="Isosceles Triangle 482">
                <a:extLst>
                  <a:ext uri="{FF2B5EF4-FFF2-40B4-BE49-F238E27FC236}">
                    <a16:creationId xmlns:a16="http://schemas.microsoft.com/office/drawing/2014/main" id="{3F87D014-B89F-EB07-E843-722CB09CB64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84" name="Group 483">
              <a:extLst>
                <a:ext uri="{FF2B5EF4-FFF2-40B4-BE49-F238E27FC236}">
                  <a16:creationId xmlns:a16="http://schemas.microsoft.com/office/drawing/2014/main" id="{45AB7BD9-827D-BB57-2AD1-7FC05CF65E55}"/>
                </a:ext>
              </a:extLst>
            </p:cNvPr>
            <p:cNvGrpSpPr/>
            <p:nvPr/>
          </p:nvGrpSpPr>
          <p:grpSpPr>
            <a:xfrm>
              <a:off x="8432821" y="5046171"/>
              <a:ext cx="204747" cy="190150"/>
              <a:chOff x="7531202" y="6119530"/>
              <a:chExt cx="350195" cy="325227"/>
            </a:xfrm>
          </p:grpSpPr>
          <p:sp>
            <p:nvSpPr>
              <p:cNvPr id="485" name="Rectangle 484">
                <a:extLst>
                  <a:ext uri="{FF2B5EF4-FFF2-40B4-BE49-F238E27FC236}">
                    <a16:creationId xmlns:a16="http://schemas.microsoft.com/office/drawing/2014/main" id="{2101EDA6-01A3-9BEA-48F2-5AB262C22A0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9" name="Isosceles Triangle 488">
                <a:extLst>
                  <a:ext uri="{FF2B5EF4-FFF2-40B4-BE49-F238E27FC236}">
                    <a16:creationId xmlns:a16="http://schemas.microsoft.com/office/drawing/2014/main" id="{6DB8B225-2EED-3B70-771F-1D5FB48F360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1" name="Group 490">
              <a:extLst>
                <a:ext uri="{FF2B5EF4-FFF2-40B4-BE49-F238E27FC236}">
                  <a16:creationId xmlns:a16="http://schemas.microsoft.com/office/drawing/2014/main" id="{8E6FF566-6A86-AEE8-98E1-46CC9CA8CF2B}"/>
                </a:ext>
              </a:extLst>
            </p:cNvPr>
            <p:cNvGrpSpPr/>
            <p:nvPr/>
          </p:nvGrpSpPr>
          <p:grpSpPr>
            <a:xfrm>
              <a:off x="8432821" y="4812502"/>
              <a:ext cx="204747" cy="190150"/>
              <a:chOff x="7531202" y="6119530"/>
              <a:chExt cx="350195" cy="325227"/>
            </a:xfrm>
          </p:grpSpPr>
          <p:sp>
            <p:nvSpPr>
              <p:cNvPr id="493" name="Rectangle 492">
                <a:extLst>
                  <a:ext uri="{FF2B5EF4-FFF2-40B4-BE49-F238E27FC236}">
                    <a16:creationId xmlns:a16="http://schemas.microsoft.com/office/drawing/2014/main" id="{3B844009-EDFA-CCCC-C112-89E86A8927F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4" name="Isosceles Triangle 493">
                <a:extLst>
                  <a:ext uri="{FF2B5EF4-FFF2-40B4-BE49-F238E27FC236}">
                    <a16:creationId xmlns:a16="http://schemas.microsoft.com/office/drawing/2014/main" id="{E50C96DB-345F-CB9E-9F6E-6722E0B508F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5" name="Group 494">
              <a:extLst>
                <a:ext uri="{FF2B5EF4-FFF2-40B4-BE49-F238E27FC236}">
                  <a16:creationId xmlns:a16="http://schemas.microsoft.com/office/drawing/2014/main" id="{8BA6B703-6C03-F423-A20A-40B74FAA98F0}"/>
                </a:ext>
              </a:extLst>
            </p:cNvPr>
            <p:cNvGrpSpPr/>
            <p:nvPr/>
          </p:nvGrpSpPr>
          <p:grpSpPr>
            <a:xfrm>
              <a:off x="8432821" y="4572943"/>
              <a:ext cx="204747" cy="190150"/>
              <a:chOff x="7531202" y="6119530"/>
              <a:chExt cx="350195" cy="325227"/>
            </a:xfrm>
          </p:grpSpPr>
          <p:sp>
            <p:nvSpPr>
              <p:cNvPr id="496" name="Rectangle 495">
                <a:extLst>
                  <a:ext uri="{FF2B5EF4-FFF2-40B4-BE49-F238E27FC236}">
                    <a16:creationId xmlns:a16="http://schemas.microsoft.com/office/drawing/2014/main" id="{CD2347A7-2F19-C474-E148-C374CF7468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7" name="Isosceles Triangle 496">
                <a:extLst>
                  <a:ext uri="{FF2B5EF4-FFF2-40B4-BE49-F238E27FC236}">
                    <a16:creationId xmlns:a16="http://schemas.microsoft.com/office/drawing/2014/main" id="{7D775DB3-890B-F282-CC76-11F470D568B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98" name="Group 497">
              <a:extLst>
                <a:ext uri="{FF2B5EF4-FFF2-40B4-BE49-F238E27FC236}">
                  <a16:creationId xmlns:a16="http://schemas.microsoft.com/office/drawing/2014/main" id="{48D0E2D5-3670-EB80-F7C3-9D33BA55DBF8}"/>
                </a:ext>
              </a:extLst>
            </p:cNvPr>
            <p:cNvGrpSpPr/>
            <p:nvPr/>
          </p:nvGrpSpPr>
          <p:grpSpPr>
            <a:xfrm>
              <a:off x="8432821" y="4207308"/>
              <a:ext cx="204747" cy="190150"/>
              <a:chOff x="7531202" y="6119530"/>
              <a:chExt cx="350195" cy="325227"/>
            </a:xfrm>
          </p:grpSpPr>
          <p:sp>
            <p:nvSpPr>
              <p:cNvPr id="499" name="Rectangle 498">
                <a:extLst>
                  <a:ext uri="{FF2B5EF4-FFF2-40B4-BE49-F238E27FC236}">
                    <a16:creationId xmlns:a16="http://schemas.microsoft.com/office/drawing/2014/main" id="{BDE60C51-7027-A376-F157-401CF878C7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0" name="Isosceles Triangle 499">
                <a:extLst>
                  <a:ext uri="{FF2B5EF4-FFF2-40B4-BE49-F238E27FC236}">
                    <a16:creationId xmlns:a16="http://schemas.microsoft.com/office/drawing/2014/main" id="{4745B449-3777-2A52-8458-26CFF110B3A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1" name="Group 500">
              <a:extLst>
                <a:ext uri="{FF2B5EF4-FFF2-40B4-BE49-F238E27FC236}">
                  <a16:creationId xmlns:a16="http://schemas.microsoft.com/office/drawing/2014/main" id="{52058E21-729D-819A-314D-BE335063B2AF}"/>
                </a:ext>
              </a:extLst>
            </p:cNvPr>
            <p:cNvGrpSpPr/>
            <p:nvPr/>
          </p:nvGrpSpPr>
          <p:grpSpPr>
            <a:xfrm>
              <a:off x="8432821" y="3967749"/>
              <a:ext cx="204747" cy="190150"/>
              <a:chOff x="7531202" y="6119530"/>
              <a:chExt cx="350195" cy="325227"/>
            </a:xfrm>
          </p:grpSpPr>
          <p:sp>
            <p:nvSpPr>
              <p:cNvPr id="502" name="Rectangle 501">
                <a:extLst>
                  <a:ext uri="{FF2B5EF4-FFF2-40B4-BE49-F238E27FC236}">
                    <a16:creationId xmlns:a16="http://schemas.microsoft.com/office/drawing/2014/main" id="{75C9A5A0-81E0-490A-C7B0-57D15F25BE1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3" name="Isosceles Triangle 502">
                <a:extLst>
                  <a:ext uri="{FF2B5EF4-FFF2-40B4-BE49-F238E27FC236}">
                    <a16:creationId xmlns:a16="http://schemas.microsoft.com/office/drawing/2014/main" id="{AF23B752-59E2-7C20-0041-E2AAB7A9B93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4" name="Group 503">
              <a:extLst>
                <a:ext uri="{FF2B5EF4-FFF2-40B4-BE49-F238E27FC236}">
                  <a16:creationId xmlns:a16="http://schemas.microsoft.com/office/drawing/2014/main" id="{5675227B-B8A9-F064-6BF7-7F32C380014D}"/>
                </a:ext>
              </a:extLst>
            </p:cNvPr>
            <p:cNvGrpSpPr/>
            <p:nvPr/>
          </p:nvGrpSpPr>
          <p:grpSpPr>
            <a:xfrm>
              <a:off x="8432821" y="3734080"/>
              <a:ext cx="204747" cy="190150"/>
              <a:chOff x="7531202" y="6119530"/>
              <a:chExt cx="350195" cy="325227"/>
            </a:xfrm>
          </p:grpSpPr>
          <p:sp>
            <p:nvSpPr>
              <p:cNvPr id="505" name="Rectangle 504">
                <a:extLst>
                  <a:ext uri="{FF2B5EF4-FFF2-40B4-BE49-F238E27FC236}">
                    <a16:creationId xmlns:a16="http://schemas.microsoft.com/office/drawing/2014/main" id="{B09088AA-6897-ECF4-C69A-1F77A645FC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6" name="Isosceles Triangle 505">
                <a:extLst>
                  <a:ext uri="{FF2B5EF4-FFF2-40B4-BE49-F238E27FC236}">
                    <a16:creationId xmlns:a16="http://schemas.microsoft.com/office/drawing/2014/main" id="{FADD1365-A2A7-068B-2A9F-AEFD11BCFA0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7" name="Group 506">
              <a:extLst>
                <a:ext uri="{FF2B5EF4-FFF2-40B4-BE49-F238E27FC236}">
                  <a16:creationId xmlns:a16="http://schemas.microsoft.com/office/drawing/2014/main" id="{B00D446A-530D-1049-9FA7-9827D7A0E969}"/>
                </a:ext>
              </a:extLst>
            </p:cNvPr>
            <p:cNvGrpSpPr/>
            <p:nvPr/>
          </p:nvGrpSpPr>
          <p:grpSpPr>
            <a:xfrm>
              <a:off x="8432821" y="3494520"/>
              <a:ext cx="204747" cy="190150"/>
              <a:chOff x="7531202" y="6119530"/>
              <a:chExt cx="350195" cy="325227"/>
            </a:xfrm>
          </p:grpSpPr>
          <p:sp>
            <p:nvSpPr>
              <p:cNvPr id="508" name="Rectangle 507">
                <a:extLst>
                  <a:ext uri="{FF2B5EF4-FFF2-40B4-BE49-F238E27FC236}">
                    <a16:creationId xmlns:a16="http://schemas.microsoft.com/office/drawing/2014/main" id="{AFA6152B-1593-4004-9469-45DA9A1B7C4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09" name="Isosceles Triangle 508">
                <a:extLst>
                  <a:ext uri="{FF2B5EF4-FFF2-40B4-BE49-F238E27FC236}">
                    <a16:creationId xmlns:a16="http://schemas.microsoft.com/office/drawing/2014/main" id="{421A1240-0D9D-5035-B080-48F9EE65C06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0" name="Group 509">
              <a:extLst>
                <a:ext uri="{FF2B5EF4-FFF2-40B4-BE49-F238E27FC236}">
                  <a16:creationId xmlns:a16="http://schemas.microsoft.com/office/drawing/2014/main" id="{24109183-1F95-3ACE-356C-6AA13CBE671E}"/>
                </a:ext>
              </a:extLst>
            </p:cNvPr>
            <p:cNvGrpSpPr/>
            <p:nvPr/>
          </p:nvGrpSpPr>
          <p:grpSpPr>
            <a:xfrm>
              <a:off x="8432821" y="3256085"/>
              <a:ext cx="204747" cy="190150"/>
              <a:chOff x="7531202" y="6119530"/>
              <a:chExt cx="350195" cy="325227"/>
            </a:xfrm>
          </p:grpSpPr>
          <p:sp>
            <p:nvSpPr>
              <p:cNvPr id="511" name="Rectangle 510">
                <a:extLst>
                  <a:ext uri="{FF2B5EF4-FFF2-40B4-BE49-F238E27FC236}">
                    <a16:creationId xmlns:a16="http://schemas.microsoft.com/office/drawing/2014/main" id="{69779EAF-FB76-1260-D4CC-2A2D8C876CE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9" name="Isosceles Triangle 68">
                <a:extLst>
                  <a:ext uri="{FF2B5EF4-FFF2-40B4-BE49-F238E27FC236}">
                    <a16:creationId xmlns:a16="http://schemas.microsoft.com/office/drawing/2014/main" id="{7FA0F3BC-2A21-AC7A-B98B-4E06F4A4FD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75" name="Group 74">
              <a:extLst>
                <a:ext uri="{FF2B5EF4-FFF2-40B4-BE49-F238E27FC236}">
                  <a16:creationId xmlns:a16="http://schemas.microsoft.com/office/drawing/2014/main" id="{961E3AD8-0460-32D5-6E58-56924FD79E66}"/>
                </a:ext>
              </a:extLst>
            </p:cNvPr>
            <p:cNvGrpSpPr/>
            <p:nvPr/>
          </p:nvGrpSpPr>
          <p:grpSpPr>
            <a:xfrm>
              <a:off x="8432821" y="3016525"/>
              <a:ext cx="204747" cy="190150"/>
              <a:chOff x="7531202" y="6119530"/>
              <a:chExt cx="350195" cy="325227"/>
            </a:xfrm>
          </p:grpSpPr>
          <p:sp>
            <p:nvSpPr>
              <p:cNvPr id="82" name="Rectangle 81">
                <a:extLst>
                  <a:ext uri="{FF2B5EF4-FFF2-40B4-BE49-F238E27FC236}">
                    <a16:creationId xmlns:a16="http://schemas.microsoft.com/office/drawing/2014/main" id="{FBDA78B0-90A9-BE6A-0A19-73E0C31E3D5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5" name="Isosceles Triangle 94">
                <a:extLst>
                  <a:ext uri="{FF2B5EF4-FFF2-40B4-BE49-F238E27FC236}">
                    <a16:creationId xmlns:a16="http://schemas.microsoft.com/office/drawing/2014/main" id="{462320EF-068C-6273-853A-3F83EAF2BF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08" name="Group 107">
              <a:extLst>
                <a:ext uri="{FF2B5EF4-FFF2-40B4-BE49-F238E27FC236}">
                  <a16:creationId xmlns:a16="http://schemas.microsoft.com/office/drawing/2014/main" id="{C148E967-C145-E261-1729-4BA17203AE5E}"/>
                </a:ext>
              </a:extLst>
            </p:cNvPr>
            <p:cNvGrpSpPr/>
            <p:nvPr/>
          </p:nvGrpSpPr>
          <p:grpSpPr>
            <a:xfrm>
              <a:off x="8432821" y="2782856"/>
              <a:ext cx="204747" cy="190150"/>
              <a:chOff x="7531202" y="6119530"/>
              <a:chExt cx="350195" cy="325227"/>
            </a:xfrm>
          </p:grpSpPr>
          <p:sp>
            <p:nvSpPr>
              <p:cNvPr id="121" name="Rectangle 120">
                <a:extLst>
                  <a:ext uri="{FF2B5EF4-FFF2-40B4-BE49-F238E27FC236}">
                    <a16:creationId xmlns:a16="http://schemas.microsoft.com/office/drawing/2014/main" id="{50C3E4D0-4DD1-3B9E-E708-449BE865EB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2" name="Isosceles Triangle 121">
                <a:extLst>
                  <a:ext uri="{FF2B5EF4-FFF2-40B4-BE49-F238E27FC236}">
                    <a16:creationId xmlns:a16="http://schemas.microsoft.com/office/drawing/2014/main" id="{60DB661B-1E3E-C530-0FA4-9069416B186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123" name="Group 122">
              <a:extLst>
                <a:ext uri="{FF2B5EF4-FFF2-40B4-BE49-F238E27FC236}">
                  <a16:creationId xmlns:a16="http://schemas.microsoft.com/office/drawing/2014/main" id="{18822E64-165F-761D-FFC2-F1D067B2E86E}"/>
                </a:ext>
              </a:extLst>
            </p:cNvPr>
            <p:cNvGrpSpPr/>
            <p:nvPr/>
          </p:nvGrpSpPr>
          <p:grpSpPr>
            <a:xfrm>
              <a:off x="8432821" y="2543297"/>
              <a:ext cx="204747" cy="190150"/>
              <a:chOff x="7531202" y="6119530"/>
              <a:chExt cx="350195" cy="325227"/>
            </a:xfrm>
          </p:grpSpPr>
          <p:sp>
            <p:nvSpPr>
              <p:cNvPr id="172" name="Rectangle 171">
                <a:extLst>
                  <a:ext uri="{FF2B5EF4-FFF2-40B4-BE49-F238E27FC236}">
                    <a16:creationId xmlns:a16="http://schemas.microsoft.com/office/drawing/2014/main" id="{E6839DB9-8299-A7F1-5456-DFB1C3F4FE8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21" name="Isosceles Triangle 220">
                <a:extLst>
                  <a:ext uri="{FF2B5EF4-FFF2-40B4-BE49-F238E27FC236}">
                    <a16:creationId xmlns:a16="http://schemas.microsoft.com/office/drawing/2014/main" id="{172506D1-3B50-41B5-4794-97FADA4A36C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22" name="Group 221">
              <a:extLst>
                <a:ext uri="{FF2B5EF4-FFF2-40B4-BE49-F238E27FC236}">
                  <a16:creationId xmlns:a16="http://schemas.microsoft.com/office/drawing/2014/main" id="{86BAE69D-0E6C-7FA8-6585-3571E6EEAE5D}"/>
                </a:ext>
              </a:extLst>
            </p:cNvPr>
            <p:cNvGrpSpPr/>
            <p:nvPr/>
          </p:nvGrpSpPr>
          <p:grpSpPr>
            <a:xfrm>
              <a:off x="8432821" y="2193744"/>
              <a:ext cx="204747" cy="190150"/>
              <a:chOff x="7531202" y="6119530"/>
              <a:chExt cx="350195" cy="325227"/>
            </a:xfrm>
          </p:grpSpPr>
          <p:sp>
            <p:nvSpPr>
              <p:cNvPr id="241" name="Rectangle 240">
                <a:extLst>
                  <a:ext uri="{FF2B5EF4-FFF2-40B4-BE49-F238E27FC236}">
                    <a16:creationId xmlns:a16="http://schemas.microsoft.com/office/drawing/2014/main" id="{E48950AB-8F69-5F41-514C-ADC86BFECA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42" name="Isosceles Triangle 241">
                <a:extLst>
                  <a:ext uri="{FF2B5EF4-FFF2-40B4-BE49-F238E27FC236}">
                    <a16:creationId xmlns:a16="http://schemas.microsoft.com/office/drawing/2014/main" id="{D845BD08-7FCB-06ED-D272-F5C004874B3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43" name="Group 242">
              <a:extLst>
                <a:ext uri="{FF2B5EF4-FFF2-40B4-BE49-F238E27FC236}">
                  <a16:creationId xmlns:a16="http://schemas.microsoft.com/office/drawing/2014/main" id="{59A931F9-DFCD-B7D9-B7C5-628A02267687}"/>
                </a:ext>
              </a:extLst>
            </p:cNvPr>
            <p:cNvGrpSpPr/>
            <p:nvPr/>
          </p:nvGrpSpPr>
          <p:grpSpPr>
            <a:xfrm>
              <a:off x="8432821" y="1954185"/>
              <a:ext cx="204747" cy="190150"/>
              <a:chOff x="7531202" y="6119530"/>
              <a:chExt cx="350195" cy="325227"/>
            </a:xfrm>
          </p:grpSpPr>
          <p:sp>
            <p:nvSpPr>
              <p:cNvPr id="245" name="Rectangle 244">
                <a:extLst>
                  <a:ext uri="{FF2B5EF4-FFF2-40B4-BE49-F238E27FC236}">
                    <a16:creationId xmlns:a16="http://schemas.microsoft.com/office/drawing/2014/main" id="{0DB16E8F-3891-AB56-D53F-A4768164241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4" name="Isosceles Triangle 253">
                <a:extLst>
                  <a:ext uri="{FF2B5EF4-FFF2-40B4-BE49-F238E27FC236}">
                    <a16:creationId xmlns:a16="http://schemas.microsoft.com/office/drawing/2014/main" id="{EAC38AF0-4F15-97BC-78FC-C3CCDEC0485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5" name="Group 254">
              <a:extLst>
                <a:ext uri="{FF2B5EF4-FFF2-40B4-BE49-F238E27FC236}">
                  <a16:creationId xmlns:a16="http://schemas.microsoft.com/office/drawing/2014/main" id="{6DCB96DE-C79A-4FED-CCEE-69379F97FA47}"/>
                </a:ext>
              </a:extLst>
            </p:cNvPr>
            <p:cNvGrpSpPr/>
            <p:nvPr/>
          </p:nvGrpSpPr>
          <p:grpSpPr>
            <a:xfrm>
              <a:off x="8432821" y="1720516"/>
              <a:ext cx="204747" cy="190150"/>
              <a:chOff x="7531202" y="6119530"/>
              <a:chExt cx="350195" cy="325227"/>
            </a:xfrm>
          </p:grpSpPr>
          <p:sp>
            <p:nvSpPr>
              <p:cNvPr id="256" name="Rectangle 255">
                <a:extLst>
                  <a:ext uri="{FF2B5EF4-FFF2-40B4-BE49-F238E27FC236}">
                    <a16:creationId xmlns:a16="http://schemas.microsoft.com/office/drawing/2014/main" id="{769E72F4-A6C9-F334-8C37-E655C3B3C70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57" name="Isosceles Triangle 256">
                <a:extLst>
                  <a:ext uri="{FF2B5EF4-FFF2-40B4-BE49-F238E27FC236}">
                    <a16:creationId xmlns:a16="http://schemas.microsoft.com/office/drawing/2014/main" id="{D1095CB1-672A-CFD8-7F91-DA1509588F9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58" name="Group 257">
              <a:extLst>
                <a:ext uri="{FF2B5EF4-FFF2-40B4-BE49-F238E27FC236}">
                  <a16:creationId xmlns:a16="http://schemas.microsoft.com/office/drawing/2014/main" id="{9E4B34CB-025B-ABFF-3856-944820DD1F8D}"/>
                </a:ext>
              </a:extLst>
            </p:cNvPr>
            <p:cNvGrpSpPr/>
            <p:nvPr/>
          </p:nvGrpSpPr>
          <p:grpSpPr>
            <a:xfrm>
              <a:off x="8432821" y="1480956"/>
              <a:ext cx="204747" cy="190150"/>
              <a:chOff x="7531202" y="6119530"/>
              <a:chExt cx="350195" cy="325227"/>
            </a:xfrm>
          </p:grpSpPr>
          <p:sp>
            <p:nvSpPr>
              <p:cNvPr id="259" name="Rectangle 258">
                <a:extLst>
                  <a:ext uri="{FF2B5EF4-FFF2-40B4-BE49-F238E27FC236}">
                    <a16:creationId xmlns:a16="http://schemas.microsoft.com/office/drawing/2014/main" id="{A7E24E48-3133-41D3-9C0B-CEB3E6AAECA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0" name="Isosceles Triangle 259">
                <a:extLst>
                  <a:ext uri="{FF2B5EF4-FFF2-40B4-BE49-F238E27FC236}">
                    <a16:creationId xmlns:a16="http://schemas.microsoft.com/office/drawing/2014/main" id="{D7A56FEA-7B6E-2714-4689-EB17162F86C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1" name="Group 260">
              <a:extLst>
                <a:ext uri="{FF2B5EF4-FFF2-40B4-BE49-F238E27FC236}">
                  <a16:creationId xmlns:a16="http://schemas.microsoft.com/office/drawing/2014/main" id="{4FE8C826-2CCC-70C6-8F2C-81C391E55548}"/>
                </a:ext>
              </a:extLst>
            </p:cNvPr>
            <p:cNvGrpSpPr/>
            <p:nvPr/>
          </p:nvGrpSpPr>
          <p:grpSpPr>
            <a:xfrm>
              <a:off x="8432821" y="1242521"/>
              <a:ext cx="204747" cy="190150"/>
              <a:chOff x="7531202" y="6119530"/>
              <a:chExt cx="350195" cy="325227"/>
            </a:xfrm>
          </p:grpSpPr>
          <p:sp>
            <p:nvSpPr>
              <p:cNvPr id="262" name="Rectangle 261">
                <a:extLst>
                  <a:ext uri="{FF2B5EF4-FFF2-40B4-BE49-F238E27FC236}">
                    <a16:creationId xmlns:a16="http://schemas.microsoft.com/office/drawing/2014/main" id="{144801B1-0098-F9CE-5CA2-735DD21754BA}"/>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3" name="Isosceles Triangle 262">
                <a:extLst>
                  <a:ext uri="{FF2B5EF4-FFF2-40B4-BE49-F238E27FC236}">
                    <a16:creationId xmlns:a16="http://schemas.microsoft.com/office/drawing/2014/main" id="{298ADEC7-FEC4-38BE-C911-2D2963D721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5" name="Group 264">
              <a:extLst>
                <a:ext uri="{FF2B5EF4-FFF2-40B4-BE49-F238E27FC236}">
                  <a16:creationId xmlns:a16="http://schemas.microsoft.com/office/drawing/2014/main" id="{4FB4B40D-15B9-F760-2F3F-BD8A118B30A9}"/>
                </a:ext>
              </a:extLst>
            </p:cNvPr>
            <p:cNvGrpSpPr/>
            <p:nvPr/>
          </p:nvGrpSpPr>
          <p:grpSpPr>
            <a:xfrm>
              <a:off x="8432821" y="1002961"/>
              <a:ext cx="204747" cy="190150"/>
              <a:chOff x="7531202" y="6119530"/>
              <a:chExt cx="350195" cy="325227"/>
            </a:xfrm>
          </p:grpSpPr>
          <p:sp>
            <p:nvSpPr>
              <p:cNvPr id="266" name="Rectangle 265">
                <a:extLst>
                  <a:ext uri="{FF2B5EF4-FFF2-40B4-BE49-F238E27FC236}">
                    <a16:creationId xmlns:a16="http://schemas.microsoft.com/office/drawing/2014/main" id="{07FED603-2483-E33D-34A3-77F1BDA9A98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68" name="Isosceles Triangle 267">
                <a:extLst>
                  <a:ext uri="{FF2B5EF4-FFF2-40B4-BE49-F238E27FC236}">
                    <a16:creationId xmlns:a16="http://schemas.microsoft.com/office/drawing/2014/main" id="{D65D2046-0503-382C-4B4D-716753524BB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269" name="Group 268">
              <a:extLst>
                <a:ext uri="{FF2B5EF4-FFF2-40B4-BE49-F238E27FC236}">
                  <a16:creationId xmlns:a16="http://schemas.microsoft.com/office/drawing/2014/main" id="{65C6CD9C-D2BF-2C14-C567-70098A182288}"/>
                </a:ext>
              </a:extLst>
            </p:cNvPr>
            <p:cNvGrpSpPr/>
            <p:nvPr/>
          </p:nvGrpSpPr>
          <p:grpSpPr>
            <a:xfrm>
              <a:off x="8432821" y="769292"/>
              <a:ext cx="204747" cy="190150"/>
              <a:chOff x="7531202" y="6119530"/>
              <a:chExt cx="350195" cy="325227"/>
            </a:xfrm>
          </p:grpSpPr>
          <p:sp>
            <p:nvSpPr>
              <p:cNvPr id="271" name="Rectangle 270">
                <a:extLst>
                  <a:ext uri="{FF2B5EF4-FFF2-40B4-BE49-F238E27FC236}">
                    <a16:creationId xmlns:a16="http://schemas.microsoft.com/office/drawing/2014/main" id="{2E7852F6-CCE0-9C01-1DF1-28D45A69CEF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272" name="Isosceles Triangle 271">
                <a:extLst>
                  <a:ext uri="{FF2B5EF4-FFF2-40B4-BE49-F238E27FC236}">
                    <a16:creationId xmlns:a16="http://schemas.microsoft.com/office/drawing/2014/main" id="{931D5952-5F46-446A-1A90-70BC09B4C8A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10" name="Group 309">
              <a:extLst>
                <a:ext uri="{FF2B5EF4-FFF2-40B4-BE49-F238E27FC236}">
                  <a16:creationId xmlns:a16="http://schemas.microsoft.com/office/drawing/2014/main" id="{5E22916A-2AD7-9CC8-03E2-1F0E2A3793D7}"/>
                </a:ext>
              </a:extLst>
            </p:cNvPr>
            <p:cNvGrpSpPr/>
            <p:nvPr/>
          </p:nvGrpSpPr>
          <p:grpSpPr>
            <a:xfrm>
              <a:off x="8432821" y="529733"/>
              <a:ext cx="204747" cy="190150"/>
              <a:chOff x="7531202" y="6119530"/>
              <a:chExt cx="350195" cy="325227"/>
            </a:xfrm>
          </p:grpSpPr>
          <p:sp>
            <p:nvSpPr>
              <p:cNvPr id="312" name="Rectangle 311">
                <a:extLst>
                  <a:ext uri="{FF2B5EF4-FFF2-40B4-BE49-F238E27FC236}">
                    <a16:creationId xmlns:a16="http://schemas.microsoft.com/office/drawing/2014/main" id="{11AE4129-447F-149D-6602-58D4238465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13" name="Isosceles Triangle 312">
                <a:extLst>
                  <a:ext uri="{FF2B5EF4-FFF2-40B4-BE49-F238E27FC236}">
                    <a16:creationId xmlns:a16="http://schemas.microsoft.com/office/drawing/2014/main" id="{D4ED9F13-BF6F-ED51-8577-D064086F2F8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sp>
        <p:nvSpPr>
          <p:cNvPr id="318" name="Rectangle 317">
            <a:extLst>
              <a:ext uri="{FF2B5EF4-FFF2-40B4-BE49-F238E27FC236}">
                <a16:creationId xmlns:a16="http://schemas.microsoft.com/office/drawing/2014/main" id="{1B30B63D-479C-604D-1C6C-0E11B58C4043}"/>
              </a:ext>
            </a:extLst>
          </p:cNvPr>
          <p:cNvSpPr/>
          <p:nvPr/>
        </p:nvSpPr>
        <p:spPr>
          <a:xfrm>
            <a:off x="10177071" y="603934"/>
            <a:ext cx="350195" cy="350195"/>
          </a:xfrm>
          <a:prstGeom prst="rect">
            <a:avLst/>
          </a:prstGeom>
          <a:noFill/>
          <a:ln w="254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Isosceles Triangle 318">
            <a:extLst>
              <a:ext uri="{FF2B5EF4-FFF2-40B4-BE49-F238E27FC236}">
                <a16:creationId xmlns:a16="http://schemas.microsoft.com/office/drawing/2014/main" id="{BDCEFC95-B30F-6930-8809-D34D10C0B036}"/>
              </a:ext>
            </a:extLst>
          </p:cNvPr>
          <p:cNvSpPr/>
          <p:nvPr/>
        </p:nvSpPr>
        <p:spPr>
          <a:xfrm>
            <a:off x="10299071" y="862583"/>
            <a:ext cx="106194" cy="91546"/>
          </a:xfrm>
          <a:prstGeom prst="triangl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21" name="Straight Arrow Connector 320">
            <a:extLst>
              <a:ext uri="{FF2B5EF4-FFF2-40B4-BE49-F238E27FC236}">
                <a16:creationId xmlns:a16="http://schemas.microsoft.com/office/drawing/2014/main" id="{063A10AA-718A-3DAD-B6D7-E96D050F542E}"/>
              </a:ext>
            </a:extLst>
          </p:cNvPr>
          <p:cNvCxnSpPr>
            <a:cxnSpLocks/>
          </p:cNvCxnSpPr>
          <p:nvPr/>
        </p:nvCxnSpPr>
        <p:spPr>
          <a:xfrm>
            <a:off x="9825592" y="778650"/>
            <a:ext cx="350195"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22" name="Group 321">
            <a:extLst>
              <a:ext uri="{FF2B5EF4-FFF2-40B4-BE49-F238E27FC236}">
                <a16:creationId xmlns:a16="http://schemas.microsoft.com/office/drawing/2014/main" id="{1CD209A2-5370-7337-3E9F-C1AD443A753F}"/>
              </a:ext>
            </a:extLst>
          </p:cNvPr>
          <p:cNvGrpSpPr/>
          <p:nvPr/>
        </p:nvGrpSpPr>
        <p:grpSpPr>
          <a:xfrm>
            <a:off x="8769302" y="4668010"/>
            <a:ext cx="576502" cy="1664012"/>
            <a:chOff x="8249504" y="4644763"/>
            <a:chExt cx="306962" cy="1664012"/>
          </a:xfrm>
        </p:grpSpPr>
        <p:cxnSp>
          <p:nvCxnSpPr>
            <p:cNvPr id="324" name="Straight Arrow Connector 323">
              <a:extLst>
                <a:ext uri="{FF2B5EF4-FFF2-40B4-BE49-F238E27FC236}">
                  <a16:creationId xmlns:a16="http://schemas.microsoft.com/office/drawing/2014/main" id="{5DAF103D-CCF0-29F8-EDB1-82C811349495}"/>
                </a:ext>
              </a:extLst>
            </p:cNvPr>
            <p:cNvCxnSpPr>
              <a:cxnSpLocks/>
            </p:cNvCxnSpPr>
            <p:nvPr/>
          </p:nvCxnSpPr>
          <p:spPr>
            <a:xfrm flipV="1">
              <a:off x="8249504" y="6308774"/>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5" name="Straight Arrow Connector 324">
              <a:extLst>
                <a:ext uri="{FF2B5EF4-FFF2-40B4-BE49-F238E27FC236}">
                  <a16:creationId xmlns:a16="http://schemas.microsoft.com/office/drawing/2014/main" id="{125AA0D6-4DFC-3D9E-F661-CDBDA969AD2E}"/>
                </a:ext>
              </a:extLst>
            </p:cNvPr>
            <p:cNvCxnSpPr>
              <a:cxnSpLocks/>
            </p:cNvCxnSpPr>
            <p:nvPr/>
          </p:nvCxnSpPr>
          <p:spPr>
            <a:xfrm flipV="1">
              <a:off x="8249504" y="606921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Straight Arrow Connector 326">
              <a:extLst>
                <a:ext uri="{FF2B5EF4-FFF2-40B4-BE49-F238E27FC236}">
                  <a16:creationId xmlns:a16="http://schemas.microsoft.com/office/drawing/2014/main" id="{A0498C41-3678-CB5B-63F2-E6C1A5224C97}"/>
                </a:ext>
              </a:extLst>
            </p:cNvPr>
            <p:cNvCxnSpPr>
              <a:cxnSpLocks/>
            </p:cNvCxnSpPr>
            <p:nvPr/>
          </p:nvCxnSpPr>
          <p:spPr>
            <a:xfrm flipV="1">
              <a:off x="8249504" y="583554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8" name="Straight Arrow Connector 327">
              <a:extLst>
                <a:ext uri="{FF2B5EF4-FFF2-40B4-BE49-F238E27FC236}">
                  <a16:creationId xmlns:a16="http://schemas.microsoft.com/office/drawing/2014/main" id="{C828E91C-AB7F-AF6F-A74F-04D0E4E2260A}"/>
                </a:ext>
              </a:extLst>
            </p:cNvPr>
            <p:cNvCxnSpPr>
              <a:cxnSpLocks/>
            </p:cNvCxnSpPr>
            <p:nvPr/>
          </p:nvCxnSpPr>
          <p:spPr>
            <a:xfrm flipV="1">
              <a:off x="8249504" y="559598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Straight Arrow Connector 329">
              <a:extLst>
                <a:ext uri="{FF2B5EF4-FFF2-40B4-BE49-F238E27FC236}">
                  <a16:creationId xmlns:a16="http://schemas.microsoft.com/office/drawing/2014/main" id="{50CE52B5-E2F4-D160-6E43-BCBDCD58BE59}"/>
                </a:ext>
              </a:extLst>
            </p:cNvPr>
            <p:cNvCxnSpPr>
              <a:cxnSpLocks/>
            </p:cNvCxnSpPr>
            <p:nvPr/>
          </p:nvCxnSpPr>
          <p:spPr>
            <a:xfrm flipV="1">
              <a:off x="8249504" y="535755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Straight Arrow Connector 330">
              <a:extLst>
                <a:ext uri="{FF2B5EF4-FFF2-40B4-BE49-F238E27FC236}">
                  <a16:creationId xmlns:a16="http://schemas.microsoft.com/office/drawing/2014/main" id="{3C76B357-CD5C-F3EF-B3A2-E9F552E7FD7B}"/>
                </a:ext>
              </a:extLst>
            </p:cNvPr>
            <p:cNvCxnSpPr>
              <a:cxnSpLocks/>
            </p:cNvCxnSpPr>
            <p:nvPr/>
          </p:nvCxnSpPr>
          <p:spPr>
            <a:xfrm flipV="1">
              <a:off x="8249504" y="5117991"/>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3" name="Straight Arrow Connector 332">
              <a:extLst>
                <a:ext uri="{FF2B5EF4-FFF2-40B4-BE49-F238E27FC236}">
                  <a16:creationId xmlns:a16="http://schemas.microsoft.com/office/drawing/2014/main" id="{99FA7AD7-5272-2969-EF0B-1986B2DE9610}"/>
                </a:ext>
              </a:extLst>
            </p:cNvPr>
            <p:cNvCxnSpPr>
              <a:cxnSpLocks/>
            </p:cNvCxnSpPr>
            <p:nvPr/>
          </p:nvCxnSpPr>
          <p:spPr>
            <a:xfrm flipV="1">
              <a:off x="8249504" y="4884322"/>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4" name="Straight Arrow Connector 333">
              <a:extLst>
                <a:ext uri="{FF2B5EF4-FFF2-40B4-BE49-F238E27FC236}">
                  <a16:creationId xmlns:a16="http://schemas.microsoft.com/office/drawing/2014/main" id="{FE00692E-0C8E-EA23-FE27-864228D89732}"/>
                </a:ext>
              </a:extLst>
            </p:cNvPr>
            <p:cNvCxnSpPr>
              <a:cxnSpLocks/>
            </p:cNvCxnSpPr>
            <p:nvPr/>
          </p:nvCxnSpPr>
          <p:spPr>
            <a:xfrm flipV="1">
              <a:off x="8249504" y="4644763"/>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37" name="Straight Arrow Connector 336">
            <a:extLst>
              <a:ext uri="{FF2B5EF4-FFF2-40B4-BE49-F238E27FC236}">
                <a16:creationId xmlns:a16="http://schemas.microsoft.com/office/drawing/2014/main" id="{C12C5221-37D0-6063-863D-EB4B9289FC6C}"/>
              </a:ext>
            </a:extLst>
          </p:cNvPr>
          <p:cNvCxnSpPr>
            <a:cxnSpLocks/>
          </p:cNvCxnSpPr>
          <p:nvPr/>
        </p:nvCxnSpPr>
        <p:spPr>
          <a:xfrm>
            <a:off x="10529593" y="757129"/>
            <a:ext cx="130847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42" name="Group 341">
            <a:extLst>
              <a:ext uri="{FF2B5EF4-FFF2-40B4-BE49-F238E27FC236}">
                <a16:creationId xmlns:a16="http://schemas.microsoft.com/office/drawing/2014/main" id="{71904354-7544-E94D-F5C7-66D32CB11EE9}"/>
              </a:ext>
            </a:extLst>
          </p:cNvPr>
          <p:cNvGrpSpPr/>
          <p:nvPr/>
        </p:nvGrpSpPr>
        <p:grpSpPr>
          <a:xfrm>
            <a:off x="8769301" y="2638365"/>
            <a:ext cx="433768" cy="1664011"/>
            <a:chOff x="8249504" y="2615118"/>
            <a:chExt cx="306962" cy="1664011"/>
          </a:xfrm>
        </p:grpSpPr>
        <p:cxnSp>
          <p:nvCxnSpPr>
            <p:cNvPr id="343" name="Straight Arrow Connector 342">
              <a:extLst>
                <a:ext uri="{FF2B5EF4-FFF2-40B4-BE49-F238E27FC236}">
                  <a16:creationId xmlns:a16="http://schemas.microsoft.com/office/drawing/2014/main" id="{134B98FB-D93B-C94A-5FA1-6079F38E9D17}"/>
                </a:ext>
              </a:extLst>
            </p:cNvPr>
            <p:cNvCxnSpPr>
              <a:cxnSpLocks/>
            </p:cNvCxnSpPr>
            <p:nvPr/>
          </p:nvCxnSpPr>
          <p:spPr>
            <a:xfrm flipV="1">
              <a:off x="8249504" y="4279128"/>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5" name="Straight Arrow Connector 344">
              <a:extLst>
                <a:ext uri="{FF2B5EF4-FFF2-40B4-BE49-F238E27FC236}">
                  <a16:creationId xmlns:a16="http://schemas.microsoft.com/office/drawing/2014/main" id="{53D739CA-AE5B-A032-84E2-1A883FD6C352}"/>
                </a:ext>
              </a:extLst>
            </p:cNvPr>
            <p:cNvCxnSpPr>
              <a:cxnSpLocks/>
            </p:cNvCxnSpPr>
            <p:nvPr/>
          </p:nvCxnSpPr>
          <p:spPr>
            <a:xfrm flipV="1">
              <a:off x="8249504" y="4039569"/>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6" name="Straight Arrow Connector 345">
              <a:extLst>
                <a:ext uri="{FF2B5EF4-FFF2-40B4-BE49-F238E27FC236}">
                  <a16:creationId xmlns:a16="http://schemas.microsoft.com/office/drawing/2014/main" id="{010E497D-0184-638D-F59A-9D0C39DB96F3}"/>
                </a:ext>
              </a:extLst>
            </p:cNvPr>
            <p:cNvCxnSpPr>
              <a:cxnSpLocks/>
            </p:cNvCxnSpPr>
            <p:nvPr/>
          </p:nvCxnSpPr>
          <p:spPr>
            <a:xfrm flipV="1">
              <a:off x="8249504" y="380590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8" name="Straight Arrow Connector 347">
              <a:extLst>
                <a:ext uri="{FF2B5EF4-FFF2-40B4-BE49-F238E27FC236}">
                  <a16:creationId xmlns:a16="http://schemas.microsoft.com/office/drawing/2014/main" id="{0D590528-9A8A-7017-C634-A76FB5B72E5D}"/>
                </a:ext>
              </a:extLst>
            </p:cNvPr>
            <p:cNvCxnSpPr>
              <a:cxnSpLocks/>
            </p:cNvCxnSpPr>
            <p:nvPr/>
          </p:nvCxnSpPr>
          <p:spPr>
            <a:xfrm flipV="1">
              <a:off x="8249504" y="3566340"/>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9" name="Straight Arrow Connector 348">
              <a:extLst>
                <a:ext uri="{FF2B5EF4-FFF2-40B4-BE49-F238E27FC236}">
                  <a16:creationId xmlns:a16="http://schemas.microsoft.com/office/drawing/2014/main" id="{4077A329-D43E-9861-4B31-1302E90B256D}"/>
                </a:ext>
              </a:extLst>
            </p:cNvPr>
            <p:cNvCxnSpPr>
              <a:cxnSpLocks/>
            </p:cNvCxnSpPr>
            <p:nvPr/>
          </p:nvCxnSpPr>
          <p:spPr>
            <a:xfrm flipV="1">
              <a:off x="8249504" y="332790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1" name="Straight Arrow Connector 350">
              <a:extLst>
                <a:ext uri="{FF2B5EF4-FFF2-40B4-BE49-F238E27FC236}">
                  <a16:creationId xmlns:a16="http://schemas.microsoft.com/office/drawing/2014/main" id="{92B717DE-513D-1102-601E-37977A065A20}"/>
                </a:ext>
              </a:extLst>
            </p:cNvPr>
            <p:cNvCxnSpPr>
              <a:cxnSpLocks/>
            </p:cNvCxnSpPr>
            <p:nvPr/>
          </p:nvCxnSpPr>
          <p:spPr>
            <a:xfrm flipV="1">
              <a:off x="8249504" y="3088345"/>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2" name="Straight Arrow Connector 351">
              <a:extLst>
                <a:ext uri="{FF2B5EF4-FFF2-40B4-BE49-F238E27FC236}">
                  <a16:creationId xmlns:a16="http://schemas.microsoft.com/office/drawing/2014/main" id="{3B79C7A1-1662-56FE-5252-4E0DE111B949}"/>
                </a:ext>
              </a:extLst>
            </p:cNvPr>
            <p:cNvCxnSpPr>
              <a:cxnSpLocks/>
            </p:cNvCxnSpPr>
            <p:nvPr/>
          </p:nvCxnSpPr>
          <p:spPr>
            <a:xfrm flipV="1">
              <a:off x="8249504" y="2854676"/>
              <a:ext cx="306962" cy="1"/>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3" name="Straight Arrow Connector 352">
              <a:extLst>
                <a:ext uri="{FF2B5EF4-FFF2-40B4-BE49-F238E27FC236}">
                  <a16:creationId xmlns:a16="http://schemas.microsoft.com/office/drawing/2014/main" id="{F85C2076-403D-10F7-F2FF-40324EF6575D}"/>
                </a:ext>
              </a:extLst>
            </p:cNvPr>
            <p:cNvCxnSpPr>
              <a:cxnSpLocks/>
            </p:cNvCxnSpPr>
            <p:nvPr/>
          </p:nvCxnSpPr>
          <p:spPr>
            <a:xfrm>
              <a:off x="8249504" y="2615118"/>
              <a:ext cx="306962" cy="0"/>
            </a:xfrm>
            <a:prstGeom prst="straightConnector1">
              <a:avLst/>
            </a:prstGeom>
            <a:ln w="31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315" name="Straight Connector 314">
            <a:extLst>
              <a:ext uri="{FF2B5EF4-FFF2-40B4-BE49-F238E27FC236}">
                <a16:creationId xmlns:a16="http://schemas.microsoft.com/office/drawing/2014/main" id="{6E3018C3-ECD4-F017-5DF7-A9865654EB35}"/>
              </a:ext>
            </a:extLst>
          </p:cNvPr>
          <p:cNvCxnSpPr>
            <a:cxnSpLocks/>
          </p:cNvCxnSpPr>
          <p:nvPr/>
        </p:nvCxnSpPr>
        <p:spPr>
          <a:xfrm flipV="1">
            <a:off x="9076264" y="790360"/>
            <a:ext cx="0" cy="1498451"/>
          </a:xfrm>
          <a:prstGeom prst="line">
            <a:avLst/>
          </a:prstGeom>
          <a:ln w="19050"/>
        </p:spPr>
        <p:style>
          <a:lnRef idx="1">
            <a:schemeClr val="dk1"/>
          </a:lnRef>
          <a:fillRef idx="0">
            <a:schemeClr val="dk1"/>
          </a:fillRef>
          <a:effectRef idx="0">
            <a:schemeClr val="dk1"/>
          </a:effectRef>
          <a:fontRef idx="minor">
            <a:schemeClr val="tx1"/>
          </a:fontRef>
        </p:style>
      </p:cxnSp>
      <p:sp>
        <p:nvSpPr>
          <p:cNvPr id="316" name="Trapezoid 315">
            <a:extLst>
              <a:ext uri="{FF2B5EF4-FFF2-40B4-BE49-F238E27FC236}">
                <a16:creationId xmlns:a16="http://schemas.microsoft.com/office/drawing/2014/main" id="{BDC4532B-7576-1EFC-0525-DAD40F475A14}"/>
              </a:ext>
            </a:extLst>
          </p:cNvPr>
          <p:cNvSpPr/>
          <p:nvPr/>
        </p:nvSpPr>
        <p:spPr>
          <a:xfrm rot="5400000">
            <a:off x="9185172" y="633425"/>
            <a:ext cx="949129" cy="344253"/>
          </a:xfrm>
          <a:prstGeom prst="trapezoid">
            <a:avLst>
              <a:gd name="adj" fmla="val 53607"/>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6" name="Straight Connector 335">
            <a:extLst>
              <a:ext uri="{FF2B5EF4-FFF2-40B4-BE49-F238E27FC236}">
                <a16:creationId xmlns:a16="http://schemas.microsoft.com/office/drawing/2014/main" id="{45BA27A0-77A3-9B0E-7830-3E8C2EDCCD02}"/>
              </a:ext>
            </a:extLst>
          </p:cNvPr>
          <p:cNvCxnSpPr>
            <a:cxnSpLocks/>
          </p:cNvCxnSpPr>
          <p:nvPr/>
        </p:nvCxnSpPr>
        <p:spPr>
          <a:xfrm flipV="1">
            <a:off x="9342523" y="1099797"/>
            <a:ext cx="0" cy="5232224"/>
          </a:xfrm>
          <a:prstGeom prst="line">
            <a:avLst/>
          </a:prstGeom>
          <a:ln w="19050"/>
        </p:spPr>
        <p:style>
          <a:lnRef idx="1">
            <a:schemeClr val="dk1"/>
          </a:lnRef>
          <a:fillRef idx="0">
            <a:schemeClr val="dk1"/>
          </a:fillRef>
          <a:effectRef idx="0">
            <a:schemeClr val="dk1"/>
          </a:effectRef>
          <a:fontRef idx="minor">
            <a:schemeClr val="tx1"/>
          </a:fontRef>
        </p:style>
      </p:cxnSp>
      <p:cxnSp>
        <p:nvCxnSpPr>
          <p:cNvPr id="340" name="Connector: Elbow 339">
            <a:extLst>
              <a:ext uri="{FF2B5EF4-FFF2-40B4-BE49-F238E27FC236}">
                <a16:creationId xmlns:a16="http://schemas.microsoft.com/office/drawing/2014/main" id="{045C910F-D677-A85E-C86D-2D2BEC29D6BB}"/>
              </a:ext>
            </a:extLst>
          </p:cNvPr>
          <p:cNvCxnSpPr/>
          <p:nvPr/>
        </p:nvCxnSpPr>
        <p:spPr>
          <a:xfrm rot="5400000" flipH="1" flipV="1">
            <a:off x="8484781" y="1117097"/>
            <a:ext cx="1594312" cy="411346"/>
          </a:xfrm>
          <a:prstGeom prst="bentConnector2">
            <a:avLst/>
          </a:prstGeom>
          <a:ln w="19050"/>
        </p:spPr>
        <p:style>
          <a:lnRef idx="1">
            <a:schemeClr val="dk1"/>
          </a:lnRef>
          <a:fillRef idx="0">
            <a:schemeClr val="dk1"/>
          </a:fillRef>
          <a:effectRef idx="0">
            <a:schemeClr val="dk1"/>
          </a:effectRef>
          <a:fontRef idx="minor">
            <a:schemeClr val="tx1"/>
          </a:fontRef>
        </p:style>
      </p:cxnSp>
      <p:cxnSp>
        <p:nvCxnSpPr>
          <p:cNvPr id="355" name="Straight Connector 354">
            <a:extLst>
              <a:ext uri="{FF2B5EF4-FFF2-40B4-BE49-F238E27FC236}">
                <a16:creationId xmlns:a16="http://schemas.microsoft.com/office/drawing/2014/main" id="{D7C7487B-C347-7788-8CBB-26F3733793D4}"/>
              </a:ext>
            </a:extLst>
          </p:cNvPr>
          <p:cNvCxnSpPr>
            <a:cxnSpLocks/>
          </p:cNvCxnSpPr>
          <p:nvPr/>
        </p:nvCxnSpPr>
        <p:spPr>
          <a:xfrm flipV="1">
            <a:off x="9200253" y="805552"/>
            <a:ext cx="0" cy="3496823"/>
          </a:xfrm>
          <a:prstGeom prst="line">
            <a:avLst/>
          </a:prstGeom>
          <a:ln w="19050"/>
        </p:spPr>
        <p:style>
          <a:lnRef idx="1">
            <a:schemeClr val="dk1"/>
          </a:lnRef>
          <a:fillRef idx="0">
            <a:schemeClr val="dk1"/>
          </a:fillRef>
          <a:effectRef idx="0">
            <a:schemeClr val="dk1"/>
          </a:effectRef>
          <a:fontRef idx="minor">
            <a:schemeClr val="tx1"/>
          </a:fontRef>
        </p:style>
      </p:cxnSp>
      <p:cxnSp>
        <p:nvCxnSpPr>
          <p:cNvPr id="357" name="Straight Connector 356">
            <a:extLst>
              <a:ext uri="{FF2B5EF4-FFF2-40B4-BE49-F238E27FC236}">
                <a16:creationId xmlns:a16="http://schemas.microsoft.com/office/drawing/2014/main" id="{626530AF-A4A9-8C2A-4493-9013F88BED0E}"/>
              </a:ext>
            </a:extLst>
          </p:cNvPr>
          <p:cNvCxnSpPr>
            <a:cxnSpLocks/>
            <a:endCxn id="316" idx="2"/>
          </p:cNvCxnSpPr>
          <p:nvPr/>
        </p:nvCxnSpPr>
        <p:spPr>
          <a:xfrm>
            <a:off x="9197438" y="805552"/>
            <a:ext cx="29017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a:extLst>
              <a:ext uri="{FF2B5EF4-FFF2-40B4-BE49-F238E27FC236}">
                <a16:creationId xmlns:a16="http://schemas.microsoft.com/office/drawing/2014/main" id="{E84CFE06-9E17-3361-7F09-24953CF5F57C}"/>
              </a:ext>
            </a:extLst>
          </p:cNvPr>
          <p:cNvCxnSpPr>
            <a:cxnSpLocks/>
          </p:cNvCxnSpPr>
          <p:nvPr/>
        </p:nvCxnSpPr>
        <p:spPr>
          <a:xfrm>
            <a:off x="9342523" y="1099797"/>
            <a:ext cx="14508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Straight Arrow Connector 365">
            <a:extLst>
              <a:ext uri="{FF2B5EF4-FFF2-40B4-BE49-F238E27FC236}">
                <a16:creationId xmlns:a16="http://schemas.microsoft.com/office/drawing/2014/main" id="{800766D6-631F-8F11-CA76-AC2C6B67DE85}"/>
              </a:ext>
            </a:extLst>
          </p:cNvPr>
          <p:cNvCxnSpPr>
            <a:cxnSpLocks/>
          </p:cNvCxnSpPr>
          <p:nvPr/>
        </p:nvCxnSpPr>
        <p:spPr>
          <a:xfrm>
            <a:off x="8263331" y="29881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1" name="Straight Arrow Connector 370">
            <a:extLst>
              <a:ext uri="{FF2B5EF4-FFF2-40B4-BE49-F238E27FC236}">
                <a16:creationId xmlns:a16="http://schemas.microsoft.com/office/drawing/2014/main" id="{5889F7E5-069B-CFA8-8738-CF1AF0C6B310}"/>
              </a:ext>
            </a:extLst>
          </p:cNvPr>
          <p:cNvCxnSpPr>
            <a:cxnSpLocks/>
          </p:cNvCxnSpPr>
          <p:nvPr/>
        </p:nvCxnSpPr>
        <p:spPr>
          <a:xfrm>
            <a:off x="8263331" y="2392374"/>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72" name="Straight Arrow Connector 371">
            <a:extLst>
              <a:ext uri="{FF2B5EF4-FFF2-40B4-BE49-F238E27FC236}">
                <a16:creationId xmlns:a16="http://schemas.microsoft.com/office/drawing/2014/main" id="{E9F9578F-A009-69BF-A363-AC9FAC82EF2E}"/>
              </a:ext>
            </a:extLst>
          </p:cNvPr>
          <p:cNvCxnSpPr>
            <a:cxnSpLocks/>
          </p:cNvCxnSpPr>
          <p:nvPr/>
        </p:nvCxnSpPr>
        <p:spPr>
          <a:xfrm>
            <a:off x="8263331" y="4415846"/>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21" name="Group 520">
            <a:extLst>
              <a:ext uri="{FF2B5EF4-FFF2-40B4-BE49-F238E27FC236}">
                <a16:creationId xmlns:a16="http://schemas.microsoft.com/office/drawing/2014/main" id="{17D7A6D2-DA1F-1461-21B2-929313C6F1F5}"/>
              </a:ext>
            </a:extLst>
          </p:cNvPr>
          <p:cNvGrpSpPr/>
          <p:nvPr/>
        </p:nvGrpSpPr>
        <p:grpSpPr>
          <a:xfrm>
            <a:off x="6988833" y="528219"/>
            <a:ext cx="204747" cy="5897371"/>
            <a:chOff x="8663115" y="658886"/>
            <a:chExt cx="204747" cy="5897371"/>
          </a:xfrm>
        </p:grpSpPr>
        <p:grpSp>
          <p:nvGrpSpPr>
            <p:cNvPr id="375" name="Group 374">
              <a:extLst>
                <a:ext uri="{FF2B5EF4-FFF2-40B4-BE49-F238E27FC236}">
                  <a16:creationId xmlns:a16="http://schemas.microsoft.com/office/drawing/2014/main" id="{F5F0BE1B-B64B-1C0D-0932-C42DF4F9991A}"/>
                </a:ext>
              </a:extLst>
            </p:cNvPr>
            <p:cNvGrpSpPr/>
            <p:nvPr/>
          </p:nvGrpSpPr>
          <p:grpSpPr>
            <a:xfrm>
              <a:off x="8663115" y="6366107"/>
              <a:ext cx="204747" cy="190150"/>
              <a:chOff x="7531202" y="6119530"/>
              <a:chExt cx="350195" cy="325227"/>
            </a:xfrm>
          </p:grpSpPr>
          <p:sp>
            <p:nvSpPr>
              <p:cNvPr id="380" name="Rectangle 379">
                <a:extLst>
                  <a:ext uri="{FF2B5EF4-FFF2-40B4-BE49-F238E27FC236}">
                    <a16:creationId xmlns:a16="http://schemas.microsoft.com/office/drawing/2014/main" id="{2F11CA07-7F85-7164-F6AD-5E41992F0B0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1" name="Isosceles Triangle 380">
                <a:extLst>
                  <a:ext uri="{FF2B5EF4-FFF2-40B4-BE49-F238E27FC236}">
                    <a16:creationId xmlns:a16="http://schemas.microsoft.com/office/drawing/2014/main" id="{7C39FF83-7B18-4426-771B-E60D9082FF2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2" name="Group 381">
              <a:extLst>
                <a:ext uri="{FF2B5EF4-FFF2-40B4-BE49-F238E27FC236}">
                  <a16:creationId xmlns:a16="http://schemas.microsoft.com/office/drawing/2014/main" id="{E071781E-B6D7-E1C3-C3E6-924AD383F146}"/>
                </a:ext>
              </a:extLst>
            </p:cNvPr>
            <p:cNvGrpSpPr/>
            <p:nvPr/>
          </p:nvGrpSpPr>
          <p:grpSpPr>
            <a:xfrm>
              <a:off x="8663115" y="6126548"/>
              <a:ext cx="204747" cy="190150"/>
              <a:chOff x="7531202" y="6119530"/>
              <a:chExt cx="350195" cy="325227"/>
            </a:xfrm>
          </p:grpSpPr>
          <p:sp>
            <p:nvSpPr>
              <p:cNvPr id="383" name="Rectangle 382">
                <a:extLst>
                  <a:ext uri="{FF2B5EF4-FFF2-40B4-BE49-F238E27FC236}">
                    <a16:creationId xmlns:a16="http://schemas.microsoft.com/office/drawing/2014/main" id="{E62659E4-2E8E-1FCE-0C0B-2F4509CA526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4" name="Isosceles Triangle 383">
                <a:extLst>
                  <a:ext uri="{FF2B5EF4-FFF2-40B4-BE49-F238E27FC236}">
                    <a16:creationId xmlns:a16="http://schemas.microsoft.com/office/drawing/2014/main" id="{23899B30-D1FC-B3D7-9391-22288AA0DF1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5" name="Group 384">
              <a:extLst>
                <a:ext uri="{FF2B5EF4-FFF2-40B4-BE49-F238E27FC236}">
                  <a16:creationId xmlns:a16="http://schemas.microsoft.com/office/drawing/2014/main" id="{3E9498DE-45C3-4E4B-EF9C-259832437B26}"/>
                </a:ext>
              </a:extLst>
            </p:cNvPr>
            <p:cNvGrpSpPr/>
            <p:nvPr/>
          </p:nvGrpSpPr>
          <p:grpSpPr>
            <a:xfrm>
              <a:off x="8663115" y="5892879"/>
              <a:ext cx="204747" cy="190150"/>
              <a:chOff x="7531202" y="6119530"/>
              <a:chExt cx="350195" cy="325227"/>
            </a:xfrm>
          </p:grpSpPr>
          <p:sp>
            <p:nvSpPr>
              <p:cNvPr id="386" name="Rectangle 385">
                <a:extLst>
                  <a:ext uri="{FF2B5EF4-FFF2-40B4-BE49-F238E27FC236}">
                    <a16:creationId xmlns:a16="http://schemas.microsoft.com/office/drawing/2014/main" id="{2109373F-B9B2-F848-0F68-824F57D536D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87" name="Isosceles Triangle 386">
                <a:extLst>
                  <a:ext uri="{FF2B5EF4-FFF2-40B4-BE49-F238E27FC236}">
                    <a16:creationId xmlns:a16="http://schemas.microsoft.com/office/drawing/2014/main" id="{02767E53-B1A5-5F00-EFE5-A6B7AC3D599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88" name="Group 387">
              <a:extLst>
                <a:ext uri="{FF2B5EF4-FFF2-40B4-BE49-F238E27FC236}">
                  <a16:creationId xmlns:a16="http://schemas.microsoft.com/office/drawing/2014/main" id="{2C4BC6F3-0EF3-6A39-AA64-1A882ED36377}"/>
                </a:ext>
              </a:extLst>
            </p:cNvPr>
            <p:cNvGrpSpPr/>
            <p:nvPr/>
          </p:nvGrpSpPr>
          <p:grpSpPr>
            <a:xfrm>
              <a:off x="8663115" y="5653319"/>
              <a:ext cx="204747" cy="190150"/>
              <a:chOff x="7531202" y="6119530"/>
              <a:chExt cx="350195" cy="325227"/>
            </a:xfrm>
          </p:grpSpPr>
          <p:sp>
            <p:nvSpPr>
              <p:cNvPr id="389" name="Rectangle 388">
                <a:extLst>
                  <a:ext uri="{FF2B5EF4-FFF2-40B4-BE49-F238E27FC236}">
                    <a16:creationId xmlns:a16="http://schemas.microsoft.com/office/drawing/2014/main" id="{2710F70F-FE0E-3543-ED8D-EFE5D394FDE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0" name="Isosceles Triangle 389">
                <a:extLst>
                  <a:ext uri="{FF2B5EF4-FFF2-40B4-BE49-F238E27FC236}">
                    <a16:creationId xmlns:a16="http://schemas.microsoft.com/office/drawing/2014/main" id="{1770063F-0FF2-ACC0-7449-55D2FAC9DD7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1" name="Group 390">
              <a:extLst>
                <a:ext uri="{FF2B5EF4-FFF2-40B4-BE49-F238E27FC236}">
                  <a16:creationId xmlns:a16="http://schemas.microsoft.com/office/drawing/2014/main" id="{65C52F15-514D-50BF-0058-2D434256F501}"/>
                </a:ext>
              </a:extLst>
            </p:cNvPr>
            <p:cNvGrpSpPr/>
            <p:nvPr/>
          </p:nvGrpSpPr>
          <p:grpSpPr>
            <a:xfrm>
              <a:off x="8663115" y="5414884"/>
              <a:ext cx="204747" cy="190150"/>
              <a:chOff x="7531202" y="6119530"/>
              <a:chExt cx="350195" cy="325227"/>
            </a:xfrm>
          </p:grpSpPr>
          <p:sp>
            <p:nvSpPr>
              <p:cNvPr id="392" name="Rectangle 391">
                <a:extLst>
                  <a:ext uri="{FF2B5EF4-FFF2-40B4-BE49-F238E27FC236}">
                    <a16:creationId xmlns:a16="http://schemas.microsoft.com/office/drawing/2014/main" id="{84539767-06D4-BF2C-7F1D-8AB424FFEFAC}"/>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3" name="Isosceles Triangle 392">
                <a:extLst>
                  <a:ext uri="{FF2B5EF4-FFF2-40B4-BE49-F238E27FC236}">
                    <a16:creationId xmlns:a16="http://schemas.microsoft.com/office/drawing/2014/main" id="{1CFED80D-48F6-11D4-2E80-7249D58838E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4" name="Group 393">
              <a:extLst>
                <a:ext uri="{FF2B5EF4-FFF2-40B4-BE49-F238E27FC236}">
                  <a16:creationId xmlns:a16="http://schemas.microsoft.com/office/drawing/2014/main" id="{09369787-B3AF-CA70-566C-D4C5C8DA0B65}"/>
                </a:ext>
              </a:extLst>
            </p:cNvPr>
            <p:cNvGrpSpPr/>
            <p:nvPr/>
          </p:nvGrpSpPr>
          <p:grpSpPr>
            <a:xfrm>
              <a:off x="8663115" y="5175324"/>
              <a:ext cx="204747" cy="190150"/>
              <a:chOff x="7531202" y="6119530"/>
              <a:chExt cx="350195" cy="325227"/>
            </a:xfrm>
          </p:grpSpPr>
          <p:sp>
            <p:nvSpPr>
              <p:cNvPr id="395" name="Rectangle 394">
                <a:extLst>
                  <a:ext uri="{FF2B5EF4-FFF2-40B4-BE49-F238E27FC236}">
                    <a16:creationId xmlns:a16="http://schemas.microsoft.com/office/drawing/2014/main" id="{C30FFCE8-2522-6CD2-8FE2-18F79B06459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6" name="Isosceles Triangle 395">
                <a:extLst>
                  <a:ext uri="{FF2B5EF4-FFF2-40B4-BE49-F238E27FC236}">
                    <a16:creationId xmlns:a16="http://schemas.microsoft.com/office/drawing/2014/main" id="{B682A586-F29B-ACBD-364E-77BB75CA85A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97" name="Group 396">
              <a:extLst>
                <a:ext uri="{FF2B5EF4-FFF2-40B4-BE49-F238E27FC236}">
                  <a16:creationId xmlns:a16="http://schemas.microsoft.com/office/drawing/2014/main" id="{745AC551-0858-C54A-309E-73FD540EA5A2}"/>
                </a:ext>
              </a:extLst>
            </p:cNvPr>
            <p:cNvGrpSpPr/>
            <p:nvPr/>
          </p:nvGrpSpPr>
          <p:grpSpPr>
            <a:xfrm>
              <a:off x="8663115" y="4941655"/>
              <a:ext cx="204747" cy="190150"/>
              <a:chOff x="7531202" y="6119530"/>
              <a:chExt cx="350195" cy="325227"/>
            </a:xfrm>
          </p:grpSpPr>
          <p:sp>
            <p:nvSpPr>
              <p:cNvPr id="398" name="Rectangle 397">
                <a:extLst>
                  <a:ext uri="{FF2B5EF4-FFF2-40B4-BE49-F238E27FC236}">
                    <a16:creationId xmlns:a16="http://schemas.microsoft.com/office/drawing/2014/main" id="{B034E8FA-7B1C-52D9-4436-2A5C2E54393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399" name="Isosceles Triangle 398">
                <a:extLst>
                  <a:ext uri="{FF2B5EF4-FFF2-40B4-BE49-F238E27FC236}">
                    <a16:creationId xmlns:a16="http://schemas.microsoft.com/office/drawing/2014/main" id="{7502D0D1-0A39-B7AA-C2FA-8012705798B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0" name="Group 399">
              <a:extLst>
                <a:ext uri="{FF2B5EF4-FFF2-40B4-BE49-F238E27FC236}">
                  <a16:creationId xmlns:a16="http://schemas.microsoft.com/office/drawing/2014/main" id="{A759B7B0-8850-254D-2870-9D75022C8D4F}"/>
                </a:ext>
              </a:extLst>
            </p:cNvPr>
            <p:cNvGrpSpPr/>
            <p:nvPr/>
          </p:nvGrpSpPr>
          <p:grpSpPr>
            <a:xfrm>
              <a:off x="8663115" y="4702096"/>
              <a:ext cx="204747" cy="190150"/>
              <a:chOff x="7531202" y="6119530"/>
              <a:chExt cx="350195" cy="325227"/>
            </a:xfrm>
          </p:grpSpPr>
          <p:sp>
            <p:nvSpPr>
              <p:cNvPr id="401" name="Rectangle 400">
                <a:extLst>
                  <a:ext uri="{FF2B5EF4-FFF2-40B4-BE49-F238E27FC236}">
                    <a16:creationId xmlns:a16="http://schemas.microsoft.com/office/drawing/2014/main" id="{FFA76102-044E-DF69-5906-A0FFE75F8D3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2" name="Isosceles Triangle 401">
                <a:extLst>
                  <a:ext uri="{FF2B5EF4-FFF2-40B4-BE49-F238E27FC236}">
                    <a16:creationId xmlns:a16="http://schemas.microsoft.com/office/drawing/2014/main" id="{6E045E1B-7641-A41E-C111-1731F388897C}"/>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3" name="Group 402">
              <a:extLst>
                <a:ext uri="{FF2B5EF4-FFF2-40B4-BE49-F238E27FC236}">
                  <a16:creationId xmlns:a16="http://schemas.microsoft.com/office/drawing/2014/main" id="{7565E4D1-B156-3861-95E3-871FC8D1885E}"/>
                </a:ext>
              </a:extLst>
            </p:cNvPr>
            <p:cNvGrpSpPr/>
            <p:nvPr/>
          </p:nvGrpSpPr>
          <p:grpSpPr>
            <a:xfrm>
              <a:off x="8663115" y="4336461"/>
              <a:ext cx="204747" cy="190150"/>
              <a:chOff x="7531202" y="6119530"/>
              <a:chExt cx="350195" cy="325227"/>
            </a:xfrm>
          </p:grpSpPr>
          <p:sp>
            <p:nvSpPr>
              <p:cNvPr id="404" name="Rectangle 403">
                <a:extLst>
                  <a:ext uri="{FF2B5EF4-FFF2-40B4-BE49-F238E27FC236}">
                    <a16:creationId xmlns:a16="http://schemas.microsoft.com/office/drawing/2014/main" id="{E70F33E7-C850-6600-8732-C7511C8FC9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5" name="Isosceles Triangle 404">
                <a:extLst>
                  <a:ext uri="{FF2B5EF4-FFF2-40B4-BE49-F238E27FC236}">
                    <a16:creationId xmlns:a16="http://schemas.microsoft.com/office/drawing/2014/main" id="{B863A67D-0C04-8565-A651-749DC4C3A11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6" name="Group 405">
              <a:extLst>
                <a:ext uri="{FF2B5EF4-FFF2-40B4-BE49-F238E27FC236}">
                  <a16:creationId xmlns:a16="http://schemas.microsoft.com/office/drawing/2014/main" id="{120CBEDB-AA8E-303E-CC9B-5F5AC6433554}"/>
                </a:ext>
              </a:extLst>
            </p:cNvPr>
            <p:cNvGrpSpPr/>
            <p:nvPr/>
          </p:nvGrpSpPr>
          <p:grpSpPr>
            <a:xfrm>
              <a:off x="8663115" y="4096902"/>
              <a:ext cx="204747" cy="190150"/>
              <a:chOff x="7531202" y="6119530"/>
              <a:chExt cx="350195" cy="325227"/>
            </a:xfrm>
          </p:grpSpPr>
          <p:sp>
            <p:nvSpPr>
              <p:cNvPr id="407" name="Rectangle 406">
                <a:extLst>
                  <a:ext uri="{FF2B5EF4-FFF2-40B4-BE49-F238E27FC236}">
                    <a16:creationId xmlns:a16="http://schemas.microsoft.com/office/drawing/2014/main" id="{7954C6EE-EDEF-E219-C2F7-BF2FCCDC42C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08" name="Isosceles Triangle 407">
                <a:extLst>
                  <a:ext uri="{FF2B5EF4-FFF2-40B4-BE49-F238E27FC236}">
                    <a16:creationId xmlns:a16="http://schemas.microsoft.com/office/drawing/2014/main" id="{EA9478F4-A28C-7459-AA04-2AE4C16892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09" name="Group 408">
              <a:extLst>
                <a:ext uri="{FF2B5EF4-FFF2-40B4-BE49-F238E27FC236}">
                  <a16:creationId xmlns:a16="http://schemas.microsoft.com/office/drawing/2014/main" id="{CCF7D1A7-33F9-7CEE-E965-6811CF1EB5E3}"/>
                </a:ext>
              </a:extLst>
            </p:cNvPr>
            <p:cNvGrpSpPr/>
            <p:nvPr/>
          </p:nvGrpSpPr>
          <p:grpSpPr>
            <a:xfrm>
              <a:off x="8663115" y="3863233"/>
              <a:ext cx="204747" cy="190150"/>
              <a:chOff x="7531202" y="6119530"/>
              <a:chExt cx="350195" cy="325227"/>
            </a:xfrm>
          </p:grpSpPr>
          <p:sp>
            <p:nvSpPr>
              <p:cNvPr id="410" name="Rectangle 409">
                <a:extLst>
                  <a:ext uri="{FF2B5EF4-FFF2-40B4-BE49-F238E27FC236}">
                    <a16:creationId xmlns:a16="http://schemas.microsoft.com/office/drawing/2014/main" id="{97985652-DC8A-12DB-79C9-AEE2A13B8B2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1" name="Isosceles Triangle 410">
                <a:extLst>
                  <a:ext uri="{FF2B5EF4-FFF2-40B4-BE49-F238E27FC236}">
                    <a16:creationId xmlns:a16="http://schemas.microsoft.com/office/drawing/2014/main" id="{0018E97B-ACCA-9A7F-A931-E1F0A91A07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2" name="Group 411">
              <a:extLst>
                <a:ext uri="{FF2B5EF4-FFF2-40B4-BE49-F238E27FC236}">
                  <a16:creationId xmlns:a16="http://schemas.microsoft.com/office/drawing/2014/main" id="{B85720FF-B29F-520A-6916-191E6BD7B384}"/>
                </a:ext>
              </a:extLst>
            </p:cNvPr>
            <p:cNvGrpSpPr/>
            <p:nvPr/>
          </p:nvGrpSpPr>
          <p:grpSpPr>
            <a:xfrm>
              <a:off x="8663115" y="3623673"/>
              <a:ext cx="204747" cy="190150"/>
              <a:chOff x="7531202" y="6119530"/>
              <a:chExt cx="350195" cy="325227"/>
            </a:xfrm>
          </p:grpSpPr>
          <p:sp>
            <p:nvSpPr>
              <p:cNvPr id="413" name="Rectangle 412">
                <a:extLst>
                  <a:ext uri="{FF2B5EF4-FFF2-40B4-BE49-F238E27FC236}">
                    <a16:creationId xmlns:a16="http://schemas.microsoft.com/office/drawing/2014/main" id="{FB1A9ABF-CD72-B0F8-BB52-6EBA60705A2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4" name="Isosceles Triangle 413">
                <a:extLst>
                  <a:ext uri="{FF2B5EF4-FFF2-40B4-BE49-F238E27FC236}">
                    <a16:creationId xmlns:a16="http://schemas.microsoft.com/office/drawing/2014/main" id="{24A40BF5-03B6-EE21-F713-CE111EA7330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5" name="Group 414">
              <a:extLst>
                <a:ext uri="{FF2B5EF4-FFF2-40B4-BE49-F238E27FC236}">
                  <a16:creationId xmlns:a16="http://schemas.microsoft.com/office/drawing/2014/main" id="{53512BBF-7C77-865D-4481-3EA11C77F3D5}"/>
                </a:ext>
              </a:extLst>
            </p:cNvPr>
            <p:cNvGrpSpPr/>
            <p:nvPr/>
          </p:nvGrpSpPr>
          <p:grpSpPr>
            <a:xfrm>
              <a:off x="8663115" y="3385238"/>
              <a:ext cx="204747" cy="190150"/>
              <a:chOff x="7531202" y="6119530"/>
              <a:chExt cx="350195" cy="325227"/>
            </a:xfrm>
          </p:grpSpPr>
          <p:sp>
            <p:nvSpPr>
              <p:cNvPr id="416" name="Rectangle 415">
                <a:extLst>
                  <a:ext uri="{FF2B5EF4-FFF2-40B4-BE49-F238E27FC236}">
                    <a16:creationId xmlns:a16="http://schemas.microsoft.com/office/drawing/2014/main" id="{EE89989D-DEBC-60F7-632F-12E7F3B88CF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17" name="Isosceles Triangle 416">
                <a:extLst>
                  <a:ext uri="{FF2B5EF4-FFF2-40B4-BE49-F238E27FC236}">
                    <a16:creationId xmlns:a16="http://schemas.microsoft.com/office/drawing/2014/main" id="{D88B16E2-C253-CE6F-3E31-B16F418333DF}"/>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8" name="Group 417">
              <a:extLst>
                <a:ext uri="{FF2B5EF4-FFF2-40B4-BE49-F238E27FC236}">
                  <a16:creationId xmlns:a16="http://schemas.microsoft.com/office/drawing/2014/main" id="{5051283D-ED71-4B4B-11B2-4D7D8628C2F1}"/>
                </a:ext>
              </a:extLst>
            </p:cNvPr>
            <p:cNvGrpSpPr/>
            <p:nvPr/>
          </p:nvGrpSpPr>
          <p:grpSpPr>
            <a:xfrm>
              <a:off x="8663115" y="3145678"/>
              <a:ext cx="204747" cy="190150"/>
              <a:chOff x="7531202" y="6119530"/>
              <a:chExt cx="350195" cy="325227"/>
            </a:xfrm>
          </p:grpSpPr>
          <p:sp>
            <p:nvSpPr>
              <p:cNvPr id="419" name="Rectangle 418">
                <a:extLst>
                  <a:ext uri="{FF2B5EF4-FFF2-40B4-BE49-F238E27FC236}">
                    <a16:creationId xmlns:a16="http://schemas.microsoft.com/office/drawing/2014/main" id="{43F250A7-DF93-2E22-03AA-8442BA125AC9}"/>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0" name="Isosceles Triangle 419">
                <a:extLst>
                  <a:ext uri="{FF2B5EF4-FFF2-40B4-BE49-F238E27FC236}">
                    <a16:creationId xmlns:a16="http://schemas.microsoft.com/office/drawing/2014/main" id="{305D5B9F-2FD2-04E1-4F36-2327FCAA052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1" name="Group 420">
              <a:extLst>
                <a:ext uri="{FF2B5EF4-FFF2-40B4-BE49-F238E27FC236}">
                  <a16:creationId xmlns:a16="http://schemas.microsoft.com/office/drawing/2014/main" id="{5F6A24DA-B1B7-2335-CE4E-50303F7D416F}"/>
                </a:ext>
              </a:extLst>
            </p:cNvPr>
            <p:cNvGrpSpPr/>
            <p:nvPr/>
          </p:nvGrpSpPr>
          <p:grpSpPr>
            <a:xfrm>
              <a:off x="8663115" y="2912009"/>
              <a:ext cx="204747" cy="190150"/>
              <a:chOff x="7531202" y="6119530"/>
              <a:chExt cx="350195" cy="325227"/>
            </a:xfrm>
          </p:grpSpPr>
          <p:sp>
            <p:nvSpPr>
              <p:cNvPr id="422" name="Rectangle 421">
                <a:extLst>
                  <a:ext uri="{FF2B5EF4-FFF2-40B4-BE49-F238E27FC236}">
                    <a16:creationId xmlns:a16="http://schemas.microsoft.com/office/drawing/2014/main" id="{EA554548-D9F5-F992-07FC-566ADEA65E3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3" name="Isosceles Triangle 422">
                <a:extLst>
                  <a:ext uri="{FF2B5EF4-FFF2-40B4-BE49-F238E27FC236}">
                    <a16:creationId xmlns:a16="http://schemas.microsoft.com/office/drawing/2014/main" id="{829E1546-3385-5F64-FD05-BECE08D6CE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4" name="Group 423">
              <a:extLst>
                <a:ext uri="{FF2B5EF4-FFF2-40B4-BE49-F238E27FC236}">
                  <a16:creationId xmlns:a16="http://schemas.microsoft.com/office/drawing/2014/main" id="{E82FE61F-B6B0-8B29-2645-8AA26879B069}"/>
                </a:ext>
              </a:extLst>
            </p:cNvPr>
            <p:cNvGrpSpPr/>
            <p:nvPr/>
          </p:nvGrpSpPr>
          <p:grpSpPr>
            <a:xfrm>
              <a:off x="8663115" y="2672450"/>
              <a:ext cx="204747" cy="190150"/>
              <a:chOff x="7531202" y="6119530"/>
              <a:chExt cx="350195" cy="325227"/>
            </a:xfrm>
          </p:grpSpPr>
          <p:sp>
            <p:nvSpPr>
              <p:cNvPr id="425" name="Rectangle 424">
                <a:extLst>
                  <a:ext uri="{FF2B5EF4-FFF2-40B4-BE49-F238E27FC236}">
                    <a16:creationId xmlns:a16="http://schemas.microsoft.com/office/drawing/2014/main" id="{BBD1020D-2AFC-7DCE-A028-43D3322A141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6" name="Isosceles Triangle 425">
                <a:extLst>
                  <a:ext uri="{FF2B5EF4-FFF2-40B4-BE49-F238E27FC236}">
                    <a16:creationId xmlns:a16="http://schemas.microsoft.com/office/drawing/2014/main" id="{CA536BE0-9758-1699-BBA1-5221E76F213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7" name="Group 426">
              <a:extLst>
                <a:ext uri="{FF2B5EF4-FFF2-40B4-BE49-F238E27FC236}">
                  <a16:creationId xmlns:a16="http://schemas.microsoft.com/office/drawing/2014/main" id="{ADD9AAF4-C664-D114-B259-C50C3949513D}"/>
                </a:ext>
              </a:extLst>
            </p:cNvPr>
            <p:cNvGrpSpPr/>
            <p:nvPr/>
          </p:nvGrpSpPr>
          <p:grpSpPr>
            <a:xfrm>
              <a:off x="8663115" y="2322897"/>
              <a:ext cx="204747" cy="190150"/>
              <a:chOff x="7531202" y="6119530"/>
              <a:chExt cx="350195" cy="325227"/>
            </a:xfrm>
          </p:grpSpPr>
          <p:sp>
            <p:nvSpPr>
              <p:cNvPr id="428" name="Rectangle 427">
                <a:extLst>
                  <a:ext uri="{FF2B5EF4-FFF2-40B4-BE49-F238E27FC236}">
                    <a16:creationId xmlns:a16="http://schemas.microsoft.com/office/drawing/2014/main" id="{38004B76-CEE3-930F-BE5D-A818A53D3C93}"/>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29" name="Isosceles Triangle 428">
                <a:extLst>
                  <a:ext uri="{FF2B5EF4-FFF2-40B4-BE49-F238E27FC236}">
                    <a16:creationId xmlns:a16="http://schemas.microsoft.com/office/drawing/2014/main" id="{77DECA31-559C-EB33-5A69-0D68021FC07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0" name="Group 429">
              <a:extLst>
                <a:ext uri="{FF2B5EF4-FFF2-40B4-BE49-F238E27FC236}">
                  <a16:creationId xmlns:a16="http://schemas.microsoft.com/office/drawing/2014/main" id="{F75DD56C-27BB-AD88-FDF0-BC478F762FB2}"/>
                </a:ext>
              </a:extLst>
            </p:cNvPr>
            <p:cNvGrpSpPr/>
            <p:nvPr/>
          </p:nvGrpSpPr>
          <p:grpSpPr>
            <a:xfrm>
              <a:off x="8663115" y="2083338"/>
              <a:ext cx="204747" cy="190150"/>
              <a:chOff x="7531202" y="6119530"/>
              <a:chExt cx="350195" cy="325227"/>
            </a:xfrm>
          </p:grpSpPr>
          <p:sp>
            <p:nvSpPr>
              <p:cNvPr id="431" name="Rectangle 430">
                <a:extLst>
                  <a:ext uri="{FF2B5EF4-FFF2-40B4-BE49-F238E27FC236}">
                    <a16:creationId xmlns:a16="http://schemas.microsoft.com/office/drawing/2014/main" id="{69164803-9A8D-0B28-C5D6-183EB8202BA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2" name="Isosceles Triangle 431">
                <a:extLst>
                  <a:ext uri="{FF2B5EF4-FFF2-40B4-BE49-F238E27FC236}">
                    <a16:creationId xmlns:a16="http://schemas.microsoft.com/office/drawing/2014/main" id="{75C7AEFB-1543-EC7A-0278-D5F1BCE2FC6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33" name="Group 432">
              <a:extLst>
                <a:ext uri="{FF2B5EF4-FFF2-40B4-BE49-F238E27FC236}">
                  <a16:creationId xmlns:a16="http://schemas.microsoft.com/office/drawing/2014/main" id="{6900050B-663E-C396-ADEF-751664B9695D}"/>
                </a:ext>
              </a:extLst>
            </p:cNvPr>
            <p:cNvGrpSpPr/>
            <p:nvPr/>
          </p:nvGrpSpPr>
          <p:grpSpPr>
            <a:xfrm>
              <a:off x="8663115" y="1849669"/>
              <a:ext cx="204747" cy="190150"/>
              <a:chOff x="7531202" y="6119530"/>
              <a:chExt cx="350195" cy="325227"/>
            </a:xfrm>
          </p:grpSpPr>
          <p:sp>
            <p:nvSpPr>
              <p:cNvPr id="434" name="Rectangle 433">
                <a:extLst>
                  <a:ext uri="{FF2B5EF4-FFF2-40B4-BE49-F238E27FC236}">
                    <a16:creationId xmlns:a16="http://schemas.microsoft.com/office/drawing/2014/main" id="{B90F56CE-1391-1F70-AD27-8E57566B608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39" name="Isosceles Triangle 438">
                <a:extLst>
                  <a:ext uri="{FF2B5EF4-FFF2-40B4-BE49-F238E27FC236}">
                    <a16:creationId xmlns:a16="http://schemas.microsoft.com/office/drawing/2014/main" id="{9353CE11-26D7-93EC-5D9E-53FBDEFA1395}"/>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0" name="Group 439">
              <a:extLst>
                <a:ext uri="{FF2B5EF4-FFF2-40B4-BE49-F238E27FC236}">
                  <a16:creationId xmlns:a16="http://schemas.microsoft.com/office/drawing/2014/main" id="{3479EB5F-1079-FC12-817A-21EAAADAAA7E}"/>
                </a:ext>
              </a:extLst>
            </p:cNvPr>
            <p:cNvGrpSpPr/>
            <p:nvPr/>
          </p:nvGrpSpPr>
          <p:grpSpPr>
            <a:xfrm>
              <a:off x="8663115" y="1610109"/>
              <a:ext cx="204747" cy="190150"/>
              <a:chOff x="7531202" y="6119530"/>
              <a:chExt cx="350195" cy="325227"/>
            </a:xfrm>
          </p:grpSpPr>
          <p:sp>
            <p:nvSpPr>
              <p:cNvPr id="442" name="Rectangle 441">
                <a:extLst>
                  <a:ext uri="{FF2B5EF4-FFF2-40B4-BE49-F238E27FC236}">
                    <a16:creationId xmlns:a16="http://schemas.microsoft.com/office/drawing/2014/main" id="{C4D06170-E3E8-9459-79CC-C7FE1E9365B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3" name="Isosceles Triangle 442">
                <a:extLst>
                  <a:ext uri="{FF2B5EF4-FFF2-40B4-BE49-F238E27FC236}">
                    <a16:creationId xmlns:a16="http://schemas.microsoft.com/office/drawing/2014/main" id="{E2305B01-1877-6378-B8E1-1D402AAD4D9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4" name="Group 443">
              <a:extLst>
                <a:ext uri="{FF2B5EF4-FFF2-40B4-BE49-F238E27FC236}">
                  <a16:creationId xmlns:a16="http://schemas.microsoft.com/office/drawing/2014/main" id="{FE59EE79-5AC5-9684-8593-8747663CCDFF}"/>
                </a:ext>
              </a:extLst>
            </p:cNvPr>
            <p:cNvGrpSpPr/>
            <p:nvPr/>
          </p:nvGrpSpPr>
          <p:grpSpPr>
            <a:xfrm>
              <a:off x="8663115" y="1371674"/>
              <a:ext cx="204747" cy="190150"/>
              <a:chOff x="7531202" y="6119530"/>
              <a:chExt cx="350195" cy="325227"/>
            </a:xfrm>
          </p:grpSpPr>
          <p:sp>
            <p:nvSpPr>
              <p:cNvPr id="446" name="Rectangle 445">
                <a:extLst>
                  <a:ext uri="{FF2B5EF4-FFF2-40B4-BE49-F238E27FC236}">
                    <a16:creationId xmlns:a16="http://schemas.microsoft.com/office/drawing/2014/main" id="{DA01A94A-25E5-E898-AB25-0E9088771A5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47" name="Isosceles Triangle 446">
                <a:extLst>
                  <a:ext uri="{FF2B5EF4-FFF2-40B4-BE49-F238E27FC236}">
                    <a16:creationId xmlns:a16="http://schemas.microsoft.com/office/drawing/2014/main" id="{28DDD25B-6932-10ED-809D-1F75C6013E51}"/>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2" name="Group 511">
              <a:extLst>
                <a:ext uri="{FF2B5EF4-FFF2-40B4-BE49-F238E27FC236}">
                  <a16:creationId xmlns:a16="http://schemas.microsoft.com/office/drawing/2014/main" id="{043EFCDA-7CD8-1455-0222-5AA965C0E198}"/>
                </a:ext>
              </a:extLst>
            </p:cNvPr>
            <p:cNvGrpSpPr/>
            <p:nvPr/>
          </p:nvGrpSpPr>
          <p:grpSpPr>
            <a:xfrm>
              <a:off x="8663115" y="1132114"/>
              <a:ext cx="204747" cy="190150"/>
              <a:chOff x="7531202" y="6119530"/>
              <a:chExt cx="350195" cy="325227"/>
            </a:xfrm>
          </p:grpSpPr>
          <p:sp>
            <p:nvSpPr>
              <p:cNvPr id="513" name="Rectangle 512">
                <a:extLst>
                  <a:ext uri="{FF2B5EF4-FFF2-40B4-BE49-F238E27FC236}">
                    <a16:creationId xmlns:a16="http://schemas.microsoft.com/office/drawing/2014/main" id="{6F57B749-FF5F-16DC-2BF6-D2C20F0B703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4" name="Isosceles Triangle 513">
                <a:extLst>
                  <a:ext uri="{FF2B5EF4-FFF2-40B4-BE49-F238E27FC236}">
                    <a16:creationId xmlns:a16="http://schemas.microsoft.com/office/drawing/2014/main" id="{21756540-9C33-1871-545E-ECC31A4E4E3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5" name="Group 514">
              <a:extLst>
                <a:ext uri="{FF2B5EF4-FFF2-40B4-BE49-F238E27FC236}">
                  <a16:creationId xmlns:a16="http://schemas.microsoft.com/office/drawing/2014/main" id="{9517A5C8-A609-E552-1C0A-EDCF136B5F13}"/>
                </a:ext>
              </a:extLst>
            </p:cNvPr>
            <p:cNvGrpSpPr/>
            <p:nvPr/>
          </p:nvGrpSpPr>
          <p:grpSpPr>
            <a:xfrm>
              <a:off x="8663115" y="898445"/>
              <a:ext cx="204747" cy="190150"/>
              <a:chOff x="7531202" y="6119530"/>
              <a:chExt cx="350195" cy="325227"/>
            </a:xfrm>
          </p:grpSpPr>
          <p:sp>
            <p:nvSpPr>
              <p:cNvPr id="516" name="Rectangle 515">
                <a:extLst>
                  <a:ext uri="{FF2B5EF4-FFF2-40B4-BE49-F238E27FC236}">
                    <a16:creationId xmlns:a16="http://schemas.microsoft.com/office/drawing/2014/main" id="{86C9DD8D-E3FB-2769-92DB-FE06EE61841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17" name="Isosceles Triangle 516">
                <a:extLst>
                  <a:ext uri="{FF2B5EF4-FFF2-40B4-BE49-F238E27FC236}">
                    <a16:creationId xmlns:a16="http://schemas.microsoft.com/office/drawing/2014/main" id="{0D681EC0-44A4-00A5-88EE-72117924D2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18" name="Group 517">
              <a:extLst>
                <a:ext uri="{FF2B5EF4-FFF2-40B4-BE49-F238E27FC236}">
                  <a16:creationId xmlns:a16="http://schemas.microsoft.com/office/drawing/2014/main" id="{D5C1296D-2AC3-88BE-BE23-E9F3C0F5AC4C}"/>
                </a:ext>
              </a:extLst>
            </p:cNvPr>
            <p:cNvGrpSpPr/>
            <p:nvPr/>
          </p:nvGrpSpPr>
          <p:grpSpPr>
            <a:xfrm>
              <a:off x="8663115" y="658886"/>
              <a:ext cx="204747" cy="190150"/>
              <a:chOff x="7531202" y="6119530"/>
              <a:chExt cx="350195" cy="325227"/>
            </a:xfrm>
          </p:grpSpPr>
          <p:sp>
            <p:nvSpPr>
              <p:cNvPr id="519" name="Rectangle 518">
                <a:extLst>
                  <a:ext uri="{FF2B5EF4-FFF2-40B4-BE49-F238E27FC236}">
                    <a16:creationId xmlns:a16="http://schemas.microsoft.com/office/drawing/2014/main" id="{E9645B49-8A74-2D10-6578-BAA3DA57DAF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0" name="Isosceles Triangle 519">
                <a:extLst>
                  <a:ext uri="{FF2B5EF4-FFF2-40B4-BE49-F238E27FC236}">
                    <a16:creationId xmlns:a16="http://schemas.microsoft.com/office/drawing/2014/main" id="{52D0D484-3C7B-31EA-6523-E45BE54058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cxnSp>
        <p:nvCxnSpPr>
          <p:cNvPr id="5" name="Straight Arrow Connector 4">
            <a:extLst>
              <a:ext uri="{FF2B5EF4-FFF2-40B4-BE49-F238E27FC236}">
                <a16:creationId xmlns:a16="http://schemas.microsoft.com/office/drawing/2014/main" id="{5B715B3B-E391-EB16-9C11-301DFB838CFC}"/>
              </a:ext>
            </a:extLst>
          </p:cNvPr>
          <p:cNvCxnSpPr>
            <a:cxnSpLocks/>
          </p:cNvCxnSpPr>
          <p:nvPr/>
        </p:nvCxnSpPr>
        <p:spPr>
          <a:xfrm>
            <a:off x="1895079" y="311693"/>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AEADA6EE-71A4-6527-FA62-9A043F74E506}"/>
              </a:ext>
            </a:extLst>
          </p:cNvPr>
          <p:cNvCxnSpPr>
            <a:cxnSpLocks/>
          </p:cNvCxnSpPr>
          <p:nvPr/>
        </p:nvCxnSpPr>
        <p:spPr>
          <a:xfrm>
            <a:off x="3348402" y="293409"/>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27BE2E71-0E4A-A929-6C98-86E1A9B618B2}"/>
              </a:ext>
            </a:extLst>
          </p:cNvPr>
          <p:cNvCxnSpPr>
            <a:cxnSpLocks/>
          </p:cNvCxnSpPr>
          <p:nvPr/>
        </p:nvCxnSpPr>
        <p:spPr>
          <a:xfrm>
            <a:off x="4041670" y="284178"/>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222A5E9F-7826-68DB-CEEF-81DC7EFE7133}"/>
              </a:ext>
            </a:extLst>
          </p:cNvPr>
          <p:cNvCxnSpPr>
            <a:cxnSpLocks/>
          </p:cNvCxnSpPr>
          <p:nvPr/>
        </p:nvCxnSpPr>
        <p:spPr>
          <a:xfrm>
            <a:off x="4509265" y="4375827"/>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A48DD1AA-54BD-E14E-3EDE-3CB9B8F00580}"/>
              </a:ext>
            </a:extLst>
          </p:cNvPr>
          <p:cNvCxnSpPr>
            <a:cxnSpLocks/>
          </p:cNvCxnSpPr>
          <p:nvPr/>
        </p:nvCxnSpPr>
        <p:spPr>
          <a:xfrm>
            <a:off x="9698737" y="269856"/>
            <a:ext cx="0" cy="1712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33" name="Group 32">
            <a:extLst>
              <a:ext uri="{FF2B5EF4-FFF2-40B4-BE49-F238E27FC236}">
                <a16:creationId xmlns:a16="http://schemas.microsoft.com/office/drawing/2014/main" id="{4E1FB12A-969F-1047-11BD-37B35083DAA8}"/>
              </a:ext>
            </a:extLst>
          </p:cNvPr>
          <p:cNvGrpSpPr/>
          <p:nvPr/>
        </p:nvGrpSpPr>
        <p:grpSpPr>
          <a:xfrm>
            <a:off x="7773367" y="527430"/>
            <a:ext cx="204747" cy="5897371"/>
            <a:chOff x="8432821" y="529733"/>
            <a:chExt cx="204747" cy="5897371"/>
          </a:xfrm>
        </p:grpSpPr>
        <p:grpSp>
          <p:nvGrpSpPr>
            <p:cNvPr id="34" name="Group 33">
              <a:extLst>
                <a:ext uri="{FF2B5EF4-FFF2-40B4-BE49-F238E27FC236}">
                  <a16:creationId xmlns:a16="http://schemas.microsoft.com/office/drawing/2014/main" id="{0719CB35-D5DF-20A5-D62B-C257CD03176E}"/>
                </a:ext>
              </a:extLst>
            </p:cNvPr>
            <p:cNvGrpSpPr/>
            <p:nvPr/>
          </p:nvGrpSpPr>
          <p:grpSpPr>
            <a:xfrm>
              <a:off x="8432821" y="6236954"/>
              <a:ext cx="204747" cy="190150"/>
              <a:chOff x="7531202" y="6119530"/>
              <a:chExt cx="350195" cy="325227"/>
            </a:xfrm>
          </p:grpSpPr>
          <p:sp>
            <p:nvSpPr>
              <p:cNvPr id="528" name="Rectangle 527">
                <a:extLst>
                  <a:ext uri="{FF2B5EF4-FFF2-40B4-BE49-F238E27FC236}">
                    <a16:creationId xmlns:a16="http://schemas.microsoft.com/office/drawing/2014/main" id="{911BC0BC-93B7-13DD-F26F-47A7A4F9B0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9" name="Isosceles Triangle 528">
                <a:extLst>
                  <a:ext uri="{FF2B5EF4-FFF2-40B4-BE49-F238E27FC236}">
                    <a16:creationId xmlns:a16="http://schemas.microsoft.com/office/drawing/2014/main" id="{29ECF7AF-127C-4AAE-55D6-2938CE2CCA5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37" name="Group 36">
              <a:extLst>
                <a:ext uri="{FF2B5EF4-FFF2-40B4-BE49-F238E27FC236}">
                  <a16:creationId xmlns:a16="http://schemas.microsoft.com/office/drawing/2014/main" id="{F465FEC4-B6CF-0473-5F80-BEFA28E6D76B}"/>
                </a:ext>
              </a:extLst>
            </p:cNvPr>
            <p:cNvGrpSpPr/>
            <p:nvPr/>
          </p:nvGrpSpPr>
          <p:grpSpPr>
            <a:xfrm>
              <a:off x="8432821" y="5997395"/>
              <a:ext cx="204747" cy="190150"/>
              <a:chOff x="7531202" y="6119530"/>
              <a:chExt cx="350195" cy="325227"/>
            </a:xfrm>
          </p:grpSpPr>
          <p:sp>
            <p:nvSpPr>
              <p:cNvPr id="526" name="Rectangle 525">
                <a:extLst>
                  <a:ext uri="{FF2B5EF4-FFF2-40B4-BE49-F238E27FC236}">
                    <a16:creationId xmlns:a16="http://schemas.microsoft.com/office/drawing/2014/main" id="{6F19F223-5F5E-118B-7B39-1258156B809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7" name="Isosceles Triangle 526">
                <a:extLst>
                  <a:ext uri="{FF2B5EF4-FFF2-40B4-BE49-F238E27FC236}">
                    <a16:creationId xmlns:a16="http://schemas.microsoft.com/office/drawing/2014/main" id="{6AB0BD2F-BA03-9FD3-5ACD-248110B99DE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1" name="Group 40">
              <a:extLst>
                <a:ext uri="{FF2B5EF4-FFF2-40B4-BE49-F238E27FC236}">
                  <a16:creationId xmlns:a16="http://schemas.microsoft.com/office/drawing/2014/main" id="{F255CD23-97C5-B1E6-7313-4100698074A6}"/>
                </a:ext>
              </a:extLst>
            </p:cNvPr>
            <p:cNvGrpSpPr/>
            <p:nvPr/>
          </p:nvGrpSpPr>
          <p:grpSpPr>
            <a:xfrm>
              <a:off x="8432821" y="5763726"/>
              <a:ext cx="204747" cy="190150"/>
              <a:chOff x="7531202" y="6119530"/>
              <a:chExt cx="350195" cy="325227"/>
            </a:xfrm>
          </p:grpSpPr>
          <p:sp>
            <p:nvSpPr>
              <p:cNvPr id="524" name="Rectangle 523">
                <a:extLst>
                  <a:ext uri="{FF2B5EF4-FFF2-40B4-BE49-F238E27FC236}">
                    <a16:creationId xmlns:a16="http://schemas.microsoft.com/office/drawing/2014/main" id="{3201DAC6-9B75-4D32-A9D0-44C378F1BBE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5" name="Isosceles Triangle 524">
                <a:extLst>
                  <a:ext uri="{FF2B5EF4-FFF2-40B4-BE49-F238E27FC236}">
                    <a16:creationId xmlns:a16="http://schemas.microsoft.com/office/drawing/2014/main" id="{353540DC-122E-E062-EAD7-0AE0D8DC12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2" name="Group 41">
              <a:extLst>
                <a:ext uri="{FF2B5EF4-FFF2-40B4-BE49-F238E27FC236}">
                  <a16:creationId xmlns:a16="http://schemas.microsoft.com/office/drawing/2014/main" id="{4F5D2D55-1927-0809-DC27-BDEC8D256478}"/>
                </a:ext>
              </a:extLst>
            </p:cNvPr>
            <p:cNvGrpSpPr/>
            <p:nvPr/>
          </p:nvGrpSpPr>
          <p:grpSpPr>
            <a:xfrm>
              <a:off x="8432821" y="5524166"/>
              <a:ext cx="204747" cy="190150"/>
              <a:chOff x="7531202" y="6119530"/>
              <a:chExt cx="350195" cy="325227"/>
            </a:xfrm>
          </p:grpSpPr>
          <p:sp>
            <p:nvSpPr>
              <p:cNvPr id="522" name="Rectangle 521">
                <a:extLst>
                  <a:ext uri="{FF2B5EF4-FFF2-40B4-BE49-F238E27FC236}">
                    <a16:creationId xmlns:a16="http://schemas.microsoft.com/office/drawing/2014/main" id="{7DB8806E-BDF1-9B32-110F-BFB7537E2AE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523" name="Isosceles Triangle 522">
                <a:extLst>
                  <a:ext uri="{FF2B5EF4-FFF2-40B4-BE49-F238E27FC236}">
                    <a16:creationId xmlns:a16="http://schemas.microsoft.com/office/drawing/2014/main" id="{A5774FDB-14A2-D213-6F5E-E240AD1D054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 name="Group 43">
              <a:extLst>
                <a:ext uri="{FF2B5EF4-FFF2-40B4-BE49-F238E27FC236}">
                  <a16:creationId xmlns:a16="http://schemas.microsoft.com/office/drawing/2014/main" id="{48E86EEE-58F1-CBDD-F3ED-9078EEA86657}"/>
                </a:ext>
              </a:extLst>
            </p:cNvPr>
            <p:cNvGrpSpPr/>
            <p:nvPr/>
          </p:nvGrpSpPr>
          <p:grpSpPr>
            <a:xfrm>
              <a:off x="8432821" y="5285731"/>
              <a:ext cx="204747" cy="190150"/>
              <a:chOff x="7531202" y="6119530"/>
              <a:chExt cx="350195" cy="325227"/>
            </a:xfrm>
          </p:grpSpPr>
          <p:sp>
            <p:nvSpPr>
              <p:cNvPr id="126" name="Rectangle 125">
                <a:extLst>
                  <a:ext uri="{FF2B5EF4-FFF2-40B4-BE49-F238E27FC236}">
                    <a16:creationId xmlns:a16="http://schemas.microsoft.com/office/drawing/2014/main" id="{55EAFDED-3362-4B29-D158-04C7C5ABFA6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7" name="Isosceles Triangle 126">
                <a:extLst>
                  <a:ext uri="{FF2B5EF4-FFF2-40B4-BE49-F238E27FC236}">
                    <a16:creationId xmlns:a16="http://schemas.microsoft.com/office/drawing/2014/main" id="{698584A2-98FA-1726-3FE7-072169F4A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0" name="Group 49">
              <a:extLst>
                <a:ext uri="{FF2B5EF4-FFF2-40B4-BE49-F238E27FC236}">
                  <a16:creationId xmlns:a16="http://schemas.microsoft.com/office/drawing/2014/main" id="{F2B1F128-ECCC-8508-934B-BB264DDDE2E9}"/>
                </a:ext>
              </a:extLst>
            </p:cNvPr>
            <p:cNvGrpSpPr/>
            <p:nvPr/>
          </p:nvGrpSpPr>
          <p:grpSpPr>
            <a:xfrm>
              <a:off x="8432821" y="5046171"/>
              <a:ext cx="204747" cy="190150"/>
              <a:chOff x="7531202" y="6119530"/>
              <a:chExt cx="350195" cy="325227"/>
            </a:xfrm>
          </p:grpSpPr>
          <p:sp>
            <p:nvSpPr>
              <p:cNvPr id="124" name="Rectangle 123">
                <a:extLst>
                  <a:ext uri="{FF2B5EF4-FFF2-40B4-BE49-F238E27FC236}">
                    <a16:creationId xmlns:a16="http://schemas.microsoft.com/office/drawing/2014/main" id="{677153D6-C7FB-0BB1-6167-EDBD0FF7AFB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5" name="Isosceles Triangle 124">
                <a:extLst>
                  <a:ext uri="{FF2B5EF4-FFF2-40B4-BE49-F238E27FC236}">
                    <a16:creationId xmlns:a16="http://schemas.microsoft.com/office/drawing/2014/main" id="{3CFB7B8D-37AD-D7B8-953A-DAA21561D5A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4" name="Group 53">
              <a:extLst>
                <a:ext uri="{FF2B5EF4-FFF2-40B4-BE49-F238E27FC236}">
                  <a16:creationId xmlns:a16="http://schemas.microsoft.com/office/drawing/2014/main" id="{8CD6A42A-EB9D-A637-38A7-715576B85995}"/>
                </a:ext>
              </a:extLst>
            </p:cNvPr>
            <p:cNvGrpSpPr/>
            <p:nvPr/>
          </p:nvGrpSpPr>
          <p:grpSpPr>
            <a:xfrm>
              <a:off x="8432821" y="4812502"/>
              <a:ext cx="204747" cy="190150"/>
              <a:chOff x="7531202" y="6119530"/>
              <a:chExt cx="350195" cy="325227"/>
            </a:xfrm>
          </p:grpSpPr>
          <p:sp>
            <p:nvSpPr>
              <p:cNvPr id="119" name="Rectangle 118">
                <a:extLst>
                  <a:ext uri="{FF2B5EF4-FFF2-40B4-BE49-F238E27FC236}">
                    <a16:creationId xmlns:a16="http://schemas.microsoft.com/office/drawing/2014/main" id="{B6469D53-35DC-CA9A-6EA6-66B392183545}"/>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20" name="Isosceles Triangle 119">
                <a:extLst>
                  <a:ext uri="{FF2B5EF4-FFF2-40B4-BE49-F238E27FC236}">
                    <a16:creationId xmlns:a16="http://schemas.microsoft.com/office/drawing/2014/main" id="{39D7DB2E-52DD-ECA5-89A2-0E330FCCDEA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5" name="Group 54">
              <a:extLst>
                <a:ext uri="{FF2B5EF4-FFF2-40B4-BE49-F238E27FC236}">
                  <a16:creationId xmlns:a16="http://schemas.microsoft.com/office/drawing/2014/main" id="{80456ACD-0566-6376-CE0B-5CAA5F4BB25A}"/>
                </a:ext>
              </a:extLst>
            </p:cNvPr>
            <p:cNvGrpSpPr/>
            <p:nvPr/>
          </p:nvGrpSpPr>
          <p:grpSpPr>
            <a:xfrm>
              <a:off x="8432821" y="4572943"/>
              <a:ext cx="204747" cy="190150"/>
              <a:chOff x="7531202" y="6119530"/>
              <a:chExt cx="350195" cy="325227"/>
            </a:xfrm>
          </p:grpSpPr>
          <p:sp>
            <p:nvSpPr>
              <p:cNvPr id="112" name="Rectangle 111">
                <a:extLst>
                  <a:ext uri="{FF2B5EF4-FFF2-40B4-BE49-F238E27FC236}">
                    <a16:creationId xmlns:a16="http://schemas.microsoft.com/office/drawing/2014/main" id="{E34B4A53-1F07-C937-BFB3-1EA094C83D2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5" name="Isosceles Triangle 114">
                <a:extLst>
                  <a:ext uri="{FF2B5EF4-FFF2-40B4-BE49-F238E27FC236}">
                    <a16:creationId xmlns:a16="http://schemas.microsoft.com/office/drawing/2014/main" id="{7832D0A5-7138-6EAB-7563-78083C37B9E4}"/>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7" name="Group 56">
              <a:extLst>
                <a:ext uri="{FF2B5EF4-FFF2-40B4-BE49-F238E27FC236}">
                  <a16:creationId xmlns:a16="http://schemas.microsoft.com/office/drawing/2014/main" id="{11B2F3E2-EF81-A6D1-7A64-6F72B1F43AB6}"/>
                </a:ext>
              </a:extLst>
            </p:cNvPr>
            <p:cNvGrpSpPr/>
            <p:nvPr/>
          </p:nvGrpSpPr>
          <p:grpSpPr>
            <a:xfrm>
              <a:off x="8432821" y="4207308"/>
              <a:ext cx="204747" cy="190150"/>
              <a:chOff x="7531202" y="6119530"/>
              <a:chExt cx="350195" cy="325227"/>
            </a:xfrm>
          </p:grpSpPr>
          <p:sp>
            <p:nvSpPr>
              <p:cNvPr id="110" name="Rectangle 109">
                <a:extLst>
                  <a:ext uri="{FF2B5EF4-FFF2-40B4-BE49-F238E27FC236}">
                    <a16:creationId xmlns:a16="http://schemas.microsoft.com/office/drawing/2014/main" id="{D141F121-B4FA-FF28-AA74-B304FFD86C3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11" name="Isosceles Triangle 110">
                <a:extLst>
                  <a:ext uri="{FF2B5EF4-FFF2-40B4-BE49-F238E27FC236}">
                    <a16:creationId xmlns:a16="http://schemas.microsoft.com/office/drawing/2014/main" id="{F91C5620-760E-A266-53CC-95DEF333F8A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8" name="Group 57">
              <a:extLst>
                <a:ext uri="{FF2B5EF4-FFF2-40B4-BE49-F238E27FC236}">
                  <a16:creationId xmlns:a16="http://schemas.microsoft.com/office/drawing/2014/main" id="{155697E1-B723-9D7C-0A6E-971968F85DA6}"/>
                </a:ext>
              </a:extLst>
            </p:cNvPr>
            <p:cNvGrpSpPr/>
            <p:nvPr/>
          </p:nvGrpSpPr>
          <p:grpSpPr>
            <a:xfrm>
              <a:off x="8432821" y="3967749"/>
              <a:ext cx="204747" cy="190150"/>
              <a:chOff x="7531202" y="6119530"/>
              <a:chExt cx="350195" cy="325227"/>
            </a:xfrm>
          </p:grpSpPr>
          <p:sp>
            <p:nvSpPr>
              <p:cNvPr id="107" name="Rectangle 106">
                <a:extLst>
                  <a:ext uri="{FF2B5EF4-FFF2-40B4-BE49-F238E27FC236}">
                    <a16:creationId xmlns:a16="http://schemas.microsoft.com/office/drawing/2014/main" id="{31DFF774-B702-0DEF-5A25-8D9A786C3904}"/>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9" name="Isosceles Triangle 108">
                <a:extLst>
                  <a:ext uri="{FF2B5EF4-FFF2-40B4-BE49-F238E27FC236}">
                    <a16:creationId xmlns:a16="http://schemas.microsoft.com/office/drawing/2014/main" id="{F8AC0C46-D7D5-60D0-0091-41079D1B711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59" name="Group 58">
              <a:extLst>
                <a:ext uri="{FF2B5EF4-FFF2-40B4-BE49-F238E27FC236}">
                  <a16:creationId xmlns:a16="http://schemas.microsoft.com/office/drawing/2014/main" id="{CED2E2A7-A339-AD33-90D6-ED4AADFA8739}"/>
                </a:ext>
              </a:extLst>
            </p:cNvPr>
            <p:cNvGrpSpPr/>
            <p:nvPr/>
          </p:nvGrpSpPr>
          <p:grpSpPr>
            <a:xfrm>
              <a:off x="8432821" y="3734080"/>
              <a:ext cx="204747" cy="190150"/>
              <a:chOff x="7531202" y="6119530"/>
              <a:chExt cx="350195" cy="325227"/>
            </a:xfrm>
          </p:grpSpPr>
          <p:sp>
            <p:nvSpPr>
              <p:cNvPr id="102" name="Rectangle 101">
                <a:extLst>
                  <a:ext uri="{FF2B5EF4-FFF2-40B4-BE49-F238E27FC236}">
                    <a16:creationId xmlns:a16="http://schemas.microsoft.com/office/drawing/2014/main" id="{9BA5D9DB-7DB3-A9E5-4152-5AD316362B0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106" name="Isosceles Triangle 105">
                <a:extLst>
                  <a:ext uri="{FF2B5EF4-FFF2-40B4-BE49-F238E27FC236}">
                    <a16:creationId xmlns:a16="http://schemas.microsoft.com/office/drawing/2014/main" id="{45C4A583-A763-1C8B-1504-1DB2CEECCD8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0" name="Group 59">
              <a:extLst>
                <a:ext uri="{FF2B5EF4-FFF2-40B4-BE49-F238E27FC236}">
                  <a16:creationId xmlns:a16="http://schemas.microsoft.com/office/drawing/2014/main" id="{58C3EA32-9465-419A-FB63-5473251ABEC7}"/>
                </a:ext>
              </a:extLst>
            </p:cNvPr>
            <p:cNvGrpSpPr/>
            <p:nvPr/>
          </p:nvGrpSpPr>
          <p:grpSpPr>
            <a:xfrm>
              <a:off x="8432821" y="3494520"/>
              <a:ext cx="204747" cy="190150"/>
              <a:chOff x="7531202" y="6119530"/>
              <a:chExt cx="350195" cy="325227"/>
            </a:xfrm>
          </p:grpSpPr>
          <p:sp>
            <p:nvSpPr>
              <p:cNvPr id="98" name="Rectangle 97">
                <a:extLst>
                  <a:ext uri="{FF2B5EF4-FFF2-40B4-BE49-F238E27FC236}">
                    <a16:creationId xmlns:a16="http://schemas.microsoft.com/office/drawing/2014/main" id="{BFF9BB12-9669-2A1A-543B-A91C826F6DB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9" name="Isosceles Triangle 98">
                <a:extLst>
                  <a:ext uri="{FF2B5EF4-FFF2-40B4-BE49-F238E27FC236}">
                    <a16:creationId xmlns:a16="http://schemas.microsoft.com/office/drawing/2014/main" id="{58226D1B-A5F3-6610-D440-8B38E0982CCD}"/>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2" name="Group 61">
              <a:extLst>
                <a:ext uri="{FF2B5EF4-FFF2-40B4-BE49-F238E27FC236}">
                  <a16:creationId xmlns:a16="http://schemas.microsoft.com/office/drawing/2014/main" id="{FCDB0710-B996-51B0-5773-95288287810C}"/>
                </a:ext>
              </a:extLst>
            </p:cNvPr>
            <p:cNvGrpSpPr/>
            <p:nvPr/>
          </p:nvGrpSpPr>
          <p:grpSpPr>
            <a:xfrm>
              <a:off x="8432821" y="3256085"/>
              <a:ext cx="204747" cy="190150"/>
              <a:chOff x="7531202" y="6119530"/>
              <a:chExt cx="350195" cy="325227"/>
            </a:xfrm>
          </p:grpSpPr>
          <p:sp>
            <p:nvSpPr>
              <p:cNvPr id="96" name="Rectangle 95">
                <a:extLst>
                  <a:ext uri="{FF2B5EF4-FFF2-40B4-BE49-F238E27FC236}">
                    <a16:creationId xmlns:a16="http://schemas.microsoft.com/office/drawing/2014/main" id="{580F366A-9737-B5AC-8380-7793E60E15E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7" name="Isosceles Triangle 96">
                <a:extLst>
                  <a:ext uri="{FF2B5EF4-FFF2-40B4-BE49-F238E27FC236}">
                    <a16:creationId xmlns:a16="http://schemas.microsoft.com/office/drawing/2014/main" id="{B6A16D02-0795-EEE2-1106-ADE132F36B59}"/>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63" name="Group 62">
              <a:extLst>
                <a:ext uri="{FF2B5EF4-FFF2-40B4-BE49-F238E27FC236}">
                  <a16:creationId xmlns:a16="http://schemas.microsoft.com/office/drawing/2014/main" id="{B4B23B28-B0F9-7601-94DF-9F810848C8F6}"/>
                </a:ext>
              </a:extLst>
            </p:cNvPr>
            <p:cNvGrpSpPr/>
            <p:nvPr/>
          </p:nvGrpSpPr>
          <p:grpSpPr>
            <a:xfrm>
              <a:off x="8432821" y="3016525"/>
              <a:ext cx="204747" cy="190150"/>
              <a:chOff x="7531202" y="6119530"/>
              <a:chExt cx="350195" cy="325227"/>
            </a:xfrm>
          </p:grpSpPr>
          <p:sp>
            <p:nvSpPr>
              <p:cNvPr id="93" name="Rectangle 92">
                <a:extLst>
                  <a:ext uri="{FF2B5EF4-FFF2-40B4-BE49-F238E27FC236}">
                    <a16:creationId xmlns:a16="http://schemas.microsoft.com/office/drawing/2014/main" id="{DD3FDDEF-63FE-7826-3EC8-6712E1731BCD}"/>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94" name="Isosceles Triangle 93">
                <a:extLst>
                  <a:ext uri="{FF2B5EF4-FFF2-40B4-BE49-F238E27FC236}">
                    <a16:creationId xmlns:a16="http://schemas.microsoft.com/office/drawing/2014/main" id="{7DD2D859-4598-6596-EC4C-1AA63A59EFD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8" name="Group 447">
              <a:extLst>
                <a:ext uri="{FF2B5EF4-FFF2-40B4-BE49-F238E27FC236}">
                  <a16:creationId xmlns:a16="http://schemas.microsoft.com/office/drawing/2014/main" id="{21703B55-BC7C-AE67-FEAA-FDACC72951E7}"/>
                </a:ext>
              </a:extLst>
            </p:cNvPr>
            <p:cNvGrpSpPr/>
            <p:nvPr/>
          </p:nvGrpSpPr>
          <p:grpSpPr>
            <a:xfrm>
              <a:off x="8432821" y="2782856"/>
              <a:ext cx="204747" cy="190150"/>
              <a:chOff x="7531202" y="6119530"/>
              <a:chExt cx="350195" cy="325227"/>
            </a:xfrm>
          </p:grpSpPr>
          <p:sp>
            <p:nvSpPr>
              <p:cNvPr id="86" name="Rectangle 85">
                <a:extLst>
                  <a:ext uri="{FF2B5EF4-FFF2-40B4-BE49-F238E27FC236}">
                    <a16:creationId xmlns:a16="http://schemas.microsoft.com/office/drawing/2014/main" id="{3A5EE267-6E50-6842-8AFB-340C5940AC6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9" name="Isosceles Triangle 88">
                <a:extLst>
                  <a:ext uri="{FF2B5EF4-FFF2-40B4-BE49-F238E27FC236}">
                    <a16:creationId xmlns:a16="http://schemas.microsoft.com/office/drawing/2014/main" id="{E6C4153E-900A-6115-5832-5D2750AB760E}"/>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49" name="Group 448">
              <a:extLst>
                <a:ext uri="{FF2B5EF4-FFF2-40B4-BE49-F238E27FC236}">
                  <a16:creationId xmlns:a16="http://schemas.microsoft.com/office/drawing/2014/main" id="{012C850E-9CC3-3F6F-AB2A-748DD7C905AF}"/>
                </a:ext>
              </a:extLst>
            </p:cNvPr>
            <p:cNvGrpSpPr/>
            <p:nvPr/>
          </p:nvGrpSpPr>
          <p:grpSpPr>
            <a:xfrm>
              <a:off x="8432821" y="2543297"/>
              <a:ext cx="204747" cy="190150"/>
              <a:chOff x="7531202" y="6119530"/>
              <a:chExt cx="350195" cy="325227"/>
            </a:xfrm>
          </p:grpSpPr>
          <p:sp>
            <p:nvSpPr>
              <p:cNvPr id="84" name="Rectangle 83">
                <a:extLst>
                  <a:ext uri="{FF2B5EF4-FFF2-40B4-BE49-F238E27FC236}">
                    <a16:creationId xmlns:a16="http://schemas.microsoft.com/office/drawing/2014/main" id="{AC742ADA-094C-4B6E-8D15-3BBC5F85025B}"/>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5" name="Isosceles Triangle 84">
                <a:extLst>
                  <a:ext uri="{FF2B5EF4-FFF2-40B4-BE49-F238E27FC236}">
                    <a16:creationId xmlns:a16="http://schemas.microsoft.com/office/drawing/2014/main" id="{B63F44AF-D1FD-4D2A-63B5-AB434ED0D027}"/>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0" name="Group 449">
              <a:extLst>
                <a:ext uri="{FF2B5EF4-FFF2-40B4-BE49-F238E27FC236}">
                  <a16:creationId xmlns:a16="http://schemas.microsoft.com/office/drawing/2014/main" id="{5959E7B4-D744-0D75-C5B3-19584FE4F469}"/>
                </a:ext>
              </a:extLst>
            </p:cNvPr>
            <p:cNvGrpSpPr/>
            <p:nvPr/>
          </p:nvGrpSpPr>
          <p:grpSpPr>
            <a:xfrm>
              <a:off x="8432821" y="2193744"/>
              <a:ext cx="204747" cy="190150"/>
              <a:chOff x="7531202" y="6119530"/>
              <a:chExt cx="350195" cy="325227"/>
            </a:xfrm>
          </p:grpSpPr>
          <p:sp>
            <p:nvSpPr>
              <p:cNvPr id="81" name="Rectangle 80">
                <a:extLst>
                  <a:ext uri="{FF2B5EF4-FFF2-40B4-BE49-F238E27FC236}">
                    <a16:creationId xmlns:a16="http://schemas.microsoft.com/office/drawing/2014/main" id="{3341A524-4FCB-00D0-F90C-5F2E7E2025EE}"/>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3" name="Isosceles Triangle 82">
                <a:extLst>
                  <a:ext uri="{FF2B5EF4-FFF2-40B4-BE49-F238E27FC236}">
                    <a16:creationId xmlns:a16="http://schemas.microsoft.com/office/drawing/2014/main" id="{FCDCADF4-22BF-2B7B-674A-92F34ED56AF6}"/>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1" name="Group 450">
              <a:extLst>
                <a:ext uri="{FF2B5EF4-FFF2-40B4-BE49-F238E27FC236}">
                  <a16:creationId xmlns:a16="http://schemas.microsoft.com/office/drawing/2014/main" id="{624A5A05-9AA6-5BC2-423B-8EFD62A28BED}"/>
                </a:ext>
              </a:extLst>
            </p:cNvPr>
            <p:cNvGrpSpPr/>
            <p:nvPr/>
          </p:nvGrpSpPr>
          <p:grpSpPr>
            <a:xfrm>
              <a:off x="8432821" y="1954185"/>
              <a:ext cx="204747" cy="190150"/>
              <a:chOff x="7531202" y="6119530"/>
              <a:chExt cx="350195" cy="325227"/>
            </a:xfrm>
          </p:grpSpPr>
          <p:sp>
            <p:nvSpPr>
              <p:cNvPr id="76" name="Rectangle 75">
                <a:extLst>
                  <a:ext uri="{FF2B5EF4-FFF2-40B4-BE49-F238E27FC236}">
                    <a16:creationId xmlns:a16="http://schemas.microsoft.com/office/drawing/2014/main" id="{AF5BF8AB-852C-55CF-6B72-44A00A5A8020}"/>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80" name="Isosceles Triangle 79">
                <a:extLst>
                  <a:ext uri="{FF2B5EF4-FFF2-40B4-BE49-F238E27FC236}">
                    <a16:creationId xmlns:a16="http://schemas.microsoft.com/office/drawing/2014/main" id="{8B98F4AF-1B42-AD17-AD10-346A8D6DFE2A}"/>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2" name="Group 451">
              <a:extLst>
                <a:ext uri="{FF2B5EF4-FFF2-40B4-BE49-F238E27FC236}">
                  <a16:creationId xmlns:a16="http://schemas.microsoft.com/office/drawing/2014/main" id="{788DC912-35F7-7AAF-AB13-B9787EA0FACC}"/>
                </a:ext>
              </a:extLst>
            </p:cNvPr>
            <p:cNvGrpSpPr/>
            <p:nvPr/>
          </p:nvGrpSpPr>
          <p:grpSpPr>
            <a:xfrm>
              <a:off x="8432821" y="1720516"/>
              <a:ext cx="204747" cy="190150"/>
              <a:chOff x="7531202" y="6119530"/>
              <a:chExt cx="350195" cy="325227"/>
            </a:xfrm>
          </p:grpSpPr>
          <p:sp>
            <p:nvSpPr>
              <p:cNvPr id="72" name="Rectangle 71">
                <a:extLst>
                  <a:ext uri="{FF2B5EF4-FFF2-40B4-BE49-F238E27FC236}">
                    <a16:creationId xmlns:a16="http://schemas.microsoft.com/office/drawing/2014/main" id="{EB85F0AD-802B-CF07-A781-B01857EF0897}"/>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3" name="Isosceles Triangle 72">
                <a:extLst>
                  <a:ext uri="{FF2B5EF4-FFF2-40B4-BE49-F238E27FC236}">
                    <a16:creationId xmlns:a16="http://schemas.microsoft.com/office/drawing/2014/main" id="{46214154-C497-8F43-92D8-87345664C32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3" name="Group 452">
              <a:extLst>
                <a:ext uri="{FF2B5EF4-FFF2-40B4-BE49-F238E27FC236}">
                  <a16:creationId xmlns:a16="http://schemas.microsoft.com/office/drawing/2014/main" id="{81489E04-2728-B263-5034-9C2D03724181}"/>
                </a:ext>
              </a:extLst>
            </p:cNvPr>
            <p:cNvGrpSpPr/>
            <p:nvPr/>
          </p:nvGrpSpPr>
          <p:grpSpPr>
            <a:xfrm>
              <a:off x="8432821" y="1480956"/>
              <a:ext cx="204747" cy="190150"/>
              <a:chOff x="7531202" y="6119530"/>
              <a:chExt cx="350195" cy="325227"/>
            </a:xfrm>
          </p:grpSpPr>
          <p:sp>
            <p:nvSpPr>
              <p:cNvPr id="70" name="Rectangle 69">
                <a:extLst>
                  <a:ext uri="{FF2B5EF4-FFF2-40B4-BE49-F238E27FC236}">
                    <a16:creationId xmlns:a16="http://schemas.microsoft.com/office/drawing/2014/main" id="{6C3BB669-B27E-C4FC-3438-FBB8735F28C1}"/>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71" name="Isosceles Triangle 70">
                <a:extLst>
                  <a:ext uri="{FF2B5EF4-FFF2-40B4-BE49-F238E27FC236}">
                    <a16:creationId xmlns:a16="http://schemas.microsoft.com/office/drawing/2014/main" id="{DED82A16-30BD-88DA-D4C8-759CFB7E992B}"/>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4" name="Group 453">
              <a:extLst>
                <a:ext uri="{FF2B5EF4-FFF2-40B4-BE49-F238E27FC236}">
                  <a16:creationId xmlns:a16="http://schemas.microsoft.com/office/drawing/2014/main" id="{C1F963CF-503B-589A-E1A5-F157C3692B5C}"/>
                </a:ext>
              </a:extLst>
            </p:cNvPr>
            <p:cNvGrpSpPr/>
            <p:nvPr/>
          </p:nvGrpSpPr>
          <p:grpSpPr>
            <a:xfrm>
              <a:off x="8432821" y="1242521"/>
              <a:ext cx="204747" cy="190150"/>
              <a:chOff x="7531202" y="6119530"/>
              <a:chExt cx="350195" cy="325227"/>
            </a:xfrm>
          </p:grpSpPr>
          <p:sp>
            <p:nvSpPr>
              <p:cNvPr id="67" name="Rectangle 66">
                <a:extLst>
                  <a:ext uri="{FF2B5EF4-FFF2-40B4-BE49-F238E27FC236}">
                    <a16:creationId xmlns:a16="http://schemas.microsoft.com/office/drawing/2014/main" id="{71FA329B-7460-ED94-853E-7CFD6C55A656}"/>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68" name="Isosceles Triangle 67">
                <a:extLst>
                  <a:ext uri="{FF2B5EF4-FFF2-40B4-BE49-F238E27FC236}">
                    <a16:creationId xmlns:a16="http://schemas.microsoft.com/office/drawing/2014/main" id="{4BE049BE-30C4-14CD-281D-923146A7679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55" name="Group 454">
              <a:extLst>
                <a:ext uri="{FF2B5EF4-FFF2-40B4-BE49-F238E27FC236}">
                  <a16:creationId xmlns:a16="http://schemas.microsoft.com/office/drawing/2014/main" id="{0F366194-0105-704A-7270-37CDED041629}"/>
                </a:ext>
              </a:extLst>
            </p:cNvPr>
            <p:cNvGrpSpPr/>
            <p:nvPr/>
          </p:nvGrpSpPr>
          <p:grpSpPr>
            <a:xfrm>
              <a:off x="8432821" y="1002961"/>
              <a:ext cx="204747" cy="190150"/>
              <a:chOff x="7531202" y="6119530"/>
              <a:chExt cx="350195" cy="325227"/>
            </a:xfrm>
          </p:grpSpPr>
          <p:sp>
            <p:nvSpPr>
              <p:cNvPr id="488" name="Rectangle 487">
                <a:extLst>
                  <a:ext uri="{FF2B5EF4-FFF2-40B4-BE49-F238E27FC236}">
                    <a16:creationId xmlns:a16="http://schemas.microsoft.com/office/drawing/2014/main" id="{3849D643-921A-342A-3B7D-CE3931986B32}"/>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90" name="Isosceles Triangle 489">
                <a:extLst>
                  <a:ext uri="{FF2B5EF4-FFF2-40B4-BE49-F238E27FC236}">
                    <a16:creationId xmlns:a16="http://schemas.microsoft.com/office/drawing/2014/main" id="{A933F807-845A-5D2C-5924-238FCF471A10}"/>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65" name="Group 464">
              <a:extLst>
                <a:ext uri="{FF2B5EF4-FFF2-40B4-BE49-F238E27FC236}">
                  <a16:creationId xmlns:a16="http://schemas.microsoft.com/office/drawing/2014/main" id="{09B82D3C-918B-6F25-099D-03C80981E312}"/>
                </a:ext>
              </a:extLst>
            </p:cNvPr>
            <p:cNvGrpSpPr/>
            <p:nvPr/>
          </p:nvGrpSpPr>
          <p:grpSpPr>
            <a:xfrm>
              <a:off x="8432821" y="769292"/>
              <a:ext cx="204747" cy="190150"/>
              <a:chOff x="7531202" y="6119530"/>
              <a:chExt cx="350195" cy="325227"/>
            </a:xfrm>
          </p:grpSpPr>
          <p:sp>
            <p:nvSpPr>
              <p:cNvPr id="477" name="Rectangle 476">
                <a:extLst>
                  <a:ext uri="{FF2B5EF4-FFF2-40B4-BE49-F238E27FC236}">
                    <a16:creationId xmlns:a16="http://schemas.microsoft.com/office/drawing/2014/main" id="{4A34A62B-B717-85EE-1A01-D88C300552D8}"/>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86" name="Isosceles Triangle 485">
                <a:extLst>
                  <a:ext uri="{FF2B5EF4-FFF2-40B4-BE49-F238E27FC236}">
                    <a16:creationId xmlns:a16="http://schemas.microsoft.com/office/drawing/2014/main" id="{419D0450-B4DC-E621-EA50-77D585FC2518}"/>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nvGrpSpPr>
            <p:cNvPr id="472" name="Group 471">
              <a:extLst>
                <a:ext uri="{FF2B5EF4-FFF2-40B4-BE49-F238E27FC236}">
                  <a16:creationId xmlns:a16="http://schemas.microsoft.com/office/drawing/2014/main" id="{9DC7DBD6-3DF8-AA8C-D708-F64DADE8B794}"/>
                </a:ext>
              </a:extLst>
            </p:cNvPr>
            <p:cNvGrpSpPr/>
            <p:nvPr/>
          </p:nvGrpSpPr>
          <p:grpSpPr>
            <a:xfrm>
              <a:off x="8432821" y="529733"/>
              <a:ext cx="204747" cy="190150"/>
              <a:chOff x="7531202" y="6119530"/>
              <a:chExt cx="350195" cy="325227"/>
            </a:xfrm>
          </p:grpSpPr>
          <p:sp>
            <p:nvSpPr>
              <p:cNvPr id="475" name="Rectangle 474">
                <a:extLst>
                  <a:ext uri="{FF2B5EF4-FFF2-40B4-BE49-F238E27FC236}">
                    <a16:creationId xmlns:a16="http://schemas.microsoft.com/office/drawing/2014/main" id="{FBBE3116-E6F5-ED94-3D7A-038D847178DF}"/>
                  </a:ext>
                </a:extLst>
              </p:cNvPr>
              <p:cNvSpPr/>
              <p:nvPr/>
            </p:nvSpPr>
            <p:spPr>
              <a:xfrm>
                <a:off x="7531202" y="6119530"/>
                <a:ext cx="350195" cy="325205"/>
              </a:xfrm>
              <a:prstGeom prst="rect">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sp>
            <p:nvSpPr>
              <p:cNvPr id="476" name="Isosceles Triangle 475">
                <a:extLst>
                  <a:ext uri="{FF2B5EF4-FFF2-40B4-BE49-F238E27FC236}">
                    <a16:creationId xmlns:a16="http://schemas.microsoft.com/office/drawing/2014/main" id="{98557A42-7E38-5C66-FB7D-F61306C65142}"/>
                  </a:ext>
                </a:extLst>
              </p:cNvPr>
              <p:cNvSpPr/>
              <p:nvPr/>
            </p:nvSpPr>
            <p:spPr>
              <a:xfrm>
                <a:off x="7653203" y="6359743"/>
                <a:ext cx="106194" cy="85014"/>
              </a:xfrm>
              <a:prstGeom prst="triangle">
                <a:avLst/>
              </a:prstGeom>
              <a:noFill/>
              <a:ln w="12700">
                <a:solidFill>
                  <a:schemeClr val="tx1"/>
                </a:solid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a:p>
            </p:txBody>
          </p:sp>
        </p:grpSp>
      </p:grpSp>
      <p:grpSp>
        <p:nvGrpSpPr>
          <p:cNvPr id="530" name="Group 529">
            <a:extLst>
              <a:ext uri="{FF2B5EF4-FFF2-40B4-BE49-F238E27FC236}">
                <a16:creationId xmlns:a16="http://schemas.microsoft.com/office/drawing/2014/main" id="{94DEFE16-FF55-D89C-248F-580F550829FF}"/>
              </a:ext>
            </a:extLst>
          </p:cNvPr>
          <p:cNvGrpSpPr/>
          <p:nvPr/>
        </p:nvGrpSpPr>
        <p:grpSpPr>
          <a:xfrm>
            <a:off x="7980967" y="519407"/>
            <a:ext cx="571247" cy="5914347"/>
            <a:chOff x="7085958" y="497990"/>
            <a:chExt cx="810914" cy="5914347"/>
          </a:xfrm>
        </p:grpSpPr>
        <p:sp>
          <p:nvSpPr>
            <p:cNvPr id="531" name="TextBox 530">
              <a:extLst>
                <a:ext uri="{FF2B5EF4-FFF2-40B4-BE49-F238E27FC236}">
                  <a16:creationId xmlns:a16="http://schemas.microsoft.com/office/drawing/2014/main" id="{E31FB59D-E9F3-C004-2801-CE8EBA0AD829}"/>
                </a:ext>
              </a:extLst>
            </p:cNvPr>
            <p:cNvSpPr txBox="1"/>
            <p:nvPr/>
          </p:nvSpPr>
          <p:spPr>
            <a:xfrm>
              <a:off x="7085958" y="6205211"/>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2" name="TextBox 531">
              <a:extLst>
                <a:ext uri="{FF2B5EF4-FFF2-40B4-BE49-F238E27FC236}">
                  <a16:creationId xmlns:a16="http://schemas.microsoft.com/office/drawing/2014/main" id="{733BFC47-FD33-3308-BA38-A5DE8FF73B8D}"/>
                </a:ext>
              </a:extLst>
            </p:cNvPr>
            <p:cNvSpPr txBox="1"/>
            <p:nvPr/>
          </p:nvSpPr>
          <p:spPr>
            <a:xfrm>
              <a:off x="7085958" y="596565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3" name="TextBox 532">
              <a:extLst>
                <a:ext uri="{FF2B5EF4-FFF2-40B4-BE49-F238E27FC236}">
                  <a16:creationId xmlns:a16="http://schemas.microsoft.com/office/drawing/2014/main" id="{2BE2EB12-4A22-0D35-F775-0158644E064B}"/>
                </a:ext>
              </a:extLst>
            </p:cNvPr>
            <p:cNvSpPr txBox="1"/>
            <p:nvPr/>
          </p:nvSpPr>
          <p:spPr>
            <a:xfrm>
              <a:off x="7085958" y="573198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4" name="TextBox 533">
              <a:extLst>
                <a:ext uri="{FF2B5EF4-FFF2-40B4-BE49-F238E27FC236}">
                  <a16:creationId xmlns:a16="http://schemas.microsoft.com/office/drawing/2014/main" id="{56909902-1D6B-86D7-752E-62BEB2953A4E}"/>
                </a:ext>
              </a:extLst>
            </p:cNvPr>
            <p:cNvSpPr txBox="1"/>
            <p:nvPr/>
          </p:nvSpPr>
          <p:spPr>
            <a:xfrm>
              <a:off x="7085958" y="549242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5" name="TextBox 534">
              <a:extLst>
                <a:ext uri="{FF2B5EF4-FFF2-40B4-BE49-F238E27FC236}">
                  <a16:creationId xmlns:a16="http://schemas.microsoft.com/office/drawing/2014/main" id="{202FC25A-EA53-CA40-2909-B6B8B4E63DC1}"/>
                </a:ext>
              </a:extLst>
            </p:cNvPr>
            <p:cNvSpPr txBox="1"/>
            <p:nvPr/>
          </p:nvSpPr>
          <p:spPr>
            <a:xfrm>
              <a:off x="7085958" y="525398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6" name="TextBox 535">
              <a:extLst>
                <a:ext uri="{FF2B5EF4-FFF2-40B4-BE49-F238E27FC236}">
                  <a16:creationId xmlns:a16="http://schemas.microsoft.com/office/drawing/2014/main" id="{A0A057BF-D3F5-588F-0D86-009B4AC183DC}"/>
                </a:ext>
              </a:extLst>
            </p:cNvPr>
            <p:cNvSpPr txBox="1"/>
            <p:nvPr/>
          </p:nvSpPr>
          <p:spPr>
            <a:xfrm>
              <a:off x="7085958" y="501442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7" name="TextBox 536">
              <a:extLst>
                <a:ext uri="{FF2B5EF4-FFF2-40B4-BE49-F238E27FC236}">
                  <a16:creationId xmlns:a16="http://schemas.microsoft.com/office/drawing/2014/main" id="{D2613662-9475-AF89-6321-8916EB290287}"/>
                </a:ext>
              </a:extLst>
            </p:cNvPr>
            <p:cNvSpPr txBox="1"/>
            <p:nvPr/>
          </p:nvSpPr>
          <p:spPr>
            <a:xfrm>
              <a:off x="7085958" y="4780759"/>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8" name="TextBox 537">
              <a:extLst>
                <a:ext uri="{FF2B5EF4-FFF2-40B4-BE49-F238E27FC236}">
                  <a16:creationId xmlns:a16="http://schemas.microsoft.com/office/drawing/2014/main" id="{BD29A096-8085-F8BE-C08C-EBBFF14E5ED7}"/>
                </a:ext>
              </a:extLst>
            </p:cNvPr>
            <p:cNvSpPr txBox="1"/>
            <p:nvPr/>
          </p:nvSpPr>
          <p:spPr>
            <a:xfrm>
              <a:off x="7085958" y="4541200"/>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39" name="TextBox 538">
              <a:extLst>
                <a:ext uri="{FF2B5EF4-FFF2-40B4-BE49-F238E27FC236}">
                  <a16:creationId xmlns:a16="http://schemas.microsoft.com/office/drawing/2014/main" id="{E3A3FA9D-158C-1192-28A1-ED588A0232ED}"/>
                </a:ext>
              </a:extLst>
            </p:cNvPr>
            <p:cNvSpPr txBox="1"/>
            <p:nvPr/>
          </p:nvSpPr>
          <p:spPr>
            <a:xfrm>
              <a:off x="7085958" y="4175565"/>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0" name="TextBox 539">
              <a:extLst>
                <a:ext uri="{FF2B5EF4-FFF2-40B4-BE49-F238E27FC236}">
                  <a16:creationId xmlns:a16="http://schemas.microsoft.com/office/drawing/2014/main" id="{049C2A98-10D5-9804-EC1A-A10FD01E9BF5}"/>
                </a:ext>
              </a:extLst>
            </p:cNvPr>
            <p:cNvSpPr txBox="1"/>
            <p:nvPr/>
          </p:nvSpPr>
          <p:spPr>
            <a:xfrm>
              <a:off x="7085958" y="3936006"/>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1" name="TextBox 540">
              <a:extLst>
                <a:ext uri="{FF2B5EF4-FFF2-40B4-BE49-F238E27FC236}">
                  <a16:creationId xmlns:a16="http://schemas.microsoft.com/office/drawing/2014/main" id="{1EDDCF40-0FEE-A872-A76D-D00D2F93D12B}"/>
                </a:ext>
              </a:extLst>
            </p:cNvPr>
            <p:cNvSpPr txBox="1"/>
            <p:nvPr/>
          </p:nvSpPr>
          <p:spPr>
            <a:xfrm>
              <a:off x="7085958" y="3702337"/>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2" name="TextBox 541">
              <a:extLst>
                <a:ext uri="{FF2B5EF4-FFF2-40B4-BE49-F238E27FC236}">
                  <a16:creationId xmlns:a16="http://schemas.microsoft.com/office/drawing/2014/main" id="{9772BF81-6ABF-642F-23BE-C3EE40EF4ED3}"/>
                </a:ext>
              </a:extLst>
            </p:cNvPr>
            <p:cNvSpPr txBox="1"/>
            <p:nvPr/>
          </p:nvSpPr>
          <p:spPr>
            <a:xfrm>
              <a:off x="7085958" y="3462777"/>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3" name="TextBox 542">
              <a:extLst>
                <a:ext uri="{FF2B5EF4-FFF2-40B4-BE49-F238E27FC236}">
                  <a16:creationId xmlns:a16="http://schemas.microsoft.com/office/drawing/2014/main" id="{DAAE275F-5665-B05C-1125-23615CACBA58}"/>
                </a:ext>
              </a:extLst>
            </p:cNvPr>
            <p:cNvSpPr txBox="1"/>
            <p:nvPr/>
          </p:nvSpPr>
          <p:spPr>
            <a:xfrm>
              <a:off x="7085958" y="322434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4" name="TextBox 543">
              <a:extLst>
                <a:ext uri="{FF2B5EF4-FFF2-40B4-BE49-F238E27FC236}">
                  <a16:creationId xmlns:a16="http://schemas.microsoft.com/office/drawing/2014/main" id="{21AF70EF-CBFC-370A-2C31-4622BD942710}"/>
                </a:ext>
              </a:extLst>
            </p:cNvPr>
            <p:cNvSpPr txBox="1"/>
            <p:nvPr/>
          </p:nvSpPr>
          <p:spPr>
            <a:xfrm>
              <a:off x="7085958" y="298478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5" name="TextBox 544">
              <a:extLst>
                <a:ext uri="{FF2B5EF4-FFF2-40B4-BE49-F238E27FC236}">
                  <a16:creationId xmlns:a16="http://schemas.microsoft.com/office/drawing/2014/main" id="{3644E963-E300-1422-EF1C-8092328CB036}"/>
                </a:ext>
              </a:extLst>
            </p:cNvPr>
            <p:cNvSpPr txBox="1"/>
            <p:nvPr/>
          </p:nvSpPr>
          <p:spPr>
            <a:xfrm>
              <a:off x="7085958" y="275111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6" name="TextBox 545">
              <a:extLst>
                <a:ext uri="{FF2B5EF4-FFF2-40B4-BE49-F238E27FC236}">
                  <a16:creationId xmlns:a16="http://schemas.microsoft.com/office/drawing/2014/main" id="{20AB00CF-054B-7216-43DE-CAE0DD67E6C4}"/>
                </a:ext>
              </a:extLst>
            </p:cNvPr>
            <p:cNvSpPr txBox="1"/>
            <p:nvPr/>
          </p:nvSpPr>
          <p:spPr>
            <a:xfrm>
              <a:off x="7085958" y="2511554"/>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7" name="TextBox 546">
              <a:extLst>
                <a:ext uri="{FF2B5EF4-FFF2-40B4-BE49-F238E27FC236}">
                  <a16:creationId xmlns:a16="http://schemas.microsoft.com/office/drawing/2014/main" id="{F3AFD9BE-98A8-09B4-0395-5A91CB9CEF20}"/>
                </a:ext>
              </a:extLst>
            </p:cNvPr>
            <p:cNvSpPr txBox="1"/>
            <p:nvPr/>
          </p:nvSpPr>
          <p:spPr>
            <a:xfrm>
              <a:off x="7085958" y="2162001"/>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8" name="TextBox 547">
              <a:extLst>
                <a:ext uri="{FF2B5EF4-FFF2-40B4-BE49-F238E27FC236}">
                  <a16:creationId xmlns:a16="http://schemas.microsoft.com/office/drawing/2014/main" id="{61B3E405-B98C-47E8-F67B-9CC1051F872B}"/>
                </a:ext>
              </a:extLst>
            </p:cNvPr>
            <p:cNvSpPr txBox="1"/>
            <p:nvPr/>
          </p:nvSpPr>
          <p:spPr>
            <a:xfrm>
              <a:off x="7085958" y="1922442"/>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49" name="TextBox 548">
              <a:extLst>
                <a:ext uri="{FF2B5EF4-FFF2-40B4-BE49-F238E27FC236}">
                  <a16:creationId xmlns:a16="http://schemas.microsoft.com/office/drawing/2014/main" id="{7308E877-57FD-0E4C-408A-0D0A2477A1BE}"/>
                </a:ext>
              </a:extLst>
            </p:cNvPr>
            <p:cNvSpPr txBox="1"/>
            <p:nvPr/>
          </p:nvSpPr>
          <p:spPr>
            <a:xfrm>
              <a:off x="7085958" y="168877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0" name="TextBox 549">
              <a:extLst>
                <a:ext uri="{FF2B5EF4-FFF2-40B4-BE49-F238E27FC236}">
                  <a16:creationId xmlns:a16="http://schemas.microsoft.com/office/drawing/2014/main" id="{BD85E6E9-7B65-3850-1A65-FA85C8B7E9AC}"/>
                </a:ext>
              </a:extLst>
            </p:cNvPr>
            <p:cNvSpPr txBox="1"/>
            <p:nvPr/>
          </p:nvSpPr>
          <p:spPr>
            <a:xfrm>
              <a:off x="7085958" y="1449213"/>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1" name="TextBox 550">
              <a:extLst>
                <a:ext uri="{FF2B5EF4-FFF2-40B4-BE49-F238E27FC236}">
                  <a16:creationId xmlns:a16="http://schemas.microsoft.com/office/drawing/2014/main" id="{F2D85960-0591-D9F5-6DC3-22EA1879C46C}"/>
                </a:ext>
              </a:extLst>
            </p:cNvPr>
            <p:cNvSpPr txBox="1"/>
            <p:nvPr/>
          </p:nvSpPr>
          <p:spPr>
            <a:xfrm>
              <a:off x="7085958" y="121077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2" name="TextBox 551">
              <a:extLst>
                <a:ext uri="{FF2B5EF4-FFF2-40B4-BE49-F238E27FC236}">
                  <a16:creationId xmlns:a16="http://schemas.microsoft.com/office/drawing/2014/main" id="{CEA7FC5A-DCA4-B897-4405-FF35BA2371B5}"/>
                </a:ext>
              </a:extLst>
            </p:cNvPr>
            <p:cNvSpPr txBox="1"/>
            <p:nvPr/>
          </p:nvSpPr>
          <p:spPr>
            <a:xfrm>
              <a:off x="7085958" y="971218"/>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3" name="TextBox 552">
              <a:extLst>
                <a:ext uri="{FF2B5EF4-FFF2-40B4-BE49-F238E27FC236}">
                  <a16:creationId xmlns:a16="http://schemas.microsoft.com/office/drawing/2014/main" id="{FDC18443-1D45-A60B-1283-95CC4E4327E5}"/>
                </a:ext>
              </a:extLst>
            </p:cNvPr>
            <p:cNvSpPr txBox="1"/>
            <p:nvPr/>
          </p:nvSpPr>
          <p:spPr>
            <a:xfrm>
              <a:off x="7085958" y="737549"/>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sp>
          <p:nvSpPr>
            <p:cNvPr id="554" name="TextBox 553">
              <a:extLst>
                <a:ext uri="{FF2B5EF4-FFF2-40B4-BE49-F238E27FC236}">
                  <a16:creationId xmlns:a16="http://schemas.microsoft.com/office/drawing/2014/main" id="{147709EE-637D-9978-A2B0-74792948F552}"/>
                </a:ext>
              </a:extLst>
            </p:cNvPr>
            <p:cNvSpPr txBox="1"/>
            <p:nvPr/>
          </p:nvSpPr>
          <p:spPr>
            <a:xfrm>
              <a:off x="7085958" y="497990"/>
              <a:ext cx="810914" cy="207126"/>
            </a:xfrm>
            <a:prstGeom prst="rect">
              <a:avLst/>
            </a:prstGeom>
            <a:noFill/>
            <a:ln w="25400">
              <a:solidFill>
                <a:schemeClr val="tx1"/>
              </a:solidFill>
            </a:ln>
          </p:spPr>
          <p:txBody>
            <a:bodyPr wrap="none" rtlCol="0" anchor="ctr" anchorCtr="1">
              <a:noAutofit/>
            </a:bodyPr>
            <a:lstStyle/>
            <a:p>
              <a:r>
                <a:rPr lang="en-US" sz="1400" dirty="0"/>
                <a:t>ALU</a:t>
              </a:r>
              <a:endParaRPr lang="en-US" sz="1400" b="1" dirty="0"/>
            </a:p>
          </p:txBody>
        </p:sp>
      </p:grpSp>
      <p:cxnSp>
        <p:nvCxnSpPr>
          <p:cNvPr id="558" name="Straight Arrow Connector 557">
            <a:extLst>
              <a:ext uri="{FF2B5EF4-FFF2-40B4-BE49-F238E27FC236}">
                <a16:creationId xmlns:a16="http://schemas.microsoft.com/office/drawing/2014/main" id="{AC765D63-CC29-AB88-C0EE-30F7435BE5E3}"/>
              </a:ext>
            </a:extLst>
          </p:cNvPr>
          <p:cNvCxnSpPr>
            <a:cxnSpLocks/>
          </p:cNvCxnSpPr>
          <p:nvPr/>
        </p:nvCxnSpPr>
        <p:spPr>
          <a:xfrm>
            <a:off x="7479353" y="307590"/>
            <a:ext cx="0" cy="2058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59" name="Straight Arrow Connector 558">
            <a:extLst>
              <a:ext uri="{FF2B5EF4-FFF2-40B4-BE49-F238E27FC236}">
                <a16:creationId xmlns:a16="http://schemas.microsoft.com/office/drawing/2014/main" id="{83C71C2A-D144-F134-A459-10F27E1FE76C}"/>
              </a:ext>
            </a:extLst>
          </p:cNvPr>
          <p:cNvCxnSpPr>
            <a:cxnSpLocks/>
          </p:cNvCxnSpPr>
          <p:nvPr/>
        </p:nvCxnSpPr>
        <p:spPr>
          <a:xfrm>
            <a:off x="7479353" y="2401145"/>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60" name="Straight Arrow Connector 559">
            <a:extLst>
              <a:ext uri="{FF2B5EF4-FFF2-40B4-BE49-F238E27FC236}">
                <a16:creationId xmlns:a16="http://schemas.microsoft.com/office/drawing/2014/main" id="{F43506C4-B1B6-6BD1-856E-9ED61231D4DB}"/>
              </a:ext>
            </a:extLst>
          </p:cNvPr>
          <p:cNvCxnSpPr>
            <a:cxnSpLocks/>
          </p:cNvCxnSpPr>
          <p:nvPr/>
        </p:nvCxnSpPr>
        <p:spPr>
          <a:xfrm>
            <a:off x="7479353" y="4424617"/>
            <a:ext cx="0" cy="15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22360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ylinder 2">
            <a:extLst>
              <a:ext uri="{FF2B5EF4-FFF2-40B4-BE49-F238E27FC236}">
                <a16:creationId xmlns:a16="http://schemas.microsoft.com/office/drawing/2014/main" id="{73EFC5F1-D0C0-82B0-38A8-F1F2B0B63024}"/>
              </a:ext>
            </a:extLst>
          </p:cNvPr>
          <p:cNvSpPr/>
          <p:nvPr/>
        </p:nvSpPr>
        <p:spPr>
          <a:xfrm>
            <a:off x="1013227" y="2227141"/>
            <a:ext cx="480447" cy="550190"/>
          </a:xfrm>
          <a:prstGeom prst="can">
            <a:avLst/>
          </a:prstGeom>
          <a:noFill/>
          <a:ln w="25400">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DDCA391-9546-7A2D-9C3D-19F2294FADED}"/>
              </a:ext>
            </a:extLst>
          </p:cNvPr>
          <p:cNvSpPr txBox="1"/>
          <p:nvPr/>
        </p:nvSpPr>
        <p:spPr>
          <a:xfrm>
            <a:off x="638254" y="2887757"/>
            <a:ext cx="1276888" cy="646331"/>
          </a:xfrm>
          <a:prstGeom prst="rect">
            <a:avLst/>
          </a:prstGeom>
          <a:noFill/>
        </p:spPr>
        <p:txBody>
          <a:bodyPr wrap="none" rtlCol="0">
            <a:spAutoFit/>
          </a:bodyPr>
          <a:lstStyle/>
          <a:p>
            <a:r>
              <a:rPr lang="en-US" i="1" dirty="0" err="1"/>
              <a:t>model</a:t>
            </a:r>
            <a:r>
              <a:rPr lang="en-US" dirty="0" err="1"/>
              <a:t>.tflite</a:t>
            </a:r>
            <a:endParaRPr lang="en-US" dirty="0"/>
          </a:p>
          <a:p>
            <a:r>
              <a:rPr lang="en-US" dirty="0" err="1"/>
              <a:t>FlatBuffers</a:t>
            </a:r>
            <a:endParaRPr lang="en-US" dirty="0"/>
          </a:p>
        </p:txBody>
      </p:sp>
      <p:sp>
        <p:nvSpPr>
          <p:cNvPr id="5" name="Rectangle 4">
            <a:extLst>
              <a:ext uri="{FF2B5EF4-FFF2-40B4-BE49-F238E27FC236}">
                <a16:creationId xmlns:a16="http://schemas.microsoft.com/office/drawing/2014/main" id="{42D8F2B3-A1B0-B21E-F5B4-0B868C18060B}"/>
              </a:ext>
            </a:extLst>
          </p:cNvPr>
          <p:cNvSpPr/>
          <p:nvPr/>
        </p:nvSpPr>
        <p:spPr>
          <a:xfrm>
            <a:off x="2677572" y="1984980"/>
            <a:ext cx="1951926" cy="103451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Andromeda CNN compiler</a:t>
            </a:r>
          </a:p>
        </p:txBody>
      </p:sp>
      <p:sp>
        <p:nvSpPr>
          <p:cNvPr id="6" name="TextBox 5">
            <a:extLst>
              <a:ext uri="{FF2B5EF4-FFF2-40B4-BE49-F238E27FC236}">
                <a16:creationId xmlns:a16="http://schemas.microsoft.com/office/drawing/2014/main" id="{8DFE5526-5AC2-D02E-98DC-558A3B7390FA}"/>
              </a:ext>
            </a:extLst>
          </p:cNvPr>
          <p:cNvSpPr txBox="1"/>
          <p:nvPr/>
        </p:nvSpPr>
        <p:spPr>
          <a:xfrm>
            <a:off x="2677572" y="3147353"/>
            <a:ext cx="2054345" cy="923330"/>
          </a:xfrm>
          <a:prstGeom prst="rect">
            <a:avLst/>
          </a:prstGeom>
          <a:noFill/>
        </p:spPr>
        <p:txBody>
          <a:bodyPr wrap="none" rtlCol="0">
            <a:spAutoFit/>
          </a:bodyPr>
          <a:lstStyle/>
          <a:p>
            <a:r>
              <a:rPr lang="en-US" dirty="0"/>
              <a:t>--model </a:t>
            </a:r>
            <a:r>
              <a:rPr lang="en-US" i="1" dirty="0" err="1"/>
              <a:t>model</a:t>
            </a:r>
            <a:r>
              <a:rPr lang="en-US" dirty="0" err="1"/>
              <a:t>.tflite</a:t>
            </a:r>
            <a:endParaRPr lang="en-US" dirty="0"/>
          </a:p>
          <a:p>
            <a:r>
              <a:rPr lang="en-US" dirty="0"/>
              <a:t>--</a:t>
            </a:r>
            <a:r>
              <a:rPr lang="en-US" dirty="0" err="1"/>
              <a:t>clk</a:t>
            </a:r>
            <a:r>
              <a:rPr lang="en-US" dirty="0"/>
              <a:t> 200e6</a:t>
            </a:r>
          </a:p>
          <a:p>
            <a:r>
              <a:rPr lang="en-US" dirty="0"/>
              <a:t>--fps 100</a:t>
            </a:r>
          </a:p>
        </p:txBody>
      </p:sp>
      <p:cxnSp>
        <p:nvCxnSpPr>
          <p:cNvPr id="8" name="Straight Arrow Connector 7">
            <a:extLst>
              <a:ext uri="{FF2B5EF4-FFF2-40B4-BE49-F238E27FC236}">
                <a16:creationId xmlns:a16="http://schemas.microsoft.com/office/drawing/2014/main" id="{30E755D2-F270-58E6-4602-C32D78D85847}"/>
              </a:ext>
            </a:extLst>
          </p:cNvPr>
          <p:cNvCxnSpPr>
            <a:stCxn id="3" idx="4"/>
            <a:endCxn id="5" idx="1"/>
          </p:cNvCxnSpPr>
          <p:nvPr/>
        </p:nvCxnSpPr>
        <p:spPr>
          <a:xfrm>
            <a:off x="1493674" y="2502236"/>
            <a:ext cx="1183898" cy="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9" name="Cylinder 8">
            <a:extLst>
              <a:ext uri="{FF2B5EF4-FFF2-40B4-BE49-F238E27FC236}">
                <a16:creationId xmlns:a16="http://schemas.microsoft.com/office/drawing/2014/main" id="{321A1818-FBA0-D7B6-CEA7-C44873254044}"/>
              </a:ext>
            </a:extLst>
          </p:cNvPr>
          <p:cNvSpPr/>
          <p:nvPr/>
        </p:nvSpPr>
        <p:spPr>
          <a:xfrm>
            <a:off x="5870975" y="1826821"/>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D1EE9A6-72E4-455F-1868-F80EF7C8080A}"/>
              </a:ext>
            </a:extLst>
          </p:cNvPr>
          <p:cNvSpPr txBox="1"/>
          <p:nvPr/>
        </p:nvSpPr>
        <p:spPr>
          <a:xfrm>
            <a:off x="5644083" y="2378951"/>
            <a:ext cx="934231" cy="369332"/>
          </a:xfrm>
          <a:prstGeom prst="rect">
            <a:avLst/>
          </a:prstGeom>
          <a:noFill/>
        </p:spPr>
        <p:txBody>
          <a:bodyPr wrap="none" rtlCol="0">
            <a:spAutoFit/>
          </a:bodyPr>
          <a:lstStyle/>
          <a:p>
            <a:pPr algn="ctr"/>
            <a:r>
              <a:rPr lang="en-US" i="1" dirty="0" err="1"/>
              <a:t>model</a:t>
            </a:r>
            <a:r>
              <a:rPr lang="en-US" dirty="0" err="1"/>
              <a:t>.v</a:t>
            </a:r>
            <a:endParaRPr lang="en-US" dirty="0"/>
          </a:p>
        </p:txBody>
      </p:sp>
      <p:sp>
        <p:nvSpPr>
          <p:cNvPr id="13" name="Cylinder 12">
            <a:extLst>
              <a:ext uri="{FF2B5EF4-FFF2-40B4-BE49-F238E27FC236}">
                <a16:creationId xmlns:a16="http://schemas.microsoft.com/office/drawing/2014/main" id="{D8CC6A25-F643-28AE-47CC-3555AB31D1EE}"/>
              </a:ext>
            </a:extLst>
          </p:cNvPr>
          <p:cNvSpPr/>
          <p:nvPr/>
        </p:nvSpPr>
        <p:spPr>
          <a:xfrm>
            <a:off x="5876914" y="2790953"/>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29E857F-C7B3-C3EB-D7D2-3949426CCD2F}"/>
              </a:ext>
            </a:extLst>
          </p:cNvPr>
          <p:cNvSpPr txBox="1"/>
          <p:nvPr/>
        </p:nvSpPr>
        <p:spPr>
          <a:xfrm>
            <a:off x="5565362" y="4533560"/>
            <a:ext cx="1491819" cy="1200329"/>
          </a:xfrm>
          <a:prstGeom prst="rect">
            <a:avLst/>
          </a:prstGeom>
          <a:noFill/>
        </p:spPr>
        <p:txBody>
          <a:bodyPr wrap="none" rtlCol="0">
            <a:spAutoFit/>
          </a:bodyPr>
          <a:lstStyle/>
          <a:p>
            <a:r>
              <a:rPr lang="en-US" dirty="0"/>
              <a:t>conv2d.v</a:t>
            </a:r>
          </a:p>
          <a:p>
            <a:r>
              <a:rPr lang="en-US" dirty="0" err="1"/>
              <a:t>concatenate.v</a:t>
            </a:r>
            <a:endParaRPr lang="en-US" dirty="0"/>
          </a:p>
          <a:p>
            <a:r>
              <a:rPr lang="en-US" dirty="0" err="1"/>
              <a:t>replicate.v</a:t>
            </a:r>
            <a:endParaRPr lang="en-US" dirty="0"/>
          </a:p>
          <a:p>
            <a:r>
              <a:rPr lang="en-US" dirty="0"/>
              <a:t>…</a:t>
            </a:r>
          </a:p>
        </p:txBody>
      </p:sp>
      <p:sp>
        <p:nvSpPr>
          <p:cNvPr id="15" name="Cylinder 14">
            <a:extLst>
              <a:ext uri="{FF2B5EF4-FFF2-40B4-BE49-F238E27FC236}">
                <a16:creationId xmlns:a16="http://schemas.microsoft.com/office/drawing/2014/main" id="{CAAC10AD-B6C9-9BF9-3108-BBC3D34586A0}"/>
              </a:ext>
            </a:extLst>
          </p:cNvPr>
          <p:cNvSpPr/>
          <p:nvPr/>
        </p:nvSpPr>
        <p:spPr>
          <a:xfrm>
            <a:off x="7112452" y="4700300"/>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B2BEBD4-B229-5227-6467-E9E2F92BCE15}"/>
              </a:ext>
            </a:extLst>
          </p:cNvPr>
          <p:cNvSpPr txBox="1"/>
          <p:nvPr/>
        </p:nvSpPr>
        <p:spPr>
          <a:xfrm>
            <a:off x="5460788" y="3322860"/>
            <a:ext cx="1419428" cy="369332"/>
          </a:xfrm>
          <a:prstGeom prst="rect">
            <a:avLst/>
          </a:prstGeom>
          <a:noFill/>
        </p:spPr>
        <p:txBody>
          <a:bodyPr wrap="none" rtlCol="0">
            <a:spAutoFit/>
          </a:bodyPr>
          <a:lstStyle/>
          <a:p>
            <a:pPr algn="ctr"/>
            <a:r>
              <a:rPr lang="en-US" i="1" dirty="0" err="1"/>
              <a:t>model</a:t>
            </a:r>
            <a:r>
              <a:rPr lang="en-US" dirty="0" err="1"/>
              <a:t>_rom.v</a:t>
            </a:r>
            <a:endParaRPr lang="en-US" dirty="0"/>
          </a:p>
        </p:txBody>
      </p:sp>
      <p:cxnSp>
        <p:nvCxnSpPr>
          <p:cNvPr id="17" name="Straight Arrow Connector 16">
            <a:extLst>
              <a:ext uri="{FF2B5EF4-FFF2-40B4-BE49-F238E27FC236}">
                <a16:creationId xmlns:a16="http://schemas.microsoft.com/office/drawing/2014/main" id="{62E77DA5-255F-A8CF-765C-A6A879976D54}"/>
              </a:ext>
            </a:extLst>
          </p:cNvPr>
          <p:cNvCxnSpPr>
            <a:cxnSpLocks/>
            <a:stCxn id="5" idx="3"/>
            <a:endCxn id="9" idx="2"/>
          </p:cNvCxnSpPr>
          <p:nvPr/>
        </p:nvCxnSpPr>
        <p:spPr>
          <a:xfrm flipV="1">
            <a:off x="4629498" y="2101916"/>
            <a:ext cx="1241477" cy="40032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4BF93F2-3D8A-3D96-5B7F-97F4089EC07A}"/>
              </a:ext>
            </a:extLst>
          </p:cNvPr>
          <p:cNvSpPr/>
          <p:nvPr/>
        </p:nvSpPr>
        <p:spPr>
          <a:xfrm>
            <a:off x="8585331" y="3870779"/>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Vivado</a:t>
            </a:r>
            <a:endParaRPr lang="en-US" dirty="0">
              <a:solidFill>
                <a:schemeClr val="tx1"/>
              </a:solidFill>
            </a:endParaRPr>
          </a:p>
          <a:p>
            <a:pPr algn="ctr"/>
            <a:r>
              <a:rPr lang="en-US" dirty="0">
                <a:solidFill>
                  <a:schemeClr val="tx1"/>
                </a:solidFill>
              </a:rPr>
              <a:t>Quartus</a:t>
            </a:r>
          </a:p>
          <a:p>
            <a:pPr algn="ctr"/>
            <a:r>
              <a:rPr lang="en-US" dirty="0">
                <a:solidFill>
                  <a:schemeClr val="tx1"/>
                </a:solidFill>
              </a:rPr>
              <a:t>Raptor</a:t>
            </a:r>
          </a:p>
          <a:p>
            <a:pPr algn="ctr"/>
            <a:r>
              <a:rPr lang="en-US" dirty="0" err="1">
                <a:solidFill>
                  <a:schemeClr val="tx1"/>
                </a:solidFill>
              </a:rPr>
              <a:t>dc_shell</a:t>
            </a:r>
            <a:endParaRPr lang="en-US" dirty="0">
              <a:solidFill>
                <a:schemeClr val="tx1"/>
              </a:solidFill>
            </a:endParaRPr>
          </a:p>
        </p:txBody>
      </p:sp>
      <p:sp>
        <p:nvSpPr>
          <p:cNvPr id="32" name="Rectangle 31">
            <a:extLst>
              <a:ext uri="{FF2B5EF4-FFF2-40B4-BE49-F238E27FC236}">
                <a16:creationId xmlns:a16="http://schemas.microsoft.com/office/drawing/2014/main" id="{383DB9ED-C6BA-958C-7D7D-40085E3F245B}"/>
              </a:ext>
            </a:extLst>
          </p:cNvPr>
          <p:cNvSpPr/>
          <p:nvPr/>
        </p:nvSpPr>
        <p:spPr>
          <a:xfrm>
            <a:off x="8585331" y="1909905"/>
            <a:ext cx="1951926" cy="132556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iverilog</a:t>
            </a:r>
            <a:endParaRPr lang="en-US" dirty="0">
              <a:solidFill>
                <a:schemeClr val="tx1"/>
              </a:solidFill>
            </a:endParaRPr>
          </a:p>
          <a:p>
            <a:pPr algn="ctr"/>
            <a:r>
              <a:rPr lang="en-US" dirty="0">
                <a:solidFill>
                  <a:schemeClr val="tx1"/>
                </a:solidFill>
              </a:rPr>
              <a:t>VCS</a:t>
            </a:r>
          </a:p>
        </p:txBody>
      </p:sp>
      <p:cxnSp>
        <p:nvCxnSpPr>
          <p:cNvPr id="33" name="Straight Arrow Connector 32">
            <a:extLst>
              <a:ext uri="{FF2B5EF4-FFF2-40B4-BE49-F238E27FC236}">
                <a16:creationId xmlns:a16="http://schemas.microsoft.com/office/drawing/2014/main" id="{490E5E50-BA78-49CE-AB2A-FD1FF4580F05}"/>
              </a:ext>
            </a:extLst>
          </p:cNvPr>
          <p:cNvCxnSpPr>
            <a:cxnSpLocks/>
            <a:stCxn id="15" idx="4"/>
            <a:endCxn id="31" idx="1"/>
          </p:cNvCxnSpPr>
          <p:nvPr/>
        </p:nvCxnSpPr>
        <p:spPr>
          <a:xfrm flipV="1">
            <a:off x="7592899" y="4533560"/>
            <a:ext cx="992432" cy="441835"/>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E1890071-8742-C873-E2FC-80A8470A31B0}"/>
              </a:ext>
            </a:extLst>
          </p:cNvPr>
          <p:cNvCxnSpPr>
            <a:cxnSpLocks/>
            <a:stCxn id="13" idx="4"/>
            <a:endCxn id="31" idx="1"/>
          </p:cNvCxnSpPr>
          <p:nvPr/>
        </p:nvCxnSpPr>
        <p:spPr>
          <a:xfrm>
            <a:off x="6357361" y="3066048"/>
            <a:ext cx="2227970" cy="146751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5EC65A00-C2CF-590E-16C5-3117ADE101D8}"/>
              </a:ext>
            </a:extLst>
          </p:cNvPr>
          <p:cNvCxnSpPr>
            <a:cxnSpLocks/>
            <a:stCxn id="9" idx="4"/>
            <a:endCxn id="31" idx="1"/>
          </p:cNvCxnSpPr>
          <p:nvPr/>
        </p:nvCxnSpPr>
        <p:spPr>
          <a:xfrm>
            <a:off x="6351422" y="2101916"/>
            <a:ext cx="2233909" cy="2431644"/>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A2286A81-21CC-F470-4728-5189F6CE6AAE}"/>
              </a:ext>
            </a:extLst>
          </p:cNvPr>
          <p:cNvCxnSpPr>
            <a:cxnSpLocks/>
            <a:stCxn id="9" idx="4"/>
            <a:endCxn id="32" idx="1"/>
          </p:cNvCxnSpPr>
          <p:nvPr/>
        </p:nvCxnSpPr>
        <p:spPr>
          <a:xfrm>
            <a:off x="6351422" y="2101916"/>
            <a:ext cx="2233909" cy="470770"/>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53736A9C-8248-ED83-E7B8-A7A45BEB823D}"/>
              </a:ext>
            </a:extLst>
          </p:cNvPr>
          <p:cNvCxnSpPr>
            <a:cxnSpLocks/>
            <a:stCxn id="13" idx="4"/>
            <a:endCxn id="32" idx="1"/>
          </p:cNvCxnSpPr>
          <p:nvPr/>
        </p:nvCxnSpPr>
        <p:spPr>
          <a:xfrm flipV="1">
            <a:off x="6357361" y="2572686"/>
            <a:ext cx="2227970" cy="49336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8CA73528-F01B-9067-80D4-2D6901777641}"/>
              </a:ext>
            </a:extLst>
          </p:cNvPr>
          <p:cNvCxnSpPr>
            <a:cxnSpLocks/>
            <a:stCxn id="15" idx="4"/>
            <a:endCxn id="32" idx="1"/>
          </p:cNvCxnSpPr>
          <p:nvPr/>
        </p:nvCxnSpPr>
        <p:spPr>
          <a:xfrm flipV="1">
            <a:off x="7592899" y="2572686"/>
            <a:ext cx="992432" cy="2402709"/>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9FABDDA9-391C-A378-15CD-DCAD155C3387}"/>
              </a:ext>
            </a:extLst>
          </p:cNvPr>
          <p:cNvCxnSpPr>
            <a:cxnSpLocks/>
            <a:stCxn id="5" idx="3"/>
            <a:endCxn id="13" idx="2"/>
          </p:cNvCxnSpPr>
          <p:nvPr/>
        </p:nvCxnSpPr>
        <p:spPr>
          <a:xfrm>
            <a:off x="4629498" y="2502236"/>
            <a:ext cx="1247416" cy="563812"/>
          </a:xfrm>
          <a:prstGeom prst="straightConnector1">
            <a:avLst/>
          </a:prstGeom>
          <a:ln w="6350">
            <a:tailEnd type="triangle"/>
          </a:ln>
        </p:spPr>
        <p:style>
          <a:lnRef idx="1">
            <a:schemeClr val="dk1"/>
          </a:lnRef>
          <a:fillRef idx="0">
            <a:schemeClr val="dk1"/>
          </a:fillRef>
          <a:effectRef idx="0">
            <a:schemeClr val="dk1"/>
          </a:effectRef>
          <a:fontRef idx="minor">
            <a:schemeClr val="tx1"/>
          </a:fontRef>
        </p:style>
      </p:cxnSp>
      <p:sp>
        <p:nvSpPr>
          <p:cNvPr id="29" name="Rectangle 28">
            <a:extLst>
              <a:ext uri="{FF2B5EF4-FFF2-40B4-BE49-F238E27FC236}">
                <a16:creationId xmlns:a16="http://schemas.microsoft.com/office/drawing/2014/main" id="{C5231385-47E4-F100-F89D-FD95154B85A3}"/>
              </a:ext>
            </a:extLst>
          </p:cNvPr>
          <p:cNvSpPr/>
          <p:nvPr/>
        </p:nvSpPr>
        <p:spPr>
          <a:xfrm>
            <a:off x="5460788" y="4437508"/>
            <a:ext cx="2389104" cy="1418578"/>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47375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DE6440F-A64C-1252-E7A2-05EB31430796}"/>
              </a:ext>
            </a:extLst>
          </p:cNvPr>
          <p:cNvGrpSpPr/>
          <p:nvPr/>
        </p:nvGrpSpPr>
        <p:grpSpPr>
          <a:xfrm flipH="1">
            <a:off x="2457719" y="1263538"/>
            <a:ext cx="6712360" cy="4330923"/>
            <a:chOff x="1811866" y="357809"/>
            <a:chExt cx="10096014" cy="5780525"/>
          </a:xfrm>
        </p:grpSpPr>
        <p:sp>
          <p:nvSpPr>
            <p:cNvPr id="4" name="Rectangle 3">
              <a:extLst>
                <a:ext uri="{FF2B5EF4-FFF2-40B4-BE49-F238E27FC236}">
                  <a16:creationId xmlns:a16="http://schemas.microsoft.com/office/drawing/2014/main" id="{7851BC25-3353-504F-8CBE-CEC161091FBD}"/>
                </a:ext>
              </a:extLst>
            </p:cNvPr>
            <p:cNvSpPr/>
            <p:nvPr/>
          </p:nvSpPr>
          <p:spPr>
            <a:xfrm>
              <a:off x="7882467" y="1965325"/>
              <a:ext cx="2184400" cy="2115608"/>
            </a:xfrm>
            <a:prstGeom prst="rect">
              <a:avLst/>
            </a:prstGeom>
            <a:solidFill>
              <a:srgbClr val="BDCDEB"/>
            </a:solidFill>
            <a:ln w="12700" cap="flat" cmpd="sng" algn="ctr">
              <a:solidFill>
                <a:srgbClr val="284168">
                  <a:shade val="50000"/>
                </a:srgbClr>
              </a:solidFill>
              <a:prstDash val="solid"/>
              <a:miter lim="800000"/>
            </a:ln>
            <a:effectLst/>
          </p:spPr>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EC154E"/>
                  </a:solidFill>
                  <a:effectLst/>
                  <a:uLnTx/>
                  <a:uFillTx/>
                  <a:latin typeface="Calibri" panose="020F0502020204030204"/>
                  <a:ea typeface="+mn-ea"/>
                  <a:cs typeface="+mn-cs"/>
                </a:rPr>
                <a:t>Custom FPGA</a:t>
              </a:r>
              <a:endParaRPr kumimoji="0" lang="en-US" sz="1200" b="0" i="0" u="none" strike="noStrike" kern="1200" cap="none" spc="0" normalizeH="0" baseline="0" noProof="0" dirty="0">
                <a:ln>
                  <a:noFill/>
                </a:ln>
                <a:solidFill>
                  <a:srgbClr val="EC154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D2E03C1-6A89-6B4C-8358-1F6C8735A8EB}"/>
                </a:ext>
              </a:extLst>
            </p:cNvPr>
            <p:cNvSpPr/>
            <p:nvPr/>
          </p:nvSpPr>
          <p:spPr>
            <a:xfrm>
              <a:off x="8229600" y="2243667"/>
              <a:ext cx="1557867" cy="431800"/>
            </a:xfrm>
            <a:prstGeom prst="rect">
              <a:avLst/>
            </a:prstGeom>
            <a:solidFill>
              <a:srgbClr val="284168"/>
            </a:solidFill>
            <a:ln w="12700" cap="flat" cmpd="sng" algn="ctr">
              <a:solidFill>
                <a:srgbClr val="284168">
                  <a:shade val="5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mn-ea"/>
                  <a:cs typeface="+mn-cs"/>
                </a:rPr>
                <a:t>Data Capture</a:t>
              </a:r>
            </a:p>
          </p:txBody>
        </p:sp>
        <p:sp>
          <p:nvSpPr>
            <p:cNvPr id="6" name="Rectangle 5">
              <a:extLst>
                <a:ext uri="{FF2B5EF4-FFF2-40B4-BE49-F238E27FC236}">
                  <a16:creationId xmlns:a16="http://schemas.microsoft.com/office/drawing/2014/main" id="{8EF4BC06-61DF-E942-8A31-76A84B6186F9}"/>
                </a:ext>
              </a:extLst>
            </p:cNvPr>
            <p:cNvSpPr/>
            <p:nvPr/>
          </p:nvSpPr>
          <p:spPr>
            <a:xfrm>
              <a:off x="8229600" y="2988733"/>
              <a:ext cx="1557867" cy="897467"/>
            </a:xfrm>
            <a:prstGeom prst="rect">
              <a:avLst/>
            </a:prstGeom>
            <a:solidFill>
              <a:srgbClr val="284168"/>
            </a:solidFill>
            <a:ln w="12700" cap="flat" cmpd="sng" algn="ctr">
              <a:solidFill>
                <a:srgbClr val="284168">
                  <a:shade val="5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mn-ea"/>
                  <a:cs typeface="+mn-cs"/>
                </a:rPr>
                <a:t>Inference</a:t>
              </a:r>
            </a:p>
          </p:txBody>
        </p:sp>
        <p:cxnSp>
          <p:nvCxnSpPr>
            <p:cNvPr id="7" name="Straight Arrow Connector 6">
              <a:extLst>
                <a:ext uri="{FF2B5EF4-FFF2-40B4-BE49-F238E27FC236}">
                  <a16:creationId xmlns:a16="http://schemas.microsoft.com/office/drawing/2014/main" id="{5B0ACF76-5601-6D44-95E5-7FB18C0AD58A}"/>
                </a:ext>
              </a:extLst>
            </p:cNvPr>
            <p:cNvCxnSpPr>
              <a:stCxn id="5" idx="3"/>
            </p:cNvCxnSpPr>
            <p:nvPr/>
          </p:nvCxnSpPr>
          <p:spPr>
            <a:xfrm>
              <a:off x="9787467" y="2459567"/>
              <a:ext cx="846666" cy="4233"/>
            </a:xfrm>
            <a:prstGeom prst="straightConnector1">
              <a:avLst/>
            </a:prstGeom>
            <a:noFill/>
            <a:ln w="12700" cap="flat" cmpd="sng" algn="ctr">
              <a:solidFill>
                <a:srgbClr val="C58FB4"/>
              </a:solidFill>
              <a:prstDash val="solid"/>
              <a:miter lim="800000"/>
              <a:headEnd type="triangle" w="med" len="med"/>
              <a:tailEnd type="none" w="med" len="med"/>
            </a:ln>
            <a:effectLst/>
          </p:spPr>
        </p:cxnSp>
        <p:cxnSp>
          <p:nvCxnSpPr>
            <p:cNvPr id="8" name="Straight Arrow Connector 7">
              <a:extLst>
                <a:ext uri="{FF2B5EF4-FFF2-40B4-BE49-F238E27FC236}">
                  <a16:creationId xmlns:a16="http://schemas.microsoft.com/office/drawing/2014/main" id="{8A61CAB2-C480-6A43-9B14-8FF80CF28FA0}"/>
                </a:ext>
              </a:extLst>
            </p:cNvPr>
            <p:cNvCxnSpPr/>
            <p:nvPr/>
          </p:nvCxnSpPr>
          <p:spPr>
            <a:xfrm>
              <a:off x="9787467" y="3437466"/>
              <a:ext cx="846666" cy="4233"/>
            </a:xfrm>
            <a:prstGeom prst="straightConnector1">
              <a:avLst/>
            </a:prstGeom>
            <a:noFill/>
            <a:ln w="12700" cap="flat" cmpd="sng" algn="ctr">
              <a:solidFill>
                <a:srgbClr val="EC154E"/>
              </a:solidFill>
              <a:prstDash val="solid"/>
              <a:miter lim="800000"/>
              <a:headEnd type="none" w="med" len="med"/>
              <a:tailEnd type="triangle" w="med" len="med"/>
            </a:ln>
            <a:effectLst/>
          </p:spPr>
        </p:cxnSp>
        <p:cxnSp>
          <p:nvCxnSpPr>
            <p:cNvPr id="9" name="Straight Connector 8">
              <a:extLst>
                <a:ext uri="{FF2B5EF4-FFF2-40B4-BE49-F238E27FC236}">
                  <a16:creationId xmlns:a16="http://schemas.microsoft.com/office/drawing/2014/main" id="{9E752515-54D3-DF4C-B1F0-4CB5B65F0212}"/>
                </a:ext>
              </a:extLst>
            </p:cNvPr>
            <p:cNvCxnSpPr>
              <a:cxnSpLocks/>
            </p:cNvCxnSpPr>
            <p:nvPr/>
          </p:nvCxnSpPr>
          <p:spPr>
            <a:xfrm>
              <a:off x="6900333" y="357809"/>
              <a:ext cx="0" cy="5231249"/>
            </a:xfrm>
            <a:prstGeom prst="line">
              <a:avLst/>
            </a:prstGeom>
            <a:noFill/>
            <a:ln w="28575" cap="flat" cmpd="sng" algn="ctr">
              <a:solidFill>
                <a:srgbClr val="C58FB4"/>
              </a:solidFill>
              <a:prstDash val="dash"/>
              <a:miter lim="800000"/>
            </a:ln>
            <a:effectLst/>
          </p:spPr>
        </p:cxnSp>
        <p:sp>
          <p:nvSpPr>
            <p:cNvPr id="10" name="Rectangle 9">
              <a:extLst>
                <a:ext uri="{FF2B5EF4-FFF2-40B4-BE49-F238E27FC236}">
                  <a16:creationId xmlns:a16="http://schemas.microsoft.com/office/drawing/2014/main" id="{4E1203AB-71D3-5B48-A108-4BB3B630CC87}"/>
                </a:ext>
              </a:extLst>
            </p:cNvPr>
            <p:cNvSpPr/>
            <p:nvPr/>
          </p:nvSpPr>
          <p:spPr>
            <a:xfrm>
              <a:off x="1811866" y="991658"/>
              <a:ext cx="2133601" cy="1878542"/>
            </a:xfrm>
            <a:prstGeom prst="rect">
              <a:avLst/>
            </a:prstGeom>
            <a:solidFill>
              <a:srgbClr val="BDCDEB"/>
            </a:solidFill>
            <a:ln w="12700" cap="flat" cmpd="sng" algn="ctr">
              <a:solidFill>
                <a:srgbClr val="284168">
                  <a:shade val="5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Calibri" panose="020F0502020204030204"/>
                  <a:ea typeface="+mn-ea"/>
                  <a:cs typeface="+mn-cs"/>
                </a:rPr>
                <a:t>AI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Calibri" panose="020F0502020204030204"/>
                  <a:ea typeface="+mn-ea"/>
                  <a:cs typeface="+mn-cs"/>
                </a:rPr>
                <a:t>Training Model</a:t>
              </a:r>
            </a:p>
          </p:txBody>
        </p:sp>
        <p:sp>
          <p:nvSpPr>
            <p:cNvPr id="11" name="Rectangle 10">
              <a:extLst>
                <a:ext uri="{FF2B5EF4-FFF2-40B4-BE49-F238E27FC236}">
                  <a16:creationId xmlns:a16="http://schemas.microsoft.com/office/drawing/2014/main" id="{086B67DC-4D18-564D-A160-F67FA42DEB8D}"/>
                </a:ext>
              </a:extLst>
            </p:cNvPr>
            <p:cNvSpPr/>
            <p:nvPr/>
          </p:nvSpPr>
          <p:spPr>
            <a:xfrm>
              <a:off x="4588436" y="3135842"/>
              <a:ext cx="1889061" cy="1822989"/>
            </a:xfrm>
            <a:prstGeom prst="rect">
              <a:avLst/>
            </a:prstGeom>
            <a:solidFill>
              <a:srgbClr val="EC154E">
                <a:lumMod val="20000"/>
                <a:lumOff val="80000"/>
              </a:srgbClr>
            </a:solidFill>
            <a:ln w="12700" cap="flat" cmpd="sng" algn="ctr">
              <a:no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154E"/>
                  </a:solidFill>
                  <a:effectLst/>
                  <a:uLnTx/>
                  <a:uFillTx/>
                  <a:latin typeface="Calibri" panose="020F0502020204030204"/>
                  <a:ea typeface="+mn-ea"/>
                  <a:cs typeface="+mn-cs"/>
                </a:rPr>
                <a:t>Raptor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mn-cs"/>
                </a:rPr>
                <a:t>Inference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Calibri" panose="020F0502020204030204"/>
                  <a:ea typeface="+mn-ea"/>
                  <a:cs typeface="+mn-cs"/>
                </a:rPr>
                <a:t>to</a:t>
              </a: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a:ea typeface="+mn-ea"/>
                  <a:cs typeface="+mn-cs"/>
                </a:rPr>
                <a:t>FPGA HW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Calibri" panose="020F0502020204030204"/>
                  <a:ea typeface="+mn-ea"/>
                  <a:cs typeface="+mn-cs"/>
                </a:rPr>
                <a:t>Translator</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1" u="none" strike="noStrike" kern="1200" cap="none" spc="0" normalizeH="0" baseline="0" noProof="0" dirty="0">
                <a:ln>
                  <a:noFill/>
                </a:ln>
                <a:solidFill>
                  <a:srgbClr val="000000"/>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D4487B84-A9F0-E248-BC7E-876A2842CA12}"/>
                </a:ext>
              </a:extLst>
            </p:cNvPr>
            <p:cNvCxnSpPr>
              <a:cxnSpLocks/>
              <a:stCxn id="11" idx="3"/>
              <a:endCxn id="6" idx="1"/>
            </p:cNvCxnSpPr>
            <p:nvPr/>
          </p:nvCxnSpPr>
          <p:spPr>
            <a:xfrm flipV="1">
              <a:off x="6477497" y="3437467"/>
              <a:ext cx="1752103" cy="609870"/>
            </a:xfrm>
            <a:prstGeom prst="straightConnector1">
              <a:avLst/>
            </a:prstGeom>
            <a:noFill/>
            <a:ln w="6350" cap="flat" cmpd="sng" algn="ctr">
              <a:solidFill>
                <a:srgbClr val="EC154E"/>
              </a:solidFill>
              <a:prstDash val="solid"/>
              <a:miter lim="800000"/>
              <a:tailEnd type="triangle"/>
            </a:ln>
            <a:effectLst/>
          </p:spPr>
        </p:cxnSp>
        <p:sp>
          <p:nvSpPr>
            <p:cNvPr id="13" name="Multidocument 16">
              <a:extLst>
                <a:ext uri="{FF2B5EF4-FFF2-40B4-BE49-F238E27FC236}">
                  <a16:creationId xmlns:a16="http://schemas.microsoft.com/office/drawing/2014/main" id="{E7C2E82B-6723-B841-A8D1-AE984CD0996B}"/>
                </a:ext>
              </a:extLst>
            </p:cNvPr>
            <p:cNvSpPr/>
            <p:nvPr/>
          </p:nvSpPr>
          <p:spPr>
            <a:xfrm>
              <a:off x="4995827" y="1040332"/>
              <a:ext cx="1058334" cy="821267"/>
            </a:xfrm>
            <a:prstGeom prst="flowChartMultidocument">
              <a:avLst/>
            </a:prstGeom>
            <a:solidFill>
              <a:srgbClr val="191F2C">
                <a:lumMod val="10000"/>
                <a:lumOff val="90000"/>
              </a:srgbClr>
            </a:solidFill>
            <a:ln w="12700" cap="flat" cmpd="sng" algn="ctr">
              <a:solidFill>
                <a:srgbClr val="000000"/>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Datasets</a:t>
              </a:r>
            </a:p>
          </p:txBody>
        </p:sp>
        <p:cxnSp>
          <p:nvCxnSpPr>
            <p:cNvPr id="14" name="Straight Connector 13">
              <a:extLst>
                <a:ext uri="{FF2B5EF4-FFF2-40B4-BE49-F238E27FC236}">
                  <a16:creationId xmlns:a16="http://schemas.microsoft.com/office/drawing/2014/main" id="{92663B7B-8D0C-1C48-93DA-F28CE108C5CF}"/>
                </a:ext>
              </a:extLst>
            </p:cNvPr>
            <p:cNvCxnSpPr>
              <a:cxnSpLocks/>
            </p:cNvCxnSpPr>
            <p:nvPr/>
          </p:nvCxnSpPr>
          <p:spPr>
            <a:xfrm flipH="1">
              <a:off x="3945467" y="1509695"/>
              <a:ext cx="1050360" cy="0"/>
            </a:xfrm>
            <a:prstGeom prst="line">
              <a:avLst/>
            </a:prstGeom>
            <a:noFill/>
            <a:ln w="12700" cap="flat" cmpd="sng" algn="ctr">
              <a:solidFill>
                <a:srgbClr val="C58FB4"/>
              </a:solidFill>
              <a:prstDash val="solid"/>
              <a:miter lim="800000"/>
              <a:headEnd type="none" w="med" len="med"/>
              <a:tailEnd type="triangle" w="med" len="med"/>
            </a:ln>
            <a:effectLst/>
          </p:spPr>
        </p:cxnSp>
        <p:cxnSp>
          <p:nvCxnSpPr>
            <p:cNvPr id="15" name="Straight Connector 14">
              <a:extLst>
                <a:ext uri="{FF2B5EF4-FFF2-40B4-BE49-F238E27FC236}">
                  <a16:creationId xmlns:a16="http://schemas.microsoft.com/office/drawing/2014/main" id="{E0296C7A-6417-6848-A9D8-96192C0BB32B}"/>
                </a:ext>
              </a:extLst>
            </p:cNvPr>
            <p:cNvCxnSpPr>
              <a:cxnSpLocks/>
              <a:stCxn id="5" idx="1"/>
            </p:cNvCxnSpPr>
            <p:nvPr/>
          </p:nvCxnSpPr>
          <p:spPr>
            <a:xfrm flipH="1" flipV="1">
              <a:off x="3945467" y="2428866"/>
              <a:ext cx="4284133" cy="30701"/>
            </a:xfrm>
            <a:prstGeom prst="line">
              <a:avLst/>
            </a:prstGeom>
            <a:noFill/>
            <a:ln w="12700" cap="flat" cmpd="sng" algn="ctr">
              <a:solidFill>
                <a:srgbClr val="C58FB4"/>
              </a:solidFill>
              <a:prstDash val="solid"/>
              <a:miter lim="800000"/>
              <a:headEnd type="none" w="med" len="med"/>
              <a:tailEnd type="triangle" w="med" len="med"/>
            </a:ln>
            <a:effectLst/>
          </p:spPr>
        </p:cxnSp>
        <p:sp>
          <p:nvSpPr>
            <p:cNvPr id="16" name="TextBox 25">
              <a:extLst>
                <a:ext uri="{FF2B5EF4-FFF2-40B4-BE49-F238E27FC236}">
                  <a16:creationId xmlns:a16="http://schemas.microsoft.com/office/drawing/2014/main" id="{E12CE157-E22B-1C48-A8EE-83E03CD5FAA8}"/>
                </a:ext>
              </a:extLst>
            </p:cNvPr>
            <p:cNvSpPr txBox="1"/>
            <p:nvPr/>
          </p:nvSpPr>
          <p:spPr>
            <a:xfrm>
              <a:off x="10577106" y="2149037"/>
              <a:ext cx="1047629" cy="61618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BDCDEB">
                      <a:lumMod val="90000"/>
                    </a:srgbClr>
                  </a:solidFill>
                  <a:effectLst/>
                  <a:uLnTx/>
                  <a:uFillTx/>
                  <a:latin typeface="Calibri" panose="020F0502020204030204"/>
                  <a:ea typeface="+mn-ea"/>
                  <a:cs typeface="+mn-cs"/>
                </a:rPr>
                <a:t>Sensor Input</a:t>
              </a:r>
            </a:p>
          </p:txBody>
        </p:sp>
        <p:sp>
          <p:nvSpPr>
            <p:cNvPr id="17" name="TextBox 26">
              <a:extLst>
                <a:ext uri="{FF2B5EF4-FFF2-40B4-BE49-F238E27FC236}">
                  <a16:creationId xmlns:a16="http://schemas.microsoft.com/office/drawing/2014/main" id="{EFB0C4A6-D654-EA4B-96F3-4FC43A17501D}"/>
                </a:ext>
              </a:extLst>
            </p:cNvPr>
            <p:cNvSpPr txBox="1"/>
            <p:nvPr/>
          </p:nvSpPr>
          <p:spPr>
            <a:xfrm>
              <a:off x="10634136" y="3135840"/>
              <a:ext cx="1273744" cy="616189"/>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58FB4"/>
                  </a:solidFill>
                  <a:effectLst/>
                  <a:uLnTx/>
                  <a:uFillTx/>
                  <a:latin typeface="Calibri" panose="020F0502020204030204"/>
                  <a:ea typeface="+mn-ea"/>
                  <a:cs typeface="+mn-cs"/>
                </a:rPr>
                <a:t>Output Controller</a:t>
              </a:r>
            </a:p>
          </p:txBody>
        </p:sp>
        <p:cxnSp>
          <p:nvCxnSpPr>
            <p:cNvPr id="18" name="Straight Connector 17">
              <a:extLst>
                <a:ext uri="{FF2B5EF4-FFF2-40B4-BE49-F238E27FC236}">
                  <a16:creationId xmlns:a16="http://schemas.microsoft.com/office/drawing/2014/main" id="{AAB025DB-6F15-B74F-B70A-6A0A1248CE7D}"/>
                </a:ext>
              </a:extLst>
            </p:cNvPr>
            <p:cNvCxnSpPr>
              <a:cxnSpLocks/>
            </p:cNvCxnSpPr>
            <p:nvPr/>
          </p:nvCxnSpPr>
          <p:spPr>
            <a:xfrm flipH="1">
              <a:off x="2878666" y="3620030"/>
              <a:ext cx="1701801" cy="12699"/>
            </a:xfrm>
            <a:prstGeom prst="line">
              <a:avLst/>
            </a:prstGeom>
            <a:noFill/>
            <a:ln w="12700" cap="flat" cmpd="sng" algn="ctr">
              <a:solidFill>
                <a:srgbClr val="BDCDEB"/>
              </a:solidFill>
              <a:prstDash val="solid"/>
              <a:miter lim="800000"/>
              <a:headEnd type="triangle" w="med" len="med"/>
              <a:tailEnd type="none" w="med" len="med"/>
            </a:ln>
            <a:effectLst/>
          </p:spPr>
        </p:cxnSp>
        <p:cxnSp>
          <p:nvCxnSpPr>
            <p:cNvPr id="19" name="Straight Connector 18">
              <a:extLst>
                <a:ext uri="{FF2B5EF4-FFF2-40B4-BE49-F238E27FC236}">
                  <a16:creationId xmlns:a16="http://schemas.microsoft.com/office/drawing/2014/main" id="{B9F3FD0C-4781-EF4B-A5BF-3D906186512C}"/>
                </a:ext>
              </a:extLst>
            </p:cNvPr>
            <p:cNvCxnSpPr>
              <a:cxnSpLocks/>
            </p:cNvCxnSpPr>
            <p:nvPr/>
          </p:nvCxnSpPr>
          <p:spPr>
            <a:xfrm>
              <a:off x="2878665" y="2876020"/>
              <a:ext cx="1" cy="756709"/>
            </a:xfrm>
            <a:prstGeom prst="line">
              <a:avLst/>
            </a:prstGeom>
            <a:noFill/>
            <a:ln w="12700" cap="flat" cmpd="sng" algn="ctr">
              <a:solidFill>
                <a:srgbClr val="BDCDEB"/>
              </a:solidFill>
              <a:prstDash val="solid"/>
              <a:miter lim="800000"/>
              <a:headEnd type="none" w="med" len="med"/>
              <a:tailEnd type="none" w="med" len="med"/>
            </a:ln>
            <a:effectLst/>
          </p:spPr>
        </p:cxnSp>
        <p:sp>
          <p:nvSpPr>
            <p:cNvPr id="20" name="Rectangle 19">
              <a:extLst>
                <a:ext uri="{FF2B5EF4-FFF2-40B4-BE49-F238E27FC236}">
                  <a16:creationId xmlns:a16="http://schemas.microsoft.com/office/drawing/2014/main" id="{2FB6BEF9-02FF-184A-AE74-180FA7303911}"/>
                </a:ext>
              </a:extLst>
            </p:cNvPr>
            <p:cNvSpPr/>
            <p:nvPr/>
          </p:nvSpPr>
          <p:spPr>
            <a:xfrm>
              <a:off x="1905001" y="4039128"/>
              <a:ext cx="1828799" cy="780012"/>
            </a:xfrm>
            <a:prstGeom prst="rect">
              <a:avLst/>
            </a:prstGeom>
            <a:solidFill>
              <a:srgbClr val="EC154E">
                <a:lumMod val="20000"/>
                <a:lumOff val="80000"/>
              </a:srgbClr>
            </a:solidFill>
            <a:ln w="12700" cap="flat" cmpd="sng" algn="ctr">
              <a:solidFill>
                <a:srgbClr val="EC154E">
                  <a:lumMod val="20000"/>
                  <a:lumOff val="80000"/>
                </a:srgbClr>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rPr>
                <a:t>Custom FPGA Architecture</a:t>
              </a:r>
            </a:p>
          </p:txBody>
        </p:sp>
        <p:cxnSp>
          <p:nvCxnSpPr>
            <p:cNvPr id="21" name="Straight Connector 20">
              <a:extLst>
                <a:ext uri="{FF2B5EF4-FFF2-40B4-BE49-F238E27FC236}">
                  <a16:creationId xmlns:a16="http://schemas.microsoft.com/office/drawing/2014/main" id="{39B71B25-C1A2-5545-A86B-DD63994BD9D1}"/>
                </a:ext>
              </a:extLst>
            </p:cNvPr>
            <p:cNvCxnSpPr>
              <a:cxnSpLocks/>
              <a:endCxn id="20" idx="3"/>
            </p:cNvCxnSpPr>
            <p:nvPr/>
          </p:nvCxnSpPr>
          <p:spPr>
            <a:xfrm flipH="1">
              <a:off x="3733800" y="4429134"/>
              <a:ext cx="846169" cy="0"/>
            </a:xfrm>
            <a:prstGeom prst="line">
              <a:avLst/>
            </a:prstGeom>
            <a:noFill/>
            <a:ln w="12700" cap="flat" cmpd="sng" algn="ctr">
              <a:solidFill>
                <a:srgbClr val="BDCDEB"/>
              </a:solidFill>
              <a:prstDash val="solid"/>
              <a:miter lim="800000"/>
              <a:headEnd type="triangle" w="med" len="med"/>
              <a:tailEnd type="none" w="med" len="med"/>
            </a:ln>
            <a:effectLst/>
          </p:spPr>
        </p:cxnSp>
        <p:sp>
          <p:nvSpPr>
            <p:cNvPr id="22" name="Multidocument 33">
              <a:extLst>
                <a:ext uri="{FF2B5EF4-FFF2-40B4-BE49-F238E27FC236}">
                  <a16:creationId xmlns:a16="http://schemas.microsoft.com/office/drawing/2014/main" id="{AA7A94EE-E20A-2A40-95D3-9CAEFFCC8BB8}"/>
                </a:ext>
              </a:extLst>
            </p:cNvPr>
            <p:cNvSpPr/>
            <p:nvPr/>
          </p:nvSpPr>
          <p:spPr>
            <a:xfrm>
              <a:off x="4936561" y="5317067"/>
              <a:ext cx="1058334" cy="821267"/>
            </a:xfrm>
            <a:prstGeom prst="flowChartMultidocument">
              <a:avLst/>
            </a:prstGeom>
            <a:solidFill>
              <a:srgbClr val="191F2C">
                <a:lumMod val="10000"/>
                <a:lumOff val="90000"/>
              </a:srgbClr>
            </a:solidFill>
            <a:ln w="12700" cap="flat" cmpd="sng" algn="ctr">
              <a:solidFill>
                <a:srgbClr val="000000"/>
              </a:solidFill>
              <a:prstDash val="solid"/>
              <a:miter lim="800000"/>
            </a:ln>
            <a:effectLst/>
          </p:spPr>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IP Library</a:t>
              </a:r>
            </a:p>
          </p:txBody>
        </p:sp>
        <p:cxnSp>
          <p:nvCxnSpPr>
            <p:cNvPr id="23" name="Straight Connector 22">
              <a:extLst>
                <a:ext uri="{FF2B5EF4-FFF2-40B4-BE49-F238E27FC236}">
                  <a16:creationId xmlns:a16="http://schemas.microsoft.com/office/drawing/2014/main" id="{42EE3E5D-8FC8-364D-8476-A9B8EBE4FAF8}"/>
                </a:ext>
              </a:extLst>
            </p:cNvPr>
            <p:cNvCxnSpPr>
              <a:cxnSpLocks/>
              <a:stCxn id="11" idx="2"/>
              <a:endCxn id="22" idx="0"/>
            </p:cNvCxnSpPr>
            <p:nvPr/>
          </p:nvCxnSpPr>
          <p:spPr>
            <a:xfrm>
              <a:off x="5532967" y="4958831"/>
              <a:ext cx="5570" cy="358236"/>
            </a:xfrm>
            <a:prstGeom prst="line">
              <a:avLst/>
            </a:prstGeom>
            <a:noFill/>
            <a:ln w="12700" cap="flat" cmpd="sng" algn="ctr">
              <a:solidFill>
                <a:srgbClr val="BDCDEB"/>
              </a:solidFill>
              <a:prstDash val="solid"/>
              <a:miter lim="800000"/>
              <a:headEnd type="triangle" w="med" len="med"/>
              <a:tailEnd type="none" w="med" len="med"/>
            </a:ln>
            <a:effectLst/>
          </p:spPr>
        </p:cxnSp>
        <p:cxnSp>
          <p:nvCxnSpPr>
            <p:cNvPr id="24" name="Straight Arrow Connector 23">
              <a:extLst>
                <a:ext uri="{FF2B5EF4-FFF2-40B4-BE49-F238E27FC236}">
                  <a16:creationId xmlns:a16="http://schemas.microsoft.com/office/drawing/2014/main" id="{AE143187-4F81-6A47-862C-A2DEF82BE008}"/>
                </a:ext>
              </a:extLst>
            </p:cNvPr>
            <p:cNvCxnSpPr>
              <a:cxnSpLocks/>
              <a:stCxn id="6" idx="0"/>
              <a:endCxn id="5" idx="2"/>
            </p:cNvCxnSpPr>
            <p:nvPr/>
          </p:nvCxnSpPr>
          <p:spPr>
            <a:xfrm flipV="1">
              <a:off x="9008534" y="2675467"/>
              <a:ext cx="0" cy="313266"/>
            </a:xfrm>
            <a:prstGeom prst="straightConnector1">
              <a:avLst/>
            </a:prstGeom>
            <a:noFill/>
            <a:ln w="12700" cap="flat" cmpd="sng" algn="ctr">
              <a:solidFill>
                <a:srgbClr val="563159"/>
              </a:solidFill>
              <a:prstDash val="solid"/>
              <a:miter lim="800000"/>
              <a:headEnd type="triangle" w="med" len="med"/>
              <a:tailEnd type="none" w="med" len="med"/>
            </a:ln>
            <a:effectLst/>
          </p:spPr>
        </p:cxnSp>
        <p:sp>
          <p:nvSpPr>
            <p:cNvPr id="25" name="TextBox 54">
              <a:extLst>
                <a:ext uri="{FF2B5EF4-FFF2-40B4-BE49-F238E27FC236}">
                  <a16:creationId xmlns:a16="http://schemas.microsoft.com/office/drawing/2014/main" id="{24D6FCDD-D326-E14A-9CAF-92440CAEE974}"/>
                </a:ext>
              </a:extLst>
            </p:cNvPr>
            <p:cNvSpPr txBox="1"/>
            <p:nvPr/>
          </p:nvSpPr>
          <p:spPr>
            <a:xfrm>
              <a:off x="9020752" y="490330"/>
              <a:ext cx="944880" cy="369713"/>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58FB4"/>
                  </a:solidFill>
                  <a:effectLst/>
                  <a:uLnTx/>
                  <a:uFillTx/>
                  <a:latin typeface="Calibri" panose="020F0502020204030204"/>
                  <a:ea typeface="+mn-ea"/>
                  <a:cs typeface="+mn-cs"/>
                </a:rPr>
                <a:t>EDGE</a:t>
              </a:r>
            </a:p>
          </p:txBody>
        </p:sp>
        <p:sp>
          <p:nvSpPr>
            <p:cNvPr id="26" name="TextBox 55">
              <a:extLst>
                <a:ext uri="{FF2B5EF4-FFF2-40B4-BE49-F238E27FC236}">
                  <a16:creationId xmlns:a16="http://schemas.microsoft.com/office/drawing/2014/main" id="{7B6B6FB2-4981-AA49-A525-7C466B61BECA}"/>
                </a:ext>
              </a:extLst>
            </p:cNvPr>
            <p:cNvSpPr txBox="1"/>
            <p:nvPr/>
          </p:nvSpPr>
          <p:spPr>
            <a:xfrm>
              <a:off x="3729565" y="492429"/>
              <a:ext cx="1050353" cy="369713"/>
            </a:xfrm>
            <a:prstGeom prst="rect">
              <a:avLst/>
            </a:prstGeom>
            <a:noFill/>
            <a:ln>
              <a:no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58FB4"/>
                  </a:solidFill>
                  <a:effectLst/>
                  <a:uLnTx/>
                  <a:uFillTx/>
                  <a:latin typeface="Calibri" panose="020F0502020204030204"/>
                  <a:ea typeface="+mn-ea"/>
                  <a:cs typeface="+mn-cs"/>
                </a:rPr>
                <a:t>CLOUD</a:t>
              </a:r>
            </a:p>
          </p:txBody>
        </p:sp>
        <p:sp>
          <p:nvSpPr>
            <p:cNvPr id="27" name="TextBox 56">
              <a:extLst>
                <a:ext uri="{FF2B5EF4-FFF2-40B4-BE49-F238E27FC236}">
                  <a16:creationId xmlns:a16="http://schemas.microsoft.com/office/drawing/2014/main" id="{F31B2DE1-6518-AB49-9CA2-E0FE3CACABE8}"/>
                </a:ext>
              </a:extLst>
            </p:cNvPr>
            <p:cNvSpPr txBox="1"/>
            <p:nvPr/>
          </p:nvSpPr>
          <p:spPr>
            <a:xfrm>
              <a:off x="2780457" y="3339441"/>
              <a:ext cx="1639911" cy="61618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154E"/>
                  </a:solidFill>
                  <a:effectLst/>
                  <a:uLnTx/>
                  <a:uFillTx/>
                  <a:latin typeface="Calibri" panose="020F0502020204030204"/>
                  <a:ea typeface="+mn-ea"/>
                  <a:cs typeface="+mn-cs"/>
                </a:rPr>
                <a:t>Inference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EC154E"/>
                  </a:solidFill>
                  <a:effectLst/>
                  <a:uLnTx/>
                  <a:uFillTx/>
                  <a:latin typeface="Calibri" panose="020F0502020204030204"/>
                  <a:ea typeface="+mn-ea"/>
                  <a:cs typeface="+mn-cs"/>
                </a:rPr>
                <a:t>Model (</a:t>
              </a:r>
              <a:r>
                <a:rPr kumimoji="0" lang="en-US" sz="1200" b="0" i="0" u="none" strike="noStrike" kern="1200" cap="none" spc="0" normalizeH="0" baseline="0" noProof="0" dirty="0" err="1">
                  <a:ln>
                    <a:noFill/>
                  </a:ln>
                  <a:solidFill>
                    <a:srgbClr val="EC154E"/>
                  </a:solidFill>
                  <a:effectLst/>
                  <a:uLnTx/>
                  <a:uFillTx/>
                  <a:latin typeface="Calibri" panose="020F0502020204030204"/>
                  <a:ea typeface="+mn-ea"/>
                  <a:cs typeface="+mn-cs"/>
                </a:rPr>
                <a:t>TFLite</a:t>
              </a:r>
              <a:r>
                <a:rPr kumimoji="0" lang="en-US" sz="1200" b="0" i="0" u="none" strike="noStrike" kern="1200" cap="none" spc="0" normalizeH="0" baseline="0" noProof="0" dirty="0">
                  <a:ln>
                    <a:noFill/>
                  </a:ln>
                  <a:solidFill>
                    <a:srgbClr val="EC154E"/>
                  </a:solidFill>
                  <a:effectLst/>
                  <a:uLnTx/>
                  <a:uFillTx/>
                  <a:latin typeface="Calibri" panose="020F0502020204030204"/>
                  <a:ea typeface="+mn-ea"/>
                  <a:cs typeface="+mn-cs"/>
                </a:rPr>
                <a:t>)</a:t>
              </a:r>
            </a:p>
          </p:txBody>
        </p:sp>
      </p:grpSp>
      <p:pic>
        <p:nvPicPr>
          <p:cNvPr id="3" name="Picture 2" descr="A logo with a black background&#10;&#10;Description automatically generated">
            <a:extLst>
              <a:ext uri="{FF2B5EF4-FFF2-40B4-BE49-F238E27FC236}">
                <a16:creationId xmlns:a16="http://schemas.microsoft.com/office/drawing/2014/main" id="{DBD76567-2E23-9EC2-4E65-3C8C07634F6D}"/>
              </a:ext>
            </a:extLst>
          </p:cNvPr>
          <p:cNvPicPr>
            <a:picLocks noChangeAspect="1"/>
          </p:cNvPicPr>
          <p:nvPr/>
        </p:nvPicPr>
        <p:blipFill>
          <a:blip r:embed="rId2"/>
          <a:stretch>
            <a:fillRect/>
          </a:stretch>
        </p:blipFill>
        <p:spPr>
          <a:xfrm>
            <a:off x="7449865" y="4753710"/>
            <a:ext cx="1336786" cy="751942"/>
          </a:xfrm>
          <a:prstGeom prst="rect">
            <a:avLst/>
          </a:prstGeom>
        </p:spPr>
      </p:pic>
    </p:spTree>
    <p:extLst>
      <p:ext uri="{BB962C8B-B14F-4D97-AF65-F5344CB8AC3E}">
        <p14:creationId xmlns:p14="http://schemas.microsoft.com/office/powerpoint/2010/main" val="2626861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F3853-2F6D-7ECB-F3FF-ADB42CBF706A}"/>
              </a:ext>
            </a:extLst>
          </p:cNvPr>
          <p:cNvSpPr>
            <a:spLocks noGrp="1"/>
          </p:cNvSpPr>
          <p:nvPr>
            <p:ph type="title"/>
          </p:nvPr>
        </p:nvSpPr>
        <p:spPr/>
        <p:txBody>
          <a:bodyPr/>
          <a:lstStyle/>
          <a:p>
            <a:r>
              <a:rPr lang="en-US" dirty="0"/>
              <a:t>Real time vision IP flow</a:t>
            </a:r>
          </a:p>
        </p:txBody>
      </p:sp>
      <p:sp>
        <p:nvSpPr>
          <p:cNvPr id="3" name="Rectangle 2">
            <a:extLst>
              <a:ext uri="{FF2B5EF4-FFF2-40B4-BE49-F238E27FC236}">
                <a16:creationId xmlns:a16="http://schemas.microsoft.com/office/drawing/2014/main" id="{061764F7-41C4-83A4-53D6-0DBF9B626151}"/>
              </a:ext>
            </a:extLst>
          </p:cNvPr>
          <p:cNvSpPr/>
          <p:nvPr/>
        </p:nvSpPr>
        <p:spPr>
          <a:xfrm>
            <a:off x="405989" y="1883191"/>
            <a:ext cx="1431825" cy="125542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data collection</a:t>
            </a:r>
          </a:p>
          <a:p>
            <a:pPr algn="ctr"/>
            <a:r>
              <a:rPr lang="en-US" sz="1600" dirty="0">
                <a:solidFill>
                  <a:schemeClr val="tx1"/>
                </a:solidFill>
              </a:rPr>
              <a:t>"frame burst"</a:t>
            </a:r>
          </a:p>
          <a:p>
            <a:pPr algn="ctr"/>
            <a:r>
              <a:rPr lang="en-US" sz="1600" dirty="0">
                <a:solidFill>
                  <a:schemeClr val="tx1"/>
                </a:solidFill>
              </a:rPr>
              <a:t>capture to DDR</a:t>
            </a:r>
          </a:p>
        </p:txBody>
      </p:sp>
      <p:sp>
        <p:nvSpPr>
          <p:cNvPr id="4" name="Rectangle 3">
            <a:extLst>
              <a:ext uri="{FF2B5EF4-FFF2-40B4-BE49-F238E27FC236}">
                <a16:creationId xmlns:a16="http://schemas.microsoft.com/office/drawing/2014/main" id="{4A8C9B8F-E249-5F7E-5EA6-988D1342C7FA}"/>
              </a:ext>
            </a:extLst>
          </p:cNvPr>
          <p:cNvSpPr/>
          <p:nvPr/>
        </p:nvSpPr>
        <p:spPr>
          <a:xfrm>
            <a:off x="3880185" y="1917290"/>
            <a:ext cx="3215560" cy="161027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supervised training</a:t>
            </a:r>
          </a:p>
          <a:p>
            <a:pPr algn="ctr"/>
            <a:r>
              <a:rPr lang="en-US" sz="1600" dirty="0">
                <a:solidFill>
                  <a:schemeClr val="tx1"/>
                </a:solidFill>
              </a:rPr>
              <a:t>"imitation learning"</a:t>
            </a:r>
          </a:p>
          <a:p>
            <a:pPr algn="ctr"/>
            <a:r>
              <a:rPr lang="en-US" sz="1600" dirty="0">
                <a:solidFill>
                  <a:schemeClr val="tx1"/>
                </a:solidFill>
              </a:rPr>
              <a:t>use OpenCV brute force algorithms to produce labels</a:t>
            </a:r>
          </a:p>
          <a:p>
            <a:pPr algn="ctr"/>
            <a:r>
              <a:rPr lang="en-US" sz="1600" dirty="0">
                <a:solidFill>
                  <a:schemeClr val="tx1"/>
                </a:solidFill>
              </a:rPr>
              <a:t>e.g. stereo disparity, optical flow, frequency domain, segmentation</a:t>
            </a:r>
          </a:p>
        </p:txBody>
      </p:sp>
      <p:sp>
        <p:nvSpPr>
          <p:cNvPr id="5" name="Rectangle 4">
            <a:extLst>
              <a:ext uri="{FF2B5EF4-FFF2-40B4-BE49-F238E27FC236}">
                <a16:creationId xmlns:a16="http://schemas.microsoft.com/office/drawing/2014/main" id="{8F0DBD67-0116-B517-8CF2-7CE6FA2BB911}"/>
              </a:ext>
            </a:extLst>
          </p:cNvPr>
          <p:cNvSpPr/>
          <p:nvPr/>
        </p:nvSpPr>
        <p:spPr>
          <a:xfrm>
            <a:off x="8934496" y="2004623"/>
            <a:ext cx="1640929" cy="176874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deployment</a:t>
            </a:r>
          </a:p>
          <a:p>
            <a:pPr algn="ctr"/>
            <a:r>
              <a:rPr lang="en-US" sz="1600" dirty="0">
                <a:solidFill>
                  <a:schemeClr val="tx1"/>
                </a:solidFill>
              </a:rPr>
              <a:t>andromeda.py</a:t>
            </a:r>
          </a:p>
          <a:p>
            <a:pPr algn="ctr"/>
            <a:r>
              <a:rPr lang="en-US" sz="1600" dirty="0">
                <a:solidFill>
                  <a:schemeClr val="tx1"/>
                </a:solidFill>
              </a:rPr>
              <a:t>conv2d.v</a:t>
            </a:r>
          </a:p>
          <a:p>
            <a:pPr algn="ctr"/>
            <a:r>
              <a:rPr lang="en-US" sz="1600" dirty="0" err="1">
                <a:solidFill>
                  <a:schemeClr val="tx1"/>
                </a:solidFill>
              </a:rPr>
              <a:t>concatenate.v</a:t>
            </a:r>
            <a:endParaRPr lang="en-US" sz="1600" dirty="0">
              <a:solidFill>
                <a:schemeClr val="tx1"/>
              </a:solidFill>
            </a:endParaRPr>
          </a:p>
          <a:p>
            <a:pPr algn="ctr"/>
            <a:r>
              <a:rPr lang="en-US" sz="1600" dirty="0" err="1">
                <a:solidFill>
                  <a:schemeClr val="tx1"/>
                </a:solidFill>
              </a:rPr>
              <a:t>replicate.v</a:t>
            </a:r>
            <a:endParaRPr lang="en-US" sz="1600" dirty="0">
              <a:solidFill>
                <a:schemeClr val="tx1"/>
              </a:solidFill>
            </a:endParaRPr>
          </a:p>
        </p:txBody>
      </p:sp>
      <p:sp>
        <p:nvSpPr>
          <p:cNvPr id="7" name="Cylinder 6">
            <a:extLst>
              <a:ext uri="{FF2B5EF4-FFF2-40B4-BE49-F238E27FC236}">
                <a16:creationId xmlns:a16="http://schemas.microsoft.com/office/drawing/2014/main" id="{11AFB883-261A-52A9-F856-AF3BDB5A0DF8}"/>
              </a:ext>
            </a:extLst>
          </p:cNvPr>
          <p:cNvSpPr/>
          <p:nvPr/>
        </p:nvSpPr>
        <p:spPr>
          <a:xfrm>
            <a:off x="2579400" y="2977377"/>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4F749DE-EB6D-EBB9-C5D8-F586C83DA929}"/>
              </a:ext>
            </a:extLst>
          </p:cNvPr>
          <p:cNvSpPr/>
          <p:nvPr/>
        </p:nvSpPr>
        <p:spPr>
          <a:xfrm>
            <a:off x="3707027" y="3814554"/>
            <a:ext cx="3611005" cy="2948709"/>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self-supervised pre-training</a:t>
            </a:r>
          </a:p>
          <a:p>
            <a:pPr algn="ctr"/>
            <a:r>
              <a:rPr lang="en-US" sz="1600" b="1" dirty="0">
                <a:solidFill>
                  <a:schemeClr val="tx1"/>
                </a:solidFill>
              </a:rPr>
              <a:t>+ feature alignment</a:t>
            </a:r>
          </a:p>
          <a:p>
            <a:pPr algn="ctr"/>
            <a:r>
              <a:rPr lang="en-US" sz="1600" b="1" dirty="0">
                <a:solidFill>
                  <a:schemeClr val="tx1"/>
                </a:solidFill>
              </a:rPr>
              <a:t>+ downstream task</a:t>
            </a:r>
          </a:p>
          <a:p>
            <a:pPr algn="ctr"/>
            <a:endParaRPr lang="en-US" sz="1600" u="sng" dirty="0">
              <a:solidFill>
                <a:schemeClr val="tx1"/>
              </a:solidFill>
            </a:endParaRPr>
          </a:p>
          <a:p>
            <a:pPr marL="342900" indent="-342900">
              <a:buAutoNum type="arabicPeriod"/>
            </a:pPr>
            <a:r>
              <a:rPr lang="en-US" sz="1600" dirty="0">
                <a:solidFill>
                  <a:schemeClr val="tx1"/>
                </a:solidFill>
              </a:rPr>
              <a:t>collect large, unlabeled, egocentric data set</a:t>
            </a:r>
          </a:p>
          <a:p>
            <a:pPr marL="342900" indent="-342900">
              <a:buAutoNum type="arabicPeriod"/>
            </a:pPr>
            <a:r>
              <a:rPr lang="en-US" sz="1600" dirty="0">
                <a:solidFill>
                  <a:schemeClr val="tx1"/>
                </a:solidFill>
              </a:rPr>
              <a:t>pretrain using pretext augmentation, contrastive learning e.g. </a:t>
            </a:r>
            <a:r>
              <a:rPr lang="en-US" sz="1600" dirty="0">
                <a:hlinkClick r:id="rId2"/>
              </a:rPr>
              <a:t>CLIP</a:t>
            </a:r>
            <a:endParaRPr lang="en-US" sz="1600" dirty="0">
              <a:solidFill>
                <a:schemeClr val="tx1"/>
              </a:solidFill>
            </a:endParaRPr>
          </a:p>
          <a:p>
            <a:pPr marL="342900" indent="-342900">
              <a:buAutoNum type="arabicPeriod"/>
            </a:pPr>
            <a:r>
              <a:rPr lang="en-US" sz="1600" dirty="0">
                <a:solidFill>
                  <a:schemeClr val="tx1"/>
                </a:solidFill>
              </a:rPr>
              <a:t>align output feature map to downstream task using e.g. linear SVM</a:t>
            </a:r>
          </a:p>
        </p:txBody>
      </p:sp>
      <p:sp>
        <p:nvSpPr>
          <p:cNvPr id="9" name="TextBox 8">
            <a:extLst>
              <a:ext uri="{FF2B5EF4-FFF2-40B4-BE49-F238E27FC236}">
                <a16:creationId xmlns:a16="http://schemas.microsoft.com/office/drawing/2014/main" id="{FA9601AA-A6B9-1098-6B6E-E553ED153F10}"/>
              </a:ext>
            </a:extLst>
          </p:cNvPr>
          <p:cNvSpPr txBox="1"/>
          <p:nvPr/>
        </p:nvSpPr>
        <p:spPr>
          <a:xfrm>
            <a:off x="30637" y="4807563"/>
            <a:ext cx="3931071" cy="2031325"/>
          </a:xfrm>
          <a:prstGeom prst="rect">
            <a:avLst/>
          </a:prstGeom>
          <a:noFill/>
        </p:spPr>
        <p:txBody>
          <a:bodyPr wrap="square" rtlCol="0">
            <a:spAutoFit/>
          </a:bodyPr>
          <a:lstStyle/>
          <a:p>
            <a:r>
              <a:rPr lang="en-US" dirty="0"/>
              <a:t>converts pixels to feature map</a:t>
            </a:r>
          </a:p>
          <a:p>
            <a:r>
              <a:rPr lang="en-US" dirty="0"/>
              <a:t>"image encoder"</a:t>
            </a:r>
          </a:p>
          <a:p>
            <a:r>
              <a:rPr lang="en-US" dirty="0"/>
              <a:t>"foundation vision model"</a:t>
            </a:r>
          </a:p>
          <a:p>
            <a:r>
              <a:rPr lang="en-US" dirty="0"/>
              <a:t>high speed vision tasks</a:t>
            </a:r>
          </a:p>
          <a:p>
            <a:r>
              <a:rPr lang="en-US" dirty="0"/>
              <a:t>spatial and temporal fusion</a:t>
            </a:r>
          </a:p>
          <a:p>
            <a:r>
              <a:rPr lang="en-US" dirty="0">
                <a:hlinkClick r:id="rId3"/>
              </a:rPr>
              <a:t>A </a:t>
            </a:r>
            <a:r>
              <a:rPr lang="en-US" dirty="0" err="1">
                <a:hlinkClick r:id="rId3"/>
              </a:rPr>
              <a:t>ConvNet</a:t>
            </a:r>
            <a:r>
              <a:rPr lang="en-US" dirty="0">
                <a:hlinkClick r:id="rId3"/>
              </a:rPr>
              <a:t> for the 2020s</a:t>
            </a:r>
            <a:r>
              <a:rPr lang="en-US" dirty="0"/>
              <a:t>, </a:t>
            </a:r>
            <a:r>
              <a:rPr lang="en-US" sz="1800" dirty="0">
                <a:hlinkClick r:id="rId4"/>
              </a:rPr>
              <a:t>SIMVLM</a:t>
            </a:r>
            <a:endParaRPr lang="en-US" dirty="0"/>
          </a:p>
          <a:p>
            <a:r>
              <a:rPr lang="en-US" dirty="0"/>
              <a:t>can drive multi-model LLM</a:t>
            </a:r>
          </a:p>
        </p:txBody>
      </p:sp>
      <p:sp>
        <p:nvSpPr>
          <p:cNvPr id="10" name="Cylinder 9">
            <a:extLst>
              <a:ext uri="{FF2B5EF4-FFF2-40B4-BE49-F238E27FC236}">
                <a16:creationId xmlns:a16="http://schemas.microsoft.com/office/drawing/2014/main" id="{023315AA-310A-50F4-D619-0A579C901A57}"/>
              </a:ext>
            </a:extLst>
          </p:cNvPr>
          <p:cNvSpPr/>
          <p:nvPr/>
        </p:nvSpPr>
        <p:spPr>
          <a:xfrm>
            <a:off x="7774897" y="2621577"/>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746F06F-D473-7DAA-84B3-00620E18EB05}"/>
              </a:ext>
            </a:extLst>
          </p:cNvPr>
          <p:cNvSpPr txBox="1"/>
          <p:nvPr/>
        </p:nvSpPr>
        <p:spPr>
          <a:xfrm>
            <a:off x="2234624" y="2300854"/>
            <a:ext cx="1170000" cy="646331"/>
          </a:xfrm>
          <a:prstGeom prst="rect">
            <a:avLst/>
          </a:prstGeom>
          <a:noFill/>
        </p:spPr>
        <p:txBody>
          <a:bodyPr wrap="none" rtlCol="0">
            <a:spAutoFit/>
          </a:bodyPr>
          <a:lstStyle/>
          <a:p>
            <a:pPr algn="ctr"/>
            <a:r>
              <a:rPr lang="en-US" dirty="0"/>
              <a:t>egocentric</a:t>
            </a:r>
          </a:p>
          <a:p>
            <a:pPr algn="ctr"/>
            <a:r>
              <a:rPr lang="en-US" dirty="0"/>
              <a:t>data</a:t>
            </a:r>
          </a:p>
        </p:txBody>
      </p:sp>
      <p:sp>
        <p:nvSpPr>
          <p:cNvPr id="12" name="TextBox 11">
            <a:extLst>
              <a:ext uri="{FF2B5EF4-FFF2-40B4-BE49-F238E27FC236}">
                <a16:creationId xmlns:a16="http://schemas.microsoft.com/office/drawing/2014/main" id="{00599A85-C7EF-50B2-BDE8-3D8A8B32CA84}"/>
              </a:ext>
            </a:extLst>
          </p:cNvPr>
          <p:cNvSpPr txBox="1"/>
          <p:nvPr/>
        </p:nvSpPr>
        <p:spPr>
          <a:xfrm>
            <a:off x="7318032" y="2130117"/>
            <a:ext cx="1276888" cy="369332"/>
          </a:xfrm>
          <a:prstGeom prst="rect">
            <a:avLst/>
          </a:prstGeom>
          <a:noFill/>
        </p:spPr>
        <p:txBody>
          <a:bodyPr wrap="none" rtlCol="0">
            <a:spAutoFit/>
          </a:bodyPr>
          <a:lstStyle/>
          <a:p>
            <a:r>
              <a:rPr lang="en-US" dirty="0" err="1"/>
              <a:t>model.tflite</a:t>
            </a:r>
            <a:endParaRPr lang="en-US" dirty="0"/>
          </a:p>
        </p:txBody>
      </p:sp>
      <p:sp>
        <p:nvSpPr>
          <p:cNvPr id="13" name="Cylinder 12">
            <a:extLst>
              <a:ext uri="{FF2B5EF4-FFF2-40B4-BE49-F238E27FC236}">
                <a16:creationId xmlns:a16="http://schemas.microsoft.com/office/drawing/2014/main" id="{ABDC84A8-17ED-C4EF-6106-AAC4B1E40FCF}"/>
              </a:ext>
            </a:extLst>
          </p:cNvPr>
          <p:cNvSpPr/>
          <p:nvPr/>
        </p:nvSpPr>
        <p:spPr>
          <a:xfrm>
            <a:off x="11113576" y="2588291"/>
            <a:ext cx="480447" cy="550190"/>
          </a:xfrm>
          <a:prstGeom prst="can">
            <a:avLst/>
          </a:prstGeom>
          <a:noFill/>
          <a:ln>
            <a:solidFill>
              <a:schemeClr val="tx1"/>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65E7DC-9046-620A-DE81-FB6BD8EE2375}"/>
              </a:ext>
            </a:extLst>
          </p:cNvPr>
          <p:cNvSpPr txBox="1"/>
          <p:nvPr/>
        </p:nvSpPr>
        <p:spPr>
          <a:xfrm>
            <a:off x="10637673" y="1885826"/>
            <a:ext cx="1432252" cy="646331"/>
          </a:xfrm>
          <a:prstGeom prst="rect">
            <a:avLst/>
          </a:prstGeom>
          <a:noFill/>
        </p:spPr>
        <p:txBody>
          <a:bodyPr wrap="none" rtlCol="0">
            <a:spAutoFit/>
          </a:bodyPr>
          <a:lstStyle/>
          <a:p>
            <a:r>
              <a:rPr lang="en-US" dirty="0" err="1"/>
              <a:t>model.v</a:t>
            </a:r>
            <a:endParaRPr lang="en-US" dirty="0"/>
          </a:p>
          <a:p>
            <a:r>
              <a:rPr lang="en-US" dirty="0" err="1"/>
              <a:t>model_rom.v</a:t>
            </a:r>
            <a:endParaRPr lang="en-US" dirty="0"/>
          </a:p>
        </p:txBody>
      </p:sp>
      <p:cxnSp>
        <p:nvCxnSpPr>
          <p:cNvPr id="16" name="Straight Arrow Connector 15">
            <a:extLst>
              <a:ext uri="{FF2B5EF4-FFF2-40B4-BE49-F238E27FC236}">
                <a16:creationId xmlns:a16="http://schemas.microsoft.com/office/drawing/2014/main" id="{95991D30-C6C3-7236-5A23-4EFCD6F3E207}"/>
              </a:ext>
            </a:extLst>
          </p:cNvPr>
          <p:cNvCxnSpPr>
            <a:cxnSpLocks/>
            <a:endCxn id="7" idx="2"/>
          </p:cNvCxnSpPr>
          <p:nvPr/>
        </p:nvCxnSpPr>
        <p:spPr>
          <a:xfrm>
            <a:off x="1837813" y="2607526"/>
            <a:ext cx="741587" cy="6449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FC1DE600-A36D-9C43-ADB4-BC54D3F16D4A}"/>
              </a:ext>
            </a:extLst>
          </p:cNvPr>
          <p:cNvCxnSpPr>
            <a:cxnSpLocks/>
            <a:stCxn id="7" idx="4"/>
          </p:cNvCxnSpPr>
          <p:nvPr/>
        </p:nvCxnSpPr>
        <p:spPr>
          <a:xfrm flipV="1">
            <a:off x="3059847" y="2977378"/>
            <a:ext cx="782236" cy="2750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ACF511AB-60CB-9DA9-A5C8-83FEF3D823D3}"/>
              </a:ext>
            </a:extLst>
          </p:cNvPr>
          <p:cNvCxnSpPr>
            <a:cxnSpLocks/>
            <a:stCxn id="4" idx="3"/>
            <a:endCxn id="10" idx="2"/>
          </p:cNvCxnSpPr>
          <p:nvPr/>
        </p:nvCxnSpPr>
        <p:spPr>
          <a:xfrm>
            <a:off x="7095745" y="2722429"/>
            <a:ext cx="679152" cy="1742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38900A56-AC57-8A28-0BFF-460724FFDC4E}"/>
              </a:ext>
            </a:extLst>
          </p:cNvPr>
          <p:cNvCxnSpPr>
            <a:cxnSpLocks/>
            <a:stCxn id="7" idx="4"/>
          </p:cNvCxnSpPr>
          <p:nvPr/>
        </p:nvCxnSpPr>
        <p:spPr>
          <a:xfrm>
            <a:off x="3059847" y="3252472"/>
            <a:ext cx="609395" cy="12498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65084BE4-C89D-F7D4-CE97-CCFE33B850E6}"/>
              </a:ext>
            </a:extLst>
          </p:cNvPr>
          <p:cNvCxnSpPr>
            <a:cxnSpLocks/>
            <a:stCxn id="8" idx="3"/>
            <a:endCxn id="10" idx="2"/>
          </p:cNvCxnSpPr>
          <p:nvPr/>
        </p:nvCxnSpPr>
        <p:spPr>
          <a:xfrm flipV="1">
            <a:off x="7318032" y="2896672"/>
            <a:ext cx="456865" cy="23922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a:extLst>
              <a:ext uri="{FF2B5EF4-FFF2-40B4-BE49-F238E27FC236}">
                <a16:creationId xmlns:a16="http://schemas.microsoft.com/office/drawing/2014/main" id="{582E5B90-2390-0D5C-72C0-BD66556A467C}"/>
              </a:ext>
            </a:extLst>
          </p:cNvPr>
          <p:cNvCxnSpPr>
            <a:cxnSpLocks/>
            <a:stCxn id="10" idx="4"/>
            <a:endCxn id="5" idx="1"/>
          </p:cNvCxnSpPr>
          <p:nvPr/>
        </p:nvCxnSpPr>
        <p:spPr>
          <a:xfrm flipV="1">
            <a:off x="8255344" y="2888994"/>
            <a:ext cx="679152" cy="767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3A151251-06B0-546C-C261-7DA670F08F69}"/>
              </a:ext>
            </a:extLst>
          </p:cNvPr>
          <p:cNvCxnSpPr>
            <a:cxnSpLocks/>
            <a:endCxn id="13" idx="2"/>
          </p:cNvCxnSpPr>
          <p:nvPr/>
        </p:nvCxnSpPr>
        <p:spPr>
          <a:xfrm>
            <a:off x="10575425" y="2863386"/>
            <a:ext cx="53815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2A97A4BA-373D-78F3-200D-282E3A682A9E}"/>
              </a:ext>
            </a:extLst>
          </p:cNvPr>
          <p:cNvSpPr/>
          <p:nvPr/>
        </p:nvSpPr>
        <p:spPr>
          <a:xfrm>
            <a:off x="402918" y="3186841"/>
            <a:ext cx="1431825" cy="1255425"/>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ongoing data sampling for continuous learning</a:t>
            </a:r>
          </a:p>
        </p:txBody>
      </p:sp>
      <p:cxnSp>
        <p:nvCxnSpPr>
          <p:cNvPr id="35" name="Straight Arrow Connector 34">
            <a:extLst>
              <a:ext uri="{FF2B5EF4-FFF2-40B4-BE49-F238E27FC236}">
                <a16:creationId xmlns:a16="http://schemas.microsoft.com/office/drawing/2014/main" id="{0924D819-6FFF-FB45-D7A2-1BAFDCFA912F}"/>
              </a:ext>
            </a:extLst>
          </p:cNvPr>
          <p:cNvCxnSpPr>
            <a:cxnSpLocks/>
            <a:stCxn id="32" idx="3"/>
            <a:endCxn id="7" idx="2"/>
          </p:cNvCxnSpPr>
          <p:nvPr/>
        </p:nvCxnSpPr>
        <p:spPr>
          <a:xfrm flipV="1">
            <a:off x="1834743" y="3252472"/>
            <a:ext cx="744657" cy="5620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4" name="Left Brace 53">
            <a:extLst>
              <a:ext uri="{FF2B5EF4-FFF2-40B4-BE49-F238E27FC236}">
                <a16:creationId xmlns:a16="http://schemas.microsoft.com/office/drawing/2014/main" id="{5A25B9A7-0AB1-43A0-256D-6A00EA1B6FD1}"/>
              </a:ext>
            </a:extLst>
          </p:cNvPr>
          <p:cNvSpPr/>
          <p:nvPr/>
        </p:nvSpPr>
        <p:spPr>
          <a:xfrm rot="10800000">
            <a:off x="3342168" y="4946062"/>
            <a:ext cx="272853" cy="1754326"/>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5253934D-E8A3-A960-D850-099F28D984D1}"/>
              </a:ext>
            </a:extLst>
          </p:cNvPr>
          <p:cNvSpPr txBox="1"/>
          <p:nvPr/>
        </p:nvSpPr>
        <p:spPr>
          <a:xfrm>
            <a:off x="11178745" y="2708288"/>
            <a:ext cx="369012" cy="369332"/>
          </a:xfrm>
          <a:prstGeom prst="rect">
            <a:avLst/>
          </a:prstGeom>
          <a:noFill/>
        </p:spPr>
        <p:txBody>
          <a:bodyPr wrap="none" rtlCol="0">
            <a:spAutoFit/>
          </a:bodyPr>
          <a:lstStyle/>
          <a:p>
            <a:r>
              <a:rPr lang="en-US" b="1" dirty="0"/>
              <a:t>IP</a:t>
            </a:r>
          </a:p>
        </p:txBody>
      </p:sp>
      <p:sp>
        <p:nvSpPr>
          <p:cNvPr id="15" name="TextBox 14">
            <a:extLst>
              <a:ext uri="{FF2B5EF4-FFF2-40B4-BE49-F238E27FC236}">
                <a16:creationId xmlns:a16="http://schemas.microsoft.com/office/drawing/2014/main" id="{45F5FB08-39FC-E62E-8F1E-471FDA60B985}"/>
              </a:ext>
            </a:extLst>
          </p:cNvPr>
          <p:cNvSpPr txBox="1"/>
          <p:nvPr/>
        </p:nvSpPr>
        <p:spPr>
          <a:xfrm>
            <a:off x="7599485" y="5135442"/>
            <a:ext cx="4521302" cy="923330"/>
          </a:xfrm>
          <a:prstGeom prst="rect">
            <a:avLst/>
          </a:prstGeom>
          <a:noFill/>
          <a:ln>
            <a:solidFill>
              <a:schemeClr val="tx1"/>
            </a:solidFill>
          </a:ln>
        </p:spPr>
        <p:txBody>
          <a:bodyPr wrap="none" rtlCol="0">
            <a:spAutoFit/>
          </a:bodyPr>
          <a:lstStyle/>
          <a:p>
            <a:r>
              <a:rPr lang="en-US" dirty="0"/>
              <a:t>- using reference datasets and models</a:t>
            </a:r>
          </a:p>
          <a:p>
            <a:r>
              <a:rPr lang="en-US" dirty="0"/>
              <a:t>- characterize max clock </a:t>
            </a:r>
            <a:r>
              <a:rPr lang="en-US" dirty="0" err="1"/>
              <a:t>freq</a:t>
            </a:r>
            <a:r>
              <a:rPr lang="en-US" dirty="0"/>
              <a:t>, DSP, BRAM, area</a:t>
            </a:r>
          </a:p>
          <a:p>
            <a:r>
              <a:rPr lang="en-US" dirty="0"/>
              <a:t>- over {input shapes, frame rates, model sizes}</a:t>
            </a:r>
          </a:p>
        </p:txBody>
      </p:sp>
      <p:cxnSp>
        <p:nvCxnSpPr>
          <p:cNvPr id="24" name="Straight Arrow Connector 23">
            <a:extLst>
              <a:ext uri="{FF2B5EF4-FFF2-40B4-BE49-F238E27FC236}">
                <a16:creationId xmlns:a16="http://schemas.microsoft.com/office/drawing/2014/main" id="{7B57270C-1C1A-36AD-5A80-9364FB272590}"/>
              </a:ext>
            </a:extLst>
          </p:cNvPr>
          <p:cNvCxnSpPr>
            <a:cxnSpLocks/>
          </p:cNvCxnSpPr>
          <p:nvPr/>
        </p:nvCxnSpPr>
        <p:spPr>
          <a:xfrm>
            <a:off x="11368214" y="3429000"/>
            <a:ext cx="0" cy="1593347"/>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505CD9A-B4EC-1291-6C73-0AECFC476835}"/>
              </a:ext>
            </a:extLst>
          </p:cNvPr>
          <p:cNvSpPr txBox="1"/>
          <p:nvPr/>
        </p:nvSpPr>
        <p:spPr>
          <a:xfrm>
            <a:off x="9433465" y="4409856"/>
            <a:ext cx="1920334" cy="369332"/>
          </a:xfrm>
          <a:prstGeom prst="rect">
            <a:avLst/>
          </a:prstGeom>
          <a:noFill/>
        </p:spPr>
        <p:txBody>
          <a:bodyPr wrap="none" rtlCol="0">
            <a:spAutoFit/>
          </a:bodyPr>
          <a:lstStyle/>
          <a:p>
            <a:r>
              <a:rPr lang="en-US" dirty="0"/>
              <a:t>IP characterization</a:t>
            </a:r>
          </a:p>
        </p:txBody>
      </p:sp>
    </p:spTree>
    <p:extLst>
      <p:ext uri="{BB962C8B-B14F-4D97-AF65-F5344CB8AC3E}">
        <p14:creationId xmlns:p14="http://schemas.microsoft.com/office/powerpoint/2010/main" val="7010072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company&#10;&#10;Description automatically generated">
            <a:extLst>
              <a:ext uri="{FF2B5EF4-FFF2-40B4-BE49-F238E27FC236}">
                <a16:creationId xmlns:a16="http://schemas.microsoft.com/office/drawing/2014/main" id="{88A322BE-6F55-2531-48EE-3286DD7888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3819" y="3429000"/>
            <a:ext cx="7165416" cy="3283085"/>
          </a:xfrm>
          <a:prstGeom prst="rect">
            <a:avLst/>
          </a:prstGeom>
        </p:spPr>
      </p:pic>
      <p:pic>
        <p:nvPicPr>
          <p:cNvPr id="5" name="Picture 4">
            <a:extLst>
              <a:ext uri="{FF2B5EF4-FFF2-40B4-BE49-F238E27FC236}">
                <a16:creationId xmlns:a16="http://schemas.microsoft.com/office/drawing/2014/main" id="{F76F07E5-BD88-01D7-562C-58984CA28AAB}"/>
              </a:ext>
            </a:extLst>
          </p:cNvPr>
          <p:cNvPicPr>
            <a:picLocks noChangeAspect="1"/>
          </p:cNvPicPr>
          <p:nvPr/>
        </p:nvPicPr>
        <p:blipFill>
          <a:blip r:embed="rId4"/>
          <a:stretch>
            <a:fillRect/>
          </a:stretch>
        </p:blipFill>
        <p:spPr>
          <a:xfrm>
            <a:off x="4309353" y="440302"/>
            <a:ext cx="4857099" cy="2650534"/>
          </a:xfrm>
          <a:prstGeom prst="rect">
            <a:avLst/>
          </a:prstGeom>
        </p:spPr>
      </p:pic>
      <p:pic>
        <p:nvPicPr>
          <p:cNvPr id="7" name="Picture 6" descr="A close-up of a computer chip&#10;&#10;Description automatically generated">
            <a:extLst>
              <a:ext uri="{FF2B5EF4-FFF2-40B4-BE49-F238E27FC236}">
                <a16:creationId xmlns:a16="http://schemas.microsoft.com/office/drawing/2014/main" id="{AAA8DBC0-8FAF-B15D-84EA-1754EE9D75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782" y="526800"/>
            <a:ext cx="3229583" cy="2422187"/>
          </a:xfrm>
          <a:prstGeom prst="rect">
            <a:avLst/>
          </a:prstGeom>
        </p:spPr>
      </p:pic>
      <p:sp>
        <p:nvSpPr>
          <p:cNvPr id="8" name="TextBox 7">
            <a:extLst>
              <a:ext uri="{FF2B5EF4-FFF2-40B4-BE49-F238E27FC236}">
                <a16:creationId xmlns:a16="http://schemas.microsoft.com/office/drawing/2014/main" id="{E534539C-BED5-CF02-1172-2A11F85D3312}"/>
              </a:ext>
            </a:extLst>
          </p:cNvPr>
          <p:cNvSpPr txBox="1"/>
          <p:nvPr/>
        </p:nvSpPr>
        <p:spPr>
          <a:xfrm>
            <a:off x="6102837" y="70970"/>
            <a:ext cx="769763" cy="369332"/>
          </a:xfrm>
          <a:prstGeom prst="rect">
            <a:avLst/>
          </a:prstGeom>
          <a:noFill/>
        </p:spPr>
        <p:txBody>
          <a:bodyPr wrap="none" rtlCol="0">
            <a:spAutoFit/>
          </a:bodyPr>
          <a:lstStyle/>
          <a:p>
            <a:r>
              <a:rPr lang="en-US" dirty="0"/>
              <a:t>$1400</a:t>
            </a:r>
          </a:p>
        </p:txBody>
      </p:sp>
      <p:sp>
        <p:nvSpPr>
          <p:cNvPr id="9" name="TextBox 8">
            <a:extLst>
              <a:ext uri="{FF2B5EF4-FFF2-40B4-BE49-F238E27FC236}">
                <a16:creationId xmlns:a16="http://schemas.microsoft.com/office/drawing/2014/main" id="{929F10F1-FA75-5B75-7E2F-BA04E16F1C8B}"/>
              </a:ext>
            </a:extLst>
          </p:cNvPr>
          <p:cNvSpPr txBox="1"/>
          <p:nvPr/>
        </p:nvSpPr>
        <p:spPr>
          <a:xfrm>
            <a:off x="1856232" y="2764321"/>
            <a:ext cx="652743" cy="369332"/>
          </a:xfrm>
          <a:prstGeom prst="rect">
            <a:avLst/>
          </a:prstGeom>
          <a:noFill/>
        </p:spPr>
        <p:txBody>
          <a:bodyPr wrap="none" rtlCol="0">
            <a:spAutoFit/>
          </a:bodyPr>
          <a:lstStyle/>
          <a:p>
            <a:r>
              <a:rPr lang="en-US" dirty="0"/>
              <a:t>$100</a:t>
            </a:r>
          </a:p>
        </p:txBody>
      </p:sp>
    </p:spTree>
    <p:extLst>
      <p:ext uri="{BB962C8B-B14F-4D97-AF65-F5344CB8AC3E}">
        <p14:creationId xmlns:p14="http://schemas.microsoft.com/office/powerpoint/2010/main" val="7976658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CABB7A4-B34B-4BB5-9BD1-AF09295D3116}"/>
              </a:ext>
            </a:extLst>
          </p:cNvPr>
          <p:cNvSpPr txBox="1"/>
          <p:nvPr/>
        </p:nvSpPr>
        <p:spPr>
          <a:xfrm>
            <a:off x="3234724" y="4269268"/>
            <a:ext cx="1233030" cy="307777"/>
          </a:xfrm>
          <a:prstGeom prst="rect">
            <a:avLst/>
          </a:prstGeom>
          <a:noFill/>
        </p:spPr>
        <p:txBody>
          <a:bodyPr wrap="none" rtlCol="0">
            <a:spAutoFit/>
          </a:bodyPr>
          <a:lstStyle/>
          <a:p>
            <a:r>
              <a:rPr lang="en-US" sz="1400" dirty="0"/>
              <a:t>10b@158MHz</a:t>
            </a:r>
          </a:p>
        </p:txBody>
      </p:sp>
      <p:sp>
        <p:nvSpPr>
          <p:cNvPr id="32" name="Rectangle 31">
            <a:extLst>
              <a:ext uri="{FF2B5EF4-FFF2-40B4-BE49-F238E27FC236}">
                <a16:creationId xmlns:a16="http://schemas.microsoft.com/office/drawing/2014/main" id="{03754E0E-0E65-92E8-B1D4-9E6D68DFC374}"/>
              </a:ext>
            </a:extLst>
          </p:cNvPr>
          <p:cNvSpPr/>
          <p:nvPr/>
        </p:nvSpPr>
        <p:spPr>
          <a:xfrm>
            <a:off x="1614615" y="667265"/>
            <a:ext cx="9917989" cy="4942705"/>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052623-C21C-D184-D069-50FF66126C2E}"/>
              </a:ext>
            </a:extLst>
          </p:cNvPr>
          <p:cNvSpPr/>
          <p:nvPr/>
        </p:nvSpPr>
        <p:spPr>
          <a:xfrm>
            <a:off x="1836940" y="4248691"/>
            <a:ext cx="1404496" cy="1231151"/>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PHY</a:t>
            </a:r>
          </a:p>
        </p:txBody>
      </p:sp>
      <p:sp>
        <p:nvSpPr>
          <p:cNvPr id="38" name="TextBox 37">
            <a:extLst>
              <a:ext uri="{FF2B5EF4-FFF2-40B4-BE49-F238E27FC236}">
                <a16:creationId xmlns:a16="http://schemas.microsoft.com/office/drawing/2014/main" id="{4FB60825-86F2-1175-3266-A32ECC38F3D3}"/>
              </a:ext>
            </a:extLst>
          </p:cNvPr>
          <p:cNvSpPr txBox="1"/>
          <p:nvPr/>
        </p:nvSpPr>
        <p:spPr>
          <a:xfrm>
            <a:off x="1614615" y="667265"/>
            <a:ext cx="3921313" cy="584775"/>
          </a:xfrm>
          <a:prstGeom prst="rect">
            <a:avLst/>
          </a:prstGeom>
          <a:noFill/>
        </p:spPr>
        <p:txBody>
          <a:bodyPr wrap="square">
            <a:spAutoFit/>
          </a:bodyPr>
          <a:lstStyle/>
          <a:p>
            <a:r>
              <a:rPr lang="it-IT" sz="1600" strike="sngStrike" dirty="0"/>
              <a:t>KINTEX US XCKU040-2FFVA1156I</a:t>
            </a:r>
          </a:p>
          <a:p>
            <a:r>
              <a:rPr lang="en-US" sz="1600" dirty="0"/>
              <a:t>ARTIX US+  XCAU25P-2FFVB676E</a:t>
            </a:r>
          </a:p>
        </p:txBody>
      </p:sp>
      <p:cxnSp>
        <p:nvCxnSpPr>
          <p:cNvPr id="36" name="Straight Arrow Connector 35">
            <a:extLst>
              <a:ext uri="{FF2B5EF4-FFF2-40B4-BE49-F238E27FC236}">
                <a16:creationId xmlns:a16="http://schemas.microsoft.com/office/drawing/2014/main" id="{82068DFB-B639-8B15-872A-6C34145878FB}"/>
              </a:ext>
            </a:extLst>
          </p:cNvPr>
          <p:cNvCxnSpPr>
            <a:cxnSpLocks/>
          </p:cNvCxnSpPr>
          <p:nvPr/>
        </p:nvCxnSpPr>
        <p:spPr>
          <a:xfrm>
            <a:off x="3234724" y="4550439"/>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5015FBD6-501B-599F-21B3-3BC5B60F8EB4}"/>
              </a:ext>
            </a:extLst>
          </p:cNvPr>
          <p:cNvCxnSpPr>
            <a:cxnSpLocks/>
          </p:cNvCxnSpPr>
          <p:nvPr/>
        </p:nvCxnSpPr>
        <p:spPr>
          <a:xfrm>
            <a:off x="3256673" y="4919768"/>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B5CF6928-E961-BE92-08BA-3B2B7B0486DD}"/>
              </a:ext>
            </a:extLst>
          </p:cNvPr>
          <p:cNvSpPr txBox="1"/>
          <p:nvPr/>
        </p:nvSpPr>
        <p:spPr>
          <a:xfrm>
            <a:off x="9638352" y="36731"/>
            <a:ext cx="2553648" cy="369332"/>
          </a:xfrm>
          <a:prstGeom prst="rect">
            <a:avLst/>
          </a:prstGeom>
          <a:noFill/>
        </p:spPr>
        <p:txBody>
          <a:bodyPr wrap="none" rtlCol="0">
            <a:spAutoFit/>
          </a:bodyPr>
          <a:lstStyle/>
          <a:p>
            <a:r>
              <a:rPr lang="en-US" dirty="0"/>
              <a:t>streaming frame capture</a:t>
            </a:r>
          </a:p>
        </p:txBody>
      </p:sp>
      <p:cxnSp>
        <p:nvCxnSpPr>
          <p:cNvPr id="7" name="Straight Arrow Connector 6">
            <a:extLst>
              <a:ext uri="{FF2B5EF4-FFF2-40B4-BE49-F238E27FC236}">
                <a16:creationId xmlns:a16="http://schemas.microsoft.com/office/drawing/2014/main" id="{8260B1C2-C573-EBE8-2E3D-162DFCE43CC4}"/>
              </a:ext>
            </a:extLst>
          </p:cNvPr>
          <p:cNvCxnSpPr>
            <a:cxnSpLocks/>
          </p:cNvCxnSpPr>
          <p:nvPr/>
        </p:nvCxnSpPr>
        <p:spPr>
          <a:xfrm>
            <a:off x="230657" y="4550436"/>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6792D835-8F5E-6A19-0D9A-5FF536D0002B}"/>
              </a:ext>
            </a:extLst>
          </p:cNvPr>
          <p:cNvCxnSpPr>
            <a:cxnSpLocks/>
          </p:cNvCxnSpPr>
          <p:nvPr/>
        </p:nvCxnSpPr>
        <p:spPr>
          <a:xfrm>
            <a:off x="255970" y="4919765"/>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TextBox 11">
            <a:extLst>
              <a:ext uri="{FF2B5EF4-FFF2-40B4-BE49-F238E27FC236}">
                <a16:creationId xmlns:a16="http://schemas.microsoft.com/office/drawing/2014/main" id="{323E702B-FE3F-7FA8-06EB-4A2BFF258CD1}"/>
              </a:ext>
            </a:extLst>
          </p:cNvPr>
          <p:cNvSpPr txBox="1"/>
          <p:nvPr/>
        </p:nvSpPr>
        <p:spPr>
          <a:xfrm>
            <a:off x="410371" y="4276472"/>
            <a:ext cx="1233030" cy="307777"/>
          </a:xfrm>
          <a:prstGeom prst="rect">
            <a:avLst/>
          </a:prstGeom>
          <a:noFill/>
        </p:spPr>
        <p:txBody>
          <a:bodyPr wrap="none" rtlCol="0">
            <a:spAutoFit/>
          </a:bodyPr>
          <a:lstStyle/>
          <a:p>
            <a:r>
              <a:rPr lang="en-US" sz="1400" dirty="0"/>
              <a:t>2b@1500MHz</a:t>
            </a:r>
          </a:p>
        </p:txBody>
      </p:sp>
      <p:sp>
        <p:nvSpPr>
          <p:cNvPr id="15" name="TextBox 14">
            <a:extLst>
              <a:ext uri="{FF2B5EF4-FFF2-40B4-BE49-F238E27FC236}">
                <a16:creationId xmlns:a16="http://schemas.microsoft.com/office/drawing/2014/main" id="{B3920F16-88F4-3EDE-ADA9-E8169D928C8C}"/>
              </a:ext>
            </a:extLst>
          </p:cNvPr>
          <p:cNvSpPr txBox="1"/>
          <p:nvPr/>
        </p:nvSpPr>
        <p:spPr>
          <a:xfrm>
            <a:off x="3241436" y="4640643"/>
            <a:ext cx="1233030" cy="307777"/>
          </a:xfrm>
          <a:prstGeom prst="rect">
            <a:avLst/>
          </a:prstGeom>
          <a:noFill/>
        </p:spPr>
        <p:txBody>
          <a:bodyPr wrap="none" rtlCol="0">
            <a:spAutoFit/>
          </a:bodyPr>
          <a:lstStyle/>
          <a:p>
            <a:r>
              <a:rPr lang="en-US" sz="1400" dirty="0"/>
              <a:t>10b@158MHz</a:t>
            </a:r>
          </a:p>
        </p:txBody>
      </p:sp>
      <p:sp>
        <p:nvSpPr>
          <p:cNvPr id="19" name="TextBox 18">
            <a:extLst>
              <a:ext uri="{FF2B5EF4-FFF2-40B4-BE49-F238E27FC236}">
                <a16:creationId xmlns:a16="http://schemas.microsoft.com/office/drawing/2014/main" id="{AD2B2BEC-20E1-63C0-FA73-254F86E08C99}"/>
              </a:ext>
            </a:extLst>
          </p:cNvPr>
          <p:cNvSpPr txBox="1"/>
          <p:nvPr/>
        </p:nvSpPr>
        <p:spPr>
          <a:xfrm>
            <a:off x="417083" y="4647847"/>
            <a:ext cx="1233030" cy="307777"/>
          </a:xfrm>
          <a:prstGeom prst="rect">
            <a:avLst/>
          </a:prstGeom>
          <a:noFill/>
        </p:spPr>
        <p:txBody>
          <a:bodyPr wrap="none" rtlCol="0">
            <a:spAutoFit/>
          </a:bodyPr>
          <a:lstStyle/>
          <a:p>
            <a:r>
              <a:rPr lang="en-US" sz="1400" dirty="0"/>
              <a:t>2b@1500MHz</a:t>
            </a:r>
          </a:p>
        </p:txBody>
      </p:sp>
      <p:sp>
        <p:nvSpPr>
          <p:cNvPr id="22" name="TextBox 21">
            <a:extLst>
              <a:ext uri="{FF2B5EF4-FFF2-40B4-BE49-F238E27FC236}">
                <a16:creationId xmlns:a16="http://schemas.microsoft.com/office/drawing/2014/main" id="{11C3DF70-8444-BD65-C530-01769130096D}"/>
              </a:ext>
            </a:extLst>
          </p:cNvPr>
          <p:cNvSpPr txBox="1"/>
          <p:nvPr/>
        </p:nvSpPr>
        <p:spPr>
          <a:xfrm>
            <a:off x="426744" y="5434511"/>
            <a:ext cx="930063" cy="307777"/>
          </a:xfrm>
          <a:prstGeom prst="rect">
            <a:avLst/>
          </a:prstGeom>
          <a:noFill/>
        </p:spPr>
        <p:txBody>
          <a:bodyPr wrap="none" rtlCol="0">
            <a:spAutoFit/>
          </a:bodyPr>
          <a:lstStyle/>
          <a:p>
            <a:r>
              <a:rPr lang="en-US" sz="1400" dirty="0"/>
              <a:t>MIPI CSI-2</a:t>
            </a:r>
          </a:p>
        </p:txBody>
      </p:sp>
      <p:sp>
        <p:nvSpPr>
          <p:cNvPr id="26" name="TextBox 25">
            <a:extLst>
              <a:ext uri="{FF2B5EF4-FFF2-40B4-BE49-F238E27FC236}">
                <a16:creationId xmlns:a16="http://schemas.microsoft.com/office/drawing/2014/main" id="{E641D469-A609-CD6C-4FBE-96EF476F893C}"/>
              </a:ext>
            </a:extLst>
          </p:cNvPr>
          <p:cNvSpPr txBox="1"/>
          <p:nvPr/>
        </p:nvSpPr>
        <p:spPr>
          <a:xfrm>
            <a:off x="1511432" y="5805606"/>
            <a:ext cx="8469804" cy="1015663"/>
          </a:xfrm>
          <a:prstGeom prst="rect">
            <a:avLst/>
          </a:prstGeom>
          <a:noFill/>
        </p:spPr>
        <p:txBody>
          <a:bodyPr wrap="square">
            <a:spAutoFit/>
          </a:bodyPr>
          <a:lstStyle/>
          <a:p>
            <a:r>
              <a:rPr lang="en-US" sz="1200" dirty="0">
                <a:hlinkClick r:id="rId2"/>
              </a:rPr>
              <a:t>https://www.xilinx.com/products/intellectual-property/jtag_to_axi_master.html</a:t>
            </a:r>
            <a:endParaRPr lang="en-US" sz="1200" dirty="0"/>
          </a:p>
          <a:p>
            <a:r>
              <a:rPr lang="en-US" sz="1200" dirty="0">
                <a:hlinkClick r:id="rId3"/>
              </a:rPr>
              <a:t>https://docs.xilinx.com/r/en-US/pg232-mipi-csi2-rx/MIPI-CSI-2-Receiver-Subsystem-Product-Guide</a:t>
            </a:r>
            <a:endParaRPr lang="en-US" sz="1200" dirty="0"/>
          </a:p>
          <a:p>
            <a:r>
              <a:rPr lang="en-US" sz="1200" dirty="0">
                <a:hlinkClick r:id="rId4"/>
              </a:rPr>
              <a:t>https://docs.xilinx.com/v/u/en-US/pg150-ultrascale-memory-ip</a:t>
            </a:r>
            <a:endParaRPr lang="en-US" sz="1200" dirty="0"/>
          </a:p>
          <a:p>
            <a:r>
              <a:rPr lang="en-US" sz="1200" dirty="0">
                <a:hlinkClick r:id="rId5"/>
              </a:rPr>
              <a:t>https://docs.xilinx.com/r/en-US/pg021_axi_dma/AXI-DMA-Register-Address-Map?section=XREF_38966_AXI_DMA_Simple_DMA</a:t>
            </a:r>
            <a:endParaRPr lang="en-US" sz="1200" dirty="0"/>
          </a:p>
          <a:p>
            <a:r>
              <a:rPr lang="en-US" sz="1200" dirty="0">
                <a:hlinkClick r:id="rId6"/>
              </a:rPr>
              <a:t>https://docs.xilinx.com/v/u/en-US/ds768_axi_interconnect</a:t>
            </a:r>
            <a:endParaRPr lang="en-US" sz="1200" dirty="0"/>
          </a:p>
        </p:txBody>
      </p:sp>
      <p:sp>
        <p:nvSpPr>
          <p:cNvPr id="27" name="Rectangle 26">
            <a:extLst>
              <a:ext uri="{FF2B5EF4-FFF2-40B4-BE49-F238E27FC236}">
                <a16:creationId xmlns:a16="http://schemas.microsoft.com/office/drawing/2014/main" id="{AF47FDC2-238C-0EE9-37CF-6240C8404EC1}"/>
              </a:ext>
            </a:extLst>
          </p:cNvPr>
          <p:cNvSpPr/>
          <p:nvPr/>
        </p:nvSpPr>
        <p:spPr>
          <a:xfrm>
            <a:off x="4625509" y="4221218"/>
            <a:ext cx="1404496" cy="12586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format</a:t>
            </a:r>
          </a:p>
        </p:txBody>
      </p:sp>
      <p:sp>
        <p:nvSpPr>
          <p:cNvPr id="28" name="Rectangle 27">
            <a:extLst>
              <a:ext uri="{FF2B5EF4-FFF2-40B4-BE49-F238E27FC236}">
                <a16:creationId xmlns:a16="http://schemas.microsoft.com/office/drawing/2014/main" id="{4BB71068-0A22-CA57-3685-ACE362A680E5}"/>
              </a:ext>
            </a:extLst>
          </p:cNvPr>
          <p:cNvSpPr/>
          <p:nvPr/>
        </p:nvSpPr>
        <p:spPr>
          <a:xfrm>
            <a:off x="7257854" y="2957385"/>
            <a:ext cx="1102930" cy="2264127"/>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AXI-S DMA</a:t>
            </a:r>
          </a:p>
        </p:txBody>
      </p:sp>
      <p:cxnSp>
        <p:nvCxnSpPr>
          <p:cNvPr id="30" name="Straight Arrow Connector 29">
            <a:extLst>
              <a:ext uri="{FF2B5EF4-FFF2-40B4-BE49-F238E27FC236}">
                <a16:creationId xmlns:a16="http://schemas.microsoft.com/office/drawing/2014/main" id="{FBB387C3-0F41-B175-3B5E-869F92695AA2}"/>
              </a:ext>
            </a:extLst>
          </p:cNvPr>
          <p:cNvCxnSpPr>
            <a:cxnSpLocks/>
          </p:cNvCxnSpPr>
          <p:nvPr/>
        </p:nvCxnSpPr>
        <p:spPr>
          <a:xfrm>
            <a:off x="6038243" y="4726407"/>
            <a:ext cx="122479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0" name="TextBox 39">
            <a:extLst>
              <a:ext uri="{FF2B5EF4-FFF2-40B4-BE49-F238E27FC236}">
                <a16:creationId xmlns:a16="http://schemas.microsoft.com/office/drawing/2014/main" id="{3F7DAA2B-57F9-A23E-0D31-FE0D0D5C2237}"/>
              </a:ext>
            </a:extLst>
          </p:cNvPr>
          <p:cNvSpPr txBox="1"/>
          <p:nvPr/>
        </p:nvSpPr>
        <p:spPr>
          <a:xfrm>
            <a:off x="6092757" y="4765876"/>
            <a:ext cx="562975" cy="307777"/>
          </a:xfrm>
          <a:prstGeom prst="rect">
            <a:avLst/>
          </a:prstGeom>
          <a:noFill/>
        </p:spPr>
        <p:txBody>
          <a:bodyPr wrap="none" rtlCol="0">
            <a:spAutoFit/>
          </a:bodyPr>
          <a:lstStyle/>
          <a:p>
            <a:r>
              <a:rPr lang="en-US" sz="1400" dirty="0"/>
              <a:t>AXI-S</a:t>
            </a:r>
          </a:p>
        </p:txBody>
      </p:sp>
      <p:sp>
        <p:nvSpPr>
          <p:cNvPr id="43" name="Rectangle 42">
            <a:extLst>
              <a:ext uri="{FF2B5EF4-FFF2-40B4-BE49-F238E27FC236}">
                <a16:creationId xmlns:a16="http://schemas.microsoft.com/office/drawing/2014/main" id="{8E0FC437-6B0F-B497-B18B-72058DA404B2}"/>
              </a:ext>
            </a:extLst>
          </p:cNvPr>
          <p:cNvSpPr/>
          <p:nvPr/>
        </p:nvSpPr>
        <p:spPr>
          <a:xfrm>
            <a:off x="9825688" y="2927559"/>
            <a:ext cx="1404496" cy="2264127"/>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DDR Memory Controller</a:t>
            </a:r>
          </a:p>
        </p:txBody>
      </p:sp>
      <p:cxnSp>
        <p:nvCxnSpPr>
          <p:cNvPr id="45" name="Straight Arrow Connector 44">
            <a:extLst>
              <a:ext uri="{FF2B5EF4-FFF2-40B4-BE49-F238E27FC236}">
                <a16:creationId xmlns:a16="http://schemas.microsoft.com/office/drawing/2014/main" id="{E88E00C4-610D-D6A6-05E7-24F8DE17468A}"/>
              </a:ext>
            </a:extLst>
          </p:cNvPr>
          <p:cNvCxnSpPr>
            <a:cxnSpLocks/>
          </p:cNvCxnSpPr>
          <p:nvPr/>
        </p:nvCxnSpPr>
        <p:spPr>
          <a:xfrm>
            <a:off x="8354026" y="4689390"/>
            <a:ext cx="14716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6" name="TextBox 45">
            <a:extLst>
              <a:ext uri="{FF2B5EF4-FFF2-40B4-BE49-F238E27FC236}">
                <a16:creationId xmlns:a16="http://schemas.microsoft.com/office/drawing/2014/main" id="{EFC51329-51ED-5312-E0B8-D0C4F8298C07}"/>
              </a:ext>
            </a:extLst>
          </p:cNvPr>
          <p:cNvSpPr txBox="1"/>
          <p:nvPr/>
        </p:nvSpPr>
        <p:spPr>
          <a:xfrm>
            <a:off x="8360784" y="4739744"/>
            <a:ext cx="947695" cy="307777"/>
          </a:xfrm>
          <a:prstGeom prst="rect">
            <a:avLst/>
          </a:prstGeom>
          <a:noFill/>
        </p:spPr>
        <p:txBody>
          <a:bodyPr wrap="none" rtlCol="0">
            <a:spAutoFit/>
          </a:bodyPr>
          <a:lstStyle/>
          <a:p>
            <a:r>
              <a:rPr lang="en-US" sz="1400" dirty="0"/>
              <a:t>S2MM AXI</a:t>
            </a:r>
          </a:p>
        </p:txBody>
      </p:sp>
      <p:sp>
        <p:nvSpPr>
          <p:cNvPr id="47" name="TextBox 46">
            <a:extLst>
              <a:ext uri="{FF2B5EF4-FFF2-40B4-BE49-F238E27FC236}">
                <a16:creationId xmlns:a16="http://schemas.microsoft.com/office/drawing/2014/main" id="{59FEB019-E921-E931-FC3C-6EC0D4277A8A}"/>
              </a:ext>
            </a:extLst>
          </p:cNvPr>
          <p:cNvSpPr txBox="1"/>
          <p:nvPr/>
        </p:nvSpPr>
        <p:spPr>
          <a:xfrm>
            <a:off x="6024497" y="4413587"/>
            <a:ext cx="1233030" cy="307777"/>
          </a:xfrm>
          <a:prstGeom prst="rect">
            <a:avLst/>
          </a:prstGeom>
          <a:noFill/>
        </p:spPr>
        <p:txBody>
          <a:bodyPr wrap="none" rtlCol="0">
            <a:spAutoFit/>
          </a:bodyPr>
          <a:lstStyle/>
          <a:p>
            <a:r>
              <a:rPr lang="en-US" sz="1400" dirty="0"/>
              <a:t>32b@158MHz</a:t>
            </a:r>
          </a:p>
        </p:txBody>
      </p:sp>
      <p:cxnSp>
        <p:nvCxnSpPr>
          <p:cNvPr id="49" name="Straight Arrow Connector 48">
            <a:extLst>
              <a:ext uri="{FF2B5EF4-FFF2-40B4-BE49-F238E27FC236}">
                <a16:creationId xmlns:a16="http://schemas.microsoft.com/office/drawing/2014/main" id="{67E91F09-EB4D-1EA4-E98E-473F5DB9FAB4}"/>
              </a:ext>
            </a:extLst>
          </p:cNvPr>
          <p:cNvCxnSpPr>
            <a:cxnSpLocks/>
          </p:cNvCxnSpPr>
          <p:nvPr/>
        </p:nvCxnSpPr>
        <p:spPr>
          <a:xfrm flipH="1">
            <a:off x="8360784" y="3604056"/>
            <a:ext cx="147166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C4670F60-23A2-478A-C461-959C77DF0DF0}"/>
              </a:ext>
            </a:extLst>
          </p:cNvPr>
          <p:cNvSpPr txBox="1"/>
          <p:nvPr/>
        </p:nvSpPr>
        <p:spPr>
          <a:xfrm>
            <a:off x="8489058" y="3604056"/>
            <a:ext cx="947695" cy="307777"/>
          </a:xfrm>
          <a:prstGeom prst="rect">
            <a:avLst/>
          </a:prstGeom>
          <a:noFill/>
        </p:spPr>
        <p:txBody>
          <a:bodyPr wrap="none" rtlCol="0">
            <a:spAutoFit/>
          </a:bodyPr>
          <a:lstStyle/>
          <a:p>
            <a:r>
              <a:rPr lang="en-US" sz="1400" dirty="0"/>
              <a:t>MM2S AXI</a:t>
            </a:r>
          </a:p>
        </p:txBody>
      </p:sp>
      <p:sp>
        <p:nvSpPr>
          <p:cNvPr id="51" name="Rectangle 50">
            <a:extLst>
              <a:ext uri="{FF2B5EF4-FFF2-40B4-BE49-F238E27FC236}">
                <a16:creationId xmlns:a16="http://schemas.microsoft.com/office/drawing/2014/main" id="{33AA0043-D476-6DCA-677C-4CE925B2CBFD}"/>
              </a:ext>
            </a:extLst>
          </p:cNvPr>
          <p:cNvSpPr/>
          <p:nvPr/>
        </p:nvSpPr>
        <p:spPr>
          <a:xfrm>
            <a:off x="1825052" y="1814153"/>
            <a:ext cx="9405131" cy="396231"/>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AXI Interconnect</a:t>
            </a:r>
          </a:p>
        </p:txBody>
      </p:sp>
      <p:sp>
        <p:nvSpPr>
          <p:cNvPr id="52" name="Rectangle 51">
            <a:extLst>
              <a:ext uri="{FF2B5EF4-FFF2-40B4-BE49-F238E27FC236}">
                <a16:creationId xmlns:a16="http://schemas.microsoft.com/office/drawing/2014/main" id="{1D0A9E3C-A7D5-8CCC-C583-77BCEE826C01}"/>
              </a:ext>
            </a:extLst>
          </p:cNvPr>
          <p:cNvSpPr/>
          <p:nvPr/>
        </p:nvSpPr>
        <p:spPr>
          <a:xfrm>
            <a:off x="4639220" y="2910623"/>
            <a:ext cx="1404496"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control</a:t>
            </a:r>
          </a:p>
          <a:p>
            <a:pPr algn="ctr"/>
            <a:r>
              <a:rPr lang="en-US" sz="1600" dirty="0">
                <a:solidFill>
                  <a:schemeClr val="tx1"/>
                </a:solidFill>
              </a:rPr>
              <a:t>status</a:t>
            </a:r>
          </a:p>
        </p:txBody>
      </p:sp>
      <p:cxnSp>
        <p:nvCxnSpPr>
          <p:cNvPr id="56" name="Straight Arrow Connector 55">
            <a:extLst>
              <a:ext uri="{FF2B5EF4-FFF2-40B4-BE49-F238E27FC236}">
                <a16:creationId xmlns:a16="http://schemas.microsoft.com/office/drawing/2014/main" id="{8360D266-0200-E58D-71E2-B6217807AB6B}"/>
              </a:ext>
            </a:extLst>
          </p:cNvPr>
          <p:cNvCxnSpPr>
            <a:cxnSpLocks/>
          </p:cNvCxnSpPr>
          <p:nvPr/>
        </p:nvCxnSpPr>
        <p:spPr>
          <a:xfrm flipV="1">
            <a:off x="5365901" y="2196646"/>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66082640-D462-1054-7E8B-C4447E75D8F7}"/>
              </a:ext>
            </a:extLst>
          </p:cNvPr>
          <p:cNvSpPr txBox="1"/>
          <p:nvPr/>
        </p:nvSpPr>
        <p:spPr>
          <a:xfrm>
            <a:off x="5400086" y="2314953"/>
            <a:ext cx="692497" cy="307777"/>
          </a:xfrm>
          <a:prstGeom prst="rect">
            <a:avLst/>
          </a:prstGeom>
          <a:noFill/>
        </p:spPr>
        <p:txBody>
          <a:bodyPr wrap="none" rtlCol="0">
            <a:spAutoFit/>
          </a:bodyPr>
          <a:lstStyle/>
          <a:p>
            <a:r>
              <a:rPr lang="en-US" sz="1400" dirty="0" err="1"/>
              <a:t>AXILite</a:t>
            </a:r>
            <a:endParaRPr lang="en-US" sz="1400" dirty="0"/>
          </a:p>
        </p:txBody>
      </p:sp>
      <p:cxnSp>
        <p:nvCxnSpPr>
          <p:cNvPr id="59" name="Straight Arrow Connector 58">
            <a:extLst>
              <a:ext uri="{FF2B5EF4-FFF2-40B4-BE49-F238E27FC236}">
                <a16:creationId xmlns:a16="http://schemas.microsoft.com/office/drawing/2014/main" id="{3885E637-72EE-3D40-A147-8897EA0FF5C2}"/>
              </a:ext>
            </a:extLst>
          </p:cNvPr>
          <p:cNvCxnSpPr>
            <a:cxnSpLocks/>
          </p:cNvCxnSpPr>
          <p:nvPr/>
        </p:nvCxnSpPr>
        <p:spPr>
          <a:xfrm flipV="1">
            <a:off x="5390798" y="3933870"/>
            <a:ext cx="0" cy="287348"/>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61" name="Straight Arrow Connector 60">
            <a:extLst>
              <a:ext uri="{FF2B5EF4-FFF2-40B4-BE49-F238E27FC236}">
                <a16:creationId xmlns:a16="http://schemas.microsoft.com/office/drawing/2014/main" id="{99C89FAB-4F25-98FF-9936-5EA0CB3F7BFA}"/>
              </a:ext>
            </a:extLst>
          </p:cNvPr>
          <p:cNvCxnSpPr>
            <a:cxnSpLocks/>
          </p:cNvCxnSpPr>
          <p:nvPr/>
        </p:nvCxnSpPr>
        <p:spPr>
          <a:xfrm flipH="1">
            <a:off x="6024497" y="3717332"/>
            <a:ext cx="12330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3" name="TextBox 62">
            <a:extLst>
              <a:ext uri="{FF2B5EF4-FFF2-40B4-BE49-F238E27FC236}">
                <a16:creationId xmlns:a16="http://schemas.microsoft.com/office/drawing/2014/main" id="{E6760D3E-83DA-FC60-60E8-D7B9ABC55978}"/>
              </a:ext>
            </a:extLst>
          </p:cNvPr>
          <p:cNvSpPr txBox="1"/>
          <p:nvPr/>
        </p:nvSpPr>
        <p:spPr>
          <a:xfrm>
            <a:off x="6087077" y="3756801"/>
            <a:ext cx="562975" cy="307777"/>
          </a:xfrm>
          <a:prstGeom prst="rect">
            <a:avLst/>
          </a:prstGeom>
          <a:noFill/>
        </p:spPr>
        <p:txBody>
          <a:bodyPr wrap="none" rtlCol="0">
            <a:spAutoFit/>
          </a:bodyPr>
          <a:lstStyle/>
          <a:p>
            <a:r>
              <a:rPr lang="en-US" sz="1400" dirty="0"/>
              <a:t>AXI-S</a:t>
            </a:r>
          </a:p>
        </p:txBody>
      </p:sp>
      <p:cxnSp>
        <p:nvCxnSpPr>
          <p:cNvPr id="64" name="Straight Arrow Connector 63">
            <a:extLst>
              <a:ext uri="{FF2B5EF4-FFF2-40B4-BE49-F238E27FC236}">
                <a16:creationId xmlns:a16="http://schemas.microsoft.com/office/drawing/2014/main" id="{E95C67A7-DDA8-A792-128F-C150D8DFE14A}"/>
              </a:ext>
            </a:extLst>
          </p:cNvPr>
          <p:cNvCxnSpPr>
            <a:cxnSpLocks/>
          </p:cNvCxnSpPr>
          <p:nvPr/>
        </p:nvCxnSpPr>
        <p:spPr>
          <a:xfrm>
            <a:off x="6024497" y="3622594"/>
            <a:ext cx="12330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6" name="TextBox 65">
            <a:extLst>
              <a:ext uri="{FF2B5EF4-FFF2-40B4-BE49-F238E27FC236}">
                <a16:creationId xmlns:a16="http://schemas.microsoft.com/office/drawing/2014/main" id="{3E3FFD21-C655-3D04-4DF9-E70C7B633799}"/>
              </a:ext>
            </a:extLst>
          </p:cNvPr>
          <p:cNvSpPr txBox="1"/>
          <p:nvPr/>
        </p:nvSpPr>
        <p:spPr>
          <a:xfrm>
            <a:off x="6015301" y="3351416"/>
            <a:ext cx="597471" cy="307777"/>
          </a:xfrm>
          <a:prstGeom prst="rect">
            <a:avLst/>
          </a:prstGeom>
          <a:noFill/>
        </p:spPr>
        <p:txBody>
          <a:bodyPr wrap="none" rtlCol="0">
            <a:spAutoFit/>
          </a:bodyPr>
          <a:lstStyle/>
          <a:p>
            <a:r>
              <a:rPr lang="en-US" sz="1400" dirty="0"/>
              <a:t>ready</a:t>
            </a:r>
          </a:p>
        </p:txBody>
      </p:sp>
      <p:cxnSp>
        <p:nvCxnSpPr>
          <p:cNvPr id="67" name="Straight Arrow Connector 66">
            <a:extLst>
              <a:ext uri="{FF2B5EF4-FFF2-40B4-BE49-F238E27FC236}">
                <a16:creationId xmlns:a16="http://schemas.microsoft.com/office/drawing/2014/main" id="{8993BBD8-1154-E920-4610-0F359A3F89C2}"/>
              </a:ext>
            </a:extLst>
          </p:cNvPr>
          <p:cNvCxnSpPr>
            <a:cxnSpLocks/>
          </p:cNvCxnSpPr>
          <p:nvPr/>
        </p:nvCxnSpPr>
        <p:spPr>
          <a:xfrm flipH="1">
            <a:off x="6038243" y="3138617"/>
            <a:ext cx="123303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8" name="TextBox 67">
            <a:extLst>
              <a:ext uri="{FF2B5EF4-FFF2-40B4-BE49-F238E27FC236}">
                <a16:creationId xmlns:a16="http://schemas.microsoft.com/office/drawing/2014/main" id="{7782F7DC-6CE8-C959-73FB-FFEBCFEF6CBC}"/>
              </a:ext>
            </a:extLst>
          </p:cNvPr>
          <p:cNvSpPr txBox="1"/>
          <p:nvPr/>
        </p:nvSpPr>
        <p:spPr>
          <a:xfrm>
            <a:off x="6085662" y="2820055"/>
            <a:ext cx="842346" cy="307777"/>
          </a:xfrm>
          <a:prstGeom prst="rect">
            <a:avLst/>
          </a:prstGeom>
          <a:noFill/>
        </p:spPr>
        <p:txBody>
          <a:bodyPr wrap="none" rtlCol="0">
            <a:spAutoFit/>
          </a:bodyPr>
          <a:lstStyle/>
          <a:p>
            <a:r>
              <a:rPr lang="en-US" sz="1400" dirty="0"/>
              <a:t>interrupt</a:t>
            </a:r>
          </a:p>
        </p:txBody>
      </p:sp>
      <p:cxnSp>
        <p:nvCxnSpPr>
          <p:cNvPr id="69" name="Straight Arrow Connector 68">
            <a:extLst>
              <a:ext uri="{FF2B5EF4-FFF2-40B4-BE49-F238E27FC236}">
                <a16:creationId xmlns:a16="http://schemas.microsoft.com/office/drawing/2014/main" id="{FCA7A7CA-16B8-BA70-9E5A-E70565398A16}"/>
              </a:ext>
            </a:extLst>
          </p:cNvPr>
          <p:cNvCxnSpPr>
            <a:cxnSpLocks/>
          </p:cNvCxnSpPr>
          <p:nvPr/>
        </p:nvCxnSpPr>
        <p:spPr>
          <a:xfrm flipV="1">
            <a:off x="7780953" y="2210381"/>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70" name="TextBox 69">
            <a:extLst>
              <a:ext uri="{FF2B5EF4-FFF2-40B4-BE49-F238E27FC236}">
                <a16:creationId xmlns:a16="http://schemas.microsoft.com/office/drawing/2014/main" id="{79917053-2AC6-85F0-9259-CC3B2D1018C5}"/>
              </a:ext>
            </a:extLst>
          </p:cNvPr>
          <p:cNvSpPr txBox="1"/>
          <p:nvPr/>
        </p:nvSpPr>
        <p:spPr>
          <a:xfrm>
            <a:off x="7815138" y="2328688"/>
            <a:ext cx="692497" cy="307777"/>
          </a:xfrm>
          <a:prstGeom prst="rect">
            <a:avLst/>
          </a:prstGeom>
          <a:noFill/>
        </p:spPr>
        <p:txBody>
          <a:bodyPr wrap="none" rtlCol="0">
            <a:spAutoFit/>
          </a:bodyPr>
          <a:lstStyle/>
          <a:p>
            <a:r>
              <a:rPr lang="en-US" sz="1400" dirty="0" err="1"/>
              <a:t>AXILite</a:t>
            </a:r>
            <a:endParaRPr lang="en-US" sz="1400" dirty="0"/>
          </a:p>
        </p:txBody>
      </p:sp>
      <p:cxnSp>
        <p:nvCxnSpPr>
          <p:cNvPr id="71" name="Straight Arrow Connector 70">
            <a:extLst>
              <a:ext uri="{FF2B5EF4-FFF2-40B4-BE49-F238E27FC236}">
                <a16:creationId xmlns:a16="http://schemas.microsoft.com/office/drawing/2014/main" id="{D6A051F4-AD0B-13D1-7F1C-B669BFFC3E61}"/>
              </a:ext>
            </a:extLst>
          </p:cNvPr>
          <p:cNvCxnSpPr>
            <a:cxnSpLocks/>
          </p:cNvCxnSpPr>
          <p:nvPr/>
        </p:nvCxnSpPr>
        <p:spPr>
          <a:xfrm flipV="1">
            <a:off x="10512171" y="2225155"/>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72" name="TextBox 71">
            <a:extLst>
              <a:ext uri="{FF2B5EF4-FFF2-40B4-BE49-F238E27FC236}">
                <a16:creationId xmlns:a16="http://schemas.microsoft.com/office/drawing/2014/main" id="{1D862F70-72A5-E78F-AF8C-970D6C506D11}"/>
              </a:ext>
            </a:extLst>
          </p:cNvPr>
          <p:cNvSpPr txBox="1"/>
          <p:nvPr/>
        </p:nvSpPr>
        <p:spPr>
          <a:xfrm>
            <a:off x="10546356" y="2343462"/>
            <a:ext cx="692497" cy="307777"/>
          </a:xfrm>
          <a:prstGeom prst="rect">
            <a:avLst/>
          </a:prstGeom>
          <a:noFill/>
        </p:spPr>
        <p:txBody>
          <a:bodyPr wrap="none" rtlCol="0">
            <a:spAutoFit/>
          </a:bodyPr>
          <a:lstStyle/>
          <a:p>
            <a:r>
              <a:rPr lang="en-US" sz="1400" dirty="0" err="1"/>
              <a:t>AXILite</a:t>
            </a:r>
            <a:endParaRPr lang="en-US" sz="1400" dirty="0"/>
          </a:p>
        </p:txBody>
      </p:sp>
      <p:sp>
        <p:nvSpPr>
          <p:cNvPr id="73" name="Rectangle 72">
            <a:extLst>
              <a:ext uri="{FF2B5EF4-FFF2-40B4-BE49-F238E27FC236}">
                <a16:creationId xmlns:a16="http://schemas.microsoft.com/office/drawing/2014/main" id="{2A865F74-1E56-3D4A-035E-F7EF335BC72F}"/>
              </a:ext>
            </a:extLst>
          </p:cNvPr>
          <p:cNvSpPr/>
          <p:nvPr/>
        </p:nvSpPr>
        <p:spPr>
          <a:xfrm>
            <a:off x="6343120" y="981831"/>
            <a:ext cx="1826407" cy="459231"/>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JTAG to AXI Master</a:t>
            </a:r>
          </a:p>
        </p:txBody>
      </p:sp>
      <p:cxnSp>
        <p:nvCxnSpPr>
          <p:cNvPr id="74" name="Straight Arrow Connector 73">
            <a:extLst>
              <a:ext uri="{FF2B5EF4-FFF2-40B4-BE49-F238E27FC236}">
                <a16:creationId xmlns:a16="http://schemas.microsoft.com/office/drawing/2014/main" id="{57340CDC-EE52-03F1-2F53-E139044FB7E6}"/>
              </a:ext>
            </a:extLst>
          </p:cNvPr>
          <p:cNvCxnSpPr>
            <a:cxnSpLocks/>
          </p:cNvCxnSpPr>
          <p:nvPr/>
        </p:nvCxnSpPr>
        <p:spPr>
          <a:xfrm flipV="1">
            <a:off x="7222695" y="279501"/>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75" name="TextBox 74">
            <a:extLst>
              <a:ext uri="{FF2B5EF4-FFF2-40B4-BE49-F238E27FC236}">
                <a16:creationId xmlns:a16="http://schemas.microsoft.com/office/drawing/2014/main" id="{4E2F2990-5D0D-6C21-6C13-FA0BC805FF1B}"/>
              </a:ext>
            </a:extLst>
          </p:cNvPr>
          <p:cNvSpPr txBox="1"/>
          <p:nvPr/>
        </p:nvSpPr>
        <p:spPr>
          <a:xfrm>
            <a:off x="7242737" y="358040"/>
            <a:ext cx="533159" cy="307777"/>
          </a:xfrm>
          <a:prstGeom prst="rect">
            <a:avLst/>
          </a:prstGeom>
          <a:noFill/>
        </p:spPr>
        <p:txBody>
          <a:bodyPr wrap="none" rtlCol="0">
            <a:spAutoFit/>
          </a:bodyPr>
          <a:lstStyle/>
          <a:p>
            <a:r>
              <a:rPr lang="en-US" sz="1400" dirty="0"/>
              <a:t>JTAG</a:t>
            </a:r>
          </a:p>
        </p:txBody>
      </p:sp>
      <p:cxnSp>
        <p:nvCxnSpPr>
          <p:cNvPr id="76" name="Straight Arrow Connector 75">
            <a:extLst>
              <a:ext uri="{FF2B5EF4-FFF2-40B4-BE49-F238E27FC236}">
                <a16:creationId xmlns:a16="http://schemas.microsoft.com/office/drawing/2014/main" id="{A8C6BD2D-C6F9-78EE-75FE-E7F35FCDDF78}"/>
              </a:ext>
            </a:extLst>
          </p:cNvPr>
          <p:cNvCxnSpPr>
            <a:cxnSpLocks/>
          </p:cNvCxnSpPr>
          <p:nvPr/>
        </p:nvCxnSpPr>
        <p:spPr>
          <a:xfrm flipV="1">
            <a:off x="7208552" y="1450091"/>
            <a:ext cx="0" cy="364062"/>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79" name="Straight Arrow Connector 78">
            <a:extLst>
              <a:ext uri="{FF2B5EF4-FFF2-40B4-BE49-F238E27FC236}">
                <a16:creationId xmlns:a16="http://schemas.microsoft.com/office/drawing/2014/main" id="{D4C5D435-C12D-BED1-E0A6-3297244F2646}"/>
              </a:ext>
            </a:extLst>
          </p:cNvPr>
          <p:cNvCxnSpPr>
            <a:cxnSpLocks/>
          </p:cNvCxnSpPr>
          <p:nvPr/>
        </p:nvCxnSpPr>
        <p:spPr>
          <a:xfrm>
            <a:off x="11196327" y="4117146"/>
            <a:ext cx="725212" cy="0"/>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83" name="Straight Arrow Connector 82">
            <a:extLst>
              <a:ext uri="{FF2B5EF4-FFF2-40B4-BE49-F238E27FC236}">
                <a16:creationId xmlns:a16="http://schemas.microsoft.com/office/drawing/2014/main" id="{6D641C33-2BD3-6473-B270-56ED3FC5D3E1}"/>
              </a:ext>
            </a:extLst>
          </p:cNvPr>
          <p:cNvCxnSpPr/>
          <p:nvPr/>
        </p:nvCxnSpPr>
        <p:spPr>
          <a:xfrm flipH="1" flipV="1">
            <a:off x="3072719" y="2210381"/>
            <a:ext cx="1934" cy="2038310"/>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84" name="TextBox 83">
            <a:extLst>
              <a:ext uri="{FF2B5EF4-FFF2-40B4-BE49-F238E27FC236}">
                <a16:creationId xmlns:a16="http://schemas.microsoft.com/office/drawing/2014/main" id="{325BA07E-DE6E-FF18-3034-574CF1D40993}"/>
              </a:ext>
            </a:extLst>
          </p:cNvPr>
          <p:cNvSpPr txBox="1"/>
          <p:nvPr/>
        </p:nvSpPr>
        <p:spPr>
          <a:xfrm>
            <a:off x="3079528" y="2300585"/>
            <a:ext cx="692497" cy="307777"/>
          </a:xfrm>
          <a:prstGeom prst="rect">
            <a:avLst/>
          </a:prstGeom>
          <a:noFill/>
        </p:spPr>
        <p:txBody>
          <a:bodyPr wrap="none" rtlCol="0">
            <a:spAutoFit/>
          </a:bodyPr>
          <a:lstStyle/>
          <a:p>
            <a:r>
              <a:rPr lang="en-US" sz="1400" dirty="0" err="1"/>
              <a:t>AXILite</a:t>
            </a:r>
            <a:endParaRPr lang="en-US" sz="1400" dirty="0"/>
          </a:p>
        </p:txBody>
      </p:sp>
      <p:sp>
        <p:nvSpPr>
          <p:cNvPr id="85" name="Rectangle 84">
            <a:extLst>
              <a:ext uri="{FF2B5EF4-FFF2-40B4-BE49-F238E27FC236}">
                <a16:creationId xmlns:a16="http://schemas.microsoft.com/office/drawing/2014/main" id="{D89C4A67-180C-CC69-CD0E-55AAD7FD2A7B}"/>
              </a:ext>
            </a:extLst>
          </p:cNvPr>
          <p:cNvSpPr/>
          <p:nvPr/>
        </p:nvSpPr>
        <p:spPr>
          <a:xfrm>
            <a:off x="1824212" y="2880721"/>
            <a:ext cx="1100196" cy="723335"/>
          </a:xfrm>
          <a:prstGeom prst="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I2C Master</a:t>
            </a:r>
          </a:p>
        </p:txBody>
      </p:sp>
      <p:cxnSp>
        <p:nvCxnSpPr>
          <p:cNvPr id="86" name="Straight Arrow Connector 85">
            <a:extLst>
              <a:ext uri="{FF2B5EF4-FFF2-40B4-BE49-F238E27FC236}">
                <a16:creationId xmlns:a16="http://schemas.microsoft.com/office/drawing/2014/main" id="{5F58E2EA-D210-6113-C3AD-EA6337BB1650}"/>
              </a:ext>
            </a:extLst>
          </p:cNvPr>
          <p:cNvCxnSpPr>
            <a:cxnSpLocks/>
          </p:cNvCxnSpPr>
          <p:nvPr/>
        </p:nvCxnSpPr>
        <p:spPr>
          <a:xfrm flipV="1">
            <a:off x="2311853" y="2182278"/>
            <a:ext cx="0" cy="713977"/>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87" name="TextBox 86">
            <a:extLst>
              <a:ext uri="{FF2B5EF4-FFF2-40B4-BE49-F238E27FC236}">
                <a16:creationId xmlns:a16="http://schemas.microsoft.com/office/drawing/2014/main" id="{0A489CB1-0541-B56B-7C7D-03CE639478B9}"/>
              </a:ext>
            </a:extLst>
          </p:cNvPr>
          <p:cNvSpPr txBox="1"/>
          <p:nvPr/>
        </p:nvSpPr>
        <p:spPr>
          <a:xfrm>
            <a:off x="2346038" y="2300585"/>
            <a:ext cx="692497" cy="307777"/>
          </a:xfrm>
          <a:prstGeom prst="rect">
            <a:avLst/>
          </a:prstGeom>
          <a:noFill/>
        </p:spPr>
        <p:txBody>
          <a:bodyPr wrap="none" rtlCol="0">
            <a:spAutoFit/>
          </a:bodyPr>
          <a:lstStyle/>
          <a:p>
            <a:r>
              <a:rPr lang="en-US" sz="1400" dirty="0" err="1"/>
              <a:t>AXILite</a:t>
            </a:r>
            <a:endParaRPr lang="en-US" sz="1400" dirty="0"/>
          </a:p>
        </p:txBody>
      </p:sp>
      <p:cxnSp>
        <p:nvCxnSpPr>
          <p:cNvPr id="89" name="Straight Arrow Connector 88">
            <a:extLst>
              <a:ext uri="{FF2B5EF4-FFF2-40B4-BE49-F238E27FC236}">
                <a16:creationId xmlns:a16="http://schemas.microsoft.com/office/drawing/2014/main" id="{883DA77D-88F1-E64C-3290-4FBBCEDEC8BE}"/>
              </a:ext>
            </a:extLst>
          </p:cNvPr>
          <p:cNvCxnSpPr>
            <a:cxnSpLocks/>
          </p:cNvCxnSpPr>
          <p:nvPr/>
        </p:nvCxnSpPr>
        <p:spPr>
          <a:xfrm flipH="1">
            <a:off x="1099000" y="3127832"/>
            <a:ext cx="75136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1" name="Straight Arrow Connector 90">
            <a:extLst>
              <a:ext uri="{FF2B5EF4-FFF2-40B4-BE49-F238E27FC236}">
                <a16:creationId xmlns:a16="http://schemas.microsoft.com/office/drawing/2014/main" id="{09705DAF-6C9B-C20C-EE36-B931980FB0E1}"/>
              </a:ext>
            </a:extLst>
          </p:cNvPr>
          <p:cNvCxnSpPr>
            <a:cxnSpLocks/>
          </p:cNvCxnSpPr>
          <p:nvPr/>
        </p:nvCxnSpPr>
        <p:spPr>
          <a:xfrm>
            <a:off x="1099000" y="3304335"/>
            <a:ext cx="725212" cy="0"/>
          </a:xfrm>
          <a:prstGeom prst="straightConnector1">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cxnSp>
      <p:sp>
        <p:nvSpPr>
          <p:cNvPr id="93" name="TextBox 92">
            <a:extLst>
              <a:ext uri="{FF2B5EF4-FFF2-40B4-BE49-F238E27FC236}">
                <a16:creationId xmlns:a16="http://schemas.microsoft.com/office/drawing/2014/main" id="{129085BC-C2DF-85EC-9717-5F783BE285E2}"/>
              </a:ext>
            </a:extLst>
          </p:cNvPr>
          <p:cNvSpPr txBox="1"/>
          <p:nvPr/>
        </p:nvSpPr>
        <p:spPr>
          <a:xfrm>
            <a:off x="592825" y="2982084"/>
            <a:ext cx="478593" cy="523220"/>
          </a:xfrm>
          <a:prstGeom prst="rect">
            <a:avLst/>
          </a:prstGeom>
          <a:noFill/>
        </p:spPr>
        <p:txBody>
          <a:bodyPr wrap="none" rtlCol="0">
            <a:spAutoFit/>
          </a:bodyPr>
          <a:lstStyle/>
          <a:p>
            <a:r>
              <a:rPr lang="en-US" sz="1400" dirty="0"/>
              <a:t>SCL</a:t>
            </a:r>
          </a:p>
          <a:p>
            <a:r>
              <a:rPr lang="en-US" sz="1400" dirty="0"/>
              <a:t>SDA</a:t>
            </a:r>
          </a:p>
        </p:txBody>
      </p:sp>
      <p:sp>
        <p:nvSpPr>
          <p:cNvPr id="94" name="TextBox 93">
            <a:extLst>
              <a:ext uri="{FF2B5EF4-FFF2-40B4-BE49-F238E27FC236}">
                <a16:creationId xmlns:a16="http://schemas.microsoft.com/office/drawing/2014/main" id="{27F8AB09-303D-6B05-2BB6-45167ADF9658}"/>
              </a:ext>
            </a:extLst>
          </p:cNvPr>
          <p:cNvSpPr txBox="1"/>
          <p:nvPr/>
        </p:nvSpPr>
        <p:spPr>
          <a:xfrm>
            <a:off x="11491562" y="3277069"/>
            <a:ext cx="651140" cy="738664"/>
          </a:xfrm>
          <a:prstGeom prst="rect">
            <a:avLst/>
          </a:prstGeom>
          <a:noFill/>
        </p:spPr>
        <p:txBody>
          <a:bodyPr wrap="none" rtlCol="0">
            <a:spAutoFit/>
          </a:bodyPr>
          <a:lstStyle/>
          <a:p>
            <a:r>
              <a:rPr lang="en-US" sz="1400" dirty="0"/>
              <a:t> </a:t>
            </a:r>
          </a:p>
          <a:p>
            <a:r>
              <a:rPr lang="en-US" sz="1400" dirty="0"/>
              <a:t>DDR</a:t>
            </a:r>
          </a:p>
          <a:p>
            <a:r>
              <a:rPr lang="en-US" sz="1400" dirty="0"/>
              <a:t>DRAM</a:t>
            </a:r>
          </a:p>
        </p:txBody>
      </p:sp>
      <p:cxnSp>
        <p:nvCxnSpPr>
          <p:cNvPr id="95" name="Straight Arrow Connector 94">
            <a:extLst>
              <a:ext uri="{FF2B5EF4-FFF2-40B4-BE49-F238E27FC236}">
                <a16:creationId xmlns:a16="http://schemas.microsoft.com/office/drawing/2014/main" id="{8A7E2E20-9D57-10C4-0C77-B608AC0A59B9}"/>
              </a:ext>
            </a:extLst>
          </p:cNvPr>
          <p:cNvCxnSpPr>
            <a:cxnSpLocks/>
          </p:cNvCxnSpPr>
          <p:nvPr/>
        </p:nvCxnSpPr>
        <p:spPr>
          <a:xfrm>
            <a:off x="242545" y="5280062"/>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6" name="TextBox 95">
            <a:extLst>
              <a:ext uri="{FF2B5EF4-FFF2-40B4-BE49-F238E27FC236}">
                <a16:creationId xmlns:a16="http://schemas.microsoft.com/office/drawing/2014/main" id="{FFE91E5C-8987-FAD1-8F60-28D131EF62D7}"/>
              </a:ext>
            </a:extLst>
          </p:cNvPr>
          <p:cNvSpPr txBox="1"/>
          <p:nvPr/>
        </p:nvSpPr>
        <p:spPr>
          <a:xfrm>
            <a:off x="422259" y="5006098"/>
            <a:ext cx="1233030" cy="307777"/>
          </a:xfrm>
          <a:prstGeom prst="rect">
            <a:avLst/>
          </a:prstGeom>
          <a:noFill/>
        </p:spPr>
        <p:txBody>
          <a:bodyPr wrap="none" rtlCol="0">
            <a:spAutoFit/>
          </a:bodyPr>
          <a:lstStyle/>
          <a:p>
            <a:r>
              <a:rPr lang="en-US" sz="1400" dirty="0"/>
              <a:t>2b@1500MHz</a:t>
            </a:r>
          </a:p>
        </p:txBody>
      </p:sp>
      <p:sp>
        <p:nvSpPr>
          <p:cNvPr id="97" name="TextBox 96">
            <a:extLst>
              <a:ext uri="{FF2B5EF4-FFF2-40B4-BE49-F238E27FC236}">
                <a16:creationId xmlns:a16="http://schemas.microsoft.com/office/drawing/2014/main" id="{575A7CA5-22A6-32BE-9995-063FE3B3E6F6}"/>
              </a:ext>
            </a:extLst>
          </p:cNvPr>
          <p:cNvSpPr txBox="1"/>
          <p:nvPr/>
        </p:nvSpPr>
        <p:spPr>
          <a:xfrm>
            <a:off x="3227043" y="5033356"/>
            <a:ext cx="1233030" cy="307777"/>
          </a:xfrm>
          <a:prstGeom prst="rect">
            <a:avLst/>
          </a:prstGeom>
          <a:noFill/>
        </p:spPr>
        <p:txBody>
          <a:bodyPr wrap="none" rtlCol="0">
            <a:spAutoFit/>
          </a:bodyPr>
          <a:lstStyle/>
          <a:p>
            <a:r>
              <a:rPr lang="en-US" sz="1400" dirty="0"/>
              <a:t>10b@158MHz</a:t>
            </a:r>
          </a:p>
        </p:txBody>
      </p:sp>
      <p:cxnSp>
        <p:nvCxnSpPr>
          <p:cNvPr id="98" name="Straight Arrow Connector 97">
            <a:extLst>
              <a:ext uri="{FF2B5EF4-FFF2-40B4-BE49-F238E27FC236}">
                <a16:creationId xmlns:a16="http://schemas.microsoft.com/office/drawing/2014/main" id="{E526E342-0C01-5DDA-AB13-4DAD4272851A}"/>
              </a:ext>
            </a:extLst>
          </p:cNvPr>
          <p:cNvCxnSpPr>
            <a:cxnSpLocks/>
          </p:cNvCxnSpPr>
          <p:nvPr/>
        </p:nvCxnSpPr>
        <p:spPr>
          <a:xfrm>
            <a:off x="3227043" y="5314527"/>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1" name="TextBox 100">
            <a:extLst>
              <a:ext uri="{FF2B5EF4-FFF2-40B4-BE49-F238E27FC236}">
                <a16:creationId xmlns:a16="http://schemas.microsoft.com/office/drawing/2014/main" id="{B877561C-CAE6-B2DE-2687-C246D72A1716}"/>
              </a:ext>
            </a:extLst>
          </p:cNvPr>
          <p:cNvSpPr txBox="1"/>
          <p:nvPr/>
        </p:nvSpPr>
        <p:spPr>
          <a:xfrm>
            <a:off x="3268518" y="3680428"/>
            <a:ext cx="1205779" cy="523220"/>
          </a:xfrm>
          <a:prstGeom prst="rect">
            <a:avLst/>
          </a:prstGeom>
          <a:noFill/>
        </p:spPr>
        <p:txBody>
          <a:bodyPr wrap="none" rtlCol="0">
            <a:spAutoFit/>
          </a:bodyPr>
          <a:lstStyle/>
          <a:p>
            <a:r>
              <a:rPr lang="en-US" sz="1400" dirty="0"/>
              <a:t>[1120,1280,3]</a:t>
            </a:r>
          </a:p>
          <a:p>
            <a:r>
              <a:rPr lang="en-US" sz="1400" dirty="0"/>
              <a:t>@110fps</a:t>
            </a:r>
          </a:p>
        </p:txBody>
      </p:sp>
    </p:spTree>
    <p:extLst>
      <p:ext uri="{BB962C8B-B14F-4D97-AF65-F5344CB8AC3E}">
        <p14:creationId xmlns:p14="http://schemas.microsoft.com/office/powerpoint/2010/main" val="225759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C695FB9-0644-0354-6FAD-EA469F7197C2}"/>
              </a:ext>
            </a:extLst>
          </p:cNvPr>
          <p:cNvGraphicFramePr>
            <a:graphicFrameLocks noGrp="1"/>
          </p:cNvGraphicFramePr>
          <p:nvPr>
            <p:extLst>
              <p:ext uri="{D42A27DB-BD31-4B8C-83A1-F6EECF244321}">
                <p14:modId xmlns:p14="http://schemas.microsoft.com/office/powerpoint/2010/main" val="4166440113"/>
              </p:ext>
            </p:extLst>
          </p:nvPr>
        </p:nvGraphicFramePr>
        <p:xfrm>
          <a:off x="271851" y="192444"/>
          <a:ext cx="5596236" cy="6096000"/>
        </p:xfrm>
        <a:graphic>
          <a:graphicData uri="http://schemas.openxmlformats.org/drawingml/2006/table">
            <a:tbl>
              <a:tblPr firstRow="1" bandRow="1">
                <a:tableStyleId>{073A0DAA-6AF3-43AB-8588-CEC1D06C72B9}</a:tableStyleId>
              </a:tblPr>
              <a:tblGrid>
                <a:gridCol w="1399059">
                  <a:extLst>
                    <a:ext uri="{9D8B030D-6E8A-4147-A177-3AD203B41FA5}">
                      <a16:colId xmlns:a16="http://schemas.microsoft.com/office/drawing/2014/main" val="3958528293"/>
                    </a:ext>
                  </a:extLst>
                </a:gridCol>
                <a:gridCol w="1399059">
                  <a:extLst>
                    <a:ext uri="{9D8B030D-6E8A-4147-A177-3AD203B41FA5}">
                      <a16:colId xmlns:a16="http://schemas.microsoft.com/office/drawing/2014/main" val="1311225225"/>
                    </a:ext>
                  </a:extLst>
                </a:gridCol>
                <a:gridCol w="1399059">
                  <a:extLst>
                    <a:ext uri="{9D8B030D-6E8A-4147-A177-3AD203B41FA5}">
                      <a16:colId xmlns:a16="http://schemas.microsoft.com/office/drawing/2014/main" val="354457091"/>
                    </a:ext>
                  </a:extLst>
                </a:gridCol>
                <a:gridCol w="1399059">
                  <a:extLst>
                    <a:ext uri="{9D8B030D-6E8A-4147-A177-3AD203B41FA5}">
                      <a16:colId xmlns:a16="http://schemas.microsoft.com/office/drawing/2014/main" val="1458333160"/>
                    </a:ext>
                  </a:extLst>
                </a:gridCol>
              </a:tblGrid>
              <a:tr h="126285">
                <a:tc>
                  <a:txBody>
                    <a:bodyPr/>
                    <a:lstStyle/>
                    <a:p>
                      <a:r>
                        <a:rPr lang="en-US" sz="1400" dirty="0"/>
                        <a:t>EP address</a:t>
                      </a:r>
                    </a:p>
                  </a:txBody>
                  <a:tcPr/>
                </a:tc>
                <a:tc>
                  <a:txBody>
                    <a:bodyPr/>
                    <a:lstStyle/>
                    <a:p>
                      <a:r>
                        <a:rPr lang="en-US" sz="1400" dirty="0"/>
                        <a:t>Type</a:t>
                      </a:r>
                    </a:p>
                  </a:txBody>
                  <a:tcPr/>
                </a:tc>
                <a:tc>
                  <a:txBody>
                    <a:bodyPr/>
                    <a:lstStyle/>
                    <a:p>
                      <a:r>
                        <a:rPr lang="en-US" sz="1400" dirty="0"/>
                        <a:t>Bits</a:t>
                      </a:r>
                    </a:p>
                  </a:txBody>
                  <a:tcPr/>
                </a:tc>
                <a:tc>
                  <a:txBody>
                    <a:bodyPr/>
                    <a:lstStyle/>
                    <a:p>
                      <a:r>
                        <a:rPr lang="en-US" sz="1400" dirty="0"/>
                        <a:t>Description</a:t>
                      </a:r>
                    </a:p>
                  </a:txBody>
                  <a:tcPr/>
                </a:tc>
                <a:extLst>
                  <a:ext uri="{0D108BD9-81ED-4DB2-BD59-A6C34878D82A}">
                    <a16:rowId xmlns:a16="http://schemas.microsoft.com/office/drawing/2014/main" val="1645804832"/>
                  </a:ext>
                </a:extLst>
              </a:tr>
              <a:tr h="126285">
                <a:tc>
                  <a:txBody>
                    <a:bodyPr/>
                    <a:lstStyle/>
                    <a:p>
                      <a:r>
                        <a:rPr lang="en-US" sz="1400" dirty="0"/>
                        <a:t>0x00</a:t>
                      </a:r>
                    </a:p>
                  </a:txBody>
                  <a:tcPr/>
                </a:tc>
                <a:tc>
                  <a:txBody>
                    <a:bodyPr/>
                    <a:lstStyle/>
                    <a:p>
                      <a:r>
                        <a:rPr lang="en-US" sz="1400" dirty="0" err="1"/>
                        <a:t>wire_in</a:t>
                      </a:r>
                      <a:endParaRPr lang="en-US" sz="1400" dirty="0"/>
                    </a:p>
                  </a:txBody>
                  <a:tcPr/>
                </a:tc>
                <a:tc>
                  <a:txBody>
                    <a:bodyPr/>
                    <a:lstStyle/>
                    <a:p>
                      <a:r>
                        <a:rPr lang="en-US" sz="1400" dirty="0"/>
                        <a:t>31:0</a:t>
                      </a:r>
                    </a:p>
                  </a:txBody>
                  <a:tcPr/>
                </a:tc>
                <a:tc>
                  <a:txBody>
                    <a:bodyPr/>
                    <a:lstStyle/>
                    <a:p>
                      <a:r>
                        <a:rPr lang="en-US" sz="1400" dirty="0"/>
                        <a:t>AWADDR</a:t>
                      </a:r>
                    </a:p>
                  </a:txBody>
                  <a:tcPr/>
                </a:tc>
                <a:extLst>
                  <a:ext uri="{0D108BD9-81ED-4DB2-BD59-A6C34878D82A}">
                    <a16:rowId xmlns:a16="http://schemas.microsoft.com/office/drawing/2014/main" val="2308888314"/>
                  </a:ext>
                </a:extLst>
              </a:tr>
              <a:tr h="126285">
                <a:tc>
                  <a:txBody>
                    <a:bodyPr/>
                    <a:lstStyle/>
                    <a:p>
                      <a:r>
                        <a:rPr lang="en-US" sz="1400" dirty="0"/>
                        <a:t>0x01</a:t>
                      </a:r>
                    </a:p>
                  </a:txBody>
                  <a:tcPr/>
                </a:tc>
                <a:tc>
                  <a:txBody>
                    <a:bodyPr/>
                    <a:lstStyle/>
                    <a:p>
                      <a:endParaRPr lang="en-US" sz="1400" dirty="0"/>
                    </a:p>
                  </a:txBody>
                  <a:tcPr/>
                </a:tc>
                <a:tc>
                  <a:txBody>
                    <a:bodyPr/>
                    <a:lstStyle/>
                    <a:p>
                      <a:r>
                        <a:rPr lang="en-US" sz="1400" dirty="0"/>
                        <a:t>31:0</a:t>
                      </a:r>
                    </a:p>
                  </a:txBody>
                  <a:tcPr/>
                </a:tc>
                <a:tc>
                  <a:txBody>
                    <a:bodyPr/>
                    <a:lstStyle/>
                    <a:p>
                      <a:r>
                        <a:rPr lang="en-US" sz="1400" dirty="0"/>
                        <a:t>WDATA</a:t>
                      </a:r>
                    </a:p>
                  </a:txBody>
                  <a:tcPr/>
                </a:tc>
                <a:extLst>
                  <a:ext uri="{0D108BD9-81ED-4DB2-BD59-A6C34878D82A}">
                    <a16:rowId xmlns:a16="http://schemas.microsoft.com/office/drawing/2014/main" val="3619360365"/>
                  </a:ext>
                </a:extLst>
              </a:tr>
              <a:tr h="126285">
                <a:tc>
                  <a:txBody>
                    <a:bodyPr/>
                    <a:lstStyle/>
                    <a:p>
                      <a:r>
                        <a:rPr lang="en-US" sz="1400" dirty="0"/>
                        <a:t>0x02</a:t>
                      </a:r>
                    </a:p>
                  </a:txBody>
                  <a:tcPr/>
                </a:tc>
                <a:tc>
                  <a:txBody>
                    <a:bodyPr/>
                    <a:lstStyle/>
                    <a:p>
                      <a:endParaRPr lang="en-US" sz="1400" dirty="0"/>
                    </a:p>
                  </a:txBody>
                  <a:tcPr/>
                </a:tc>
                <a:tc>
                  <a:txBody>
                    <a:bodyPr/>
                    <a:lstStyle/>
                    <a:p>
                      <a:r>
                        <a:rPr lang="en-US" sz="1400" dirty="0"/>
                        <a:t>31:0</a:t>
                      </a:r>
                    </a:p>
                  </a:txBody>
                  <a:tcPr/>
                </a:tc>
                <a:tc>
                  <a:txBody>
                    <a:bodyPr/>
                    <a:lstStyle/>
                    <a:p>
                      <a:r>
                        <a:rPr lang="en-US" sz="1400" dirty="0"/>
                        <a:t>ARADDR</a:t>
                      </a:r>
                    </a:p>
                  </a:txBody>
                  <a:tcPr/>
                </a:tc>
                <a:extLst>
                  <a:ext uri="{0D108BD9-81ED-4DB2-BD59-A6C34878D82A}">
                    <a16:rowId xmlns:a16="http://schemas.microsoft.com/office/drawing/2014/main" val="116502475"/>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7:0</a:t>
                      </a:r>
                    </a:p>
                  </a:txBody>
                  <a:tcPr/>
                </a:tc>
                <a:tc>
                  <a:txBody>
                    <a:bodyPr/>
                    <a:lstStyle/>
                    <a:p>
                      <a:r>
                        <a:rPr lang="en-US" sz="1400" dirty="0"/>
                        <a:t>AWLEN</a:t>
                      </a:r>
                    </a:p>
                  </a:txBody>
                  <a:tcPr/>
                </a:tc>
                <a:extLst>
                  <a:ext uri="{0D108BD9-81ED-4DB2-BD59-A6C34878D82A}">
                    <a16:rowId xmlns:a16="http://schemas.microsoft.com/office/drawing/2014/main" val="2576696381"/>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10:8</a:t>
                      </a:r>
                    </a:p>
                  </a:txBody>
                  <a:tcPr/>
                </a:tc>
                <a:tc>
                  <a:txBody>
                    <a:bodyPr/>
                    <a:lstStyle/>
                    <a:p>
                      <a:r>
                        <a:rPr lang="en-US" sz="1400" dirty="0"/>
                        <a:t>AWSIZE</a:t>
                      </a:r>
                    </a:p>
                  </a:txBody>
                  <a:tcPr/>
                </a:tc>
                <a:extLst>
                  <a:ext uri="{0D108BD9-81ED-4DB2-BD59-A6C34878D82A}">
                    <a16:rowId xmlns:a16="http://schemas.microsoft.com/office/drawing/2014/main" val="3336942746"/>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12:11</a:t>
                      </a:r>
                    </a:p>
                  </a:txBody>
                  <a:tcPr/>
                </a:tc>
                <a:tc>
                  <a:txBody>
                    <a:bodyPr/>
                    <a:lstStyle/>
                    <a:p>
                      <a:r>
                        <a:rPr lang="en-US" sz="1400" dirty="0"/>
                        <a:t>AWBURST</a:t>
                      </a:r>
                    </a:p>
                  </a:txBody>
                  <a:tcPr/>
                </a:tc>
                <a:extLst>
                  <a:ext uri="{0D108BD9-81ED-4DB2-BD59-A6C34878D82A}">
                    <a16:rowId xmlns:a16="http://schemas.microsoft.com/office/drawing/2014/main" val="962797728"/>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13</a:t>
                      </a:r>
                    </a:p>
                  </a:txBody>
                  <a:tcPr/>
                </a:tc>
                <a:tc>
                  <a:txBody>
                    <a:bodyPr/>
                    <a:lstStyle/>
                    <a:p>
                      <a:r>
                        <a:rPr lang="en-US" sz="1400" dirty="0"/>
                        <a:t>AWLOCK</a:t>
                      </a:r>
                    </a:p>
                  </a:txBody>
                  <a:tcPr/>
                </a:tc>
                <a:extLst>
                  <a:ext uri="{0D108BD9-81ED-4DB2-BD59-A6C34878D82A}">
                    <a16:rowId xmlns:a16="http://schemas.microsoft.com/office/drawing/2014/main" val="2760465693"/>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17:14</a:t>
                      </a:r>
                    </a:p>
                  </a:txBody>
                  <a:tcPr/>
                </a:tc>
                <a:tc>
                  <a:txBody>
                    <a:bodyPr/>
                    <a:lstStyle/>
                    <a:p>
                      <a:r>
                        <a:rPr lang="en-US" sz="1400" dirty="0"/>
                        <a:t>AWCACHE</a:t>
                      </a:r>
                    </a:p>
                  </a:txBody>
                  <a:tcPr/>
                </a:tc>
                <a:extLst>
                  <a:ext uri="{0D108BD9-81ED-4DB2-BD59-A6C34878D82A}">
                    <a16:rowId xmlns:a16="http://schemas.microsoft.com/office/drawing/2014/main" val="2886548033"/>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20:18</a:t>
                      </a:r>
                    </a:p>
                  </a:txBody>
                  <a:tcPr/>
                </a:tc>
                <a:tc>
                  <a:txBody>
                    <a:bodyPr/>
                    <a:lstStyle/>
                    <a:p>
                      <a:r>
                        <a:rPr lang="en-US" sz="1400" dirty="0"/>
                        <a:t>AWPROT</a:t>
                      </a:r>
                    </a:p>
                  </a:txBody>
                  <a:tcPr/>
                </a:tc>
                <a:extLst>
                  <a:ext uri="{0D108BD9-81ED-4DB2-BD59-A6C34878D82A}">
                    <a16:rowId xmlns:a16="http://schemas.microsoft.com/office/drawing/2014/main" val="1904408046"/>
                  </a:ext>
                </a:extLst>
              </a:tr>
              <a:tr h="126285">
                <a:tc>
                  <a:txBody>
                    <a:bodyPr/>
                    <a:lstStyle/>
                    <a:p>
                      <a:r>
                        <a:rPr lang="en-US" sz="1400" dirty="0"/>
                        <a:t>0x03</a:t>
                      </a:r>
                    </a:p>
                  </a:txBody>
                  <a:tcPr/>
                </a:tc>
                <a:tc>
                  <a:txBody>
                    <a:bodyPr/>
                    <a:lstStyle/>
                    <a:p>
                      <a:endParaRPr lang="en-US" sz="1400" dirty="0"/>
                    </a:p>
                  </a:txBody>
                  <a:tcPr/>
                </a:tc>
                <a:tc>
                  <a:txBody>
                    <a:bodyPr/>
                    <a:lstStyle/>
                    <a:p>
                      <a:r>
                        <a:rPr lang="en-US" sz="1400" dirty="0"/>
                        <a:t>24:21</a:t>
                      </a:r>
                    </a:p>
                  </a:txBody>
                  <a:tcPr/>
                </a:tc>
                <a:tc>
                  <a:txBody>
                    <a:bodyPr/>
                    <a:lstStyle/>
                    <a:p>
                      <a:r>
                        <a:rPr lang="en-US" sz="1400" dirty="0"/>
                        <a:t>AWQOS</a:t>
                      </a:r>
                    </a:p>
                  </a:txBody>
                  <a:tcPr/>
                </a:tc>
                <a:extLst>
                  <a:ext uri="{0D108BD9-81ED-4DB2-BD59-A6C34878D82A}">
                    <a16:rowId xmlns:a16="http://schemas.microsoft.com/office/drawing/2014/main" val="2018992219"/>
                  </a:ext>
                </a:extLst>
              </a:tr>
              <a:tr h="126285">
                <a:tc>
                  <a:txBody>
                    <a:bodyPr/>
                    <a:lstStyle/>
                    <a:p>
                      <a:r>
                        <a:rPr lang="en-US" sz="1400" dirty="0"/>
                        <a:t>0x04</a:t>
                      </a:r>
                    </a:p>
                  </a:txBody>
                  <a:tcPr/>
                </a:tc>
                <a:tc>
                  <a:txBody>
                    <a:bodyPr/>
                    <a:lstStyle/>
                    <a:p>
                      <a:endParaRPr lang="en-US" sz="1400" dirty="0"/>
                    </a:p>
                  </a:txBody>
                  <a:tcPr/>
                </a:tc>
                <a:tc>
                  <a:txBody>
                    <a:bodyPr/>
                    <a:lstStyle/>
                    <a:p>
                      <a:r>
                        <a:rPr lang="en-US" sz="1400" dirty="0"/>
                        <a:t>3:0</a:t>
                      </a:r>
                    </a:p>
                  </a:txBody>
                  <a:tcPr/>
                </a:tc>
                <a:tc>
                  <a:txBody>
                    <a:bodyPr/>
                    <a:lstStyle/>
                    <a:p>
                      <a:r>
                        <a:rPr lang="en-US" sz="1400" dirty="0"/>
                        <a:t>WSTRB</a:t>
                      </a:r>
                    </a:p>
                  </a:txBody>
                  <a:tcPr/>
                </a:tc>
                <a:extLst>
                  <a:ext uri="{0D108BD9-81ED-4DB2-BD59-A6C34878D82A}">
                    <a16:rowId xmlns:a16="http://schemas.microsoft.com/office/drawing/2014/main" val="4192678348"/>
                  </a:ext>
                </a:extLst>
              </a:tr>
              <a:tr h="126285">
                <a:tc>
                  <a:txBody>
                    <a:bodyPr/>
                    <a:lstStyle/>
                    <a:p>
                      <a:r>
                        <a:rPr lang="en-US" sz="1400" dirty="0"/>
                        <a:t>0x04</a:t>
                      </a:r>
                    </a:p>
                  </a:txBody>
                  <a:tcPr/>
                </a:tc>
                <a:tc>
                  <a:txBody>
                    <a:bodyPr/>
                    <a:lstStyle/>
                    <a:p>
                      <a:endParaRPr lang="en-US" sz="1400" dirty="0"/>
                    </a:p>
                  </a:txBody>
                  <a:tcPr/>
                </a:tc>
                <a:tc>
                  <a:txBody>
                    <a:bodyPr/>
                    <a:lstStyle/>
                    <a:p>
                      <a:r>
                        <a:rPr lang="en-US" sz="1400" dirty="0"/>
                        <a:t>4</a:t>
                      </a:r>
                    </a:p>
                  </a:txBody>
                  <a:tcPr/>
                </a:tc>
                <a:tc>
                  <a:txBody>
                    <a:bodyPr/>
                    <a:lstStyle/>
                    <a:p>
                      <a:r>
                        <a:rPr lang="en-US" sz="1400" dirty="0"/>
                        <a:t>WLAST</a:t>
                      </a:r>
                    </a:p>
                  </a:txBody>
                  <a:tcPr/>
                </a:tc>
                <a:extLst>
                  <a:ext uri="{0D108BD9-81ED-4DB2-BD59-A6C34878D82A}">
                    <a16:rowId xmlns:a16="http://schemas.microsoft.com/office/drawing/2014/main" val="918881852"/>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7:0</a:t>
                      </a:r>
                    </a:p>
                  </a:txBody>
                  <a:tcPr/>
                </a:tc>
                <a:tc>
                  <a:txBody>
                    <a:bodyPr/>
                    <a:lstStyle/>
                    <a:p>
                      <a:r>
                        <a:rPr lang="en-US" sz="1400" dirty="0"/>
                        <a:t>ARLEN</a:t>
                      </a:r>
                    </a:p>
                  </a:txBody>
                  <a:tcPr/>
                </a:tc>
                <a:extLst>
                  <a:ext uri="{0D108BD9-81ED-4DB2-BD59-A6C34878D82A}">
                    <a16:rowId xmlns:a16="http://schemas.microsoft.com/office/drawing/2014/main" val="2922640563"/>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10:8</a:t>
                      </a:r>
                    </a:p>
                  </a:txBody>
                  <a:tcPr/>
                </a:tc>
                <a:tc>
                  <a:txBody>
                    <a:bodyPr/>
                    <a:lstStyle/>
                    <a:p>
                      <a:r>
                        <a:rPr lang="en-US" sz="1400" dirty="0"/>
                        <a:t>ARSIZE</a:t>
                      </a:r>
                    </a:p>
                  </a:txBody>
                  <a:tcPr/>
                </a:tc>
                <a:extLst>
                  <a:ext uri="{0D108BD9-81ED-4DB2-BD59-A6C34878D82A}">
                    <a16:rowId xmlns:a16="http://schemas.microsoft.com/office/drawing/2014/main" val="536713045"/>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12:11</a:t>
                      </a:r>
                    </a:p>
                  </a:txBody>
                  <a:tcPr/>
                </a:tc>
                <a:tc>
                  <a:txBody>
                    <a:bodyPr/>
                    <a:lstStyle/>
                    <a:p>
                      <a:r>
                        <a:rPr lang="en-US" sz="1400" dirty="0"/>
                        <a:t>ARBURST</a:t>
                      </a:r>
                    </a:p>
                  </a:txBody>
                  <a:tcPr/>
                </a:tc>
                <a:extLst>
                  <a:ext uri="{0D108BD9-81ED-4DB2-BD59-A6C34878D82A}">
                    <a16:rowId xmlns:a16="http://schemas.microsoft.com/office/drawing/2014/main" val="1491699458"/>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13</a:t>
                      </a:r>
                    </a:p>
                  </a:txBody>
                  <a:tcPr/>
                </a:tc>
                <a:tc>
                  <a:txBody>
                    <a:bodyPr/>
                    <a:lstStyle/>
                    <a:p>
                      <a:r>
                        <a:rPr lang="en-US" sz="1400" dirty="0"/>
                        <a:t>ARLOCK</a:t>
                      </a:r>
                    </a:p>
                  </a:txBody>
                  <a:tcPr/>
                </a:tc>
                <a:extLst>
                  <a:ext uri="{0D108BD9-81ED-4DB2-BD59-A6C34878D82A}">
                    <a16:rowId xmlns:a16="http://schemas.microsoft.com/office/drawing/2014/main" val="2854020495"/>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17:14</a:t>
                      </a:r>
                    </a:p>
                  </a:txBody>
                  <a:tcPr/>
                </a:tc>
                <a:tc>
                  <a:txBody>
                    <a:bodyPr/>
                    <a:lstStyle/>
                    <a:p>
                      <a:r>
                        <a:rPr lang="en-US" sz="1400" dirty="0"/>
                        <a:t>ARCACHE</a:t>
                      </a:r>
                    </a:p>
                  </a:txBody>
                  <a:tcPr/>
                </a:tc>
                <a:extLst>
                  <a:ext uri="{0D108BD9-81ED-4DB2-BD59-A6C34878D82A}">
                    <a16:rowId xmlns:a16="http://schemas.microsoft.com/office/drawing/2014/main" val="3240658247"/>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20:18</a:t>
                      </a:r>
                    </a:p>
                  </a:txBody>
                  <a:tcPr/>
                </a:tc>
                <a:tc>
                  <a:txBody>
                    <a:bodyPr/>
                    <a:lstStyle/>
                    <a:p>
                      <a:r>
                        <a:rPr lang="en-US" sz="1400" dirty="0"/>
                        <a:t>ARPROT</a:t>
                      </a:r>
                    </a:p>
                  </a:txBody>
                  <a:tcPr/>
                </a:tc>
                <a:extLst>
                  <a:ext uri="{0D108BD9-81ED-4DB2-BD59-A6C34878D82A}">
                    <a16:rowId xmlns:a16="http://schemas.microsoft.com/office/drawing/2014/main" val="126271248"/>
                  </a:ext>
                </a:extLst>
              </a:tr>
              <a:tr h="126285">
                <a:tc>
                  <a:txBody>
                    <a:bodyPr/>
                    <a:lstStyle/>
                    <a:p>
                      <a:r>
                        <a:rPr lang="en-US" sz="1400" dirty="0"/>
                        <a:t>0x05</a:t>
                      </a:r>
                    </a:p>
                  </a:txBody>
                  <a:tcPr/>
                </a:tc>
                <a:tc>
                  <a:txBody>
                    <a:bodyPr/>
                    <a:lstStyle/>
                    <a:p>
                      <a:endParaRPr lang="en-US" sz="1400" dirty="0"/>
                    </a:p>
                  </a:txBody>
                  <a:tcPr/>
                </a:tc>
                <a:tc>
                  <a:txBody>
                    <a:bodyPr/>
                    <a:lstStyle/>
                    <a:p>
                      <a:r>
                        <a:rPr lang="en-US" sz="1400" dirty="0"/>
                        <a:t>24:21</a:t>
                      </a:r>
                    </a:p>
                  </a:txBody>
                  <a:tcPr/>
                </a:tc>
                <a:tc>
                  <a:txBody>
                    <a:bodyPr/>
                    <a:lstStyle/>
                    <a:p>
                      <a:r>
                        <a:rPr lang="en-US" sz="1400" dirty="0"/>
                        <a:t>ARQOS</a:t>
                      </a:r>
                    </a:p>
                  </a:txBody>
                  <a:tcPr/>
                </a:tc>
                <a:extLst>
                  <a:ext uri="{0D108BD9-81ED-4DB2-BD59-A6C34878D82A}">
                    <a16:rowId xmlns:a16="http://schemas.microsoft.com/office/drawing/2014/main" val="2318948506"/>
                  </a:ext>
                </a:extLst>
              </a:tr>
            </a:tbl>
          </a:graphicData>
        </a:graphic>
      </p:graphicFrame>
      <p:graphicFrame>
        <p:nvGraphicFramePr>
          <p:cNvPr id="3" name="Table 2">
            <a:extLst>
              <a:ext uri="{FF2B5EF4-FFF2-40B4-BE49-F238E27FC236}">
                <a16:creationId xmlns:a16="http://schemas.microsoft.com/office/drawing/2014/main" id="{49B751A0-A5C8-9AF2-DCF9-5F8048BA30FF}"/>
              </a:ext>
            </a:extLst>
          </p:cNvPr>
          <p:cNvGraphicFramePr>
            <a:graphicFrameLocks noGrp="1"/>
          </p:cNvGraphicFramePr>
          <p:nvPr>
            <p:extLst>
              <p:ext uri="{D42A27DB-BD31-4B8C-83A1-F6EECF244321}">
                <p14:modId xmlns:p14="http://schemas.microsoft.com/office/powerpoint/2010/main" val="4224647692"/>
              </p:ext>
            </p:extLst>
          </p:nvPr>
        </p:nvGraphicFramePr>
        <p:xfrm>
          <a:off x="6323913" y="3240444"/>
          <a:ext cx="5596236" cy="3048000"/>
        </p:xfrm>
        <a:graphic>
          <a:graphicData uri="http://schemas.openxmlformats.org/drawingml/2006/table">
            <a:tbl>
              <a:tblPr firstRow="1" bandRow="1">
                <a:tableStyleId>{073A0DAA-6AF3-43AB-8588-CEC1D06C72B9}</a:tableStyleId>
              </a:tblPr>
              <a:tblGrid>
                <a:gridCol w="1399059">
                  <a:extLst>
                    <a:ext uri="{9D8B030D-6E8A-4147-A177-3AD203B41FA5}">
                      <a16:colId xmlns:a16="http://schemas.microsoft.com/office/drawing/2014/main" val="3958528293"/>
                    </a:ext>
                  </a:extLst>
                </a:gridCol>
                <a:gridCol w="1399059">
                  <a:extLst>
                    <a:ext uri="{9D8B030D-6E8A-4147-A177-3AD203B41FA5}">
                      <a16:colId xmlns:a16="http://schemas.microsoft.com/office/drawing/2014/main" val="1311225225"/>
                    </a:ext>
                  </a:extLst>
                </a:gridCol>
                <a:gridCol w="1399059">
                  <a:extLst>
                    <a:ext uri="{9D8B030D-6E8A-4147-A177-3AD203B41FA5}">
                      <a16:colId xmlns:a16="http://schemas.microsoft.com/office/drawing/2014/main" val="354457091"/>
                    </a:ext>
                  </a:extLst>
                </a:gridCol>
                <a:gridCol w="1399059">
                  <a:extLst>
                    <a:ext uri="{9D8B030D-6E8A-4147-A177-3AD203B41FA5}">
                      <a16:colId xmlns:a16="http://schemas.microsoft.com/office/drawing/2014/main" val="1458333160"/>
                    </a:ext>
                  </a:extLst>
                </a:gridCol>
              </a:tblGrid>
              <a:tr h="0">
                <a:tc>
                  <a:txBody>
                    <a:bodyPr/>
                    <a:lstStyle/>
                    <a:p>
                      <a:r>
                        <a:rPr lang="en-US" sz="1400" dirty="0"/>
                        <a:t>EP address</a:t>
                      </a:r>
                    </a:p>
                  </a:txBody>
                  <a:tcPr/>
                </a:tc>
                <a:tc>
                  <a:txBody>
                    <a:bodyPr/>
                    <a:lstStyle/>
                    <a:p>
                      <a:r>
                        <a:rPr lang="en-US" sz="1400" dirty="0"/>
                        <a:t>Type</a:t>
                      </a:r>
                    </a:p>
                  </a:txBody>
                  <a:tcPr/>
                </a:tc>
                <a:tc>
                  <a:txBody>
                    <a:bodyPr/>
                    <a:lstStyle/>
                    <a:p>
                      <a:r>
                        <a:rPr lang="en-US" sz="1400" dirty="0"/>
                        <a:t>Bits</a:t>
                      </a:r>
                    </a:p>
                  </a:txBody>
                  <a:tcPr/>
                </a:tc>
                <a:tc>
                  <a:txBody>
                    <a:bodyPr/>
                    <a:lstStyle/>
                    <a:p>
                      <a:r>
                        <a:rPr lang="en-US" sz="1400" dirty="0"/>
                        <a:t>Description</a:t>
                      </a:r>
                    </a:p>
                  </a:txBody>
                  <a:tcPr/>
                </a:tc>
                <a:extLst>
                  <a:ext uri="{0D108BD9-81ED-4DB2-BD59-A6C34878D82A}">
                    <a16:rowId xmlns:a16="http://schemas.microsoft.com/office/drawing/2014/main" val="1645804832"/>
                  </a:ext>
                </a:extLst>
              </a:tr>
              <a:tr h="0">
                <a:tc>
                  <a:txBody>
                    <a:bodyPr/>
                    <a:lstStyle/>
                    <a:p>
                      <a:r>
                        <a:rPr lang="en-US" sz="1400" dirty="0"/>
                        <a:t>0x20</a:t>
                      </a:r>
                    </a:p>
                  </a:txBody>
                  <a:tcPr/>
                </a:tc>
                <a:tc>
                  <a:txBody>
                    <a:bodyPr/>
                    <a:lstStyle/>
                    <a:p>
                      <a:r>
                        <a:rPr lang="en-US" sz="1400" dirty="0" err="1"/>
                        <a:t>wire_out</a:t>
                      </a:r>
                      <a:endParaRPr lang="en-US" sz="1400" dirty="0"/>
                    </a:p>
                  </a:txBody>
                  <a:tcPr/>
                </a:tc>
                <a:tc>
                  <a:txBody>
                    <a:bodyPr/>
                    <a:lstStyle/>
                    <a:p>
                      <a:r>
                        <a:rPr lang="en-US" sz="1400" dirty="0"/>
                        <a:t>0</a:t>
                      </a:r>
                    </a:p>
                  </a:txBody>
                  <a:tcPr/>
                </a:tc>
                <a:tc>
                  <a:txBody>
                    <a:bodyPr/>
                    <a:lstStyle/>
                    <a:p>
                      <a:r>
                        <a:rPr lang="en-US" sz="1400" dirty="0"/>
                        <a:t>AWVALID</a:t>
                      </a:r>
                    </a:p>
                  </a:txBody>
                  <a:tcPr/>
                </a:tc>
                <a:extLst>
                  <a:ext uri="{0D108BD9-81ED-4DB2-BD59-A6C34878D82A}">
                    <a16:rowId xmlns:a16="http://schemas.microsoft.com/office/drawing/2014/main" val="2308888314"/>
                  </a:ext>
                </a:extLst>
              </a:tr>
              <a:tr h="0">
                <a:tc>
                  <a:txBody>
                    <a:bodyPr/>
                    <a:lstStyle/>
                    <a:p>
                      <a:r>
                        <a:rPr lang="en-US" sz="1400" dirty="0"/>
                        <a:t>0x20</a:t>
                      </a:r>
                    </a:p>
                  </a:txBody>
                  <a:tcPr/>
                </a:tc>
                <a:tc>
                  <a:txBody>
                    <a:bodyPr/>
                    <a:lstStyle/>
                    <a:p>
                      <a:endParaRPr lang="en-US" sz="1400" dirty="0"/>
                    </a:p>
                  </a:txBody>
                  <a:tcPr/>
                </a:tc>
                <a:tc>
                  <a:txBody>
                    <a:bodyPr/>
                    <a:lstStyle/>
                    <a:p>
                      <a:r>
                        <a:rPr lang="en-US" sz="1400" dirty="0"/>
                        <a:t>1</a:t>
                      </a:r>
                    </a:p>
                  </a:txBody>
                  <a:tcPr/>
                </a:tc>
                <a:tc>
                  <a:txBody>
                    <a:bodyPr/>
                    <a:lstStyle/>
                    <a:p>
                      <a:r>
                        <a:rPr lang="en-US" sz="1400" dirty="0"/>
                        <a:t>WVALID</a:t>
                      </a:r>
                    </a:p>
                  </a:txBody>
                  <a:tcPr/>
                </a:tc>
                <a:extLst>
                  <a:ext uri="{0D108BD9-81ED-4DB2-BD59-A6C34878D82A}">
                    <a16:rowId xmlns:a16="http://schemas.microsoft.com/office/drawing/2014/main" val="3619360365"/>
                  </a:ext>
                </a:extLst>
              </a:tr>
              <a:tr h="0">
                <a:tc>
                  <a:txBody>
                    <a:bodyPr/>
                    <a:lstStyle/>
                    <a:p>
                      <a:r>
                        <a:rPr lang="en-US" sz="1400" dirty="0"/>
                        <a:t>0x20</a:t>
                      </a:r>
                    </a:p>
                  </a:txBody>
                  <a:tcPr/>
                </a:tc>
                <a:tc>
                  <a:txBody>
                    <a:bodyPr/>
                    <a:lstStyle/>
                    <a:p>
                      <a:endParaRPr lang="en-US" sz="1400" dirty="0"/>
                    </a:p>
                  </a:txBody>
                  <a:tcPr/>
                </a:tc>
                <a:tc>
                  <a:txBody>
                    <a:bodyPr/>
                    <a:lstStyle/>
                    <a:p>
                      <a:r>
                        <a:rPr lang="en-US" sz="1400" dirty="0"/>
                        <a:t>2</a:t>
                      </a:r>
                    </a:p>
                  </a:txBody>
                  <a:tcPr/>
                </a:tc>
                <a:tc>
                  <a:txBody>
                    <a:bodyPr/>
                    <a:lstStyle/>
                    <a:p>
                      <a:r>
                        <a:rPr lang="en-US" sz="1400" dirty="0"/>
                        <a:t>BVALID</a:t>
                      </a:r>
                    </a:p>
                  </a:txBody>
                  <a:tcPr/>
                </a:tc>
                <a:extLst>
                  <a:ext uri="{0D108BD9-81ED-4DB2-BD59-A6C34878D82A}">
                    <a16:rowId xmlns:a16="http://schemas.microsoft.com/office/drawing/2014/main" val="1163287734"/>
                  </a:ext>
                </a:extLst>
              </a:tr>
              <a:tr h="0">
                <a:tc>
                  <a:txBody>
                    <a:bodyPr/>
                    <a:lstStyle/>
                    <a:p>
                      <a:r>
                        <a:rPr lang="en-US" sz="1400" dirty="0"/>
                        <a:t>0x20</a:t>
                      </a:r>
                    </a:p>
                  </a:txBody>
                  <a:tcPr/>
                </a:tc>
                <a:tc>
                  <a:txBody>
                    <a:bodyPr/>
                    <a:lstStyle/>
                    <a:p>
                      <a:endParaRPr lang="en-US" sz="1400" dirty="0"/>
                    </a:p>
                  </a:txBody>
                  <a:tcPr/>
                </a:tc>
                <a:tc>
                  <a:txBody>
                    <a:bodyPr/>
                    <a:lstStyle/>
                    <a:p>
                      <a:r>
                        <a:rPr lang="en-US" sz="1400" dirty="0"/>
                        <a:t>3</a:t>
                      </a:r>
                    </a:p>
                  </a:txBody>
                  <a:tcPr/>
                </a:tc>
                <a:tc>
                  <a:txBody>
                    <a:bodyPr/>
                    <a:lstStyle/>
                    <a:p>
                      <a:r>
                        <a:rPr lang="en-US" sz="1400" dirty="0"/>
                        <a:t>ARVALID</a:t>
                      </a:r>
                    </a:p>
                  </a:txBody>
                  <a:tcPr/>
                </a:tc>
                <a:extLst>
                  <a:ext uri="{0D108BD9-81ED-4DB2-BD59-A6C34878D82A}">
                    <a16:rowId xmlns:a16="http://schemas.microsoft.com/office/drawing/2014/main" val="1079068937"/>
                  </a:ext>
                </a:extLst>
              </a:tr>
              <a:tr h="0">
                <a:tc>
                  <a:txBody>
                    <a:bodyPr/>
                    <a:lstStyle/>
                    <a:p>
                      <a:r>
                        <a:rPr lang="en-US" sz="1400" dirty="0"/>
                        <a:t>0x20</a:t>
                      </a:r>
                    </a:p>
                  </a:txBody>
                  <a:tcPr/>
                </a:tc>
                <a:tc>
                  <a:txBody>
                    <a:bodyPr/>
                    <a:lstStyle/>
                    <a:p>
                      <a:endParaRPr lang="en-US" sz="1400" dirty="0"/>
                    </a:p>
                  </a:txBody>
                  <a:tcPr/>
                </a:tc>
                <a:tc>
                  <a:txBody>
                    <a:bodyPr/>
                    <a:lstStyle/>
                    <a:p>
                      <a:r>
                        <a:rPr lang="en-US" sz="1400" dirty="0"/>
                        <a:t>4</a:t>
                      </a:r>
                    </a:p>
                  </a:txBody>
                  <a:tcPr/>
                </a:tc>
                <a:tc>
                  <a:txBody>
                    <a:bodyPr/>
                    <a:lstStyle/>
                    <a:p>
                      <a:r>
                        <a:rPr lang="en-US" sz="1400" dirty="0"/>
                        <a:t>RVALID</a:t>
                      </a:r>
                    </a:p>
                  </a:txBody>
                  <a:tcPr/>
                </a:tc>
                <a:extLst>
                  <a:ext uri="{0D108BD9-81ED-4DB2-BD59-A6C34878D82A}">
                    <a16:rowId xmlns:a16="http://schemas.microsoft.com/office/drawing/2014/main" val="346604178"/>
                  </a:ext>
                </a:extLst>
              </a:tr>
              <a:tr h="0">
                <a:tc>
                  <a:txBody>
                    <a:bodyPr/>
                    <a:lstStyle/>
                    <a:p>
                      <a:r>
                        <a:rPr lang="en-US" sz="1400" dirty="0"/>
                        <a:t>0x21</a:t>
                      </a:r>
                    </a:p>
                  </a:txBody>
                  <a:tcPr/>
                </a:tc>
                <a:tc>
                  <a:txBody>
                    <a:bodyPr/>
                    <a:lstStyle/>
                    <a:p>
                      <a:endParaRPr lang="en-US" sz="1400" dirty="0"/>
                    </a:p>
                  </a:txBody>
                  <a:tcPr/>
                </a:tc>
                <a:tc>
                  <a:txBody>
                    <a:bodyPr/>
                    <a:lstStyle/>
                    <a:p>
                      <a:r>
                        <a:rPr lang="en-US" sz="1400" dirty="0"/>
                        <a:t>31:0</a:t>
                      </a:r>
                    </a:p>
                  </a:txBody>
                  <a:tcPr/>
                </a:tc>
                <a:tc>
                  <a:txBody>
                    <a:bodyPr/>
                    <a:lstStyle/>
                    <a:p>
                      <a:r>
                        <a:rPr lang="en-US" sz="1400" dirty="0"/>
                        <a:t>RDATA</a:t>
                      </a:r>
                    </a:p>
                  </a:txBody>
                  <a:tcPr/>
                </a:tc>
                <a:extLst>
                  <a:ext uri="{0D108BD9-81ED-4DB2-BD59-A6C34878D82A}">
                    <a16:rowId xmlns:a16="http://schemas.microsoft.com/office/drawing/2014/main" val="3595561453"/>
                  </a:ext>
                </a:extLst>
              </a:tr>
              <a:tr h="0">
                <a:tc>
                  <a:txBody>
                    <a:bodyPr/>
                    <a:lstStyle/>
                    <a:p>
                      <a:r>
                        <a:rPr lang="en-US" sz="1400" dirty="0"/>
                        <a:t>0x22</a:t>
                      </a:r>
                    </a:p>
                  </a:txBody>
                  <a:tcPr/>
                </a:tc>
                <a:tc>
                  <a:txBody>
                    <a:bodyPr/>
                    <a:lstStyle/>
                    <a:p>
                      <a:endParaRPr lang="en-US" sz="1400" dirty="0"/>
                    </a:p>
                  </a:txBody>
                  <a:tcPr/>
                </a:tc>
                <a:tc>
                  <a:txBody>
                    <a:bodyPr/>
                    <a:lstStyle/>
                    <a:p>
                      <a:r>
                        <a:rPr lang="en-US" sz="1400" dirty="0"/>
                        <a:t>1:0</a:t>
                      </a:r>
                    </a:p>
                  </a:txBody>
                  <a:tcPr/>
                </a:tc>
                <a:tc>
                  <a:txBody>
                    <a:bodyPr/>
                    <a:lstStyle/>
                    <a:p>
                      <a:r>
                        <a:rPr lang="en-US" sz="1400" dirty="0"/>
                        <a:t>BRESP</a:t>
                      </a:r>
                    </a:p>
                  </a:txBody>
                  <a:tcPr/>
                </a:tc>
                <a:extLst>
                  <a:ext uri="{0D108BD9-81ED-4DB2-BD59-A6C34878D82A}">
                    <a16:rowId xmlns:a16="http://schemas.microsoft.com/office/drawing/2014/main" val="2002720438"/>
                  </a:ext>
                </a:extLst>
              </a:tr>
              <a:tr h="0">
                <a:tc>
                  <a:txBody>
                    <a:bodyPr/>
                    <a:lstStyle/>
                    <a:p>
                      <a:r>
                        <a:rPr lang="en-US" sz="1400" dirty="0"/>
                        <a:t>0x23</a:t>
                      </a:r>
                    </a:p>
                  </a:txBody>
                  <a:tcPr/>
                </a:tc>
                <a:tc>
                  <a:txBody>
                    <a:bodyPr/>
                    <a:lstStyle/>
                    <a:p>
                      <a:endParaRPr lang="en-US" sz="1400" dirty="0"/>
                    </a:p>
                  </a:txBody>
                  <a:tcPr/>
                </a:tc>
                <a:tc>
                  <a:txBody>
                    <a:bodyPr/>
                    <a:lstStyle/>
                    <a:p>
                      <a:r>
                        <a:rPr lang="en-US" sz="1400" dirty="0"/>
                        <a:t>1:0</a:t>
                      </a:r>
                    </a:p>
                  </a:txBody>
                  <a:tcPr/>
                </a:tc>
                <a:tc>
                  <a:txBody>
                    <a:bodyPr/>
                    <a:lstStyle/>
                    <a:p>
                      <a:r>
                        <a:rPr lang="en-US" sz="1400" dirty="0"/>
                        <a:t>RRESP</a:t>
                      </a:r>
                    </a:p>
                  </a:txBody>
                  <a:tcPr/>
                </a:tc>
                <a:extLst>
                  <a:ext uri="{0D108BD9-81ED-4DB2-BD59-A6C34878D82A}">
                    <a16:rowId xmlns:a16="http://schemas.microsoft.com/office/drawing/2014/main" val="1718477779"/>
                  </a:ext>
                </a:extLst>
              </a:tr>
              <a:tr h="0">
                <a:tc>
                  <a:txBody>
                    <a:bodyPr/>
                    <a:lstStyle/>
                    <a:p>
                      <a:r>
                        <a:rPr lang="en-US" sz="1400" dirty="0"/>
                        <a:t>0x23</a:t>
                      </a:r>
                    </a:p>
                  </a:txBody>
                  <a:tcPr/>
                </a:tc>
                <a:tc>
                  <a:txBody>
                    <a:bodyPr/>
                    <a:lstStyle/>
                    <a:p>
                      <a:endParaRPr lang="en-US" sz="1400" dirty="0"/>
                    </a:p>
                  </a:txBody>
                  <a:tcPr/>
                </a:tc>
                <a:tc>
                  <a:txBody>
                    <a:bodyPr/>
                    <a:lstStyle/>
                    <a:p>
                      <a:r>
                        <a:rPr lang="en-US" sz="1400" dirty="0"/>
                        <a:t>2</a:t>
                      </a:r>
                    </a:p>
                  </a:txBody>
                  <a:tcPr/>
                </a:tc>
                <a:tc>
                  <a:txBody>
                    <a:bodyPr/>
                    <a:lstStyle/>
                    <a:p>
                      <a:r>
                        <a:rPr lang="en-US" sz="1400" dirty="0"/>
                        <a:t>RLAST</a:t>
                      </a:r>
                    </a:p>
                  </a:txBody>
                  <a:tcPr/>
                </a:tc>
                <a:extLst>
                  <a:ext uri="{0D108BD9-81ED-4DB2-BD59-A6C34878D82A}">
                    <a16:rowId xmlns:a16="http://schemas.microsoft.com/office/drawing/2014/main" val="625908418"/>
                  </a:ext>
                </a:extLst>
              </a:tr>
            </a:tbl>
          </a:graphicData>
        </a:graphic>
      </p:graphicFrame>
      <p:graphicFrame>
        <p:nvGraphicFramePr>
          <p:cNvPr id="4" name="Table 3">
            <a:extLst>
              <a:ext uri="{FF2B5EF4-FFF2-40B4-BE49-F238E27FC236}">
                <a16:creationId xmlns:a16="http://schemas.microsoft.com/office/drawing/2014/main" id="{275E15D4-82C8-F294-5494-E3A3E6D84DE3}"/>
              </a:ext>
            </a:extLst>
          </p:cNvPr>
          <p:cNvGraphicFramePr>
            <a:graphicFrameLocks noGrp="1"/>
          </p:cNvGraphicFramePr>
          <p:nvPr>
            <p:extLst>
              <p:ext uri="{D42A27DB-BD31-4B8C-83A1-F6EECF244321}">
                <p14:modId xmlns:p14="http://schemas.microsoft.com/office/powerpoint/2010/main" val="656732040"/>
              </p:ext>
            </p:extLst>
          </p:nvPr>
        </p:nvGraphicFramePr>
        <p:xfrm>
          <a:off x="6323913" y="192444"/>
          <a:ext cx="5596236" cy="2133600"/>
        </p:xfrm>
        <a:graphic>
          <a:graphicData uri="http://schemas.openxmlformats.org/drawingml/2006/table">
            <a:tbl>
              <a:tblPr firstRow="1" bandRow="1">
                <a:tableStyleId>{073A0DAA-6AF3-43AB-8588-CEC1D06C72B9}</a:tableStyleId>
              </a:tblPr>
              <a:tblGrid>
                <a:gridCol w="1399059">
                  <a:extLst>
                    <a:ext uri="{9D8B030D-6E8A-4147-A177-3AD203B41FA5}">
                      <a16:colId xmlns:a16="http://schemas.microsoft.com/office/drawing/2014/main" val="3958528293"/>
                    </a:ext>
                  </a:extLst>
                </a:gridCol>
                <a:gridCol w="1399059">
                  <a:extLst>
                    <a:ext uri="{9D8B030D-6E8A-4147-A177-3AD203B41FA5}">
                      <a16:colId xmlns:a16="http://schemas.microsoft.com/office/drawing/2014/main" val="1311225225"/>
                    </a:ext>
                  </a:extLst>
                </a:gridCol>
                <a:gridCol w="1399059">
                  <a:extLst>
                    <a:ext uri="{9D8B030D-6E8A-4147-A177-3AD203B41FA5}">
                      <a16:colId xmlns:a16="http://schemas.microsoft.com/office/drawing/2014/main" val="354457091"/>
                    </a:ext>
                  </a:extLst>
                </a:gridCol>
                <a:gridCol w="1399059">
                  <a:extLst>
                    <a:ext uri="{9D8B030D-6E8A-4147-A177-3AD203B41FA5}">
                      <a16:colId xmlns:a16="http://schemas.microsoft.com/office/drawing/2014/main" val="1458333160"/>
                    </a:ext>
                  </a:extLst>
                </a:gridCol>
              </a:tblGrid>
              <a:tr h="0">
                <a:tc>
                  <a:txBody>
                    <a:bodyPr/>
                    <a:lstStyle/>
                    <a:p>
                      <a:r>
                        <a:rPr lang="en-US" sz="1400" dirty="0"/>
                        <a:t>EP address</a:t>
                      </a:r>
                    </a:p>
                  </a:txBody>
                  <a:tcPr/>
                </a:tc>
                <a:tc>
                  <a:txBody>
                    <a:bodyPr/>
                    <a:lstStyle/>
                    <a:p>
                      <a:r>
                        <a:rPr lang="en-US" sz="1400" dirty="0"/>
                        <a:t>Type</a:t>
                      </a:r>
                    </a:p>
                  </a:txBody>
                  <a:tcPr/>
                </a:tc>
                <a:tc>
                  <a:txBody>
                    <a:bodyPr/>
                    <a:lstStyle/>
                    <a:p>
                      <a:r>
                        <a:rPr lang="en-US" sz="1400" dirty="0"/>
                        <a:t>Bits</a:t>
                      </a:r>
                    </a:p>
                  </a:txBody>
                  <a:tcPr/>
                </a:tc>
                <a:tc>
                  <a:txBody>
                    <a:bodyPr/>
                    <a:lstStyle/>
                    <a:p>
                      <a:r>
                        <a:rPr lang="en-US" sz="1400" dirty="0"/>
                        <a:t>Description</a:t>
                      </a:r>
                    </a:p>
                  </a:txBody>
                  <a:tcPr/>
                </a:tc>
                <a:extLst>
                  <a:ext uri="{0D108BD9-81ED-4DB2-BD59-A6C34878D82A}">
                    <a16:rowId xmlns:a16="http://schemas.microsoft.com/office/drawing/2014/main" val="1645804832"/>
                  </a:ext>
                </a:extLst>
              </a:tr>
              <a:tr h="0">
                <a:tc>
                  <a:txBody>
                    <a:bodyPr/>
                    <a:lstStyle/>
                    <a:p>
                      <a:r>
                        <a:rPr lang="en-US" sz="1400" dirty="0"/>
                        <a:t>0x40</a:t>
                      </a:r>
                    </a:p>
                  </a:txBody>
                  <a:tcPr/>
                </a:tc>
                <a:tc>
                  <a:txBody>
                    <a:bodyPr/>
                    <a:lstStyle/>
                    <a:p>
                      <a:r>
                        <a:rPr lang="en-US" sz="1400" dirty="0" err="1"/>
                        <a:t>trigger_in</a:t>
                      </a:r>
                      <a:endParaRPr lang="en-US" sz="1400" dirty="0"/>
                    </a:p>
                  </a:txBody>
                  <a:tcPr/>
                </a:tc>
                <a:tc>
                  <a:txBody>
                    <a:bodyPr/>
                    <a:lstStyle/>
                    <a:p>
                      <a:r>
                        <a:rPr lang="en-US" sz="1400" dirty="0"/>
                        <a:t>0</a:t>
                      </a:r>
                    </a:p>
                  </a:txBody>
                  <a:tcPr/>
                </a:tc>
                <a:tc>
                  <a:txBody>
                    <a:bodyPr/>
                    <a:lstStyle/>
                    <a:p>
                      <a:r>
                        <a:rPr lang="en-US" sz="1400" dirty="0"/>
                        <a:t>AWVALID</a:t>
                      </a:r>
                    </a:p>
                  </a:txBody>
                  <a:tcPr/>
                </a:tc>
                <a:extLst>
                  <a:ext uri="{0D108BD9-81ED-4DB2-BD59-A6C34878D82A}">
                    <a16:rowId xmlns:a16="http://schemas.microsoft.com/office/drawing/2014/main" val="2308888314"/>
                  </a:ext>
                </a:extLst>
              </a:tr>
              <a:tr h="0">
                <a:tc>
                  <a:txBody>
                    <a:bodyPr/>
                    <a:lstStyle/>
                    <a:p>
                      <a:r>
                        <a:rPr lang="en-US" sz="1400" dirty="0"/>
                        <a:t>0x40</a:t>
                      </a:r>
                    </a:p>
                  </a:txBody>
                  <a:tcPr/>
                </a:tc>
                <a:tc>
                  <a:txBody>
                    <a:bodyPr/>
                    <a:lstStyle/>
                    <a:p>
                      <a:endParaRPr lang="en-US" sz="1400" dirty="0"/>
                    </a:p>
                  </a:txBody>
                  <a:tcPr/>
                </a:tc>
                <a:tc>
                  <a:txBody>
                    <a:bodyPr/>
                    <a:lstStyle/>
                    <a:p>
                      <a:r>
                        <a:rPr lang="en-US" sz="1400" dirty="0"/>
                        <a:t>1</a:t>
                      </a:r>
                    </a:p>
                  </a:txBody>
                  <a:tcPr/>
                </a:tc>
                <a:tc>
                  <a:txBody>
                    <a:bodyPr/>
                    <a:lstStyle/>
                    <a:p>
                      <a:r>
                        <a:rPr lang="en-US" sz="1400" dirty="0"/>
                        <a:t>WVALID</a:t>
                      </a:r>
                    </a:p>
                  </a:txBody>
                  <a:tcPr/>
                </a:tc>
                <a:extLst>
                  <a:ext uri="{0D108BD9-81ED-4DB2-BD59-A6C34878D82A}">
                    <a16:rowId xmlns:a16="http://schemas.microsoft.com/office/drawing/2014/main" val="3619360365"/>
                  </a:ext>
                </a:extLst>
              </a:tr>
              <a:tr h="0">
                <a:tc>
                  <a:txBody>
                    <a:bodyPr/>
                    <a:lstStyle/>
                    <a:p>
                      <a:r>
                        <a:rPr lang="en-US" sz="1400" dirty="0"/>
                        <a:t>0x40</a:t>
                      </a:r>
                    </a:p>
                  </a:txBody>
                  <a:tcPr/>
                </a:tc>
                <a:tc>
                  <a:txBody>
                    <a:bodyPr/>
                    <a:lstStyle/>
                    <a:p>
                      <a:endParaRPr lang="en-US" sz="1400" dirty="0"/>
                    </a:p>
                  </a:txBody>
                  <a:tcPr/>
                </a:tc>
                <a:tc>
                  <a:txBody>
                    <a:bodyPr/>
                    <a:lstStyle/>
                    <a:p>
                      <a:r>
                        <a:rPr lang="en-US" sz="1400" dirty="0"/>
                        <a:t>2</a:t>
                      </a:r>
                    </a:p>
                  </a:txBody>
                  <a:tcPr/>
                </a:tc>
                <a:tc>
                  <a:txBody>
                    <a:bodyPr/>
                    <a:lstStyle/>
                    <a:p>
                      <a:r>
                        <a:rPr lang="en-US" sz="1400" dirty="0"/>
                        <a:t>BREADY</a:t>
                      </a:r>
                    </a:p>
                  </a:txBody>
                  <a:tcPr/>
                </a:tc>
                <a:extLst>
                  <a:ext uri="{0D108BD9-81ED-4DB2-BD59-A6C34878D82A}">
                    <a16:rowId xmlns:a16="http://schemas.microsoft.com/office/drawing/2014/main" val="2877155480"/>
                  </a:ext>
                </a:extLst>
              </a:tr>
              <a:tr h="0">
                <a:tc>
                  <a:txBody>
                    <a:bodyPr/>
                    <a:lstStyle/>
                    <a:p>
                      <a:r>
                        <a:rPr lang="en-US" sz="1400" dirty="0"/>
                        <a:t>0x40</a:t>
                      </a:r>
                    </a:p>
                  </a:txBody>
                  <a:tcPr/>
                </a:tc>
                <a:tc>
                  <a:txBody>
                    <a:bodyPr/>
                    <a:lstStyle/>
                    <a:p>
                      <a:endParaRPr lang="en-US" sz="1400" dirty="0"/>
                    </a:p>
                  </a:txBody>
                  <a:tcPr/>
                </a:tc>
                <a:tc>
                  <a:txBody>
                    <a:bodyPr/>
                    <a:lstStyle/>
                    <a:p>
                      <a:r>
                        <a:rPr lang="en-US" sz="1400" dirty="0"/>
                        <a:t>3</a:t>
                      </a:r>
                    </a:p>
                  </a:txBody>
                  <a:tcPr/>
                </a:tc>
                <a:tc>
                  <a:txBody>
                    <a:bodyPr/>
                    <a:lstStyle/>
                    <a:p>
                      <a:r>
                        <a:rPr lang="en-US" sz="1400" dirty="0"/>
                        <a:t>ARVALID</a:t>
                      </a:r>
                    </a:p>
                  </a:txBody>
                  <a:tcPr/>
                </a:tc>
                <a:extLst>
                  <a:ext uri="{0D108BD9-81ED-4DB2-BD59-A6C34878D82A}">
                    <a16:rowId xmlns:a16="http://schemas.microsoft.com/office/drawing/2014/main" val="2901714445"/>
                  </a:ext>
                </a:extLst>
              </a:tr>
              <a:tr h="0">
                <a:tc>
                  <a:txBody>
                    <a:bodyPr/>
                    <a:lstStyle/>
                    <a:p>
                      <a:r>
                        <a:rPr lang="en-US" sz="1400" dirty="0"/>
                        <a:t>0x40</a:t>
                      </a:r>
                    </a:p>
                  </a:txBody>
                  <a:tcPr/>
                </a:tc>
                <a:tc>
                  <a:txBody>
                    <a:bodyPr/>
                    <a:lstStyle/>
                    <a:p>
                      <a:endParaRPr lang="en-US" sz="1400" dirty="0"/>
                    </a:p>
                  </a:txBody>
                  <a:tcPr/>
                </a:tc>
                <a:tc>
                  <a:txBody>
                    <a:bodyPr/>
                    <a:lstStyle/>
                    <a:p>
                      <a:r>
                        <a:rPr lang="en-US" sz="1400" dirty="0"/>
                        <a:t>4</a:t>
                      </a:r>
                    </a:p>
                  </a:txBody>
                  <a:tcPr/>
                </a:tc>
                <a:tc>
                  <a:txBody>
                    <a:bodyPr/>
                    <a:lstStyle/>
                    <a:p>
                      <a:r>
                        <a:rPr lang="en-US" sz="1400" dirty="0"/>
                        <a:t>RREADY</a:t>
                      </a:r>
                    </a:p>
                  </a:txBody>
                  <a:tcPr/>
                </a:tc>
                <a:extLst>
                  <a:ext uri="{0D108BD9-81ED-4DB2-BD59-A6C34878D82A}">
                    <a16:rowId xmlns:a16="http://schemas.microsoft.com/office/drawing/2014/main" val="1176667553"/>
                  </a:ext>
                </a:extLst>
              </a:tr>
              <a:tr h="0">
                <a:tc>
                  <a:txBody>
                    <a:bodyPr/>
                    <a:lstStyle/>
                    <a:p>
                      <a:r>
                        <a:rPr lang="en-US" sz="1400" dirty="0"/>
                        <a:t>0x40</a:t>
                      </a:r>
                    </a:p>
                  </a:txBody>
                  <a:tcPr/>
                </a:tc>
                <a:tc>
                  <a:txBody>
                    <a:bodyPr/>
                    <a:lstStyle/>
                    <a:p>
                      <a:endParaRPr lang="en-US" sz="1400" dirty="0"/>
                    </a:p>
                  </a:txBody>
                  <a:tcPr/>
                </a:tc>
                <a:tc>
                  <a:txBody>
                    <a:bodyPr/>
                    <a:lstStyle/>
                    <a:p>
                      <a:r>
                        <a:rPr lang="en-US" sz="1400" dirty="0"/>
                        <a:t>5</a:t>
                      </a:r>
                    </a:p>
                  </a:txBody>
                  <a:tcPr/>
                </a:tc>
                <a:tc>
                  <a:txBody>
                    <a:bodyPr/>
                    <a:lstStyle/>
                    <a:p>
                      <a:r>
                        <a:rPr lang="en-US" sz="1400" dirty="0" err="1"/>
                        <a:t>global_resetn</a:t>
                      </a:r>
                      <a:endParaRPr lang="en-US" sz="1400" dirty="0"/>
                    </a:p>
                  </a:txBody>
                  <a:tcPr/>
                </a:tc>
                <a:extLst>
                  <a:ext uri="{0D108BD9-81ED-4DB2-BD59-A6C34878D82A}">
                    <a16:rowId xmlns:a16="http://schemas.microsoft.com/office/drawing/2014/main" val="940099963"/>
                  </a:ext>
                </a:extLst>
              </a:tr>
            </a:tbl>
          </a:graphicData>
        </a:graphic>
      </p:graphicFrame>
    </p:spTree>
    <p:extLst>
      <p:ext uri="{BB962C8B-B14F-4D97-AF65-F5344CB8AC3E}">
        <p14:creationId xmlns:p14="http://schemas.microsoft.com/office/powerpoint/2010/main" val="42632298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9CC66EE-7825-A251-687A-24635F9AECB6}"/>
              </a:ext>
            </a:extLst>
          </p:cNvPr>
          <p:cNvSpPr txBox="1"/>
          <p:nvPr/>
        </p:nvSpPr>
        <p:spPr>
          <a:xfrm>
            <a:off x="3722004" y="2747001"/>
            <a:ext cx="1233030" cy="307777"/>
          </a:xfrm>
          <a:prstGeom prst="rect">
            <a:avLst/>
          </a:prstGeom>
          <a:noFill/>
        </p:spPr>
        <p:txBody>
          <a:bodyPr wrap="none" rtlCol="0">
            <a:spAutoFit/>
          </a:bodyPr>
          <a:lstStyle/>
          <a:p>
            <a:r>
              <a:rPr lang="en-US" sz="1400" dirty="0"/>
              <a:t>10b@158MHz</a:t>
            </a:r>
          </a:p>
        </p:txBody>
      </p:sp>
      <p:sp>
        <p:nvSpPr>
          <p:cNvPr id="3" name="Rectangle 2">
            <a:extLst>
              <a:ext uri="{FF2B5EF4-FFF2-40B4-BE49-F238E27FC236}">
                <a16:creationId xmlns:a16="http://schemas.microsoft.com/office/drawing/2014/main" id="{D2CE8D1A-93F2-44E5-AE55-3A2680C72146}"/>
              </a:ext>
            </a:extLst>
          </p:cNvPr>
          <p:cNvSpPr/>
          <p:nvPr/>
        </p:nvSpPr>
        <p:spPr>
          <a:xfrm>
            <a:off x="2719641" y="2726424"/>
            <a:ext cx="996876" cy="1283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PHY</a:t>
            </a:r>
          </a:p>
        </p:txBody>
      </p:sp>
      <p:cxnSp>
        <p:nvCxnSpPr>
          <p:cNvPr id="5" name="Straight Arrow Connector 4">
            <a:extLst>
              <a:ext uri="{FF2B5EF4-FFF2-40B4-BE49-F238E27FC236}">
                <a16:creationId xmlns:a16="http://schemas.microsoft.com/office/drawing/2014/main" id="{53CEEE8D-2419-2765-AB7C-AC9E687E8184}"/>
              </a:ext>
            </a:extLst>
          </p:cNvPr>
          <p:cNvCxnSpPr>
            <a:cxnSpLocks/>
          </p:cNvCxnSpPr>
          <p:nvPr/>
        </p:nvCxnSpPr>
        <p:spPr>
          <a:xfrm>
            <a:off x="3722004" y="3028172"/>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 name="Straight Arrow Connector 5">
            <a:extLst>
              <a:ext uri="{FF2B5EF4-FFF2-40B4-BE49-F238E27FC236}">
                <a16:creationId xmlns:a16="http://schemas.microsoft.com/office/drawing/2014/main" id="{DA1A1CAE-1E6C-DDCD-2966-4B8EDC19DC39}"/>
              </a:ext>
            </a:extLst>
          </p:cNvPr>
          <p:cNvCxnSpPr>
            <a:cxnSpLocks/>
          </p:cNvCxnSpPr>
          <p:nvPr/>
        </p:nvCxnSpPr>
        <p:spPr>
          <a:xfrm>
            <a:off x="3743953" y="3397501"/>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9EC4D31-87E9-AC52-DE59-9F7FB8C7884D}"/>
              </a:ext>
            </a:extLst>
          </p:cNvPr>
          <p:cNvCxnSpPr>
            <a:cxnSpLocks/>
          </p:cNvCxnSpPr>
          <p:nvPr/>
        </p:nvCxnSpPr>
        <p:spPr>
          <a:xfrm>
            <a:off x="1113358" y="3028169"/>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89E2A759-8A8D-64D0-BDBB-0E6187C5EC80}"/>
              </a:ext>
            </a:extLst>
          </p:cNvPr>
          <p:cNvCxnSpPr>
            <a:cxnSpLocks/>
          </p:cNvCxnSpPr>
          <p:nvPr/>
        </p:nvCxnSpPr>
        <p:spPr>
          <a:xfrm>
            <a:off x="1138671" y="3397498"/>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195EA078-7619-4750-02FC-A6CB83536C7B}"/>
              </a:ext>
            </a:extLst>
          </p:cNvPr>
          <p:cNvSpPr txBox="1"/>
          <p:nvPr/>
        </p:nvSpPr>
        <p:spPr>
          <a:xfrm>
            <a:off x="1293072" y="2754205"/>
            <a:ext cx="1233030" cy="307777"/>
          </a:xfrm>
          <a:prstGeom prst="rect">
            <a:avLst/>
          </a:prstGeom>
          <a:noFill/>
        </p:spPr>
        <p:txBody>
          <a:bodyPr wrap="none" rtlCol="0">
            <a:spAutoFit/>
          </a:bodyPr>
          <a:lstStyle/>
          <a:p>
            <a:r>
              <a:rPr lang="en-US" sz="1400" dirty="0"/>
              <a:t>2b@1500MHz</a:t>
            </a:r>
          </a:p>
        </p:txBody>
      </p:sp>
      <p:sp>
        <p:nvSpPr>
          <p:cNvPr id="11" name="TextBox 10">
            <a:extLst>
              <a:ext uri="{FF2B5EF4-FFF2-40B4-BE49-F238E27FC236}">
                <a16:creationId xmlns:a16="http://schemas.microsoft.com/office/drawing/2014/main" id="{8A3677A2-3BF2-AA74-9BAD-6E3B6BA9B23B}"/>
              </a:ext>
            </a:extLst>
          </p:cNvPr>
          <p:cNvSpPr txBox="1"/>
          <p:nvPr/>
        </p:nvSpPr>
        <p:spPr>
          <a:xfrm>
            <a:off x="3728716" y="3118376"/>
            <a:ext cx="1233030" cy="307777"/>
          </a:xfrm>
          <a:prstGeom prst="rect">
            <a:avLst/>
          </a:prstGeom>
          <a:noFill/>
        </p:spPr>
        <p:txBody>
          <a:bodyPr wrap="none" rtlCol="0">
            <a:spAutoFit/>
          </a:bodyPr>
          <a:lstStyle/>
          <a:p>
            <a:r>
              <a:rPr lang="en-US" sz="1400" dirty="0"/>
              <a:t>10b@158MHz</a:t>
            </a:r>
          </a:p>
        </p:txBody>
      </p:sp>
      <p:sp>
        <p:nvSpPr>
          <p:cNvPr id="12" name="TextBox 11">
            <a:extLst>
              <a:ext uri="{FF2B5EF4-FFF2-40B4-BE49-F238E27FC236}">
                <a16:creationId xmlns:a16="http://schemas.microsoft.com/office/drawing/2014/main" id="{ACF7B90B-CE21-844E-F800-532F8FBF0116}"/>
              </a:ext>
            </a:extLst>
          </p:cNvPr>
          <p:cNvSpPr txBox="1"/>
          <p:nvPr/>
        </p:nvSpPr>
        <p:spPr>
          <a:xfrm>
            <a:off x="1299784" y="3125580"/>
            <a:ext cx="1233030" cy="307777"/>
          </a:xfrm>
          <a:prstGeom prst="rect">
            <a:avLst/>
          </a:prstGeom>
          <a:noFill/>
        </p:spPr>
        <p:txBody>
          <a:bodyPr wrap="none" rtlCol="0">
            <a:spAutoFit/>
          </a:bodyPr>
          <a:lstStyle/>
          <a:p>
            <a:r>
              <a:rPr lang="en-US" sz="1400" dirty="0"/>
              <a:t>2b@1500MHz</a:t>
            </a:r>
          </a:p>
        </p:txBody>
      </p:sp>
      <p:sp>
        <p:nvSpPr>
          <p:cNvPr id="13" name="TextBox 12">
            <a:extLst>
              <a:ext uri="{FF2B5EF4-FFF2-40B4-BE49-F238E27FC236}">
                <a16:creationId xmlns:a16="http://schemas.microsoft.com/office/drawing/2014/main" id="{78650B02-3D79-912A-8436-ED009263157F}"/>
              </a:ext>
            </a:extLst>
          </p:cNvPr>
          <p:cNvSpPr txBox="1"/>
          <p:nvPr/>
        </p:nvSpPr>
        <p:spPr>
          <a:xfrm>
            <a:off x="133474" y="2866042"/>
            <a:ext cx="930063" cy="307777"/>
          </a:xfrm>
          <a:prstGeom prst="rect">
            <a:avLst/>
          </a:prstGeom>
          <a:noFill/>
        </p:spPr>
        <p:txBody>
          <a:bodyPr wrap="none" rtlCol="0">
            <a:spAutoFit/>
          </a:bodyPr>
          <a:lstStyle/>
          <a:p>
            <a:r>
              <a:rPr lang="en-US" sz="1400" dirty="0"/>
              <a:t>MIPI CSI-2</a:t>
            </a:r>
          </a:p>
        </p:txBody>
      </p:sp>
      <p:sp>
        <p:nvSpPr>
          <p:cNvPr id="14" name="Rectangle 13">
            <a:extLst>
              <a:ext uri="{FF2B5EF4-FFF2-40B4-BE49-F238E27FC236}">
                <a16:creationId xmlns:a16="http://schemas.microsoft.com/office/drawing/2014/main" id="{09225EB8-2E81-F6E9-2E51-2FFFBC322894}"/>
              </a:ext>
            </a:extLst>
          </p:cNvPr>
          <p:cNvSpPr/>
          <p:nvPr/>
        </p:nvSpPr>
        <p:spPr>
          <a:xfrm>
            <a:off x="5112789" y="2698951"/>
            <a:ext cx="822913" cy="1283322"/>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format</a:t>
            </a:r>
          </a:p>
        </p:txBody>
      </p:sp>
      <p:sp>
        <p:nvSpPr>
          <p:cNvPr id="16" name="TextBox 15">
            <a:extLst>
              <a:ext uri="{FF2B5EF4-FFF2-40B4-BE49-F238E27FC236}">
                <a16:creationId xmlns:a16="http://schemas.microsoft.com/office/drawing/2014/main" id="{6C3B196C-5085-C549-E3C7-8ECB72110FC5}"/>
              </a:ext>
            </a:extLst>
          </p:cNvPr>
          <p:cNvSpPr txBox="1"/>
          <p:nvPr/>
        </p:nvSpPr>
        <p:spPr>
          <a:xfrm>
            <a:off x="5982909" y="1633159"/>
            <a:ext cx="1205779" cy="738664"/>
          </a:xfrm>
          <a:prstGeom prst="rect">
            <a:avLst/>
          </a:prstGeom>
          <a:noFill/>
        </p:spPr>
        <p:txBody>
          <a:bodyPr wrap="none" rtlCol="0">
            <a:spAutoFit/>
          </a:bodyPr>
          <a:lstStyle/>
          <a:p>
            <a:r>
              <a:rPr lang="en-US" sz="1400" dirty="0"/>
              <a:t>AXI-S</a:t>
            </a:r>
          </a:p>
          <a:p>
            <a:r>
              <a:rPr lang="en-US" sz="1400" dirty="0"/>
              <a:t>[1120,1280,3]</a:t>
            </a:r>
          </a:p>
          <a:p>
            <a:r>
              <a:rPr lang="en-US" sz="1400" dirty="0"/>
              <a:t>110fps</a:t>
            </a:r>
          </a:p>
        </p:txBody>
      </p:sp>
      <p:sp>
        <p:nvSpPr>
          <p:cNvPr id="18" name="Rectangle 17">
            <a:extLst>
              <a:ext uri="{FF2B5EF4-FFF2-40B4-BE49-F238E27FC236}">
                <a16:creationId xmlns:a16="http://schemas.microsoft.com/office/drawing/2014/main" id="{675591EF-B7B5-4265-A869-663B384EC8B8}"/>
              </a:ext>
            </a:extLst>
          </p:cNvPr>
          <p:cNvSpPr/>
          <p:nvPr/>
        </p:nvSpPr>
        <p:spPr>
          <a:xfrm>
            <a:off x="7173168" y="2698949"/>
            <a:ext cx="1028891" cy="131079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convnet model</a:t>
            </a:r>
          </a:p>
        </p:txBody>
      </p:sp>
      <p:cxnSp>
        <p:nvCxnSpPr>
          <p:cNvPr id="19" name="Straight Arrow Connector 18">
            <a:extLst>
              <a:ext uri="{FF2B5EF4-FFF2-40B4-BE49-F238E27FC236}">
                <a16:creationId xmlns:a16="http://schemas.microsoft.com/office/drawing/2014/main" id="{87056B0F-95D9-AA38-0C70-D63DF75E7013}"/>
              </a:ext>
            </a:extLst>
          </p:cNvPr>
          <p:cNvCxnSpPr>
            <a:cxnSpLocks/>
          </p:cNvCxnSpPr>
          <p:nvPr/>
        </p:nvCxnSpPr>
        <p:spPr>
          <a:xfrm>
            <a:off x="8206008" y="3319472"/>
            <a:ext cx="1224797"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AB2BD386-EFA0-FFE4-1B53-AB7516BD2EBA}"/>
              </a:ext>
            </a:extLst>
          </p:cNvPr>
          <p:cNvSpPr txBox="1"/>
          <p:nvPr/>
        </p:nvSpPr>
        <p:spPr>
          <a:xfrm>
            <a:off x="8355799" y="1633159"/>
            <a:ext cx="1023037" cy="738664"/>
          </a:xfrm>
          <a:prstGeom prst="rect">
            <a:avLst/>
          </a:prstGeom>
          <a:noFill/>
        </p:spPr>
        <p:txBody>
          <a:bodyPr wrap="none" rtlCol="0">
            <a:spAutoFit/>
          </a:bodyPr>
          <a:lstStyle/>
          <a:p>
            <a:r>
              <a:rPr lang="en-US" sz="1400" dirty="0"/>
              <a:t>AXI-S</a:t>
            </a:r>
          </a:p>
          <a:p>
            <a:r>
              <a:rPr lang="en-US" sz="1400" dirty="0"/>
              <a:t>[480,640,1]</a:t>
            </a:r>
          </a:p>
          <a:p>
            <a:r>
              <a:rPr lang="en-US" sz="1400" dirty="0"/>
              <a:t>110fps</a:t>
            </a:r>
          </a:p>
        </p:txBody>
      </p:sp>
      <p:sp>
        <p:nvSpPr>
          <p:cNvPr id="21" name="TextBox 20">
            <a:extLst>
              <a:ext uri="{FF2B5EF4-FFF2-40B4-BE49-F238E27FC236}">
                <a16:creationId xmlns:a16="http://schemas.microsoft.com/office/drawing/2014/main" id="{EE08566C-DF99-05EB-01D8-368929C0E01D}"/>
              </a:ext>
            </a:extLst>
          </p:cNvPr>
          <p:cNvSpPr txBox="1"/>
          <p:nvPr/>
        </p:nvSpPr>
        <p:spPr>
          <a:xfrm>
            <a:off x="8192262" y="3006652"/>
            <a:ext cx="1050288" cy="307777"/>
          </a:xfrm>
          <a:prstGeom prst="rect">
            <a:avLst/>
          </a:prstGeom>
          <a:noFill/>
        </p:spPr>
        <p:txBody>
          <a:bodyPr wrap="none" rtlCol="0">
            <a:spAutoFit/>
          </a:bodyPr>
          <a:lstStyle/>
          <a:p>
            <a:r>
              <a:rPr lang="en-US" sz="1400" dirty="0"/>
              <a:t>8b@38MHz</a:t>
            </a:r>
          </a:p>
        </p:txBody>
      </p:sp>
      <p:sp>
        <p:nvSpPr>
          <p:cNvPr id="22" name="Rectangle 21">
            <a:extLst>
              <a:ext uri="{FF2B5EF4-FFF2-40B4-BE49-F238E27FC236}">
                <a16:creationId xmlns:a16="http://schemas.microsoft.com/office/drawing/2014/main" id="{7A1285E2-4C8A-3CEA-7BA3-D5E519733CD3}"/>
              </a:ext>
            </a:extLst>
          </p:cNvPr>
          <p:cNvSpPr/>
          <p:nvPr/>
        </p:nvSpPr>
        <p:spPr>
          <a:xfrm>
            <a:off x="9446779" y="2814281"/>
            <a:ext cx="1028891"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output buffer</a:t>
            </a:r>
          </a:p>
        </p:txBody>
      </p:sp>
      <p:cxnSp>
        <p:nvCxnSpPr>
          <p:cNvPr id="23" name="Straight Arrow Connector 22">
            <a:extLst>
              <a:ext uri="{FF2B5EF4-FFF2-40B4-BE49-F238E27FC236}">
                <a16:creationId xmlns:a16="http://schemas.microsoft.com/office/drawing/2014/main" id="{26D1A590-0403-27C7-A0FE-0FA55E8D91CF}"/>
              </a:ext>
            </a:extLst>
          </p:cNvPr>
          <p:cNvCxnSpPr>
            <a:cxnSpLocks/>
          </p:cNvCxnSpPr>
          <p:nvPr/>
        </p:nvCxnSpPr>
        <p:spPr>
          <a:xfrm>
            <a:off x="10479117" y="3318271"/>
            <a:ext cx="50316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9C6A8E74-A994-E3F7-D270-57A2DFCC069D}"/>
              </a:ext>
            </a:extLst>
          </p:cNvPr>
          <p:cNvSpPr txBox="1"/>
          <p:nvPr/>
        </p:nvSpPr>
        <p:spPr>
          <a:xfrm>
            <a:off x="11072902" y="3160540"/>
            <a:ext cx="570990" cy="307777"/>
          </a:xfrm>
          <a:prstGeom prst="rect">
            <a:avLst/>
          </a:prstGeom>
          <a:noFill/>
        </p:spPr>
        <p:txBody>
          <a:bodyPr wrap="none" rtlCol="0">
            <a:spAutoFit/>
          </a:bodyPr>
          <a:lstStyle/>
          <a:p>
            <a:r>
              <a:rPr lang="en-US" sz="1400" dirty="0"/>
              <a:t>USB3</a:t>
            </a:r>
          </a:p>
        </p:txBody>
      </p:sp>
      <p:sp>
        <p:nvSpPr>
          <p:cNvPr id="29" name="TextBox 28">
            <a:extLst>
              <a:ext uri="{FF2B5EF4-FFF2-40B4-BE49-F238E27FC236}">
                <a16:creationId xmlns:a16="http://schemas.microsoft.com/office/drawing/2014/main" id="{1F931101-DA91-736C-2A56-C4816144539D}"/>
              </a:ext>
            </a:extLst>
          </p:cNvPr>
          <p:cNvSpPr txBox="1"/>
          <p:nvPr/>
        </p:nvSpPr>
        <p:spPr>
          <a:xfrm>
            <a:off x="3728716" y="3474832"/>
            <a:ext cx="1233030" cy="307777"/>
          </a:xfrm>
          <a:prstGeom prst="rect">
            <a:avLst/>
          </a:prstGeom>
          <a:noFill/>
        </p:spPr>
        <p:txBody>
          <a:bodyPr wrap="none" rtlCol="0">
            <a:spAutoFit/>
          </a:bodyPr>
          <a:lstStyle/>
          <a:p>
            <a:r>
              <a:rPr lang="en-US" sz="1400" dirty="0"/>
              <a:t>10b@158MHz</a:t>
            </a:r>
          </a:p>
        </p:txBody>
      </p:sp>
      <p:cxnSp>
        <p:nvCxnSpPr>
          <p:cNvPr id="30" name="Straight Arrow Connector 29">
            <a:extLst>
              <a:ext uri="{FF2B5EF4-FFF2-40B4-BE49-F238E27FC236}">
                <a16:creationId xmlns:a16="http://schemas.microsoft.com/office/drawing/2014/main" id="{02936DB0-15DC-849C-A1D5-812F74DD7111}"/>
              </a:ext>
            </a:extLst>
          </p:cNvPr>
          <p:cNvCxnSpPr>
            <a:cxnSpLocks/>
          </p:cNvCxnSpPr>
          <p:nvPr/>
        </p:nvCxnSpPr>
        <p:spPr>
          <a:xfrm>
            <a:off x="3728716" y="3756003"/>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004B0D8C-FD13-2EAE-026B-918998E521A7}"/>
              </a:ext>
            </a:extLst>
          </p:cNvPr>
          <p:cNvCxnSpPr>
            <a:cxnSpLocks/>
          </p:cNvCxnSpPr>
          <p:nvPr/>
        </p:nvCxnSpPr>
        <p:spPr>
          <a:xfrm>
            <a:off x="1120070" y="3756000"/>
            <a:ext cx="1594395"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EE00BE7B-6C90-DCB2-0147-D64FBFD17A93}"/>
              </a:ext>
            </a:extLst>
          </p:cNvPr>
          <p:cNvSpPr txBox="1"/>
          <p:nvPr/>
        </p:nvSpPr>
        <p:spPr>
          <a:xfrm>
            <a:off x="1299784" y="3482036"/>
            <a:ext cx="1233030" cy="307777"/>
          </a:xfrm>
          <a:prstGeom prst="rect">
            <a:avLst/>
          </a:prstGeom>
          <a:noFill/>
        </p:spPr>
        <p:txBody>
          <a:bodyPr wrap="none" rtlCol="0">
            <a:spAutoFit/>
          </a:bodyPr>
          <a:lstStyle/>
          <a:p>
            <a:r>
              <a:rPr lang="en-US" sz="1400" dirty="0"/>
              <a:t>2b@1500MHz</a:t>
            </a:r>
          </a:p>
        </p:txBody>
      </p:sp>
      <p:sp>
        <p:nvSpPr>
          <p:cNvPr id="33" name="TextBox 32">
            <a:extLst>
              <a:ext uri="{FF2B5EF4-FFF2-40B4-BE49-F238E27FC236}">
                <a16:creationId xmlns:a16="http://schemas.microsoft.com/office/drawing/2014/main" id="{44627B3C-2BF2-2AA1-9EF7-5180F6BDB0A0}"/>
              </a:ext>
            </a:extLst>
          </p:cNvPr>
          <p:cNvSpPr txBox="1"/>
          <p:nvPr/>
        </p:nvSpPr>
        <p:spPr>
          <a:xfrm>
            <a:off x="5942219" y="2720392"/>
            <a:ext cx="1233030" cy="307777"/>
          </a:xfrm>
          <a:prstGeom prst="rect">
            <a:avLst/>
          </a:prstGeom>
          <a:noFill/>
        </p:spPr>
        <p:txBody>
          <a:bodyPr wrap="none" rtlCol="0">
            <a:spAutoFit/>
          </a:bodyPr>
          <a:lstStyle/>
          <a:p>
            <a:r>
              <a:rPr lang="en-US" sz="1400" dirty="0"/>
              <a:t>10b@158MHz</a:t>
            </a:r>
          </a:p>
        </p:txBody>
      </p:sp>
      <p:sp>
        <p:nvSpPr>
          <p:cNvPr id="36" name="TextBox 35">
            <a:extLst>
              <a:ext uri="{FF2B5EF4-FFF2-40B4-BE49-F238E27FC236}">
                <a16:creationId xmlns:a16="http://schemas.microsoft.com/office/drawing/2014/main" id="{9227A0CF-99E8-D85A-CCBA-6B9CFB4EDC03}"/>
              </a:ext>
            </a:extLst>
          </p:cNvPr>
          <p:cNvSpPr txBox="1"/>
          <p:nvPr/>
        </p:nvSpPr>
        <p:spPr>
          <a:xfrm>
            <a:off x="5948931" y="3091767"/>
            <a:ext cx="1233030" cy="307777"/>
          </a:xfrm>
          <a:prstGeom prst="rect">
            <a:avLst/>
          </a:prstGeom>
          <a:noFill/>
        </p:spPr>
        <p:txBody>
          <a:bodyPr wrap="none" rtlCol="0">
            <a:spAutoFit/>
          </a:bodyPr>
          <a:lstStyle/>
          <a:p>
            <a:r>
              <a:rPr lang="en-US" sz="1400" dirty="0"/>
              <a:t>10b@158MHz</a:t>
            </a:r>
          </a:p>
        </p:txBody>
      </p:sp>
      <p:sp>
        <p:nvSpPr>
          <p:cNvPr id="37" name="TextBox 36">
            <a:extLst>
              <a:ext uri="{FF2B5EF4-FFF2-40B4-BE49-F238E27FC236}">
                <a16:creationId xmlns:a16="http://schemas.microsoft.com/office/drawing/2014/main" id="{AA10478F-C215-14A0-1416-99882F4E4ABF}"/>
              </a:ext>
            </a:extLst>
          </p:cNvPr>
          <p:cNvSpPr txBox="1"/>
          <p:nvPr/>
        </p:nvSpPr>
        <p:spPr>
          <a:xfrm>
            <a:off x="5948931" y="3448223"/>
            <a:ext cx="1233030" cy="307777"/>
          </a:xfrm>
          <a:prstGeom prst="rect">
            <a:avLst/>
          </a:prstGeom>
          <a:noFill/>
        </p:spPr>
        <p:txBody>
          <a:bodyPr wrap="none" rtlCol="0">
            <a:spAutoFit/>
          </a:bodyPr>
          <a:lstStyle/>
          <a:p>
            <a:r>
              <a:rPr lang="en-US" sz="1400" dirty="0"/>
              <a:t>10b@158MHz</a:t>
            </a:r>
          </a:p>
        </p:txBody>
      </p:sp>
      <p:grpSp>
        <p:nvGrpSpPr>
          <p:cNvPr id="39" name="Group 38">
            <a:extLst>
              <a:ext uri="{FF2B5EF4-FFF2-40B4-BE49-F238E27FC236}">
                <a16:creationId xmlns:a16="http://schemas.microsoft.com/office/drawing/2014/main" id="{C0307F7A-5F5C-88AC-DB64-AE7C1FDA5E63}"/>
              </a:ext>
            </a:extLst>
          </p:cNvPr>
          <p:cNvGrpSpPr/>
          <p:nvPr/>
        </p:nvGrpSpPr>
        <p:grpSpPr>
          <a:xfrm>
            <a:off x="5942219" y="3001563"/>
            <a:ext cx="1246469" cy="727834"/>
            <a:chOff x="6139931" y="3001563"/>
            <a:chExt cx="1404496" cy="727834"/>
          </a:xfrm>
        </p:grpSpPr>
        <p:cxnSp>
          <p:nvCxnSpPr>
            <p:cNvPr id="34" name="Straight Arrow Connector 33">
              <a:extLst>
                <a:ext uri="{FF2B5EF4-FFF2-40B4-BE49-F238E27FC236}">
                  <a16:creationId xmlns:a16="http://schemas.microsoft.com/office/drawing/2014/main" id="{DB65BB49-B945-0126-9BD3-F7485DD676A5}"/>
                </a:ext>
              </a:extLst>
            </p:cNvPr>
            <p:cNvCxnSpPr>
              <a:cxnSpLocks/>
            </p:cNvCxnSpPr>
            <p:nvPr/>
          </p:nvCxnSpPr>
          <p:spPr>
            <a:xfrm>
              <a:off x="6139931" y="3001563"/>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5B209CEA-6730-DBD5-F834-5E71FD6A800E}"/>
                </a:ext>
              </a:extLst>
            </p:cNvPr>
            <p:cNvCxnSpPr>
              <a:cxnSpLocks/>
            </p:cNvCxnSpPr>
            <p:nvPr/>
          </p:nvCxnSpPr>
          <p:spPr>
            <a:xfrm>
              <a:off x="6161880" y="3370892"/>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96A7948E-CE05-0348-204E-0A5CFE955191}"/>
                </a:ext>
              </a:extLst>
            </p:cNvPr>
            <p:cNvCxnSpPr>
              <a:cxnSpLocks/>
            </p:cNvCxnSpPr>
            <p:nvPr/>
          </p:nvCxnSpPr>
          <p:spPr>
            <a:xfrm>
              <a:off x="6146643" y="3729394"/>
              <a:ext cx="138254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sp>
        <p:nvSpPr>
          <p:cNvPr id="40" name="TextBox 39">
            <a:extLst>
              <a:ext uri="{FF2B5EF4-FFF2-40B4-BE49-F238E27FC236}">
                <a16:creationId xmlns:a16="http://schemas.microsoft.com/office/drawing/2014/main" id="{84C38C3C-58E1-6211-0774-9AD592CE9F4E}"/>
              </a:ext>
            </a:extLst>
          </p:cNvPr>
          <p:cNvSpPr txBox="1"/>
          <p:nvPr/>
        </p:nvSpPr>
        <p:spPr>
          <a:xfrm>
            <a:off x="145255" y="3205958"/>
            <a:ext cx="930063" cy="307777"/>
          </a:xfrm>
          <a:prstGeom prst="rect">
            <a:avLst/>
          </a:prstGeom>
          <a:noFill/>
        </p:spPr>
        <p:txBody>
          <a:bodyPr wrap="none" rtlCol="0">
            <a:spAutoFit/>
          </a:bodyPr>
          <a:lstStyle/>
          <a:p>
            <a:r>
              <a:rPr lang="en-US" sz="1400" dirty="0"/>
              <a:t>MIPI CSI-2</a:t>
            </a:r>
          </a:p>
        </p:txBody>
      </p:sp>
      <p:sp>
        <p:nvSpPr>
          <p:cNvPr id="41" name="TextBox 40">
            <a:extLst>
              <a:ext uri="{FF2B5EF4-FFF2-40B4-BE49-F238E27FC236}">
                <a16:creationId xmlns:a16="http://schemas.microsoft.com/office/drawing/2014/main" id="{A48CF226-6DED-49CF-27D6-5BB79B0F0CA6}"/>
              </a:ext>
            </a:extLst>
          </p:cNvPr>
          <p:cNvSpPr txBox="1"/>
          <p:nvPr/>
        </p:nvSpPr>
        <p:spPr>
          <a:xfrm>
            <a:off x="140186" y="3566146"/>
            <a:ext cx="930063" cy="307777"/>
          </a:xfrm>
          <a:prstGeom prst="rect">
            <a:avLst/>
          </a:prstGeom>
          <a:noFill/>
        </p:spPr>
        <p:txBody>
          <a:bodyPr wrap="none" rtlCol="0">
            <a:spAutoFit/>
          </a:bodyPr>
          <a:lstStyle/>
          <a:p>
            <a:r>
              <a:rPr lang="en-US" sz="1400" dirty="0"/>
              <a:t>MIPI CSI-2</a:t>
            </a:r>
          </a:p>
        </p:txBody>
      </p:sp>
      <p:sp>
        <p:nvSpPr>
          <p:cNvPr id="42" name="TextBox 41">
            <a:extLst>
              <a:ext uri="{FF2B5EF4-FFF2-40B4-BE49-F238E27FC236}">
                <a16:creationId xmlns:a16="http://schemas.microsoft.com/office/drawing/2014/main" id="{D2484B4A-342D-52CA-C660-FC42780E4B16}"/>
              </a:ext>
            </a:extLst>
          </p:cNvPr>
          <p:cNvSpPr txBox="1"/>
          <p:nvPr/>
        </p:nvSpPr>
        <p:spPr>
          <a:xfrm>
            <a:off x="11101443" y="98603"/>
            <a:ext cx="728084" cy="369332"/>
          </a:xfrm>
          <a:prstGeom prst="rect">
            <a:avLst/>
          </a:prstGeom>
          <a:noFill/>
        </p:spPr>
        <p:txBody>
          <a:bodyPr wrap="none" rtlCol="0">
            <a:spAutoFit/>
          </a:bodyPr>
          <a:lstStyle/>
          <a:p>
            <a:r>
              <a:rPr lang="en-US" dirty="0"/>
              <a:t>demo</a:t>
            </a:r>
          </a:p>
        </p:txBody>
      </p:sp>
      <p:sp>
        <p:nvSpPr>
          <p:cNvPr id="43" name="Rectangle 42">
            <a:extLst>
              <a:ext uri="{FF2B5EF4-FFF2-40B4-BE49-F238E27FC236}">
                <a16:creationId xmlns:a16="http://schemas.microsoft.com/office/drawing/2014/main" id="{A1BD09A0-8BCC-D056-C104-DCFC7965E877}"/>
              </a:ext>
            </a:extLst>
          </p:cNvPr>
          <p:cNvSpPr/>
          <p:nvPr/>
        </p:nvSpPr>
        <p:spPr>
          <a:xfrm>
            <a:off x="2526102" y="2529016"/>
            <a:ext cx="8141898" cy="1655806"/>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60645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EBEA8-D2BC-83CD-4D63-6E2D28268DC6}"/>
              </a:ext>
            </a:extLst>
          </p:cNvPr>
          <p:cNvSpPr txBox="1"/>
          <p:nvPr/>
        </p:nvSpPr>
        <p:spPr>
          <a:xfrm>
            <a:off x="0" y="6403738"/>
            <a:ext cx="12192000" cy="261610"/>
          </a:xfrm>
          <a:prstGeom prst="rect">
            <a:avLst/>
          </a:prstGeom>
          <a:noFill/>
        </p:spPr>
        <p:txBody>
          <a:bodyPr wrap="square">
            <a:spAutoFit/>
          </a:bodyPr>
          <a:lstStyle/>
          <a:p>
            <a:r>
              <a:rPr lang="en-US" sz="1100" dirty="0"/>
              <a:t>https://www.amazon.com/Lottery-Machine-Automatic-Electric-Colorful/dp/B0C1XGSZKQ/ref=sr_1_9?crid=1C4OQX8RFH0P4&amp;keywords=lottery+ping+pong+ball+machine</a:t>
            </a:r>
          </a:p>
        </p:txBody>
      </p:sp>
      <p:pic>
        <p:nvPicPr>
          <p:cNvPr id="4" name="Picture 3">
            <a:extLst>
              <a:ext uri="{FF2B5EF4-FFF2-40B4-BE49-F238E27FC236}">
                <a16:creationId xmlns:a16="http://schemas.microsoft.com/office/drawing/2014/main" id="{ABF14E82-63EB-023F-AC8A-A5F4584BE166}"/>
              </a:ext>
            </a:extLst>
          </p:cNvPr>
          <p:cNvPicPr>
            <a:picLocks noChangeAspect="1"/>
          </p:cNvPicPr>
          <p:nvPr/>
        </p:nvPicPr>
        <p:blipFill>
          <a:blip r:embed="rId2"/>
          <a:stretch>
            <a:fillRect/>
          </a:stretch>
        </p:blipFill>
        <p:spPr>
          <a:xfrm>
            <a:off x="305352" y="2366595"/>
            <a:ext cx="4014079" cy="3634516"/>
          </a:xfrm>
          <a:prstGeom prst="rect">
            <a:avLst/>
          </a:prstGeom>
        </p:spPr>
      </p:pic>
      <p:grpSp>
        <p:nvGrpSpPr>
          <p:cNvPr id="16" name="Group 15">
            <a:extLst>
              <a:ext uri="{FF2B5EF4-FFF2-40B4-BE49-F238E27FC236}">
                <a16:creationId xmlns:a16="http://schemas.microsoft.com/office/drawing/2014/main" id="{577A5208-8A66-2DE5-A19B-1CB9C8051D37}"/>
              </a:ext>
            </a:extLst>
          </p:cNvPr>
          <p:cNvGrpSpPr/>
          <p:nvPr/>
        </p:nvGrpSpPr>
        <p:grpSpPr>
          <a:xfrm flipH="1">
            <a:off x="5162932" y="2707547"/>
            <a:ext cx="1756755" cy="1324494"/>
            <a:chOff x="3704836" y="2745558"/>
            <a:chExt cx="1756755" cy="1324494"/>
          </a:xfrm>
        </p:grpSpPr>
        <p:grpSp>
          <p:nvGrpSpPr>
            <p:cNvPr id="11" name="Group 10">
              <a:extLst>
                <a:ext uri="{FF2B5EF4-FFF2-40B4-BE49-F238E27FC236}">
                  <a16:creationId xmlns:a16="http://schemas.microsoft.com/office/drawing/2014/main" id="{B60D0C2F-7B30-D29F-30A6-06FC7B2793D7}"/>
                </a:ext>
              </a:extLst>
            </p:cNvPr>
            <p:cNvGrpSpPr/>
            <p:nvPr/>
          </p:nvGrpSpPr>
          <p:grpSpPr>
            <a:xfrm flipH="1">
              <a:off x="4789579" y="2745558"/>
              <a:ext cx="672012" cy="1324494"/>
              <a:chOff x="1823957" y="2296320"/>
              <a:chExt cx="672012" cy="1324494"/>
            </a:xfrm>
          </p:grpSpPr>
          <p:sp>
            <p:nvSpPr>
              <p:cNvPr id="5" name="Flowchart: Direct Access Storage 4">
                <a:extLst>
                  <a:ext uri="{FF2B5EF4-FFF2-40B4-BE49-F238E27FC236}">
                    <a16:creationId xmlns:a16="http://schemas.microsoft.com/office/drawing/2014/main" id="{A2DAF67A-3C71-0B81-C37B-E35ED41A775E}"/>
                  </a:ext>
                </a:extLst>
              </p:cNvPr>
              <p:cNvSpPr/>
              <p:nvPr/>
            </p:nvSpPr>
            <p:spPr>
              <a:xfrm flipH="1">
                <a:off x="1826728" y="229632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Flowchart: Direct Access Storage 5">
                <a:extLst>
                  <a:ext uri="{FF2B5EF4-FFF2-40B4-BE49-F238E27FC236}">
                    <a16:creationId xmlns:a16="http://schemas.microsoft.com/office/drawing/2014/main" id="{1A41D848-A90D-3B93-0765-DC4E98E7ACFB}"/>
                  </a:ext>
                </a:extLst>
              </p:cNvPr>
              <p:cNvSpPr/>
              <p:nvPr/>
            </p:nvSpPr>
            <p:spPr>
              <a:xfrm flipH="1">
                <a:off x="1823957" y="329661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7" name="Connector: Curved 6">
                <a:extLst>
                  <a:ext uri="{FF2B5EF4-FFF2-40B4-BE49-F238E27FC236}">
                    <a16:creationId xmlns:a16="http://schemas.microsoft.com/office/drawing/2014/main" id="{A2E3FEFE-A177-596C-88D0-7FF713DB4351}"/>
                  </a:ext>
                </a:extLst>
              </p:cNvPr>
              <p:cNvCxnSpPr>
                <a:stCxn id="5" idx="1"/>
              </p:cNvCxnSpPr>
              <p:nvPr/>
            </p:nvCxnSpPr>
            <p:spPr>
              <a:xfrm>
                <a:off x="2026233" y="2458418"/>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8" name="Connector: Curved 7">
                <a:extLst>
                  <a:ext uri="{FF2B5EF4-FFF2-40B4-BE49-F238E27FC236}">
                    <a16:creationId xmlns:a16="http://schemas.microsoft.com/office/drawing/2014/main" id="{54BF6D65-6C63-FDBC-8E57-732510BC4141}"/>
                  </a:ext>
                </a:extLst>
              </p:cNvPr>
              <p:cNvCxnSpPr>
                <a:stCxn id="6" idx="1"/>
              </p:cNvCxnSpPr>
              <p:nvPr/>
            </p:nvCxnSpPr>
            <p:spPr>
              <a:xfrm flipV="1">
                <a:off x="2023462" y="3113954"/>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sp>
          <p:nvSpPr>
            <p:cNvPr id="12" name="Rectangle 11">
              <a:extLst>
                <a:ext uri="{FF2B5EF4-FFF2-40B4-BE49-F238E27FC236}">
                  <a16:creationId xmlns:a16="http://schemas.microsoft.com/office/drawing/2014/main" id="{AE08D9B4-092E-BB3B-6CA2-73C821CC1966}"/>
                </a:ext>
              </a:extLst>
            </p:cNvPr>
            <p:cNvSpPr/>
            <p:nvPr/>
          </p:nvSpPr>
          <p:spPr>
            <a:xfrm>
              <a:off x="3704836" y="3106297"/>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FPGA</a:t>
              </a:r>
            </a:p>
          </p:txBody>
        </p:sp>
      </p:grpSp>
      <p:sp>
        <p:nvSpPr>
          <p:cNvPr id="14" name="TextBox 13">
            <a:extLst>
              <a:ext uri="{FF2B5EF4-FFF2-40B4-BE49-F238E27FC236}">
                <a16:creationId xmlns:a16="http://schemas.microsoft.com/office/drawing/2014/main" id="{4F314D1F-396E-4FBC-1DE0-F7D54C118CB9}"/>
              </a:ext>
            </a:extLst>
          </p:cNvPr>
          <p:cNvSpPr txBox="1"/>
          <p:nvPr/>
        </p:nvSpPr>
        <p:spPr>
          <a:xfrm>
            <a:off x="3546804" y="1713767"/>
            <a:ext cx="3164136" cy="923330"/>
          </a:xfrm>
          <a:prstGeom prst="rect">
            <a:avLst/>
          </a:prstGeom>
          <a:noFill/>
        </p:spPr>
        <p:txBody>
          <a:bodyPr wrap="none" rtlCol="0">
            <a:spAutoFit/>
          </a:bodyPr>
          <a:lstStyle/>
          <a:p>
            <a:r>
              <a:rPr lang="en-US" dirty="0"/>
              <a:t>Mira220, IMG.2/SPEED.1/ADC.2</a:t>
            </a:r>
          </a:p>
          <a:p>
            <a:r>
              <a:rPr lang="en-US" dirty="0"/>
              <a:t>1280x1120/110fps/10b</a:t>
            </a:r>
          </a:p>
          <a:p>
            <a:r>
              <a:rPr lang="en-US" dirty="0"/>
              <a:t>MIPI CSI-2</a:t>
            </a:r>
          </a:p>
        </p:txBody>
      </p:sp>
      <p:pic>
        <p:nvPicPr>
          <p:cNvPr id="15" name="Picture 14">
            <a:extLst>
              <a:ext uri="{FF2B5EF4-FFF2-40B4-BE49-F238E27FC236}">
                <a16:creationId xmlns:a16="http://schemas.microsoft.com/office/drawing/2014/main" id="{BA617859-A0E6-6BFC-442A-96D8EEC91969}"/>
              </a:ext>
            </a:extLst>
          </p:cNvPr>
          <p:cNvPicPr>
            <a:picLocks noChangeAspect="1"/>
          </p:cNvPicPr>
          <p:nvPr/>
        </p:nvPicPr>
        <p:blipFill>
          <a:blip r:embed="rId3"/>
          <a:stretch>
            <a:fillRect/>
          </a:stretch>
        </p:blipFill>
        <p:spPr>
          <a:xfrm>
            <a:off x="9649961" y="1870999"/>
            <a:ext cx="1414511" cy="941293"/>
          </a:xfrm>
          <a:prstGeom prst="rect">
            <a:avLst/>
          </a:prstGeom>
        </p:spPr>
      </p:pic>
      <p:cxnSp>
        <p:nvCxnSpPr>
          <p:cNvPr id="18" name="Straight Arrow Connector 17">
            <a:extLst>
              <a:ext uri="{FF2B5EF4-FFF2-40B4-BE49-F238E27FC236}">
                <a16:creationId xmlns:a16="http://schemas.microsoft.com/office/drawing/2014/main" id="{DEBCC531-29E7-B5C4-E942-41F59798CD73}"/>
              </a:ext>
            </a:extLst>
          </p:cNvPr>
          <p:cNvCxnSpPr>
            <a:cxnSpLocks/>
            <a:stCxn id="12" idx="1"/>
          </p:cNvCxnSpPr>
          <p:nvPr/>
        </p:nvCxnSpPr>
        <p:spPr>
          <a:xfrm>
            <a:off x="6919687" y="3390989"/>
            <a:ext cx="145819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65DE6BF4-5924-A813-76F0-E335518E253C}"/>
              </a:ext>
            </a:extLst>
          </p:cNvPr>
          <p:cNvSpPr txBox="1"/>
          <p:nvPr/>
        </p:nvSpPr>
        <p:spPr>
          <a:xfrm>
            <a:off x="6919687" y="2452719"/>
            <a:ext cx="2036583" cy="923330"/>
          </a:xfrm>
          <a:prstGeom prst="rect">
            <a:avLst/>
          </a:prstGeom>
          <a:noFill/>
        </p:spPr>
        <p:txBody>
          <a:bodyPr wrap="none" rtlCol="0">
            <a:spAutoFit/>
          </a:bodyPr>
          <a:lstStyle/>
          <a:p>
            <a:r>
              <a:rPr lang="en-US" dirty="0"/>
              <a:t>stereo disparity</a:t>
            </a:r>
          </a:p>
          <a:p>
            <a:r>
              <a:rPr lang="en-US" dirty="0"/>
              <a:t>640x480/110fps/8b</a:t>
            </a:r>
          </a:p>
          <a:p>
            <a:r>
              <a:rPr lang="en-US" dirty="0"/>
              <a:t>USB3</a:t>
            </a:r>
          </a:p>
        </p:txBody>
      </p:sp>
      <p:sp>
        <p:nvSpPr>
          <p:cNvPr id="21" name="TextBox 20">
            <a:extLst>
              <a:ext uri="{FF2B5EF4-FFF2-40B4-BE49-F238E27FC236}">
                <a16:creationId xmlns:a16="http://schemas.microsoft.com/office/drawing/2014/main" id="{AC4AC017-21E2-FC5E-E8BC-65FA285F33E2}"/>
              </a:ext>
            </a:extLst>
          </p:cNvPr>
          <p:cNvSpPr txBox="1"/>
          <p:nvPr/>
        </p:nvSpPr>
        <p:spPr>
          <a:xfrm>
            <a:off x="10542962" y="128792"/>
            <a:ext cx="1584344" cy="369332"/>
          </a:xfrm>
          <a:prstGeom prst="rect">
            <a:avLst/>
          </a:prstGeom>
          <a:noFill/>
        </p:spPr>
        <p:txBody>
          <a:bodyPr wrap="none" rtlCol="0">
            <a:spAutoFit/>
          </a:bodyPr>
          <a:lstStyle/>
          <a:p>
            <a:r>
              <a:rPr lang="en-US" dirty="0"/>
              <a:t>demo concept </a:t>
            </a:r>
          </a:p>
        </p:txBody>
      </p:sp>
      <p:sp>
        <p:nvSpPr>
          <p:cNvPr id="2" name="Flowchart: Direct Access Storage 1">
            <a:extLst>
              <a:ext uri="{FF2B5EF4-FFF2-40B4-BE49-F238E27FC236}">
                <a16:creationId xmlns:a16="http://schemas.microsoft.com/office/drawing/2014/main" id="{6068AF5B-131E-9C8F-015E-ECC50BBBF72F}"/>
              </a:ext>
            </a:extLst>
          </p:cNvPr>
          <p:cNvSpPr/>
          <p:nvPr/>
        </p:nvSpPr>
        <p:spPr>
          <a:xfrm flipH="1">
            <a:off x="5162931" y="3201465"/>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00354C7-F650-EB44-5C47-4B215AB5D901}"/>
              </a:ext>
            </a:extLst>
          </p:cNvPr>
          <p:cNvCxnSpPr>
            <a:cxnSpLocks/>
            <a:stCxn id="2" idx="1"/>
            <a:endCxn id="12" idx="3"/>
          </p:cNvCxnSpPr>
          <p:nvPr/>
        </p:nvCxnSpPr>
        <p:spPr>
          <a:xfrm>
            <a:off x="5362436" y="3363563"/>
            <a:ext cx="472508" cy="2742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976BA310-8E14-F4EB-E62E-55F2971763FF}"/>
              </a:ext>
            </a:extLst>
          </p:cNvPr>
          <p:cNvSpPr txBox="1"/>
          <p:nvPr/>
        </p:nvSpPr>
        <p:spPr>
          <a:xfrm>
            <a:off x="4768711" y="3163933"/>
            <a:ext cx="381836" cy="369332"/>
          </a:xfrm>
          <a:prstGeom prst="rect">
            <a:avLst/>
          </a:prstGeom>
          <a:noFill/>
        </p:spPr>
        <p:txBody>
          <a:bodyPr wrap="none" rtlCol="0">
            <a:spAutoFit/>
          </a:bodyPr>
          <a:lstStyle/>
          <a:p>
            <a:r>
              <a:rPr lang="en-US" dirty="0"/>
              <a:t>M</a:t>
            </a:r>
          </a:p>
        </p:txBody>
      </p:sp>
      <p:sp>
        <p:nvSpPr>
          <p:cNvPr id="24" name="TextBox 23">
            <a:extLst>
              <a:ext uri="{FF2B5EF4-FFF2-40B4-BE49-F238E27FC236}">
                <a16:creationId xmlns:a16="http://schemas.microsoft.com/office/drawing/2014/main" id="{F051E3FB-2BD8-52F8-5E9F-D3DF09C2C08B}"/>
              </a:ext>
            </a:extLst>
          </p:cNvPr>
          <p:cNvSpPr txBox="1"/>
          <p:nvPr/>
        </p:nvSpPr>
        <p:spPr>
          <a:xfrm>
            <a:off x="4824548" y="3685277"/>
            <a:ext cx="282450" cy="369332"/>
          </a:xfrm>
          <a:prstGeom prst="rect">
            <a:avLst/>
          </a:prstGeom>
          <a:noFill/>
        </p:spPr>
        <p:txBody>
          <a:bodyPr wrap="none" rtlCol="0">
            <a:spAutoFit/>
          </a:bodyPr>
          <a:lstStyle/>
          <a:p>
            <a:r>
              <a:rPr lang="en-US" dirty="0"/>
              <a:t>L</a:t>
            </a:r>
          </a:p>
        </p:txBody>
      </p:sp>
      <p:sp>
        <p:nvSpPr>
          <p:cNvPr id="25" name="TextBox 24">
            <a:extLst>
              <a:ext uri="{FF2B5EF4-FFF2-40B4-BE49-F238E27FC236}">
                <a16:creationId xmlns:a16="http://schemas.microsoft.com/office/drawing/2014/main" id="{A86668D5-03AF-199C-17E9-6BAA5EE4F6D9}"/>
              </a:ext>
            </a:extLst>
          </p:cNvPr>
          <p:cNvSpPr txBox="1"/>
          <p:nvPr/>
        </p:nvSpPr>
        <p:spPr>
          <a:xfrm>
            <a:off x="4819172" y="2684979"/>
            <a:ext cx="309700" cy="369332"/>
          </a:xfrm>
          <a:prstGeom prst="rect">
            <a:avLst/>
          </a:prstGeom>
          <a:noFill/>
        </p:spPr>
        <p:txBody>
          <a:bodyPr wrap="none" rtlCol="0">
            <a:spAutoFit/>
          </a:bodyPr>
          <a:lstStyle/>
          <a:p>
            <a:r>
              <a:rPr lang="en-US" dirty="0"/>
              <a:t>R</a:t>
            </a:r>
          </a:p>
        </p:txBody>
      </p:sp>
      <p:pic>
        <p:nvPicPr>
          <p:cNvPr id="33" name="Picture 32">
            <a:extLst>
              <a:ext uri="{FF2B5EF4-FFF2-40B4-BE49-F238E27FC236}">
                <a16:creationId xmlns:a16="http://schemas.microsoft.com/office/drawing/2014/main" id="{95EC2775-E188-3861-D08F-9D845468B4F3}"/>
              </a:ext>
            </a:extLst>
          </p:cNvPr>
          <p:cNvPicPr>
            <a:picLocks noChangeAspect="1"/>
          </p:cNvPicPr>
          <p:nvPr/>
        </p:nvPicPr>
        <p:blipFill>
          <a:blip r:embed="rId4"/>
          <a:stretch>
            <a:fillRect/>
          </a:stretch>
        </p:blipFill>
        <p:spPr>
          <a:xfrm>
            <a:off x="9628087" y="3152180"/>
            <a:ext cx="1436385" cy="1804858"/>
          </a:xfrm>
          <a:prstGeom prst="rect">
            <a:avLst/>
          </a:prstGeom>
        </p:spPr>
      </p:pic>
    </p:spTree>
    <p:extLst>
      <p:ext uri="{BB962C8B-B14F-4D97-AF65-F5344CB8AC3E}">
        <p14:creationId xmlns:p14="http://schemas.microsoft.com/office/powerpoint/2010/main" val="2917919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FEBEA8-D2BC-83CD-4D63-6E2D28268DC6}"/>
              </a:ext>
            </a:extLst>
          </p:cNvPr>
          <p:cNvSpPr txBox="1"/>
          <p:nvPr/>
        </p:nvSpPr>
        <p:spPr>
          <a:xfrm>
            <a:off x="0" y="6403738"/>
            <a:ext cx="12192000" cy="261610"/>
          </a:xfrm>
          <a:prstGeom prst="rect">
            <a:avLst/>
          </a:prstGeom>
          <a:noFill/>
        </p:spPr>
        <p:txBody>
          <a:bodyPr wrap="square">
            <a:spAutoFit/>
          </a:bodyPr>
          <a:lstStyle/>
          <a:p>
            <a:r>
              <a:rPr lang="en-US" sz="1100" dirty="0"/>
              <a:t>https://www.amazon.com/Lottery-Machine-Automatic-Electric-Colorful/dp/B0C1XGSZKQ/ref=sr_1_9?crid=1C4OQX8RFH0P4&amp;keywords=lottery+ping+pong+ball+machine</a:t>
            </a:r>
          </a:p>
        </p:txBody>
      </p:sp>
      <p:sp>
        <p:nvSpPr>
          <p:cNvPr id="12" name="Rectangle 11">
            <a:extLst>
              <a:ext uri="{FF2B5EF4-FFF2-40B4-BE49-F238E27FC236}">
                <a16:creationId xmlns:a16="http://schemas.microsoft.com/office/drawing/2014/main" id="{AE08D9B4-092E-BB3B-6CA2-73C821CC1966}"/>
              </a:ext>
            </a:extLst>
          </p:cNvPr>
          <p:cNvSpPr/>
          <p:nvPr/>
        </p:nvSpPr>
        <p:spPr>
          <a:xfrm flipH="1">
            <a:off x="5830953" y="3069413"/>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FPGA</a:t>
            </a:r>
          </a:p>
        </p:txBody>
      </p:sp>
      <p:sp>
        <p:nvSpPr>
          <p:cNvPr id="14" name="TextBox 13">
            <a:extLst>
              <a:ext uri="{FF2B5EF4-FFF2-40B4-BE49-F238E27FC236}">
                <a16:creationId xmlns:a16="http://schemas.microsoft.com/office/drawing/2014/main" id="{4F314D1F-396E-4FBC-1DE0-F7D54C118CB9}"/>
              </a:ext>
            </a:extLst>
          </p:cNvPr>
          <p:cNvSpPr txBox="1"/>
          <p:nvPr/>
        </p:nvSpPr>
        <p:spPr>
          <a:xfrm>
            <a:off x="3288389" y="2019062"/>
            <a:ext cx="3164136" cy="369332"/>
          </a:xfrm>
          <a:prstGeom prst="rect">
            <a:avLst/>
          </a:prstGeom>
          <a:noFill/>
        </p:spPr>
        <p:txBody>
          <a:bodyPr wrap="none" rtlCol="0">
            <a:spAutoFit/>
          </a:bodyPr>
          <a:lstStyle/>
          <a:p>
            <a:r>
              <a:rPr lang="en-US" dirty="0"/>
              <a:t>Mira220, IMG.2/SPEED.1/ADC.2</a:t>
            </a:r>
          </a:p>
        </p:txBody>
      </p:sp>
      <p:cxnSp>
        <p:nvCxnSpPr>
          <p:cNvPr id="18" name="Straight Arrow Connector 17">
            <a:extLst>
              <a:ext uri="{FF2B5EF4-FFF2-40B4-BE49-F238E27FC236}">
                <a16:creationId xmlns:a16="http://schemas.microsoft.com/office/drawing/2014/main" id="{DEBCC531-29E7-B5C4-E942-41F59798CD73}"/>
              </a:ext>
            </a:extLst>
          </p:cNvPr>
          <p:cNvCxnSpPr>
            <a:cxnSpLocks/>
            <a:stCxn id="12" idx="1"/>
          </p:cNvCxnSpPr>
          <p:nvPr/>
        </p:nvCxnSpPr>
        <p:spPr>
          <a:xfrm>
            <a:off x="6915696" y="3392116"/>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65DE6BF4-5924-A813-76F0-E335518E253C}"/>
              </a:ext>
            </a:extLst>
          </p:cNvPr>
          <p:cNvSpPr txBox="1"/>
          <p:nvPr/>
        </p:nvSpPr>
        <p:spPr>
          <a:xfrm>
            <a:off x="71822" y="65652"/>
            <a:ext cx="8895833" cy="369332"/>
          </a:xfrm>
          <a:prstGeom prst="rect">
            <a:avLst/>
          </a:prstGeom>
          <a:noFill/>
        </p:spPr>
        <p:txBody>
          <a:bodyPr wrap="none" rtlCol="0">
            <a:spAutoFit/>
          </a:bodyPr>
          <a:lstStyle/>
          <a:p>
            <a:r>
              <a:rPr lang="en-US" dirty="0"/>
              <a:t>predict </a:t>
            </a:r>
            <a:r>
              <a:rPr lang="en-US" dirty="0" err="1"/>
              <a:t>RPLidar</a:t>
            </a:r>
            <a:r>
              <a:rPr lang="en-US" dirty="0"/>
              <a:t> 2-D LIDAR map from 3X Mira220 in 360 deg configuration (e.g. Roomba view)</a:t>
            </a:r>
          </a:p>
        </p:txBody>
      </p:sp>
      <p:sp>
        <p:nvSpPr>
          <p:cNvPr id="20" name="TextBox 19">
            <a:extLst>
              <a:ext uri="{FF2B5EF4-FFF2-40B4-BE49-F238E27FC236}">
                <a16:creationId xmlns:a16="http://schemas.microsoft.com/office/drawing/2014/main" id="{AB8A9A9E-2065-19E8-F7BE-DB6B2267CAE5}"/>
              </a:ext>
            </a:extLst>
          </p:cNvPr>
          <p:cNvSpPr txBox="1"/>
          <p:nvPr/>
        </p:nvSpPr>
        <p:spPr>
          <a:xfrm>
            <a:off x="7399152" y="3057259"/>
            <a:ext cx="2036583" cy="646331"/>
          </a:xfrm>
          <a:prstGeom prst="rect">
            <a:avLst/>
          </a:prstGeom>
          <a:noFill/>
        </p:spPr>
        <p:txBody>
          <a:bodyPr wrap="none" rtlCol="0">
            <a:spAutoFit/>
          </a:bodyPr>
          <a:lstStyle/>
          <a:p>
            <a:r>
              <a:rPr lang="en-US" dirty="0"/>
              <a:t>USB3</a:t>
            </a:r>
          </a:p>
          <a:p>
            <a:r>
              <a:rPr lang="en-US" dirty="0"/>
              <a:t>640x480/110fps/8b</a:t>
            </a:r>
          </a:p>
        </p:txBody>
      </p:sp>
      <p:sp>
        <p:nvSpPr>
          <p:cNvPr id="21" name="TextBox 20">
            <a:extLst>
              <a:ext uri="{FF2B5EF4-FFF2-40B4-BE49-F238E27FC236}">
                <a16:creationId xmlns:a16="http://schemas.microsoft.com/office/drawing/2014/main" id="{AC4AC017-21E2-FC5E-E8BC-65FA285F33E2}"/>
              </a:ext>
            </a:extLst>
          </p:cNvPr>
          <p:cNvSpPr txBox="1"/>
          <p:nvPr/>
        </p:nvSpPr>
        <p:spPr>
          <a:xfrm>
            <a:off x="10588733" y="55793"/>
            <a:ext cx="1531445" cy="369332"/>
          </a:xfrm>
          <a:prstGeom prst="rect">
            <a:avLst/>
          </a:prstGeom>
          <a:noFill/>
        </p:spPr>
        <p:txBody>
          <a:bodyPr wrap="none" rtlCol="0">
            <a:spAutoFit/>
          </a:bodyPr>
          <a:lstStyle/>
          <a:p>
            <a:r>
              <a:rPr lang="en-US" dirty="0"/>
              <a:t>demo concept</a:t>
            </a:r>
          </a:p>
        </p:txBody>
      </p:sp>
      <p:sp>
        <p:nvSpPr>
          <p:cNvPr id="22" name="TextBox 21">
            <a:extLst>
              <a:ext uri="{FF2B5EF4-FFF2-40B4-BE49-F238E27FC236}">
                <a16:creationId xmlns:a16="http://schemas.microsoft.com/office/drawing/2014/main" id="{AFE5F6A2-BF0F-3196-8A2D-51983254A441}"/>
              </a:ext>
            </a:extLst>
          </p:cNvPr>
          <p:cNvSpPr txBox="1"/>
          <p:nvPr/>
        </p:nvSpPr>
        <p:spPr>
          <a:xfrm>
            <a:off x="3311851" y="1643927"/>
            <a:ext cx="2387641" cy="369332"/>
          </a:xfrm>
          <a:prstGeom prst="rect">
            <a:avLst/>
          </a:prstGeom>
          <a:noFill/>
        </p:spPr>
        <p:txBody>
          <a:bodyPr wrap="none" rtlCol="0">
            <a:spAutoFit/>
          </a:bodyPr>
          <a:lstStyle/>
          <a:p>
            <a:r>
              <a:rPr lang="en-US" dirty="0"/>
              <a:t>1280x1120/110fps/10b</a:t>
            </a:r>
          </a:p>
        </p:txBody>
      </p:sp>
      <p:sp>
        <p:nvSpPr>
          <p:cNvPr id="2" name="Flowchart: Direct Access Storage 1">
            <a:extLst>
              <a:ext uri="{FF2B5EF4-FFF2-40B4-BE49-F238E27FC236}">
                <a16:creationId xmlns:a16="http://schemas.microsoft.com/office/drawing/2014/main" id="{6068AF5B-131E-9C8F-015E-ECC50BBBF72F}"/>
              </a:ext>
            </a:extLst>
          </p:cNvPr>
          <p:cNvSpPr/>
          <p:nvPr/>
        </p:nvSpPr>
        <p:spPr>
          <a:xfrm rot="19800000" flipH="1">
            <a:off x="4600524" y="3374965"/>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3" name="Picture 22">
            <a:extLst>
              <a:ext uri="{FF2B5EF4-FFF2-40B4-BE49-F238E27FC236}">
                <a16:creationId xmlns:a16="http://schemas.microsoft.com/office/drawing/2014/main" id="{56D1C619-9CE7-8E5A-94A5-FAFCF64753B1}"/>
              </a:ext>
            </a:extLst>
          </p:cNvPr>
          <p:cNvPicPr>
            <a:picLocks noChangeAspect="1"/>
          </p:cNvPicPr>
          <p:nvPr/>
        </p:nvPicPr>
        <p:blipFill>
          <a:blip r:embed="rId2"/>
          <a:stretch>
            <a:fillRect/>
          </a:stretch>
        </p:blipFill>
        <p:spPr>
          <a:xfrm>
            <a:off x="1327708" y="3773671"/>
            <a:ext cx="1795189" cy="1442915"/>
          </a:xfrm>
          <a:prstGeom prst="rect">
            <a:avLst/>
          </a:prstGeom>
        </p:spPr>
      </p:pic>
      <p:pic>
        <p:nvPicPr>
          <p:cNvPr id="24" name="Picture 23">
            <a:extLst>
              <a:ext uri="{FF2B5EF4-FFF2-40B4-BE49-F238E27FC236}">
                <a16:creationId xmlns:a16="http://schemas.microsoft.com/office/drawing/2014/main" id="{07C750B9-40FB-C41E-25B4-FA5AF3C3D329}"/>
              </a:ext>
            </a:extLst>
          </p:cNvPr>
          <p:cNvPicPr>
            <a:picLocks noChangeAspect="1"/>
          </p:cNvPicPr>
          <p:nvPr/>
        </p:nvPicPr>
        <p:blipFill>
          <a:blip r:embed="rId3"/>
          <a:stretch>
            <a:fillRect/>
          </a:stretch>
        </p:blipFill>
        <p:spPr>
          <a:xfrm>
            <a:off x="652755" y="1218983"/>
            <a:ext cx="1905000" cy="1905000"/>
          </a:xfrm>
          <a:prstGeom prst="rect">
            <a:avLst/>
          </a:prstGeom>
        </p:spPr>
      </p:pic>
      <p:sp>
        <p:nvSpPr>
          <p:cNvPr id="25" name="Flowchart: Direct Access Storage 24">
            <a:extLst>
              <a:ext uri="{FF2B5EF4-FFF2-40B4-BE49-F238E27FC236}">
                <a16:creationId xmlns:a16="http://schemas.microsoft.com/office/drawing/2014/main" id="{43CF5932-0430-73D9-CB57-64244FD8A399}"/>
              </a:ext>
            </a:extLst>
          </p:cNvPr>
          <p:cNvSpPr/>
          <p:nvPr/>
        </p:nvSpPr>
        <p:spPr>
          <a:xfrm rot="4500000" flipH="1">
            <a:off x="4745632" y="303801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Flowchart: Direct Access Storage 25">
            <a:extLst>
              <a:ext uri="{FF2B5EF4-FFF2-40B4-BE49-F238E27FC236}">
                <a16:creationId xmlns:a16="http://schemas.microsoft.com/office/drawing/2014/main" id="{241E5ABC-0993-1215-7B94-114F01827D82}"/>
              </a:ext>
            </a:extLst>
          </p:cNvPr>
          <p:cNvSpPr/>
          <p:nvPr/>
        </p:nvSpPr>
        <p:spPr>
          <a:xfrm rot="12600000" flipH="1">
            <a:off x="4928025" y="3334024"/>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A75E08D1-11D4-F280-2256-A2DD926FC88A}"/>
              </a:ext>
            </a:extLst>
          </p:cNvPr>
          <p:cNvSpPr txBox="1"/>
          <p:nvPr/>
        </p:nvSpPr>
        <p:spPr>
          <a:xfrm>
            <a:off x="4452823" y="3803087"/>
            <a:ext cx="1143262" cy="369332"/>
          </a:xfrm>
          <a:prstGeom prst="rect">
            <a:avLst/>
          </a:prstGeom>
          <a:noFill/>
        </p:spPr>
        <p:txBody>
          <a:bodyPr wrap="none" rtlCol="0">
            <a:spAutoFit/>
          </a:bodyPr>
          <a:lstStyle/>
          <a:p>
            <a:r>
              <a:rPr lang="en-US" dirty="0"/>
              <a:t>MIPI CSI-2</a:t>
            </a:r>
          </a:p>
        </p:txBody>
      </p:sp>
      <p:cxnSp>
        <p:nvCxnSpPr>
          <p:cNvPr id="37" name="Straight Arrow Connector 36">
            <a:extLst>
              <a:ext uri="{FF2B5EF4-FFF2-40B4-BE49-F238E27FC236}">
                <a16:creationId xmlns:a16="http://schemas.microsoft.com/office/drawing/2014/main" id="{44C246B3-251C-7306-A3A6-CAA31F5E5953}"/>
              </a:ext>
            </a:extLst>
          </p:cNvPr>
          <p:cNvCxnSpPr>
            <a:cxnSpLocks/>
          </p:cNvCxnSpPr>
          <p:nvPr/>
        </p:nvCxnSpPr>
        <p:spPr>
          <a:xfrm>
            <a:off x="5364105" y="3200370"/>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76B08148-E1A8-B5A6-D9D5-8407B6356813}"/>
              </a:ext>
            </a:extLst>
          </p:cNvPr>
          <p:cNvCxnSpPr>
            <a:cxnSpLocks/>
          </p:cNvCxnSpPr>
          <p:nvPr/>
        </p:nvCxnSpPr>
        <p:spPr>
          <a:xfrm>
            <a:off x="5361217" y="3401275"/>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ED0EDF72-8197-7EE0-7B1E-30FC06A63B25}"/>
              </a:ext>
            </a:extLst>
          </p:cNvPr>
          <p:cNvCxnSpPr>
            <a:cxnSpLocks/>
          </p:cNvCxnSpPr>
          <p:nvPr/>
        </p:nvCxnSpPr>
        <p:spPr>
          <a:xfrm>
            <a:off x="5361217" y="3602181"/>
            <a:ext cx="4697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35003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41FF4051-736B-A426-CC19-3FF9B3B2003C}"/>
              </a:ext>
            </a:extLst>
          </p:cNvPr>
          <p:cNvPicPr>
            <a:picLocks noChangeAspect="1"/>
          </p:cNvPicPr>
          <p:nvPr/>
        </p:nvPicPr>
        <p:blipFill>
          <a:blip r:embed="rId3"/>
          <a:stretch>
            <a:fillRect/>
          </a:stretch>
        </p:blipFill>
        <p:spPr>
          <a:xfrm>
            <a:off x="5434905" y="1816542"/>
            <a:ext cx="1899546" cy="1504338"/>
          </a:xfrm>
          <a:prstGeom prst="rect">
            <a:avLst/>
          </a:prstGeom>
        </p:spPr>
      </p:pic>
      <p:pic>
        <p:nvPicPr>
          <p:cNvPr id="40" name="Picture 39">
            <a:extLst>
              <a:ext uri="{FF2B5EF4-FFF2-40B4-BE49-F238E27FC236}">
                <a16:creationId xmlns:a16="http://schemas.microsoft.com/office/drawing/2014/main" id="{DC64AA5E-FFD8-639B-F57E-C991A298A318}"/>
              </a:ext>
            </a:extLst>
          </p:cNvPr>
          <p:cNvPicPr>
            <a:picLocks noChangeAspect="1"/>
          </p:cNvPicPr>
          <p:nvPr/>
        </p:nvPicPr>
        <p:blipFill>
          <a:blip r:embed="rId4"/>
          <a:stretch>
            <a:fillRect/>
          </a:stretch>
        </p:blipFill>
        <p:spPr>
          <a:xfrm rot="5400000">
            <a:off x="6570342" y="1737497"/>
            <a:ext cx="4319094" cy="2985951"/>
          </a:xfrm>
          <a:prstGeom prst="rect">
            <a:avLst/>
          </a:prstGeom>
        </p:spPr>
      </p:pic>
      <p:pic>
        <p:nvPicPr>
          <p:cNvPr id="41" name="Picture 40">
            <a:extLst>
              <a:ext uri="{FF2B5EF4-FFF2-40B4-BE49-F238E27FC236}">
                <a16:creationId xmlns:a16="http://schemas.microsoft.com/office/drawing/2014/main" id="{021D22F2-14FF-4660-BC55-AF0E79460E36}"/>
              </a:ext>
            </a:extLst>
          </p:cNvPr>
          <p:cNvPicPr>
            <a:picLocks noChangeAspect="1"/>
          </p:cNvPicPr>
          <p:nvPr/>
        </p:nvPicPr>
        <p:blipFill rotWithShape="1">
          <a:blip r:embed="rId5"/>
          <a:srcRect l="23925" r="18343" b="63230"/>
          <a:stretch/>
        </p:blipFill>
        <p:spPr>
          <a:xfrm rot="16200000">
            <a:off x="950051" y="3221609"/>
            <a:ext cx="1499287" cy="1543324"/>
          </a:xfrm>
          <a:prstGeom prst="rect">
            <a:avLst/>
          </a:prstGeom>
        </p:spPr>
      </p:pic>
      <p:pic>
        <p:nvPicPr>
          <p:cNvPr id="42" name="Picture 41">
            <a:extLst>
              <a:ext uri="{FF2B5EF4-FFF2-40B4-BE49-F238E27FC236}">
                <a16:creationId xmlns:a16="http://schemas.microsoft.com/office/drawing/2014/main" id="{49B71D6F-144B-8711-3D45-F3833090F773}"/>
              </a:ext>
            </a:extLst>
          </p:cNvPr>
          <p:cNvPicPr>
            <a:picLocks noChangeAspect="1"/>
          </p:cNvPicPr>
          <p:nvPr/>
        </p:nvPicPr>
        <p:blipFill rotWithShape="1">
          <a:blip r:embed="rId5"/>
          <a:srcRect l="23925" r="18343" b="63230"/>
          <a:stretch/>
        </p:blipFill>
        <p:spPr>
          <a:xfrm rot="16200000">
            <a:off x="950050" y="1500162"/>
            <a:ext cx="1499287" cy="1543322"/>
          </a:xfrm>
          <a:prstGeom prst="rect">
            <a:avLst/>
          </a:prstGeom>
        </p:spPr>
      </p:pic>
      <p:cxnSp>
        <p:nvCxnSpPr>
          <p:cNvPr id="49" name="Connector: Curved 48">
            <a:extLst>
              <a:ext uri="{FF2B5EF4-FFF2-40B4-BE49-F238E27FC236}">
                <a16:creationId xmlns:a16="http://schemas.microsoft.com/office/drawing/2014/main" id="{08BAAA35-E93E-7BAA-A50F-568D7A674777}"/>
              </a:ext>
            </a:extLst>
          </p:cNvPr>
          <p:cNvCxnSpPr>
            <a:stCxn id="42" idx="2"/>
          </p:cNvCxnSpPr>
          <p:nvPr/>
        </p:nvCxnSpPr>
        <p:spPr>
          <a:xfrm>
            <a:off x="2471355" y="2271823"/>
            <a:ext cx="2963550" cy="51248"/>
          </a:xfrm>
          <a:prstGeom prst="curvedConnector3">
            <a:avLst/>
          </a:prstGeom>
          <a:ln w="19050"/>
        </p:spPr>
        <p:style>
          <a:lnRef idx="1">
            <a:schemeClr val="accent1"/>
          </a:lnRef>
          <a:fillRef idx="0">
            <a:schemeClr val="accent1"/>
          </a:fillRef>
          <a:effectRef idx="0">
            <a:schemeClr val="accent1"/>
          </a:effectRef>
          <a:fontRef idx="minor">
            <a:schemeClr val="tx1"/>
          </a:fontRef>
        </p:style>
      </p:cxnSp>
      <p:cxnSp>
        <p:nvCxnSpPr>
          <p:cNvPr id="50" name="Connector: Curved 49">
            <a:extLst>
              <a:ext uri="{FF2B5EF4-FFF2-40B4-BE49-F238E27FC236}">
                <a16:creationId xmlns:a16="http://schemas.microsoft.com/office/drawing/2014/main" id="{EB3A6BB3-0783-797F-0A7D-AE59EB964085}"/>
              </a:ext>
            </a:extLst>
          </p:cNvPr>
          <p:cNvCxnSpPr>
            <a:cxnSpLocks/>
            <a:stCxn id="41" idx="2"/>
          </p:cNvCxnSpPr>
          <p:nvPr/>
        </p:nvCxnSpPr>
        <p:spPr>
          <a:xfrm flipV="1">
            <a:off x="2471357" y="2907958"/>
            <a:ext cx="2963548" cy="1085313"/>
          </a:xfrm>
          <a:prstGeom prst="curvedConnector3">
            <a:avLst/>
          </a:prstGeom>
          <a:ln w="19050"/>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7EBF369E-DB06-B8E0-509A-57C029BC09E3}"/>
              </a:ext>
            </a:extLst>
          </p:cNvPr>
          <p:cNvSpPr txBox="1"/>
          <p:nvPr/>
        </p:nvSpPr>
        <p:spPr>
          <a:xfrm>
            <a:off x="3357603" y="1902247"/>
            <a:ext cx="2077300" cy="369332"/>
          </a:xfrm>
          <a:prstGeom prst="rect">
            <a:avLst/>
          </a:prstGeom>
          <a:noFill/>
        </p:spPr>
        <p:txBody>
          <a:bodyPr wrap="none" rtlCol="0">
            <a:spAutoFit/>
          </a:bodyPr>
          <a:lstStyle/>
          <a:p>
            <a:r>
              <a:rPr lang="en-US" dirty="0"/>
              <a:t>LVDS C+2D@1.5GHz</a:t>
            </a:r>
          </a:p>
        </p:txBody>
      </p:sp>
      <p:sp>
        <p:nvSpPr>
          <p:cNvPr id="54" name="TextBox 53">
            <a:extLst>
              <a:ext uri="{FF2B5EF4-FFF2-40B4-BE49-F238E27FC236}">
                <a16:creationId xmlns:a16="http://schemas.microsoft.com/office/drawing/2014/main" id="{56DB38FF-9CDC-D893-2BE5-C39CDD9D293C}"/>
              </a:ext>
            </a:extLst>
          </p:cNvPr>
          <p:cNvSpPr txBox="1"/>
          <p:nvPr/>
        </p:nvSpPr>
        <p:spPr>
          <a:xfrm>
            <a:off x="3386761" y="2513227"/>
            <a:ext cx="2077300" cy="369332"/>
          </a:xfrm>
          <a:prstGeom prst="rect">
            <a:avLst/>
          </a:prstGeom>
          <a:noFill/>
        </p:spPr>
        <p:txBody>
          <a:bodyPr wrap="none" rtlCol="0">
            <a:spAutoFit/>
          </a:bodyPr>
          <a:lstStyle/>
          <a:p>
            <a:r>
              <a:rPr lang="en-US" dirty="0"/>
              <a:t>LVDS C+2D@1.5GHz</a:t>
            </a:r>
          </a:p>
        </p:txBody>
      </p:sp>
      <p:sp>
        <p:nvSpPr>
          <p:cNvPr id="56" name="TextBox 55">
            <a:extLst>
              <a:ext uri="{FF2B5EF4-FFF2-40B4-BE49-F238E27FC236}">
                <a16:creationId xmlns:a16="http://schemas.microsoft.com/office/drawing/2014/main" id="{AE6EEABF-E519-5C88-FC3E-A60665F926D3}"/>
              </a:ext>
            </a:extLst>
          </p:cNvPr>
          <p:cNvSpPr txBox="1"/>
          <p:nvPr/>
        </p:nvSpPr>
        <p:spPr>
          <a:xfrm>
            <a:off x="11038703" y="65652"/>
            <a:ext cx="914033" cy="369332"/>
          </a:xfrm>
          <a:prstGeom prst="rect">
            <a:avLst/>
          </a:prstGeom>
          <a:noFill/>
        </p:spPr>
        <p:txBody>
          <a:bodyPr wrap="none" rtlCol="0">
            <a:spAutoFit/>
          </a:bodyPr>
          <a:lstStyle/>
          <a:p>
            <a:r>
              <a:rPr lang="en-US" dirty="0"/>
              <a:t>phase 1</a:t>
            </a:r>
          </a:p>
        </p:txBody>
      </p:sp>
      <p:sp>
        <p:nvSpPr>
          <p:cNvPr id="58" name="TextBox 57">
            <a:extLst>
              <a:ext uri="{FF2B5EF4-FFF2-40B4-BE49-F238E27FC236}">
                <a16:creationId xmlns:a16="http://schemas.microsoft.com/office/drawing/2014/main" id="{05C603F7-3C9D-815C-784E-2C67ECE6DC08}"/>
              </a:ext>
            </a:extLst>
          </p:cNvPr>
          <p:cNvSpPr txBox="1"/>
          <p:nvPr/>
        </p:nvSpPr>
        <p:spPr>
          <a:xfrm>
            <a:off x="5791554" y="1291340"/>
            <a:ext cx="1186248" cy="369332"/>
          </a:xfrm>
          <a:prstGeom prst="rect">
            <a:avLst/>
          </a:prstGeom>
          <a:noFill/>
        </p:spPr>
        <p:txBody>
          <a:bodyPr wrap="square">
            <a:spAutoFit/>
          </a:bodyPr>
          <a:lstStyle/>
          <a:p>
            <a:r>
              <a:rPr lang="en-US" dirty="0">
                <a:hlinkClick r:id="rId6"/>
              </a:rPr>
              <a:t>FMC-MIPI</a:t>
            </a:r>
            <a:endParaRPr lang="en-US" dirty="0"/>
          </a:p>
        </p:txBody>
      </p:sp>
      <p:sp>
        <p:nvSpPr>
          <p:cNvPr id="60" name="TextBox 59">
            <a:extLst>
              <a:ext uri="{FF2B5EF4-FFF2-40B4-BE49-F238E27FC236}">
                <a16:creationId xmlns:a16="http://schemas.microsoft.com/office/drawing/2014/main" id="{33F8A9CD-9301-1CC2-6759-608B821F59C0}"/>
              </a:ext>
            </a:extLst>
          </p:cNvPr>
          <p:cNvSpPr txBox="1"/>
          <p:nvPr/>
        </p:nvSpPr>
        <p:spPr>
          <a:xfrm>
            <a:off x="1135401" y="930687"/>
            <a:ext cx="1128584" cy="369332"/>
          </a:xfrm>
          <a:prstGeom prst="rect">
            <a:avLst/>
          </a:prstGeom>
          <a:noFill/>
        </p:spPr>
        <p:txBody>
          <a:bodyPr wrap="square">
            <a:spAutoFit/>
          </a:bodyPr>
          <a:lstStyle/>
          <a:p>
            <a:r>
              <a:rPr lang="en-US" dirty="0">
                <a:hlinkClick r:id="rId7"/>
              </a:rPr>
              <a:t>Mira-220</a:t>
            </a:r>
            <a:endParaRPr lang="en-US" dirty="0"/>
          </a:p>
        </p:txBody>
      </p:sp>
      <p:sp>
        <p:nvSpPr>
          <p:cNvPr id="3" name="TextBox 2">
            <a:extLst>
              <a:ext uri="{FF2B5EF4-FFF2-40B4-BE49-F238E27FC236}">
                <a16:creationId xmlns:a16="http://schemas.microsoft.com/office/drawing/2014/main" id="{017A3F10-21ED-1484-C77F-5478D5332B4C}"/>
              </a:ext>
            </a:extLst>
          </p:cNvPr>
          <p:cNvSpPr txBox="1"/>
          <p:nvPr/>
        </p:nvSpPr>
        <p:spPr>
          <a:xfrm>
            <a:off x="804413" y="5974907"/>
            <a:ext cx="8529368" cy="369332"/>
          </a:xfrm>
          <a:prstGeom prst="rect">
            <a:avLst/>
          </a:prstGeom>
          <a:noFill/>
        </p:spPr>
        <p:txBody>
          <a:bodyPr wrap="square">
            <a:spAutoFit/>
          </a:bodyPr>
          <a:lstStyle/>
          <a:p>
            <a:r>
              <a:rPr lang="en-US" dirty="0">
                <a:hlinkClick r:id="rId8"/>
              </a:rPr>
              <a:t>https://docs.arducam.com/Nvidia-Jetson-Camera/type-and-pinout-mipi-csi-2/</a:t>
            </a:r>
            <a:endParaRPr lang="en-US" dirty="0"/>
          </a:p>
        </p:txBody>
      </p:sp>
    </p:spTree>
    <p:extLst>
      <p:ext uri="{BB962C8B-B14F-4D97-AF65-F5344CB8AC3E}">
        <p14:creationId xmlns:p14="http://schemas.microsoft.com/office/powerpoint/2010/main" val="2031334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E192B854-1D56-1B23-C423-C57D922E9137}"/>
              </a:ext>
            </a:extLst>
          </p:cNvPr>
          <p:cNvSpPr/>
          <p:nvPr/>
        </p:nvSpPr>
        <p:spPr>
          <a:xfrm flipH="1">
            <a:off x="1480737" y="2831779"/>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Flowchart: Direct Access Storage 2">
            <a:extLst>
              <a:ext uri="{FF2B5EF4-FFF2-40B4-BE49-F238E27FC236}">
                <a16:creationId xmlns:a16="http://schemas.microsoft.com/office/drawing/2014/main" id="{8F2407DF-27AF-3BF6-2988-624FFBF7A48E}"/>
              </a:ext>
            </a:extLst>
          </p:cNvPr>
          <p:cNvSpPr/>
          <p:nvPr/>
        </p:nvSpPr>
        <p:spPr>
          <a:xfrm flipH="1">
            <a:off x="1477966" y="3832077"/>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3CDAD744-B3F6-C86A-3CFA-4BB24D9A1FBC}"/>
              </a:ext>
            </a:extLst>
          </p:cNvPr>
          <p:cNvSpPr/>
          <p:nvPr/>
        </p:nvSpPr>
        <p:spPr>
          <a:xfrm>
            <a:off x="4217676" y="3165746"/>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grpSp>
        <p:nvGrpSpPr>
          <p:cNvPr id="33" name="Group 32">
            <a:extLst>
              <a:ext uri="{FF2B5EF4-FFF2-40B4-BE49-F238E27FC236}">
                <a16:creationId xmlns:a16="http://schemas.microsoft.com/office/drawing/2014/main" id="{E0568748-9C15-7A24-D298-C6672B12C5D4}"/>
              </a:ext>
            </a:extLst>
          </p:cNvPr>
          <p:cNvGrpSpPr/>
          <p:nvPr/>
        </p:nvGrpSpPr>
        <p:grpSpPr>
          <a:xfrm>
            <a:off x="1677471" y="2993877"/>
            <a:ext cx="719644" cy="1000298"/>
            <a:chOff x="1889647" y="2993877"/>
            <a:chExt cx="472507" cy="1000298"/>
          </a:xfrm>
        </p:grpSpPr>
        <p:cxnSp>
          <p:nvCxnSpPr>
            <p:cNvPr id="10" name="Connector: Curved 9">
              <a:extLst>
                <a:ext uri="{FF2B5EF4-FFF2-40B4-BE49-F238E27FC236}">
                  <a16:creationId xmlns:a16="http://schemas.microsoft.com/office/drawing/2014/main" id="{1D0DEFCF-5558-22C7-AC91-7A969A74F34A}"/>
                </a:ext>
              </a:extLst>
            </p:cNvPr>
            <p:cNvCxnSpPr>
              <a:stCxn id="2" idx="1"/>
            </p:cNvCxnSpPr>
            <p:nvPr/>
          </p:nvCxnSpPr>
          <p:spPr>
            <a:xfrm>
              <a:off x="1892416" y="2993877"/>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or: Curved 10">
              <a:extLst>
                <a:ext uri="{FF2B5EF4-FFF2-40B4-BE49-F238E27FC236}">
                  <a16:creationId xmlns:a16="http://schemas.microsoft.com/office/drawing/2014/main" id="{EEB69BB4-93AD-773B-C6D7-E5EB6A269EDC}"/>
                </a:ext>
              </a:extLst>
            </p:cNvPr>
            <p:cNvCxnSpPr>
              <a:stCxn id="3" idx="1"/>
            </p:cNvCxnSpPr>
            <p:nvPr/>
          </p:nvCxnSpPr>
          <p:spPr>
            <a:xfrm flipV="1">
              <a:off x="1889647" y="3649413"/>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2CABB7A4-B34B-4BB5-9BD1-AF09295D3116}"/>
              </a:ext>
            </a:extLst>
          </p:cNvPr>
          <p:cNvSpPr txBox="1"/>
          <p:nvPr/>
        </p:nvSpPr>
        <p:spPr>
          <a:xfrm>
            <a:off x="5375764" y="3509371"/>
            <a:ext cx="1205779" cy="523220"/>
          </a:xfrm>
          <a:prstGeom prst="rect">
            <a:avLst/>
          </a:prstGeom>
          <a:noFill/>
        </p:spPr>
        <p:txBody>
          <a:bodyPr wrap="none" rtlCol="0">
            <a:spAutoFit/>
          </a:bodyPr>
          <a:lstStyle/>
          <a:p>
            <a:r>
              <a:rPr lang="en-US" sz="1400" dirty="0"/>
              <a:t>[1400,1600,2]</a:t>
            </a:r>
          </a:p>
          <a:p>
            <a:r>
              <a:rPr lang="en-US" sz="1400" dirty="0"/>
              <a:t>@90 FPS</a:t>
            </a:r>
          </a:p>
        </p:txBody>
      </p:sp>
      <p:sp>
        <p:nvSpPr>
          <p:cNvPr id="17" name="TextBox 16">
            <a:extLst>
              <a:ext uri="{FF2B5EF4-FFF2-40B4-BE49-F238E27FC236}">
                <a16:creationId xmlns:a16="http://schemas.microsoft.com/office/drawing/2014/main" id="{DEF23B6A-224C-1540-3A55-319CD036109C}"/>
              </a:ext>
            </a:extLst>
          </p:cNvPr>
          <p:cNvSpPr txBox="1"/>
          <p:nvPr/>
        </p:nvSpPr>
        <p:spPr>
          <a:xfrm>
            <a:off x="1066555" y="2400394"/>
            <a:ext cx="971804" cy="369332"/>
          </a:xfrm>
          <a:prstGeom prst="rect">
            <a:avLst/>
          </a:prstGeom>
          <a:noFill/>
        </p:spPr>
        <p:txBody>
          <a:bodyPr wrap="none" rtlCol="0">
            <a:spAutoFit/>
          </a:bodyPr>
          <a:lstStyle/>
          <a:p>
            <a:r>
              <a:rPr lang="en-US" dirty="0"/>
              <a:t>Mira220</a:t>
            </a:r>
          </a:p>
        </p:txBody>
      </p:sp>
      <p:sp>
        <p:nvSpPr>
          <p:cNvPr id="18" name="TextBox 17">
            <a:extLst>
              <a:ext uri="{FF2B5EF4-FFF2-40B4-BE49-F238E27FC236}">
                <a16:creationId xmlns:a16="http://schemas.microsoft.com/office/drawing/2014/main" id="{A5248203-15FD-B4E9-F5D0-77499A09931D}"/>
              </a:ext>
            </a:extLst>
          </p:cNvPr>
          <p:cNvSpPr txBox="1"/>
          <p:nvPr/>
        </p:nvSpPr>
        <p:spPr>
          <a:xfrm>
            <a:off x="1066555" y="3449490"/>
            <a:ext cx="971804" cy="369332"/>
          </a:xfrm>
          <a:prstGeom prst="rect">
            <a:avLst/>
          </a:prstGeom>
          <a:noFill/>
        </p:spPr>
        <p:txBody>
          <a:bodyPr wrap="none" rtlCol="0">
            <a:spAutoFit/>
          </a:bodyPr>
          <a:lstStyle/>
          <a:p>
            <a:r>
              <a:rPr lang="en-US" dirty="0"/>
              <a:t>Mira220</a:t>
            </a:r>
          </a:p>
        </p:txBody>
      </p:sp>
      <p:sp>
        <p:nvSpPr>
          <p:cNvPr id="24" name="Rectangle 23">
            <a:extLst>
              <a:ext uri="{FF2B5EF4-FFF2-40B4-BE49-F238E27FC236}">
                <a16:creationId xmlns:a16="http://schemas.microsoft.com/office/drawing/2014/main" id="{25055173-5EFA-E52F-F7FB-AF6D97A36D3B}"/>
              </a:ext>
            </a:extLst>
          </p:cNvPr>
          <p:cNvSpPr/>
          <p:nvPr/>
        </p:nvSpPr>
        <p:spPr>
          <a:xfrm>
            <a:off x="6653953" y="3165746"/>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capture buffer</a:t>
            </a:r>
          </a:p>
        </p:txBody>
      </p:sp>
      <p:sp>
        <p:nvSpPr>
          <p:cNvPr id="32" name="Rectangle 31">
            <a:extLst>
              <a:ext uri="{FF2B5EF4-FFF2-40B4-BE49-F238E27FC236}">
                <a16:creationId xmlns:a16="http://schemas.microsoft.com/office/drawing/2014/main" id="{03754E0E-0E65-92E8-B1D4-9E6D68DFC374}"/>
              </a:ext>
            </a:extLst>
          </p:cNvPr>
          <p:cNvSpPr/>
          <p:nvPr/>
        </p:nvSpPr>
        <p:spPr>
          <a:xfrm>
            <a:off x="2174790" y="2042984"/>
            <a:ext cx="7290486" cy="2306595"/>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052623-C21C-D184-D069-50FF66126C2E}"/>
              </a:ext>
            </a:extLst>
          </p:cNvPr>
          <p:cNvSpPr/>
          <p:nvPr/>
        </p:nvSpPr>
        <p:spPr>
          <a:xfrm>
            <a:off x="2397115" y="2988301"/>
            <a:ext cx="1404496"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synchronize deserialize</a:t>
            </a:r>
          </a:p>
        </p:txBody>
      </p:sp>
      <p:cxnSp>
        <p:nvCxnSpPr>
          <p:cNvPr id="36" name="Straight Arrow Connector 35">
            <a:extLst>
              <a:ext uri="{FF2B5EF4-FFF2-40B4-BE49-F238E27FC236}">
                <a16:creationId xmlns:a16="http://schemas.microsoft.com/office/drawing/2014/main" id="{82068DFB-B639-8B15-872A-6C34145878FB}"/>
              </a:ext>
            </a:extLst>
          </p:cNvPr>
          <p:cNvCxnSpPr>
            <a:cxnSpLocks/>
          </p:cNvCxnSpPr>
          <p:nvPr/>
        </p:nvCxnSpPr>
        <p:spPr>
          <a:xfrm>
            <a:off x="3794899" y="3364191"/>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4FB60825-86F2-1175-3266-A32ECC38F3D3}"/>
              </a:ext>
            </a:extLst>
          </p:cNvPr>
          <p:cNvSpPr txBox="1"/>
          <p:nvPr/>
        </p:nvSpPr>
        <p:spPr>
          <a:xfrm>
            <a:off x="2184694" y="2060827"/>
            <a:ext cx="3921313" cy="369332"/>
          </a:xfrm>
          <a:prstGeom prst="rect">
            <a:avLst/>
          </a:prstGeom>
          <a:noFill/>
        </p:spPr>
        <p:txBody>
          <a:bodyPr wrap="square">
            <a:spAutoFit/>
          </a:bodyPr>
          <a:lstStyle/>
          <a:p>
            <a:r>
              <a:rPr lang="it-IT" dirty="0"/>
              <a:t>KINTEX UltraScale XCKU040-2FFVA1156I</a:t>
            </a:r>
            <a:endParaRPr lang="en-US" dirty="0"/>
          </a:p>
        </p:txBody>
      </p:sp>
      <p:cxnSp>
        <p:nvCxnSpPr>
          <p:cNvPr id="41" name="Straight Arrow Connector 40">
            <a:extLst>
              <a:ext uri="{FF2B5EF4-FFF2-40B4-BE49-F238E27FC236}">
                <a16:creationId xmlns:a16="http://schemas.microsoft.com/office/drawing/2014/main" id="{5015FBD6-501B-599F-21B3-3BC5B60F8EB4}"/>
              </a:ext>
            </a:extLst>
          </p:cNvPr>
          <p:cNvCxnSpPr>
            <a:cxnSpLocks/>
          </p:cNvCxnSpPr>
          <p:nvPr/>
        </p:nvCxnSpPr>
        <p:spPr>
          <a:xfrm>
            <a:off x="3801611" y="3612784"/>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B5CF6928-E961-BE92-08BA-3B2B7B0486DD}"/>
              </a:ext>
            </a:extLst>
          </p:cNvPr>
          <p:cNvSpPr txBox="1"/>
          <p:nvPr/>
        </p:nvSpPr>
        <p:spPr>
          <a:xfrm>
            <a:off x="11178746" y="65903"/>
            <a:ext cx="914033" cy="369332"/>
          </a:xfrm>
          <a:prstGeom prst="rect">
            <a:avLst/>
          </a:prstGeom>
          <a:noFill/>
        </p:spPr>
        <p:txBody>
          <a:bodyPr wrap="none" rtlCol="0">
            <a:spAutoFit/>
          </a:bodyPr>
          <a:lstStyle/>
          <a:p>
            <a:r>
              <a:rPr lang="en-US" dirty="0"/>
              <a:t>phase 1</a:t>
            </a:r>
          </a:p>
        </p:txBody>
      </p:sp>
      <p:sp>
        <p:nvSpPr>
          <p:cNvPr id="44" name="TextBox 43">
            <a:extLst>
              <a:ext uri="{FF2B5EF4-FFF2-40B4-BE49-F238E27FC236}">
                <a16:creationId xmlns:a16="http://schemas.microsoft.com/office/drawing/2014/main" id="{42827A65-7107-805B-3FD2-940943B5F0FD}"/>
              </a:ext>
            </a:extLst>
          </p:cNvPr>
          <p:cNvSpPr txBox="1"/>
          <p:nvPr/>
        </p:nvSpPr>
        <p:spPr>
          <a:xfrm>
            <a:off x="5344225" y="3165703"/>
            <a:ext cx="671979" cy="369332"/>
          </a:xfrm>
          <a:prstGeom prst="rect">
            <a:avLst/>
          </a:prstGeom>
          <a:noFill/>
        </p:spPr>
        <p:txBody>
          <a:bodyPr wrap="none" rtlCol="0">
            <a:spAutoFit/>
          </a:bodyPr>
          <a:lstStyle/>
          <a:p>
            <a:r>
              <a:rPr lang="en-US" dirty="0"/>
              <a:t>AXI-S</a:t>
            </a:r>
          </a:p>
        </p:txBody>
      </p:sp>
      <p:sp>
        <p:nvSpPr>
          <p:cNvPr id="4" name="Rectangle 3">
            <a:extLst>
              <a:ext uri="{FF2B5EF4-FFF2-40B4-BE49-F238E27FC236}">
                <a16:creationId xmlns:a16="http://schemas.microsoft.com/office/drawing/2014/main" id="{D767A1EF-3DB1-0241-DB88-7407ED19430A}"/>
              </a:ext>
            </a:extLst>
          </p:cNvPr>
          <p:cNvSpPr/>
          <p:nvPr/>
        </p:nvSpPr>
        <p:spPr>
          <a:xfrm>
            <a:off x="8118083" y="3165746"/>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UDP</a:t>
            </a:r>
          </a:p>
          <a:p>
            <a:pPr algn="ctr"/>
            <a:r>
              <a:rPr lang="en-US" sz="1600" dirty="0">
                <a:solidFill>
                  <a:schemeClr val="tx1"/>
                </a:solidFill>
              </a:rPr>
              <a:t>MII</a:t>
            </a:r>
          </a:p>
        </p:txBody>
      </p:sp>
      <p:cxnSp>
        <p:nvCxnSpPr>
          <p:cNvPr id="13" name="Straight Arrow Connector 12">
            <a:extLst>
              <a:ext uri="{FF2B5EF4-FFF2-40B4-BE49-F238E27FC236}">
                <a16:creationId xmlns:a16="http://schemas.microsoft.com/office/drawing/2014/main" id="{5428D28E-4A78-079D-EE2F-A4420381E485}"/>
              </a:ext>
            </a:extLst>
          </p:cNvPr>
          <p:cNvCxnSpPr>
            <a:stCxn id="9" idx="3"/>
            <a:endCxn id="24" idx="1"/>
          </p:cNvCxnSpPr>
          <p:nvPr/>
        </p:nvCxnSpPr>
        <p:spPr>
          <a:xfrm>
            <a:off x="5302419" y="3488449"/>
            <a:ext cx="135153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8366CD60-AD96-60B8-C5F1-390636399CE1}"/>
              </a:ext>
            </a:extLst>
          </p:cNvPr>
          <p:cNvCxnSpPr>
            <a:stCxn id="24" idx="3"/>
            <a:endCxn id="4" idx="1"/>
          </p:cNvCxnSpPr>
          <p:nvPr/>
        </p:nvCxnSpPr>
        <p:spPr>
          <a:xfrm>
            <a:off x="7738696" y="3488449"/>
            <a:ext cx="37938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07A2BB16-D4EA-849E-2E63-AD2A0EE7F434}"/>
              </a:ext>
            </a:extLst>
          </p:cNvPr>
          <p:cNvCxnSpPr>
            <a:cxnSpLocks/>
            <a:stCxn id="4" idx="3"/>
          </p:cNvCxnSpPr>
          <p:nvPr/>
        </p:nvCxnSpPr>
        <p:spPr>
          <a:xfrm>
            <a:off x="9202826" y="3488449"/>
            <a:ext cx="190177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1" name="TextBox 20">
            <a:extLst>
              <a:ext uri="{FF2B5EF4-FFF2-40B4-BE49-F238E27FC236}">
                <a16:creationId xmlns:a16="http://schemas.microsoft.com/office/drawing/2014/main" id="{99982C04-F5E0-7F07-D9FC-AE6701C43478}"/>
              </a:ext>
            </a:extLst>
          </p:cNvPr>
          <p:cNvSpPr txBox="1"/>
          <p:nvPr/>
        </p:nvSpPr>
        <p:spPr>
          <a:xfrm>
            <a:off x="9465276" y="3044637"/>
            <a:ext cx="1328633" cy="369332"/>
          </a:xfrm>
          <a:prstGeom prst="rect">
            <a:avLst/>
          </a:prstGeom>
          <a:noFill/>
        </p:spPr>
        <p:txBody>
          <a:bodyPr wrap="none" rtlCol="0">
            <a:spAutoFit/>
          </a:bodyPr>
          <a:lstStyle/>
          <a:p>
            <a:r>
              <a:rPr lang="en-US" dirty="0" err="1"/>
              <a:t>udp</a:t>
            </a:r>
            <a:r>
              <a:rPr lang="en-US" dirty="0"/>
              <a:t>/eth/mii</a:t>
            </a:r>
          </a:p>
        </p:txBody>
      </p:sp>
    </p:spTree>
    <p:extLst>
      <p:ext uri="{BB962C8B-B14F-4D97-AF65-F5344CB8AC3E}">
        <p14:creationId xmlns:p14="http://schemas.microsoft.com/office/powerpoint/2010/main" val="32080275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lowchart: Direct Access Storage 2">
            <a:extLst>
              <a:ext uri="{FF2B5EF4-FFF2-40B4-BE49-F238E27FC236}">
                <a16:creationId xmlns:a16="http://schemas.microsoft.com/office/drawing/2014/main" id="{842D5984-EA31-BD53-CE8B-CDCDD57A8D5E}"/>
              </a:ext>
            </a:extLst>
          </p:cNvPr>
          <p:cNvSpPr/>
          <p:nvPr/>
        </p:nvSpPr>
        <p:spPr>
          <a:xfrm flipH="1">
            <a:off x="1826728" y="229632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Flowchart: Direct Access Storage 3">
            <a:extLst>
              <a:ext uri="{FF2B5EF4-FFF2-40B4-BE49-F238E27FC236}">
                <a16:creationId xmlns:a16="http://schemas.microsoft.com/office/drawing/2014/main" id="{225BEC66-0CB6-3676-D129-B9935BF1EC30}"/>
              </a:ext>
            </a:extLst>
          </p:cNvPr>
          <p:cNvSpPr/>
          <p:nvPr/>
        </p:nvSpPr>
        <p:spPr>
          <a:xfrm flipH="1">
            <a:off x="1823957" y="329661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785B674D-801C-ABA1-2F7D-8519FD407390}"/>
              </a:ext>
            </a:extLst>
          </p:cNvPr>
          <p:cNvSpPr/>
          <p:nvPr/>
        </p:nvSpPr>
        <p:spPr>
          <a:xfrm>
            <a:off x="52511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5">
            <a:extLst>
              <a:ext uri="{FF2B5EF4-FFF2-40B4-BE49-F238E27FC236}">
                <a16:creationId xmlns:a16="http://schemas.microsoft.com/office/drawing/2014/main" id="{0AD11EB4-0FBE-3E99-D663-C02C4FD16D71}"/>
              </a:ext>
            </a:extLst>
          </p:cNvPr>
          <p:cNvSpPr/>
          <p:nvPr/>
        </p:nvSpPr>
        <p:spPr>
          <a:xfrm>
            <a:off x="54035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a:extLst>
              <a:ext uri="{FF2B5EF4-FFF2-40B4-BE49-F238E27FC236}">
                <a16:creationId xmlns:a16="http://schemas.microsoft.com/office/drawing/2014/main" id="{505495C3-18B7-927E-5481-EDD771FBD05E}"/>
              </a:ext>
            </a:extLst>
          </p:cNvPr>
          <p:cNvSpPr/>
          <p:nvPr/>
        </p:nvSpPr>
        <p:spPr>
          <a:xfrm>
            <a:off x="55559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8AA67D55-8F89-0F11-9042-AB38FEB44755}"/>
              </a:ext>
            </a:extLst>
          </p:cNvPr>
          <p:cNvSpPr/>
          <p:nvPr/>
        </p:nvSpPr>
        <p:spPr>
          <a:xfrm>
            <a:off x="57083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DC122707-CCE1-8618-2F0C-B57929CCC649}"/>
              </a:ext>
            </a:extLst>
          </p:cNvPr>
          <p:cNvSpPr/>
          <p:nvPr/>
        </p:nvSpPr>
        <p:spPr>
          <a:xfrm>
            <a:off x="5860716" y="2579060"/>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74BF0009-6DF6-4F24-C2BD-920203B6734A}"/>
              </a:ext>
            </a:extLst>
          </p:cNvPr>
          <p:cNvSpPr/>
          <p:nvPr/>
        </p:nvSpPr>
        <p:spPr>
          <a:xfrm>
            <a:off x="2495969" y="2651213"/>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cxnSp>
        <p:nvCxnSpPr>
          <p:cNvPr id="11" name="Connector: Curved 10">
            <a:extLst>
              <a:ext uri="{FF2B5EF4-FFF2-40B4-BE49-F238E27FC236}">
                <a16:creationId xmlns:a16="http://schemas.microsoft.com/office/drawing/2014/main" id="{15E7EFC3-894D-504C-5374-69E721BE00BF}"/>
              </a:ext>
            </a:extLst>
          </p:cNvPr>
          <p:cNvCxnSpPr>
            <a:stCxn id="3" idx="1"/>
          </p:cNvCxnSpPr>
          <p:nvPr/>
        </p:nvCxnSpPr>
        <p:spPr>
          <a:xfrm>
            <a:off x="2026233" y="2458418"/>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2" name="Connector: Curved 11">
            <a:extLst>
              <a:ext uri="{FF2B5EF4-FFF2-40B4-BE49-F238E27FC236}">
                <a16:creationId xmlns:a16="http://schemas.microsoft.com/office/drawing/2014/main" id="{8DD8621E-A70E-5D72-8960-0BB8C95B2094}"/>
              </a:ext>
            </a:extLst>
          </p:cNvPr>
          <p:cNvCxnSpPr>
            <a:stCxn id="4" idx="1"/>
          </p:cNvCxnSpPr>
          <p:nvPr/>
        </p:nvCxnSpPr>
        <p:spPr>
          <a:xfrm flipV="1">
            <a:off x="2023462" y="3113954"/>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3" name="Connector: Curved 12">
            <a:extLst>
              <a:ext uri="{FF2B5EF4-FFF2-40B4-BE49-F238E27FC236}">
                <a16:creationId xmlns:a16="http://schemas.microsoft.com/office/drawing/2014/main" id="{7021597B-CB50-2D31-BCE6-7A1A9A9182C4}"/>
              </a:ext>
            </a:extLst>
          </p:cNvPr>
          <p:cNvCxnSpPr>
            <a:stCxn id="10" idx="3"/>
            <a:endCxn id="5" idx="1"/>
          </p:cNvCxnSpPr>
          <p:nvPr/>
        </p:nvCxnSpPr>
        <p:spPr>
          <a:xfrm flipV="1">
            <a:off x="3580712" y="2973915"/>
            <a:ext cx="1670404"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4" name="Connector: Curved 13">
            <a:extLst>
              <a:ext uri="{FF2B5EF4-FFF2-40B4-BE49-F238E27FC236}">
                <a16:creationId xmlns:a16="http://schemas.microsoft.com/office/drawing/2014/main" id="{701FF02C-8CAF-C892-9B95-99CB7CF9246D}"/>
              </a:ext>
            </a:extLst>
          </p:cNvPr>
          <p:cNvCxnSpPr>
            <a:cxnSpLocks/>
            <a:stCxn id="9" idx="3"/>
            <a:endCxn id="32" idx="1"/>
          </p:cNvCxnSpPr>
          <p:nvPr/>
        </p:nvCxnSpPr>
        <p:spPr>
          <a:xfrm flipV="1">
            <a:off x="5960469" y="2973914"/>
            <a:ext cx="1675495"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0D4FBDDF-14D7-8CFA-3004-0EA2B0590283}"/>
              </a:ext>
            </a:extLst>
          </p:cNvPr>
          <p:cNvSpPr txBox="1"/>
          <p:nvPr/>
        </p:nvSpPr>
        <p:spPr>
          <a:xfrm>
            <a:off x="3549271" y="2973913"/>
            <a:ext cx="1494320" cy="646331"/>
          </a:xfrm>
          <a:prstGeom prst="rect">
            <a:avLst/>
          </a:prstGeom>
          <a:noFill/>
        </p:spPr>
        <p:txBody>
          <a:bodyPr wrap="none" rtlCol="0">
            <a:spAutoFit/>
          </a:bodyPr>
          <a:lstStyle/>
          <a:p>
            <a:r>
              <a:rPr lang="en-US" dirty="0"/>
              <a:t>[1400,1600,2]</a:t>
            </a:r>
          </a:p>
          <a:p>
            <a:r>
              <a:rPr lang="en-US" dirty="0"/>
              <a:t>@90 FPS</a:t>
            </a:r>
          </a:p>
        </p:txBody>
      </p:sp>
      <p:sp>
        <p:nvSpPr>
          <p:cNvPr id="24" name="TextBox 23">
            <a:extLst>
              <a:ext uri="{FF2B5EF4-FFF2-40B4-BE49-F238E27FC236}">
                <a16:creationId xmlns:a16="http://schemas.microsoft.com/office/drawing/2014/main" id="{FD654193-DC64-5D1E-1A50-CC515818A138}"/>
              </a:ext>
            </a:extLst>
          </p:cNvPr>
          <p:cNvSpPr txBox="1"/>
          <p:nvPr/>
        </p:nvSpPr>
        <p:spPr>
          <a:xfrm>
            <a:off x="6027377" y="3113954"/>
            <a:ext cx="1143262" cy="646331"/>
          </a:xfrm>
          <a:prstGeom prst="rect">
            <a:avLst/>
          </a:prstGeom>
          <a:noFill/>
        </p:spPr>
        <p:txBody>
          <a:bodyPr wrap="none" rtlCol="0">
            <a:spAutoFit/>
          </a:bodyPr>
          <a:lstStyle/>
          <a:p>
            <a:r>
              <a:rPr lang="en-US" dirty="0"/>
              <a:t>[82,95,64]</a:t>
            </a:r>
          </a:p>
          <a:p>
            <a:r>
              <a:rPr lang="en-US" dirty="0"/>
              <a:t>@90 FPS</a:t>
            </a:r>
          </a:p>
        </p:txBody>
      </p:sp>
      <p:sp>
        <p:nvSpPr>
          <p:cNvPr id="27" name="TextBox 26">
            <a:extLst>
              <a:ext uri="{FF2B5EF4-FFF2-40B4-BE49-F238E27FC236}">
                <a16:creationId xmlns:a16="http://schemas.microsoft.com/office/drawing/2014/main" id="{D2A2D7C1-BE09-D80B-92F6-1ED05BEC835A}"/>
              </a:ext>
            </a:extLst>
          </p:cNvPr>
          <p:cNvSpPr txBox="1"/>
          <p:nvPr/>
        </p:nvSpPr>
        <p:spPr>
          <a:xfrm>
            <a:off x="4630176" y="1578299"/>
            <a:ext cx="2668548" cy="646331"/>
          </a:xfrm>
          <a:prstGeom prst="rect">
            <a:avLst/>
          </a:prstGeom>
          <a:noFill/>
        </p:spPr>
        <p:txBody>
          <a:bodyPr wrap="square" rtlCol="0">
            <a:spAutoFit/>
          </a:bodyPr>
          <a:lstStyle/>
          <a:p>
            <a:r>
              <a:rPr lang="en-US" dirty="0"/>
              <a:t>self supervised pretrained image encoder</a:t>
            </a:r>
          </a:p>
        </p:txBody>
      </p:sp>
      <p:sp>
        <p:nvSpPr>
          <p:cNvPr id="29" name="TextBox 28">
            <a:extLst>
              <a:ext uri="{FF2B5EF4-FFF2-40B4-BE49-F238E27FC236}">
                <a16:creationId xmlns:a16="http://schemas.microsoft.com/office/drawing/2014/main" id="{F6E2722C-2CE6-8E16-C66B-9FC338995855}"/>
              </a:ext>
            </a:extLst>
          </p:cNvPr>
          <p:cNvSpPr txBox="1"/>
          <p:nvPr/>
        </p:nvSpPr>
        <p:spPr>
          <a:xfrm>
            <a:off x="1412546" y="1864935"/>
            <a:ext cx="971804" cy="369332"/>
          </a:xfrm>
          <a:prstGeom prst="rect">
            <a:avLst/>
          </a:prstGeom>
          <a:noFill/>
        </p:spPr>
        <p:txBody>
          <a:bodyPr wrap="none" rtlCol="0">
            <a:spAutoFit/>
          </a:bodyPr>
          <a:lstStyle/>
          <a:p>
            <a:r>
              <a:rPr lang="en-US" dirty="0"/>
              <a:t>Mira220</a:t>
            </a:r>
          </a:p>
        </p:txBody>
      </p:sp>
      <p:sp>
        <p:nvSpPr>
          <p:cNvPr id="30" name="TextBox 29">
            <a:extLst>
              <a:ext uri="{FF2B5EF4-FFF2-40B4-BE49-F238E27FC236}">
                <a16:creationId xmlns:a16="http://schemas.microsoft.com/office/drawing/2014/main" id="{042236E5-6712-2DEE-73A8-2CBB577084ED}"/>
              </a:ext>
            </a:extLst>
          </p:cNvPr>
          <p:cNvSpPr txBox="1"/>
          <p:nvPr/>
        </p:nvSpPr>
        <p:spPr>
          <a:xfrm>
            <a:off x="1412546" y="2914031"/>
            <a:ext cx="971804" cy="369332"/>
          </a:xfrm>
          <a:prstGeom prst="rect">
            <a:avLst/>
          </a:prstGeom>
          <a:noFill/>
        </p:spPr>
        <p:txBody>
          <a:bodyPr wrap="none" rtlCol="0">
            <a:spAutoFit/>
          </a:bodyPr>
          <a:lstStyle/>
          <a:p>
            <a:r>
              <a:rPr lang="en-US" dirty="0"/>
              <a:t>Mira220</a:t>
            </a:r>
          </a:p>
        </p:txBody>
      </p:sp>
      <p:sp>
        <p:nvSpPr>
          <p:cNvPr id="32" name="Rectangle 31">
            <a:extLst>
              <a:ext uri="{FF2B5EF4-FFF2-40B4-BE49-F238E27FC236}">
                <a16:creationId xmlns:a16="http://schemas.microsoft.com/office/drawing/2014/main" id="{060AF8B4-416B-8B0E-0A0E-3644382C0846}"/>
              </a:ext>
            </a:extLst>
          </p:cNvPr>
          <p:cNvSpPr/>
          <p:nvPr/>
        </p:nvSpPr>
        <p:spPr>
          <a:xfrm>
            <a:off x="7635964" y="2579059"/>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5" name="Connector: Curved 34">
            <a:extLst>
              <a:ext uri="{FF2B5EF4-FFF2-40B4-BE49-F238E27FC236}">
                <a16:creationId xmlns:a16="http://schemas.microsoft.com/office/drawing/2014/main" id="{97235CCC-04B8-DC78-C52C-E19E7CE17DF2}"/>
              </a:ext>
            </a:extLst>
          </p:cNvPr>
          <p:cNvCxnSpPr>
            <a:cxnSpLocks/>
          </p:cNvCxnSpPr>
          <p:nvPr/>
        </p:nvCxnSpPr>
        <p:spPr>
          <a:xfrm flipV="1">
            <a:off x="7735717" y="2968395"/>
            <a:ext cx="1675495"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E429A15F-116C-FE36-210F-2E1CAEF14247}"/>
              </a:ext>
            </a:extLst>
          </p:cNvPr>
          <p:cNvSpPr txBox="1"/>
          <p:nvPr/>
        </p:nvSpPr>
        <p:spPr>
          <a:xfrm>
            <a:off x="8154250" y="3135550"/>
            <a:ext cx="1026243" cy="646331"/>
          </a:xfrm>
          <a:prstGeom prst="rect">
            <a:avLst/>
          </a:prstGeom>
          <a:noFill/>
        </p:spPr>
        <p:txBody>
          <a:bodyPr wrap="none" rtlCol="0">
            <a:spAutoFit/>
          </a:bodyPr>
          <a:lstStyle/>
          <a:p>
            <a:r>
              <a:rPr lang="en-US" dirty="0"/>
              <a:t>[82,95,1]</a:t>
            </a:r>
          </a:p>
          <a:p>
            <a:r>
              <a:rPr lang="en-US" dirty="0"/>
              <a:t>@90 FPS</a:t>
            </a:r>
          </a:p>
        </p:txBody>
      </p:sp>
      <p:sp>
        <p:nvSpPr>
          <p:cNvPr id="37" name="TextBox 36">
            <a:extLst>
              <a:ext uri="{FF2B5EF4-FFF2-40B4-BE49-F238E27FC236}">
                <a16:creationId xmlns:a16="http://schemas.microsoft.com/office/drawing/2014/main" id="{211C692B-8825-0E4C-B6FD-F82CBDFC4D82}"/>
              </a:ext>
            </a:extLst>
          </p:cNvPr>
          <p:cNvSpPr txBox="1"/>
          <p:nvPr/>
        </p:nvSpPr>
        <p:spPr>
          <a:xfrm>
            <a:off x="8119509" y="2589061"/>
            <a:ext cx="1077026" cy="369332"/>
          </a:xfrm>
          <a:prstGeom prst="rect">
            <a:avLst/>
          </a:prstGeom>
          <a:noFill/>
        </p:spPr>
        <p:txBody>
          <a:bodyPr wrap="none" rtlCol="0">
            <a:spAutoFit/>
          </a:bodyPr>
          <a:lstStyle/>
          <a:p>
            <a:r>
              <a:rPr lang="en-US" dirty="0"/>
              <a:t>heat map</a:t>
            </a:r>
          </a:p>
        </p:txBody>
      </p:sp>
      <p:sp>
        <p:nvSpPr>
          <p:cNvPr id="55" name="Right Brace 54">
            <a:extLst>
              <a:ext uri="{FF2B5EF4-FFF2-40B4-BE49-F238E27FC236}">
                <a16:creationId xmlns:a16="http://schemas.microsoft.com/office/drawing/2014/main" id="{9C5453A9-DE83-164A-D52B-33975A02F078}"/>
              </a:ext>
            </a:extLst>
          </p:cNvPr>
          <p:cNvSpPr/>
          <p:nvPr/>
        </p:nvSpPr>
        <p:spPr>
          <a:xfrm rot="16200000">
            <a:off x="5515631" y="1998072"/>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TextBox 55">
            <a:extLst>
              <a:ext uri="{FF2B5EF4-FFF2-40B4-BE49-F238E27FC236}">
                <a16:creationId xmlns:a16="http://schemas.microsoft.com/office/drawing/2014/main" id="{AE6EEABF-E519-5C88-FC3E-A60665F926D3}"/>
              </a:ext>
            </a:extLst>
          </p:cNvPr>
          <p:cNvSpPr txBox="1"/>
          <p:nvPr/>
        </p:nvSpPr>
        <p:spPr>
          <a:xfrm>
            <a:off x="11038703" y="65652"/>
            <a:ext cx="914033" cy="369332"/>
          </a:xfrm>
          <a:prstGeom prst="rect">
            <a:avLst/>
          </a:prstGeom>
          <a:noFill/>
        </p:spPr>
        <p:txBody>
          <a:bodyPr wrap="none" rtlCol="0">
            <a:spAutoFit/>
          </a:bodyPr>
          <a:lstStyle/>
          <a:p>
            <a:r>
              <a:rPr lang="en-US" dirty="0"/>
              <a:t>phase 2</a:t>
            </a:r>
          </a:p>
        </p:txBody>
      </p:sp>
      <p:sp>
        <p:nvSpPr>
          <p:cNvPr id="2" name="TextBox 1">
            <a:extLst>
              <a:ext uri="{FF2B5EF4-FFF2-40B4-BE49-F238E27FC236}">
                <a16:creationId xmlns:a16="http://schemas.microsoft.com/office/drawing/2014/main" id="{DF55E924-EFCE-94FB-DC24-A5B01E49A357}"/>
              </a:ext>
            </a:extLst>
          </p:cNvPr>
          <p:cNvSpPr txBox="1"/>
          <p:nvPr/>
        </p:nvSpPr>
        <p:spPr>
          <a:xfrm>
            <a:off x="1412546" y="5049795"/>
            <a:ext cx="5951694" cy="923330"/>
          </a:xfrm>
          <a:prstGeom prst="rect">
            <a:avLst/>
          </a:prstGeom>
          <a:noFill/>
        </p:spPr>
        <p:txBody>
          <a:bodyPr wrap="none" rtlCol="0">
            <a:spAutoFit/>
          </a:bodyPr>
          <a:lstStyle/>
          <a:p>
            <a:r>
              <a:rPr lang="en-US" dirty="0"/>
              <a:t>pretrain using self-supervised pretext tasks on unlabeled data</a:t>
            </a:r>
          </a:p>
          <a:p>
            <a:pPr marL="342900" indent="-342900">
              <a:buAutoNum type="arabicPeriod"/>
            </a:pPr>
            <a:r>
              <a:rPr lang="en-US" dirty="0"/>
              <a:t>LR eye swap, predict LR vs RL</a:t>
            </a:r>
          </a:p>
          <a:p>
            <a:pPr marL="342900" indent="-342900">
              <a:buAutoNum type="arabicPeriod"/>
            </a:pPr>
            <a:r>
              <a:rPr lang="en-US" dirty="0"/>
              <a:t>LR time shift, predict L[t]R[t] vs L[t-1]R[t] vs L[t]R[t-1]</a:t>
            </a:r>
          </a:p>
        </p:txBody>
      </p:sp>
      <p:sp>
        <p:nvSpPr>
          <p:cNvPr id="15" name="TextBox 14">
            <a:extLst>
              <a:ext uri="{FF2B5EF4-FFF2-40B4-BE49-F238E27FC236}">
                <a16:creationId xmlns:a16="http://schemas.microsoft.com/office/drawing/2014/main" id="{0814AA60-4CE7-7D81-D4A5-9E8E8A56583E}"/>
              </a:ext>
            </a:extLst>
          </p:cNvPr>
          <p:cNvSpPr txBox="1"/>
          <p:nvPr/>
        </p:nvSpPr>
        <p:spPr>
          <a:xfrm>
            <a:off x="3613753" y="2604580"/>
            <a:ext cx="671979" cy="369332"/>
          </a:xfrm>
          <a:prstGeom prst="rect">
            <a:avLst/>
          </a:prstGeom>
          <a:noFill/>
        </p:spPr>
        <p:txBody>
          <a:bodyPr wrap="none" rtlCol="0">
            <a:spAutoFit/>
          </a:bodyPr>
          <a:lstStyle/>
          <a:p>
            <a:r>
              <a:rPr lang="en-US" dirty="0"/>
              <a:t>AXI-S</a:t>
            </a:r>
          </a:p>
        </p:txBody>
      </p:sp>
    </p:spTree>
    <p:extLst>
      <p:ext uri="{BB962C8B-B14F-4D97-AF65-F5344CB8AC3E}">
        <p14:creationId xmlns:p14="http://schemas.microsoft.com/office/powerpoint/2010/main" val="3081794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D61712-DE05-2DE1-A870-849D5BC44A71}"/>
              </a:ext>
            </a:extLst>
          </p:cNvPr>
          <p:cNvSpPr>
            <a:spLocks noGrp="1"/>
          </p:cNvSpPr>
          <p:nvPr>
            <p:ph type="title"/>
          </p:nvPr>
        </p:nvSpPr>
        <p:spPr/>
        <p:txBody>
          <a:bodyPr>
            <a:normAutofit/>
          </a:bodyPr>
          <a:lstStyle/>
          <a:p>
            <a:r>
              <a:rPr lang="en-US" sz="3600" b="1" dirty="0" err="1"/>
              <a:t>RapidSense</a:t>
            </a:r>
            <a:endParaRPr lang="en-US" sz="3600" b="1" dirty="0"/>
          </a:p>
        </p:txBody>
      </p:sp>
      <p:sp>
        <p:nvSpPr>
          <p:cNvPr id="5" name="Content Placeholder 4">
            <a:extLst>
              <a:ext uri="{FF2B5EF4-FFF2-40B4-BE49-F238E27FC236}">
                <a16:creationId xmlns:a16="http://schemas.microsoft.com/office/drawing/2014/main" id="{E467FB66-A43C-B8BB-F462-375E8FAACA75}"/>
              </a:ext>
            </a:extLst>
          </p:cNvPr>
          <p:cNvSpPr>
            <a:spLocks noGrp="1"/>
          </p:cNvSpPr>
          <p:nvPr>
            <p:ph idx="1"/>
          </p:nvPr>
        </p:nvSpPr>
        <p:spPr>
          <a:xfrm>
            <a:off x="838199" y="1690689"/>
            <a:ext cx="10983097" cy="4553592"/>
          </a:xfrm>
        </p:spPr>
        <p:txBody>
          <a:bodyPr>
            <a:normAutofit fontScale="92500" lnSpcReduction="20000"/>
          </a:bodyPr>
          <a:lstStyle/>
          <a:p>
            <a:pPr marL="0" indent="0">
              <a:buNone/>
            </a:pPr>
            <a:r>
              <a:rPr lang="en-US" b="1" dirty="0"/>
              <a:t>Silicon vision and sensing platform for next generation robotics</a:t>
            </a:r>
          </a:p>
          <a:p>
            <a:pPr lvl="1"/>
            <a:r>
              <a:rPr lang="en-US" dirty="0"/>
              <a:t>target next generation robotics based on multimodal LLM technology</a:t>
            </a:r>
          </a:p>
          <a:p>
            <a:pPr lvl="1"/>
            <a:r>
              <a:rPr lang="en-US" dirty="0"/>
              <a:t>the image encoder socket is the first stage in a multimodal LLM </a:t>
            </a:r>
            <a:r>
              <a:rPr lang="en-US" dirty="0">
                <a:hlinkClick r:id="rId3"/>
              </a:rPr>
              <a:t>e.g. CLIP</a:t>
            </a:r>
            <a:endParaRPr lang="en-US" dirty="0"/>
          </a:p>
          <a:p>
            <a:pPr lvl="1"/>
            <a:r>
              <a:rPr lang="en-US" dirty="0"/>
              <a:t>foundation/backbone vision models encode raw pixels into a compressed feature map</a:t>
            </a:r>
          </a:p>
          <a:p>
            <a:pPr lvl="1"/>
            <a:r>
              <a:rPr lang="en-US" dirty="0"/>
              <a:t>domain specific FPGA enables low latency "pixels to features" at sensor speed</a:t>
            </a:r>
          </a:p>
          <a:p>
            <a:pPr lvl="1"/>
            <a:r>
              <a:rPr lang="en-US" dirty="0"/>
              <a:t>extends to 360-degree vision, hyperspectral, video, tactile sensors, audio, RF</a:t>
            </a:r>
          </a:p>
          <a:p>
            <a:pPr marL="0" indent="0">
              <a:buNone/>
            </a:pPr>
            <a:r>
              <a:rPr lang="en-US" dirty="0"/>
              <a:t>Strategy</a:t>
            </a:r>
          </a:p>
          <a:p>
            <a:pPr lvl="1"/>
            <a:r>
              <a:rPr lang="en-US" dirty="0"/>
              <a:t>Open software</a:t>
            </a:r>
          </a:p>
          <a:p>
            <a:pPr lvl="1"/>
            <a:r>
              <a:rPr lang="en-US" dirty="0"/>
              <a:t>Optimized FPGA silicon initially targeting the emerging </a:t>
            </a:r>
            <a:r>
              <a:rPr lang="en-US" b="1" dirty="0"/>
              <a:t>image encoder socket</a:t>
            </a:r>
          </a:p>
          <a:p>
            <a:pPr lvl="1"/>
            <a:r>
              <a:rPr lang="en-US" dirty="0"/>
              <a:t>Scale using </a:t>
            </a:r>
            <a:r>
              <a:rPr lang="en-US" dirty="0" err="1"/>
              <a:t>chiplets</a:t>
            </a:r>
            <a:endParaRPr lang="en-US" dirty="0"/>
          </a:p>
          <a:p>
            <a:pPr lvl="1"/>
            <a:r>
              <a:rPr lang="en-US" dirty="0"/>
              <a:t>Partner with image sensor, robotics ecosystems</a:t>
            </a:r>
          </a:p>
          <a:p>
            <a:pPr marL="0" indent="0">
              <a:buNone/>
            </a:pPr>
            <a:r>
              <a:rPr lang="en-US" dirty="0"/>
              <a:t>Execution</a:t>
            </a:r>
          </a:p>
          <a:p>
            <a:pPr lvl="1"/>
            <a:r>
              <a:rPr lang="en-US" dirty="0"/>
              <a:t>TF to Verilog demo, real time CNN inference at high resolution and frame rate</a:t>
            </a:r>
          </a:p>
          <a:p>
            <a:pPr lvl="1"/>
            <a:r>
              <a:rPr lang="en-US" dirty="0"/>
              <a:t>demonstrate vision model using self supervised pretraining on egocentric image data</a:t>
            </a:r>
          </a:p>
          <a:p>
            <a:pPr lvl="2"/>
            <a:endParaRPr lang="en-US" dirty="0"/>
          </a:p>
          <a:p>
            <a:pPr lvl="2"/>
            <a:endParaRPr lang="en-US" dirty="0"/>
          </a:p>
        </p:txBody>
      </p:sp>
    </p:spTree>
    <p:extLst>
      <p:ext uri="{BB962C8B-B14F-4D97-AF65-F5344CB8AC3E}">
        <p14:creationId xmlns:p14="http://schemas.microsoft.com/office/powerpoint/2010/main" val="38537692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6AD8476-265D-032F-705A-407E27EEFC12}"/>
              </a:ext>
            </a:extLst>
          </p:cNvPr>
          <p:cNvSpPr/>
          <p:nvPr/>
        </p:nvSpPr>
        <p:spPr>
          <a:xfrm>
            <a:off x="4292486" y="1457838"/>
            <a:ext cx="1000664" cy="1000664"/>
          </a:xfrm>
          <a:prstGeom prst="roundRect">
            <a:avLst/>
          </a:prstGeom>
          <a:ln>
            <a:solidFill>
              <a:schemeClr val="bg1">
                <a:lumMod val="50000"/>
              </a:schemeClr>
            </a:solid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3" name="Flowchart: Direct Access Storage 2">
            <a:extLst>
              <a:ext uri="{FF2B5EF4-FFF2-40B4-BE49-F238E27FC236}">
                <a16:creationId xmlns:a16="http://schemas.microsoft.com/office/drawing/2014/main" id="{A35E6ED1-FEA9-EC19-0318-E62C94157E35}"/>
              </a:ext>
            </a:extLst>
          </p:cNvPr>
          <p:cNvSpPr/>
          <p:nvPr/>
        </p:nvSpPr>
        <p:spPr>
          <a:xfrm flipH="1">
            <a:off x="4092981" y="1796072"/>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TextBox 3">
            <a:extLst>
              <a:ext uri="{FF2B5EF4-FFF2-40B4-BE49-F238E27FC236}">
                <a16:creationId xmlns:a16="http://schemas.microsoft.com/office/drawing/2014/main" id="{342D62B9-8E42-B086-238C-4276D9845DFC}"/>
              </a:ext>
            </a:extLst>
          </p:cNvPr>
          <p:cNvSpPr txBox="1"/>
          <p:nvPr/>
        </p:nvSpPr>
        <p:spPr>
          <a:xfrm>
            <a:off x="4321346" y="889000"/>
            <a:ext cx="971804" cy="369332"/>
          </a:xfrm>
          <a:prstGeom prst="rect">
            <a:avLst/>
          </a:prstGeom>
          <a:noFill/>
        </p:spPr>
        <p:txBody>
          <a:bodyPr wrap="none" rtlCol="0">
            <a:spAutoFit/>
          </a:bodyPr>
          <a:lstStyle/>
          <a:p>
            <a:r>
              <a:rPr lang="en-US" dirty="0"/>
              <a:t>Mira220</a:t>
            </a:r>
          </a:p>
        </p:txBody>
      </p:sp>
      <p:sp>
        <p:nvSpPr>
          <p:cNvPr id="5" name="Flowchart: Direct Access Storage 4">
            <a:extLst>
              <a:ext uri="{FF2B5EF4-FFF2-40B4-BE49-F238E27FC236}">
                <a16:creationId xmlns:a16="http://schemas.microsoft.com/office/drawing/2014/main" id="{B37BED91-73F8-41BC-F160-13F281465420}"/>
              </a:ext>
            </a:extLst>
          </p:cNvPr>
          <p:cNvSpPr/>
          <p:nvPr/>
        </p:nvSpPr>
        <p:spPr>
          <a:xfrm rot="5400000" flipH="1">
            <a:off x="4693065" y="1195987"/>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Flowchart: Direct Access Storage 5">
            <a:extLst>
              <a:ext uri="{FF2B5EF4-FFF2-40B4-BE49-F238E27FC236}">
                <a16:creationId xmlns:a16="http://schemas.microsoft.com/office/drawing/2014/main" id="{D4B58E88-1EEB-C268-4563-84E3CD2C6AF8}"/>
              </a:ext>
            </a:extLst>
          </p:cNvPr>
          <p:cNvSpPr/>
          <p:nvPr/>
        </p:nvSpPr>
        <p:spPr>
          <a:xfrm rot="16200000" flipH="1">
            <a:off x="4693065" y="239615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Flowchart: Direct Access Storage 6">
            <a:extLst>
              <a:ext uri="{FF2B5EF4-FFF2-40B4-BE49-F238E27FC236}">
                <a16:creationId xmlns:a16="http://schemas.microsoft.com/office/drawing/2014/main" id="{E5FB98C0-07DA-CEF0-95FD-64FE0CE8F2F2}"/>
              </a:ext>
            </a:extLst>
          </p:cNvPr>
          <p:cNvSpPr/>
          <p:nvPr/>
        </p:nvSpPr>
        <p:spPr>
          <a:xfrm rot="10800000" flipH="1">
            <a:off x="5293150" y="1776676"/>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Circle: Hollow 7">
            <a:extLst>
              <a:ext uri="{FF2B5EF4-FFF2-40B4-BE49-F238E27FC236}">
                <a16:creationId xmlns:a16="http://schemas.microsoft.com/office/drawing/2014/main" id="{A30EA2A2-8FDB-790F-8871-F4AF02CAC08A}"/>
              </a:ext>
            </a:extLst>
          </p:cNvPr>
          <p:cNvSpPr/>
          <p:nvPr/>
        </p:nvSpPr>
        <p:spPr>
          <a:xfrm>
            <a:off x="4624942" y="1776676"/>
            <a:ext cx="318838" cy="318838"/>
          </a:xfrm>
          <a:prstGeom prst="don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a:extLst>
              <a:ext uri="{FF2B5EF4-FFF2-40B4-BE49-F238E27FC236}">
                <a16:creationId xmlns:a16="http://schemas.microsoft.com/office/drawing/2014/main" id="{34807E06-D8F6-3B5C-9389-1982F6957227}"/>
              </a:ext>
            </a:extLst>
          </p:cNvPr>
          <p:cNvSpPr txBox="1"/>
          <p:nvPr/>
        </p:nvSpPr>
        <p:spPr>
          <a:xfrm>
            <a:off x="4338565" y="2061633"/>
            <a:ext cx="891591" cy="369332"/>
          </a:xfrm>
          <a:prstGeom prst="rect">
            <a:avLst/>
          </a:prstGeom>
          <a:noFill/>
        </p:spPr>
        <p:txBody>
          <a:bodyPr wrap="none" rtlCol="0">
            <a:spAutoFit/>
          </a:bodyPr>
          <a:lstStyle/>
          <a:p>
            <a:r>
              <a:rPr lang="en-US" dirty="0" err="1"/>
              <a:t>RPLidar</a:t>
            </a:r>
            <a:endParaRPr lang="en-US" dirty="0"/>
          </a:p>
        </p:txBody>
      </p:sp>
      <p:sp>
        <p:nvSpPr>
          <p:cNvPr id="10" name="Flowchart: Direct Access Storage 9">
            <a:extLst>
              <a:ext uri="{FF2B5EF4-FFF2-40B4-BE49-F238E27FC236}">
                <a16:creationId xmlns:a16="http://schemas.microsoft.com/office/drawing/2014/main" id="{9BB2F888-F82B-7150-50F4-CA51B53BA7CD}"/>
              </a:ext>
            </a:extLst>
          </p:cNvPr>
          <p:cNvSpPr/>
          <p:nvPr/>
        </p:nvSpPr>
        <p:spPr>
          <a:xfrm flipH="1">
            <a:off x="2068267" y="4435671"/>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Flowchart: Direct Access Storage 10">
            <a:extLst>
              <a:ext uri="{FF2B5EF4-FFF2-40B4-BE49-F238E27FC236}">
                <a16:creationId xmlns:a16="http://schemas.microsoft.com/office/drawing/2014/main" id="{F14A65FD-8828-6872-2953-6076BE00445F}"/>
              </a:ext>
            </a:extLst>
          </p:cNvPr>
          <p:cNvSpPr/>
          <p:nvPr/>
        </p:nvSpPr>
        <p:spPr>
          <a:xfrm flipH="1">
            <a:off x="2053741" y="5575440"/>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D470EFB7-D586-9DF5-069E-7EC174F9B847}"/>
              </a:ext>
            </a:extLst>
          </p:cNvPr>
          <p:cNvSpPr/>
          <p:nvPr/>
        </p:nvSpPr>
        <p:spPr>
          <a:xfrm>
            <a:off x="54926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a:extLst>
              <a:ext uri="{FF2B5EF4-FFF2-40B4-BE49-F238E27FC236}">
                <a16:creationId xmlns:a16="http://schemas.microsoft.com/office/drawing/2014/main" id="{FBC33780-527D-3B96-4A8D-7EA9DD3F5262}"/>
              </a:ext>
            </a:extLst>
          </p:cNvPr>
          <p:cNvSpPr/>
          <p:nvPr/>
        </p:nvSpPr>
        <p:spPr>
          <a:xfrm>
            <a:off x="56450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ectangle 13">
            <a:extLst>
              <a:ext uri="{FF2B5EF4-FFF2-40B4-BE49-F238E27FC236}">
                <a16:creationId xmlns:a16="http://schemas.microsoft.com/office/drawing/2014/main" id="{862BAD3F-272D-C21A-33F1-492134BA69B7}"/>
              </a:ext>
            </a:extLst>
          </p:cNvPr>
          <p:cNvSpPr/>
          <p:nvPr/>
        </p:nvSpPr>
        <p:spPr>
          <a:xfrm>
            <a:off x="57974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ectangle 14">
            <a:extLst>
              <a:ext uri="{FF2B5EF4-FFF2-40B4-BE49-F238E27FC236}">
                <a16:creationId xmlns:a16="http://schemas.microsoft.com/office/drawing/2014/main" id="{438AB2B5-BD9E-BF73-7599-AC5770CFF51D}"/>
              </a:ext>
            </a:extLst>
          </p:cNvPr>
          <p:cNvSpPr/>
          <p:nvPr/>
        </p:nvSpPr>
        <p:spPr>
          <a:xfrm>
            <a:off x="59498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a:extLst>
              <a:ext uri="{FF2B5EF4-FFF2-40B4-BE49-F238E27FC236}">
                <a16:creationId xmlns:a16="http://schemas.microsoft.com/office/drawing/2014/main" id="{B7398144-D908-1297-49CB-C8763CB2D64F}"/>
              </a:ext>
            </a:extLst>
          </p:cNvPr>
          <p:cNvSpPr/>
          <p:nvPr/>
        </p:nvSpPr>
        <p:spPr>
          <a:xfrm>
            <a:off x="6102255" y="4718411"/>
            <a:ext cx="99753" cy="78970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7" name="Rectangle 16">
            <a:extLst>
              <a:ext uri="{FF2B5EF4-FFF2-40B4-BE49-F238E27FC236}">
                <a16:creationId xmlns:a16="http://schemas.microsoft.com/office/drawing/2014/main" id="{5334B386-5ADF-08A7-EA7B-AD1D9F787AC0}"/>
              </a:ext>
            </a:extLst>
          </p:cNvPr>
          <p:cNvSpPr/>
          <p:nvPr/>
        </p:nvSpPr>
        <p:spPr>
          <a:xfrm>
            <a:off x="2737508" y="4790564"/>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cxnSp>
        <p:nvCxnSpPr>
          <p:cNvPr id="20" name="Connector: Curved 19">
            <a:extLst>
              <a:ext uri="{FF2B5EF4-FFF2-40B4-BE49-F238E27FC236}">
                <a16:creationId xmlns:a16="http://schemas.microsoft.com/office/drawing/2014/main" id="{A102CF12-E5B0-4EC2-8F46-2CBCF3486C9D}"/>
              </a:ext>
            </a:extLst>
          </p:cNvPr>
          <p:cNvCxnSpPr>
            <a:stCxn id="17" idx="3"/>
            <a:endCxn id="12" idx="1"/>
          </p:cNvCxnSpPr>
          <p:nvPr/>
        </p:nvCxnSpPr>
        <p:spPr>
          <a:xfrm flipV="1">
            <a:off x="3822251" y="5113266"/>
            <a:ext cx="1670404"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1" name="Connector: Curved 20">
            <a:extLst>
              <a:ext uri="{FF2B5EF4-FFF2-40B4-BE49-F238E27FC236}">
                <a16:creationId xmlns:a16="http://schemas.microsoft.com/office/drawing/2014/main" id="{3D90ADC6-4623-7A42-6E26-A645E192A291}"/>
              </a:ext>
            </a:extLst>
          </p:cNvPr>
          <p:cNvCxnSpPr>
            <a:cxnSpLocks/>
            <a:stCxn id="16" idx="3"/>
          </p:cNvCxnSpPr>
          <p:nvPr/>
        </p:nvCxnSpPr>
        <p:spPr>
          <a:xfrm flipV="1">
            <a:off x="6202008" y="5113265"/>
            <a:ext cx="1675495" cy="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0FB96F52-0D51-0B77-3C66-498998971D09}"/>
              </a:ext>
            </a:extLst>
          </p:cNvPr>
          <p:cNvSpPr txBox="1"/>
          <p:nvPr/>
        </p:nvSpPr>
        <p:spPr>
          <a:xfrm>
            <a:off x="3790810" y="5113264"/>
            <a:ext cx="1494320" cy="646331"/>
          </a:xfrm>
          <a:prstGeom prst="rect">
            <a:avLst/>
          </a:prstGeom>
          <a:noFill/>
        </p:spPr>
        <p:txBody>
          <a:bodyPr wrap="none" rtlCol="0">
            <a:spAutoFit/>
          </a:bodyPr>
          <a:lstStyle/>
          <a:p>
            <a:r>
              <a:rPr lang="en-US" dirty="0"/>
              <a:t>[1400,1600,4]</a:t>
            </a:r>
          </a:p>
          <a:p>
            <a:r>
              <a:rPr lang="en-US" dirty="0"/>
              <a:t>@90 FPS</a:t>
            </a:r>
          </a:p>
        </p:txBody>
      </p:sp>
      <p:sp>
        <p:nvSpPr>
          <p:cNvPr id="23" name="TextBox 22">
            <a:extLst>
              <a:ext uri="{FF2B5EF4-FFF2-40B4-BE49-F238E27FC236}">
                <a16:creationId xmlns:a16="http://schemas.microsoft.com/office/drawing/2014/main" id="{EDAD3D19-C814-809A-C0E7-0795B978A847}"/>
              </a:ext>
            </a:extLst>
          </p:cNvPr>
          <p:cNvSpPr txBox="1"/>
          <p:nvPr/>
        </p:nvSpPr>
        <p:spPr>
          <a:xfrm>
            <a:off x="6327216" y="5121118"/>
            <a:ext cx="1260281" cy="646331"/>
          </a:xfrm>
          <a:prstGeom prst="rect">
            <a:avLst/>
          </a:prstGeom>
          <a:noFill/>
        </p:spPr>
        <p:txBody>
          <a:bodyPr wrap="none" rtlCol="0">
            <a:spAutoFit/>
          </a:bodyPr>
          <a:lstStyle/>
          <a:p>
            <a:r>
              <a:rPr lang="en-US" dirty="0"/>
              <a:t>[170,195,1]</a:t>
            </a:r>
          </a:p>
          <a:p>
            <a:r>
              <a:rPr lang="en-US" dirty="0"/>
              <a:t>@90 FPS</a:t>
            </a:r>
          </a:p>
        </p:txBody>
      </p:sp>
      <p:sp>
        <p:nvSpPr>
          <p:cNvPr id="24" name="TextBox 23">
            <a:extLst>
              <a:ext uri="{FF2B5EF4-FFF2-40B4-BE49-F238E27FC236}">
                <a16:creationId xmlns:a16="http://schemas.microsoft.com/office/drawing/2014/main" id="{F55FB43F-DA09-DF73-0057-A05EC73E9770}"/>
              </a:ext>
            </a:extLst>
          </p:cNvPr>
          <p:cNvSpPr txBox="1"/>
          <p:nvPr/>
        </p:nvSpPr>
        <p:spPr>
          <a:xfrm>
            <a:off x="4771174" y="3521727"/>
            <a:ext cx="3005788" cy="923330"/>
          </a:xfrm>
          <a:prstGeom prst="rect">
            <a:avLst/>
          </a:prstGeom>
          <a:noFill/>
        </p:spPr>
        <p:txBody>
          <a:bodyPr wrap="square" rtlCol="0">
            <a:spAutoFit/>
          </a:bodyPr>
          <a:lstStyle/>
          <a:p>
            <a:r>
              <a:rPr lang="en-US" dirty="0"/>
              <a:t>supervised training</a:t>
            </a:r>
          </a:p>
          <a:p>
            <a:r>
              <a:rPr lang="en-US" dirty="0"/>
              <a:t>predict overhead Lidar view from 4xMira220</a:t>
            </a:r>
          </a:p>
        </p:txBody>
      </p:sp>
      <p:sp>
        <p:nvSpPr>
          <p:cNvPr id="25" name="TextBox 24">
            <a:extLst>
              <a:ext uri="{FF2B5EF4-FFF2-40B4-BE49-F238E27FC236}">
                <a16:creationId xmlns:a16="http://schemas.microsoft.com/office/drawing/2014/main" id="{D5B81280-C025-1398-B712-B3069DBFC9D8}"/>
              </a:ext>
            </a:extLst>
          </p:cNvPr>
          <p:cNvSpPr txBox="1"/>
          <p:nvPr/>
        </p:nvSpPr>
        <p:spPr>
          <a:xfrm>
            <a:off x="1654085" y="4004286"/>
            <a:ext cx="971804" cy="369332"/>
          </a:xfrm>
          <a:prstGeom prst="rect">
            <a:avLst/>
          </a:prstGeom>
          <a:noFill/>
        </p:spPr>
        <p:txBody>
          <a:bodyPr wrap="none" rtlCol="0">
            <a:spAutoFit/>
          </a:bodyPr>
          <a:lstStyle/>
          <a:p>
            <a:r>
              <a:rPr lang="en-US" dirty="0"/>
              <a:t>Mira220</a:t>
            </a:r>
          </a:p>
        </p:txBody>
      </p:sp>
      <p:sp>
        <p:nvSpPr>
          <p:cNvPr id="31" name="Right Brace 30">
            <a:extLst>
              <a:ext uri="{FF2B5EF4-FFF2-40B4-BE49-F238E27FC236}">
                <a16:creationId xmlns:a16="http://schemas.microsoft.com/office/drawing/2014/main" id="{6ED45743-A67D-F555-E7D6-9D63588B9CEC}"/>
              </a:ext>
            </a:extLst>
          </p:cNvPr>
          <p:cNvSpPr/>
          <p:nvPr/>
        </p:nvSpPr>
        <p:spPr>
          <a:xfrm rot="16200000">
            <a:off x="5757170" y="4137423"/>
            <a:ext cx="183270" cy="779765"/>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a:extLst>
              <a:ext uri="{FF2B5EF4-FFF2-40B4-BE49-F238E27FC236}">
                <a16:creationId xmlns:a16="http://schemas.microsoft.com/office/drawing/2014/main" id="{82B10FA0-7905-1594-3119-F1E78D1F2536}"/>
              </a:ext>
            </a:extLst>
          </p:cNvPr>
          <p:cNvSpPr txBox="1"/>
          <p:nvPr/>
        </p:nvSpPr>
        <p:spPr>
          <a:xfrm>
            <a:off x="3855292" y="4743931"/>
            <a:ext cx="671979" cy="369332"/>
          </a:xfrm>
          <a:prstGeom prst="rect">
            <a:avLst/>
          </a:prstGeom>
          <a:noFill/>
        </p:spPr>
        <p:txBody>
          <a:bodyPr wrap="none" rtlCol="0">
            <a:spAutoFit/>
          </a:bodyPr>
          <a:lstStyle/>
          <a:p>
            <a:r>
              <a:rPr lang="en-US" dirty="0"/>
              <a:t>AXI-S</a:t>
            </a:r>
          </a:p>
        </p:txBody>
      </p:sp>
      <p:sp>
        <p:nvSpPr>
          <p:cNvPr id="33" name="Flowchart: Direct Access Storage 32">
            <a:extLst>
              <a:ext uri="{FF2B5EF4-FFF2-40B4-BE49-F238E27FC236}">
                <a16:creationId xmlns:a16="http://schemas.microsoft.com/office/drawing/2014/main" id="{01027EF0-BC5D-2D0C-8CA7-54A95B2E1EB3}"/>
              </a:ext>
            </a:extLst>
          </p:cNvPr>
          <p:cNvSpPr/>
          <p:nvPr/>
        </p:nvSpPr>
        <p:spPr>
          <a:xfrm flipH="1">
            <a:off x="1822324" y="4699107"/>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Flowchart: Direct Access Storage 33">
            <a:extLst>
              <a:ext uri="{FF2B5EF4-FFF2-40B4-BE49-F238E27FC236}">
                <a16:creationId xmlns:a16="http://schemas.microsoft.com/office/drawing/2014/main" id="{735FF194-27C8-816C-B702-EE702BEF656E}"/>
              </a:ext>
            </a:extLst>
          </p:cNvPr>
          <p:cNvSpPr/>
          <p:nvPr/>
        </p:nvSpPr>
        <p:spPr>
          <a:xfrm flipH="1">
            <a:off x="1992591" y="512008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F3210F31-4211-1EFD-5CE8-CD49264421D0}"/>
              </a:ext>
            </a:extLst>
          </p:cNvPr>
          <p:cNvCxnSpPr>
            <a:stCxn id="10" idx="1"/>
          </p:cNvCxnSpPr>
          <p:nvPr/>
        </p:nvCxnSpPr>
        <p:spPr>
          <a:xfrm>
            <a:off x="2267772" y="4597769"/>
            <a:ext cx="469736" cy="315309"/>
          </a:xfrm>
          <a:prstGeom prst="straightConnector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7CBBD6FE-BE32-29F3-CFA1-007C9356AD89}"/>
              </a:ext>
            </a:extLst>
          </p:cNvPr>
          <p:cNvCxnSpPr>
            <a:stCxn id="33" idx="1"/>
            <a:endCxn id="17" idx="1"/>
          </p:cNvCxnSpPr>
          <p:nvPr/>
        </p:nvCxnSpPr>
        <p:spPr>
          <a:xfrm>
            <a:off x="2021829" y="4861205"/>
            <a:ext cx="715679" cy="2520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2772D507-C19C-720F-FCF7-3D182D3D6991}"/>
              </a:ext>
            </a:extLst>
          </p:cNvPr>
          <p:cNvCxnSpPr>
            <a:stCxn id="34" idx="1"/>
          </p:cNvCxnSpPr>
          <p:nvPr/>
        </p:nvCxnSpPr>
        <p:spPr>
          <a:xfrm flipV="1">
            <a:off x="2192096" y="5238567"/>
            <a:ext cx="525122" cy="436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521248DA-6E79-02EE-E397-432E4FBC950A}"/>
              </a:ext>
            </a:extLst>
          </p:cNvPr>
          <p:cNvCxnSpPr>
            <a:stCxn id="11" idx="1"/>
          </p:cNvCxnSpPr>
          <p:nvPr/>
        </p:nvCxnSpPr>
        <p:spPr>
          <a:xfrm flipV="1">
            <a:off x="2253246" y="5400665"/>
            <a:ext cx="484262" cy="33687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A048FD65-66D1-CE07-E3BC-2C625DFAC133}"/>
              </a:ext>
            </a:extLst>
          </p:cNvPr>
          <p:cNvSpPr txBox="1"/>
          <p:nvPr/>
        </p:nvSpPr>
        <p:spPr>
          <a:xfrm>
            <a:off x="208655" y="354371"/>
            <a:ext cx="2890859" cy="369332"/>
          </a:xfrm>
          <a:prstGeom prst="rect">
            <a:avLst/>
          </a:prstGeom>
          <a:noFill/>
        </p:spPr>
        <p:txBody>
          <a:bodyPr wrap="square">
            <a:spAutoFit/>
          </a:bodyPr>
          <a:lstStyle/>
          <a:p>
            <a:r>
              <a:rPr lang="en-US" dirty="0">
                <a:hlinkClick r:id="rId2"/>
              </a:rPr>
              <a:t>https://www.slamtec.ai/#</a:t>
            </a:r>
            <a:endParaRPr lang="en-US" dirty="0"/>
          </a:p>
        </p:txBody>
      </p:sp>
      <p:pic>
        <p:nvPicPr>
          <p:cNvPr id="46" name="Picture 45">
            <a:extLst>
              <a:ext uri="{FF2B5EF4-FFF2-40B4-BE49-F238E27FC236}">
                <a16:creationId xmlns:a16="http://schemas.microsoft.com/office/drawing/2014/main" id="{E127A3DA-F78B-826D-AE6C-3F5B1D41376C}"/>
              </a:ext>
            </a:extLst>
          </p:cNvPr>
          <p:cNvPicPr>
            <a:picLocks noChangeAspect="1"/>
          </p:cNvPicPr>
          <p:nvPr/>
        </p:nvPicPr>
        <p:blipFill>
          <a:blip r:embed="rId3"/>
          <a:stretch>
            <a:fillRect/>
          </a:stretch>
        </p:blipFill>
        <p:spPr>
          <a:xfrm>
            <a:off x="8175989" y="4473713"/>
            <a:ext cx="1795189" cy="1442915"/>
          </a:xfrm>
          <a:prstGeom prst="rect">
            <a:avLst/>
          </a:prstGeom>
        </p:spPr>
      </p:pic>
      <p:pic>
        <p:nvPicPr>
          <p:cNvPr id="47" name="Picture 46">
            <a:extLst>
              <a:ext uri="{FF2B5EF4-FFF2-40B4-BE49-F238E27FC236}">
                <a16:creationId xmlns:a16="http://schemas.microsoft.com/office/drawing/2014/main" id="{09FF4E41-A34E-7147-35B3-10D24BBA2D13}"/>
              </a:ext>
            </a:extLst>
          </p:cNvPr>
          <p:cNvPicPr>
            <a:picLocks noChangeAspect="1"/>
          </p:cNvPicPr>
          <p:nvPr/>
        </p:nvPicPr>
        <p:blipFill>
          <a:blip r:embed="rId4"/>
          <a:stretch>
            <a:fillRect/>
          </a:stretch>
        </p:blipFill>
        <p:spPr>
          <a:xfrm>
            <a:off x="7501036" y="1919025"/>
            <a:ext cx="1905000" cy="1905000"/>
          </a:xfrm>
          <a:prstGeom prst="rect">
            <a:avLst/>
          </a:prstGeom>
        </p:spPr>
      </p:pic>
      <p:pic>
        <p:nvPicPr>
          <p:cNvPr id="48" name="Picture 47">
            <a:extLst>
              <a:ext uri="{FF2B5EF4-FFF2-40B4-BE49-F238E27FC236}">
                <a16:creationId xmlns:a16="http://schemas.microsoft.com/office/drawing/2014/main" id="{651CFAB3-332C-5F8B-6893-D68CA43AD049}"/>
              </a:ext>
            </a:extLst>
          </p:cNvPr>
          <p:cNvPicPr>
            <a:picLocks noChangeAspect="1"/>
          </p:cNvPicPr>
          <p:nvPr/>
        </p:nvPicPr>
        <p:blipFill>
          <a:blip r:embed="rId5"/>
          <a:stretch>
            <a:fillRect/>
          </a:stretch>
        </p:blipFill>
        <p:spPr>
          <a:xfrm>
            <a:off x="310017" y="896994"/>
            <a:ext cx="2488321" cy="2488321"/>
          </a:xfrm>
          <a:prstGeom prst="rect">
            <a:avLst/>
          </a:prstGeom>
        </p:spPr>
      </p:pic>
      <p:cxnSp>
        <p:nvCxnSpPr>
          <p:cNvPr id="50" name="Straight Arrow Connector 49">
            <a:extLst>
              <a:ext uri="{FF2B5EF4-FFF2-40B4-BE49-F238E27FC236}">
                <a16:creationId xmlns:a16="http://schemas.microsoft.com/office/drawing/2014/main" id="{5A74EABC-366E-BD02-19B7-BD8B6A58A10D}"/>
              </a:ext>
            </a:extLst>
          </p:cNvPr>
          <p:cNvCxnSpPr/>
          <p:nvPr/>
        </p:nvCxnSpPr>
        <p:spPr>
          <a:xfrm>
            <a:off x="8660921" y="3571336"/>
            <a:ext cx="181154" cy="6814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C9BE0AD-81B9-385A-4721-98BC410B5DDC}"/>
              </a:ext>
            </a:extLst>
          </p:cNvPr>
          <p:cNvCxnSpPr/>
          <p:nvPr/>
        </p:nvCxnSpPr>
        <p:spPr>
          <a:xfrm flipH="1" flipV="1">
            <a:off x="4954916" y="2061633"/>
            <a:ext cx="2632581" cy="707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BCEEC193-BFD5-443F-BFE1-9AAE0FB1D00A}"/>
              </a:ext>
            </a:extLst>
          </p:cNvPr>
          <p:cNvSpPr txBox="1"/>
          <p:nvPr/>
        </p:nvSpPr>
        <p:spPr>
          <a:xfrm>
            <a:off x="5542147" y="5569101"/>
            <a:ext cx="606256" cy="369332"/>
          </a:xfrm>
          <a:prstGeom prst="rect">
            <a:avLst/>
          </a:prstGeom>
          <a:noFill/>
        </p:spPr>
        <p:txBody>
          <a:bodyPr wrap="none" rtlCol="0">
            <a:spAutoFit/>
          </a:bodyPr>
          <a:lstStyle/>
          <a:p>
            <a:r>
              <a:rPr lang="en-US" dirty="0"/>
              <a:t>CNN</a:t>
            </a:r>
          </a:p>
        </p:txBody>
      </p:sp>
    </p:spTree>
    <p:extLst>
      <p:ext uri="{BB962C8B-B14F-4D97-AF65-F5344CB8AC3E}">
        <p14:creationId xmlns:p14="http://schemas.microsoft.com/office/powerpoint/2010/main" val="38086817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lowchart: Direct Access Storage 1">
            <a:extLst>
              <a:ext uri="{FF2B5EF4-FFF2-40B4-BE49-F238E27FC236}">
                <a16:creationId xmlns:a16="http://schemas.microsoft.com/office/drawing/2014/main" id="{E192B854-1D56-1B23-C423-C57D922E9137}"/>
              </a:ext>
            </a:extLst>
          </p:cNvPr>
          <p:cNvSpPr/>
          <p:nvPr/>
        </p:nvSpPr>
        <p:spPr>
          <a:xfrm flipH="1">
            <a:off x="2345710" y="3177768"/>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 name="Flowchart: Direct Access Storage 2">
            <a:extLst>
              <a:ext uri="{FF2B5EF4-FFF2-40B4-BE49-F238E27FC236}">
                <a16:creationId xmlns:a16="http://schemas.microsoft.com/office/drawing/2014/main" id="{8F2407DF-27AF-3BF6-2988-624FFBF7A48E}"/>
              </a:ext>
            </a:extLst>
          </p:cNvPr>
          <p:cNvSpPr/>
          <p:nvPr/>
        </p:nvSpPr>
        <p:spPr>
          <a:xfrm flipH="1">
            <a:off x="2342939" y="4178066"/>
            <a:ext cx="199505" cy="324196"/>
          </a:xfrm>
          <a:prstGeom prst="flowChartMagneticDrum">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3CDAD744-B3F6-C86A-3CFA-4BB24D9A1FBC}"/>
              </a:ext>
            </a:extLst>
          </p:cNvPr>
          <p:cNvSpPr/>
          <p:nvPr/>
        </p:nvSpPr>
        <p:spPr>
          <a:xfrm>
            <a:off x="5082649" y="3551971"/>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channel interleave</a:t>
            </a:r>
          </a:p>
        </p:txBody>
      </p:sp>
      <p:grpSp>
        <p:nvGrpSpPr>
          <p:cNvPr id="33" name="Group 32">
            <a:extLst>
              <a:ext uri="{FF2B5EF4-FFF2-40B4-BE49-F238E27FC236}">
                <a16:creationId xmlns:a16="http://schemas.microsoft.com/office/drawing/2014/main" id="{E0568748-9C15-7A24-D298-C6672B12C5D4}"/>
              </a:ext>
            </a:extLst>
          </p:cNvPr>
          <p:cNvGrpSpPr/>
          <p:nvPr/>
        </p:nvGrpSpPr>
        <p:grpSpPr>
          <a:xfrm>
            <a:off x="2542444" y="3339866"/>
            <a:ext cx="719644" cy="1000298"/>
            <a:chOff x="2457574" y="3339866"/>
            <a:chExt cx="472507" cy="1000298"/>
          </a:xfrm>
        </p:grpSpPr>
        <p:cxnSp>
          <p:nvCxnSpPr>
            <p:cNvPr id="10" name="Connector: Curved 9">
              <a:extLst>
                <a:ext uri="{FF2B5EF4-FFF2-40B4-BE49-F238E27FC236}">
                  <a16:creationId xmlns:a16="http://schemas.microsoft.com/office/drawing/2014/main" id="{1D0DEFCF-5558-22C7-AC91-7A969A74F34A}"/>
                </a:ext>
              </a:extLst>
            </p:cNvPr>
            <p:cNvCxnSpPr>
              <a:stCxn id="2" idx="1"/>
            </p:cNvCxnSpPr>
            <p:nvPr/>
          </p:nvCxnSpPr>
          <p:spPr>
            <a:xfrm>
              <a:off x="2460344" y="3339866"/>
              <a:ext cx="469736" cy="364591"/>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1" name="Connector: Curved 10">
              <a:extLst>
                <a:ext uri="{FF2B5EF4-FFF2-40B4-BE49-F238E27FC236}">
                  <a16:creationId xmlns:a16="http://schemas.microsoft.com/office/drawing/2014/main" id="{EEB69BB4-93AD-773B-C6D7-E5EB6A269EDC}"/>
                </a:ext>
              </a:extLst>
            </p:cNvPr>
            <p:cNvCxnSpPr>
              <a:stCxn id="3" idx="1"/>
            </p:cNvCxnSpPr>
            <p:nvPr/>
          </p:nvCxnSpPr>
          <p:spPr>
            <a:xfrm flipV="1">
              <a:off x="2457574" y="3995402"/>
              <a:ext cx="472507" cy="34476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grpSp>
      <p:cxnSp>
        <p:nvCxnSpPr>
          <p:cNvPr id="12" name="Connector: Curved 11">
            <a:extLst>
              <a:ext uri="{FF2B5EF4-FFF2-40B4-BE49-F238E27FC236}">
                <a16:creationId xmlns:a16="http://schemas.microsoft.com/office/drawing/2014/main" id="{75D61974-4BB3-9D02-985E-62D782A5C6A0}"/>
              </a:ext>
            </a:extLst>
          </p:cNvPr>
          <p:cNvCxnSpPr>
            <a:cxnSpLocks/>
            <a:stCxn id="9" idx="3"/>
            <a:endCxn id="24" idx="1"/>
          </p:cNvCxnSpPr>
          <p:nvPr/>
        </p:nvCxnSpPr>
        <p:spPr>
          <a:xfrm>
            <a:off x="6167392" y="3874674"/>
            <a:ext cx="1357363" cy="12700"/>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2CABB7A4-B34B-4BB5-9BD1-AF09295D3116}"/>
              </a:ext>
            </a:extLst>
          </p:cNvPr>
          <p:cNvSpPr txBox="1"/>
          <p:nvPr/>
        </p:nvSpPr>
        <p:spPr>
          <a:xfrm>
            <a:off x="6240737" y="3855360"/>
            <a:ext cx="1205779" cy="523220"/>
          </a:xfrm>
          <a:prstGeom prst="rect">
            <a:avLst/>
          </a:prstGeom>
          <a:noFill/>
        </p:spPr>
        <p:txBody>
          <a:bodyPr wrap="none" rtlCol="0">
            <a:spAutoFit/>
          </a:bodyPr>
          <a:lstStyle/>
          <a:p>
            <a:r>
              <a:rPr lang="en-US" sz="1400" dirty="0"/>
              <a:t>[1400,1600,2]</a:t>
            </a:r>
          </a:p>
          <a:p>
            <a:r>
              <a:rPr lang="en-US" sz="1400" dirty="0"/>
              <a:t>@90 FPS</a:t>
            </a:r>
          </a:p>
        </p:txBody>
      </p:sp>
      <p:sp>
        <p:nvSpPr>
          <p:cNvPr id="17" name="TextBox 16">
            <a:extLst>
              <a:ext uri="{FF2B5EF4-FFF2-40B4-BE49-F238E27FC236}">
                <a16:creationId xmlns:a16="http://schemas.microsoft.com/office/drawing/2014/main" id="{DEF23B6A-224C-1540-3A55-319CD036109C}"/>
              </a:ext>
            </a:extLst>
          </p:cNvPr>
          <p:cNvSpPr txBox="1"/>
          <p:nvPr/>
        </p:nvSpPr>
        <p:spPr>
          <a:xfrm>
            <a:off x="1931528" y="2746383"/>
            <a:ext cx="971804" cy="369332"/>
          </a:xfrm>
          <a:prstGeom prst="rect">
            <a:avLst/>
          </a:prstGeom>
          <a:noFill/>
        </p:spPr>
        <p:txBody>
          <a:bodyPr wrap="none" rtlCol="0">
            <a:spAutoFit/>
          </a:bodyPr>
          <a:lstStyle/>
          <a:p>
            <a:r>
              <a:rPr lang="en-US" dirty="0"/>
              <a:t>Mira220</a:t>
            </a:r>
          </a:p>
        </p:txBody>
      </p:sp>
      <p:sp>
        <p:nvSpPr>
          <p:cNvPr id="18" name="TextBox 17">
            <a:extLst>
              <a:ext uri="{FF2B5EF4-FFF2-40B4-BE49-F238E27FC236}">
                <a16:creationId xmlns:a16="http://schemas.microsoft.com/office/drawing/2014/main" id="{A5248203-15FD-B4E9-F5D0-77499A09931D}"/>
              </a:ext>
            </a:extLst>
          </p:cNvPr>
          <p:cNvSpPr txBox="1"/>
          <p:nvPr/>
        </p:nvSpPr>
        <p:spPr>
          <a:xfrm>
            <a:off x="1931528" y="3795479"/>
            <a:ext cx="971804" cy="369332"/>
          </a:xfrm>
          <a:prstGeom prst="rect">
            <a:avLst/>
          </a:prstGeom>
          <a:noFill/>
        </p:spPr>
        <p:txBody>
          <a:bodyPr wrap="none" rtlCol="0">
            <a:spAutoFit/>
          </a:bodyPr>
          <a:lstStyle/>
          <a:p>
            <a:r>
              <a:rPr lang="en-US" dirty="0"/>
              <a:t>Mira220</a:t>
            </a:r>
          </a:p>
        </p:txBody>
      </p:sp>
      <p:sp>
        <p:nvSpPr>
          <p:cNvPr id="24" name="Rectangle 23">
            <a:extLst>
              <a:ext uri="{FF2B5EF4-FFF2-40B4-BE49-F238E27FC236}">
                <a16:creationId xmlns:a16="http://schemas.microsoft.com/office/drawing/2014/main" id="{25055173-5EFA-E52F-F7FB-AF6D97A36D3B}"/>
              </a:ext>
            </a:extLst>
          </p:cNvPr>
          <p:cNvSpPr/>
          <p:nvPr/>
        </p:nvSpPr>
        <p:spPr>
          <a:xfrm>
            <a:off x="7524755" y="3551971"/>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capture buffer</a:t>
            </a:r>
          </a:p>
        </p:txBody>
      </p:sp>
      <p:sp>
        <p:nvSpPr>
          <p:cNvPr id="25" name="Rectangle 24">
            <a:extLst>
              <a:ext uri="{FF2B5EF4-FFF2-40B4-BE49-F238E27FC236}">
                <a16:creationId xmlns:a16="http://schemas.microsoft.com/office/drawing/2014/main" id="{CD343B79-3305-AD85-F71F-2ED6F8BD1C76}"/>
              </a:ext>
            </a:extLst>
          </p:cNvPr>
          <p:cNvSpPr/>
          <p:nvPr/>
        </p:nvSpPr>
        <p:spPr>
          <a:xfrm>
            <a:off x="7524755" y="2552822"/>
            <a:ext cx="1084743" cy="64540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tx1"/>
                </a:solidFill>
              </a:rPr>
              <a:t>LiteX</a:t>
            </a:r>
            <a:r>
              <a:rPr lang="en-US" sz="1600" dirty="0">
                <a:solidFill>
                  <a:schemeClr val="tx1"/>
                </a:solidFill>
              </a:rPr>
              <a:t> SoC</a:t>
            </a:r>
          </a:p>
        </p:txBody>
      </p:sp>
      <p:cxnSp>
        <p:nvCxnSpPr>
          <p:cNvPr id="27" name="Straight Arrow Connector 26">
            <a:extLst>
              <a:ext uri="{FF2B5EF4-FFF2-40B4-BE49-F238E27FC236}">
                <a16:creationId xmlns:a16="http://schemas.microsoft.com/office/drawing/2014/main" id="{0581079B-7A96-AF9B-D70B-DB12F935C1AA}"/>
              </a:ext>
            </a:extLst>
          </p:cNvPr>
          <p:cNvCxnSpPr>
            <a:stCxn id="24" idx="0"/>
            <a:endCxn id="25" idx="2"/>
          </p:cNvCxnSpPr>
          <p:nvPr/>
        </p:nvCxnSpPr>
        <p:spPr>
          <a:xfrm flipV="1">
            <a:off x="8067127" y="3198227"/>
            <a:ext cx="0" cy="353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A849A11F-47A9-002D-61E0-E7B26EA1A55E}"/>
              </a:ext>
            </a:extLst>
          </p:cNvPr>
          <p:cNvCxnSpPr/>
          <p:nvPr/>
        </p:nvCxnSpPr>
        <p:spPr>
          <a:xfrm flipV="1">
            <a:off x="7692305" y="2179769"/>
            <a:ext cx="0" cy="373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B5F4FF55-CF4B-C23F-3DAC-8CCEEDD998B4}"/>
              </a:ext>
            </a:extLst>
          </p:cNvPr>
          <p:cNvCxnSpPr/>
          <p:nvPr/>
        </p:nvCxnSpPr>
        <p:spPr>
          <a:xfrm flipV="1">
            <a:off x="7984749" y="2179768"/>
            <a:ext cx="0" cy="373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1953258F-8C46-29FD-F75E-FB83DB42E63B}"/>
              </a:ext>
            </a:extLst>
          </p:cNvPr>
          <p:cNvCxnSpPr/>
          <p:nvPr/>
        </p:nvCxnSpPr>
        <p:spPr>
          <a:xfrm flipV="1">
            <a:off x="8260715" y="2179767"/>
            <a:ext cx="0" cy="373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180E161C-02F4-88CC-61F6-E181A64153E6}"/>
              </a:ext>
            </a:extLst>
          </p:cNvPr>
          <p:cNvSpPr txBox="1"/>
          <p:nvPr/>
        </p:nvSpPr>
        <p:spPr>
          <a:xfrm>
            <a:off x="7481662" y="1167826"/>
            <a:ext cx="1006173" cy="923330"/>
          </a:xfrm>
          <a:prstGeom prst="rect">
            <a:avLst/>
          </a:prstGeom>
          <a:noFill/>
        </p:spPr>
        <p:txBody>
          <a:bodyPr wrap="none" rtlCol="0">
            <a:spAutoFit/>
          </a:bodyPr>
          <a:lstStyle/>
          <a:p>
            <a:r>
              <a:rPr lang="en-US" dirty="0" err="1"/>
              <a:t>uart</a:t>
            </a:r>
            <a:endParaRPr lang="en-US" dirty="0"/>
          </a:p>
          <a:p>
            <a:r>
              <a:rPr lang="en-US" dirty="0"/>
              <a:t>i2c</a:t>
            </a:r>
          </a:p>
          <a:p>
            <a:r>
              <a:rPr lang="en-US" dirty="0"/>
              <a:t>ethernet</a:t>
            </a:r>
          </a:p>
        </p:txBody>
      </p:sp>
      <p:sp>
        <p:nvSpPr>
          <p:cNvPr id="32" name="Rectangle 31">
            <a:extLst>
              <a:ext uri="{FF2B5EF4-FFF2-40B4-BE49-F238E27FC236}">
                <a16:creationId xmlns:a16="http://schemas.microsoft.com/office/drawing/2014/main" id="{03754E0E-0E65-92E8-B1D4-9E6D68DFC374}"/>
              </a:ext>
            </a:extLst>
          </p:cNvPr>
          <p:cNvSpPr/>
          <p:nvPr/>
        </p:nvSpPr>
        <p:spPr>
          <a:xfrm>
            <a:off x="3039763" y="2388973"/>
            <a:ext cx="5782956" cy="2306595"/>
          </a:xfrm>
          <a:prstGeom prst="rect">
            <a:avLst/>
          </a:prstGeom>
          <a:noFill/>
          <a:ln w="3175">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AA052623-C21C-D184-D069-50FF66126C2E}"/>
              </a:ext>
            </a:extLst>
          </p:cNvPr>
          <p:cNvSpPr/>
          <p:nvPr/>
        </p:nvSpPr>
        <p:spPr>
          <a:xfrm>
            <a:off x="3262088" y="3334290"/>
            <a:ext cx="1404496" cy="1000295"/>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MIPI synchronize deserialize</a:t>
            </a:r>
          </a:p>
        </p:txBody>
      </p:sp>
      <p:cxnSp>
        <p:nvCxnSpPr>
          <p:cNvPr id="36" name="Straight Arrow Connector 35">
            <a:extLst>
              <a:ext uri="{FF2B5EF4-FFF2-40B4-BE49-F238E27FC236}">
                <a16:creationId xmlns:a16="http://schemas.microsoft.com/office/drawing/2014/main" id="{82068DFB-B639-8B15-872A-6C34145878FB}"/>
              </a:ext>
            </a:extLst>
          </p:cNvPr>
          <p:cNvCxnSpPr>
            <a:cxnSpLocks/>
          </p:cNvCxnSpPr>
          <p:nvPr/>
        </p:nvCxnSpPr>
        <p:spPr>
          <a:xfrm>
            <a:off x="4659872" y="3710180"/>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4FB60825-86F2-1175-3266-A32ECC38F3D3}"/>
              </a:ext>
            </a:extLst>
          </p:cNvPr>
          <p:cNvSpPr txBox="1"/>
          <p:nvPr/>
        </p:nvSpPr>
        <p:spPr>
          <a:xfrm>
            <a:off x="3049667" y="2406816"/>
            <a:ext cx="3921313" cy="369332"/>
          </a:xfrm>
          <a:prstGeom prst="rect">
            <a:avLst/>
          </a:prstGeom>
          <a:noFill/>
        </p:spPr>
        <p:txBody>
          <a:bodyPr wrap="square">
            <a:spAutoFit/>
          </a:bodyPr>
          <a:lstStyle/>
          <a:p>
            <a:r>
              <a:rPr lang="it-IT" dirty="0"/>
              <a:t>KINTEX UltraScale XCKU040-2FFVA1156I</a:t>
            </a:r>
            <a:endParaRPr lang="en-US" dirty="0"/>
          </a:p>
        </p:txBody>
      </p:sp>
      <p:sp>
        <p:nvSpPr>
          <p:cNvPr id="40" name="TextBox 39">
            <a:extLst>
              <a:ext uri="{FF2B5EF4-FFF2-40B4-BE49-F238E27FC236}">
                <a16:creationId xmlns:a16="http://schemas.microsoft.com/office/drawing/2014/main" id="{6F6FD873-73D1-38F3-9C61-A67C3F371810}"/>
              </a:ext>
            </a:extLst>
          </p:cNvPr>
          <p:cNvSpPr txBox="1"/>
          <p:nvPr/>
        </p:nvSpPr>
        <p:spPr>
          <a:xfrm>
            <a:off x="8024913" y="3201948"/>
            <a:ext cx="471604" cy="369332"/>
          </a:xfrm>
          <a:prstGeom prst="rect">
            <a:avLst/>
          </a:prstGeom>
          <a:noFill/>
        </p:spPr>
        <p:txBody>
          <a:bodyPr wrap="none" rtlCol="0">
            <a:spAutoFit/>
          </a:bodyPr>
          <a:lstStyle/>
          <a:p>
            <a:r>
              <a:rPr lang="en-US" dirty="0" err="1"/>
              <a:t>wb</a:t>
            </a:r>
            <a:endParaRPr lang="en-US" dirty="0"/>
          </a:p>
        </p:txBody>
      </p:sp>
      <p:cxnSp>
        <p:nvCxnSpPr>
          <p:cNvPr id="41" name="Straight Arrow Connector 40">
            <a:extLst>
              <a:ext uri="{FF2B5EF4-FFF2-40B4-BE49-F238E27FC236}">
                <a16:creationId xmlns:a16="http://schemas.microsoft.com/office/drawing/2014/main" id="{5015FBD6-501B-599F-21B3-3BC5B60F8EB4}"/>
              </a:ext>
            </a:extLst>
          </p:cNvPr>
          <p:cNvCxnSpPr>
            <a:cxnSpLocks/>
          </p:cNvCxnSpPr>
          <p:nvPr/>
        </p:nvCxnSpPr>
        <p:spPr>
          <a:xfrm>
            <a:off x="4666584" y="3958773"/>
            <a:ext cx="422777" cy="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B5CF6928-E961-BE92-08BA-3B2B7B0486DD}"/>
              </a:ext>
            </a:extLst>
          </p:cNvPr>
          <p:cNvSpPr txBox="1"/>
          <p:nvPr/>
        </p:nvSpPr>
        <p:spPr>
          <a:xfrm>
            <a:off x="11178746" y="65903"/>
            <a:ext cx="914033" cy="369332"/>
          </a:xfrm>
          <a:prstGeom prst="rect">
            <a:avLst/>
          </a:prstGeom>
          <a:noFill/>
        </p:spPr>
        <p:txBody>
          <a:bodyPr wrap="none" rtlCol="0">
            <a:spAutoFit/>
          </a:bodyPr>
          <a:lstStyle/>
          <a:p>
            <a:r>
              <a:rPr lang="en-US" dirty="0"/>
              <a:t>phase 1</a:t>
            </a:r>
          </a:p>
        </p:txBody>
      </p:sp>
      <p:sp>
        <p:nvSpPr>
          <p:cNvPr id="44" name="TextBox 43">
            <a:extLst>
              <a:ext uri="{FF2B5EF4-FFF2-40B4-BE49-F238E27FC236}">
                <a16:creationId xmlns:a16="http://schemas.microsoft.com/office/drawing/2014/main" id="{42827A65-7107-805B-3FD2-940943B5F0FD}"/>
              </a:ext>
            </a:extLst>
          </p:cNvPr>
          <p:cNvSpPr txBox="1"/>
          <p:nvPr/>
        </p:nvSpPr>
        <p:spPr>
          <a:xfrm>
            <a:off x="6209198" y="3511692"/>
            <a:ext cx="671979" cy="369332"/>
          </a:xfrm>
          <a:prstGeom prst="rect">
            <a:avLst/>
          </a:prstGeom>
          <a:noFill/>
        </p:spPr>
        <p:txBody>
          <a:bodyPr wrap="none" rtlCol="0">
            <a:spAutoFit/>
          </a:bodyPr>
          <a:lstStyle/>
          <a:p>
            <a:r>
              <a:rPr lang="en-US" dirty="0"/>
              <a:t>AXI-S</a:t>
            </a:r>
          </a:p>
        </p:txBody>
      </p:sp>
    </p:spTree>
    <p:extLst>
      <p:ext uri="{BB962C8B-B14F-4D97-AF65-F5344CB8AC3E}">
        <p14:creationId xmlns:p14="http://schemas.microsoft.com/office/powerpoint/2010/main" val="26833153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89CBB08-842C-7A20-3163-FFAC423C63D5}"/>
              </a:ext>
            </a:extLst>
          </p:cNvPr>
          <p:cNvPicPr>
            <a:picLocks noChangeAspect="1"/>
          </p:cNvPicPr>
          <p:nvPr/>
        </p:nvPicPr>
        <p:blipFill>
          <a:blip r:embed="rId2"/>
          <a:stretch>
            <a:fillRect/>
          </a:stretch>
        </p:blipFill>
        <p:spPr>
          <a:xfrm>
            <a:off x="3974326" y="2149812"/>
            <a:ext cx="2913164" cy="4708187"/>
          </a:xfrm>
          <a:prstGeom prst="rect">
            <a:avLst/>
          </a:prstGeom>
        </p:spPr>
      </p:pic>
    </p:spTree>
    <p:extLst>
      <p:ext uri="{BB962C8B-B14F-4D97-AF65-F5344CB8AC3E}">
        <p14:creationId xmlns:p14="http://schemas.microsoft.com/office/powerpoint/2010/main" val="18449577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1DA6F4-73D3-2AE5-EA3F-3F275D889848}"/>
              </a:ext>
            </a:extLst>
          </p:cNvPr>
          <p:cNvSpPr txBox="1"/>
          <p:nvPr/>
        </p:nvSpPr>
        <p:spPr>
          <a:xfrm>
            <a:off x="164757" y="2969394"/>
            <a:ext cx="11780107" cy="923330"/>
          </a:xfrm>
          <a:prstGeom prst="rect">
            <a:avLst/>
          </a:prstGeom>
          <a:noFill/>
        </p:spPr>
        <p:txBody>
          <a:bodyPr wrap="square">
            <a:spAutoFit/>
          </a:bodyPr>
          <a:lstStyle/>
          <a:p>
            <a:r>
              <a:rPr lang="en-US" dirty="0">
                <a:hlinkClick r:id="rId2"/>
              </a:rPr>
              <a:t>https://www.terasic.com.tw/cgi-bin/page/archive.pl?Language=English&amp;CategoryNo=142&amp;No=1295#contents</a:t>
            </a:r>
            <a:endParaRPr lang="en-US" dirty="0"/>
          </a:p>
          <a:p>
            <a:r>
              <a:rPr lang="en-US" dirty="0">
                <a:hlinkClick r:id="rId3"/>
              </a:rPr>
              <a:t>https://www.xilinx.com/products/boards-and-kits/1-so55i9.html</a:t>
            </a:r>
            <a:endParaRPr lang="en-US" dirty="0"/>
          </a:p>
          <a:p>
            <a:endParaRPr lang="en-US" dirty="0"/>
          </a:p>
        </p:txBody>
      </p:sp>
    </p:spTree>
    <p:extLst>
      <p:ext uri="{BB962C8B-B14F-4D97-AF65-F5344CB8AC3E}">
        <p14:creationId xmlns:p14="http://schemas.microsoft.com/office/powerpoint/2010/main" val="7777298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D61712-DE05-2DE1-A870-849D5BC44A71}"/>
              </a:ext>
            </a:extLst>
          </p:cNvPr>
          <p:cNvSpPr>
            <a:spLocks noGrp="1"/>
          </p:cNvSpPr>
          <p:nvPr>
            <p:ph type="title"/>
          </p:nvPr>
        </p:nvSpPr>
        <p:spPr/>
        <p:txBody>
          <a:bodyPr/>
          <a:lstStyle/>
          <a:p>
            <a:r>
              <a:rPr lang="en-US" b="1" dirty="0" err="1"/>
              <a:t>RapidCompute</a:t>
            </a:r>
            <a:endParaRPr lang="en-US" b="1" dirty="0"/>
          </a:p>
        </p:txBody>
      </p:sp>
      <p:sp>
        <p:nvSpPr>
          <p:cNvPr id="5" name="Content Placeholder 4">
            <a:extLst>
              <a:ext uri="{FF2B5EF4-FFF2-40B4-BE49-F238E27FC236}">
                <a16:creationId xmlns:a16="http://schemas.microsoft.com/office/drawing/2014/main" id="{E467FB66-A43C-B8BB-F462-375E8FAACA75}"/>
              </a:ext>
            </a:extLst>
          </p:cNvPr>
          <p:cNvSpPr>
            <a:spLocks noGrp="1"/>
          </p:cNvSpPr>
          <p:nvPr>
            <p:ph idx="1"/>
          </p:nvPr>
        </p:nvSpPr>
        <p:spPr>
          <a:xfrm>
            <a:off x="838200" y="1690689"/>
            <a:ext cx="10515600" cy="4553592"/>
          </a:xfrm>
        </p:spPr>
        <p:txBody>
          <a:bodyPr>
            <a:normAutofit fontScale="85000" lnSpcReduction="20000"/>
          </a:bodyPr>
          <a:lstStyle/>
          <a:p>
            <a:pPr marL="0" indent="0">
              <a:buNone/>
            </a:pPr>
            <a:r>
              <a:rPr lang="en-US" dirty="0"/>
              <a:t>Vision</a:t>
            </a:r>
          </a:p>
          <a:p>
            <a:pPr lvl="1"/>
            <a:r>
              <a:rPr lang="en-US" dirty="0"/>
              <a:t>FPGA as a flexible compute platform</a:t>
            </a:r>
          </a:p>
          <a:p>
            <a:pPr lvl="2"/>
            <a:r>
              <a:rPr lang="en-US" dirty="0"/>
              <a:t>embedded AI, edge and cloud applications, GPU alternative</a:t>
            </a:r>
          </a:p>
          <a:p>
            <a:pPr marL="0" indent="0">
              <a:buNone/>
            </a:pPr>
            <a:r>
              <a:rPr lang="en-US" dirty="0"/>
              <a:t>Strategy</a:t>
            </a:r>
          </a:p>
          <a:p>
            <a:pPr lvl="1"/>
            <a:r>
              <a:rPr lang="en-US" dirty="0"/>
              <a:t>GPT-friendly open IP library</a:t>
            </a:r>
          </a:p>
          <a:p>
            <a:pPr lvl="1"/>
            <a:r>
              <a:rPr lang="en-US" dirty="0"/>
              <a:t>GPT-automated development flow</a:t>
            </a:r>
          </a:p>
          <a:p>
            <a:pPr lvl="2"/>
            <a:r>
              <a:rPr lang="en-US" dirty="0"/>
              <a:t>Raptor, HW/SW co-design (CUDA, RTOS)</a:t>
            </a:r>
          </a:p>
          <a:p>
            <a:pPr lvl="1"/>
            <a:r>
              <a:rPr lang="en-US" dirty="0"/>
              <a:t>GPT-assisted dataflow algorithm implementation</a:t>
            </a:r>
          </a:p>
          <a:p>
            <a:pPr lvl="2"/>
            <a:r>
              <a:rPr lang="en-US" dirty="0"/>
              <a:t>graph based computation for deep models (CNN, Transformer)</a:t>
            </a:r>
          </a:p>
          <a:p>
            <a:pPr lvl="3"/>
            <a:r>
              <a:rPr lang="en-US" dirty="0"/>
              <a:t>TF to Verilog</a:t>
            </a:r>
          </a:p>
          <a:p>
            <a:pPr lvl="2"/>
            <a:r>
              <a:rPr lang="en-US" dirty="0"/>
              <a:t>traditional DSP pipelines (vision, RF)</a:t>
            </a:r>
          </a:p>
          <a:p>
            <a:pPr lvl="3"/>
            <a:r>
              <a:rPr lang="en-US" dirty="0"/>
              <a:t>MATLAB to Verilog</a:t>
            </a:r>
          </a:p>
          <a:p>
            <a:pPr lvl="2"/>
            <a:r>
              <a:rPr lang="en-US" dirty="0"/>
              <a:t>multiple architectures (training accelerators, embedded streaming inference)</a:t>
            </a:r>
          </a:p>
          <a:p>
            <a:pPr lvl="1"/>
            <a:r>
              <a:rPr lang="en-US" dirty="0"/>
              <a:t>Compute-optimized FPGA silicon product line </a:t>
            </a:r>
          </a:p>
          <a:p>
            <a:pPr marL="0" indent="0">
              <a:buNone/>
            </a:pPr>
            <a:r>
              <a:rPr lang="en-US" dirty="0"/>
              <a:t>Execution</a:t>
            </a:r>
          </a:p>
          <a:p>
            <a:pPr lvl="1"/>
            <a:r>
              <a:rPr lang="en-US" dirty="0"/>
              <a:t>"hello world" TF to Verilog demo (embedded real time edge inference)</a:t>
            </a:r>
          </a:p>
          <a:p>
            <a:pPr lvl="2"/>
            <a:endParaRPr lang="en-US" dirty="0"/>
          </a:p>
          <a:p>
            <a:pPr lvl="2"/>
            <a:endParaRPr lang="en-US" dirty="0"/>
          </a:p>
        </p:txBody>
      </p:sp>
    </p:spTree>
    <p:extLst>
      <p:ext uri="{BB962C8B-B14F-4D97-AF65-F5344CB8AC3E}">
        <p14:creationId xmlns:p14="http://schemas.microsoft.com/office/powerpoint/2010/main" val="42477775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C26FFBE-435B-68DF-1F1E-AE98D0AD8C60}"/>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263BF090-2BD9-B691-74BF-A58A93A02080}"/>
              </a:ext>
            </a:extLst>
          </p:cNvPr>
          <p:cNvSpPr>
            <a:spLocks noGrp="1"/>
          </p:cNvSpPr>
          <p:nvPr>
            <p:ph idx="1"/>
          </p:nvPr>
        </p:nvSpPr>
        <p:spPr/>
        <p:txBody>
          <a:bodyPr/>
          <a:lstStyle/>
          <a:p>
            <a:pPr marL="514350" indent="-514350">
              <a:buFont typeface="+mj-lt"/>
              <a:buAutoNum type="arabicPeriod"/>
            </a:pPr>
            <a:r>
              <a:rPr lang="en-US" dirty="0"/>
              <a:t>move parameters on-chip, remove IO bottleneck, large aggregate bandwidth with many small RAMs</a:t>
            </a:r>
          </a:p>
          <a:p>
            <a:pPr marL="514350" indent="-514350">
              <a:buFont typeface="+mj-lt"/>
              <a:buAutoNum type="arabicPeriod"/>
            </a:pPr>
            <a:r>
              <a:rPr lang="en-US" strike="sngStrike" dirty="0"/>
              <a:t>conv2d can be streamed using a row buffer, i.e. 'C' order input tensors (framed by TLAST) can be evaluated in order to produce an output feature map also in 'C' order -&gt; reduced data storage, e.g. able to process 3840x2160 frames in raster order</a:t>
            </a:r>
          </a:p>
          <a:p>
            <a:pPr marL="514350" indent="-514350">
              <a:buFont typeface="+mj-lt"/>
              <a:buAutoNum type="arabicPeriod"/>
            </a:pPr>
            <a:r>
              <a:rPr lang="en-US" dirty="0"/>
              <a:t>conv2d can be pipelined layer by layer</a:t>
            </a:r>
          </a:p>
          <a:p>
            <a:pPr marL="514350" indent="-514350">
              <a:buFont typeface="+mj-lt"/>
              <a:buAutoNum type="arabicPeriod"/>
            </a:pPr>
            <a:endParaRPr lang="en-US" dirty="0"/>
          </a:p>
        </p:txBody>
      </p:sp>
    </p:spTree>
    <p:extLst>
      <p:ext uri="{BB962C8B-B14F-4D97-AF65-F5344CB8AC3E}">
        <p14:creationId xmlns:p14="http://schemas.microsoft.com/office/powerpoint/2010/main" val="30810032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2901-B2F6-4130-9B7B-1D49D60DA252}"/>
              </a:ext>
            </a:extLst>
          </p:cNvPr>
          <p:cNvSpPr>
            <a:spLocks noGrp="1"/>
          </p:cNvSpPr>
          <p:nvPr>
            <p:ph type="title"/>
          </p:nvPr>
        </p:nvSpPr>
        <p:spPr/>
        <p:txBody>
          <a:bodyPr/>
          <a:lstStyle/>
          <a:p>
            <a:r>
              <a:rPr lang="en-US" dirty="0"/>
              <a:t>Parallel computation of CNN dot products</a:t>
            </a:r>
          </a:p>
        </p:txBody>
      </p:sp>
      <p:grpSp>
        <p:nvGrpSpPr>
          <p:cNvPr id="232" name="Group 231">
            <a:extLst>
              <a:ext uri="{FF2B5EF4-FFF2-40B4-BE49-F238E27FC236}">
                <a16:creationId xmlns:a16="http://schemas.microsoft.com/office/drawing/2014/main" id="{9F7A9BF3-4070-ADA9-3995-8045CE258F91}"/>
              </a:ext>
            </a:extLst>
          </p:cNvPr>
          <p:cNvGrpSpPr/>
          <p:nvPr/>
        </p:nvGrpSpPr>
        <p:grpSpPr>
          <a:xfrm>
            <a:off x="997622" y="3720873"/>
            <a:ext cx="837384" cy="837382"/>
            <a:chOff x="2983322" y="2916054"/>
            <a:chExt cx="503853" cy="503852"/>
          </a:xfrm>
          <a:solidFill>
            <a:schemeClr val="bg1"/>
          </a:solidFill>
        </p:grpSpPr>
        <p:sp>
          <p:nvSpPr>
            <p:cNvPr id="233" name="Rectangle 232">
              <a:extLst>
                <a:ext uri="{FF2B5EF4-FFF2-40B4-BE49-F238E27FC236}">
                  <a16:creationId xmlns:a16="http://schemas.microsoft.com/office/drawing/2014/main" id="{F1857867-6C46-6F5E-D522-FEE0788475A4}"/>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4" name="Rectangle 233">
              <a:extLst>
                <a:ext uri="{FF2B5EF4-FFF2-40B4-BE49-F238E27FC236}">
                  <a16:creationId xmlns:a16="http://schemas.microsoft.com/office/drawing/2014/main" id="{0E1DFD29-2A8D-A657-0770-B9B2AC26E91C}"/>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 name="Rectangle 234">
              <a:extLst>
                <a:ext uri="{FF2B5EF4-FFF2-40B4-BE49-F238E27FC236}">
                  <a16:creationId xmlns:a16="http://schemas.microsoft.com/office/drawing/2014/main" id="{57567EE3-F03D-0A48-7525-E2688D50AAC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6" name="Rectangle 235">
              <a:extLst>
                <a:ext uri="{FF2B5EF4-FFF2-40B4-BE49-F238E27FC236}">
                  <a16:creationId xmlns:a16="http://schemas.microsoft.com/office/drawing/2014/main" id="{EEFD3A93-0E79-D496-2C98-03C351AD8E4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7" name="Rectangle 236">
              <a:extLst>
                <a:ext uri="{FF2B5EF4-FFF2-40B4-BE49-F238E27FC236}">
                  <a16:creationId xmlns:a16="http://schemas.microsoft.com/office/drawing/2014/main" id="{1B38AF0D-AD3E-8FC6-DB54-C73377D78F1D}"/>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8" name="Rectangle 237">
              <a:extLst>
                <a:ext uri="{FF2B5EF4-FFF2-40B4-BE49-F238E27FC236}">
                  <a16:creationId xmlns:a16="http://schemas.microsoft.com/office/drawing/2014/main" id="{82BE7399-60C5-8956-D271-78928DA21CAF}"/>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9" name="Rectangle 238">
              <a:extLst>
                <a:ext uri="{FF2B5EF4-FFF2-40B4-BE49-F238E27FC236}">
                  <a16:creationId xmlns:a16="http://schemas.microsoft.com/office/drawing/2014/main" id="{5170416B-3DCF-98E1-1608-24E7B03DC26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0" name="Rectangle 239">
              <a:extLst>
                <a:ext uri="{FF2B5EF4-FFF2-40B4-BE49-F238E27FC236}">
                  <a16:creationId xmlns:a16="http://schemas.microsoft.com/office/drawing/2014/main" id="{36B4FFFA-7F0B-8601-75F5-A2BA8B290BCA}"/>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1" name="Rectangle 240">
              <a:extLst>
                <a:ext uri="{FF2B5EF4-FFF2-40B4-BE49-F238E27FC236}">
                  <a16:creationId xmlns:a16="http://schemas.microsoft.com/office/drawing/2014/main" id="{34E328DE-190C-E8C5-D5C2-DC60B1052E22}"/>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2" name="Group 241">
            <a:extLst>
              <a:ext uri="{FF2B5EF4-FFF2-40B4-BE49-F238E27FC236}">
                <a16:creationId xmlns:a16="http://schemas.microsoft.com/office/drawing/2014/main" id="{F205027D-EF8E-513D-06FA-DDF6B69CF71E}"/>
              </a:ext>
            </a:extLst>
          </p:cNvPr>
          <p:cNvGrpSpPr/>
          <p:nvPr/>
        </p:nvGrpSpPr>
        <p:grpSpPr>
          <a:xfrm>
            <a:off x="859984" y="3583236"/>
            <a:ext cx="837384" cy="837382"/>
            <a:chOff x="2983322" y="2916054"/>
            <a:chExt cx="503853" cy="503852"/>
          </a:xfrm>
          <a:solidFill>
            <a:schemeClr val="bg1"/>
          </a:solidFill>
        </p:grpSpPr>
        <p:sp>
          <p:nvSpPr>
            <p:cNvPr id="243" name="Rectangle 242">
              <a:extLst>
                <a:ext uri="{FF2B5EF4-FFF2-40B4-BE49-F238E27FC236}">
                  <a16:creationId xmlns:a16="http://schemas.microsoft.com/office/drawing/2014/main" id="{C44AA690-A16A-86AC-D499-452D61DB0F5E}"/>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Rectangle 243">
              <a:extLst>
                <a:ext uri="{FF2B5EF4-FFF2-40B4-BE49-F238E27FC236}">
                  <a16:creationId xmlns:a16="http://schemas.microsoft.com/office/drawing/2014/main" id="{C68F49D6-6213-91BB-BFA6-324F28DB1C8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Rectangle 244">
              <a:extLst>
                <a:ext uri="{FF2B5EF4-FFF2-40B4-BE49-F238E27FC236}">
                  <a16:creationId xmlns:a16="http://schemas.microsoft.com/office/drawing/2014/main" id="{B8AEFC5F-8F68-FB0A-8E25-0E96597DE4D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a:extLst>
                <a:ext uri="{FF2B5EF4-FFF2-40B4-BE49-F238E27FC236}">
                  <a16:creationId xmlns:a16="http://schemas.microsoft.com/office/drawing/2014/main" id="{E7B39879-33AD-0892-4EFA-5A2064D0C186}"/>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a:extLst>
                <a:ext uri="{FF2B5EF4-FFF2-40B4-BE49-F238E27FC236}">
                  <a16:creationId xmlns:a16="http://schemas.microsoft.com/office/drawing/2014/main" id="{1E028922-7D14-7316-7173-89B184BAB67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a:extLst>
                <a:ext uri="{FF2B5EF4-FFF2-40B4-BE49-F238E27FC236}">
                  <a16:creationId xmlns:a16="http://schemas.microsoft.com/office/drawing/2014/main" id="{72470A8E-D4B7-5984-ECDC-901157EF5B7E}"/>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9" name="Rectangle 248">
              <a:extLst>
                <a:ext uri="{FF2B5EF4-FFF2-40B4-BE49-F238E27FC236}">
                  <a16:creationId xmlns:a16="http://schemas.microsoft.com/office/drawing/2014/main" id="{6852F827-5266-9B69-F19D-F821E3A1C167}"/>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0" name="Rectangle 249">
              <a:extLst>
                <a:ext uri="{FF2B5EF4-FFF2-40B4-BE49-F238E27FC236}">
                  <a16:creationId xmlns:a16="http://schemas.microsoft.com/office/drawing/2014/main" id="{35E943A1-3260-7135-19A4-2C17501BFA2F}"/>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1" name="Rectangle 250">
              <a:extLst>
                <a:ext uri="{FF2B5EF4-FFF2-40B4-BE49-F238E27FC236}">
                  <a16:creationId xmlns:a16="http://schemas.microsoft.com/office/drawing/2014/main" id="{75F649AC-D3A8-0BE5-AE75-7BADAA335AB1}"/>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2" name="TextBox 251">
            <a:extLst>
              <a:ext uri="{FF2B5EF4-FFF2-40B4-BE49-F238E27FC236}">
                <a16:creationId xmlns:a16="http://schemas.microsoft.com/office/drawing/2014/main" id="{64067F78-E15E-F479-D116-4EBF07BF2167}"/>
              </a:ext>
            </a:extLst>
          </p:cNvPr>
          <p:cNvSpPr txBox="1"/>
          <p:nvPr/>
        </p:nvSpPr>
        <p:spPr>
          <a:xfrm>
            <a:off x="637922" y="2806131"/>
            <a:ext cx="2018655" cy="584775"/>
          </a:xfrm>
          <a:prstGeom prst="rect">
            <a:avLst/>
          </a:prstGeom>
          <a:noFill/>
        </p:spPr>
        <p:txBody>
          <a:bodyPr wrap="square" rtlCol="0">
            <a:spAutoFit/>
          </a:bodyPr>
          <a:lstStyle/>
          <a:p>
            <a:r>
              <a:rPr lang="en-US" sz="1600" dirty="0"/>
              <a:t>input feature patch</a:t>
            </a:r>
          </a:p>
          <a:p>
            <a:r>
              <a:rPr lang="en-US" sz="1600" dirty="0"/>
              <a:t>[3,3,ichan]</a:t>
            </a:r>
          </a:p>
        </p:txBody>
      </p:sp>
      <p:grpSp>
        <p:nvGrpSpPr>
          <p:cNvPr id="253" name="Group 252">
            <a:extLst>
              <a:ext uri="{FF2B5EF4-FFF2-40B4-BE49-F238E27FC236}">
                <a16:creationId xmlns:a16="http://schemas.microsoft.com/office/drawing/2014/main" id="{DC8EB398-3718-8AC8-BFB0-0A6AC2E909BE}"/>
              </a:ext>
            </a:extLst>
          </p:cNvPr>
          <p:cNvGrpSpPr/>
          <p:nvPr/>
        </p:nvGrpSpPr>
        <p:grpSpPr>
          <a:xfrm>
            <a:off x="722346" y="3445598"/>
            <a:ext cx="837384" cy="837382"/>
            <a:chOff x="2983322" y="2916054"/>
            <a:chExt cx="503853" cy="503852"/>
          </a:xfrm>
          <a:solidFill>
            <a:schemeClr val="bg1"/>
          </a:solidFill>
        </p:grpSpPr>
        <p:sp>
          <p:nvSpPr>
            <p:cNvPr id="254" name="Rectangle 253">
              <a:extLst>
                <a:ext uri="{FF2B5EF4-FFF2-40B4-BE49-F238E27FC236}">
                  <a16:creationId xmlns:a16="http://schemas.microsoft.com/office/drawing/2014/main" id="{7BC3D1E9-C8B4-B62F-2B13-532BD6D2B118}"/>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5" name="Rectangle 254">
              <a:extLst>
                <a:ext uri="{FF2B5EF4-FFF2-40B4-BE49-F238E27FC236}">
                  <a16:creationId xmlns:a16="http://schemas.microsoft.com/office/drawing/2014/main" id="{5F5C2275-45B2-744C-4748-2143E583A6D7}"/>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 name="Rectangle 255">
              <a:extLst>
                <a:ext uri="{FF2B5EF4-FFF2-40B4-BE49-F238E27FC236}">
                  <a16:creationId xmlns:a16="http://schemas.microsoft.com/office/drawing/2014/main" id="{F73D7A8C-81E4-BB5E-B646-242FDE2C19BF}"/>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7" name="Rectangle 256">
              <a:extLst>
                <a:ext uri="{FF2B5EF4-FFF2-40B4-BE49-F238E27FC236}">
                  <a16:creationId xmlns:a16="http://schemas.microsoft.com/office/drawing/2014/main" id="{B413D67C-9F3D-D089-FF23-AE8C7A7E782B}"/>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8" name="Rectangle 257">
              <a:extLst>
                <a:ext uri="{FF2B5EF4-FFF2-40B4-BE49-F238E27FC236}">
                  <a16:creationId xmlns:a16="http://schemas.microsoft.com/office/drawing/2014/main" id="{A64982DF-EDFA-7A98-6A40-465E6DC34D56}"/>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9" name="Rectangle 258">
              <a:extLst>
                <a:ext uri="{FF2B5EF4-FFF2-40B4-BE49-F238E27FC236}">
                  <a16:creationId xmlns:a16="http://schemas.microsoft.com/office/drawing/2014/main" id="{423CDD35-8F68-8F08-4412-B81C88138275}"/>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Rectangle 259">
              <a:extLst>
                <a:ext uri="{FF2B5EF4-FFF2-40B4-BE49-F238E27FC236}">
                  <a16:creationId xmlns:a16="http://schemas.microsoft.com/office/drawing/2014/main" id="{0C88F257-AD67-2A9D-1EAE-FC5B22D5C781}"/>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Rectangle 260">
              <a:extLst>
                <a:ext uri="{FF2B5EF4-FFF2-40B4-BE49-F238E27FC236}">
                  <a16:creationId xmlns:a16="http://schemas.microsoft.com/office/drawing/2014/main" id="{BA53D6F2-5A80-C172-04F5-CF84F67122DB}"/>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2" name="Rectangle 261">
              <a:extLst>
                <a:ext uri="{FF2B5EF4-FFF2-40B4-BE49-F238E27FC236}">
                  <a16:creationId xmlns:a16="http://schemas.microsoft.com/office/drawing/2014/main" id="{4C6BDF1A-6070-90EE-87DE-E7EEF8F9A734}"/>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3" name="Group 262">
            <a:extLst>
              <a:ext uri="{FF2B5EF4-FFF2-40B4-BE49-F238E27FC236}">
                <a16:creationId xmlns:a16="http://schemas.microsoft.com/office/drawing/2014/main" id="{2B351540-E2A2-203C-5C87-03F1031A1236}"/>
              </a:ext>
            </a:extLst>
          </p:cNvPr>
          <p:cNvGrpSpPr/>
          <p:nvPr/>
        </p:nvGrpSpPr>
        <p:grpSpPr>
          <a:xfrm>
            <a:off x="2974169" y="2960714"/>
            <a:ext cx="837384" cy="837382"/>
            <a:chOff x="2983322" y="2916054"/>
            <a:chExt cx="503853" cy="503852"/>
          </a:xfrm>
          <a:solidFill>
            <a:schemeClr val="bg1"/>
          </a:solidFill>
        </p:grpSpPr>
        <p:sp>
          <p:nvSpPr>
            <p:cNvPr id="266" name="Rectangle 265">
              <a:extLst>
                <a:ext uri="{FF2B5EF4-FFF2-40B4-BE49-F238E27FC236}">
                  <a16:creationId xmlns:a16="http://schemas.microsoft.com/office/drawing/2014/main" id="{E72C2412-F5A7-58F7-620F-93907B4FBA7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Rectangle 267">
              <a:extLst>
                <a:ext uri="{FF2B5EF4-FFF2-40B4-BE49-F238E27FC236}">
                  <a16:creationId xmlns:a16="http://schemas.microsoft.com/office/drawing/2014/main" id="{64CF4BBB-6F79-A577-98B6-2E7FA190F26A}"/>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Rectangle 268">
              <a:extLst>
                <a:ext uri="{FF2B5EF4-FFF2-40B4-BE49-F238E27FC236}">
                  <a16:creationId xmlns:a16="http://schemas.microsoft.com/office/drawing/2014/main" id="{5134552A-4B4C-EF73-8D2F-F4D495D2300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Rectangle 269">
              <a:extLst>
                <a:ext uri="{FF2B5EF4-FFF2-40B4-BE49-F238E27FC236}">
                  <a16:creationId xmlns:a16="http://schemas.microsoft.com/office/drawing/2014/main" id="{093195A3-53EB-29F1-334E-8DA5536C0841}"/>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Rectangle 270">
              <a:extLst>
                <a:ext uri="{FF2B5EF4-FFF2-40B4-BE49-F238E27FC236}">
                  <a16:creationId xmlns:a16="http://schemas.microsoft.com/office/drawing/2014/main" id="{D74118D7-E9D1-A049-FB11-6B7C83B86BDE}"/>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Rectangle 271">
              <a:extLst>
                <a:ext uri="{FF2B5EF4-FFF2-40B4-BE49-F238E27FC236}">
                  <a16:creationId xmlns:a16="http://schemas.microsoft.com/office/drawing/2014/main" id="{E1F5F343-0239-B1B0-25A1-07C362B80898}"/>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Rectangle 272">
              <a:extLst>
                <a:ext uri="{FF2B5EF4-FFF2-40B4-BE49-F238E27FC236}">
                  <a16:creationId xmlns:a16="http://schemas.microsoft.com/office/drawing/2014/main" id="{D2DCDF7F-22F5-4E20-5BC3-2FF59BB97303}"/>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90A78134-6AD8-83B7-449B-EE342BFF0C49}"/>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Rectangle 274">
              <a:extLst>
                <a:ext uri="{FF2B5EF4-FFF2-40B4-BE49-F238E27FC236}">
                  <a16:creationId xmlns:a16="http://schemas.microsoft.com/office/drawing/2014/main" id="{739FC7DD-468F-A427-F9CE-9CD9A2570645}"/>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6" name="Group 275">
            <a:extLst>
              <a:ext uri="{FF2B5EF4-FFF2-40B4-BE49-F238E27FC236}">
                <a16:creationId xmlns:a16="http://schemas.microsoft.com/office/drawing/2014/main" id="{D9D1D0FA-A9B7-FF11-8E0C-200B184840F1}"/>
              </a:ext>
            </a:extLst>
          </p:cNvPr>
          <p:cNvGrpSpPr/>
          <p:nvPr/>
        </p:nvGrpSpPr>
        <p:grpSpPr>
          <a:xfrm>
            <a:off x="2836531" y="2823076"/>
            <a:ext cx="837384" cy="837382"/>
            <a:chOff x="2983322" y="2916054"/>
            <a:chExt cx="503853" cy="503852"/>
          </a:xfrm>
          <a:solidFill>
            <a:schemeClr val="bg1"/>
          </a:solidFill>
        </p:grpSpPr>
        <p:sp>
          <p:nvSpPr>
            <p:cNvPr id="277" name="Rectangle 276">
              <a:extLst>
                <a:ext uri="{FF2B5EF4-FFF2-40B4-BE49-F238E27FC236}">
                  <a16:creationId xmlns:a16="http://schemas.microsoft.com/office/drawing/2014/main" id="{35DACE73-8D7F-C0F2-1191-517205F6583B}"/>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Rectangle 277">
              <a:extLst>
                <a:ext uri="{FF2B5EF4-FFF2-40B4-BE49-F238E27FC236}">
                  <a16:creationId xmlns:a16="http://schemas.microsoft.com/office/drawing/2014/main" id="{D30B713E-7FCC-2B9D-6211-C13C6D4AE600}"/>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Rectangle 278">
              <a:extLst>
                <a:ext uri="{FF2B5EF4-FFF2-40B4-BE49-F238E27FC236}">
                  <a16:creationId xmlns:a16="http://schemas.microsoft.com/office/drawing/2014/main" id="{957377BE-61D0-5E2A-A26C-423D7971CC8B}"/>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Rectangle 279">
              <a:extLst>
                <a:ext uri="{FF2B5EF4-FFF2-40B4-BE49-F238E27FC236}">
                  <a16:creationId xmlns:a16="http://schemas.microsoft.com/office/drawing/2014/main" id="{50C6F750-2CE6-84AE-457C-6F855561C614}"/>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1" name="Rectangle 280">
              <a:extLst>
                <a:ext uri="{FF2B5EF4-FFF2-40B4-BE49-F238E27FC236}">
                  <a16:creationId xmlns:a16="http://schemas.microsoft.com/office/drawing/2014/main" id="{5988A771-2D22-FF47-0AF9-F4CF7CD5A6C2}"/>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2" name="Rectangle 281">
              <a:extLst>
                <a:ext uri="{FF2B5EF4-FFF2-40B4-BE49-F238E27FC236}">
                  <a16:creationId xmlns:a16="http://schemas.microsoft.com/office/drawing/2014/main" id="{FA2978CF-1CA5-DE3F-1CEF-DB0BC3DA8BC4}"/>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3" name="Rectangle 282">
              <a:extLst>
                <a:ext uri="{FF2B5EF4-FFF2-40B4-BE49-F238E27FC236}">
                  <a16:creationId xmlns:a16="http://schemas.microsoft.com/office/drawing/2014/main" id="{E242F821-02BB-56F4-60ED-1D79DEA1F07D}"/>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4" name="Rectangle 283">
              <a:extLst>
                <a:ext uri="{FF2B5EF4-FFF2-40B4-BE49-F238E27FC236}">
                  <a16:creationId xmlns:a16="http://schemas.microsoft.com/office/drawing/2014/main" id="{AF64AE66-D28D-1EC9-4677-2A5D0FA6A9A7}"/>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5" name="Rectangle 284">
              <a:extLst>
                <a:ext uri="{FF2B5EF4-FFF2-40B4-BE49-F238E27FC236}">
                  <a16:creationId xmlns:a16="http://schemas.microsoft.com/office/drawing/2014/main" id="{DE7379D3-227C-4727-E4A4-FFC73334CAFB}"/>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6" name="Group 285">
            <a:extLst>
              <a:ext uri="{FF2B5EF4-FFF2-40B4-BE49-F238E27FC236}">
                <a16:creationId xmlns:a16="http://schemas.microsoft.com/office/drawing/2014/main" id="{A598D3DB-8974-E065-45EC-596FB6A73722}"/>
              </a:ext>
            </a:extLst>
          </p:cNvPr>
          <p:cNvGrpSpPr/>
          <p:nvPr/>
        </p:nvGrpSpPr>
        <p:grpSpPr>
          <a:xfrm>
            <a:off x="2698894" y="2685438"/>
            <a:ext cx="837384" cy="837382"/>
            <a:chOff x="2983322" y="2916054"/>
            <a:chExt cx="503853" cy="503852"/>
          </a:xfrm>
          <a:solidFill>
            <a:schemeClr val="bg1"/>
          </a:solidFill>
        </p:grpSpPr>
        <p:sp>
          <p:nvSpPr>
            <p:cNvPr id="287" name="Rectangle 286">
              <a:extLst>
                <a:ext uri="{FF2B5EF4-FFF2-40B4-BE49-F238E27FC236}">
                  <a16:creationId xmlns:a16="http://schemas.microsoft.com/office/drawing/2014/main" id="{D58A2075-934F-DFD6-3E12-C56FB9AE19F8}"/>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8" name="Rectangle 287">
              <a:extLst>
                <a:ext uri="{FF2B5EF4-FFF2-40B4-BE49-F238E27FC236}">
                  <a16:creationId xmlns:a16="http://schemas.microsoft.com/office/drawing/2014/main" id="{BF13F9DA-1DD4-99F3-F7ED-BEE0854EC375}"/>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9" name="Rectangle 288">
              <a:extLst>
                <a:ext uri="{FF2B5EF4-FFF2-40B4-BE49-F238E27FC236}">
                  <a16:creationId xmlns:a16="http://schemas.microsoft.com/office/drawing/2014/main" id="{4155436A-A565-61A7-E0F2-9FB0C38476B0}"/>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a:extLst>
                <a:ext uri="{FF2B5EF4-FFF2-40B4-BE49-F238E27FC236}">
                  <a16:creationId xmlns:a16="http://schemas.microsoft.com/office/drawing/2014/main" id="{4A40D550-3A7F-B287-6A4A-E0D93B644A9C}"/>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a:extLst>
                <a:ext uri="{FF2B5EF4-FFF2-40B4-BE49-F238E27FC236}">
                  <a16:creationId xmlns:a16="http://schemas.microsoft.com/office/drawing/2014/main" id="{51E97057-FC99-3C16-AD05-98B6FFB31871}"/>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a:extLst>
                <a:ext uri="{FF2B5EF4-FFF2-40B4-BE49-F238E27FC236}">
                  <a16:creationId xmlns:a16="http://schemas.microsoft.com/office/drawing/2014/main" id="{17B88766-29C8-F67D-63A8-DF3370FA076E}"/>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3" name="Rectangle 292">
              <a:extLst>
                <a:ext uri="{FF2B5EF4-FFF2-40B4-BE49-F238E27FC236}">
                  <a16:creationId xmlns:a16="http://schemas.microsoft.com/office/drawing/2014/main" id="{057BBFCF-4659-4E54-FE17-15E1D2D9FD22}"/>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a:extLst>
                <a:ext uri="{FF2B5EF4-FFF2-40B4-BE49-F238E27FC236}">
                  <a16:creationId xmlns:a16="http://schemas.microsoft.com/office/drawing/2014/main" id="{F66D1ACE-34DC-DFF2-B81D-FEB0D3D6D153}"/>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5" name="Rectangle 294">
              <a:extLst>
                <a:ext uri="{FF2B5EF4-FFF2-40B4-BE49-F238E27FC236}">
                  <a16:creationId xmlns:a16="http://schemas.microsoft.com/office/drawing/2014/main" id="{F71A4F6A-6B8C-FB32-68E8-540060ABDC68}"/>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6" name="TextBox 295">
            <a:extLst>
              <a:ext uri="{FF2B5EF4-FFF2-40B4-BE49-F238E27FC236}">
                <a16:creationId xmlns:a16="http://schemas.microsoft.com/office/drawing/2014/main" id="{AF4D7234-BDB3-E08B-3C5E-6F325678DC37}"/>
              </a:ext>
            </a:extLst>
          </p:cNvPr>
          <p:cNvSpPr txBox="1"/>
          <p:nvPr/>
        </p:nvSpPr>
        <p:spPr>
          <a:xfrm>
            <a:off x="2606171" y="2088979"/>
            <a:ext cx="1625766" cy="584775"/>
          </a:xfrm>
          <a:prstGeom prst="rect">
            <a:avLst/>
          </a:prstGeom>
          <a:noFill/>
        </p:spPr>
        <p:txBody>
          <a:bodyPr wrap="none" rtlCol="0">
            <a:spAutoFit/>
          </a:bodyPr>
          <a:lstStyle/>
          <a:p>
            <a:r>
              <a:rPr lang="en-US" sz="1600" dirty="0"/>
              <a:t>weights</a:t>
            </a:r>
          </a:p>
          <a:p>
            <a:r>
              <a:rPr lang="en-US" sz="1600" dirty="0"/>
              <a:t>[ochan,3,3,ichan]</a:t>
            </a:r>
          </a:p>
        </p:txBody>
      </p:sp>
      <p:grpSp>
        <p:nvGrpSpPr>
          <p:cNvPr id="297" name="Group 296">
            <a:extLst>
              <a:ext uri="{FF2B5EF4-FFF2-40B4-BE49-F238E27FC236}">
                <a16:creationId xmlns:a16="http://schemas.microsoft.com/office/drawing/2014/main" id="{F6E07CF9-B4DE-846A-E2B7-619EDC41CAF3}"/>
              </a:ext>
            </a:extLst>
          </p:cNvPr>
          <p:cNvGrpSpPr/>
          <p:nvPr/>
        </p:nvGrpSpPr>
        <p:grpSpPr>
          <a:xfrm>
            <a:off x="2976094" y="4767582"/>
            <a:ext cx="837384" cy="837382"/>
            <a:chOff x="2983322" y="2916054"/>
            <a:chExt cx="503853" cy="503852"/>
          </a:xfrm>
          <a:solidFill>
            <a:schemeClr val="bg1"/>
          </a:solidFill>
        </p:grpSpPr>
        <p:sp>
          <p:nvSpPr>
            <p:cNvPr id="298" name="Rectangle 297">
              <a:extLst>
                <a:ext uri="{FF2B5EF4-FFF2-40B4-BE49-F238E27FC236}">
                  <a16:creationId xmlns:a16="http://schemas.microsoft.com/office/drawing/2014/main" id="{2D607436-5BC7-BCBC-6100-AD0FB193CE90}"/>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9" name="Rectangle 298">
              <a:extLst>
                <a:ext uri="{FF2B5EF4-FFF2-40B4-BE49-F238E27FC236}">
                  <a16:creationId xmlns:a16="http://schemas.microsoft.com/office/drawing/2014/main" id="{23D5EC95-058C-8348-3A97-F23A0A741E19}"/>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0" name="Rectangle 299">
              <a:extLst>
                <a:ext uri="{FF2B5EF4-FFF2-40B4-BE49-F238E27FC236}">
                  <a16:creationId xmlns:a16="http://schemas.microsoft.com/office/drawing/2014/main" id="{0AB0786C-32BF-B682-DE8C-42FF5ADAD31A}"/>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C1502F1D-FA2D-BD27-BC96-848EB41BAFB8}"/>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2" name="Rectangle 301">
              <a:extLst>
                <a:ext uri="{FF2B5EF4-FFF2-40B4-BE49-F238E27FC236}">
                  <a16:creationId xmlns:a16="http://schemas.microsoft.com/office/drawing/2014/main" id="{DEAE3B89-058E-97E7-2B44-4B940AA8787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3" name="Rectangle 302">
              <a:extLst>
                <a:ext uri="{FF2B5EF4-FFF2-40B4-BE49-F238E27FC236}">
                  <a16:creationId xmlns:a16="http://schemas.microsoft.com/office/drawing/2014/main" id="{14C18968-2415-AA5E-45D8-000245DE677B}"/>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4" name="Rectangle 303">
              <a:extLst>
                <a:ext uri="{FF2B5EF4-FFF2-40B4-BE49-F238E27FC236}">
                  <a16:creationId xmlns:a16="http://schemas.microsoft.com/office/drawing/2014/main" id="{9596D05F-57B8-8264-673C-774E749E0257}"/>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5" name="Rectangle 304">
              <a:extLst>
                <a:ext uri="{FF2B5EF4-FFF2-40B4-BE49-F238E27FC236}">
                  <a16:creationId xmlns:a16="http://schemas.microsoft.com/office/drawing/2014/main" id="{2D6FA12C-1EF3-63B6-DE09-4FA9F0FA70E4}"/>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6" name="Rectangle 305">
              <a:extLst>
                <a:ext uri="{FF2B5EF4-FFF2-40B4-BE49-F238E27FC236}">
                  <a16:creationId xmlns:a16="http://schemas.microsoft.com/office/drawing/2014/main" id="{BE3E10C4-B34B-FB83-1045-84728300465B}"/>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7" name="Group 306">
            <a:extLst>
              <a:ext uri="{FF2B5EF4-FFF2-40B4-BE49-F238E27FC236}">
                <a16:creationId xmlns:a16="http://schemas.microsoft.com/office/drawing/2014/main" id="{B1FC0410-91A4-CFE3-D7B8-A905922143A1}"/>
              </a:ext>
            </a:extLst>
          </p:cNvPr>
          <p:cNvGrpSpPr/>
          <p:nvPr/>
        </p:nvGrpSpPr>
        <p:grpSpPr>
          <a:xfrm>
            <a:off x="2838457" y="4629944"/>
            <a:ext cx="837384" cy="837382"/>
            <a:chOff x="2983322" y="2916054"/>
            <a:chExt cx="503853" cy="503852"/>
          </a:xfrm>
          <a:solidFill>
            <a:schemeClr val="bg1"/>
          </a:solidFill>
        </p:grpSpPr>
        <p:sp>
          <p:nvSpPr>
            <p:cNvPr id="308" name="Rectangle 307">
              <a:extLst>
                <a:ext uri="{FF2B5EF4-FFF2-40B4-BE49-F238E27FC236}">
                  <a16:creationId xmlns:a16="http://schemas.microsoft.com/office/drawing/2014/main" id="{79861A9B-C3D5-C93F-4CCE-53DC902ED82D}"/>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 name="Rectangle 308">
              <a:extLst>
                <a:ext uri="{FF2B5EF4-FFF2-40B4-BE49-F238E27FC236}">
                  <a16:creationId xmlns:a16="http://schemas.microsoft.com/office/drawing/2014/main" id="{2BCEA37C-263B-D4E8-C801-022739D78EA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0" name="Rectangle 309">
              <a:extLst>
                <a:ext uri="{FF2B5EF4-FFF2-40B4-BE49-F238E27FC236}">
                  <a16:creationId xmlns:a16="http://schemas.microsoft.com/office/drawing/2014/main" id="{5850E077-0074-31F7-0062-4785D625323F}"/>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C83B9198-F0D3-C694-619D-1EBD6DB8D209}"/>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2" name="Rectangle 311">
              <a:extLst>
                <a:ext uri="{FF2B5EF4-FFF2-40B4-BE49-F238E27FC236}">
                  <a16:creationId xmlns:a16="http://schemas.microsoft.com/office/drawing/2014/main" id="{1AAF8EF2-730F-C1B5-4F53-BD39C576A70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3" name="Rectangle 312">
              <a:extLst>
                <a:ext uri="{FF2B5EF4-FFF2-40B4-BE49-F238E27FC236}">
                  <a16:creationId xmlns:a16="http://schemas.microsoft.com/office/drawing/2014/main" id="{3EC636DB-A113-9D49-18D7-68EBFA27290B}"/>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a:extLst>
                <a:ext uri="{FF2B5EF4-FFF2-40B4-BE49-F238E27FC236}">
                  <a16:creationId xmlns:a16="http://schemas.microsoft.com/office/drawing/2014/main" id="{3707053A-5B78-4586-681A-70147FAD88B8}"/>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a:extLst>
                <a:ext uri="{FF2B5EF4-FFF2-40B4-BE49-F238E27FC236}">
                  <a16:creationId xmlns:a16="http://schemas.microsoft.com/office/drawing/2014/main" id="{5BE8A0BA-C2A1-D5B6-8031-CC44006B472C}"/>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a:extLst>
                <a:ext uri="{FF2B5EF4-FFF2-40B4-BE49-F238E27FC236}">
                  <a16:creationId xmlns:a16="http://schemas.microsoft.com/office/drawing/2014/main" id="{6392D7B1-7131-B886-7DF4-E6F89D00F6C7}"/>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7" name="Group 316">
            <a:extLst>
              <a:ext uri="{FF2B5EF4-FFF2-40B4-BE49-F238E27FC236}">
                <a16:creationId xmlns:a16="http://schemas.microsoft.com/office/drawing/2014/main" id="{960EDEB9-BED7-A962-69CD-1F7DA45F7092}"/>
              </a:ext>
            </a:extLst>
          </p:cNvPr>
          <p:cNvGrpSpPr/>
          <p:nvPr/>
        </p:nvGrpSpPr>
        <p:grpSpPr>
          <a:xfrm>
            <a:off x="2700819" y="4492307"/>
            <a:ext cx="837384" cy="837382"/>
            <a:chOff x="2983322" y="2916054"/>
            <a:chExt cx="503853" cy="503852"/>
          </a:xfrm>
          <a:solidFill>
            <a:schemeClr val="bg1"/>
          </a:solidFill>
        </p:grpSpPr>
        <p:sp>
          <p:nvSpPr>
            <p:cNvPr id="318" name="Rectangle 317">
              <a:extLst>
                <a:ext uri="{FF2B5EF4-FFF2-40B4-BE49-F238E27FC236}">
                  <a16:creationId xmlns:a16="http://schemas.microsoft.com/office/drawing/2014/main" id="{2A718307-0100-70A7-3122-0686E6E4A1FF}"/>
                </a:ext>
              </a:extLst>
            </p:cNvPr>
            <p:cNvSpPr/>
            <p:nvPr/>
          </p:nvSpPr>
          <p:spPr>
            <a:xfrm>
              <a:off x="2983322"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Rectangle 318">
              <a:extLst>
                <a:ext uri="{FF2B5EF4-FFF2-40B4-BE49-F238E27FC236}">
                  <a16:creationId xmlns:a16="http://schemas.microsoft.com/office/drawing/2014/main" id="{9F5D3958-67BC-517B-EFFA-8FFA22A6C1C8}"/>
                </a:ext>
              </a:extLst>
            </p:cNvPr>
            <p:cNvSpPr/>
            <p:nvPr/>
          </p:nvSpPr>
          <p:spPr>
            <a:xfrm>
              <a:off x="3151273" y="29160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a:extLst>
                <a:ext uri="{FF2B5EF4-FFF2-40B4-BE49-F238E27FC236}">
                  <a16:creationId xmlns:a16="http://schemas.microsoft.com/office/drawing/2014/main" id="{97514B5F-07BD-43C6-742B-B794222AF89E}"/>
                </a:ext>
              </a:extLst>
            </p:cNvPr>
            <p:cNvSpPr/>
            <p:nvPr/>
          </p:nvSpPr>
          <p:spPr>
            <a:xfrm>
              <a:off x="3319224" y="29160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1" name="Rectangle 320">
              <a:extLst>
                <a:ext uri="{FF2B5EF4-FFF2-40B4-BE49-F238E27FC236}">
                  <a16:creationId xmlns:a16="http://schemas.microsoft.com/office/drawing/2014/main" id="{B6D89572-A601-F99B-C401-A57AB2B7CF82}"/>
                </a:ext>
              </a:extLst>
            </p:cNvPr>
            <p:cNvSpPr/>
            <p:nvPr/>
          </p:nvSpPr>
          <p:spPr>
            <a:xfrm>
              <a:off x="2983322"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B89EED30-83CD-4020-92D5-2CAAB1B8BB28}"/>
                </a:ext>
              </a:extLst>
            </p:cNvPr>
            <p:cNvSpPr/>
            <p:nvPr/>
          </p:nvSpPr>
          <p:spPr>
            <a:xfrm>
              <a:off x="3151273" y="3084006"/>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3" name="Rectangle 322">
              <a:extLst>
                <a:ext uri="{FF2B5EF4-FFF2-40B4-BE49-F238E27FC236}">
                  <a16:creationId xmlns:a16="http://schemas.microsoft.com/office/drawing/2014/main" id="{27288726-2734-4576-46F3-958AFED07D83}"/>
                </a:ext>
              </a:extLst>
            </p:cNvPr>
            <p:cNvSpPr/>
            <p:nvPr/>
          </p:nvSpPr>
          <p:spPr>
            <a:xfrm>
              <a:off x="3319224" y="308400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Rectangle 323">
              <a:extLst>
                <a:ext uri="{FF2B5EF4-FFF2-40B4-BE49-F238E27FC236}">
                  <a16:creationId xmlns:a16="http://schemas.microsoft.com/office/drawing/2014/main" id="{251748BA-9D4A-6CA1-ACCC-A857FF3F0E9E}"/>
                </a:ext>
              </a:extLst>
            </p:cNvPr>
            <p:cNvSpPr/>
            <p:nvPr/>
          </p:nvSpPr>
          <p:spPr>
            <a:xfrm>
              <a:off x="2983322"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Rectangle 324">
              <a:extLst>
                <a:ext uri="{FF2B5EF4-FFF2-40B4-BE49-F238E27FC236}">
                  <a16:creationId xmlns:a16="http://schemas.microsoft.com/office/drawing/2014/main" id="{47E8ADB9-19C8-1E0C-14E5-DB6A1F3D4F8C}"/>
                </a:ext>
              </a:extLst>
            </p:cNvPr>
            <p:cNvSpPr/>
            <p:nvPr/>
          </p:nvSpPr>
          <p:spPr>
            <a:xfrm>
              <a:off x="3151273" y="3251955"/>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Rectangle 325">
              <a:extLst>
                <a:ext uri="{FF2B5EF4-FFF2-40B4-BE49-F238E27FC236}">
                  <a16:creationId xmlns:a16="http://schemas.microsoft.com/office/drawing/2014/main" id="{7C918538-5F5D-A81F-0481-E9B7FD53F159}"/>
                </a:ext>
              </a:extLst>
            </p:cNvPr>
            <p:cNvSpPr/>
            <p:nvPr/>
          </p:nvSpPr>
          <p:spPr>
            <a:xfrm>
              <a:off x="3319224" y="3251954"/>
              <a:ext cx="167951" cy="167951"/>
            </a:xfrm>
            <a:prstGeom prst="rect">
              <a:avLst/>
            </a:prstGeom>
            <a:grp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27" name="Straight Connector 326">
            <a:extLst>
              <a:ext uri="{FF2B5EF4-FFF2-40B4-BE49-F238E27FC236}">
                <a16:creationId xmlns:a16="http://schemas.microsoft.com/office/drawing/2014/main" id="{E6CF5D2E-CDB2-424D-8C2D-8DA5ACE6585D}"/>
              </a:ext>
            </a:extLst>
          </p:cNvPr>
          <p:cNvCxnSpPr>
            <a:cxnSpLocks/>
          </p:cNvCxnSpPr>
          <p:nvPr/>
        </p:nvCxnSpPr>
        <p:spPr>
          <a:xfrm flipV="1">
            <a:off x="1992871" y="3194126"/>
            <a:ext cx="600380" cy="52674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Straight Connector 327">
            <a:extLst>
              <a:ext uri="{FF2B5EF4-FFF2-40B4-BE49-F238E27FC236}">
                <a16:creationId xmlns:a16="http://schemas.microsoft.com/office/drawing/2014/main" id="{F6E1F5EE-8401-8A7A-6F03-997DD7E1C7E5}"/>
              </a:ext>
            </a:extLst>
          </p:cNvPr>
          <p:cNvCxnSpPr>
            <a:cxnSpLocks/>
          </p:cNvCxnSpPr>
          <p:nvPr/>
        </p:nvCxnSpPr>
        <p:spPr>
          <a:xfrm>
            <a:off x="1960274" y="4386055"/>
            <a:ext cx="575544" cy="1056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Straight Connector 328">
            <a:extLst>
              <a:ext uri="{FF2B5EF4-FFF2-40B4-BE49-F238E27FC236}">
                <a16:creationId xmlns:a16="http://schemas.microsoft.com/office/drawing/2014/main" id="{854954A2-6A1E-92B8-4E73-182B2A2B6920}"/>
              </a:ext>
            </a:extLst>
          </p:cNvPr>
          <p:cNvCxnSpPr>
            <a:cxnSpLocks/>
          </p:cNvCxnSpPr>
          <p:nvPr/>
        </p:nvCxnSpPr>
        <p:spPr>
          <a:xfrm>
            <a:off x="3888739" y="3619079"/>
            <a:ext cx="559753" cy="254067"/>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0" name="Rectangle 329">
            <a:extLst>
              <a:ext uri="{FF2B5EF4-FFF2-40B4-BE49-F238E27FC236}">
                <a16:creationId xmlns:a16="http://schemas.microsoft.com/office/drawing/2014/main" id="{B06DE5A1-9DCE-5490-4FBA-0B7C40C3ECB0}"/>
              </a:ext>
            </a:extLst>
          </p:cNvPr>
          <p:cNvSpPr/>
          <p:nvPr/>
        </p:nvSpPr>
        <p:spPr>
          <a:xfrm>
            <a:off x="4817125" y="4131346"/>
            <a:ext cx="279128" cy="27912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4C9D9002-A1E3-6BD8-DF83-A1D72555254A}"/>
              </a:ext>
            </a:extLst>
          </p:cNvPr>
          <p:cNvSpPr/>
          <p:nvPr/>
        </p:nvSpPr>
        <p:spPr>
          <a:xfrm>
            <a:off x="4679487" y="3993708"/>
            <a:ext cx="279128" cy="279128"/>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Rectangle 331">
            <a:extLst>
              <a:ext uri="{FF2B5EF4-FFF2-40B4-BE49-F238E27FC236}">
                <a16:creationId xmlns:a16="http://schemas.microsoft.com/office/drawing/2014/main" id="{F432AF53-4EFD-A78E-1498-F880248B0FF6}"/>
              </a:ext>
            </a:extLst>
          </p:cNvPr>
          <p:cNvSpPr/>
          <p:nvPr/>
        </p:nvSpPr>
        <p:spPr>
          <a:xfrm>
            <a:off x="4537997" y="3852222"/>
            <a:ext cx="279128" cy="279128"/>
          </a:xfrm>
          <a:prstGeom prst="rect">
            <a:avLst/>
          </a:prstGeom>
          <a:solidFill>
            <a:schemeClr val="bg1"/>
          </a:solid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3" name="TextBox 332">
            <a:extLst>
              <a:ext uri="{FF2B5EF4-FFF2-40B4-BE49-F238E27FC236}">
                <a16:creationId xmlns:a16="http://schemas.microsoft.com/office/drawing/2014/main" id="{89F840B7-49D5-AB2D-9844-1FCB20797064}"/>
              </a:ext>
            </a:extLst>
          </p:cNvPr>
          <p:cNvSpPr txBox="1"/>
          <p:nvPr/>
        </p:nvSpPr>
        <p:spPr>
          <a:xfrm>
            <a:off x="4398232" y="3203624"/>
            <a:ext cx="1979132" cy="584775"/>
          </a:xfrm>
          <a:prstGeom prst="rect">
            <a:avLst/>
          </a:prstGeom>
          <a:noFill/>
        </p:spPr>
        <p:txBody>
          <a:bodyPr wrap="none" rtlCol="0">
            <a:spAutoFit/>
          </a:bodyPr>
          <a:lstStyle/>
          <a:p>
            <a:r>
              <a:rPr lang="en-US" sz="1600" dirty="0"/>
              <a:t>output feature vector</a:t>
            </a:r>
          </a:p>
          <a:p>
            <a:r>
              <a:rPr lang="en-US" sz="1600" dirty="0"/>
              <a:t>[1,1,ochan]</a:t>
            </a:r>
          </a:p>
        </p:txBody>
      </p:sp>
      <p:cxnSp>
        <p:nvCxnSpPr>
          <p:cNvPr id="334" name="Straight Connector 333">
            <a:extLst>
              <a:ext uri="{FF2B5EF4-FFF2-40B4-BE49-F238E27FC236}">
                <a16:creationId xmlns:a16="http://schemas.microsoft.com/office/drawing/2014/main" id="{EC66BF3A-DAA1-9374-CE6B-C91161EB7F35}"/>
              </a:ext>
            </a:extLst>
          </p:cNvPr>
          <p:cNvCxnSpPr>
            <a:cxnSpLocks/>
          </p:cNvCxnSpPr>
          <p:nvPr/>
        </p:nvCxnSpPr>
        <p:spPr>
          <a:xfrm flipV="1">
            <a:off x="3903258" y="4286826"/>
            <a:ext cx="597246" cy="225958"/>
          </a:xfrm>
          <a:prstGeom prst="line">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5" name="Straight Connector 334">
            <a:extLst>
              <a:ext uri="{FF2B5EF4-FFF2-40B4-BE49-F238E27FC236}">
                <a16:creationId xmlns:a16="http://schemas.microsoft.com/office/drawing/2014/main" id="{7AF3701E-A5A7-2DD6-2394-B48D7A0A860F}"/>
              </a:ext>
            </a:extLst>
          </p:cNvPr>
          <p:cNvCxnSpPr>
            <a:cxnSpLocks/>
          </p:cNvCxnSpPr>
          <p:nvPr/>
        </p:nvCxnSpPr>
        <p:spPr>
          <a:xfrm>
            <a:off x="3154489" y="4052413"/>
            <a:ext cx="0" cy="272835"/>
          </a:xfrm>
          <a:prstGeom prst="line">
            <a:avLst/>
          </a:prstGeom>
          <a:ln w="57150" cap="rnd">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6" name="Straight Arrow Connector 335">
            <a:extLst>
              <a:ext uri="{FF2B5EF4-FFF2-40B4-BE49-F238E27FC236}">
                <a16:creationId xmlns:a16="http://schemas.microsoft.com/office/drawing/2014/main" id="{7BEE0D8C-7B35-F480-58FD-AAAD928D7F75}"/>
              </a:ext>
            </a:extLst>
          </p:cNvPr>
          <p:cNvCxnSpPr>
            <a:cxnSpLocks/>
            <a:stCxn id="338" idx="0"/>
          </p:cNvCxnSpPr>
          <p:nvPr/>
        </p:nvCxnSpPr>
        <p:spPr>
          <a:xfrm flipH="1" flipV="1">
            <a:off x="1476562" y="4740137"/>
            <a:ext cx="273343" cy="406424"/>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7" name="Straight Arrow Connector 336">
            <a:extLst>
              <a:ext uri="{FF2B5EF4-FFF2-40B4-BE49-F238E27FC236}">
                <a16:creationId xmlns:a16="http://schemas.microsoft.com/office/drawing/2014/main" id="{94D583E8-4F94-D637-D7DA-5AEAFD0C24A2}"/>
              </a:ext>
            </a:extLst>
          </p:cNvPr>
          <p:cNvCxnSpPr>
            <a:cxnSpLocks/>
            <a:stCxn id="338" idx="0"/>
          </p:cNvCxnSpPr>
          <p:nvPr/>
        </p:nvCxnSpPr>
        <p:spPr>
          <a:xfrm flipV="1">
            <a:off x="1749905" y="4885475"/>
            <a:ext cx="819684" cy="261086"/>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38" name="TextBox 337">
            <a:extLst>
              <a:ext uri="{FF2B5EF4-FFF2-40B4-BE49-F238E27FC236}">
                <a16:creationId xmlns:a16="http://schemas.microsoft.com/office/drawing/2014/main" id="{7C2E76DD-FE06-8255-3EFA-96D3968308BB}"/>
              </a:ext>
            </a:extLst>
          </p:cNvPr>
          <p:cNvSpPr txBox="1"/>
          <p:nvPr/>
        </p:nvSpPr>
        <p:spPr>
          <a:xfrm>
            <a:off x="1163847" y="5146561"/>
            <a:ext cx="1172116" cy="338554"/>
          </a:xfrm>
          <a:prstGeom prst="rect">
            <a:avLst/>
          </a:prstGeom>
          <a:noFill/>
          <a:ln>
            <a:noFill/>
          </a:ln>
        </p:spPr>
        <p:txBody>
          <a:bodyPr wrap="none" rtlCol="0">
            <a:spAutoFit/>
          </a:bodyPr>
          <a:lstStyle/>
          <a:p>
            <a:r>
              <a:rPr lang="en-US" sz="1600" i="1" dirty="0"/>
              <a:t>same shape</a:t>
            </a:r>
          </a:p>
        </p:txBody>
      </p:sp>
      <p:cxnSp>
        <p:nvCxnSpPr>
          <p:cNvPr id="339" name="Straight Arrow Connector 338">
            <a:extLst>
              <a:ext uri="{FF2B5EF4-FFF2-40B4-BE49-F238E27FC236}">
                <a16:creationId xmlns:a16="http://schemas.microsoft.com/office/drawing/2014/main" id="{55C91364-5F01-1609-E681-006018EA9838}"/>
              </a:ext>
            </a:extLst>
          </p:cNvPr>
          <p:cNvCxnSpPr>
            <a:cxnSpLocks/>
            <a:stCxn id="340" idx="0"/>
          </p:cNvCxnSpPr>
          <p:nvPr/>
        </p:nvCxnSpPr>
        <p:spPr>
          <a:xfrm flipH="1" flipV="1">
            <a:off x="4309531" y="4598650"/>
            <a:ext cx="557241" cy="714689"/>
          </a:xfrm>
          <a:prstGeom prst="straightConnector1">
            <a:avLst/>
          </a:prstGeom>
          <a:ln>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40" name="TextBox 339">
            <a:extLst>
              <a:ext uri="{FF2B5EF4-FFF2-40B4-BE49-F238E27FC236}">
                <a16:creationId xmlns:a16="http://schemas.microsoft.com/office/drawing/2014/main" id="{E1F29C34-54D9-8B4F-D0B5-F0BC2E546D07}"/>
              </a:ext>
            </a:extLst>
          </p:cNvPr>
          <p:cNvSpPr txBox="1"/>
          <p:nvPr/>
        </p:nvSpPr>
        <p:spPr>
          <a:xfrm>
            <a:off x="4000478" y="5313339"/>
            <a:ext cx="1732590" cy="338554"/>
          </a:xfrm>
          <a:prstGeom prst="rect">
            <a:avLst/>
          </a:prstGeom>
          <a:noFill/>
          <a:ln>
            <a:noFill/>
          </a:ln>
        </p:spPr>
        <p:txBody>
          <a:bodyPr wrap="none" rtlCol="0">
            <a:spAutoFit/>
          </a:bodyPr>
          <a:lstStyle/>
          <a:p>
            <a:r>
              <a:rPr lang="en-US" sz="1600" i="1" dirty="0"/>
              <a:t>tensor dot product</a:t>
            </a:r>
          </a:p>
        </p:txBody>
      </p:sp>
      <p:sp>
        <p:nvSpPr>
          <p:cNvPr id="341" name="Rectangle 340">
            <a:extLst>
              <a:ext uri="{FF2B5EF4-FFF2-40B4-BE49-F238E27FC236}">
                <a16:creationId xmlns:a16="http://schemas.microsoft.com/office/drawing/2014/main" id="{CA9C01BF-46E9-50D3-9861-7E26F6A90246}"/>
              </a:ext>
            </a:extLst>
          </p:cNvPr>
          <p:cNvSpPr/>
          <p:nvPr/>
        </p:nvSpPr>
        <p:spPr>
          <a:xfrm>
            <a:off x="722346" y="3445598"/>
            <a:ext cx="837384" cy="84122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Rectangle 341">
            <a:extLst>
              <a:ext uri="{FF2B5EF4-FFF2-40B4-BE49-F238E27FC236}">
                <a16:creationId xmlns:a16="http://schemas.microsoft.com/office/drawing/2014/main" id="{01908AED-F761-6E05-A2D2-043D1B53B19B}"/>
              </a:ext>
            </a:extLst>
          </p:cNvPr>
          <p:cNvSpPr/>
          <p:nvPr/>
        </p:nvSpPr>
        <p:spPr>
          <a:xfrm>
            <a:off x="2698893" y="2689286"/>
            <a:ext cx="837384" cy="841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3" name="Rectangle 342">
            <a:extLst>
              <a:ext uri="{FF2B5EF4-FFF2-40B4-BE49-F238E27FC236}">
                <a16:creationId xmlns:a16="http://schemas.microsoft.com/office/drawing/2014/main" id="{D463106B-30FB-6F66-60D5-5DC84A9356DC}"/>
              </a:ext>
            </a:extLst>
          </p:cNvPr>
          <p:cNvSpPr/>
          <p:nvPr/>
        </p:nvSpPr>
        <p:spPr>
          <a:xfrm>
            <a:off x="2704671" y="4492307"/>
            <a:ext cx="837384" cy="84122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7D7BE88A-B718-4D1A-AEEC-5CCE09EB5251}"/>
              </a:ext>
            </a:extLst>
          </p:cNvPr>
          <p:cNvGrpSpPr/>
          <p:nvPr/>
        </p:nvGrpSpPr>
        <p:grpSpPr>
          <a:xfrm>
            <a:off x="7035333" y="1689684"/>
            <a:ext cx="2923047" cy="1893552"/>
            <a:chOff x="7469278" y="1689684"/>
            <a:chExt cx="3204507" cy="2075882"/>
          </a:xfrm>
        </p:grpSpPr>
        <p:grpSp>
          <p:nvGrpSpPr>
            <p:cNvPr id="833" name="Group 832">
              <a:extLst>
                <a:ext uri="{FF2B5EF4-FFF2-40B4-BE49-F238E27FC236}">
                  <a16:creationId xmlns:a16="http://schemas.microsoft.com/office/drawing/2014/main" id="{244C5304-E92E-CEB1-593D-05D6E3B8C843}"/>
                </a:ext>
              </a:extLst>
            </p:cNvPr>
            <p:cNvGrpSpPr/>
            <p:nvPr/>
          </p:nvGrpSpPr>
          <p:grpSpPr>
            <a:xfrm flipH="1">
              <a:off x="7469278" y="1689684"/>
              <a:ext cx="3015866" cy="366278"/>
              <a:chOff x="7520118" y="3982298"/>
              <a:chExt cx="3312757" cy="402336"/>
            </a:xfrm>
          </p:grpSpPr>
          <p:sp>
            <p:nvSpPr>
              <p:cNvPr id="352" name="Rectangle 351">
                <a:extLst>
                  <a:ext uri="{FF2B5EF4-FFF2-40B4-BE49-F238E27FC236}">
                    <a16:creationId xmlns:a16="http://schemas.microsoft.com/office/drawing/2014/main" id="{04F6C819-E30D-D754-69A9-9CC12FC409E9}"/>
                  </a:ext>
                </a:extLst>
              </p:cNvPr>
              <p:cNvSpPr/>
              <p:nvPr/>
            </p:nvSpPr>
            <p:spPr>
              <a:xfrm rot="10800000">
                <a:off x="1033196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3" name="Rectangle 352">
                <a:extLst>
                  <a:ext uri="{FF2B5EF4-FFF2-40B4-BE49-F238E27FC236}">
                    <a16:creationId xmlns:a16="http://schemas.microsoft.com/office/drawing/2014/main" id="{E22F72D2-31F2-F5F6-6759-12B7E30F087E}"/>
                  </a:ext>
                </a:extLst>
              </p:cNvPr>
              <p:cNvSpPr/>
              <p:nvPr/>
            </p:nvSpPr>
            <p:spPr>
              <a:xfrm rot="10800000">
                <a:off x="1023153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4" name="Rectangle 353">
                <a:extLst>
                  <a:ext uri="{FF2B5EF4-FFF2-40B4-BE49-F238E27FC236}">
                    <a16:creationId xmlns:a16="http://schemas.microsoft.com/office/drawing/2014/main" id="{E9EF1E49-301B-C0EA-ADB6-AB14CBA7DB56}"/>
                  </a:ext>
                </a:extLst>
              </p:cNvPr>
              <p:cNvSpPr/>
              <p:nvPr/>
            </p:nvSpPr>
            <p:spPr>
              <a:xfrm rot="10800000">
                <a:off x="1013111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5" name="Rectangle 354">
                <a:extLst>
                  <a:ext uri="{FF2B5EF4-FFF2-40B4-BE49-F238E27FC236}">
                    <a16:creationId xmlns:a16="http://schemas.microsoft.com/office/drawing/2014/main" id="{6DFD3392-C7C7-FE1E-7A4A-43145478FB9F}"/>
                  </a:ext>
                </a:extLst>
              </p:cNvPr>
              <p:cNvSpPr/>
              <p:nvPr/>
            </p:nvSpPr>
            <p:spPr>
              <a:xfrm rot="10800000">
                <a:off x="1003069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6" name="Rectangle 355">
                <a:extLst>
                  <a:ext uri="{FF2B5EF4-FFF2-40B4-BE49-F238E27FC236}">
                    <a16:creationId xmlns:a16="http://schemas.microsoft.com/office/drawing/2014/main" id="{E1925644-C12D-740E-844D-C96CA24CE8A2}"/>
                  </a:ext>
                </a:extLst>
              </p:cNvPr>
              <p:cNvSpPr/>
              <p:nvPr/>
            </p:nvSpPr>
            <p:spPr>
              <a:xfrm rot="10800000">
                <a:off x="993026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7" name="Rectangle 356">
                <a:extLst>
                  <a:ext uri="{FF2B5EF4-FFF2-40B4-BE49-F238E27FC236}">
                    <a16:creationId xmlns:a16="http://schemas.microsoft.com/office/drawing/2014/main" id="{DA60A9C7-C1E9-0C97-BE3D-55580E0AF798}"/>
                  </a:ext>
                </a:extLst>
              </p:cNvPr>
              <p:cNvSpPr/>
              <p:nvPr/>
            </p:nvSpPr>
            <p:spPr>
              <a:xfrm rot="10800000">
                <a:off x="982984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Rectangle 357">
                <a:extLst>
                  <a:ext uri="{FF2B5EF4-FFF2-40B4-BE49-F238E27FC236}">
                    <a16:creationId xmlns:a16="http://schemas.microsoft.com/office/drawing/2014/main" id="{62DB6AD3-3571-867D-3F98-22C6949B479D}"/>
                  </a:ext>
                </a:extLst>
              </p:cNvPr>
              <p:cNvSpPr/>
              <p:nvPr/>
            </p:nvSpPr>
            <p:spPr>
              <a:xfrm rot="10800000">
                <a:off x="972942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Rectangle 358">
                <a:extLst>
                  <a:ext uri="{FF2B5EF4-FFF2-40B4-BE49-F238E27FC236}">
                    <a16:creationId xmlns:a16="http://schemas.microsoft.com/office/drawing/2014/main" id="{0690AAF9-81A1-CEAF-97BB-F2651A73C76B}"/>
                  </a:ext>
                </a:extLst>
              </p:cNvPr>
              <p:cNvSpPr/>
              <p:nvPr/>
            </p:nvSpPr>
            <p:spPr>
              <a:xfrm rot="10800000">
                <a:off x="962900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Rectangle 359">
                <a:extLst>
                  <a:ext uri="{FF2B5EF4-FFF2-40B4-BE49-F238E27FC236}">
                    <a16:creationId xmlns:a16="http://schemas.microsoft.com/office/drawing/2014/main" id="{169E1378-0E03-20A9-EBE0-81B5565D1128}"/>
                  </a:ext>
                </a:extLst>
              </p:cNvPr>
              <p:cNvSpPr/>
              <p:nvPr/>
            </p:nvSpPr>
            <p:spPr>
              <a:xfrm rot="10800000">
                <a:off x="952857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Rectangle 360">
                <a:extLst>
                  <a:ext uri="{FF2B5EF4-FFF2-40B4-BE49-F238E27FC236}">
                    <a16:creationId xmlns:a16="http://schemas.microsoft.com/office/drawing/2014/main" id="{2FFEF88E-242F-093F-F06A-A150AD19989F}"/>
                  </a:ext>
                </a:extLst>
              </p:cNvPr>
              <p:cNvSpPr/>
              <p:nvPr/>
            </p:nvSpPr>
            <p:spPr>
              <a:xfrm rot="10800000">
                <a:off x="942815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Rectangle 361">
                <a:extLst>
                  <a:ext uri="{FF2B5EF4-FFF2-40B4-BE49-F238E27FC236}">
                    <a16:creationId xmlns:a16="http://schemas.microsoft.com/office/drawing/2014/main" id="{393C4201-7747-3A1A-B9A3-94A5A7BE503A}"/>
                  </a:ext>
                </a:extLst>
              </p:cNvPr>
              <p:cNvSpPr/>
              <p:nvPr/>
            </p:nvSpPr>
            <p:spPr>
              <a:xfrm rot="10800000">
                <a:off x="932773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3" name="Rectangle 362">
                <a:extLst>
                  <a:ext uri="{FF2B5EF4-FFF2-40B4-BE49-F238E27FC236}">
                    <a16:creationId xmlns:a16="http://schemas.microsoft.com/office/drawing/2014/main" id="{346002C3-ECCD-A147-4286-5DAF8941EA01}"/>
                  </a:ext>
                </a:extLst>
              </p:cNvPr>
              <p:cNvSpPr/>
              <p:nvPr/>
            </p:nvSpPr>
            <p:spPr>
              <a:xfrm rot="10800000">
                <a:off x="922730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4" name="Rectangle 363">
                <a:extLst>
                  <a:ext uri="{FF2B5EF4-FFF2-40B4-BE49-F238E27FC236}">
                    <a16:creationId xmlns:a16="http://schemas.microsoft.com/office/drawing/2014/main" id="{077DA1FF-B989-10A3-111C-521A3D8117DB}"/>
                  </a:ext>
                </a:extLst>
              </p:cNvPr>
              <p:cNvSpPr/>
              <p:nvPr/>
            </p:nvSpPr>
            <p:spPr>
              <a:xfrm rot="10800000">
                <a:off x="9126885"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5" name="Rectangle 364">
                <a:extLst>
                  <a:ext uri="{FF2B5EF4-FFF2-40B4-BE49-F238E27FC236}">
                    <a16:creationId xmlns:a16="http://schemas.microsoft.com/office/drawing/2014/main" id="{DFCD27F1-247D-56A4-5853-18E7D3280602}"/>
                  </a:ext>
                </a:extLst>
              </p:cNvPr>
              <p:cNvSpPr/>
              <p:nvPr/>
            </p:nvSpPr>
            <p:spPr>
              <a:xfrm rot="10800000">
                <a:off x="9026462"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6" name="Rectangle 365">
                <a:extLst>
                  <a:ext uri="{FF2B5EF4-FFF2-40B4-BE49-F238E27FC236}">
                    <a16:creationId xmlns:a16="http://schemas.microsoft.com/office/drawing/2014/main" id="{6F25E1ED-8F82-5C77-5188-9BDE1763F7B2}"/>
                  </a:ext>
                </a:extLst>
              </p:cNvPr>
              <p:cNvSpPr/>
              <p:nvPr/>
            </p:nvSpPr>
            <p:spPr>
              <a:xfrm rot="10800000">
                <a:off x="892603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7" name="Rectangle 366">
                <a:extLst>
                  <a:ext uri="{FF2B5EF4-FFF2-40B4-BE49-F238E27FC236}">
                    <a16:creationId xmlns:a16="http://schemas.microsoft.com/office/drawing/2014/main" id="{E02079C0-DE0E-1517-F388-C05C1E8259F5}"/>
                  </a:ext>
                </a:extLst>
              </p:cNvPr>
              <p:cNvSpPr/>
              <p:nvPr/>
            </p:nvSpPr>
            <p:spPr>
              <a:xfrm rot="10800000">
                <a:off x="882561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8" name="Rectangle 367">
                <a:extLst>
                  <a:ext uri="{FF2B5EF4-FFF2-40B4-BE49-F238E27FC236}">
                    <a16:creationId xmlns:a16="http://schemas.microsoft.com/office/drawing/2014/main" id="{F344BE15-8B12-9F2D-1E7D-099669A8A0FB}"/>
                  </a:ext>
                </a:extLst>
              </p:cNvPr>
              <p:cNvSpPr/>
              <p:nvPr/>
            </p:nvSpPr>
            <p:spPr>
              <a:xfrm rot="10800000">
                <a:off x="872519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9" name="Rectangle 368">
                <a:extLst>
                  <a:ext uri="{FF2B5EF4-FFF2-40B4-BE49-F238E27FC236}">
                    <a16:creationId xmlns:a16="http://schemas.microsoft.com/office/drawing/2014/main" id="{2C48234F-8554-F54B-D89D-4A6A69442054}"/>
                  </a:ext>
                </a:extLst>
              </p:cNvPr>
              <p:cNvSpPr/>
              <p:nvPr/>
            </p:nvSpPr>
            <p:spPr>
              <a:xfrm rot="10800000">
                <a:off x="862477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0" name="Rectangle 369">
                <a:extLst>
                  <a:ext uri="{FF2B5EF4-FFF2-40B4-BE49-F238E27FC236}">
                    <a16:creationId xmlns:a16="http://schemas.microsoft.com/office/drawing/2014/main" id="{69ABC80A-4212-0FD6-F494-716E0EE8B621}"/>
                  </a:ext>
                </a:extLst>
              </p:cNvPr>
              <p:cNvSpPr/>
              <p:nvPr/>
            </p:nvSpPr>
            <p:spPr>
              <a:xfrm rot="10800000">
                <a:off x="852434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1" name="Rectangle 370">
                <a:extLst>
                  <a:ext uri="{FF2B5EF4-FFF2-40B4-BE49-F238E27FC236}">
                    <a16:creationId xmlns:a16="http://schemas.microsoft.com/office/drawing/2014/main" id="{C8ACA913-62DA-7164-60FD-6C276A0D1196}"/>
                  </a:ext>
                </a:extLst>
              </p:cNvPr>
              <p:cNvSpPr/>
              <p:nvPr/>
            </p:nvSpPr>
            <p:spPr>
              <a:xfrm rot="10800000">
                <a:off x="842392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Rectangle 371">
                <a:extLst>
                  <a:ext uri="{FF2B5EF4-FFF2-40B4-BE49-F238E27FC236}">
                    <a16:creationId xmlns:a16="http://schemas.microsoft.com/office/drawing/2014/main" id="{C976D888-FCB1-86B7-39EA-06EFD0FD022B}"/>
                  </a:ext>
                </a:extLst>
              </p:cNvPr>
              <p:cNvSpPr/>
              <p:nvPr/>
            </p:nvSpPr>
            <p:spPr>
              <a:xfrm rot="10800000">
                <a:off x="832350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Rectangle 372">
                <a:extLst>
                  <a:ext uri="{FF2B5EF4-FFF2-40B4-BE49-F238E27FC236}">
                    <a16:creationId xmlns:a16="http://schemas.microsoft.com/office/drawing/2014/main" id="{EA0CF2F2-B4E4-3E7F-EF29-E796347BE4C3}"/>
                  </a:ext>
                </a:extLst>
              </p:cNvPr>
              <p:cNvSpPr/>
              <p:nvPr/>
            </p:nvSpPr>
            <p:spPr>
              <a:xfrm rot="10800000">
                <a:off x="8223079"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9416EF1A-0A9A-3278-D473-434F5510B99E}"/>
                  </a:ext>
                </a:extLst>
              </p:cNvPr>
              <p:cNvSpPr/>
              <p:nvPr/>
            </p:nvSpPr>
            <p:spPr>
              <a:xfrm rot="10800000">
                <a:off x="8122656"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Rectangle 374">
                <a:extLst>
                  <a:ext uri="{FF2B5EF4-FFF2-40B4-BE49-F238E27FC236}">
                    <a16:creationId xmlns:a16="http://schemas.microsoft.com/office/drawing/2014/main" id="{5EFD18CD-6D48-699A-3C01-4ADFBC9C13D6}"/>
                  </a:ext>
                </a:extLst>
              </p:cNvPr>
              <p:cNvSpPr/>
              <p:nvPr/>
            </p:nvSpPr>
            <p:spPr>
              <a:xfrm rot="10800000">
                <a:off x="8022233"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Rectangle 375">
                <a:extLst>
                  <a:ext uri="{FF2B5EF4-FFF2-40B4-BE49-F238E27FC236}">
                    <a16:creationId xmlns:a16="http://schemas.microsoft.com/office/drawing/2014/main" id="{57E886A4-FA19-AD2B-4D4E-5A620DFB5E7A}"/>
                  </a:ext>
                </a:extLst>
              </p:cNvPr>
              <p:cNvSpPr/>
              <p:nvPr/>
            </p:nvSpPr>
            <p:spPr>
              <a:xfrm rot="10800000">
                <a:off x="7921810"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Rectangle 376">
                <a:extLst>
                  <a:ext uri="{FF2B5EF4-FFF2-40B4-BE49-F238E27FC236}">
                    <a16:creationId xmlns:a16="http://schemas.microsoft.com/office/drawing/2014/main" id="{1869FE44-4D60-3AE0-F130-B782E256890B}"/>
                  </a:ext>
                </a:extLst>
              </p:cNvPr>
              <p:cNvSpPr/>
              <p:nvPr/>
            </p:nvSpPr>
            <p:spPr>
              <a:xfrm rot="10800000">
                <a:off x="7821387"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Rectangle 377">
                <a:extLst>
                  <a:ext uri="{FF2B5EF4-FFF2-40B4-BE49-F238E27FC236}">
                    <a16:creationId xmlns:a16="http://schemas.microsoft.com/office/drawing/2014/main" id="{8F24735A-9B73-8EF0-C6B4-E97DCCDD53E0}"/>
                  </a:ext>
                </a:extLst>
              </p:cNvPr>
              <p:cNvSpPr/>
              <p:nvPr/>
            </p:nvSpPr>
            <p:spPr>
              <a:xfrm rot="10800000">
                <a:off x="7720964"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Rectangle 378">
                <a:extLst>
                  <a:ext uri="{FF2B5EF4-FFF2-40B4-BE49-F238E27FC236}">
                    <a16:creationId xmlns:a16="http://schemas.microsoft.com/office/drawing/2014/main" id="{A7F34A68-56D1-D5F5-24ED-D2EE60E6134B}"/>
                  </a:ext>
                </a:extLst>
              </p:cNvPr>
              <p:cNvSpPr/>
              <p:nvPr/>
            </p:nvSpPr>
            <p:spPr>
              <a:xfrm rot="10800000">
                <a:off x="7620541"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0" name="Rectangle 379">
                <a:extLst>
                  <a:ext uri="{FF2B5EF4-FFF2-40B4-BE49-F238E27FC236}">
                    <a16:creationId xmlns:a16="http://schemas.microsoft.com/office/drawing/2014/main" id="{21ECF644-20F6-2227-6F17-D86FD86AD8D9}"/>
                  </a:ext>
                </a:extLst>
              </p:cNvPr>
              <p:cNvSpPr/>
              <p:nvPr/>
            </p:nvSpPr>
            <p:spPr>
              <a:xfrm rot="10800000">
                <a:off x="7520118" y="428421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1" name="Group 380">
                <a:extLst>
                  <a:ext uri="{FF2B5EF4-FFF2-40B4-BE49-F238E27FC236}">
                    <a16:creationId xmlns:a16="http://schemas.microsoft.com/office/drawing/2014/main" id="{64655F28-43F3-4B58-6CF8-269D73D4123D}"/>
                  </a:ext>
                </a:extLst>
              </p:cNvPr>
              <p:cNvGrpSpPr/>
              <p:nvPr/>
            </p:nvGrpSpPr>
            <p:grpSpPr>
              <a:xfrm rot="10800000">
                <a:off x="7520118" y="4183922"/>
                <a:ext cx="3213534" cy="100423"/>
                <a:chOff x="1743959" y="2564091"/>
                <a:chExt cx="6334816" cy="197963"/>
              </a:xfrm>
              <a:solidFill>
                <a:schemeClr val="bg1"/>
              </a:solidFill>
            </p:grpSpPr>
            <p:sp>
              <p:nvSpPr>
                <p:cNvPr id="801" name="Rectangle 800">
                  <a:extLst>
                    <a:ext uri="{FF2B5EF4-FFF2-40B4-BE49-F238E27FC236}">
                      <a16:creationId xmlns:a16="http://schemas.microsoft.com/office/drawing/2014/main" id="{8D4DD71E-4E2C-0887-0374-9A2F34D0078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2" name="Rectangle 801">
                  <a:extLst>
                    <a:ext uri="{FF2B5EF4-FFF2-40B4-BE49-F238E27FC236}">
                      <a16:creationId xmlns:a16="http://schemas.microsoft.com/office/drawing/2014/main" id="{9ECCCDB1-FAD9-66A1-9A8F-B3CC12012DF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3" name="Rectangle 802">
                  <a:extLst>
                    <a:ext uri="{FF2B5EF4-FFF2-40B4-BE49-F238E27FC236}">
                      <a16:creationId xmlns:a16="http://schemas.microsoft.com/office/drawing/2014/main" id="{B333A8AF-4D7D-5D37-0B52-086B446054F2}"/>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4" name="Rectangle 803">
                  <a:extLst>
                    <a:ext uri="{FF2B5EF4-FFF2-40B4-BE49-F238E27FC236}">
                      <a16:creationId xmlns:a16="http://schemas.microsoft.com/office/drawing/2014/main" id="{93FC058F-FE6F-A6E5-02BF-9C6C1C21961C}"/>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5" name="Rectangle 804">
                  <a:extLst>
                    <a:ext uri="{FF2B5EF4-FFF2-40B4-BE49-F238E27FC236}">
                      <a16:creationId xmlns:a16="http://schemas.microsoft.com/office/drawing/2014/main" id="{FA93CEE1-03C3-B6A5-A6D0-0F91D506A6B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6" name="Rectangle 805">
                  <a:extLst>
                    <a:ext uri="{FF2B5EF4-FFF2-40B4-BE49-F238E27FC236}">
                      <a16:creationId xmlns:a16="http://schemas.microsoft.com/office/drawing/2014/main" id="{37C006BA-A9A9-77EC-96FE-A755C36E0CCA}"/>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7" name="Rectangle 806">
                  <a:extLst>
                    <a:ext uri="{FF2B5EF4-FFF2-40B4-BE49-F238E27FC236}">
                      <a16:creationId xmlns:a16="http://schemas.microsoft.com/office/drawing/2014/main" id="{20C60DD0-8BE9-8DC4-BA97-F6B6A3EED55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 name="Rectangle 807">
                  <a:extLst>
                    <a:ext uri="{FF2B5EF4-FFF2-40B4-BE49-F238E27FC236}">
                      <a16:creationId xmlns:a16="http://schemas.microsoft.com/office/drawing/2014/main" id="{7B3F69BA-4C30-2A62-3B39-E9B3F176E028}"/>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9" name="Rectangle 808">
                  <a:extLst>
                    <a:ext uri="{FF2B5EF4-FFF2-40B4-BE49-F238E27FC236}">
                      <a16:creationId xmlns:a16="http://schemas.microsoft.com/office/drawing/2014/main" id="{35059759-208D-CBAC-EC10-4737E3C729D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0" name="Rectangle 809">
                  <a:extLst>
                    <a:ext uri="{FF2B5EF4-FFF2-40B4-BE49-F238E27FC236}">
                      <a16:creationId xmlns:a16="http://schemas.microsoft.com/office/drawing/2014/main" id="{F483C569-5EFF-D2EA-7465-C7E54B1211F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1" name="Rectangle 810">
                  <a:extLst>
                    <a:ext uri="{FF2B5EF4-FFF2-40B4-BE49-F238E27FC236}">
                      <a16:creationId xmlns:a16="http://schemas.microsoft.com/office/drawing/2014/main" id="{5D081BF1-3C70-56A5-6941-5C241C8503B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2" name="Rectangle 811">
                  <a:extLst>
                    <a:ext uri="{FF2B5EF4-FFF2-40B4-BE49-F238E27FC236}">
                      <a16:creationId xmlns:a16="http://schemas.microsoft.com/office/drawing/2014/main" id="{21CEF1F6-4A1E-82FA-28D1-CC1058F9D56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3" name="Rectangle 812">
                  <a:extLst>
                    <a:ext uri="{FF2B5EF4-FFF2-40B4-BE49-F238E27FC236}">
                      <a16:creationId xmlns:a16="http://schemas.microsoft.com/office/drawing/2014/main" id="{80135090-BD15-758D-4469-3A6DFF55B5E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4" name="Rectangle 813">
                  <a:extLst>
                    <a:ext uri="{FF2B5EF4-FFF2-40B4-BE49-F238E27FC236}">
                      <a16:creationId xmlns:a16="http://schemas.microsoft.com/office/drawing/2014/main" id="{BC733E04-3024-8FFA-4D50-E5B1AAD57591}"/>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5" name="Rectangle 814">
                  <a:extLst>
                    <a:ext uri="{FF2B5EF4-FFF2-40B4-BE49-F238E27FC236}">
                      <a16:creationId xmlns:a16="http://schemas.microsoft.com/office/drawing/2014/main" id="{F5DEEA64-10E2-B0F1-CA4B-4837EB6CF372}"/>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6" name="Rectangle 815">
                  <a:extLst>
                    <a:ext uri="{FF2B5EF4-FFF2-40B4-BE49-F238E27FC236}">
                      <a16:creationId xmlns:a16="http://schemas.microsoft.com/office/drawing/2014/main" id="{A96D23FA-11DA-B1A7-A42B-2D765499959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7" name="Rectangle 816">
                  <a:extLst>
                    <a:ext uri="{FF2B5EF4-FFF2-40B4-BE49-F238E27FC236}">
                      <a16:creationId xmlns:a16="http://schemas.microsoft.com/office/drawing/2014/main" id="{A682368C-8756-5548-2768-2D088A5466CD}"/>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8" name="Rectangle 817">
                  <a:extLst>
                    <a:ext uri="{FF2B5EF4-FFF2-40B4-BE49-F238E27FC236}">
                      <a16:creationId xmlns:a16="http://schemas.microsoft.com/office/drawing/2014/main" id="{F5C64B68-70DC-8C08-0E97-B8BFDB5F885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 name="Rectangle 818">
                  <a:extLst>
                    <a:ext uri="{FF2B5EF4-FFF2-40B4-BE49-F238E27FC236}">
                      <a16:creationId xmlns:a16="http://schemas.microsoft.com/office/drawing/2014/main" id="{35FC242C-C2FF-9747-08D3-41F286E15500}"/>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 name="Rectangle 819">
                  <a:extLst>
                    <a:ext uri="{FF2B5EF4-FFF2-40B4-BE49-F238E27FC236}">
                      <a16:creationId xmlns:a16="http://schemas.microsoft.com/office/drawing/2014/main" id="{E92423DE-9303-612D-5221-EC5BBAC8469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1" name="Rectangle 820">
                  <a:extLst>
                    <a:ext uri="{FF2B5EF4-FFF2-40B4-BE49-F238E27FC236}">
                      <a16:creationId xmlns:a16="http://schemas.microsoft.com/office/drawing/2014/main" id="{E49192C8-E0A8-B545-8390-9F5E8381027F}"/>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2" name="Rectangle 821">
                  <a:extLst>
                    <a:ext uri="{FF2B5EF4-FFF2-40B4-BE49-F238E27FC236}">
                      <a16:creationId xmlns:a16="http://schemas.microsoft.com/office/drawing/2014/main" id="{412BA9CF-99CA-314E-D0D5-F63095A0E447}"/>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3" name="Rectangle 822">
                  <a:extLst>
                    <a:ext uri="{FF2B5EF4-FFF2-40B4-BE49-F238E27FC236}">
                      <a16:creationId xmlns:a16="http://schemas.microsoft.com/office/drawing/2014/main" id="{407B5116-9997-8685-7C32-25511BACBAB1}"/>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5115CE38-F12B-8F7F-7BBA-9D4F21638E6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5" name="Rectangle 824">
                  <a:extLst>
                    <a:ext uri="{FF2B5EF4-FFF2-40B4-BE49-F238E27FC236}">
                      <a16:creationId xmlns:a16="http://schemas.microsoft.com/office/drawing/2014/main" id="{C611BBC3-E5E5-DEBF-E22A-C0B4708C200A}"/>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6" name="Rectangle 825">
                  <a:extLst>
                    <a:ext uri="{FF2B5EF4-FFF2-40B4-BE49-F238E27FC236}">
                      <a16:creationId xmlns:a16="http://schemas.microsoft.com/office/drawing/2014/main" id="{24E9A4A7-94A3-A911-FB7A-C1770AF65041}"/>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7" name="Rectangle 826">
                  <a:extLst>
                    <a:ext uri="{FF2B5EF4-FFF2-40B4-BE49-F238E27FC236}">
                      <a16:creationId xmlns:a16="http://schemas.microsoft.com/office/drawing/2014/main" id="{D8DF42A4-8DF2-430A-38D8-7AE863E088A4}"/>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8" name="Rectangle 827">
                  <a:extLst>
                    <a:ext uri="{FF2B5EF4-FFF2-40B4-BE49-F238E27FC236}">
                      <a16:creationId xmlns:a16="http://schemas.microsoft.com/office/drawing/2014/main" id="{CD7747C4-19FF-7431-D092-24F88F018567}"/>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9" name="Rectangle 828">
                  <a:extLst>
                    <a:ext uri="{FF2B5EF4-FFF2-40B4-BE49-F238E27FC236}">
                      <a16:creationId xmlns:a16="http://schemas.microsoft.com/office/drawing/2014/main" id="{B5066BD2-D0B8-5055-371F-E5CA4DCB9E6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0" name="Rectangle 829">
                  <a:extLst>
                    <a:ext uri="{FF2B5EF4-FFF2-40B4-BE49-F238E27FC236}">
                      <a16:creationId xmlns:a16="http://schemas.microsoft.com/office/drawing/2014/main" id="{F445A843-1A8D-A709-8811-1552488CA569}"/>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1" name="Rectangle 830">
                  <a:extLst>
                    <a:ext uri="{FF2B5EF4-FFF2-40B4-BE49-F238E27FC236}">
                      <a16:creationId xmlns:a16="http://schemas.microsoft.com/office/drawing/2014/main" id="{048AA54D-3160-8D82-B3F8-BD8DA93FD06E}"/>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2" name="Rectangle 831">
                  <a:extLst>
                    <a:ext uri="{FF2B5EF4-FFF2-40B4-BE49-F238E27FC236}">
                      <a16:creationId xmlns:a16="http://schemas.microsoft.com/office/drawing/2014/main" id="{46E725CB-0606-F418-E94F-8FE10456EFCF}"/>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2" name="Group 381">
                <a:extLst>
                  <a:ext uri="{FF2B5EF4-FFF2-40B4-BE49-F238E27FC236}">
                    <a16:creationId xmlns:a16="http://schemas.microsoft.com/office/drawing/2014/main" id="{14EFC25E-88AC-4DA3-1A4D-9B63B3A933A7}"/>
                  </a:ext>
                </a:extLst>
              </p:cNvPr>
              <p:cNvGrpSpPr/>
              <p:nvPr/>
            </p:nvGrpSpPr>
            <p:grpSpPr>
              <a:xfrm rot="10800000">
                <a:off x="7520118" y="4083499"/>
                <a:ext cx="3213534" cy="100423"/>
                <a:chOff x="1743959" y="2564091"/>
                <a:chExt cx="6334816" cy="197963"/>
              </a:xfrm>
              <a:solidFill>
                <a:schemeClr val="bg1"/>
              </a:solidFill>
            </p:grpSpPr>
            <p:sp>
              <p:nvSpPr>
                <p:cNvPr id="769" name="Rectangle 768">
                  <a:extLst>
                    <a:ext uri="{FF2B5EF4-FFF2-40B4-BE49-F238E27FC236}">
                      <a16:creationId xmlns:a16="http://schemas.microsoft.com/office/drawing/2014/main" id="{53887295-986E-04CA-995A-66FE16771334}"/>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0" name="Rectangle 769">
                  <a:extLst>
                    <a:ext uri="{FF2B5EF4-FFF2-40B4-BE49-F238E27FC236}">
                      <a16:creationId xmlns:a16="http://schemas.microsoft.com/office/drawing/2014/main" id="{05277A70-A742-9949-7565-2C110B4B048D}"/>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1" name="Rectangle 770">
                  <a:extLst>
                    <a:ext uri="{FF2B5EF4-FFF2-40B4-BE49-F238E27FC236}">
                      <a16:creationId xmlns:a16="http://schemas.microsoft.com/office/drawing/2014/main" id="{801BE3F3-AB98-9AFE-16B7-7E19D9E33CF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2" name="Rectangle 771">
                  <a:extLst>
                    <a:ext uri="{FF2B5EF4-FFF2-40B4-BE49-F238E27FC236}">
                      <a16:creationId xmlns:a16="http://schemas.microsoft.com/office/drawing/2014/main" id="{E1309A57-5DB5-60E1-2AB5-35B2F306B032}"/>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3" name="Rectangle 772">
                  <a:extLst>
                    <a:ext uri="{FF2B5EF4-FFF2-40B4-BE49-F238E27FC236}">
                      <a16:creationId xmlns:a16="http://schemas.microsoft.com/office/drawing/2014/main" id="{40A95809-B470-9664-7C49-9443027F002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4" name="Rectangle 773">
                  <a:extLst>
                    <a:ext uri="{FF2B5EF4-FFF2-40B4-BE49-F238E27FC236}">
                      <a16:creationId xmlns:a16="http://schemas.microsoft.com/office/drawing/2014/main" id="{A0F147B4-72BF-C15F-8E56-A9755AC2A6A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5" name="Rectangle 774">
                  <a:extLst>
                    <a:ext uri="{FF2B5EF4-FFF2-40B4-BE49-F238E27FC236}">
                      <a16:creationId xmlns:a16="http://schemas.microsoft.com/office/drawing/2014/main" id="{856B76EE-257F-13B1-D0E4-B7BB96966878}"/>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6" name="Rectangle 775">
                  <a:extLst>
                    <a:ext uri="{FF2B5EF4-FFF2-40B4-BE49-F238E27FC236}">
                      <a16:creationId xmlns:a16="http://schemas.microsoft.com/office/drawing/2014/main" id="{C111C353-AA6B-1F5F-19B4-A47765B556B2}"/>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7" name="Rectangle 776">
                  <a:extLst>
                    <a:ext uri="{FF2B5EF4-FFF2-40B4-BE49-F238E27FC236}">
                      <a16:creationId xmlns:a16="http://schemas.microsoft.com/office/drawing/2014/main" id="{83E87194-040C-7BCA-8824-643319898C5C}"/>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8" name="Rectangle 777">
                  <a:extLst>
                    <a:ext uri="{FF2B5EF4-FFF2-40B4-BE49-F238E27FC236}">
                      <a16:creationId xmlns:a16="http://schemas.microsoft.com/office/drawing/2014/main" id="{7800C1AD-2D01-2459-E95C-F6FEB939EBE7}"/>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9" name="Rectangle 778">
                  <a:extLst>
                    <a:ext uri="{FF2B5EF4-FFF2-40B4-BE49-F238E27FC236}">
                      <a16:creationId xmlns:a16="http://schemas.microsoft.com/office/drawing/2014/main" id="{05B971BD-1BA1-672F-D91F-83F398CBE0EA}"/>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0" name="Rectangle 779">
                  <a:extLst>
                    <a:ext uri="{FF2B5EF4-FFF2-40B4-BE49-F238E27FC236}">
                      <a16:creationId xmlns:a16="http://schemas.microsoft.com/office/drawing/2014/main" id="{83564C28-FDBA-5B98-73F7-EA9E4C120FA9}"/>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1" name="Rectangle 780">
                  <a:extLst>
                    <a:ext uri="{FF2B5EF4-FFF2-40B4-BE49-F238E27FC236}">
                      <a16:creationId xmlns:a16="http://schemas.microsoft.com/office/drawing/2014/main" id="{773F52FD-840E-62DB-7127-4FF9C08746B3}"/>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2" name="Rectangle 781">
                  <a:extLst>
                    <a:ext uri="{FF2B5EF4-FFF2-40B4-BE49-F238E27FC236}">
                      <a16:creationId xmlns:a16="http://schemas.microsoft.com/office/drawing/2014/main" id="{AB463D70-52E6-16D1-9050-CCF1F8CF61BC}"/>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3" name="Rectangle 782">
                  <a:extLst>
                    <a:ext uri="{FF2B5EF4-FFF2-40B4-BE49-F238E27FC236}">
                      <a16:creationId xmlns:a16="http://schemas.microsoft.com/office/drawing/2014/main" id="{E9552A8B-4411-6497-460B-9DDC8BC7430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4" name="Rectangle 783">
                  <a:extLst>
                    <a:ext uri="{FF2B5EF4-FFF2-40B4-BE49-F238E27FC236}">
                      <a16:creationId xmlns:a16="http://schemas.microsoft.com/office/drawing/2014/main" id="{57E7F63C-27BA-48EB-5FF4-2839586722CA}"/>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5" name="Rectangle 784">
                  <a:extLst>
                    <a:ext uri="{FF2B5EF4-FFF2-40B4-BE49-F238E27FC236}">
                      <a16:creationId xmlns:a16="http://schemas.microsoft.com/office/drawing/2014/main" id="{50F65112-F62E-722D-B449-D8B075600950}"/>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6" name="Rectangle 785">
                  <a:extLst>
                    <a:ext uri="{FF2B5EF4-FFF2-40B4-BE49-F238E27FC236}">
                      <a16:creationId xmlns:a16="http://schemas.microsoft.com/office/drawing/2014/main" id="{783CAB1C-2953-F370-50EA-B0AD30205310}"/>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DB45D69E-F059-42EA-69DF-863DC875216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 name="Rectangle 787">
                  <a:extLst>
                    <a:ext uri="{FF2B5EF4-FFF2-40B4-BE49-F238E27FC236}">
                      <a16:creationId xmlns:a16="http://schemas.microsoft.com/office/drawing/2014/main" id="{6491F571-A3F2-0EC0-29D5-1490E6A0368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9" name="Rectangle 788">
                  <a:extLst>
                    <a:ext uri="{FF2B5EF4-FFF2-40B4-BE49-F238E27FC236}">
                      <a16:creationId xmlns:a16="http://schemas.microsoft.com/office/drawing/2014/main" id="{EDA0ADAF-4CD1-D4E9-98CC-D73C22E2A724}"/>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0" name="Rectangle 789">
                  <a:extLst>
                    <a:ext uri="{FF2B5EF4-FFF2-40B4-BE49-F238E27FC236}">
                      <a16:creationId xmlns:a16="http://schemas.microsoft.com/office/drawing/2014/main" id="{CBA3BCA9-149C-60CF-329A-B1B8F1CC9C80}"/>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1" name="Rectangle 790">
                  <a:extLst>
                    <a:ext uri="{FF2B5EF4-FFF2-40B4-BE49-F238E27FC236}">
                      <a16:creationId xmlns:a16="http://schemas.microsoft.com/office/drawing/2014/main" id="{8622045E-49E4-2A8B-47A5-ECFB5D42ACA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2" name="Rectangle 791">
                  <a:extLst>
                    <a:ext uri="{FF2B5EF4-FFF2-40B4-BE49-F238E27FC236}">
                      <a16:creationId xmlns:a16="http://schemas.microsoft.com/office/drawing/2014/main" id="{5834378A-2528-4176-6A9B-5CB985344B8B}"/>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3" name="Rectangle 792">
                  <a:extLst>
                    <a:ext uri="{FF2B5EF4-FFF2-40B4-BE49-F238E27FC236}">
                      <a16:creationId xmlns:a16="http://schemas.microsoft.com/office/drawing/2014/main" id="{9221196D-BE1B-D522-6C0F-E0EE2B84E4D5}"/>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4" name="Rectangle 793">
                  <a:extLst>
                    <a:ext uri="{FF2B5EF4-FFF2-40B4-BE49-F238E27FC236}">
                      <a16:creationId xmlns:a16="http://schemas.microsoft.com/office/drawing/2014/main" id="{02B17F46-E6E4-4FCC-4D8F-D83CA24FD0A7}"/>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5" name="Rectangle 794">
                  <a:extLst>
                    <a:ext uri="{FF2B5EF4-FFF2-40B4-BE49-F238E27FC236}">
                      <a16:creationId xmlns:a16="http://schemas.microsoft.com/office/drawing/2014/main" id="{C65CDABC-552B-F8D6-EDEF-C222339A569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6" name="Rectangle 795">
                  <a:extLst>
                    <a:ext uri="{FF2B5EF4-FFF2-40B4-BE49-F238E27FC236}">
                      <a16:creationId xmlns:a16="http://schemas.microsoft.com/office/drawing/2014/main" id="{00B4F037-E165-87C8-367F-7AD8D8FBEAF8}"/>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7" name="Rectangle 796">
                  <a:extLst>
                    <a:ext uri="{FF2B5EF4-FFF2-40B4-BE49-F238E27FC236}">
                      <a16:creationId xmlns:a16="http://schemas.microsoft.com/office/drawing/2014/main" id="{EC67A3C7-228D-A0D0-DD01-7A864D071E7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8" name="Rectangle 797">
                  <a:extLst>
                    <a:ext uri="{FF2B5EF4-FFF2-40B4-BE49-F238E27FC236}">
                      <a16:creationId xmlns:a16="http://schemas.microsoft.com/office/drawing/2014/main" id="{38E2A87A-5412-E3BC-57EB-A25F8405A10D}"/>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9" name="Rectangle 798">
                  <a:extLst>
                    <a:ext uri="{FF2B5EF4-FFF2-40B4-BE49-F238E27FC236}">
                      <a16:creationId xmlns:a16="http://schemas.microsoft.com/office/drawing/2014/main" id="{7CF61216-CF03-51B8-AE47-16E7DF17324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0" name="Rectangle 799">
                  <a:extLst>
                    <a:ext uri="{FF2B5EF4-FFF2-40B4-BE49-F238E27FC236}">
                      <a16:creationId xmlns:a16="http://schemas.microsoft.com/office/drawing/2014/main" id="{E1B1F2CD-689E-6D27-DB07-98A673ED9062}"/>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3" name="Group 382">
                <a:extLst>
                  <a:ext uri="{FF2B5EF4-FFF2-40B4-BE49-F238E27FC236}">
                    <a16:creationId xmlns:a16="http://schemas.microsoft.com/office/drawing/2014/main" id="{2C1EEFE6-72DC-51F8-D7AA-303135B19880}"/>
                  </a:ext>
                </a:extLst>
              </p:cNvPr>
              <p:cNvGrpSpPr/>
              <p:nvPr/>
            </p:nvGrpSpPr>
            <p:grpSpPr>
              <a:xfrm rot="10800000">
                <a:off x="10432383" y="4238626"/>
                <a:ext cx="350300" cy="146008"/>
                <a:chOff x="1150032" y="5207038"/>
                <a:chExt cx="690543" cy="287825"/>
              </a:xfrm>
            </p:grpSpPr>
            <p:sp>
              <p:nvSpPr>
                <p:cNvPr id="763" name="Rectangle 762">
                  <a:extLst>
                    <a:ext uri="{FF2B5EF4-FFF2-40B4-BE49-F238E27FC236}">
                      <a16:creationId xmlns:a16="http://schemas.microsoft.com/office/drawing/2014/main" id="{529188B7-832C-48F3-44C1-AB9725C21325}"/>
                    </a:ext>
                  </a:extLst>
                </p:cNvPr>
                <p:cNvSpPr/>
                <p:nvPr/>
              </p:nvSpPr>
              <p:spPr>
                <a:xfrm>
                  <a:off x="1246686"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4" name="Rectangle 763">
                  <a:extLst>
                    <a:ext uri="{FF2B5EF4-FFF2-40B4-BE49-F238E27FC236}">
                      <a16:creationId xmlns:a16="http://schemas.microsoft.com/office/drawing/2014/main" id="{5852A98B-8DD4-89B3-D86E-5539FA982207}"/>
                    </a:ext>
                  </a:extLst>
                </p:cNvPr>
                <p:cNvSpPr/>
                <p:nvPr/>
              </p:nvSpPr>
              <p:spPr>
                <a:xfrm>
                  <a:off x="1444649"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5" name="Rectangle 764">
                  <a:extLst>
                    <a:ext uri="{FF2B5EF4-FFF2-40B4-BE49-F238E27FC236}">
                      <a16:creationId xmlns:a16="http://schemas.microsoft.com/office/drawing/2014/main" id="{295D0BD5-E9E2-694C-D6A0-A72ED4CA196F}"/>
                    </a:ext>
                  </a:extLst>
                </p:cNvPr>
                <p:cNvSpPr/>
                <p:nvPr/>
              </p:nvSpPr>
              <p:spPr>
                <a:xfrm>
                  <a:off x="1642612" y="5207038"/>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6" name="Rectangle 765">
                  <a:extLst>
                    <a:ext uri="{FF2B5EF4-FFF2-40B4-BE49-F238E27FC236}">
                      <a16:creationId xmlns:a16="http://schemas.microsoft.com/office/drawing/2014/main" id="{8A620E56-46D2-CDFB-3D89-0909C4AA15E0}"/>
                    </a:ext>
                  </a:extLst>
                </p:cNvPr>
                <p:cNvSpPr/>
                <p:nvPr/>
              </p:nvSpPr>
              <p:spPr>
                <a:xfrm>
                  <a:off x="1150032"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7" name="Rectangle 766">
                  <a:extLst>
                    <a:ext uri="{FF2B5EF4-FFF2-40B4-BE49-F238E27FC236}">
                      <a16:creationId xmlns:a16="http://schemas.microsoft.com/office/drawing/2014/main" id="{896C9BFF-F834-1043-C08F-10D41B45F08E}"/>
                    </a:ext>
                  </a:extLst>
                </p:cNvPr>
                <p:cNvSpPr/>
                <p:nvPr/>
              </p:nvSpPr>
              <p:spPr>
                <a:xfrm>
                  <a:off x="1347995"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 name="Rectangle 767">
                  <a:extLst>
                    <a:ext uri="{FF2B5EF4-FFF2-40B4-BE49-F238E27FC236}">
                      <a16:creationId xmlns:a16="http://schemas.microsoft.com/office/drawing/2014/main" id="{EA32CAE5-EBAC-D871-E608-78DB066341DF}"/>
                    </a:ext>
                  </a:extLst>
                </p:cNvPr>
                <p:cNvSpPr/>
                <p:nvPr/>
              </p:nvSpPr>
              <p:spPr>
                <a:xfrm>
                  <a:off x="1545958" y="5296900"/>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4" name="Rectangle 383">
                <a:extLst>
                  <a:ext uri="{FF2B5EF4-FFF2-40B4-BE49-F238E27FC236}">
                    <a16:creationId xmlns:a16="http://schemas.microsoft.com/office/drawing/2014/main" id="{F65CEDAF-BFE0-9EFB-6F7F-0A6D8A241BBB}"/>
                  </a:ext>
                </a:extLst>
              </p:cNvPr>
              <p:cNvSpPr/>
              <p:nvPr/>
            </p:nvSpPr>
            <p:spPr>
              <a:xfrm rot="10800000">
                <a:off x="1038099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5" name="Rectangle 384">
                <a:extLst>
                  <a:ext uri="{FF2B5EF4-FFF2-40B4-BE49-F238E27FC236}">
                    <a16:creationId xmlns:a16="http://schemas.microsoft.com/office/drawing/2014/main" id="{D534AEE8-6568-946D-2F51-2587549F7F1A}"/>
                  </a:ext>
                </a:extLst>
              </p:cNvPr>
              <p:cNvSpPr/>
              <p:nvPr/>
            </p:nvSpPr>
            <p:spPr>
              <a:xfrm rot="10800000">
                <a:off x="1028056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6" name="Rectangle 385">
                <a:extLst>
                  <a:ext uri="{FF2B5EF4-FFF2-40B4-BE49-F238E27FC236}">
                    <a16:creationId xmlns:a16="http://schemas.microsoft.com/office/drawing/2014/main" id="{3351E040-7FDC-540C-A085-C636354463AF}"/>
                  </a:ext>
                </a:extLst>
              </p:cNvPr>
              <p:cNvSpPr/>
              <p:nvPr/>
            </p:nvSpPr>
            <p:spPr>
              <a:xfrm rot="10800000">
                <a:off x="1018014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7" name="Rectangle 386">
                <a:extLst>
                  <a:ext uri="{FF2B5EF4-FFF2-40B4-BE49-F238E27FC236}">
                    <a16:creationId xmlns:a16="http://schemas.microsoft.com/office/drawing/2014/main" id="{51AD55C0-35A8-208E-9F5C-1B66CD6533B4}"/>
                  </a:ext>
                </a:extLst>
              </p:cNvPr>
              <p:cNvSpPr/>
              <p:nvPr/>
            </p:nvSpPr>
            <p:spPr>
              <a:xfrm rot="10800000">
                <a:off x="1007972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8" name="Rectangle 387">
                <a:extLst>
                  <a:ext uri="{FF2B5EF4-FFF2-40B4-BE49-F238E27FC236}">
                    <a16:creationId xmlns:a16="http://schemas.microsoft.com/office/drawing/2014/main" id="{C36CC368-42E5-AAE4-4B68-B25C67E2D923}"/>
                  </a:ext>
                </a:extLst>
              </p:cNvPr>
              <p:cNvSpPr/>
              <p:nvPr/>
            </p:nvSpPr>
            <p:spPr>
              <a:xfrm rot="10800000">
                <a:off x="997929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9" name="Rectangle 388">
                <a:extLst>
                  <a:ext uri="{FF2B5EF4-FFF2-40B4-BE49-F238E27FC236}">
                    <a16:creationId xmlns:a16="http://schemas.microsoft.com/office/drawing/2014/main" id="{C738E59E-DABB-1482-4EF2-70FA5E5E1C14}"/>
                  </a:ext>
                </a:extLst>
              </p:cNvPr>
              <p:cNvSpPr/>
              <p:nvPr/>
            </p:nvSpPr>
            <p:spPr>
              <a:xfrm rot="10800000">
                <a:off x="987887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0" name="Rectangle 389">
                <a:extLst>
                  <a:ext uri="{FF2B5EF4-FFF2-40B4-BE49-F238E27FC236}">
                    <a16:creationId xmlns:a16="http://schemas.microsoft.com/office/drawing/2014/main" id="{B0B6CC69-E543-2870-D09A-4145C55760E7}"/>
                  </a:ext>
                </a:extLst>
              </p:cNvPr>
              <p:cNvSpPr/>
              <p:nvPr/>
            </p:nvSpPr>
            <p:spPr>
              <a:xfrm rot="10800000">
                <a:off x="977845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1" name="Rectangle 390">
                <a:extLst>
                  <a:ext uri="{FF2B5EF4-FFF2-40B4-BE49-F238E27FC236}">
                    <a16:creationId xmlns:a16="http://schemas.microsoft.com/office/drawing/2014/main" id="{52B800A9-3216-DB09-FDCC-77484DE32D93}"/>
                  </a:ext>
                </a:extLst>
              </p:cNvPr>
              <p:cNvSpPr/>
              <p:nvPr/>
            </p:nvSpPr>
            <p:spPr>
              <a:xfrm rot="10800000">
                <a:off x="967803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2" name="Rectangle 391">
                <a:extLst>
                  <a:ext uri="{FF2B5EF4-FFF2-40B4-BE49-F238E27FC236}">
                    <a16:creationId xmlns:a16="http://schemas.microsoft.com/office/drawing/2014/main" id="{9AFE4C70-7E91-4C59-ACF0-D3D1E01D607B}"/>
                  </a:ext>
                </a:extLst>
              </p:cNvPr>
              <p:cNvSpPr/>
              <p:nvPr/>
            </p:nvSpPr>
            <p:spPr>
              <a:xfrm rot="10800000">
                <a:off x="957760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3" name="Rectangle 392">
                <a:extLst>
                  <a:ext uri="{FF2B5EF4-FFF2-40B4-BE49-F238E27FC236}">
                    <a16:creationId xmlns:a16="http://schemas.microsoft.com/office/drawing/2014/main" id="{50612AE2-FBF6-9082-CBD6-6762A74F13EA}"/>
                  </a:ext>
                </a:extLst>
              </p:cNvPr>
              <p:cNvSpPr/>
              <p:nvPr/>
            </p:nvSpPr>
            <p:spPr>
              <a:xfrm rot="10800000">
                <a:off x="947718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4" name="Rectangle 393">
                <a:extLst>
                  <a:ext uri="{FF2B5EF4-FFF2-40B4-BE49-F238E27FC236}">
                    <a16:creationId xmlns:a16="http://schemas.microsoft.com/office/drawing/2014/main" id="{AC266A52-FEB3-425E-C186-54C12DE46F45}"/>
                  </a:ext>
                </a:extLst>
              </p:cNvPr>
              <p:cNvSpPr/>
              <p:nvPr/>
            </p:nvSpPr>
            <p:spPr>
              <a:xfrm rot="10800000">
                <a:off x="937676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5" name="Rectangle 394">
                <a:extLst>
                  <a:ext uri="{FF2B5EF4-FFF2-40B4-BE49-F238E27FC236}">
                    <a16:creationId xmlns:a16="http://schemas.microsoft.com/office/drawing/2014/main" id="{1CF71920-F119-933E-A2CB-BC0F910F95B0}"/>
                  </a:ext>
                </a:extLst>
              </p:cNvPr>
              <p:cNvSpPr/>
              <p:nvPr/>
            </p:nvSpPr>
            <p:spPr>
              <a:xfrm rot="10800000">
                <a:off x="927633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6" name="Rectangle 395">
                <a:extLst>
                  <a:ext uri="{FF2B5EF4-FFF2-40B4-BE49-F238E27FC236}">
                    <a16:creationId xmlns:a16="http://schemas.microsoft.com/office/drawing/2014/main" id="{84CA2A0E-EFAB-A19D-86D9-4B5DD529DC05}"/>
                  </a:ext>
                </a:extLst>
              </p:cNvPr>
              <p:cNvSpPr/>
              <p:nvPr/>
            </p:nvSpPr>
            <p:spPr>
              <a:xfrm rot="10800000">
                <a:off x="917591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3ECE45CB-3F07-479B-A23C-2214E42D8F53}"/>
                  </a:ext>
                </a:extLst>
              </p:cNvPr>
              <p:cNvSpPr/>
              <p:nvPr/>
            </p:nvSpPr>
            <p:spPr>
              <a:xfrm rot="10800000">
                <a:off x="907549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8" name="Rectangle 397">
                <a:extLst>
                  <a:ext uri="{FF2B5EF4-FFF2-40B4-BE49-F238E27FC236}">
                    <a16:creationId xmlns:a16="http://schemas.microsoft.com/office/drawing/2014/main" id="{C2F90E72-5A82-6E93-2741-625AAB09D161}"/>
                  </a:ext>
                </a:extLst>
              </p:cNvPr>
              <p:cNvSpPr/>
              <p:nvPr/>
            </p:nvSpPr>
            <p:spPr>
              <a:xfrm rot="10800000">
                <a:off x="897507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9" name="Rectangle 398">
                <a:extLst>
                  <a:ext uri="{FF2B5EF4-FFF2-40B4-BE49-F238E27FC236}">
                    <a16:creationId xmlns:a16="http://schemas.microsoft.com/office/drawing/2014/main" id="{E0732B14-C81F-3E24-B59D-29AF307D8685}"/>
                  </a:ext>
                </a:extLst>
              </p:cNvPr>
              <p:cNvSpPr/>
              <p:nvPr/>
            </p:nvSpPr>
            <p:spPr>
              <a:xfrm rot="10800000">
                <a:off x="8874647"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0" name="Rectangle 399">
                <a:extLst>
                  <a:ext uri="{FF2B5EF4-FFF2-40B4-BE49-F238E27FC236}">
                    <a16:creationId xmlns:a16="http://schemas.microsoft.com/office/drawing/2014/main" id="{295719CD-934E-F67A-A840-E239035FCA45}"/>
                  </a:ext>
                </a:extLst>
              </p:cNvPr>
              <p:cNvSpPr/>
              <p:nvPr/>
            </p:nvSpPr>
            <p:spPr>
              <a:xfrm rot="10800000">
                <a:off x="8774224"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1" name="Rectangle 400">
                <a:extLst>
                  <a:ext uri="{FF2B5EF4-FFF2-40B4-BE49-F238E27FC236}">
                    <a16:creationId xmlns:a16="http://schemas.microsoft.com/office/drawing/2014/main" id="{7EFCD616-9CB6-CF03-32AF-3CA646B80009}"/>
                  </a:ext>
                </a:extLst>
              </p:cNvPr>
              <p:cNvSpPr/>
              <p:nvPr/>
            </p:nvSpPr>
            <p:spPr>
              <a:xfrm rot="10800000">
                <a:off x="8673801"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2" name="Rectangle 401">
                <a:extLst>
                  <a:ext uri="{FF2B5EF4-FFF2-40B4-BE49-F238E27FC236}">
                    <a16:creationId xmlns:a16="http://schemas.microsoft.com/office/drawing/2014/main" id="{A0B09E64-8A94-BFB1-E2BE-531F416DCFD2}"/>
                  </a:ext>
                </a:extLst>
              </p:cNvPr>
              <p:cNvSpPr/>
              <p:nvPr/>
            </p:nvSpPr>
            <p:spPr>
              <a:xfrm rot="10800000">
                <a:off x="857337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3" name="Rectangle 402">
                <a:extLst>
                  <a:ext uri="{FF2B5EF4-FFF2-40B4-BE49-F238E27FC236}">
                    <a16:creationId xmlns:a16="http://schemas.microsoft.com/office/drawing/2014/main" id="{F441DE11-3A70-B08D-D051-4FC581359482}"/>
                  </a:ext>
                </a:extLst>
              </p:cNvPr>
              <p:cNvSpPr/>
              <p:nvPr/>
            </p:nvSpPr>
            <p:spPr>
              <a:xfrm rot="10800000">
                <a:off x="847295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4" name="Rectangle 403">
                <a:extLst>
                  <a:ext uri="{FF2B5EF4-FFF2-40B4-BE49-F238E27FC236}">
                    <a16:creationId xmlns:a16="http://schemas.microsoft.com/office/drawing/2014/main" id="{1BB81532-FCE2-3568-ACC0-55B992AAE9A7}"/>
                  </a:ext>
                </a:extLst>
              </p:cNvPr>
              <p:cNvSpPr/>
              <p:nvPr/>
            </p:nvSpPr>
            <p:spPr>
              <a:xfrm rot="10800000">
                <a:off x="837253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5" name="Rectangle 404">
                <a:extLst>
                  <a:ext uri="{FF2B5EF4-FFF2-40B4-BE49-F238E27FC236}">
                    <a16:creationId xmlns:a16="http://schemas.microsoft.com/office/drawing/2014/main" id="{D83EFA3E-229E-64F2-A62B-78F4C5EB98A6}"/>
                  </a:ext>
                </a:extLst>
              </p:cNvPr>
              <p:cNvSpPr/>
              <p:nvPr/>
            </p:nvSpPr>
            <p:spPr>
              <a:xfrm rot="10800000">
                <a:off x="827210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6" name="Rectangle 405">
                <a:extLst>
                  <a:ext uri="{FF2B5EF4-FFF2-40B4-BE49-F238E27FC236}">
                    <a16:creationId xmlns:a16="http://schemas.microsoft.com/office/drawing/2014/main" id="{FD5A14F8-EB0C-7081-0868-8F4D113418E8}"/>
                  </a:ext>
                </a:extLst>
              </p:cNvPr>
              <p:cNvSpPr/>
              <p:nvPr/>
            </p:nvSpPr>
            <p:spPr>
              <a:xfrm rot="10800000">
                <a:off x="8171686"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7" name="Rectangle 406">
                <a:extLst>
                  <a:ext uri="{FF2B5EF4-FFF2-40B4-BE49-F238E27FC236}">
                    <a16:creationId xmlns:a16="http://schemas.microsoft.com/office/drawing/2014/main" id="{68F31B7A-466F-98B9-4299-824742AB4C76}"/>
                  </a:ext>
                </a:extLst>
              </p:cNvPr>
              <p:cNvSpPr/>
              <p:nvPr/>
            </p:nvSpPr>
            <p:spPr>
              <a:xfrm rot="10800000">
                <a:off x="8071263"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8" name="Rectangle 407">
                <a:extLst>
                  <a:ext uri="{FF2B5EF4-FFF2-40B4-BE49-F238E27FC236}">
                    <a16:creationId xmlns:a16="http://schemas.microsoft.com/office/drawing/2014/main" id="{08185052-B6FB-8F4C-903C-62F74B8F3E04}"/>
                  </a:ext>
                </a:extLst>
              </p:cNvPr>
              <p:cNvSpPr/>
              <p:nvPr/>
            </p:nvSpPr>
            <p:spPr>
              <a:xfrm rot="10800000">
                <a:off x="7970840"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9" name="Rectangle 408">
                <a:extLst>
                  <a:ext uri="{FF2B5EF4-FFF2-40B4-BE49-F238E27FC236}">
                    <a16:creationId xmlns:a16="http://schemas.microsoft.com/office/drawing/2014/main" id="{B05FAB1A-533A-B628-A3BE-47EF80E69F6D}"/>
                  </a:ext>
                </a:extLst>
              </p:cNvPr>
              <p:cNvSpPr/>
              <p:nvPr/>
            </p:nvSpPr>
            <p:spPr>
              <a:xfrm rot="10800000">
                <a:off x="7870418"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 name="Rectangle 409">
                <a:extLst>
                  <a:ext uri="{FF2B5EF4-FFF2-40B4-BE49-F238E27FC236}">
                    <a16:creationId xmlns:a16="http://schemas.microsoft.com/office/drawing/2014/main" id="{EE3BEB1B-A4C8-F4AA-32D5-C00F6693EC58}"/>
                  </a:ext>
                </a:extLst>
              </p:cNvPr>
              <p:cNvSpPr/>
              <p:nvPr/>
            </p:nvSpPr>
            <p:spPr>
              <a:xfrm rot="10800000">
                <a:off x="7769995"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1" name="Rectangle 410">
                <a:extLst>
                  <a:ext uri="{FF2B5EF4-FFF2-40B4-BE49-F238E27FC236}">
                    <a16:creationId xmlns:a16="http://schemas.microsoft.com/office/drawing/2014/main" id="{A0136544-10DC-6694-7400-F6E8D906DD03}"/>
                  </a:ext>
                </a:extLst>
              </p:cNvPr>
              <p:cNvSpPr/>
              <p:nvPr/>
            </p:nvSpPr>
            <p:spPr>
              <a:xfrm rot="10800000">
                <a:off x="7669572"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2" name="Rectangle 411">
                <a:extLst>
                  <a:ext uri="{FF2B5EF4-FFF2-40B4-BE49-F238E27FC236}">
                    <a16:creationId xmlns:a16="http://schemas.microsoft.com/office/drawing/2014/main" id="{46F41163-CA0C-02B5-36A4-D487C5C1221B}"/>
                  </a:ext>
                </a:extLst>
              </p:cNvPr>
              <p:cNvSpPr/>
              <p:nvPr/>
            </p:nvSpPr>
            <p:spPr>
              <a:xfrm rot="10800000">
                <a:off x="7569149" y="4238626"/>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3" name="Group 412">
                <a:extLst>
                  <a:ext uri="{FF2B5EF4-FFF2-40B4-BE49-F238E27FC236}">
                    <a16:creationId xmlns:a16="http://schemas.microsoft.com/office/drawing/2014/main" id="{F90AA03F-95C1-96D4-08C9-98ABEAFA8741}"/>
                  </a:ext>
                </a:extLst>
              </p:cNvPr>
              <p:cNvGrpSpPr/>
              <p:nvPr/>
            </p:nvGrpSpPr>
            <p:grpSpPr>
              <a:xfrm rot="10800000">
                <a:off x="7569149" y="4138336"/>
                <a:ext cx="3213534" cy="100423"/>
                <a:chOff x="1743959" y="2564091"/>
                <a:chExt cx="6334816" cy="197963"/>
              </a:xfrm>
              <a:solidFill>
                <a:schemeClr val="bg1"/>
              </a:solidFill>
            </p:grpSpPr>
            <p:sp>
              <p:nvSpPr>
                <p:cNvPr id="731" name="Rectangle 730">
                  <a:extLst>
                    <a:ext uri="{FF2B5EF4-FFF2-40B4-BE49-F238E27FC236}">
                      <a16:creationId xmlns:a16="http://schemas.microsoft.com/office/drawing/2014/main" id="{C79CC645-0AEE-4B8B-2B91-B2B816892200}"/>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2" name="Rectangle 731">
                  <a:extLst>
                    <a:ext uri="{FF2B5EF4-FFF2-40B4-BE49-F238E27FC236}">
                      <a16:creationId xmlns:a16="http://schemas.microsoft.com/office/drawing/2014/main" id="{47BF235B-8EC3-80E4-8073-D2469775340C}"/>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3" name="Rectangle 732">
                  <a:extLst>
                    <a:ext uri="{FF2B5EF4-FFF2-40B4-BE49-F238E27FC236}">
                      <a16:creationId xmlns:a16="http://schemas.microsoft.com/office/drawing/2014/main" id="{3FE6D21F-46F6-4804-8C15-7B7E24894ABE}"/>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4" name="Rectangle 733">
                  <a:extLst>
                    <a:ext uri="{FF2B5EF4-FFF2-40B4-BE49-F238E27FC236}">
                      <a16:creationId xmlns:a16="http://schemas.microsoft.com/office/drawing/2014/main" id="{CBC71DF6-36E7-20E9-87D2-1AA9ECFA77EB}"/>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5" name="Rectangle 734">
                  <a:extLst>
                    <a:ext uri="{FF2B5EF4-FFF2-40B4-BE49-F238E27FC236}">
                      <a16:creationId xmlns:a16="http://schemas.microsoft.com/office/drawing/2014/main" id="{C61D4958-1E94-E59E-6202-E891C06E208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6" name="Rectangle 735">
                  <a:extLst>
                    <a:ext uri="{FF2B5EF4-FFF2-40B4-BE49-F238E27FC236}">
                      <a16:creationId xmlns:a16="http://schemas.microsoft.com/office/drawing/2014/main" id="{BFE6EE4F-6F8D-FB14-10B2-5C8F6E4B4835}"/>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7" name="Rectangle 736">
                  <a:extLst>
                    <a:ext uri="{FF2B5EF4-FFF2-40B4-BE49-F238E27FC236}">
                      <a16:creationId xmlns:a16="http://schemas.microsoft.com/office/drawing/2014/main" id="{54E5B12A-9FC1-865F-1230-278CAC712A2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8" name="Rectangle 737">
                  <a:extLst>
                    <a:ext uri="{FF2B5EF4-FFF2-40B4-BE49-F238E27FC236}">
                      <a16:creationId xmlns:a16="http://schemas.microsoft.com/office/drawing/2014/main" id="{A880DB95-E3B3-F890-8B90-51F1C9E447A4}"/>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9" name="Rectangle 738">
                  <a:extLst>
                    <a:ext uri="{FF2B5EF4-FFF2-40B4-BE49-F238E27FC236}">
                      <a16:creationId xmlns:a16="http://schemas.microsoft.com/office/drawing/2014/main" id="{F9CE88E8-5B92-42E6-BF25-76964B90CE37}"/>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0" name="Rectangle 739">
                  <a:extLst>
                    <a:ext uri="{FF2B5EF4-FFF2-40B4-BE49-F238E27FC236}">
                      <a16:creationId xmlns:a16="http://schemas.microsoft.com/office/drawing/2014/main" id="{D2A1D7A9-B197-82CC-4041-58A0B96FFD99}"/>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1" name="Rectangle 740">
                  <a:extLst>
                    <a:ext uri="{FF2B5EF4-FFF2-40B4-BE49-F238E27FC236}">
                      <a16:creationId xmlns:a16="http://schemas.microsoft.com/office/drawing/2014/main" id="{F1A4F059-0090-D28F-1B07-662DA138B48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2" name="Rectangle 741">
                  <a:extLst>
                    <a:ext uri="{FF2B5EF4-FFF2-40B4-BE49-F238E27FC236}">
                      <a16:creationId xmlns:a16="http://schemas.microsoft.com/office/drawing/2014/main" id="{235B59AB-6217-4941-4074-BDCB7312749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3" name="Rectangle 742">
                  <a:extLst>
                    <a:ext uri="{FF2B5EF4-FFF2-40B4-BE49-F238E27FC236}">
                      <a16:creationId xmlns:a16="http://schemas.microsoft.com/office/drawing/2014/main" id="{53859EF9-99E3-CCF0-B8F1-0AF1C5ABFCF5}"/>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4" name="Rectangle 743">
                  <a:extLst>
                    <a:ext uri="{FF2B5EF4-FFF2-40B4-BE49-F238E27FC236}">
                      <a16:creationId xmlns:a16="http://schemas.microsoft.com/office/drawing/2014/main" id="{BBA371A2-9C93-5974-DCFE-1F9821418FD9}"/>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5" name="Rectangle 744">
                  <a:extLst>
                    <a:ext uri="{FF2B5EF4-FFF2-40B4-BE49-F238E27FC236}">
                      <a16:creationId xmlns:a16="http://schemas.microsoft.com/office/drawing/2014/main" id="{DAF38BDD-571E-80DB-3DC0-87E8994B2DF0}"/>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6" name="Rectangle 745">
                  <a:extLst>
                    <a:ext uri="{FF2B5EF4-FFF2-40B4-BE49-F238E27FC236}">
                      <a16:creationId xmlns:a16="http://schemas.microsoft.com/office/drawing/2014/main" id="{2B2F0FC2-E73C-2E14-C390-28ABFC733C04}"/>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7" name="Rectangle 746">
                  <a:extLst>
                    <a:ext uri="{FF2B5EF4-FFF2-40B4-BE49-F238E27FC236}">
                      <a16:creationId xmlns:a16="http://schemas.microsoft.com/office/drawing/2014/main" id="{AA5D0641-C32D-4F18-AB48-2D37646F6DE0}"/>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8" name="Rectangle 747">
                  <a:extLst>
                    <a:ext uri="{FF2B5EF4-FFF2-40B4-BE49-F238E27FC236}">
                      <a16:creationId xmlns:a16="http://schemas.microsoft.com/office/drawing/2014/main" id="{309A427F-0029-0FDC-44EF-894D8A1AFAF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9" name="Rectangle 748">
                  <a:extLst>
                    <a:ext uri="{FF2B5EF4-FFF2-40B4-BE49-F238E27FC236}">
                      <a16:creationId xmlns:a16="http://schemas.microsoft.com/office/drawing/2014/main" id="{F35115A9-9FE7-995F-31CE-AB34192771D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0" name="Rectangle 749">
                  <a:extLst>
                    <a:ext uri="{FF2B5EF4-FFF2-40B4-BE49-F238E27FC236}">
                      <a16:creationId xmlns:a16="http://schemas.microsoft.com/office/drawing/2014/main" id="{099404C6-C548-03F7-9CD0-8CE2241F46DF}"/>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A52A0561-1BB2-871E-CEBE-EF55C677B83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2" name="Rectangle 751">
                  <a:extLst>
                    <a:ext uri="{FF2B5EF4-FFF2-40B4-BE49-F238E27FC236}">
                      <a16:creationId xmlns:a16="http://schemas.microsoft.com/office/drawing/2014/main" id="{FCB22688-1A2A-7C18-47E9-8B55B0F47F71}"/>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3" name="Rectangle 752">
                  <a:extLst>
                    <a:ext uri="{FF2B5EF4-FFF2-40B4-BE49-F238E27FC236}">
                      <a16:creationId xmlns:a16="http://schemas.microsoft.com/office/drawing/2014/main" id="{B34FC902-341D-2A30-D771-0554CC85F559}"/>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4" name="Rectangle 753">
                  <a:extLst>
                    <a:ext uri="{FF2B5EF4-FFF2-40B4-BE49-F238E27FC236}">
                      <a16:creationId xmlns:a16="http://schemas.microsoft.com/office/drawing/2014/main" id="{C9A404C3-A895-B707-8C3C-923DAF0C438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5" name="Rectangle 754">
                  <a:extLst>
                    <a:ext uri="{FF2B5EF4-FFF2-40B4-BE49-F238E27FC236}">
                      <a16:creationId xmlns:a16="http://schemas.microsoft.com/office/drawing/2014/main" id="{36350CB2-7DE8-976B-7EF9-2418A72AFBA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6" name="Rectangle 755">
                  <a:extLst>
                    <a:ext uri="{FF2B5EF4-FFF2-40B4-BE49-F238E27FC236}">
                      <a16:creationId xmlns:a16="http://schemas.microsoft.com/office/drawing/2014/main" id="{C9A6770A-0479-DA8D-0FD2-06CA283523D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7" name="Rectangle 756">
                  <a:extLst>
                    <a:ext uri="{FF2B5EF4-FFF2-40B4-BE49-F238E27FC236}">
                      <a16:creationId xmlns:a16="http://schemas.microsoft.com/office/drawing/2014/main" id="{BDFA57D5-2D1C-0A96-9583-8C85A89D3CE6}"/>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8" name="Rectangle 757">
                  <a:extLst>
                    <a:ext uri="{FF2B5EF4-FFF2-40B4-BE49-F238E27FC236}">
                      <a16:creationId xmlns:a16="http://schemas.microsoft.com/office/drawing/2014/main" id="{E64AD748-84ED-A553-297D-1698224D03F3}"/>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9" name="Rectangle 758">
                  <a:extLst>
                    <a:ext uri="{FF2B5EF4-FFF2-40B4-BE49-F238E27FC236}">
                      <a16:creationId xmlns:a16="http://schemas.microsoft.com/office/drawing/2014/main" id="{4914D779-FBD6-E590-8D47-EE3D42486501}"/>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0" name="Rectangle 759">
                  <a:extLst>
                    <a:ext uri="{FF2B5EF4-FFF2-40B4-BE49-F238E27FC236}">
                      <a16:creationId xmlns:a16="http://schemas.microsoft.com/office/drawing/2014/main" id="{75FF258A-917C-2C0D-5A69-DF041996E2D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1" name="Rectangle 760">
                  <a:extLst>
                    <a:ext uri="{FF2B5EF4-FFF2-40B4-BE49-F238E27FC236}">
                      <a16:creationId xmlns:a16="http://schemas.microsoft.com/office/drawing/2014/main" id="{6285ABA7-2C8F-9A9E-6352-D304A431DD9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2" name="Rectangle 761">
                  <a:extLst>
                    <a:ext uri="{FF2B5EF4-FFF2-40B4-BE49-F238E27FC236}">
                      <a16:creationId xmlns:a16="http://schemas.microsoft.com/office/drawing/2014/main" id="{184E919F-4505-0ABA-751E-C3A19C9672C0}"/>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14" name="Group 413">
                <a:extLst>
                  <a:ext uri="{FF2B5EF4-FFF2-40B4-BE49-F238E27FC236}">
                    <a16:creationId xmlns:a16="http://schemas.microsoft.com/office/drawing/2014/main" id="{CA72757D-D5CF-0AB9-CF1C-449DF235F209}"/>
                  </a:ext>
                </a:extLst>
              </p:cNvPr>
              <p:cNvGrpSpPr/>
              <p:nvPr/>
            </p:nvGrpSpPr>
            <p:grpSpPr>
              <a:xfrm rot="10800000">
                <a:off x="7569149" y="4037914"/>
                <a:ext cx="3213534" cy="100423"/>
                <a:chOff x="1743959" y="2564091"/>
                <a:chExt cx="6334816" cy="197963"/>
              </a:xfrm>
              <a:solidFill>
                <a:schemeClr val="bg1"/>
              </a:solidFill>
            </p:grpSpPr>
            <p:sp>
              <p:nvSpPr>
                <p:cNvPr id="699" name="Rectangle 698">
                  <a:extLst>
                    <a:ext uri="{FF2B5EF4-FFF2-40B4-BE49-F238E27FC236}">
                      <a16:creationId xmlns:a16="http://schemas.microsoft.com/office/drawing/2014/main" id="{B29B889E-8554-F43E-B45A-E0593A8E095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0" name="Rectangle 699">
                  <a:extLst>
                    <a:ext uri="{FF2B5EF4-FFF2-40B4-BE49-F238E27FC236}">
                      <a16:creationId xmlns:a16="http://schemas.microsoft.com/office/drawing/2014/main" id="{C713ED77-1813-8CC3-42F1-04992E9B0F64}"/>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1" name="Rectangle 700">
                  <a:extLst>
                    <a:ext uri="{FF2B5EF4-FFF2-40B4-BE49-F238E27FC236}">
                      <a16:creationId xmlns:a16="http://schemas.microsoft.com/office/drawing/2014/main" id="{32DB9265-AF2E-F788-03C3-948A2109BF03}"/>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2" name="Rectangle 701">
                  <a:extLst>
                    <a:ext uri="{FF2B5EF4-FFF2-40B4-BE49-F238E27FC236}">
                      <a16:creationId xmlns:a16="http://schemas.microsoft.com/office/drawing/2014/main" id="{D903C8A4-43F9-AEE1-0EBA-6D272A177FDF}"/>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3" name="Rectangle 702">
                  <a:extLst>
                    <a:ext uri="{FF2B5EF4-FFF2-40B4-BE49-F238E27FC236}">
                      <a16:creationId xmlns:a16="http://schemas.microsoft.com/office/drawing/2014/main" id="{E75A0964-E18B-6E8C-A834-75CCEC9473A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4" name="Rectangle 703">
                  <a:extLst>
                    <a:ext uri="{FF2B5EF4-FFF2-40B4-BE49-F238E27FC236}">
                      <a16:creationId xmlns:a16="http://schemas.microsoft.com/office/drawing/2014/main" id="{DC38221E-C443-31D3-97D5-C919373AF22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5" name="Rectangle 704">
                  <a:extLst>
                    <a:ext uri="{FF2B5EF4-FFF2-40B4-BE49-F238E27FC236}">
                      <a16:creationId xmlns:a16="http://schemas.microsoft.com/office/drawing/2014/main" id="{82F555BB-9067-7B40-A180-586DF5006DEF}"/>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6" name="Rectangle 705">
                  <a:extLst>
                    <a:ext uri="{FF2B5EF4-FFF2-40B4-BE49-F238E27FC236}">
                      <a16:creationId xmlns:a16="http://schemas.microsoft.com/office/drawing/2014/main" id="{44388AF8-FC58-7AA2-67A7-D5400B79B0A6}"/>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7" name="Rectangle 706">
                  <a:extLst>
                    <a:ext uri="{FF2B5EF4-FFF2-40B4-BE49-F238E27FC236}">
                      <a16:creationId xmlns:a16="http://schemas.microsoft.com/office/drawing/2014/main" id="{7BEDD1A1-3AB0-7729-BFC9-C3C64EE1844B}"/>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8" name="Rectangle 707">
                  <a:extLst>
                    <a:ext uri="{FF2B5EF4-FFF2-40B4-BE49-F238E27FC236}">
                      <a16:creationId xmlns:a16="http://schemas.microsoft.com/office/drawing/2014/main" id="{1C9A5317-B419-DAE4-35EB-DB84DBACD79E}"/>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9" name="Rectangle 708">
                  <a:extLst>
                    <a:ext uri="{FF2B5EF4-FFF2-40B4-BE49-F238E27FC236}">
                      <a16:creationId xmlns:a16="http://schemas.microsoft.com/office/drawing/2014/main" id="{0DF732EA-01F2-A97E-7F11-8333440720E1}"/>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0" name="Rectangle 709">
                  <a:extLst>
                    <a:ext uri="{FF2B5EF4-FFF2-40B4-BE49-F238E27FC236}">
                      <a16:creationId xmlns:a16="http://schemas.microsoft.com/office/drawing/2014/main" id="{33F6E6F8-2E99-BC49-6195-70782C37047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1" name="Rectangle 710">
                  <a:extLst>
                    <a:ext uri="{FF2B5EF4-FFF2-40B4-BE49-F238E27FC236}">
                      <a16:creationId xmlns:a16="http://schemas.microsoft.com/office/drawing/2014/main" id="{8F8787FA-DB5D-0316-34F6-5CFCC4D073A2}"/>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2" name="Rectangle 711">
                  <a:extLst>
                    <a:ext uri="{FF2B5EF4-FFF2-40B4-BE49-F238E27FC236}">
                      <a16:creationId xmlns:a16="http://schemas.microsoft.com/office/drawing/2014/main" id="{31A60332-57B1-B8E7-1A67-CFC1EB035EEE}"/>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3" name="Rectangle 712">
                  <a:extLst>
                    <a:ext uri="{FF2B5EF4-FFF2-40B4-BE49-F238E27FC236}">
                      <a16:creationId xmlns:a16="http://schemas.microsoft.com/office/drawing/2014/main" id="{EF7D61D6-7749-8049-8949-DDE500DDDF1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4" name="Rectangle 713">
                  <a:extLst>
                    <a:ext uri="{FF2B5EF4-FFF2-40B4-BE49-F238E27FC236}">
                      <a16:creationId xmlns:a16="http://schemas.microsoft.com/office/drawing/2014/main" id="{6523CA21-93F9-60C5-0983-147A8B0E232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5" name="Rectangle 714">
                  <a:extLst>
                    <a:ext uri="{FF2B5EF4-FFF2-40B4-BE49-F238E27FC236}">
                      <a16:creationId xmlns:a16="http://schemas.microsoft.com/office/drawing/2014/main" id="{6A7B7574-60D0-91A1-D770-65B0292F680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BCB556A3-9C98-562A-4AD0-2A855386DB8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 name="Rectangle 716">
                  <a:extLst>
                    <a:ext uri="{FF2B5EF4-FFF2-40B4-BE49-F238E27FC236}">
                      <a16:creationId xmlns:a16="http://schemas.microsoft.com/office/drawing/2014/main" id="{31A0BE9A-9C3A-6881-1700-75184CA8604C}"/>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 name="Rectangle 717">
                  <a:extLst>
                    <a:ext uri="{FF2B5EF4-FFF2-40B4-BE49-F238E27FC236}">
                      <a16:creationId xmlns:a16="http://schemas.microsoft.com/office/drawing/2014/main" id="{E64A3735-6AC5-7F81-525D-00E9749DABB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9" name="Rectangle 718">
                  <a:extLst>
                    <a:ext uri="{FF2B5EF4-FFF2-40B4-BE49-F238E27FC236}">
                      <a16:creationId xmlns:a16="http://schemas.microsoft.com/office/drawing/2014/main" id="{1848E72F-47A6-A095-C397-55832CA1C477}"/>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0" name="Rectangle 719">
                  <a:extLst>
                    <a:ext uri="{FF2B5EF4-FFF2-40B4-BE49-F238E27FC236}">
                      <a16:creationId xmlns:a16="http://schemas.microsoft.com/office/drawing/2014/main" id="{B95BDC2D-527D-5043-2129-DFA8D747A21C}"/>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 name="Rectangle 720">
                  <a:extLst>
                    <a:ext uri="{FF2B5EF4-FFF2-40B4-BE49-F238E27FC236}">
                      <a16:creationId xmlns:a16="http://schemas.microsoft.com/office/drawing/2014/main" id="{0F5B96CA-E195-EBE3-9F0F-46B893751B2E}"/>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 name="Rectangle 721">
                  <a:extLst>
                    <a:ext uri="{FF2B5EF4-FFF2-40B4-BE49-F238E27FC236}">
                      <a16:creationId xmlns:a16="http://schemas.microsoft.com/office/drawing/2014/main" id="{EAABC530-B662-0B29-A98B-68A84B20425E}"/>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3" name="Rectangle 722">
                  <a:extLst>
                    <a:ext uri="{FF2B5EF4-FFF2-40B4-BE49-F238E27FC236}">
                      <a16:creationId xmlns:a16="http://schemas.microsoft.com/office/drawing/2014/main" id="{CD313638-A251-679E-8435-02D149D64611}"/>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4" name="Rectangle 723">
                  <a:extLst>
                    <a:ext uri="{FF2B5EF4-FFF2-40B4-BE49-F238E27FC236}">
                      <a16:creationId xmlns:a16="http://schemas.microsoft.com/office/drawing/2014/main" id="{40C7CDEF-1AE9-214C-B3A4-59AC95EAA6FE}"/>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5" name="Rectangle 724">
                  <a:extLst>
                    <a:ext uri="{FF2B5EF4-FFF2-40B4-BE49-F238E27FC236}">
                      <a16:creationId xmlns:a16="http://schemas.microsoft.com/office/drawing/2014/main" id="{665908F2-C8D7-7DEA-DA5B-C0F7CE73D8B0}"/>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6" name="Rectangle 725">
                  <a:extLst>
                    <a:ext uri="{FF2B5EF4-FFF2-40B4-BE49-F238E27FC236}">
                      <a16:creationId xmlns:a16="http://schemas.microsoft.com/office/drawing/2014/main" id="{5432625A-8248-79EF-340D-8E854045EF0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7" name="Rectangle 726">
                  <a:extLst>
                    <a:ext uri="{FF2B5EF4-FFF2-40B4-BE49-F238E27FC236}">
                      <a16:creationId xmlns:a16="http://schemas.microsoft.com/office/drawing/2014/main" id="{9F42B8D9-561E-ACA7-350A-3AE1FB1BD063}"/>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8" name="Rectangle 727">
                  <a:extLst>
                    <a:ext uri="{FF2B5EF4-FFF2-40B4-BE49-F238E27FC236}">
                      <a16:creationId xmlns:a16="http://schemas.microsoft.com/office/drawing/2014/main" id="{0C0F0B07-023A-87E3-427C-265B14C54FD5}"/>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9" name="Rectangle 728">
                  <a:extLst>
                    <a:ext uri="{FF2B5EF4-FFF2-40B4-BE49-F238E27FC236}">
                      <a16:creationId xmlns:a16="http://schemas.microsoft.com/office/drawing/2014/main" id="{57B5C1E1-4F52-F1DD-8676-0AA645F16646}"/>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0" name="Rectangle 729">
                  <a:extLst>
                    <a:ext uri="{FF2B5EF4-FFF2-40B4-BE49-F238E27FC236}">
                      <a16:creationId xmlns:a16="http://schemas.microsoft.com/office/drawing/2014/main" id="{266EC200-2731-2A65-65F6-757D047565A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5" name="Rectangle 414">
                <a:extLst>
                  <a:ext uri="{FF2B5EF4-FFF2-40B4-BE49-F238E27FC236}">
                    <a16:creationId xmlns:a16="http://schemas.microsoft.com/office/drawing/2014/main" id="{27507043-14DF-A997-7BC5-CA38B9848496}"/>
                  </a:ext>
                </a:extLst>
              </p:cNvPr>
              <p:cNvSpPr/>
              <p:nvPr/>
            </p:nvSpPr>
            <p:spPr>
              <a:xfrm rot="10800000">
                <a:off x="1043118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ECA1294E-093D-371C-227F-927C2A17A091}"/>
                  </a:ext>
                </a:extLst>
              </p:cNvPr>
              <p:cNvSpPr/>
              <p:nvPr/>
            </p:nvSpPr>
            <p:spPr>
              <a:xfrm rot="10800000">
                <a:off x="1033076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7" name="Rectangle 416">
                <a:extLst>
                  <a:ext uri="{FF2B5EF4-FFF2-40B4-BE49-F238E27FC236}">
                    <a16:creationId xmlns:a16="http://schemas.microsoft.com/office/drawing/2014/main" id="{79509CA4-D636-7D6A-26CD-C068412BA609}"/>
                  </a:ext>
                </a:extLst>
              </p:cNvPr>
              <p:cNvSpPr/>
              <p:nvPr/>
            </p:nvSpPr>
            <p:spPr>
              <a:xfrm rot="10800000">
                <a:off x="1023033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8" name="Rectangle 417">
                <a:extLst>
                  <a:ext uri="{FF2B5EF4-FFF2-40B4-BE49-F238E27FC236}">
                    <a16:creationId xmlns:a16="http://schemas.microsoft.com/office/drawing/2014/main" id="{F0922C19-7F79-350E-4B05-049A935FB2B6}"/>
                  </a:ext>
                </a:extLst>
              </p:cNvPr>
              <p:cNvSpPr/>
              <p:nvPr/>
            </p:nvSpPr>
            <p:spPr>
              <a:xfrm rot="10800000">
                <a:off x="1012991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 name="Rectangle 418">
                <a:extLst>
                  <a:ext uri="{FF2B5EF4-FFF2-40B4-BE49-F238E27FC236}">
                    <a16:creationId xmlns:a16="http://schemas.microsoft.com/office/drawing/2014/main" id="{E1DF72D7-8862-4A46-B7C8-937F8C8923F7}"/>
                  </a:ext>
                </a:extLst>
              </p:cNvPr>
              <p:cNvSpPr/>
              <p:nvPr/>
            </p:nvSpPr>
            <p:spPr>
              <a:xfrm rot="10800000">
                <a:off x="1002949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 name="Rectangle 419">
                <a:extLst>
                  <a:ext uri="{FF2B5EF4-FFF2-40B4-BE49-F238E27FC236}">
                    <a16:creationId xmlns:a16="http://schemas.microsoft.com/office/drawing/2014/main" id="{5B7491EB-1758-A21E-B51D-64ECEC037A76}"/>
                  </a:ext>
                </a:extLst>
              </p:cNvPr>
              <p:cNvSpPr/>
              <p:nvPr/>
            </p:nvSpPr>
            <p:spPr>
              <a:xfrm rot="10800000">
                <a:off x="992906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0C269D8D-F5C6-61EC-A722-7F8507458519}"/>
                  </a:ext>
                </a:extLst>
              </p:cNvPr>
              <p:cNvSpPr/>
              <p:nvPr/>
            </p:nvSpPr>
            <p:spPr>
              <a:xfrm rot="10800000">
                <a:off x="982864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2" name="Rectangle 421">
                <a:extLst>
                  <a:ext uri="{FF2B5EF4-FFF2-40B4-BE49-F238E27FC236}">
                    <a16:creationId xmlns:a16="http://schemas.microsoft.com/office/drawing/2014/main" id="{6139D8FD-0FA6-39B3-3A45-1913DDDB14D0}"/>
                  </a:ext>
                </a:extLst>
              </p:cNvPr>
              <p:cNvSpPr/>
              <p:nvPr/>
            </p:nvSpPr>
            <p:spPr>
              <a:xfrm rot="10800000">
                <a:off x="972822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3" name="Rectangle 422">
                <a:extLst>
                  <a:ext uri="{FF2B5EF4-FFF2-40B4-BE49-F238E27FC236}">
                    <a16:creationId xmlns:a16="http://schemas.microsoft.com/office/drawing/2014/main" id="{851A7B4E-3660-6012-33F4-0021DB8B88F4}"/>
                  </a:ext>
                </a:extLst>
              </p:cNvPr>
              <p:cNvSpPr/>
              <p:nvPr/>
            </p:nvSpPr>
            <p:spPr>
              <a:xfrm rot="10800000">
                <a:off x="962780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4" name="Rectangle 423">
                <a:extLst>
                  <a:ext uri="{FF2B5EF4-FFF2-40B4-BE49-F238E27FC236}">
                    <a16:creationId xmlns:a16="http://schemas.microsoft.com/office/drawing/2014/main" id="{57A0E965-657B-E9E7-252F-55E02C97C44F}"/>
                  </a:ext>
                </a:extLst>
              </p:cNvPr>
              <p:cNvSpPr/>
              <p:nvPr/>
            </p:nvSpPr>
            <p:spPr>
              <a:xfrm rot="10800000">
                <a:off x="952737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5" name="Rectangle 424">
                <a:extLst>
                  <a:ext uri="{FF2B5EF4-FFF2-40B4-BE49-F238E27FC236}">
                    <a16:creationId xmlns:a16="http://schemas.microsoft.com/office/drawing/2014/main" id="{942D4D0A-E384-944E-B934-E5D6301F78AA}"/>
                  </a:ext>
                </a:extLst>
              </p:cNvPr>
              <p:cNvSpPr/>
              <p:nvPr/>
            </p:nvSpPr>
            <p:spPr>
              <a:xfrm rot="10800000">
                <a:off x="942695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6" name="Rectangle 425">
                <a:extLst>
                  <a:ext uri="{FF2B5EF4-FFF2-40B4-BE49-F238E27FC236}">
                    <a16:creationId xmlns:a16="http://schemas.microsoft.com/office/drawing/2014/main" id="{BDE57F65-124C-A888-E766-F06CDEC554B6}"/>
                  </a:ext>
                </a:extLst>
              </p:cNvPr>
              <p:cNvSpPr/>
              <p:nvPr/>
            </p:nvSpPr>
            <p:spPr>
              <a:xfrm rot="10800000">
                <a:off x="932653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7" name="Rectangle 426">
                <a:extLst>
                  <a:ext uri="{FF2B5EF4-FFF2-40B4-BE49-F238E27FC236}">
                    <a16:creationId xmlns:a16="http://schemas.microsoft.com/office/drawing/2014/main" id="{513D74A5-E59C-0863-0810-E9BE7ED82F73}"/>
                  </a:ext>
                </a:extLst>
              </p:cNvPr>
              <p:cNvSpPr/>
              <p:nvPr/>
            </p:nvSpPr>
            <p:spPr>
              <a:xfrm rot="10800000">
                <a:off x="922610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8" name="Rectangle 427">
                <a:extLst>
                  <a:ext uri="{FF2B5EF4-FFF2-40B4-BE49-F238E27FC236}">
                    <a16:creationId xmlns:a16="http://schemas.microsoft.com/office/drawing/2014/main" id="{FD59AA0C-8C2E-D2E9-3FF7-6DE3B6DE3BE6}"/>
                  </a:ext>
                </a:extLst>
              </p:cNvPr>
              <p:cNvSpPr/>
              <p:nvPr/>
            </p:nvSpPr>
            <p:spPr>
              <a:xfrm rot="10800000">
                <a:off x="912568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9" name="Rectangle 428">
                <a:extLst>
                  <a:ext uri="{FF2B5EF4-FFF2-40B4-BE49-F238E27FC236}">
                    <a16:creationId xmlns:a16="http://schemas.microsoft.com/office/drawing/2014/main" id="{94A787FB-1B95-5B3E-FA71-60D552613277}"/>
                  </a:ext>
                </a:extLst>
              </p:cNvPr>
              <p:cNvSpPr/>
              <p:nvPr/>
            </p:nvSpPr>
            <p:spPr>
              <a:xfrm rot="10800000">
                <a:off x="902526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0" name="Rectangle 429">
                <a:extLst>
                  <a:ext uri="{FF2B5EF4-FFF2-40B4-BE49-F238E27FC236}">
                    <a16:creationId xmlns:a16="http://schemas.microsoft.com/office/drawing/2014/main" id="{D8D12B24-2AFD-4D7D-54B7-3EEF8E2E3090}"/>
                  </a:ext>
                </a:extLst>
              </p:cNvPr>
              <p:cNvSpPr/>
              <p:nvPr/>
            </p:nvSpPr>
            <p:spPr>
              <a:xfrm rot="10800000">
                <a:off x="892483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1" name="Rectangle 430">
                <a:extLst>
                  <a:ext uri="{FF2B5EF4-FFF2-40B4-BE49-F238E27FC236}">
                    <a16:creationId xmlns:a16="http://schemas.microsoft.com/office/drawing/2014/main" id="{1F15AF45-109A-1C36-921F-FF8218724466}"/>
                  </a:ext>
                </a:extLst>
              </p:cNvPr>
              <p:cNvSpPr/>
              <p:nvPr/>
            </p:nvSpPr>
            <p:spPr>
              <a:xfrm rot="10800000">
                <a:off x="882441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2" name="Rectangle 431">
                <a:extLst>
                  <a:ext uri="{FF2B5EF4-FFF2-40B4-BE49-F238E27FC236}">
                    <a16:creationId xmlns:a16="http://schemas.microsoft.com/office/drawing/2014/main" id="{612019D9-941F-B7B9-4FA4-F080044D4773}"/>
                  </a:ext>
                </a:extLst>
              </p:cNvPr>
              <p:cNvSpPr/>
              <p:nvPr/>
            </p:nvSpPr>
            <p:spPr>
              <a:xfrm rot="10800000">
                <a:off x="872399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3" name="Rectangle 432">
                <a:extLst>
                  <a:ext uri="{FF2B5EF4-FFF2-40B4-BE49-F238E27FC236}">
                    <a16:creationId xmlns:a16="http://schemas.microsoft.com/office/drawing/2014/main" id="{597B140B-A94E-8E76-DEF4-98727A8D9FA4}"/>
                  </a:ext>
                </a:extLst>
              </p:cNvPr>
              <p:cNvSpPr/>
              <p:nvPr/>
            </p:nvSpPr>
            <p:spPr>
              <a:xfrm rot="10800000">
                <a:off x="862357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4" name="Rectangle 433">
                <a:extLst>
                  <a:ext uri="{FF2B5EF4-FFF2-40B4-BE49-F238E27FC236}">
                    <a16:creationId xmlns:a16="http://schemas.microsoft.com/office/drawing/2014/main" id="{645BC75F-EDCF-3BE0-AE3F-AA95B613E1A6}"/>
                  </a:ext>
                </a:extLst>
              </p:cNvPr>
              <p:cNvSpPr/>
              <p:nvPr/>
            </p:nvSpPr>
            <p:spPr>
              <a:xfrm rot="10800000">
                <a:off x="8523148"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5" name="Rectangle 434">
                <a:extLst>
                  <a:ext uri="{FF2B5EF4-FFF2-40B4-BE49-F238E27FC236}">
                    <a16:creationId xmlns:a16="http://schemas.microsoft.com/office/drawing/2014/main" id="{EE01544F-68EE-9B2E-94D2-E2CC9285914B}"/>
                  </a:ext>
                </a:extLst>
              </p:cNvPr>
              <p:cNvSpPr/>
              <p:nvPr/>
            </p:nvSpPr>
            <p:spPr>
              <a:xfrm rot="10800000">
                <a:off x="8422725"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6" name="Rectangle 435">
                <a:extLst>
                  <a:ext uri="{FF2B5EF4-FFF2-40B4-BE49-F238E27FC236}">
                    <a16:creationId xmlns:a16="http://schemas.microsoft.com/office/drawing/2014/main" id="{9DC51ECE-6C90-0A9D-DADE-EE2538680DFA}"/>
                  </a:ext>
                </a:extLst>
              </p:cNvPr>
              <p:cNvSpPr/>
              <p:nvPr/>
            </p:nvSpPr>
            <p:spPr>
              <a:xfrm rot="10800000">
                <a:off x="8322302"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7" name="Rectangle 436">
                <a:extLst>
                  <a:ext uri="{FF2B5EF4-FFF2-40B4-BE49-F238E27FC236}">
                    <a16:creationId xmlns:a16="http://schemas.microsoft.com/office/drawing/2014/main" id="{AE0D314C-5559-28C4-062B-B9F9AD41C3D8}"/>
                  </a:ext>
                </a:extLst>
              </p:cNvPr>
              <p:cNvSpPr/>
              <p:nvPr/>
            </p:nvSpPr>
            <p:spPr>
              <a:xfrm rot="10800000">
                <a:off x="8221879"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8" name="Rectangle 437">
                <a:extLst>
                  <a:ext uri="{FF2B5EF4-FFF2-40B4-BE49-F238E27FC236}">
                    <a16:creationId xmlns:a16="http://schemas.microsoft.com/office/drawing/2014/main" id="{AF644B30-AE6F-875C-4ED4-E2BB12B11E29}"/>
                  </a:ext>
                </a:extLst>
              </p:cNvPr>
              <p:cNvSpPr/>
              <p:nvPr/>
            </p:nvSpPr>
            <p:spPr>
              <a:xfrm rot="10800000">
                <a:off x="8121456"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9" name="Rectangle 438">
                <a:extLst>
                  <a:ext uri="{FF2B5EF4-FFF2-40B4-BE49-F238E27FC236}">
                    <a16:creationId xmlns:a16="http://schemas.microsoft.com/office/drawing/2014/main" id="{884FEA5B-0622-AB3D-BC1F-C406EEDB2D12}"/>
                  </a:ext>
                </a:extLst>
              </p:cNvPr>
              <p:cNvSpPr/>
              <p:nvPr/>
            </p:nvSpPr>
            <p:spPr>
              <a:xfrm rot="10800000">
                <a:off x="8021033"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0" name="Rectangle 439">
                <a:extLst>
                  <a:ext uri="{FF2B5EF4-FFF2-40B4-BE49-F238E27FC236}">
                    <a16:creationId xmlns:a16="http://schemas.microsoft.com/office/drawing/2014/main" id="{C0534CE1-B40D-D3CB-BD18-C0D5B0C208D0}"/>
                  </a:ext>
                </a:extLst>
              </p:cNvPr>
              <p:cNvSpPr/>
              <p:nvPr/>
            </p:nvSpPr>
            <p:spPr>
              <a:xfrm rot="10800000">
                <a:off x="7920610"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1" name="Rectangle 440">
                <a:extLst>
                  <a:ext uri="{FF2B5EF4-FFF2-40B4-BE49-F238E27FC236}">
                    <a16:creationId xmlns:a16="http://schemas.microsoft.com/office/drawing/2014/main" id="{A18E458E-D0BE-8F5A-A659-5F0AA626CFE4}"/>
                  </a:ext>
                </a:extLst>
              </p:cNvPr>
              <p:cNvSpPr/>
              <p:nvPr/>
            </p:nvSpPr>
            <p:spPr>
              <a:xfrm rot="10800000">
                <a:off x="7820187"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2" name="Rectangle 441">
                <a:extLst>
                  <a:ext uri="{FF2B5EF4-FFF2-40B4-BE49-F238E27FC236}">
                    <a16:creationId xmlns:a16="http://schemas.microsoft.com/office/drawing/2014/main" id="{6F183202-3B7C-E34A-D59C-9B6CCA13C481}"/>
                  </a:ext>
                </a:extLst>
              </p:cNvPr>
              <p:cNvSpPr/>
              <p:nvPr/>
            </p:nvSpPr>
            <p:spPr>
              <a:xfrm rot="10800000">
                <a:off x="7719764"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3" name="Rectangle 442">
                <a:extLst>
                  <a:ext uri="{FF2B5EF4-FFF2-40B4-BE49-F238E27FC236}">
                    <a16:creationId xmlns:a16="http://schemas.microsoft.com/office/drawing/2014/main" id="{EC0B3D3A-5F05-B11D-DB73-1EDC621F76E0}"/>
                  </a:ext>
                </a:extLst>
              </p:cNvPr>
              <p:cNvSpPr/>
              <p:nvPr/>
            </p:nvSpPr>
            <p:spPr>
              <a:xfrm rot="10800000">
                <a:off x="7619341" y="418301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4" name="Rectangle 443">
                <a:extLst>
                  <a:ext uri="{FF2B5EF4-FFF2-40B4-BE49-F238E27FC236}">
                    <a16:creationId xmlns:a16="http://schemas.microsoft.com/office/drawing/2014/main" id="{4F10329D-FB93-B348-C5C2-48BAE17592D3}"/>
                  </a:ext>
                </a:extLst>
              </p:cNvPr>
              <p:cNvSpPr/>
              <p:nvPr/>
            </p:nvSpPr>
            <p:spPr>
              <a:xfrm rot="10800000">
                <a:off x="1043118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5" name="Rectangle 444">
                <a:extLst>
                  <a:ext uri="{FF2B5EF4-FFF2-40B4-BE49-F238E27FC236}">
                    <a16:creationId xmlns:a16="http://schemas.microsoft.com/office/drawing/2014/main" id="{E50F957D-077F-F1B1-B736-1E4A109FE3EE}"/>
                  </a:ext>
                </a:extLst>
              </p:cNvPr>
              <p:cNvSpPr/>
              <p:nvPr/>
            </p:nvSpPr>
            <p:spPr>
              <a:xfrm rot="10800000">
                <a:off x="1033076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0D37C6F4-3949-0E55-53CB-29A67A42805B}"/>
                  </a:ext>
                </a:extLst>
              </p:cNvPr>
              <p:cNvSpPr/>
              <p:nvPr/>
            </p:nvSpPr>
            <p:spPr>
              <a:xfrm rot="10800000">
                <a:off x="1023033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7" name="Rectangle 446">
                <a:extLst>
                  <a:ext uri="{FF2B5EF4-FFF2-40B4-BE49-F238E27FC236}">
                    <a16:creationId xmlns:a16="http://schemas.microsoft.com/office/drawing/2014/main" id="{50117166-D035-F035-EAED-7847B982173D}"/>
                  </a:ext>
                </a:extLst>
              </p:cNvPr>
              <p:cNvSpPr/>
              <p:nvPr/>
            </p:nvSpPr>
            <p:spPr>
              <a:xfrm rot="10800000">
                <a:off x="1012991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Rectangle 447">
                <a:extLst>
                  <a:ext uri="{FF2B5EF4-FFF2-40B4-BE49-F238E27FC236}">
                    <a16:creationId xmlns:a16="http://schemas.microsoft.com/office/drawing/2014/main" id="{7EC94EFD-AA0E-4700-CE03-E18DEE6A78D0}"/>
                  </a:ext>
                </a:extLst>
              </p:cNvPr>
              <p:cNvSpPr/>
              <p:nvPr/>
            </p:nvSpPr>
            <p:spPr>
              <a:xfrm rot="10800000">
                <a:off x="1002949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9" name="Rectangle 448">
                <a:extLst>
                  <a:ext uri="{FF2B5EF4-FFF2-40B4-BE49-F238E27FC236}">
                    <a16:creationId xmlns:a16="http://schemas.microsoft.com/office/drawing/2014/main" id="{2A7F78F6-DEF2-3113-3AB8-0C61A1BD7282}"/>
                  </a:ext>
                </a:extLst>
              </p:cNvPr>
              <p:cNvSpPr/>
              <p:nvPr/>
            </p:nvSpPr>
            <p:spPr>
              <a:xfrm rot="10800000">
                <a:off x="992906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0" name="Rectangle 449">
                <a:extLst>
                  <a:ext uri="{FF2B5EF4-FFF2-40B4-BE49-F238E27FC236}">
                    <a16:creationId xmlns:a16="http://schemas.microsoft.com/office/drawing/2014/main" id="{39233E89-D819-3A40-4E4D-25C8BAA3453D}"/>
                  </a:ext>
                </a:extLst>
              </p:cNvPr>
              <p:cNvSpPr/>
              <p:nvPr/>
            </p:nvSpPr>
            <p:spPr>
              <a:xfrm rot="10800000">
                <a:off x="982864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1" name="Rectangle 450">
                <a:extLst>
                  <a:ext uri="{FF2B5EF4-FFF2-40B4-BE49-F238E27FC236}">
                    <a16:creationId xmlns:a16="http://schemas.microsoft.com/office/drawing/2014/main" id="{45A7685F-2380-8ECC-E7DA-604A76C8EEC4}"/>
                  </a:ext>
                </a:extLst>
              </p:cNvPr>
              <p:cNvSpPr/>
              <p:nvPr/>
            </p:nvSpPr>
            <p:spPr>
              <a:xfrm rot="10800000">
                <a:off x="972822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2" name="Rectangle 451">
                <a:extLst>
                  <a:ext uri="{FF2B5EF4-FFF2-40B4-BE49-F238E27FC236}">
                    <a16:creationId xmlns:a16="http://schemas.microsoft.com/office/drawing/2014/main" id="{30A3A2F1-1CCC-95A0-3180-03AD4C5177C2}"/>
                  </a:ext>
                </a:extLst>
              </p:cNvPr>
              <p:cNvSpPr/>
              <p:nvPr/>
            </p:nvSpPr>
            <p:spPr>
              <a:xfrm rot="10800000">
                <a:off x="962780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3" name="Rectangle 452">
                <a:extLst>
                  <a:ext uri="{FF2B5EF4-FFF2-40B4-BE49-F238E27FC236}">
                    <a16:creationId xmlns:a16="http://schemas.microsoft.com/office/drawing/2014/main" id="{DB517F0A-64BB-7802-7079-5780D29C38EB}"/>
                  </a:ext>
                </a:extLst>
              </p:cNvPr>
              <p:cNvSpPr/>
              <p:nvPr/>
            </p:nvSpPr>
            <p:spPr>
              <a:xfrm rot="10800000">
                <a:off x="952737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4" name="Rectangle 453">
                <a:extLst>
                  <a:ext uri="{FF2B5EF4-FFF2-40B4-BE49-F238E27FC236}">
                    <a16:creationId xmlns:a16="http://schemas.microsoft.com/office/drawing/2014/main" id="{016D7236-FD5B-EB1C-533B-BC4F5289A901}"/>
                  </a:ext>
                </a:extLst>
              </p:cNvPr>
              <p:cNvSpPr/>
              <p:nvPr/>
            </p:nvSpPr>
            <p:spPr>
              <a:xfrm rot="10800000">
                <a:off x="942695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5" name="Rectangle 454">
                <a:extLst>
                  <a:ext uri="{FF2B5EF4-FFF2-40B4-BE49-F238E27FC236}">
                    <a16:creationId xmlns:a16="http://schemas.microsoft.com/office/drawing/2014/main" id="{2C69BA6B-9FB0-25CD-C316-9E0F9419346B}"/>
                  </a:ext>
                </a:extLst>
              </p:cNvPr>
              <p:cNvSpPr/>
              <p:nvPr/>
            </p:nvSpPr>
            <p:spPr>
              <a:xfrm rot="10800000">
                <a:off x="932653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6" name="Rectangle 455">
                <a:extLst>
                  <a:ext uri="{FF2B5EF4-FFF2-40B4-BE49-F238E27FC236}">
                    <a16:creationId xmlns:a16="http://schemas.microsoft.com/office/drawing/2014/main" id="{194B01C3-A66B-08F7-D94D-F5FE1C68D154}"/>
                  </a:ext>
                </a:extLst>
              </p:cNvPr>
              <p:cNvSpPr/>
              <p:nvPr/>
            </p:nvSpPr>
            <p:spPr>
              <a:xfrm rot="10800000">
                <a:off x="922610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7" name="Rectangle 456">
                <a:extLst>
                  <a:ext uri="{FF2B5EF4-FFF2-40B4-BE49-F238E27FC236}">
                    <a16:creationId xmlns:a16="http://schemas.microsoft.com/office/drawing/2014/main" id="{01339C91-3DC7-A027-4A77-37D4E4400905}"/>
                  </a:ext>
                </a:extLst>
              </p:cNvPr>
              <p:cNvSpPr/>
              <p:nvPr/>
            </p:nvSpPr>
            <p:spPr>
              <a:xfrm rot="10800000">
                <a:off x="912568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8" name="Rectangle 457">
                <a:extLst>
                  <a:ext uri="{FF2B5EF4-FFF2-40B4-BE49-F238E27FC236}">
                    <a16:creationId xmlns:a16="http://schemas.microsoft.com/office/drawing/2014/main" id="{0CA3B421-802F-9FFE-4E9E-4BFC4C147C3B}"/>
                  </a:ext>
                </a:extLst>
              </p:cNvPr>
              <p:cNvSpPr/>
              <p:nvPr/>
            </p:nvSpPr>
            <p:spPr>
              <a:xfrm rot="10800000">
                <a:off x="902526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9" name="Rectangle 458">
                <a:extLst>
                  <a:ext uri="{FF2B5EF4-FFF2-40B4-BE49-F238E27FC236}">
                    <a16:creationId xmlns:a16="http://schemas.microsoft.com/office/drawing/2014/main" id="{B126C60B-7D52-C63A-9567-A62637B6D5A4}"/>
                  </a:ext>
                </a:extLst>
              </p:cNvPr>
              <p:cNvSpPr/>
              <p:nvPr/>
            </p:nvSpPr>
            <p:spPr>
              <a:xfrm rot="10800000">
                <a:off x="892483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0" name="Rectangle 459">
                <a:extLst>
                  <a:ext uri="{FF2B5EF4-FFF2-40B4-BE49-F238E27FC236}">
                    <a16:creationId xmlns:a16="http://schemas.microsoft.com/office/drawing/2014/main" id="{E65457C3-CA73-4E33-8CD7-068F7E09E7FE}"/>
                  </a:ext>
                </a:extLst>
              </p:cNvPr>
              <p:cNvSpPr/>
              <p:nvPr/>
            </p:nvSpPr>
            <p:spPr>
              <a:xfrm rot="10800000">
                <a:off x="882441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1" name="Rectangle 460">
                <a:extLst>
                  <a:ext uri="{FF2B5EF4-FFF2-40B4-BE49-F238E27FC236}">
                    <a16:creationId xmlns:a16="http://schemas.microsoft.com/office/drawing/2014/main" id="{08E6A40D-75E9-0C00-A8DF-01E4479B287B}"/>
                  </a:ext>
                </a:extLst>
              </p:cNvPr>
              <p:cNvSpPr/>
              <p:nvPr/>
            </p:nvSpPr>
            <p:spPr>
              <a:xfrm rot="10800000">
                <a:off x="872399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2" name="Rectangle 461">
                <a:extLst>
                  <a:ext uri="{FF2B5EF4-FFF2-40B4-BE49-F238E27FC236}">
                    <a16:creationId xmlns:a16="http://schemas.microsoft.com/office/drawing/2014/main" id="{BD2C1056-589C-DBBF-E569-7849A8195ABF}"/>
                  </a:ext>
                </a:extLst>
              </p:cNvPr>
              <p:cNvSpPr/>
              <p:nvPr/>
            </p:nvSpPr>
            <p:spPr>
              <a:xfrm rot="10800000">
                <a:off x="862357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3" name="Rectangle 462">
                <a:extLst>
                  <a:ext uri="{FF2B5EF4-FFF2-40B4-BE49-F238E27FC236}">
                    <a16:creationId xmlns:a16="http://schemas.microsoft.com/office/drawing/2014/main" id="{C1420547-A1F5-909F-6B14-1BB534A8B803}"/>
                  </a:ext>
                </a:extLst>
              </p:cNvPr>
              <p:cNvSpPr/>
              <p:nvPr/>
            </p:nvSpPr>
            <p:spPr>
              <a:xfrm rot="10800000">
                <a:off x="8523148"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4" name="Rectangle 463">
                <a:extLst>
                  <a:ext uri="{FF2B5EF4-FFF2-40B4-BE49-F238E27FC236}">
                    <a16:creationId xmlns:a16="http://schemas.microsoft.com/office/drawing/2014/main" id="{6BF54213-1BAB-6977-8B11-EC0C0B44EA01}"/>
                  </a:ext>
                </a:extLst>
              </p:cNvPr>
              <p:cNvSpPr/>
              <p:nvPr/>
            </p:nvSpPr>
            <p:spPr>
              <a:xfrm rot="10800000">
                <a:off x="8422725"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5" name="Rectangle 464">
                <a:extLst>
                  <a:ext uri="{FF2B5EF4-FFF2-40B4-BE49-F238E27FC236}">
                    <a16:creationId xmlns:a16="http://schemas.microsoft.com/office/drawing/2014/main" id="{543C8790-E135-1D2C-B266-5053E4F77775}"/>
                  </a:ext>
                </a:extLst>
              </p:cNvPr>
              <p:cNvSpPr/>
              <p:nvPr/>
            </p:nvSpPr>
            <p:spPr>
              <a:xfrm rot="10800000">
                <a:off x="8322302"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6" name="Rectangle 465">
                <a:extLst>
                  <a:ext uri="{FF2B5EF4-FFF2-40B4-BE49-F238E27FC236}">
                    <a16:creationId xmlns:a16="http://schemas.microsoft.com/office/drawing/2014/main" id="{0D3946C8-17C5-0D0B-7A18-B63F98E218A8}"/>
                  </a:ext>
                </a:extLst>
              </p:cNvPr>
              <p:cNvSpPr/>
              <p:nvPr/>
            </p:nvSpPr>
            <p:spPr>
              <a:xfrm rot="10800000">
                <a:off x="8221879"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7" name="Rectangle 466">
                <a:extLst>
                  <a:ext uri="{FF2B5EF4-FFF2-40B4-BE49-F238E27FC236}">
                    <a16:creationId xmlns:a16="http://schemas.microsoft.com/office/drawing/2014/main" id="{CCB4F39A-B993-59D5-51FD-8DF8E323D7DF}"/>
                  </a:ext>
                </a:extLst>
              </p:cNvPr>
              <p:cNvSpPr/>
              <p:nvPr/>
            </p:nvSpPr>
            <p:spPr>
              <a:xfrm rot="10800000">
                <a:off x="8121456"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Rectangle 467">
                <a:extLst>
                  <a:ext uri="{FF2B5EF4-FFF2-40B4-BE49-F238E27FC236}">
                    <a16:creationId xmlns:a16="http://schemas.microsoft.com/office/drawing/2014/main" id="{9E9766F4-49EB-90D8-B8AF-0B2DA7333B11}"/>
                  </a:ext>
                </a:extLst>
              </p:cNvPr>
              <p:cNvSpPr/>
              <p:nvPr/>
            </p:nvSpPr>
            <p:spPr>
              <a:xfrm rot="10800000">
                <a:off x="8021033"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Rectangle 468">
                <a:extLst>
                  <a:ext uri="{FF2B5EF4-FFF2-40B4-BE49-F238E27FC236}">
                    <a16:creationId xmlns:a16="http://schemas.microsoft.com/office/drawing/2014/main" id="{F3748C35-E6DA-A233-9BC1-A682B7060412}"/>
                  </a:ext>
                </a:extLst>
              </p:cNvPr>
              <p:cNvSpPr/>
              <p:nvPr/>
            </p:nvSpPr>
            <p:spPr>
              <a:xfrm rot="10800000">
                <a:off x="7920610"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Rectangle 469">
                <a:extLst>
                  <a:ext uri="{FF2B5EF4-FFF2-40B4-BE49-F238E27FC236}">
                    <a16:creationId xmlns:a16="http://schemas.microsoft.com/office/drawing/2014/main" id="{8F08BEEF-81B0-7645-2340-AFC382A5664D}"/>
                  </a:ext>
                </a:extLst>
              </p:cNvPr>
              <p:cNvSpPr/>
              <p:nvPr/>
            </p:nvSpPr>
            <p:spPr>
              <a:xfrm rot="10800000">
                <a:off x="7820187"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Rectangle 470">
                <a:extLst>
                  <a:ext uri="{FF2B5EF4-FFF2-40B4-BE49-F238E27FC236}">
                    <a16:creationId xmlns:a16="http://schemas.microsoft.com/office/drawing/2014/main" id="{E3B273BA-D9E5-8D34-68C1-476E4AF69AA4}"/>
                  </a:ext>
                </a:extLst>
              </p:cNvPr>
              <p:cNvSpPr/>
              <p:nvPr/>
            </p:nvSpPr>
            <p:spPr>
              <a:xfrm rot="10800000">
                <a:off x="7719764"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30689A56-4FC1-FB54-7977-6D7CDB404D6F}"/>
                  </a:ext>
                </a:extLst>
              </p:cNvPr>
              <p:cNvSpPr/>
              <p:nvPr/>
            </p:nvSpPr>
            <p:spPr>
              <a:xfrm rot="10800000">
                <a:off x="7619341" y="408272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3" name="Group 472">
                <a:extLst>
                  <a:ext uri="{FF2B5EF4-FFF2-40B4-BE49-F238E27FC236}">
                    <a16:creationId xmlns:a16="http://schemas.microsoft.com/office/drawing/2014/main" id="{F8F47904-095C-4D2D-7FD7-99F993D27D88}"/>
                  </a:ext>
                </a:extLst>
              </p:cNvPr>
              <p:cNvGrpSpPr/>
              <p:nvPr/>
            </p:nvGrpSpPr>
            <p:grpSpPr>
              <a:xfrm rot="10800000">
                <a:off x="10531606" y="3982298"/>
                <a:ext cx="301269" cy="301135"/>
                <a:chOff x="1051088" y="5406535"/>
                <a:chExt cx="593889" cy="593625"/>
              </a:xfrm>
            </p:grpSpPr>
            <p:sp>
              <p:nvSpPr>
                <p:cNvPr id="690" name="Rectangle 689">
                  <a:extLst>
                    <a:ext uri="{FF2B5EF4-FFF2-40B4-BE49-F238E27FC236}">
                      <a16:creationId xmlns:a16="http://schemas.microsoft.com/office/drawing/2014/main" id="{E1F3B9D2-F378-0CD9-740C-7C85072AF984}"/>
                    </a:ext>
                  </a:extLst>
                </p:cNvPr>
                <p:cNvSpPr/>
                <p:nvPr/>
              </p:nvSpPr>
              <p:spPr>
                <a:xfrm>
                  <a:off x="1051088"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1" name="Rectangle 690">
                  <a:extLst>
                    <a:ext uri="{FF2B5EF4-FFF2-40B4-BE49-F238E27FC236}">
                      <a16:creationId xmlns:a16="http://schemas.microsoft.com/office/drawing/2014/main" id="{BA4E77D4-AC5C-A073-6BEC-899C32D63C4D}"/>
                    </a:ext>
                  </a:extLst>
                </p:cNvPr>
                <p:cNvSpPr/>
                <p:nvPr/>
              </p:nvSpPr>
              <p:spPr>
                <a:xfrm>
                  <a:off x="1249051"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2" name="Rectangle 691">
                  <a:extLst>
                    <a:ext uri="{FF2B5EF4-FFF2-40B4-BE49-F238E27FC236}">
                      <a16:creationId xmlns:a16="http://schemas.microsoft.com/office/drawing/2014/main" id="{81153EAD-627E-4F84-BE0F-B7AEB9BF4B1B}"/>
                    </a:ext>
                  </a:extLst>
                </p:cNvPr>
                <p:cNvSpPr/>
                <p:nvPr/>
              </p:nvSpPr>
              <p:spPr>
                <a:xfrm>
                  <a:off x="1447014" y="54065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3" name="Rectangle 692">
                  <a:extLst>
                    <a:ext uri="{FF2B5EF4-FFF2-40B4-BE49-F238E27FC236}">
                      <a16:creationId xmlns:a16="http://schemas.microsoft.com/office/drawing/2014/main" id="{8C4CC6EB-E072-9FC0-6A9D-6E2A50A31A36}"/>
                    </a:ext>
                  </a:extLst>
                </p:cNvPr>
                <p:cNvSpPr/>
                <p:nvPr/>
              </p:nvSpPr>
              <p:spPr>
                <a:xfrm>
                  <a:off x="1051088"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4" name="Rectangle 693">
                  <a:extLst>
                    <a:ext uri="{FF2B5EF4-FFF2-40B4-BE49-F238E27FC236}">
                      <a16:creationId xmlns:a16="http://schemas.microsoft.com/office/drawing/2014/main" id="{3179A615-EF1F-1271-57BA-58D3A17E1D52}"/>
                    </a:ext>
                  </a:extLst>
                </p:cNvPr>
                <p:cNvSpPr/>
                <p:nvPr/>
              </p:nvSpPr>
              <p:spPr>
                <a:xfrm>
                  <a:off x="1249051"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5" name="Rectangle 694">
                  <a:extLst>
                    <a:ext uri="{FF2B5EF4-FFF2-40B4-BE49-F238E27FC236}">
                      <a16:creationId xmlns:a16="http://schemas.microsoft.com/office/drawing/2014/main" id="{72FD9D6F-EAAC-D92D-2CE7-ABF48529D1F2}"/>
                    </a:ext>
                  </a:extLst>
                </p:cNvPr>
                <p:cNvSpPr/>
                <p:nvPr/>
              </p:nvSpPr>
              <p:spPr>
                <a:xfrm>
                  <a:off x="1447014" y="5604235"/>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6" name="Rectangle 695">
                  <a:extLst>
                    <a:ext uri="{FF2B5EF4-FFF2-40B4-BE49-F238E27FC236}">
                      <a16:creationId xmlns:a16="http://schemas.microsoft.com/office/drawing/2014/main" id="{A9C636DC-CC77-2F47-737F-41E7A7FEAF51}"/>
                    </a:ext>
                  </a:extLst>
                </p:cNvPr>
                <p:cNvSpPr/>
                <p:nvPr/>
              </p:nvSpPr>
              <p:spPr>
                <a:xfrm>
                  <a:off x="1051088"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7" name="Rectangle 696">
                  <a:extLst>
                    <a:ext uri="{FF2B5EF4-FFF2-40B4-BE49-F238E27FC236}">
                      <a16:creationId xmlns:a16="http://schemas.microsoft.com/office/drawing/2014/main" id="{13F4BF96-D43E-9A3C-D622-8B05D28AD8AF}"/>
                    </a:ext>
                  </a:extLst>
                </p:cNvPr>
                <p:cNvSpPr/>
                <p:nvPr/>
              </p:nvSpPr>
              <p:spPr>
                <a:xfrm>
                  <a:off x="1249051"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8" name="Rectangle 697">
                  <a:extLst>
                    <a:ext uri="{FF2B5EF4-FFF2-40B4-BE49-F238E27FC236}">
                      <a16:creationId xmlns:a16="http://schemas.microsoft.com/office/drawing/2014/main" id="{1307B9BD-F807-00B8-F66F-B454948621A9}"/>
                    </a:ext>
                  </a:extLst>
                </p:cNvPr>
                <p:cNvSpPr/>
                <p:nvPr/>
              </p:nvSpPr>
              <p:spPr>
                <a:xfrm>
                  <a:off x="1447014" y="5802197"/>
                  <a:ext cx="197963" cy="197963"/>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74" name="Rectangle 473">
                <a:extLst>
                  <a:ext uri="{FF2B5EF4-FFF2-40B4-BE49-F238E27FC236}">
                    <a16:creationId xmlns:a16="http://schemas.microsoft.com/office/drawing/2014/main" id="{97D4714E-248B-6DC9-9500-9BAECFF955E8}"/>
                  </a:ext>
                </a:extLst>
              </p:cNvPr>
              <p:cNvSpPr/>
              <p:nvPr/>
            </p:nvSpPr>
            <p:spPr>
              <a:xfrm rot="10800000">
                <a:off x="1043118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Rectangle 474">
                <a:extLst>
                  <a:ext uri="{FF2B5EF4-FFF2-40B4-BE49-F238E27FC236}">
                    <a16:creationId xmlns:a16="http://schemas.microsoft.com/office/drawing/2014/main" id="{0104E7B3-EBC9-026B-9194-715B2044C882}"/>
                  </a:ext>
                </a:extLst>
              </p:cNvPr>
              <p:cNvSpPr/>
              <p:nvPr/>
            </p:nvSpPr>
            <p:spPr>
              <a:xfrm rot="10800000">
                <a:off x="1033076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6" name="Rectangle 475">
                <a:extLst>
                  <a:ext uri="{FF2B5EF4-FFF2-40B4-BE49-F238E27FC236}">
                    <a16:creationId xmlns:a16="http://schemas.microsoft.com/office/drawing/2014/main" id="{554A05B9-603C-0DC5-CBED-C575768D6B79}"/>
                  </a:ext>
                </a:extLst>
              </p:cNvPr>
              <p:cNvSpPr/>
              <p:nvPr/>
            </p:nvSpPr>
            <p:spPr>
              <a:xfrm rot="10800000">
                <a:off x="1023033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7" name="Rectangle 476">
                <a:extLst>
                  <a:ext uri="{FF2B5EF4-FFF2-40B4-BE49-F238E27FC236}">
                    <a16:creationId xmlns:a16="http://schemas.microsoft.com/office/drawing/2014/main" id="{D7833F96-7144-18E7-807F-091CBED7FF55}"/>
                  </a:ext>
                </a:extLst>
              </p:cNvPr>
              <p:cNvSpPr/>
              <p:nvPr/>
            </p:nvSpPr>
            <p:spPr>
              <a:xfrm rot="10800000">
                <a:off x="1012991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8" name="Rectangle 477">
                <a:extLst>
                  <a:ext uri="{FF2B5EF4-FFF2-40B4-BE49-F238E27FC236}">
                    <a16:creationId xmlns:a16="http://schemas.microsoft.com/office/drawing/2014/main" id="{8576C644-6198-B4E8-A8D4-163E9B78338D}"/>
                  </a:ext>
                </a:extLst>
              </p:cNvPr>
              <p:cNvSpPr/>
              <p:nvPr/>
            </p:nvSpPr>
            <p:spPr>
              <a:xfrm rot="10800000">
                <a:off x="1002949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9" name="Rectangle 478">
                <a:extLst>
                  <a:ext uri="{FF2B5EF4-FFF2-40B4-BE49-F238E27FC236}">
                    <a16:creationId xmlns:a16="http://schemas.microsoft.com/office/drawing/2014/main" id="{88DE8779-7013-5452-4F67-A90A2B8836A7}"/>
                  </a:ext>
                </a:extLst>
              </p:cNvPr>
              <p:cNvSpPr/>
              <p:nvPr/>
            </p:nvSpPr>
            <p:spPr>
              <a:xfrm rot="10800000">
                <a:off x="992906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479">
                <a:extLst>
                  <a:ext uri="{FF2B5EF4-FFF2-40B4-BE49-F238E27FC236}">
                    <a16:creationId xmlns:a16="http://schemas.microsoft.com/office/drawing/2014/main" id="{B8BE81C4-8A03-2B45-CB73-BAAFA8C7E833}"/>
                  </a:ext>
                </a:extLst>
              </p:cNvPr>
              <p:cNvSpPr/>
              <p:nvPr/>
            </p:nvSpPr>
            <p:spPr>
              <a:xfrm rot="10800000">
                <a:off x="982864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1" name="Rectangle 480">
                <a:extLst>
                  <a:ext uri="{FF2B5EF4-FFF2-40B4-BE49-F238E27FC236}">
                    <a16:creationId xmlns:a16="http://schemas.microsoft.com/office/drawing/2014/main" id="{6E0D630E-7914-02BD-3407-DF4E539BA61D}"/>
                  </a:ext>
                </a:extLst>
              </p:cNvPr>
              <p:cNvSpPr/>
              <p:nvPr/>
            </p:nvSpPr>
            <p:spPr>
              <a:xfrm rot="10800000">
                <a:off x="972822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2" name="Rectangle 481">
                <a:extLst>
                  <a:ext uri="{FF2B5EF4-FFF2-40B4-BE49-F238E27FC236}">
                    <a16:creationId xmlns:a16="http://schemas.microsoft.com/office/drawing/2014/main" id="{AD799621-5CD9-829D-B38D-FC38375ECB56}"/>
                  </a:ext>
                </a:extLst>
              </p:cNvPr>
              <p:cNvSpPr/>
              <p:nvPr/>
            </p:nvSpPr>
            <p:spPr>
              <a:xfrm rot="10800000">
                <a:off x="962780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3" name="Rectangle 482">
                <a:extLst>
                  <a:ext uri="{FF2B5EF4-FFF2-40B4-BE49-F238E27FC236}">
                    <a16:creationId xmlns:a16="http://schemas.microsoft.com/office/drawing/2014/main" id="{2CD673F7-DEEA-0A62-B02F-E9FF5A9EBAD4}"/>
                  </a:ext>
                </a:extLst>
              </p:cNvPr>
              <p:cNvSpPr/>
              <p:nvPr/>
            </p:nvSpPr>
            <p:spPr>
              <a:xfrm rot="10800000">
                <a:off x="952737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4" name="Rectangle 483">
                <a:extLst>
                  <a:ext uri="{FF2B5EF4-FFF2-40B4-BE49-F238E27FC236}">
                    <a16:creationId xmlns:a16="http://schemas.microsoft.com/office/drawing/2014/main" id="{DDF9330C-BA8E-AC61-562E-13261A8A0924}"/>
                  </a:ext>
                </a:extLst>
              </p:cNvPr>
              <p:cNvSpPr/>
              <p:nvPr/>
            </p:nvSpPr>
            <p:spPr>
              <a:xfrm rot="10800000">
                <a:off x="942695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5" name="Rectangle 484">
                <a:extLst>
                  <a:ext uri="{FF2B5EF4-FFF2-40B4-BE49-F238E27FC236}">
                    <a16:creationId xmlns:a16="http://schemas.microsoft.com/office/drawing/2014/main" id="{4679C613-EC8C-B741-96B6-4D790AEE1B7E}"/>
                  </a:ext>
                </a:extLst>
              </p:cNvPr>
              <p:cNvSpPr/>
              <p:nvPr/>
            </p:nvSpPr>
            <p:spPr>
              <a:xfrm rot="10800000">
                <a:off x="932653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6" name="Rectangle 485">
                <a:extLst>
                  <a:ext uri="{FF2B5EF4-FFF2-40B4-BE49-F238E27FC236}">
                    <a16:creationId xmlns:a16="http://schemas.microsoft.com/office/drawing/2014/main" id="{6B72A903-09BC-B3F7-7F4D-9125A8BB5F7F}"/>
                  </a:ext>
                </a:extLst>
              </p:cNvPr>
              <p:cNvSpPr/>
              <p:nvPr/>
            </p:nvSpPr>
            <p:spPr>
              <a:xfrm rot="10800000">
                <a:off x="922610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7" name="Rectangle 486">
                <a:extLst>
                  <a:ext uri="{FF2B5EF4-FFF2-40B4-BE49-F238E27FC236}">
                    <a16:creationId xmlns:a16="http://schemas.microsoft.com/office/drawing/2014/main" id="{DAD02714-0A11-022B-7E1F-277EC12B9DDB}"/>
                  </a:ext>
                </a:extLst>
              </p:cNvPr>
              <p:cNvSpPr/>
              <p:nvPr/>
            </p:nvSpPr>
            <p:spPr>
              <a:xfrm rot="10800000">
                <a:off x="912568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8" name="Rectangle 487">
                <a:extLst>
                  <a:ext uri="{FF2B5EF4-FFF2-40B4-BE49-F238E27FC236}">
                    <a16:creationId xmlns:a16="http://schemas.microsoft.com/office/drawing/2014/main" id="{BF020F6F-1175-E939-4A3F-0E0013F02A7B}"/>
                  </a:ext>
                </a:extLst>
              </p:cNvPr>
              <p:cNvSpPr/>
              <p:nvPr/>
            </p:nvSpPr>
            <p:spPr>
              <a:xfrm rot="10800000">
                <a:off x="902526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9" name="Rectangle 488">
                <a:extLst>
                  <a:ext uri="{FF2B5EF4-FFF2-40B4-BE49-F238E27FC236}">
                    <a16:creationId xmlns:a16="http://schemas.microsoft.com/office/drawing/2014/main" id="{099DB4CA-CBD2-2781-A669-8265A26BF7CC}"/>
                  </a:ext>
                </a:extLst>
              </p:cNvPr>
              <p:cNvSpPr/>
              <p:nvPr/>
            </p:nvSpPr>
            <p:spPr>
              <a:xfrm rot="10800000">
                <a:off x="892483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0" name="Rectangle 489">
                <a:extLst>
                  <a:ext uri="{FF2B5EF4-FFF2-40B4-BE49-F238E27FC236}">
                    <a16:creationId xmlns:a16="http://schemas.microsoft.com/office/drawing/2014/main" id="{C0ED555B-B56C-B0B0-3825-069BE80D27E7}"/>
                  </a:ext>
                </a:extLst>
              </p:cNvPr>
              <p:cNvSpPr/>
              <p:nvPr/>
            </p:nvSpPr>
            <p:spPr>
              <a:xfrm rot="10800000">
                <a:off x="882441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1" name="Rectangle 490">
                <a:extLst>
                  <a:ext uri="{FF2B5EF4-FFF2-40B4-BE49-F238E27FC236}">
                    <a16:creationId xmlns:a16="http://schemas.microsoft.com/office/drawing/2014/main" id="{301B5A7D-1CDC-6A0E-EA36-F96E31DDFEDD}"/>
                  </a:ext>
                </a:extLst>
              </p:cNvPr>
              <p:cNvSpPr/>
              <p:nvPr/>
            </p:nvSpPr>
            <p:spPr>
              <a:xfrm rot="10800000">
                <a:off x="872399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2" name="Rectangle 491">
                <a:extLst>
                  <a:ext uri="{FF2B5EF4-FFF2-40B4-BE49-F238E27FC236}">
                    <a16:creationId xmlns:a16="http://schemas.microsoft.com/office/drawing/2014/main" id="{185FA1F9-1E6A-C1B6-33A4-DD12644B4F39}"/>
                  </a:ext>
                </a:extLst>
              </p:cNvPr>
              <p:cNvSpPr/>
              <p:nvPr/>
            </p:nvSpPr>
            <p:spPr>
              <a:xfrm rot="10800000">
                <a:off x="862357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3" name="Rectangle 492">
                <a:extLst>
                  <a:ext uri="{FF2B5EF4-FFF2-40B4-BE49-F238E27FC236}">
                    <a16:creationId xmlns:a16="http://schemas.microsoft.com/office/drawing/2014/main" id="{3C5694C9-1C08-9921-8C84-08AAC02000C1}"/>
                  </a:ext>
                </a:extLst>
              </p:cNvPr>
              <p:cNvSpPr/>
              <p:nvPr/>
            </p:nvSpPr>
            <p:spPr>
              <a:xfrm rot="10800000">
                <a:off x="8523148"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4" name="Rectangle 493">
                <a:extLst>
                  <a:ext uri="{FF2B5EF4-FFF2-40B4-BE49-F238E27FC236}">
                    <a16:creationId xmlns:a16="http://schemas.microsoft.com/office/drawing/2014/main" id="{9CE7B0E9-8C17-849E-FA92-48454ADDF9D7}"/>
                  </a:ext>
                </a:extLst>
              </p:cNvPr>
              <p:cNvSpPr/>
              <p:nvPr/>
            </p:nvSpPr>
            <p:spPr>
              <a:xfrm rot="10800000">
                <a:off x="8422725"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5" name="Rectangle 494">
                <a:extLst>
                  <a:ext uri="{FF2B5EF4-FFF2-40B4-BE49-F238E27FC236}">
                    <a16:creationId xmlns:a16="http://schemas.microsoft.com/office/drawing/2014/main" id="{5467B179-BDAC-637D-7B3D-439FEBC1C8C7}"/>
                  </a:ext>
                </a:extLst>
              </p:cNvPr>
              <p:cNvSpPr/>
              <p:nvPr/>
            </p:nvSpPr>
            <p:spPr>
              <a:xfrm rot="10800000">
                <a:off x="8322302"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6" name="Rectangle 495">
                <a:extLst>
                  <a:ext uri="{FF2B5EF4-FFF2-40B4-BE49-F238E27FC236}">
                    <a16:creationId xmlns:a16="http://schemas.microsoft.com/office/drawing/2014/main" id="{BC3530E7-2F76-E13E-3440-46A49D02C716}"/>
                  </a:ext>
                </a:extLst>
              </p:cNvPr>
              <p:cNvSpPr/>
              <p:nvPr/>
            </p:nvSpPr>
            <p:spPr>
              <a:xfrm rot="10800000">
                <a:off x="8221879"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7" name="Rectangle 496">
                <a:extLst>
                  <a:ext uri="{FF2B5EF4-FFF2-40B4-BE49-F238E27FC236}">
                    <a16:creationId xmlns:a16="http://schemas.microsoft.com/office/drawing/2014/main" id="{2FC51EB0-3680-7DE0-5667-D12FD07F01E6}"/>
                  </a:ext>
                </a:extLst>
              </p:cNvPr>
              <p:cNvSpPr/>
              <p:nvPr/>
            </p:nvSpPr>
            <p:spPr>
              <a:xfrm rot="10800000">
                <a:off x="8121456"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8" name="Rectangle 497">
                <a:extLst>
                  <a:ext uri="{FF2B5EF4-FFF2-40B4-BE49-F238E27FC236}">
                    <a16:creationId xmlns:a16="http://schemas.microsoft.com/office/drawing/2014/main" id="{1374DD3F-745A-F79B-86EB-BEEED27E2A55}"/>
                  </a:ext>
                </a:extLst>
              </p:cNvPr>
              <p:cNvSpPr/>
              <p:nvPr/>
            </p:nvSpPr>
            <p:spPr>
              <a:xfrm rot="10800000">
                <a:off x="8021033"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A68696E4-3DFF-BEE9-0011-2A775C521E20}"/>
                  </a:ext>
                </a:extLst>
              </p:cNvPr>
              <p:cNvSpPr/>
              <p:nvPr/>
            </p:nvSpPr>
            <p:spPr>
              <a:xfrm rot="10800000">
                <a:off x="7920610"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0" name="Rectangle 499">
                <a:extLst>
                  <a:ext uri="{FF2B5EF4-FFF2-40B4-BE49-F238E27FC236}">
                    <a16:creationId xmlns:a16="http://schemas.microsoft.com/office/drawing/2014/main" id="{7429AD73-6995-119F-F516-73B84F73E88E}"/>
                  </a:ext>
                </a:extLst>
              </p:cNvPr>
              <p:cNvSpPr/>
              <p:nvPr/>
            </p:nvSpPr>
            <p:spPr>
              <a:xfrm rot="10800000">
                <a:off x="7820187"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1" name="Rectangle 500">
                <a:extLst>
                  <a:ext uri="{FF2B5EF4-FFF2-40B4-BE49-F238E27FC236}">
                    <a16:creationId xmlns:a16="http://schemas.microsoft.com/office/drawing/2014/main" id="{3C394973-179D-3A5C-143E-46AFE97AEA3D}"/>
                  </a:ext>
                </a:extLst>
              </p:cNvPr>
              <p:cNvSpPr/>
              <p:nvPr/>
            </p:nvSpPr>
            <p:spPr>
              <a:xfrm rot="10800000">
                <a:off x="7719764"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2" name="Rectangle 501">
                <a:extLst>
                  <a:ext uri="{FF2B5EF4-FFF2-40B4-BE49-F238E27FC236}">
                    <a16:creationId xmlns:a16="http://schemas.microsoft.com/office/drawing/2014/main" id="{F14531C4-B5AD-4F7A-79C3-B811E98DAE58}"/>
                  </a:ext>
                </a:extLst>
              </p:cNvPr>
              <p:cNvSpPr/>
              <p:nvPr/>
            </p:nvSpPr>
            <p:spPr>
              <a:xfrm rot="10800000">
                <a:off x="7619341" y="3982298"/>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83" name="Group 1982">
              <a:extLst>
                <a:ext uri="{FF2B5EF4-FFF2-40B4-BE49-F238E27FC236}">
                  <a16:creationId xmlns:a16="http://schemas.microsoft.com/office/drawing/2014/main" id="{85B6E523-DC32-066E-E97B-A97BB52948B1}"/>
                </a:ext>
              </a:extLst>
            </p:cNvPr>
            <p:cNvGrpSpPr/>
            <p:nvPr/>
          </p:nvGrpSpPr>
          <p:grpSpPr>
            <a:xfrm>
              <a:off x="7469278" y="2510807"/>
              <a:ext cx="1918406" cy="360608"/>
              <a:chOff x="7709654" y="3386227"/>
              <a:chExt cx="2107259" cy="396107"/>
            </a:xfrm>
          </p:grpSpPr>
          <p:grpSp>
            <p:nvGrpSpPr>
              <p:cNvPr id="4" name="Group 3">
                <a:extLst>
                  <a:ext uri="{FF2B5EF4-FFF2-40B4-BE49-F238E27FC236}">
                    <a16:creationId xmlns:a16="http://schemas.microsoft.com/office/drawing/2014/main" id="{D67721C4-54EE-A350-DE06-D149025D1CFA}"/>
                  </a:ext>
                </a:extLst>
              </p:cNvPr>
              <p:cNvGrpSpPr/>
              <p:nvPr/>
            </p:nvGrpSpPr>
            <p:grpSpPr>
              <a:xfrm rot="10800000" flipH="1">
                <a:off x="7709654" y="3386227"/>
                <a:ext cx="397619" cy="396106"/>
                <a:chOff x="7383761" y="5206905"/>
                <a:chExt cx="796285" cy="793255"/>
              </a:xfrm>
            </p:grpSpPr>
            <p:grpSp>
              <p:nvGrpSpPr>
                <p:cNvPr id="229" name="Group 228">
                  <a:extLst>
                    <a:ext uri="{FF2B5EF4-FFF2-40B4-BE49-F238E27FC236}">
                      <a16:creationId xmlns:a16="http://schemas.microsoft.com/office/drawing/2014/main" id="{137A0922-1226-68D6-7C34-3D751A75E393}"/>
                    </a:ext>
                  </a:extLst>
                </p:cNvPr>
                <p:cNvGrpSpPr/>
                <p:nvPr/>
              </p:nvGrpSpPr>
              <p:grpSpPr>
                <a:xfrm>
                  <a:off x="7586157" y="5206905"/>
                  <a:ext cx="593889" cy="593625"/>
                  <a:chOff x="1910636" y="2494271"/>
                  <a:chExt cx="593889" cy="593625"/>
                </a:xfrm>
              </p:grpSpPr>
              <p:sp>
                <p:nvSpPr>
                  <p:cNvPr id="843" name="Rectangle 842">
                    <a:extLst>
                      <a:ext uri="{FF2B5EF4-FFF2-40B4-BE49-F238E27FC236}">
                        <a16:creationId xmlns:a16="http://schemas.microsoft.com/office/drawing/2014/main" id="{5962BE3E-C1F2-3961-260E-3B77683AFB5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4" name="Rectangle 843">
                    <a:extLst>
                      <a:ext uri="{FF2B5EF4-FFF2-40B4-BE49-F238E27FC236}">
                        <a16:creationId xmlns:a16="http://schemas.microsoft.com/office/drawing/2014/main" id="{866252E1-5622-FAFA-1673-46AE10117E4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5" name="Rectangle 844">
                    <a:extLst>
                      <a:ext uri="{FF2B5EF4-FFF2-40B4-BE49-F238E27FC236}">
                        <a16:creationId xmlns:a16="http://schemas.microsoft.com/office/drawing/2014/main" id="{241CB0C1-0768-2F80-DE6A-A986137212A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6" name="Rectangle 845">
                    <a:extLst>
                      <a:ext uri="{FF2B5EF4-FFF2-40B4-BE49-F238E27FC236}">
                        <a16:creationId xmlns:a16="http://schemas.microsoft.com/office/drawing/2014/main" id="{AF6B78B7-531E-D412-7694-95387A2E098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7" name="Rectangle 846">
                    <a:extLst>
                      <a:ext uri="{FF2B5EF4-FFF2-40B4-BE49-F238E27FC236}">
                        <a16:creationId xmlns:a16="http://schemas.microsoft.com/office/drawing/2014/main" id="{9D95B485-87B9-DB58-832D-38F679B106C0}"/>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8" name="Rectangle 847">
                    <a:extLst>
                      <a:ext uri="{FF2B5EF4-FFF2-40B4-BE49-F238E27FC236}">
                        <a16:creationId xmlns:a16="http://schemas.microsoft.com/office/drawing/2014/main" id="{19F90D75-5E2F-75E7-E9F2-4B3845290E2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9" name="Rectangle 848">
                    <a:extLst>
                      <a:ext uri="{FF2B5EF4-FFF2-40B4-BE49-F238E27FC236}">
                        <a16:creationId xmlns:a16="http://schemas.microsoft.com/office/drawing/2014/main" id="{9104E035-14FB-AD3F-873E-7D225B62828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0" name="Rectangle 849">
                    <a:extLst>
                      <a:ext uri="{FF2B5EF4-FFF2-40B4-BE49-F238E27FC236}">
                        <a16:creationId xmlns:a16="http://schemas.microsoft.com/office/drawing/2014/main" id="{DDEBC2B9-D5C6-AA53-4B45-0A9B25E8AC2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1" name="Rectangle 850">
                    <a:extLst>
                      <a:ext uri="{FF2B5EF4-FFF2-40B4-BE49-F238E27FC236}">
                        <a16:creationId xmlns:a16="http://schemas.microsoft.com/office/drawing/2014/main" id="{94DEA8A3-AD4E-1EBE-FA86-718EC89536C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0" name="Group 229">
                  <a:extLst>
                    <a:ext uri="{FF2B5EF4-FFF2-40B4-BE49-F238E27FC236}">
                      <a16:creationId xmlns:a16="http://schemas.microsoft.com/office/drawing/2014/main" id="{C22397A4-6FAD-F445-BC24-7F44FB890674}"/>
                    </a:ext>
                  </a:extLst>
                </p:cNvPr>
                <p:cNvGrpSpPr/>
                <p:nvPr/>
              </p:nvGrpSpPr>
              <p:grpSpPr>
                <a:xfrm>
                  <a:off x="7487213" y="5307553"/>
                  <a:ext cx="593889" cy="593625"/>
                  <a:chOff x="1910636" y="2494271"/>
                  <a:chExt cx="593889" cy="593625"/>
                </a:xfrm>
              </p:grpSpPr>
              <p:sp>
                <p:nvSpPr>
                  <p:cNvPr id="351" name="Rectangle 350">
                    <a:extLst>
                      <a:ext uri="{FF2B5EF4-FFF2-40B4-BE49-F238E27FC236}">
                        <a16:creationId xmlns:a16="http://schemas.microsoft.com/office/drawing/2014/main" id="{359FB32C-3F34-F99B-958E-CFA9E3D20FD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5" name="Rectangle 834">
                    <a:extLst>
                      <a:ext uri="{FF2B5EF4-FFF2-40B4-BE49-F238E27FC236}">
                        <a16:creationId xmlns:a16="http://schemas.microsoft.com/office/drawing/2014/main" id="{943B5D76-575F-537A-757D-EB577080987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6" name="Rectangle 835">
                    <a:extLst>
                      <a:ext uri="{FF2B5EF4-FFF2-40B4-BE49-F238E27FC236}">
                        <a16:creationId xmlns:a16="http://schemas.microsoft.com/office/drawing/2014/main" id="{DC700E84-5C6B-3A38-5C01-2CDEBEC22284}"/>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7" name="Rectangle 836">
                    <a:extLst>
                      <a:ext uri="{FF2B5EF4-FFF2-40B4-BE49-F238E27FC236}">
                        <a16:creationId xmlns:a16="http://schemas.microsoft.com/office/drawing/2014/main" id="{CECABD00-1CE2-461E-1470-5A03AC2A0C6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8" name="Rectangle 837">
                    <a:extLst>
                      <a:ext uri="{FF2B5EF4-FFF2-40B4-BE49-F238E27FC236}">
                        <a16:creationId xmlns:a16="http://schemas.microsoft.com/office/drawing/2014/main" id="{4A1D2F35-CAEA-B96A-517F-7C1D398E1146}"/>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9" name="Rectangle 838">
                    <a:extLst>
                      <a:ext uri="{FF2B5EF4-FFF2-40B4-BE49-F238E27FC236}">
                        <a16:creationId xmlns:a16="http://schemas.microsoft.com/office/drawing/2014/main" id="{4B2AB091-A303-BF28-2DEF-DB5E2EDAEDC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0" name="Rectangle 839">
                    <a:extLst>
                      <a:ext uri="{FF2B5EF4-FFF2-40B4-BE49-F238E27FC236}">
                        <a16:creationId xmlns:a16="http://schemas.microsoft.com/office/drawing/2014/main" id="{9539568C-DFA7-B84B-F80B-C996F600210D}"/>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1" name="Rectangle 840">
                    <a:extLst>
                      <a:ext uri="{FF2B5EF4-FFF2-40B4-BE49-F238E27FC236}">
                        <a16:creationId xmlns:a16="http://schemas.microsoft.com/office/drawing/2014/main" id="{6FDB3C2B-EF8D-BB6B-137D-FA195A3C8FE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2" name="Rectangle 841">
                    <a:extLst>
                      <a:ext uri="{FF2B5EF4-FFF2-40B4-BE49-F238E27FC236}">
                        <a16:creationId xmlns:a16="http://schemas.microsoft.com/office/drawing/2014/main" id="{CC7BC672-F54B-2CEC-513E-CE0CBDB2267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1" name="Group 230">
                  <a:extLst>
                    <a:ext uri="{FF2B5EF4-FFF2-40B4-BE49-F238E27FC236}">
                      <a16:creationId xmlns:a16="http://schemas.microsoft.com/office/drawing/2014/main" id="{73333CFC-C54A-80D4-6120-6EBE7E025E38}"/>
                    </a:ext>
                  </a:extLst>
                </p:cNvPr>
                <p:cNvGrpSpPr/>
                <p:nvPr/>
              </p:nvGrpSpPr>
              <p:grpSpPr>
                <a:xfrm>
                  <a:off x="7383761" y="5406535"/>
                  <a:ext cx="593889" cy="593625"/>
                  <a:chOff x="1910636" y="2494271"/>
                  <a:chExt cx="593889" cy="593625"/>
                </a:xfrm>
              </p:grpSpPr>
              <p:sp>
                <p:nvSpPr>
                  <p:cNvPr id="264" name="Rectangle 263">
                    <a:extLst>
                      <a:ext uri="{FF2B5EF4-FFF2-40B4-BE49-F238E27FC236}">
                        <a16:creationId xmlns:a16="http://schemas.microsoft.com/office/drawing/2014/main" id="{6367B283-DEB5-B284-A12A-AA6899354BC4}"/>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5" name="Rectangle 264">
                    <a:extLst>
                      <a:ext uri="{FF2B5EF4-FFF2-40B4-BE49-F238E27FC236}">
                        <a16:creationId xmlns:a16="http://schemas.microsoft.com/office/drawing/2014/main" id="{D84DCB21-B0BB-242A-6E1B-B82E40C8A21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Rectangle 266">
                    <a:extLst>
                      <a:ext uri="{FF2B5EF4-FFF2-40B4-BE49-F238E27FC236}">
                        <a16:creationId xmlns:a16="http://schemas.microsoft.com/office/drawing/2014/main" id="{79E341AC-DC96-6359-0E8C-F81966BD013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5" name="Rectangle 344">
                    <a:extLst>
                      <a:ext uri="{FF2B5EF4-FFF2-40B4-BE49-F238E27FC236}">
                        <a16:creationId xmlns:a16="http://schemas.microsoft.com/office/drawing/2014/main" id="{53057531-4053-ED9B-4EB5-75025019EAB1}"/>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6" name="Rectangle 345">
                    <a:extLst>
                      <a:ext uri="{FF2B5EF4-FFF2-40B4-BE49-F238E27FC236}">
                        <a16:creationId xmlns:a16="http://schemas.microsoft.com/office/drawing/2014/main" id="{371FD24A-F164-9F48-B476-1426596DAA67}"/>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7" name="Rectangle 346">
                    <a:extLst>
                      <a:ext uri="{FF2B5EF4-FFF2-40B4-BE49-F238E27FC236}">
                        <a16:creationId xmlns:a16="http://schemas.microsoft.com/office/drawing/2014/main" id="{4CB49884-389E-3187-00D2-B009BD51B11C}"/>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8" name="Rectangle 347">
                    <a:extLst>
                      <a:ext uri="{FF2B5EF4-FFF2-40B4-BE49-F238E27FC236}">
                        <a16:creationId xmlns:a16="http://schemas.microsoft.com/office/drawing/2014/main" id="{8B58886D-C27A-D96E-3AFF-ED8418745B10}"/>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9" name="Rectangle 348">
                    <a:extLst>
                      <a:ext uri="{FF2B5EF4-FFF2-40B4-BE49-F238E27FC236}">
                        <a16:creationId xmlns:a16="http://schemas.microsoft.com/office/drawing/2014/main" id="{0F9E5727-7332-2ABA-00F0-8C66934310FF}"/>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0" name="Rectangle 349">
                    <a:extLst>
                      <a:ext uri="{FF2B5EF4-FFF2-40B4-BE49-F238E27FC236}">
                        <a16:creationId xmlns:a16="http://schemas.microsoft.com/office/drawing/2014/main" id="{E28AD42D-9880-3901-227D-596AC98FDE4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5" name="Group 4">
                <a:extLst>
                  <a:ext uri="{FF2B5EF4-FFF2-40B4-BE49-F238E27FC236}">
                    <a16:creationId xmlns:a16="http://schemas.microsoft.com/office/drawing/2014/main" id="{51C3D5D8-8D6D-7EBE-1DB0-7A2CF76F1D5B}"/>
                  </a:ext>
                </a:extLst>
              </p:cNvPr>
              <p:cNvGrpSpPr/>
              <p:nvPr/>
            </p:nvGrpSpPr>
            <p:grpSpPr>
              <a:xfrm rot="10800000" flipH="1">
                <a:off x="8051582" y="3386227"/>
                <a:ext cx="397619" cy="396106"/>
                <a:chOff x="9651794" y="5208440"/>
                <a:chExt cx="796285" cy="793255"/>
              </a:xfrm>
            </p:grpSpPr>
            <p:grpSp>
              <p:nvGrpSpPr>
                <p:cNvPr id="199" name="Group 198">
                  <a:extLst>
                    <a:ext uri="{FF2B5EF4-FFF2-40B4-BE49-F238E27FC236}">
                      <a16:creationId xmlns:a16="http://schemas.microsoft.com/office/drawing/2014/main" id="{5112DF91-3259-A8A3-6ED1-D19F7546B015}"/>
                    </a:ext>
                  </a:extLst>
                </p:cNvPr>
                <p:cNvGrpSpPr/>
                <p:nvPr/>
              </p:nvGrpSpPr>
              <p:grpSpPr>
                <a:xfrm>
                  <a:off x="9854190" y="5208440"/>
                  <a:ext cx="593889" cy="593625"/>
                  <a:chOff x="1910636" y="2494271"/>
                  <a:chExt cx="593889" cy="593625"/>
                </a:xfrm>
              </p:grpSpPr>
              <p:sp>
                <p:nvSpPr>
                  <p:cNvPr id="220" name="Rectangle 219">
                    <a:extLst>
                      <a:ext uri="{FF2B5EF4-FFF2-40B4-BE49-F238E27FC236}">
                        <a16:creationId xmlns:a16="http://schemas.microsoft.com/office/drawing/2014/main" id="{01102846-E1B2-20A5-8724-FDA7E685F481}"/>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1" name="Rectangle 220">
                    <a:extLst>
                      <a:ext uri="{FF2B5EF4-FFF2-40B4-BE49-F238E27FC236}">
                        <a16:creationId xmlns:a16="http://schemas.microsoft.com/office/drawing/2014/main" id="{F597B530-88EE-33ED-C2FA-73F1AC4826B4}"/>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2" name="Rectangle 221">
                    <a:extLst>
                      <a:ext uri="{FF2B5EF4-FFF2-40B4-BE49-F238E27FC236}">
                        <a16:creationId xmlns:a16="http://schemas.microsoft.com/office/drawing/2014/main" id="{6D984B7B-83A9-F411-04C3-A00717E2A80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3" name="Rectangle 222">
                    <a:extLst>
                      <a:ext uri="{FF2B5EF4-FFF2-40B4-BE49-F238E27FC236}">
                        <a16:creationId xmlns:a16="http://schemas.microsoft.com/office/drawing/2014/main" id="{8047B9EE-A1EC-D122-EE41-2910C16EAA6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4" name="Rectangle 223">
                    <a:extLst>
                      <a:ext uri="{FF2B5EF4-FFF2-40B4-BE49-F238E27FC236}">
                        <a16:creationId xmlns:a16="http://schemas.microsoft.com/office/drawing/2014/main" id="{1CE4831E-66BA-9CBD-2F94-A0B63F41AC19}"/>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Rectangle 224">
                    <a:extLst>
                      <a:ext uri="{FF2B5EF4-FFF2-40B4-BE49-F238E27FC236}">
                        <a16:creationId xmlns:a16="http://schemas.microsoft.com/office/drawing/2014/main" id="{85530157-4D10-5138-410D-8D3904B95B4E}"/>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Rectangle 225">
                    <a:extLst>
                      <a:ext uri="{FF2B5EF4-FFF2-40B4-BE49-F238E27FC236}">
                        <a16:creationId xmlns:a16="http://schemas.microsoft.com/office/drawing/2014/main" id="{A0D6938A-4BA6-8571-D682-C173BEEF2FFC}"/>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Rectangle 226">
                    <a:extLst>
                      <a:ext uri="{FF2B5EF4-FFF2-40B4-BE49-F238E27FC236}">
                        <a16:creationId xmlns:a16="http://schemas.microsoft.com/office/drawing/2014/main" id="{61A897D5-9514-1F64-0EB3-484A2E81DD12}"/>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Rectangle 227">
                    <a:extLst>
                      <a:ext uri="{FF2B5EF4-FFF2-40B4-BE49-F238E27FC236}">
                        <a16:creationId xmlns:a16="http://schemas.microsoft.com/office/drawing/2014/main" id="{2171A840-F89F-6043-F683-700CF480CA37}"/>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0" name="Group 199">
                  <a:extLst>
                    <a:ext uri="{FF2B5EF4-FFF2-40B4-BE49-F238E27FC236}">
                      <a16:creationId xmlns:a16="http://schemas.microsoft.com/office/drawing/2014/main" id="{A987DDE3-59BB-4B9F-0412-B4BFE68FFEA8}"/>
                    </a:ext>
                  </a:extLst>
                </p:cNvPr>
                <p:cNvGrpSpPr/>
                <p:nvPr/>
              </p:nvGrpSpPr>
              <p:grpSpPr>
                <a:xfrm>
                  <a:off x="9755246" y="5309088"/>
                  <a:ext cx="593889" cy="593625"/>
                  <a:chOff x="1910636" y="2494271"/>
                  <a:chExt cx="593889" cy="593625"/>
                </a:xfrm>
              </p:grpSpPr>
              <p:sp>
                <p:nvSpPr>
                  <p:cNvPr id="211" name="Rectangle 210">
                    <a:extLst>
                      <a:ext uri="{FF2B5EF4-FFF2-40B4-BE49-F238E27FC236}">
                        <a16:creationId xmlns:a16="http://schemas.microsoft.com/office/drawing/2014/main" id="{4B5EF2D4-A411-114D-274F-0D2743782F46}"/>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4A5E4C88-B02A-ED18-61A6-D86B08ED87B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a:extLst>
                      <a:ext uri="{FF2B5EF4-FFF2-40B4-BE49-F238E27FC236}">
                        <a16:creationId xmlns:a16="http://schemas.microsoft.com/office/drawing/2014/main" id="{413DC161-EC48-E8E9-4571-B0A1AB8508A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a:extLst>
                      <a:ext uri="{FF2B5EF4-FFF2-40B4-BE49-F238E27FC236}">
                        <a16:creationId xmlns:a16="http://schemas.microsoft.com/office/drawing/2014/main" id="{68E2D80F-298A-29DE-8AEA-FBCFADFDCC3C}"/>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a:extLst>
                      <a:ext uri="{FF2B5EF4-FFF2-40B4-BE49-F238E27FC236}">
                        <a16:creationId xmlns:a16="http://schemas.microsoft.com/office/drawing/2014/main" id="{EAE50553-06B7-0649-1F72-C36C42D5AFB6}"/>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Rectangle 215">
                    <a:extLst>
                      <a:ext uri="{FF2B5EF4-FFF2-40B4-BE49-F238E27FC236}">
                        <a16:creationId xmlns:a16="http://schemas.microsoft.com/office/drawing/2014/main" id="{79B95F58-4621-9BCF-0A36-E808EB081113}"/>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7" name="Rectangle 216">
                    <a:extLst>
                      <a:ext uri="{FF2B5EF4-FFF2-40B4-BE49-F238E27FC236}">
                        <a16:creationId xmlns:a16="http://schemas.microsoft.com/office/drawing/2014/main" id="{22AD876D-F953-285E-A77F-EF373A55A1F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8" name="Rectangle 217">
                    <a:extLst>
                      <a:ext uri="{FF2B5EF4-FFF2-40B4-BE49-F238E27FC236}">
                        <a16:creationId xmlns:a16="http://schemas.microsoft.com/office/drawing/2014/main" id="{5C7C3E4C-D92A-0078-5A73-EF083C36EF1D}"/>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9" name="Rectangle 218">
                    <a:extLst>
                      <a:ext uri="{FF2B5EF4-FFF2-40B4-BE49-F238E27FC236}">
                        <a16:creationId xmlns:a16="http://schemas.microsoft.com/office/drawing/2014/main" id="{7BF6DE8B-87D6-9E15-8AA7-0ED766B742C5}"/>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1" name="Group 200">
                  <a:extLst>
                    <a:ext uri="{FF2B5EF4-FFF2-40B4-BE49-F238E27FC236}">
                      <a16:creationId xmlns:a16="http://schemas.microsoft.com/office/drawing/2014/main" id="{FE320766-01C2-DCC2-019C-B26739FD8C8F}"/>
                    </a:ext>
                  </a:extLst>
                </p:cNvPr>
                <p:cNvGrpSpPr/>
                <p:nvPr/>
              </p:nvGrpSpPr>
              <p:grpSpPr>
                <a:xfrm>
                  <a:off x="9651794" y="5408070"/>
                  <a:ext cx="593889" cy="593625"/>
                  <a:chOff x="1910636" y="2494271"/>
                  <a:chExt cx="593889" cy="593625"/>
                </a:xfrm>
              </p:grpSpPr>
              <p:sp>
                <p:nvSpPr>
                  <p:cNvPr id="202" name="Rectangle 201">
                    <a:extLst>
                      <a:ext uri="{FF2B5EF4-FFF2-40B4-BE49-F238E27FC236}">
                        <a16:creationId xmlns:a16="http://schemas.microsoft.com/office/drawing/2014/main" id="{CD6A7B34-FBD7-C7BB-B542-FDE176F89EB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Rectangle 202">
                    <a:extLst>
                      <a:ext uri="{FF2B5EF4-FFF2-40B4-BE49-F238E27FC236}">
                        <a16:creationId xmlns:a16="http://schemas.microsoft.com/office/drawing/2014/main" id="{F8FA4609-8F46-ECBC-2F77-B2BB6D21EFA1}"/>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4" name="Rectangle 203">
                    <a:extLst>
                      <a:ext uri="{FF2B5EF4-FFF2-40B4-BE49-F238E27FC236}">
                        <a16:creationId xmlns:a16="http://schemas.microsoft.com/office/drawing/2014/main" id="{D5BDB4E1-9B2F-DCB6-BB05-D83D9B08C71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 name="Rectangle 204">
                    <a:extLst>
                      <a:ext uri="{FF2B5EF4-FFF2-40B4-BE49-F238E27FC236}">
                        <a16:creationId xmlns:a16="http://schemas.microsoft.com/office/drawing/2014/main" id="{F5E7A608-43A1-5C22-C7DE-13FA3356152B}"/>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 name="Rectangle 205">
                    <a:extLst>
                      <a:ext uri="{FF2B5EF4-FFF2-40B4-BE49-F238E27FC236}">
                        <a16:creationId xmlns:a16="http://schemas.microsoft.com/office/drawing/2014/main" id="{6DC7FC47-82F5-2D3C-D798-40DA2A4C1AA1}"/>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Rectangle 206">
                    <a:extLst>
                      <a:ext uri="{FF2B5EF4-FFF2-40B4-BE49-F238E27FC236}">
                        <a16:creationId xmlns:a16="http://schemas.microsoft.com/office/drawing/2014/main" id="{3FF79487-67CF-9D3E-FB6A-E5071A6F8942}"/>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Rectangle 207">
                    <a:extLst>
                      <a:ext uri="{FF2B5EF4-FFF2-40B4-BE49-F238E27FC236}">
                        <a16:creationId xmlns:a16="http://schemas.microsoft.com/office/drawing/2014/main" id="{FFE80ABD-530D-1901-0EA4-235B2532259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Rectangle 208">
                    <a:extLst>
                      <a:ext uri="{FF2B5EF4-FFF2-40B4-BE49-F238E27FC236}">
                        <a16:creationId xmlns:a16="http://schemas.microsoft.com/office/drawing/2014/main" id="{0EAB746D-B941-147A-1F2A-7B9D59DDEE4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Rectangle 209">
                    <a:extLst>
                      <a:ext uri="{FF2B5EF4-FFF2-40B4-BE49-F238E27FC236}">
                        <a16:creationId xmlns:a16="http://schemas.microsoft.com/office/drawing/2014/main" id="{CC2C54CF-30CF-06D8-81A0-A3F2D2D3A01A}"/>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a:extLst>
                  <a:ext uri="{FF2B5EF4-FFF2-40B4-BE49-F238E27FC236}">
                    <a16:creationId xmlns:a16="http://schemas.microsoft.com/office/drawing/2014/main" id="{1D3A8976-D807-B30E-DCE3-1B0640BF0500}"/>
                  </a:ext>
                </a:extLst>
              </p:cNvPr>
              <p:cNvGrpSpPr/>
              <p:nvPr/>
            </p:nvGrpSpPr>
            <p:grpSpPr>
              <a:xfrm rot="10800000" flipH="1">
                <a:off x="8393510" y="3386227"/>
                <a:ext cx="397619" cy="396106"/>
                <a:chOff x="9651794" y="5208440"/>
                <a:chExt cx="796285" cy="793255"/>
              </a:xfrm>
            </p:grpSpPr>
            <p:grpSp>
              <p:nvGrpSpPr>
                <p:cNvPr id="165" name="Group 164">
                  <a:extLst>
                    <a:ext uri="{FF2B5EF4-FFF2-40B4-BE49-F238E27FC236}">
                      <a16:creationId xmlns:a16="http://schemas.microsoft.com/office/drawing/2014/main" id="{991DAA3C-FEE4-B88B-8319-B09260ECF05E}"/>
                    </a:ext>
                  </a:extLst>
                </p:cNvPr>
                <p:cNvGrpSpPr/>
                <p:nvPr/>
              </p:nvGrpSpPr>
              <p:grpSpPr>
                <a:xfrm>
                  <a:off x="9854190" y="5208440"/>
                  <a:ext cx="593889" cy="593625"/>
                  <a:chOff x="1910636" y="2494271"/>
                  <a:chExt cx="593889" cy="593625"/>
                </a:xfrm>
              </p:grpSpPr>
              <p:sp>
                <p:nvSpPr>
                  <p:cNvPr id="190" name="Rectangle 189">
                    <a:extLst>
                      <a:ext uri="{FF2B5EF4-FFF2-40B4-BE49-F238E27FC236}">
                        <a16:creationId xmlns:a16="http://schemas.microsoft.com/office/drawing/2014/main" id="{2D16E545-9BBB-D1F3-4DE4-0852558EF610}"/>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a:extLst>
                      <a:ext uri="{FF2B5EF4-FFF2-40B4-BE49-F238E27FC236}">
                        <a16:creationId xmlns:a16="http://schemas.microsoft.com/office/drawing/2014/main" id="{7B8C6CDF-BF82-9A06-5737-A9B9D84C94A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a:extLst>
                      <a:ext uri="{FF2B5EF4-FFF2-40B4-BE49-F238E27FC236}">
                        <a16:creationId xmlns:a16="http://schemas.microsoft.com/office/drawing/2014/main" id="{BD5EEA27-3DC1-B0E5-7D47-EE580485D42A}"/>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a:extLst>
                      <a:ext uri="{FF2B5EF4-FFF2-40B4-BE49-F238E27FC236}">
                        <a16:creationId xmlns:a16="http://schemas.microsoft.com/office/drawing/2014/main" id="{E3C3594D-2E85-B505-B911-B7DF47E2993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Rectangle 193">
                    <a:extLst>
                      <a:ext uri="{FF2B5EF4-FFF2-40B4-BE49-F238E27FC236}">
                        <a16:creationId xmlns:a16="http://schemas.microsoft.com/office/drawing/2014/main" id="{8D75E62E-D35C-92DF-9839-2DAEA23AEE2F}"/>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Rectangle 194">
                    <a:extLst>
                      <a:ext uri="{FF2B5EF4-FFF2-40B4-BE49-F238E27FC236}">
                        <a16:creationId xmlns:a16="http://schemas.microsoft.com/office/drawing/2014/main" id="{F8E111B5-AAAF-ABA1-B1D5-22D5321363B9}"/>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Rectangle 195">
                    <a:extLst>
                      <a:ext uri="{FF2B5EF4-FFF2-40B4-BE49-F238E27FC236}">
                        <a16:creationId xmlns:a16="http://schemas.microsoft.com/office/drawing/2014/main" id="{DD5A040F-5152-4B7F-5D36-0E8B560FAF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a:extLst>
                      <a:ext uri="{FF2B5EF4-FFF2-40B4-BE49-F238E27FC236}">
                        <a16:creationId xmlns:a16="http://schemas.microsoft.com/office/drawing/2014/main" id="{C1B55069-8797-772A-8A1F-9B9415054C14}"/>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a:extLst>
                      <a:ext uri="{FF2B5EF4-FFF2-40B4-BE49-F238E27FC236}">
                        <a16:creationId xmlns:a16="http://schemas.microsoft.com/office/drawing/2014/main" id="{1EC468CA-1F5D-2AAB-B843-2501FC0A9D86}"/>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6" name="Group 165">
                  <a:extLst>
                    <a:ext uri="{FF2B5EF4-FFF2-40B4-BE49-F238E27FC236}">
                      <a16:creationId xmlns:a16="http://schemas.microsoft.com/office/drawing/2014/main" id="{2F4F67E1-DE9B-B918-AF24-B31057FCD128}"/>
                    </a:ext>
                  </a:extLst>
                </p:cNvPr>
                <p:cNvGrpSpPr/>
                <p:nvPr/>
              </p:nvGrpSpPr>
              <p:grpSpPr>
                <a:xfrm>
                  <a:off x="9755246" y="5309088"/>
                  <a:ext cx="593889" cy="593625"/>
                  <a:chOff x="1910636" y="2494271"/>
                  <a:chExt cx="593889" cy="593625"/>
                </a:xfrm>
              </p:grpSpPr>
              <p:sp>
                <p:nvSpPr>
                  <p:cNvPr id="181" name="Rectangle 180">
                    <a:extLst>
                      <a:ext uri="{FF2B5EF4-FFF2-40B4-BE49-F238E27FC236}">
                        <a16:creationId xmlns:a16="http://schemas.microsoft.com/office/drawing/2014/main" id="{13B2037E-2C6D-9C2F-8737-0E9B3E17FD7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Rectangle 181">
                    <a:extLst>
                      <a:ext uri="{FF2B5EF4-FFF2-40B4-BE49-F238E27FC236}">
                        <a16:creationId xmlns:a16="http://schemas.microsoft.com/office/drawing/2014/main" id="{DEAB891E-E01B-C79C-2397-4BD357D8695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0FC4F2A1-533E-EA01-379E-FAA5A3DB9B0D}"/>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ectangle 183">
                    <a:extLst>
                      <a:ext uri="{FF2B5EF4-FFF2-40B4-BE49-F238E27FC236}">
                        <a16:creationId xmlns:a16="http://schemas.microsoft.com/office/drawing/2014/main" id="{8760B971-A0B2-4620-DA4F-45C01BFFA7B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ectangle 184">
                    <a:extLst>
                      <a:ext uri="{FF2B5EF4-FFF2-40B4-BE49-F238E27FC236}">
                        <a16:creationId xmlns:a16="http://schemas.microsoft.com/office/drawing/2014/main" id="{9DDA23CC-1463-FF22-2ACA-45B4A4261FF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ectangle 185">
                    <a:extLst>
                      <a:ext uri="{FF2B5EF4-FFF2-40B4-BE49-F238E27FC236}">
                        <a16:creationId xmlns:a16="http://schemas.microsoft.com/office/drawing/2014/main" id="{F0680D28-F092-A421-56B8-B4AAE274917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6F647443-6C03-6931-3052-15EE889B15D2}"/>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 name="Rectangle 187">
                    <a:extLst>
                      <a:ext uri="{FF2B5EF4-FFF2-40B4-BE49-F238E27FC236}">
                        <a16:creationId xmlns:a16="http://schemas.microsoft.com/office/drawing/2014/main" id="{0A5C3B31-99C7-FAEC-2FD4-5DE18D72FD84}"/>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36DE3CD9-6308-1564-66A8-446F316326E1}"/>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7" name="Group 166">
                  <a:extLst>
                    <a:ext uri="{FF2B5EF4-FFF2-40B4-BE49-F238E27FC236}">
                      <a16:creationId xmlns:a16="http://schemas.microsoft.com/office/drawing/2014/main" id="{4DB14912-75BC-9E61-0B1B-095BE3ABE4FE}"/>
                    </a:ext>
                  </a:extLst>
                </p:cNvPr>
                <p:cNvGrpSpPr/>
                <p:nvPr/>
              </p:nvGrpSpPr>
              <p:grpSpPr>
                <a:xfrm>
                  <a:off x="9651794" y="5408070"/>
                  <a:ext cx="593889" cy="593625"/>
                  <a:chOff x="1910636" y="2494271"/>
                  <a:chExt cx="593889" cy="593625"/>
                </a:xfrm>
              </p:grpSpPr>
              <p:sp>
                <p:nvSpPr>
                  <p:cNvPr id="168" name="Rectangle 167">
                    <a:extLst>
                      <a:ext uri="{FF2B5EF4-FFF2-40B4-BE49-F238E27FC236}">
                        <a16:creationId xmlns:a16="http://schemas.microsoft.com/office/drawing/2014/main" id="{7E5B420D-4C3B-DA3C-1C39-5EA1D8514FF9}"/>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Rectangle 168">
                    <a:extLst>
                      <a:ext uri="{FF2B5EF4-FFF2-40B4-BE49-F238E27FC236}">
                        <a16:creationId xmlns:a16="http://schemas.microsoft.com/office/drawing/2014/main" id="{ED860510-40D6-87E1-EF49-8857A31E76C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Rectangle 169">
                    <a:extLst>
                      <a:ext uri="{FF2B5EF4-FFF2-40B4-BE49-F238E27FC236}">
                        <a16:creationId xmlns:a16="http://schemas.microsoft.com/office/drawing/2014/main" id="{95DCCD5F-336A-9270-156E-67CD4F55043B}"/>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Rectangle 170">
                    <a:extLst>
                      <a:ext uri="{FF2B5EF4-FFF2-40B4-BE49-F238E27FC236}">
                        <a16:creationId xmlns:a16="http://schemas.microsoft.com/office/drawing/2014/main" id="{4BF447FE-C823-E3D6-C316-CA0F6FC213E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 name="Rectangle 175">
                    <a:extLst>
                      <a:ext uri="{FF2B5EF4-FFF2-40B4-BE49-F238E27FC236}">
                        <a16:creationId xmlns:a16="http://schemas.microsoft.com/office/drawing/2014/main" id="{17AC7EDA-682B-42D1-CA81-B77723F3374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42FDD413-C218-9AB0-F0E5-30373F1A561D}"/>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Rectangle 177">
                    <a:extLst>
                      <a:ext uri="{FF2B5EF4-FFF2-40B4-BE49-F238E27FC236}">
                        <a16:creationId xmlns:a16="http://schemas.microsoft.com/office/drawing/2014/main" id="{221BF0FA-4AC2-67E9-0714-891B0E8D4C46}"/>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 name="Rectangle 178">
                    <a:extLst>
                      <a:ext uri="{FF2B5EF4-FFF2-40B4-BE49-F238E27FC236}">
                        <a16:creationId xmlns:a16="http://schemas.microsoft.com/office/drawing/2014/main" id="{0564BE0F-26BC-27AB-67E3-CB2AFC639BD7}"/>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Rectangle 179">
                    <a:extLst>
                      <a:ext uri="{FF2B5EF4-FFF2-40B4-BE49-F238E27FC236}">
                        <a16:creationId xmlns:a16="http://schemas.microsoft.com/office/drawing/2014/main" id="{AF33B5A2-DF88-0B5A-B5D9-AABE7A459E93}"/>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 name="Group 6">
                <a:extLst>
                  <a:ext uri="{FF2B5EF4-FFF2-40B4-BE49-F238E27FC236}">
                    <a16:creationId xmlns:a16="http://schemas.microsoft.com/office/drawing/2014/main" id="{7BE192D1-5129-1DF8-9732-BE6E5C493D64}"/>
                  </a:ext>
                </a:extLst>
              </p:cNvPr>
              <p:cNvGrpSpPr/>
              <p:nvPr/>
            </p:nvGrpSpPr>
            <p:grpSpPr>
              <a:xfrm rot="10800000" flipH="1">
                <a:off x="8735438" y="3386227"/>
                <a:ext cx="397619" cy="396106"/>
                <a:chOff x="9651794" y="5208440"/>
                <a:chExt cx="796285" cy="793255"/>
              </a:xfrm>
            </p:grpSpPr>
            <p:grpSp>
              <p:nvGrpSpPr>
                <p:cNvPr id="135" name="Group 134">
                  <a:extLst>
                    <a:ext uri="{FF2B5EF4-FFF2-40B4-BE49-F238E27FC236}">
                      <a16:creationId xmlns:a16="http://schemas.microsoft.com/office/drawing/2014/main" id="{6D5FBA2D-1443-46B4-4E04-52BED0D3BABC}"/>
                    </a:ext>
                  </a:extLst>
                </p:cNvPr>
                <p:cNvGrpSpPr/>
                <p:nvPr/>
              </p:nvGrpSpPr>
              <p:grpSpPr>
                <a:xfrm>
                  <a:off x="9854190" y="5208440"/>
                  <a:ext cx="593889" cy="593625"/>
                  <a:chOff x="1910636" y="2494271"/>
                  <a:chExt cx="593889" cy="593625"/>
                </a:xfrm>
              </p:grpSpPr>
              <p:sp>
                <p:nvSpPr>
                  <p:cNvPr id="156" name="Rectangle 155">
                    <a:extLst>
                      <a:ext uri="{FF2B5EF4-FFF2-40B4-BE49-F238E27FC236}">
                        <a16:creationId xmlns:a16="http://schemas.microsoft.com/office/drawing/2014/main" id="{864348C4-76A8-0025-C9F6-FB513B7C002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a:extLst>
                      <a:ext uri="{FF2B5EF4-FFF2-40B4-BE49-F238E27FC236}">
                        <a16:creationId xmlns:a16="http://schemas.microsoft.com/office/drawing/2014/main" id="{C421FF75-CAD8-2894-D510-D018BE83F9C7}"/>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a:extLst>
                      <a:ext uri="{FF2B5EF4-FFF2-40B4-BE49-F238E27FC236}">
                        <a16:creationId xmlns:a16="http://schemas.microsoft.com/office/drawing/2014/main" id="{F504C742-9A45-8C0B-3340-66482C26F517}"/>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Rectangle 158">
                    <a:extLst>
                      <a:ext uri="{FF2B5EF4-FFF2-40B4-BE49-F238E27FC236}">
                        <a16:creationId xmlns:a16="http://schemas.microsoft.com/office/drawing/2014/main" id="{AFF02FBF-2AD0-55BC-093B-6BA2D2AA3A4F}"/>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Rectangle 159">
                    <a:extLst>
                      <a:ext uri="{FF2B5EF4-FFF2-40B4-BE49-F238E27FC236}">
                        <a16:creationId xmlns:a16="http://schemas.microsoft.com/office/drawing/2014/main" id="{420AEA72-3E91-AD7A-A247-CDA1D4AC7362}"/>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 name="Rectangle 160">
                    <a:extLst>
                      <a:ext uri="{FF2B5EF4-FFF2-40B4-BE49-F238E27FC236}">
                        <a16:creationId xmlns:a16="http://schemas.microsoft.com/office/drawing/2014/main" id="{9F081051-45BE-A0FF-7D0B-83F74C9AFD1D}"/>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 name="Rectangle 161">
                    <a:extLst>
                      <a:ext uri="{FF2B5EF4-FFF2-40B4-BE49-F238E27FC236}">
                        <a16:creationId xmlns:a16="http://schemas.microsoft.com/office/drawing/2014/main" id="{E7FDE5DF-973C-CC3E-E43B-B155E5E82967}"/>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162">
                    <a:extLst>
                      <a:ext uri="{FF2B5EF4-FFF2-40B4-BE49-F238E27FC236}">
                        <a16:creationId xmlns:a16="http://schemas.microsoft.com/office/drawing/2014/main" id="{83BB97A6-0AA4-68A7-B246-99ED7975D0ED}"/>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Rectangle 163">
                    <a:extLst>
                      <a:ext uri="{FF2B5EF4-FFF2-40B4-BE49-F238E27FC236}">
                        <a16:creationId xmlns:a16="http://schemas.microsoft.com/office/drawing/2014/main" id="{F91770F6-982E-07BF-D14B-12D187A3B001}"/>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6" name="Group 135">
                  <a:extLst>
                    <a:ext uri="{FF2B5EF4-FFF2-40B4-BE49-F238E27FC236}">
                      <a16:creationId xmlns:a16="http://schemas.microsoft.com/office/drawing/2014/main" id="{3D9AB10A-D220-F1AE-EC12-A70540D06587}"/>
                    </a:ext>
                  </a:extLst>
                </p:cNvPr>
                <p:cNvGrpSpPr/>
                <p:nvPr/>
              </p:nvGrpSpPr>
              <p:grpSpPr>
                <a:xfrm>
                  <a:off x="9755246" y="5309088"/>
                  <a:ext cx="593889" cy="593625"/>
                  <a:chOff x="1910636" y="2494271"/>
                  <a:chExt cx="593889" cy="593625"/>
                </a:xfrm>
              </p:grpSpPr>
              <p:sp>
                <p:nvSpPr>
                  <p:cNvPr id="147" name="Rectangle 146">
                    <a:extLst>
                      <a:ext uri="{FF2B5EF4-FFF2-40B4-BE49-F238E27FC236}">
                        <a16:creationId xmlns:a16="http://schemas.microsoft.com/office/drawing/2014/main" id="{1570F6A7-4BF8-6694-C375-DD495D98EDCC}"/>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a:extLst>
                      <a:ext uri="{FF2B5EF4-FFF2-40B4-BE49-F238E27FC236}">
                        <a16:creationId xmlns:a16="http://schemas.microsoft.com/office/drawing/2014/main" id="{06938C48-42B1-6EA2-CA95-ABA935B473E8}"/>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FC8C8A36-A4C2-F597-C851-618042D54251}"/>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Rectangle 149">
                    <a:extLst>
                      <a:ext uri="{FF2B5EF4-FFF2-40B4-BE49-F238E27FC236}">
                        <a16:creationId xmlns:a16="http://schemas.microsoft.com/office/drawing/2014/main" id="{DE894ABD-B1F4-4C27-85D8-BAF7E77CD9C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a:extLst>
                      <a:ext uri="{FF2B5EF4-FFF2-40B4-BE49-F238E27FC236}">
                        <a16:creationId xmlns:a16="http://schemas.microsoft.com/office/drawing/2014/main" id="{C62F8FD0-F397-EFCA-58C9-759036F284C1}"/>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a:extLst>
                      <a:ext uri="{FF2B5EF4-FFF2-40B4-BE49-F238E27FC236}">
                        <a16:creationId xmlns:a16="http://schemas.microsoft.com/office/drawing/2014/main" id="{BE752190-B08E-DABC-E230-270D03DB763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a:extLst>
                      <a:ext uri="{FF2B5EF4-FFF2-40B4-BE49-F238E27FC236}">
                        <a16:creationId xmlns:a16="http://schemas.microsoft.com/office/drawing/2014/main" id="{7ED1446F-5CF4-8A3B-A446-644F4AD9EB7B}"/>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4" name="Rectangle 153">
                    <a:extLst>
                      <a:ext uri="{FF2B5EF4-FFF2-40B4-BE49-F238E27FC236}">
                        <a16:creationId xmlns:a16="http://schemas.microsoft.com/office/drawing/2014/main" id="{8099F29F-FCC3-FC4C-1ECB-763AC0BFBFA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Rectangle 154">
                    <a:extLst>
                      <a:ext uri="{FF2B5EF4-FFF2-40B4-BE49-F238E27FC236}">
                        <a16:creationId xmlns:a16="http://schemas.microsoft.com/office/drawing/2014/main" id="{A7D5DFCB-199D-EB1E-2162-45653B0361E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7" name="Group 136">
                  <a:extLst>
                    <a:ext uri="{FF2B5EF4-FFF2-40B4-BE49-F238E27FC236}">
                      <a16:creationId xmlns:a16="http://schemas.microsoft.com/office/drawing/2014/main" id="{DE8B11C0-FE0A-98CE-82FA-35011721C01C}"/>
                    </a:ext>
                  </a:extLst>
                </p:cNvPr>
                <p:cNvGrpSpPr/>
                <p:nvPr/>
              </p:nvGrpSpPr>
              <p:grpSpPr>
                <a:xfrm>
                  <a:off x="9651794" y="5408070"/>
                  <a:ext cx="593889" cy="593625"/>
                  <a:chOff x="1910636" y="2494271"/>
                  <a:chExt cx="593889" cy="593625"/>
                </a:xfrm>
              </p:grpSpPr>
              <p:sp>
                <p:nvSpPr>
                  <p:cNvPr id="138" name="Rectangle 137">
                    <a:extLst>
                      <a:ext uri="{FF2B5EF4-FFF2-40B4-BE49-F238E27FC236}">
                        <a16:creationId xmlns:a16="http://schemas.microsoft.com/office/drawing/2014/main" id="{4B89E1BE-883E-1DF5-5600-6EDDA51B4333}"/>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9" name="Rectangle 138">
                    <a:extLst>
                      <a:ext uri="{FF2B5EF4-FFF2-40B4-BE49-F238E27FC236}">
                        <a16:creationId xmlns:a16="http://schemas.microsoft.com/office/drawing/2014/main" id="{375CA419-C1FE-088A-E8C7-E046CEE4F11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Rectangle 139">
                    <a:extLst>
                      <a:ext uri="{FF2B5EF4-FFF2-40B4-BE49-F238E27FC236}">
                        <a16:creationId xmlns:a16="http://schemas.microsoft.com/office/drawing/2014/main" id="{D7BD322D-59CF-AB3A-0216-67C1E401D0CC}"/>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a:extLst>
                      <a:ext uri="{FF2B5EF4-FFF2-40B4-BE49-F238E27FC236}">
                        <a16:creationId xmlns:a16="http://schemas.microsoft.com/office/drawing/2014/main" id="{EFAA503B-F132-1582-6E54-EA36D2513C43}"/>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a:extLst>
                      <a:ext uri="{FF2B5EF4-FFF2-40B4-BE49-F238E27FC236}">
                        <a16:creationId xmlns:a16="http://schemas.microsoft.com/office/drawing/2014/main" id="{441FC35D-B329-4600-FBA2-0264A5CE29F3}"/>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a:extLst>
                      <a:ext uri="{FF2B5EF4-FFF2-40B4-BE49-F238E27FC236}">
                        <a16:creationId xmlns:a16="http://schemas.microsoft.com/office/drawing/2014/main" id="{A0867CBB-029C-964E-3E40-20E8AC356D7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Rectangle 143">
                    <a:extLst>
                      <a:ext uri="{FF2B5EF4-FFF2-40B4-BE49-F238E27FC236}">
                        <a16:creationId xmlns:a16="http://schemas.microsoft.com/office/drawing/2014/main" id="{7698C8DF-C056-9D92-F8EC-2CF38046540E}"/>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Rectangle 144">
                    <a:extLst>
                      <a:ext uri="{FF2B5EF4-FFF2-40B4-BE49-F238E27FC236}">
                        <a16:creationId xmlns:a16="http://schemas.microsoft.com/office/drawing/2014/main" id="{56A7C363-72AF-37A2-0005-A112CFCD7F98}"/>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a:extLst>
                      <a:ext uri="{FF2B5EF4-FFF2-40B4-BE49-F238E27FC236}">
                        <a16:creationId xmlns:a16="http://schemas.microsoft.com/office/drawing/2014/main" id="{D413CEA0-3999-35B1-ABC8-DA84A25A40E8}"/>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52" name="Group 851">
                <a:extLst>
                  <a:ext uri="{FF2B5EF4-FFF2-40B4-BE49-F238E27FC236}">
                    <a16:creationId xmlns:a16="http://schemas.microsoft.com/office/drawing/2014/main" id="{62233EA8-3850-20A6-56B2-89837630F03B}"/>
                  </a:ext>
                </a:extLst>
              </p:cNvPr>
              <p:cNvGrpSpPr/>
              <p:nvPr/>
            </p:nvGrpSpPr>
            <p:grpSpPr>
              <a:xfrm rot="10800000" flipH="1">
                <a:off x="9077366" y="3386228"/>
                <a:ext cx="397619" cy="396106"/>
                <a:chOff x="7383761" y="5206905"/>
                <a:chExt cx="796285" cy="793255"/>
              </a:xfrm>
            </p:grpSpPr>
            <p:grpSp>
              <p:nvGrpSpPr>
                <p:cNvPr id="853" name="Group 852">
                  <a:extLst>
                    <a:ext uri="{FF2B5EF4-FFF2-40B4-BE49-F238E27FC236}">
                      <a16:creationId xmlns:a16="http://schemas.microsoft.com/office/drawing/2014/main" id="{EEE2609D-6A60-E33B-F2D1-A88E46C315B6}"/>
                    </a:ext>
                  </a:extLst>
                </p:cNvPr>
                <p:cNvGrpSpPr/>
                <p:nvPr/>
              </p:nvGrpSpPr>
              <p:grpSpPr>
                <a:xfrm>
                  <a:off x="7586157" y="5206905"/>
                  <a:ext cx="593889" cy="593625"/>
                  <a:chOff x="1910636" y="2494271"/>
                  <a:chExt cx="593889" cy="593625"/>
                </a:xfrm>
              </p:grpSpPr>
              <p:sp>
                <p:nvSpPr>
                  <p:cNvPr id="874" name="Rectangle 873">
                    <a:extLst>
                      <a:ext uri="{FF2B5EF4-FFF2-40B4-BE49-F238E27FC236}">
                        <a16:creationId xmlns:a16="http://schemas.microsoft.com/office/drawing/2014/main" id="{EAF8D8B7-62D4-305A-DF6B-9152A63586EF}"/>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5" name="Rectangle 874">
                    <a:extLst>
                      <a:ext uri="{FF2B5EF4-FFF2-40B4-BE49-F238E27FC236}">
                        <a16:creationId xmlns:a16="http://schemas.microsoft.com/office/drawing/2014/main" id="{D31D1094-0FA9-3BF8-E637-4350D5244A2F}"/>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6" name="Rectangle 875">
                    <a:extLst>
                      <a:ext uri="{FF2B5EF4-FFF2-40B4-BE49-F238E27FC236}">
                        <a16:creationId xmlns:a16="http://schemas.microsoft.com/office/drawing/2014/main" id="{E8254958-81A3-8209-7040-FC570263161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7" name="Rectangle 876">
                    <a:extLst>
                      <a:ext uri="{FF2B5EF4-FFF2-40B4-BE49-F238E27FC236}">
                        <a16:creationId xmlns:a16="http://schemas.microsoft.com/office/drawing/2014/main" id="{65BFE055-EEA6-EE4E-78E7-5411F38A7427}"/>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8" name="Rectangle 877">
                    <a:extLst>
                      <a:ext uri="{FF2B5EF4-FFF2-40B4-BE49-F238E27FC236}">
                        <a16:creationId xmlns:a16="http://schemas.microsoft.com/office/drawing/2014/main" id="{B9C19C21-09E5-D8ED-7DC8-45CFEDEA146B}"/>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9" name="Rectangle 878">
                    <a:extLst>
                      <a:ext uri="{FF2B5EF4-FFF2-40B4-BE49-F238E27FC236}">
                        <a16:creationId xmlns:a16="http://schemas.microsoft.com/office/drawing/2014/main" id="{90D0C000-1002-DCBB-26DC-5A3AED190932}"/>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0" name="Rectangle 879">
                    <a:extLst>
                      <a:ext uri="{FF2B5EF4-FFF2-40B4-BE49-F238E27FC236}">
                        <a16:creationId xmlns:a16="http://schemas.microsoft.com/office/drawing/2014/main" id="{2C2F3B13-7B94-47DE-5F72-0E095B1C8AA9}"/>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1" name="Rectangle 880">
                    <a:extLst>
                      <a:ext uri="{FF2B5EF4-FFF2-40B4-BE49-F238E27FC236}">
                        <a16:creationId xmlns:a16="http://schemas.microsoft.com/office/drawing/2014/main" id="{74B4B60A-E8DF-2612-497F-6A47786A1BBE}"/>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2" name="Rectangle 881">
                    <a:extLst>
                      <a:ext uri="{FF2B5EF4-FFF2-40B4-BE49-F238E27FC236}">
                        <a16:creationId xmlns:a16="http://schemas.microsoft.com/office/drawing/2014/main" id="{9B7C312B-E7A9-619A-4C2F-D04B81456799}"/>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4" name="Group 853">
                  <a:extLst>
                    <a:ext uri="{FF2B5EF4-FFF2-40B4-BE49-F238E27FC236}">
                      <a16:creationId xmlns:a16="http://schemas.microsoft.com/office/drawing/2014/main" id="{E718E7C3-0650-DAF4-BEDB-B8C3F6B878E5}"/>
                    </a:ext>
                  </a:extLst>
                </p:cNvPr>
                <p:cNvGrpSpPr/>
                <p:nvPr/>
              </p:nvGrpSpPr>
              <p:grpSpPr>
                <a:xfrm>
                  <a:off x="7487213" y="5307553"/>
                  <a:ext cx="593889" cy="593625"/>
                  <a:chOff x="1910636" y="2494271"/>
                  <a:chExt cx="593889" cy="593625"/>
                </a:xfrm>
              </p:grpSpPr>
              <p:sp>
                <p:nvSpPr>
                  <p:cNvPr id="865" name="Rectangle 864">
                    <a:extLst>
                      <a:ext uri="{FF2B5EF4-FFF2-40B4-BE49-F238E27FC236}">
                        <a16:creationId xmlns:a16="http://schemas.microsoft.com/office/drawing/2014/main" id="{34A6F62C-547A-B873-BBFA-64587B2655A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6" name="Rectangle 865">
                    <a:extLst>
                      <a:ext uri="{FF2B5EF4-FFF2-40B4-BE49-F238E27FC236}">
                        <a16:creationId xmlns:a16="http://schemas.microsoft.com/office/drawing/2014/main" id="{313D2891-11C6-4D2A-059C-F7A00FBEF2F4}"/>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7" name="Rectangle 866">
                    <a:extLst>
                      <a:ext uri="{FF2B5EF4-FFF2-40B4-BE49-F238E27FC236}">
                        <a16:creationId xmlns:a16="http://schemas.microsoft.com/office/drawing/2014/main" id="{6CA36375-D176-2052-499E-52CB77E38565}"/>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8" name="Rectangle 867">
                    <a:extLst>
                      <a:ext uri="{FF2B5EF4-FFF2-40B4-BE49-F238E27FC236}">
                        <a16:creationId xmlns:a16="http://schemas.microsoft.com/office/drawing/2014/main" id="{C09F8860-C428-B753-9061-B2F49D4AAB6C}"/>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9" name="Rectangle 868">
                    <a:extLst>
                      <a:ext uri="{FF2B5EF4-FFF2-40B4-BE49-F238E27FC236}">
                        <a16:creationId xmlns:a16="http://schemas.microsoft.com/office/drawing/2014/main" id="{10911D98-9328-BA63-B6E1-2C596045B644}"/>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0" name="Rectangle 869">
                    <a:extLst>
                      <a:ext uri="{FF2B5EF4-FFF2-40B4-BE49-F238E27FC236}">
                        <a16:creationId xmlns:a16="http://schemas.microsoft.com/office/drawing/2014/main" id="{26816DE9-A4D6-25C2-0B56-4C04E1D4D2B1}"/>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1" name="Rectangle 870">
                    <a:extLst>
                      <a:ext uri="{FF2B5EF4-FFF2-40B4-BE49-F238E27FC236}">
                        <a16:creationId xmlns:a16="http://schemas.microsoft.com/office/drawing/2014/main" id="{57A46040-62FB-4D70-F86A-6F25EC354E6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2" name="Rectangle 871">
                    <a:extLst>
                      <a:ext uri="{FF2B5EF4-FFF2-40B4-BE49-F238E27FC236}">
                        <a16:creationId xmlns:a16="http://schemas.microsoft.com/office/drawing/2014/main" id="{15C2A174-3391-2AFF-2AA5-527FA69D035C}"/>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3" name="Rectangle 872">
                    <a:extLst>
                      <a:ext uri="{FF2B5EF4-FFF2-40B4-BE49-F238E27FC236}">
                        <a16:creationId xmlns:a16="http://schemas.microsoft.com/office/drawing/2014/main" id="{F7B8AC89-282D-FB21-1C4B-9E5BA8AD2F7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55" name="Group 854">
                  <a:extLst>
                    <a:ext uri="{FF2B5EF4-FFF2-40B4-BE49-F238E27FC236}">
                      <a16:creationId xmlns:a16="http://schemas.microsoft.com/office/drawing/2014/main" id="{C7E58C0C-999B-D8AB-868A-016C3AA4E4F4}"/>
                    </a:ext>
                  </a:extLst>
                </p:cNvPr>
                <p:cNvGrpSpPr/>
                <p:nvPr/>
              </p:nvGrpSpPr>
              <p:grpSpPr>
                <a:xfrm>
                  <a:off x="7383761" y="5406535"/>
                  <a:ext cx="593889" cy="593625"/>
                  <a:chOff x="1910636" y="2494271"/>
                  <a:chExt cx="593889" cy="593625"/>
                </a:xfrm>
              </p:grpSpPr>
              <p:sp>
                <p:nvSpPr>
                  <p:cNvPr id="856" name="Rectangle 855">
                    <a:extLst>
                      <a:ext uri="{FF2B5EF4-FFF2-40B4-BE49-F238E27FC236}">
                        <a16:creationId xmlns:a16="http://schemas.microsoft.com/office/drawing/2014/main" id="{FFAEB9C7-298F-47D6-1F63-D06C373FE3AD}"/>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7" name="Rectangle 856">
                    <a:extLst>
                      <a:ext uri="{FF2B5EF4-FFF2-40B4-BE49-F238E27FC236}">
                        <a16:creationId xmlns:a16="http://schemas.microsoft.com/office/drawing/2014/main" id="{3A81B3D1-6A8F-EC36-DA3A-9CDAD9861809}"/>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8" name="Rectangle 857">
                    <a:extLst>
                      <a:ext uri="{FF2B5EF4-FFF2-40B4-BE49-F238E27FC236}">
                        <a16:creationId xmlns:a16="http://schemas.microsoft.com/office/drawing/2014/main" id="{2CDB5F73-22C8-A42D-BAA1-9052B4D7716E}"/>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9" name="Rectangle 858">
                    <a:extLst>
                      <a:ext uri="{FF2B5EF4-FFF2-40B4-BE49-F238E27FC236}">
                        <a16:creationId xmlns:a16="http://schemas.microsoft.com/office/drawing/2014/main" id="{3F798A51-CCD2-E665-C1BE-B7A14755F1E6}"/>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0" name="Rectangle 859">
                    <a:extLst>
                      <a:ext uri="{FF2B5EF4-FFF2-40B4-BE49-F238E27FC236}">
                        <a16:creationId xmlns:a16="http://schemas.microsoft.com/office/drawing/2014/main" id="{1225340B-2175-6E82-5CDE-559DB0EB5EEE}"/>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1" name="Rectangle 860">
                    <a:extLst>
                      <a:ext uri="{FF2B5EF4-FFF2-40B4-BE49-F238E27FC236}">
                        <a16:creationId xmlns:a16="http://schemas.microsoft.com/office/drawing/2014/main" id="{974D7E8E-F20C-A042-DCC2-FBC00AFDC43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68E762C3-679B-EBCF-182D-E55C2DE28025}"/>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3" name="Rectangle 862">
                    <a:extLst>
                      <a:ext uri="{FF2B5EF4-FFF2-40B4-BE49-F238E27FC236}">
                        <a16:creationId xmlns:a16="http://schemas.microsoft.com/office/drawing/2014/main" id="{BEE52E7C-A843-9D7F-C046-6BC78722780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4" name="Rectangle 863">
                    <a:extLst>
                      <a:ext uri="{FF2B5EF4-FFF2-40B4-BE49-F238E27FC236}">
                        <a16:creationId xmlns:a16="http://schemas.microsoft.com/office/drawing/2014/main" id="{0302F651-C1C9-D41E-8BD2-84AE9BA08B2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883" name="Group 882">
                <a:extLst>
                  <a:ext uri="{FF2B5EF4-FFF2-40B4-BE49-F238E27FC236}">
                    <a16:creationId xmlns:a16="http://schemas.microsoft.com/office/drawing/2014/main" id="{E05A80D9-0DF6-8F1C-6834-6C211B38EA75}"/>
                  </a:ext>
                </a:extLst>
              </p:cNvPr>
              <p:cNvGrpSpPr/>
              <p:nvPr/>
            </p:nvGrpSpPr>
            <p:grpSpPr>
              <a:xfrm rot="10800000" flipH="1">
                <a:off x="9419294" y="3386228"/>
                <a:ext cx="397619" cy="396106"/>
                <a:chOff x="9651794" y="5208440"/>
                <a:chExt cx="796285" cy="793255"/>
              </a:xfrm>
            </p:grpSpPr>
            <p:grpSp>
              <p:nvGrpSpPr>
                <p:cNvPr id="884" name="Group 883">
                  <a:extLst>
                    <a:ext uri="{FF2B5EF4-FFF2-40B4-BE49-F238E27FC236}">
                      <a16:creationId xmlns:a16="http://schemas.microsoft.com/office/drawing/2014/main" id="{0C4C7BF2-7068-6F0C-33C7-AD310155F697}"/>
                    </a:ext>
                  </a:extLst>
                </p:cNvPr>
                <p:cNvGrpSpPr/>
                <p:nvPr/>
              </p:nvGrpSpPr>
              <p:grpSpPr>
                <a:xfrm>
                  <a:off x="9854190" y="5208440"/>
                  <a:ext cx="593889" cy="593625"/>
                  <a:chOff x="1910636" y="2494271"/>
                  <a:chExt cx="593889" cy="593625"/>
                </a:xfrm>
              </p:grpSpPr>
              <p:sp>
                <p:nvSpPr>
                  <p:cNvPr id="905" name="Rectangle 904">
                    <a:extLst>
                      <a:ext uri="{FF2B5EF4-FFF2-40B4-BE49-F238E27FC236}">
                        <a16:creationId xmlns:a16="http://schemas.microsoft.com/office/drawing/2014/main" id="{E5B683A5-3A35-D271-6C87-714ACF260335}"/>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6" name="Rectangle 905">
                    <a:extLst>
                      <a:ext uri="{FF2B5EF4-FFF2-40B4-BE49-F238E27FC236}">
                        <a16:creationId xmlns:a16="http://schemas.microsoft.com/office/drawing/2014/main" id="{B3302F79-6B55-7253-C86E-FCE02AC28D0A}"/>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7" name="Rectangle 906">
                    <a:extLst>
                      <a:ext uri="{FF2B5EF4-FFF2-40B4-BE49-F238E27FC236}">
                        <a16:creationId xmlns:a16="http://schemas.microsoft.com/office/drawing/2014/main" id="{563444AC-0FE5-CDE8-1C1C-71DABC282AA8}"/>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8" name="Rectangle 907">
                    <a:extLst>
                      <a:ext uri="{FF2B5EF4-FFF2-40B4-BE49-F238E27FC236}">
                        <a16:creationId xmlns:a16="http://schemas.microsoft.com/office/drawing/2014/main" id="{C2554BD9-F0C8-CDF3-4B48-EAD4CBD662A8}"/>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9" name="Rectangle 908">
                    <a:extLst>
                      <a:ext uri="{FF2B5EF4-FFF2-40B4-BE49-F238E27FC236}">
                        <a16:creationId xmlns:a16="http://schemas.microsoft.com/office/drawing/2014/main" id="{DF84DEB6-2D8C-E6C4-15EE-6F0A7649405C}"/>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0" name="Rectangle 909">
                    <a:extLst>
                      <a:ext uri="{FF2B5EF4-FFF2-40B4-BE49-F238E27FC236}">
                        <a16:creationId xmlns:a16="http://schemas.microsoft.com/office/drawing/2014/main" id="{39759057-D287-86FC-A641-449CF6AD1434}"/>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1" name="Rectangle 910">
                    <a:extLst>
                      <a:ext uri="{FF2B5EF4-FFF2-40B4-BE49-F238E27FC236}">
                        <a16:creationId xmlns:a16="http://schemas.microsoft.com/office/drawing/2014/main" id="{BE2CD607-B46C-49B9-0CC3-E37F3B390673}"/>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2" name="Rectangle 911">
                    <a:extLst>
                      <a:ext uri="{FF2B5EF4-FFF2-40B4-BE49-F238E27FC236}">
                        <a16:creationId xmlns:a16="http://schemas.microsoft.com/office/drawing/2014/main" id="{35164C3E-5656-1A99-531E-80F1CF5F8EC1}"/>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3" name="Rectangle 912">
                    <a:extLst>
                      <a:ext uri="{FF2B5EF4-FFF2-40B4-BE49-F238E27FC236}">
                        <a16:creationId xmlns:a16="http://schemas.microsoft.com/office/drawing/2014/main" id="{F236D420-AB91-7DAC-0E80-2702E5015E5B}"/>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5" name="Group 884">
                  <a:extLst>
                    <a:ext uri="{FF2B5EF4-FFF2-40B4-BE49-F238E27FC236}">
                      <a16:creationId xmlns:a16="http://schemas.microsoft.com/office/drawing/2014/main" id="{A22F668A-D629-4F47-7599-A19BDE390196}"/>
                    </a:ext>
                  </a:extLst>
                </p:cNvPr>
                <p:cNvGrpSpPr/>
                <p:nvPr/>
              </p:nvGrpSpPr>
              <p:grpSpPr>
                <a:xfrm>
                  <a:off x="9755246" y="5309088"/>
                  <a:ext cx="593889" cy="593625"/>
                  <a:chOff x="1910636" y="2494271"/>
                  <a:chExt cx="593889" cy="593625"/>
                </a:xfrm>
              </p:grpSpPr>
              <p:sp>
                <p:nvSpPr>
                  <p:cNvPr id="896" name="Rectangle 895">
                    <a:extLst>
                      <a:ext uri="{FF2B5EF4-FFF2-40B4-BE49-F238E27FC236}">
                        <a16:creationId xmlns:a16="http://schemas.microsoft.com/office/drawing/2014/main" id="{0313A579-7C1E-B18B-0A77-32D16077B3AB}"/>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7" name="Rectangle 896">
                    <a:extLst>
                      <a:ext uri="{FF2B5EF4-FFF2-40B4-BE49-F238E27FC236}">
                        <a16:creationId xmlns:a16="http://schemas.microsoft.com/office/drawing/2014/main" id="{D3FE9B52-A834-EE1B-C060-CD980CA56A4D}"/>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8" name="Rectangle 897">
                    <a:extLst>
                      <a:ext uri="{FF2B5EF4-FFF2-40B4-BE49-F238E27FC236}">
                        <a16:creationId xmlns:a16="http://schemas.microsoft.com/office/drawing/2014/main" id="{09DD8583-D513-9A10-B501-6C488D27C0C0}"/>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9" name="Rectangle 898">
                    <a:extLst>
                      <a:ext uri="{FF2B5EF4-FFF2-40B4-BE49-F238E27FC236}">
                        <a16:creationId xmlns:a16="http://schemas.microsoft.com/office/drawing/2014/main" id="{CAE94600-6813-9DE1-436D-238AD13CE855}"/>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0" name="Rectangle 899">
                    <a:extLst>
                      <a:ext uri="{FF2B5EF4-FFF2-40B4-BE49-F238E27FC236}">
                        <a16:creationId xmlns:a16="http://schemas.microsoft.com/office/drawing/2014/main" id="{B50F3835-FE7B-068C-771F-28A9FB3A612C}"/>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1" name="Rectangle 900">
                    <a:extLst>
                      <a:ext uri="{FF2B5EF4-FFF2-40B4-BE49-F238E27FC236}">
                        <a16:creationId xmlns:a16="http://schemas.microsoft.com/office/drawing/2014/main" id="{69447D50-DEBC-CB17-1B8A-7CC34EC3944A}"/>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2" name="Rectangle 901">
                    <a:extLst>
                      <a:ext uri="{FF2B5EF4-FFF2-40B4-BE49-F238E27FC236}">
                        <a16:creationId xmlns:a16="http://schemas.microsoft.com/office/drawing/2014/main" id="{EF03C7AD-6C59-3043-BBE5-5B0810A4BB1F}"/>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3" name="Rectangle 902">
                    <a:extLst>
                      <a:ext uri="{FF2B5EF4-FFF2-40B4-BE49-F238E27FC236}">
                        <a16:creationId xmlns:a16="http://schemas.microsoft.com/office/drawing/2014/main" id="{14ED58DD-13DE-FB20-893F-B2C2D1E8857A}"/>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4" name="Rectangle 903">
                    <a:extLst>
                      <a:ext uri="{FF2B5EF4-FFF2-40B4-BE49-F238E27FC236}">
                        <a16:creationId xmlns:a16="http://schemas.microsoft.com/office/drawing/2014/main" id="{5E171DF4-820E-0210-7033-AB64642FA56F}"/>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86" name="Group 885">
                  <a:extLst>
                    <a:ext uri="{FF2B5EF4-FFF2-40B4-BE49-F238E27FC236}">
                      <a16:creationId xmlns:a16="http://schemas.microsoft.com/office/drawing/2014/main" id="{56871330-8C91-26E5-8147-78DDF7129A47}"/>
                    </a:ext>
                  </a:extLst>
                </p:cNvPr>
                <p:cNvGrpSpPr/>
                <p:nvPr/>
              </p:nvGrpSpPr>
              <p:grpSpPr>
                <a:xfrm>
                  <a:off x="9651794" y="5408070"/>
                  <a:ext cx="593889" cy="593625"/>
                  <a:chOff x="1910636" y="2494271"/>
                  <a:chExt cx="593889" cy="593625"/>
                </a:xfrm>
              </p:grpSpPr>
              <p:sp>
                <p:nvSpPr>
                  <p:cNvPr id="887" name="Rectangle 886">
                    <a:extLst>
                      <a:ext uri="{FF2B5EF4-FFF2-40B4-BE49-F238E27FC236}">
                        <a16:creationId xmlns:a16="http://schemas.microsoft.com/office/drawing/2014/main" id="{70085C2C-017B-E2B2-2883-5EBED2EFA198}"/>
                      </a:ext>
                    </a:extLst>
                  </p:cNvPr>
                  <p:cNvSpPr/>
                  <p:nvPr/>
                </p:nvSpPr>
                <p:spPr>
                  <a:xfrm>
                    <a:off x="1910636"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8" name="Rectangle 887">
                    <a:extLst>
                      <a:ext uri="{FF2B5EF4-FFF2-40B4-BE49-F238E27FC236}">
                        <a16:creationId xmlns:a16="http://schemas.microsoft.com/office/drawing/2014/main" id="{301E7415-7595-189B-60E6-DD5191B73A95}"/>
                      </a:ext>
                    </a:extLst>
                  </p:cNvPr>
                  <p:cNvSpPr/>
                  <p:nvPr/>
                </p:nvSpPr>
                <p:spPr>
                  <a:xfrm>
                    <a:off x="2108599"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9" name="Rectangle 888">
                    <a:extLst>
                      <a:ext uri="{FF2B5EF4-FFF2-40B4-BE49-F238E27FC236}">
                        <a16:creationId xmlns:a16="http://schemas.microsoft.com/office/drawing/2014/main" id="{AA340715-7E24-01E1-D387-F8D8525E22B3}"/>
                      </a:ext>
                    </a:extLst>
                  </p:cNvPr>
                  <p:cNvSpPr/>
                  <p:nvPr/>
                </p:nvSpPr>
                <p:spPr>
                  <a:xfrm>
                    <a:off x="2306562" y="24942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0" name="Rectangle 889">
                    <a:extLst>
                      <a:ext uri="{FF2B5EF4-FFF2-40B4-BE49-F238E27FC236}">
                        <a16:creationId xmlns:a16="http://schemas.microsoft.com/office/drawing/2014/main" id="{D1F3C748-CB97-29D7-B6B1-9D1DDA15BF2A}"/>
                      </a:ext>
                    </a:extLst>
                  </p:cNvPr>
                  <p:cNvSpPr/>
                  <p:nvPr/>
                </p:nvSpPr>
                <p:spPr>
                  <a:xfrm>
                    <a:off x="1910636"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1" name="Rectangle 890">
                    <a:extLst>
                      <a:ext uri="{FF2B5EF4-FFF2-40B4-BE49-F238E27FC236}">
                        <a16:creationId xmlns:a16="http://schemas.microsoft.com/office/drawing/2014/main" id="{475A0AB7-CEAC-FD0C-5B0C-7E0580044957}"/>
                      </a:ext>
                    </a:extLst>
                  </p:cNvPr>
                  <p:cNvSpPr/>
                  <p:nvPr/>
                </p:nvSpPr>
                <p:spPr>
                  <a:xfrm>
                    <a:off x="2108599"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2" name="Rectangle 891">
                    <a:extLst>
                      <a:ext uri="{FF2B5EF4-FFF2-40B4-BE49-F238E27FC236}">
                        <a16:creationId xmlns:a16="http://schemas.microsoft.com/office/drawing/2014/main" id="{699B0C12-1B04-50E9-54CC-69A36EB588F0}"/>
                      </a:ext>
                    </a:extLst>
                  </p:cNvPr>
                  <p:cNvSpPr/>
                  <p:nvPr/>
                </p:nvSpPr>
                <p:spPr>
                  <a:xfrm>
                    <a:off x="2306562" y="2691971"/>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3" name="Rectangle 892">
                    <a:extLst>
                      <a:ext uri="{FF2B5EF4-FFF2-40B4-BE49-F238E27FC236}">
                        <a16:creationId xmlns:a16="http://schemas.microsoft.com/office/drawing/2014/main" id="{F784EB24-8B20-AB75-61BC-34370793B2BA}"/>
                      </a:ext>
                    </a:extLst>
                  </p:cNvPr>
                  <p:cNvSpPr/>
                  <p:nvPr/>
                </p:nvSpPr>
                <p:spPr>
                  <a:xfrm>
                    <a:off x="1910636"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4" name="Rectangle 893">
                    <a:extLst>
                      <a:ext uri="{FF2B5EF4-FFF2-40B4-BE49-F238E27FC236}">
                        <a16:creationId xmlns:a16="http://schemas.microsoft.com/office/drawing/2014/main" id="{820FE01A-8802-DD80-6EB9-FE02E8418236}"/>
                      </a:ext>
                    </a:extLst>
                  </p:cNvPr>
                  <p:cNvSpPr/>
                  <p:nvPr/>
                </p:nvSpPr>
                <p:spPr>
                  <a:xfrm>
                    <a:off x="2108599"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5" name="Rectangle 894">
                    <a:extLst>
                      <a:ext uri="{FF2B5EF4-FFF2-40B4-BE49-F238E27FC236}">
                        <a16:creationId xmlns:a16="http://schemas.microsoft.com/office/drawing/2014/main" id="{63535968-FE60-E99E-63EE-E04E6C48A36E}"/>
                      </a:ext>
                    </a:extLst>
                  </p:cNvPr>
                  <p:cNvSpPr/>
                  <p:nvPr/>
                </p:nvSpPr>
                <p:spPr>
                  <a:xfrm>
                    <a:off x="2306562" y="2889933"/>
                    <a:ext cx="197963" cy="197963"/>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cxnSp>
          <p:nvCxnSpPr>
            <p:cNvPr id="9" name="Straight Connector 8">
              <a:extLst>
                <a:ext uri="{FF2B5EF4-FFF2-40B4-BE49-F238E27FC236}">
                  <a16:creationId xmlns:a16="http://schemas.microsoft.com/office/drawing/2014/main" id="{92F0588D-8427-6538-84C4-10EA8250889D}"/>
                </a:ext>
              </a:extLst>
            </p:cNvPr>
            <p:cNvCxnSpPr>
              <a:cxnSpLocks/>
            </p:cNvCxnSpPr>
            <p:nvPr/>
          </p:nvCxnSpPr>
          <p:spPr>
            <a:xfrm flipH="1">
              <a:off x="7596948" y="2123429"/>
              <a:ext cx="100870" cy="331080"/>
            </a:xfrm>
            <a:prstGeom prst="line">
              <a:avLst/>
            </a:prstGeom>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11EFB4D6-0199-F0E8-2FE7-75E4B2FB50B5}"/>
                </a:ext>
              </a:extLst>
            </p:cNvPr>
            <p:cNvCxnSpPr>
              <a:cxnSpLocks/>
            </p:cNvCxnSpPr>
            <p:nvPr/>
          </p:nvCxnSpPr>
          <p:spPr>
            <a:xfrm>
              <a:off x="7697818" y="2123429"/>
              <a:ext cx="223645" cy="316970"/>
            </a:xfrm>
            <a:prstGeom prst="line">
              <a:avLst/>
            </a:prstGeom>
            <a:ln/>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41622A66-BD2D-12E6-4F60-6862B532D3D8}"/>
                </a:ext>
              </a:extLst>
            </p:cNvPr>
            <p:cNvCxnSpPr>
              <a:cxnSpLocks/>
            </p:cNvCxnSpPr>
            <p:nvPr/>
          </p:nvCxnSpPr>
          <p:spPr>
            <a:xfrm>
              <a:off x="7669704" y="2123429"/>
              <a:ext cx="548054" cy="345190"/>
            </a:xfrm>
            <a:prstGeom prst="line">
              <a:avLst/>
            </a:prstGeom>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F1111CB-3ADB-C3F2-62ED-58A2B2D65A53}"/>
                </a:ext>
              </a:extLst>
            </p:cNvPr>
            <p:cNvCxnSpPr>
              <a:cxnSpLocks/>
            </p:cNvCxnSpPr>
            <p:nvPr/>
          </p:nvCxnSpPr>
          <p:spPr>
            <a:xfrm>
              <a:off x="7723931" y="2151158"/>
              <a:ext cx="795007" cy="334554"/>
            </a:xfrm>
            <a:prstGeom prst="line">
              <a:avLst/>
            </a:prstGeom>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580FC958-BBC0-B4CC-3C5B-C5E3BF3F486A}"/>
                </a:ext>
              </a:extLst>
            </p:cNvPr>
            <p:cNvCxnSpPr>
              <a:cxnSpLocks/>
            </p:cNvCxnSpPr>
            <p:nvPr/>
          </p:nvCxnSpPr>
          <p:spPr>
            <a:xfrm>
              <a:off x="7716877" y="2115885"/>
              <a:ext cx="1100529" cy="373897"/>
            </a:xfrm>
            <a:prstGeom prst="line">
              <a:avLst/>
            </a:prstGeom>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66BC7E9-1FBC-8E37-655C-B06359434E13}"/>
                </a:ext>
              </a:extLst>
            </p:cNvPr>
            <p:cNvCxnSpPr>
              <a:cxnSpLocks/>
            </p:cNvCxnSpPr>
            <p:nvPr/>
          </p:nvCxnSpPr>
          <p:spPr>
            <a:xfrm>
              <a:off x="7697818" y="2123429"/>
              <a:ext cx="1440123" cy="367619"/>
            </a:xfrm>
            <a:prstGeom prst="line">
              <a:avLst/>
            </a:prstGeom>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2FB57236-6326-2CEF-F5A0-2C53283FB4EB}"/>
                </a:ext>
              </a:extLst>
            </p:cNvPr>
            <p:cNvCxnSpPr>
              <a:cxnSpLocks/>
            </p:cNvCxnSpPr>
            <p:nvPr/>
          </p:nvCxnSpPr>
          <p:spPr>
            <a:xfrm flipH="1">
              <a:off x="7596948" y="2935039"/>
              <a:ext cx="89051" cy="306441"/>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1" name="Straight Arrow Connector 50">
              <a:extLst>
                <a:ext uri="{FF2B5EF4-FFF2-40B4-BE49-F238E27FC236}">
                  <a16:creationId xmlns:a16="http://schemas.microsoft.com/office/drawing/2014/main" id="{8ACA1D93-2386-F181-D294-CD62BF764982}"/>
                </a:ext>
              </a:extLst>
            </p:cNvPr>
            <p:cNvCxnSpPr>
              <a:cxnSpLocks/>
            </p:cNvCxnSpPr>
            <p:nvPr/>
          </p:nvCxnSpPr>
          <p:spPr>
            <a:xfrm flipH="1">
              <a:off x="7637300" y="2935039"/>
              <a:ext cx="352385" cy="286704"/>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4" name="Straight Arrow Connector 53">
              <a:extLst>
                <a:ext uri="{FF2B5EF4-FFF2-40B4-BE49-F238E27FC236}">
                  <a16:creationId xmlns:a16="http://schemas.microsoft.com/office/drawing/2014/main" id="{89811B72-70F4-E1A5-393F-2252138DEA31}"/>
                </a:ext>
              </a:extLst>
            </p:cNvPr>
            <p:cNvCxnSpPr>
              <a:cxnSpLocks/>
            </p:cNvCxnSpPr>
            <p:nvPr/>
          </p:nvCxnSpPr>
          <p:spPr>
            <a:xfrm flipH="1">
              <a:off x="7614037" y="2929704"/>
              <a:ext cx="672548"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3289662C-91FA-EA89-4BF8-0888B7EFE6B1}"/>
                </a:ext>
              </a:extLst>
            </p:cNvPr>
            <p:cNvCxnSpPr>
              <a:cxnSpLocks/>
            </p:cNvCxnSpPr>
            <p:nvPr/>
          </p:nvCxnSpPr>
          <p:spPr>
            <a:xfrm flipH="1">
              <a:off x="7627162" y="2913695"/>
              <a:ext cx="1015607" cy="30804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62" name="Straight Arrow Connector 61">
              <a:extLst>
                <a:ext uri="{FF2B5EF4-FFF2-40B4-BE49-F238E27FC236}">
                  <a16:creationId xmlns:a16="http://schemas.microsoft.com/office/drawing/2014/main" id="{26E654D6-DADA-2941-F177-EF6310683DBB}"/>
                </a:ext>
              </a:extLst>
            </p:cNvPr>
            <p:cNvCxnSpPr>
              <a:cxnSpLocks/>
            </p:cNvCxnSpPr>
            <p:nvPr/>
          </p:nvCxnSpPr>
          <p:spPr>
            <a:xfrm flipH="1">
              <a:off x="7575295" y="2929704"/>
              <a:ext cx="1315496" cy="292040"/>
            </a:xfrm>
            <a:prstGeom prst="straightConnector1">
              <a:avLst/>
            </a:prstGeom>
            <a:ln>
              <a:tailEnd type="none"/>
            </a:ln>
          </p:spPr>
          <p:style>
            <a:lnRef idx="1">
              <a:schemeClr val="dk1"/>
            </a:lnRef>
            <a:fillRef idx="0">
              <a:schemeClr val="dk1"/>
            </a:fillRef>
            <a:effectRef idx="0">
              <a:schemeClr val="dk1"/>
            </a:effectRef>
            <a:fontRef idx="minor">
              <a:schemeClr val="tx1"/>
            </a:fontRef>
          </p:style>
        </p:cxnSp>
        <p:cxnSp>
          <p:nvCxnSpPr>
            <p:cNvPr id="129" name="Straight Arrow Connector 128">
              <a:extLst>
                <a:ext uri="{FF2B5EF4-FFF2-40B4-BE49-F238E27FC236}">
                  <a16:creationId xmlns:a16="http://schemas.microsoft.com/office/drawing/2014/main" id="{1B6B41AE-5CF4-1030-49E5-C8FD58A37023}"/>
                </a:ext>
              </a:extLst>
            </p:cNvPr>
            <p:cNvCxnSpPr>
              <a:cxnSpLocks/>
            </p:cNvCxnSpPr>
            <p:nvPr/>
          </p:nvCxnSpPr>
          <p:spPr>
            <a:xfrm flipH="1">
              <a:off x="7614037" y="2913695"/>
              <a:ext cx="1645615" cy="289929"/>
            </a:xfrm>
            <a:prstGeom prst="straightConnector1">
              <a:avLst/>
            </a:prstGeom>
            <a:ln>
              <a:tailEnd type="none"/>
            </a:ln>
          </p:spPr>
          <p:style>
            <a:lnRef idx="1">
              <a:schemeClr val="dk1"/>
            </a:lnRef>
            <a:fillRef idx="0">
              <a:schemeClr val="dk1"/>
            </a:fillRef>
            <a:effectRef idx="0">
              <a:schemeClr val="dk1"/>
            </a:effectRef>
            <a:fontRef idx="minor">
              <a:schemeClr val="tx1"/>
            </a:fontRef>
          </p:style>
        </p:cxnSp>
        <p:grpSp>
          <p:nvGrpSpPr>
            <p:cNvPr id="1982" name="Group 1981">
              <a:extLst>
                <a:ext uri="{FF2B5EF4-FFF2-40B4-BE49-F238E27FC236}">
                  <a16:creationId xmlns:a16="http://schemas.microsoft.com/office/drawing/2014/main" id="{48BD3EE2-3F5A-6F3B-B3FE-1F6C81B0D565}"/>
                </a:ext>
              </a:extLst>
            </p:cNvPr>
            <p:cNvGrpSpPr/>
            <p:nvPr/>
          </p:nvGrpSpPr>
          <p:grpSpPr>
            <a:xfrm>
              <a:off x="7526231" y="3267600"/>
              <a:ext cx="3147554" cy="497966"/>
              <a:chOff x="7772214" y="4217521"/>
              <a:chExt cx="3457408" cy="546987"/>
            </a:xfrm>
          </p:grpSpPr>
          <p:sp>
            <p:nvSpPr>
              <p:cNvPr id="1686" name="Rectangle 1685">
                <a:extLst>
                  <a:ext uri="{FF2B5EF4-FFF2-40B4-BE49-F238E27FC236}">
                    <a16:creationId xmlns:a16="http://schemas.microsoft.com/office/drawing/2014/main" id="{20720C1B-9FE7-7127-9D94-17CF965F199E}"/>
                  </a:ext>
                </a:extLst>
              </p:cNvPr>
              <p:cNvSpPr/>
              <p:nvPr/>
            </p:nvSpPr>
            <p:spPr>
              <a:xfrm rot="10800000" flipH="1">
                <a:off x="831735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7" name="Rectangle 1686">
                <a:extLst>
                  <a:ext uri="{FF2B5EF4-FFF2-40B4-BE49-F238E27FC236}">
                    <a16:creationId xmlns:a16="http://schemas.microsoft.com/office/drawing/2014/main" id="{5E723044-A954-B00C-FC05-ABC4EE38336D}"/>
                  </a:ext>
                </a:extLst>
              </p:cNvPr>
              <p:cNvSpPr/>
              <p:nvPr/>
            </p:nvSpPr>
            <p:spPr>
              <a:xfrm rot="10800000" flipH="1">
                <a:off x="841778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8" name="Rectangle 1687">
                <a:extLst>
                  <a:ext uri="{FF2B5EF4-FFF2-40B4-BE49-F238E27FC236}">
                    <a16:creationId xmlns:a16="http://schemas.microsoft.com/office/drawing/2014/main" id="{CF310E53-0CFB-7591-CB32-40CB032A33B6}"/>
                  </a:ext>
                </a:extLst>
              </p:cNvPr>
              <p:cNvSpPr/>
              <p:nvPr/>
            </p:nvSpPr>
            <p:spPr>
              <a:xfrm rot="10800000" flipH="1">
                <a:off x="851820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9" name="Rectangle 1688">
                <a:extLst>
                  <a:ext uri="{FF2B5EF4-FFF2-40B4-BE49-F238E27FC236}">
                    <a16:creationId xmlns:a16="http://schemas.microsoft.com/office/drawing/2014/main" id="{3565EE1A-FA3A-3982-8374-8052EA687F15}"/>
                  </a:ext>
                </a:extLst>
              </p:cNvPr>
              <p:cNvSpPr/>
              <p:nvPr/>
            </p:nvSpPr>
            <p:spPr>
              <a:xfrm rot="10800000" flipH="1">
                <a:off x="861862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0" name="Rectangle 1689">
                <a:extLst>
                  <a:ext uri="{FF2B5EF4-FFF2-40B4-BE49-F238E27FC236}">
                    <a16:creationId xmlns:a16="http://schemas.microsoft.com/office/drawing/2014/main" id="{C5812954-6F8B-959F-485D-739EAB2B8ED2}"/>
                  </a:ext>
                </a:extLst>
              </p:cNvPr>
              <p:cNvSpPr/>
              <p:nvPr/>
            </p:nvSpPr>
            <p:spPr>
              <a:xfrm rot="10800000" flipH="1">
                <a:off x="871904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1" name="Rectangle 1690">
                <a:extLst>
                  <a:ext uri="{FF2B5EF4-FFF2-40B4-BE49-F238E27FC236}">
                    <a16:creationId xmlns:a16="http://schemas.microsoft.com/office/drawing/2014/main" id="{28EC544B-8B38-492B-F0E9-A33CEFC08EE9}"/>
                  </a:ext>
                </a:extLst>
              </p:cNvPr>
              <p:cNvSpPr/>
              <p:nvPr/>
            </p:nvSpPr>
            <p:spPr>
              <a:xfrm rot="10800000" flipH="1">
                <a:off x="881947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2" name="Rectangle 1691">
                <a:extLst>
                  <a:ext uri="{FF2B5EF4-FFF2-40B4-BE49-F238E27FC236}">
                    <a16:creationId xmlns:a16="http://schemas.microsoft.com/office/drawing/2014/main" id="{D6F736B2-B2DF-3999-301A-94A997CE8478}"/>
                  </a:ext>
                </a:extLst>
              </p:cNvPr>
              <p:cNvSpPr/>
              <p:nvPr/>
            </p:nvSpPr>
            <p:spPr>
              <a:xfrm rot="10800000" flipH="1">
                <a:off x="891989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3" name="Rectangle 1692">
                <a:extLst>
                  <a:ext uri="{FF2B5EF4-FFF2-40B4-BE49-F238E27FC236}">
                    <a16:creationId xmlns:a16="http://schemas.microsoft.com/office/drawing/2014/main" id="{A3E9F582-4A85-8C8F-8664-BDBE55E845D3}"/>
                  </a:ext>
                </a:extLst>
              </p:cNvPr>
              <p:cNvSpPr/>
              <p:nvPr/>
            </p:nvSpPr>
            <p:spPr>
              <a:xfrm rot="10800000" flipH="1">
                <a:off x="902031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4" name="Rectangle 1693">
                <a:extLst>
                  <a:ext uri="{FF2B5EF4-FFF2-40B4-BE49-F238E27FC236}">
                    <a16:creationId xmlns:a16="http://schemas.microsoft.com/office/drawing/2014/main" id="{34467EE5-BB6B-9E75-D401-A614B1A72CAD}"/>
                  </a:ext>
                </a:extLst>
              </p:cNvPr>
              <p:cNvSpPr/>
              <p:nvPr/>
            </p:nvSpPr>
            <p:spPr>
              <a:xfrm rot="10800000" flipH="1">
                <a:off x="912074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5" name="Rectangle 1694">
                <a:extLst>
                  <a:ext uri="{FF2B5EF4-FFF2-40B4-BE49-F238E27FC236}">
                    <a16:creationId xmlns:a16="http://schemas.microsoft.com/office/drawing/2014/main" id="{CB452A79-3818-5F80-6B9A-6339DDE62F2E}"/>
                  </a:ext>
                </a:extLst>
              </p:cNvPr>
              <p:cNvSpPr/>
              <p:nvPr/>
            </p:nvSpPr>
            <p:spPr>
              <a:xfrm rot="10800000" flipH="1">
                <a:off x="922116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6" name="Rectangle 1695">
                <a:extLst>
                  <a:ext uri="{FF2B5EF4-FFF2-40B4-BE49-F238E27FC236}">
                    <a16:creationId xmlns:a16="http://schemas.microsoft.com/office/drawing/2014/main" id="{F5AA3897-B994-2058-2B68-6DC96F932015}"/>
                  </a:ext>
                </a:extLst>
              </p:cNvPr>
              <p:cNvSpPr/>
              <p:nvPr/>
            </p:nvSpPr>
            <p:spPr>
              <a:xfrm rot="10800000" flipH="1">
                <a:off x="932158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7" name="Rectangle 1696">
                <a:extLst>
                  <a:ext uri="{FF2B5EF4-FFF2-40B4-BE49-F238E27FC236}">
                    <a16:creationId xmlns:a16="http://schemas.microsoft.com/office/drawing/2014/main" id="{B60E4029-2B15-91FF-18DB-F56633F6A1E0}"/>
                  </a:ext>
                </a:extLst>
              </p:cNvPr>
              <p:cNvSpPr/>
              <p:nvPr/>
            </p:nvSpPr>
            <p:spPr>
              <a:xfrm rot="10800000" flipH="1">
                <a:off x="942200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8" name="Rectangle 1697">
                <a:extLst>
                  <a:ext uri="{FF2B5EF4-FFF2-40B4-BE49-F238E27FC236}">
                    <a16:creationId xmlns:a16="http://schemas.microsoft.com/office/drawing/2014/main" id="{8DF84E6F-0D1E-B584-74AE-7068B4ECF17E}"/>
                  </a:ext>
                </a:extLst>
              </p:cNvPr>
              <p:cNvSpPr/>
              <p:nvPr/>
            </p:nvSpPr>
            <p:spPr>
              <a:xfrm rot="10800000" flipH="1">
                <a:off x="9522432"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9" name="Rectangle 1698">
                <a:extLst>
                  <a:ext uri="{FF2B5EF4-FFF2-40B4-BE49-F238E27FC236}">
                    <a16:creationId xmlns:a16="http://schemas.microsoft.com/office/drawing/2014/main" id="{9C6D4FEC-F5EE-5957-12A7-CD292C3E48A6}"/>
                  </a:ext>
                </a:extLst>
              </p:cNvPr>
              <p:cNvSpPr/>
              <p:nvPr/>
            </p:nvSpPr>
            <p:spPr>
              <a:xfrm rot="10800000" flipH="1">
                <a:off x="9622855"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0" name="Rectangle 1699">
                <a:extLst>
                  <a:ext uri="{FF2B5EF4-FFF2-40B4-BE49-F238E27FC236}">
                    <a16:creationId xmlns:a16="http://schemas.microsoft.com/office/drawing/2014/main" id="{6BB849EE-9647-F01C-95BF-742988A8ADA2}"/>
                  </a:ext>
                </a:extLst>
              </p:cNvPr>
              <p:cNvSpPr/>
              <p:nvPr/>
            </p:nvSpPr>
            <p:spPr>
              <a:xfrm rot="10800000" flipH="1">
                <a:off x="972327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1" name="Rectangle 1700">
                <a:extLst>
                  <a:ext uri="{FF2B5EF4-FFF2-40B4-BE49-F238E27FC236}">
                    <a16:creationId xmlns:a16="http://schemas.microsoft.com/office/drawing/2014/main" id="{210884C4-7D04-1273-BFC5-5E9D61F49A15}"/>
                  </a:ext>
                </a:extLst>
              </p:cNvPr>
              <p:cNvSpPr/>
              <p:nvPr/>
            </p:nvSpPr>
            <p:spPr>
              <a:xfrm rot="10800000" flipH="1">
                <a:off x="982370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2" name="Rectangle 1701">
                <a:extLst>
                  <a:ext uri="{FF2B5EF4-FFF2-40B4-BE49-F238E27FC236}">
                    <a16:creationId xmlns:a16="http://schemas.microsoft.com/office/drawing/2014/main" id="{EDE352D3-EF9F-B0D5-751A-6B045DE59F2C}"/>
                  </a:ext>
                </a:extLst>
              </p:cNvPr>
              <p:cNvSpPr/>
              <p:nvPr/>
            </p:nvSpPr>
            <p:spPr>
              <a:xfrm rot="10800000" flipH="1">
                <a:off x="992412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3" name="Rectangle 1702">
                <a:extLst>
                  <a:ext uri="{FF2B5EF4-FFF2-40B4-BE49-F238E27FC236}">
                    <a16:creationId xmlns:a16="http://schemas.microsoft.com/office/drawing/2014/main" id="{7157851F-CD06-8443-D00E-8E4076AA1AD9}"/>
                  </a:ext>
                </a:extLst>
              </p:cNvPr>
              <p:cNvSpPr/>
              <p:nvPr/>
            </p:nvSpPr>
            <p:spPr>
              <a:xfrm rot="10800000" flipH="1">
                <a:off x="1002454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4" name="Rectangle 1703">
                <a:extLst>
                  <a:ext uri="{FF2B5EF4-FFF2-40B4-BE49-F238E27FC236}">
                    <a16:creationId xmlns:a16="http://schemas.microsoft.com/office/drawing/2014/main" id="{B9819042-3C1B-09D7-A3BA-BFCCB3E85673}"/>
                  </a:ext>
                </a:extLst>
              </p:cNvPr>
              <p:cNvSpPr/>
              <p:nvPr/>
            </p:nvSpPr>
            <p:spPr>
              <a:xfrm rot="10800000" flipH="1">
                <a:off x="1012497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5" name="Rectangle 1704">
                <a:extLst>
                  <a:ext uri="{FF2B5EF4-FFF2-40B4-BE49-F238E27FC236}">
                    <a16:creationId xmlns:a16="http://schemas.microsoft.com/office/drawing/2014/main" id="{86E63205-BE93-016D-6629-422D92315EB0}"/>
                  </a:ext>
                </a:extLst>
              </p:cNvPr>
              <p:cNvSpPr/>
              <p:nvPr/>
            </p:nvSpPr>
            <p:spPr>
              <a:xfrm rot="10800000" flipH="1">
                <a:off x="1022539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6" name="Rectangle 1705">
                <a:extLst>
                  <a:ext uri="{FF2B5EF4-FFF2-40B4-BE49-F238E27FC236}">
                    <a16:creationId xmlns:a16="http://schemas.microsoft.com/office/drawing/2014/main" id="{16F92383-869A-11AD-517A-665B26750540}"/>
                  </a:ext>
                </a:extLst>
              </p:cNvPr>
              <p:cNvSpPr/>
              <p:nvPr/>
            </p:nvSpPr>
            <p:spPr>
              <a:xfrm rot="10800000" flipH="1">
                <a:off x="1032581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7" name="Rectangle 1706">
                <a:extLst>
                  <a:ext uri="{FF2B5EF4-FFF2-40B4-BE49-F238E27FC236}">
                    <a16:creationId xmlns:a16="http://schemas.microsoft.com/office/drawing/2014/main" id="{6A42ACE2-68CF-DAE9-2034-9C3205F16E9D}"/>
                  </a:ext>
                </a:extLst>
              </p:cNvPr>
              <p:cNvSpPr/>
              <p:nvPr/>
            </p:nvSpPr>
            <p:spPr>
              <a:xfrm rot="10800000" flipH="1">
                <a:off x="10426238"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8" name="Rectangle 1707">
                <a:extLst>
                  <a:ext uri="{FF2B5EF4-FFF2-40B4-BE49-F238E27FC236}">
                    <a16:creationId xmlns:a16="http://schemas.microsoft.com/office/drawing/2014/main" id="{24B65DE8-2FF7-06F7-3B8B-F3313B034647}"/>
                  </a:ext>
                </a:extLst>
              </p:cNvPr>
              <p:cNvSpPr/>
              <p:nvPr/>
            </p:nvSpPr>
            <p:spPr>
              <a:xfrm rot="10800000" flipH="1">
                <a:off x="10526661"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9" name="Rectangle 1708">
                <a:extLst>
                  <a:ext uri="{FF2B5EF4-FFF2-40B4-BE49-F238E27FC236}">
                    <a16:creationId xmlns:a16="http://schemas.microsoft.com/office/drawing/2014/main" id="{1062B310-A180-8A76-3417-D2AD189DCB6E}"/>
                  </a:ext>
                </a:extLst>
              </p:cNvPr>
              <p:cNvSpPr/>
              <p:nvPr/>
            </p:nvSpPr>
            <p:spPr>
              <a:xfrm rot="10800000" flipH="1">
                <a:off x="10627084"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0" name="Rectangle 1709">
                <a:extLst>
                  <a:ext uri="{FF2B5EF4-FFF2-40B4-BE49-F238E27FC236}">
                    <a16:creationId xmlns:a16="http://schemas.microsoft.com/office/drawing/2014/main" id="{FADC5C0E-1321-9347-B23D-DE5389398F2C}"/>
                  </a:ext>
                </a:extLst>
              </p:cNvPr>
              <p:cNvSpPr/>
              <p:nvPr/>
            </p:nvSpPr>
            <p:spPr>
              <a:xfrm rot="10800000" flipH="1">
                <a:off x="10727507"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1" name="Rectangle 1710">
                <a:extLst>
                  <a:ext uri="{FF2B5EF4-FFF2-40B4-BE49-F238E27FC236}">
                    <a16:creationId xmlns:a16="http://schemas.microsoft.com/office/drawing/2014/main" id="{A42325BA-ED57-3B1B-2AD6-695C693E2014}"/>
                  </a:ext>
                </a:extLst>
              </p:cNvPr>
              <p:cNvSpPr/>
              <p:nvPr/>
            </p:nvSpPr>
            <p:spPr>
              <a:xfrm rot="10800000" flipH="1">
                <a:off x="10827930"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2" name="Rectangle 1711">
                <a:extLst>
                  <a:ext uri="{FF2B5EF4-FFF2-40B4-BE49-F238E27FC236}">
                    <a16:creationId xmlns:a16="http://schemas.microsoft.com/office/drawing/2014/main" id="{56D8ED87-B2CC-96BF-0DB0-35A5A15E00BE}"/>
                  </a:ext>
                </a:extLst>
              </p:cNvPr>
              <p:cNvSpPr/>
              <p:nvPr/>
            </p:nvSpPr>
            <p:spPr>
              <a:xfrm rot="10800000" flipH="1">
                <a:off x="10928353"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3" name="Rectangle 1712">
                <a:extLst>
                  <a:ext uri="{FF2B5EF4-FFF2-40B4-BE49-F238E27FC236}">
                    <a16:creationId xmlns:a16="http://schemas.microsoft.com/office/drawing/2014/main" id="{5D6A5D39-34EF-AA5A-FF32-ADAB9BD8E769}"/>
                  </a:ext>
                </a:extLst>
              </p:cNvPr>
              <p:cNvSpPr/>
              <p:nvPr/>
            </p:nvSpPr>
            <p:spPr>
              <a:xfrm rot="10800000" flipH="1">
                <a:off x="11028776"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4" name="Rectangle 1713">
                <a:extLst>
                  <a:ext uri="{FF2B5EF4-FFF2-40B4-BE49-F238E27FC236}">
                    <a16:creationId xmlns:a16="http://schemas.microsoft.com/office/drawing/2014/main" id="{BA3B1EBC-4679-F3E1-E493-6A7C4DB4708E}"/>
                  </a:ext>
                </a:extLst>
              </p:cNvPr>
              <p:cNvSpPr/>
              <p:nvPr/>
            </p:nvSpPr>
            <p:spPr>
              <a:xfrm rot="10800000" flipH="1">
                <a:off x="11129199" y="4664085"/>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15" name="Group 1714">
                <a:extLst>
                  <a:ext uri="{FF2B5EF4-FFF2-40B4-BE49-F238E27FC236}">
                    <a16:creationId xmlns:a16="http://schemas.microsoft.com/office/drawing/2014/main" id="{15AFFABC-B130-69F6-09D7-028958B29C25}"/>
                  </a:ext>
                </a:extLst>
              </p:cNvPr>
              <p:cNvGrpSpPr/>
              <p:nvPr/>
            </p:nvGrpSpPr>
            <p:grpSpPr>
              <a:xfrm rot="10800000" flipH="1">
                <a:off x="8016088" y="4563796"/>
                <a:ext cx="3213534" cy="100423"/>
                <a:chOff x="1743959" y="2564091"/>
                <a:chExt cx="6334816" cy="197963"/>
              </a:xfrm>
              <a:solidFill>
                <a:schemeClr val="bg1"/>
              </a:solidFill>
            </p:grpSpPr>
            <p:sp>
              <p:nvSpPr>
                <p:cNvPr id="1948" name="Rectangle 1947">
                  <a:extLst>
                    <a:ext uri="{FF2B5EF4-FFF2-40B4-BE49-F238E27FC236}">
                      <a16:creationId xmlns:a16="http://schemas.microsoft.com/office/drawing/2014/main" id="{C11B22ED-6DF1-A992-C640-674C0F9BDA27}"/>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9" name="Rectangle 1948">
                  <a:extLst>
                    <a:ext uri="{FF2B5EF4-FFF2-40B4-BE49-F238E27FC236}">
                      <a16:creationId xmlns:a16="http://schemas.microsoft.com/office/drawing/2014/main" id="{6D6753A1-CD11-2353-55F7-FA103A4E4630}"/>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0" name="Rectangle 1949">
                  <a:extLst>
                    <a:ext uri="{FF2B5EF4-FFF2-40B4-BE49-F238E27FC236}">
                      <a16:creationId xmlns:a16="http://schemas.microsoft.com/office/drawing/2014/main" id="{C9169006-EF9C-3E50-2D3B-18C320A5B7CF}"/>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1" name="Rectangle 1950">
                  <a:extLst>
                    <a:ext uri="{FF2B5EF4-FFF2-40B4-BE49-F238E27FC236}">
                      <a16:creationId xmlns:a16="http://schemas.microsoft.com/office/drawing/2014/main" id="{75EC3F0E-057B-D0CC-2956-579EB27DB836}"/>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2" name="Rectangle 1951">
                  <a:extLst>
                    <a:ext uri="{FF2B5EF4-FFF2-40B4-BE49-F238E27FC236}">
                      <a16:creationId xmlns:a16="http://schemas.microsoft.com/office/drawing/2014/main" id="{D72B86B4-F494-6B28-BA7F-CDE1F199D4C1}"/>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3" name="Rectangle 1952">
                  <a:extLst>
                    <a:ext uri="{FF2B5EF4-FFF2-40B4-BE49-F238E27FC236}">
                      <a16:creationId xmlns:a16="http://schemas.microsoft.com/office/drawing/2014/main" id="{91804518-B79E-A8D5-7815-DB7A247F24B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4" name="Rectangle 1953">
                  <a:extLst>
                    <a:ext uri="{FF2B5EF4-FFF2-40B4-BE49-F238E27FC236}">
                      <a16:creationId xmlns:a16="http://schemas.microsoft.com/office/drawing/2014/main" id="{3C841924-3331-9456-909A-8FE5F446389A}"/>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5" name="Rectangle 1954">
                  <a:extLst>
                    <a:ext uri="{FF2B5EF4-FFF2-40B4-BE49-F238E27FC236}">
                      <a16:creationId xmlns:a16="http://schemas.microsoft.com/office/drawing/2014/main" id="{048F2486-E0A3-B154-458F-4998C7FB6008}"/>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6" name="Rectangle 1955">
                  <a:extLst>
                    <a:ext uri="{FF2B5EF4-FFF2-40B4-BE49-F238E27FC236}">
                      <a16:creationId xmlns:a16="http://schemas.microsoft.com/office/drawing/2014/main" id="{AA957843-A370-2F22-7F04-EA5934469913}"/>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7" name="Rectangle 1956">
                  <a:extLst>
                    <a:ext uri="{FF2B5EF4-FFF2-40B4-BE49-F238E27FC236}">
                      <a16:creationId xmlns:a16="http://schemas.microsoft.com/office/drawing/2014/main" id="{79E6D981-CD75-2AF7-91F7-D614B4B6974F}"/>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8" name="Rectangle 1957">
                  <a:extLst>
                    <a:ext uri="{FF2B5EF4-FFF2-40B4-BE49-F238E27FC236}">
                      <a16:creationId xmlns:a16="http://schemas.microsoft.com/office/drawing/2014/main" id="{4FEB0A16-6E86-70C8-A83B-81FF8AB64FB6}"/>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9" name="Rectangle 1958">
                  <a:extLst>
                    <a:ext uri="{FF2B5EF4-FFF2-40B4-BE49-F238E27FC236}">
                      <a16:creationId xmlns:a16="http://schemas.microsoft.com/office/drawing/2014/main" id="{262B712E-D3EB-6685-A34E-4B4275BD9674}"/>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0" name="Rectangle 1959">
                  <a:extLst>
                    <a:ext uri="{FF2B5EF4-FFF2-40B4-BE49-F238E27FC236}">
                      <a16:creationId xmlns:a16="http://schemas.microsoft.com/office/drawing/2014/main" id="{EB6B6BDA-FC7F-5359-6AA0-AB9054EEA6E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1" name="Rectangle 1960">
                  <a:extLst>
                    <a:ext uri="{FF2B5EF4-FFF2-40B4-BE49-F238E27FC236}">
                      <a16:creationId xmlns:a16="http://schemas.microsoft.com/office/drawing/2014/main" id="{2CB6908A-F1D2-3978-7640-DF205278C9BF}"/>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2" name="Rectangle 1961">
                  <a:extLst>
                    <a:ext uri="{FF2B5EF4-FFF2-40B4-BE49-F238E27FC236}">
                      <a16:creationId xmlns:a16="http://schemas.microsoft.com/office/drawing/2014/main" id="{43AC6346-EAFB-05D4-4E82-EF7E394E416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3" name="Rectangle 1962">
                  <a:extLst>
                    <a:ext uri="{FF2B5EF4-FFF2-40B4-BE49-F238E27FC236}">
                      <a16:creationId xmlns:a16="http://schemas.microsoft.com/office/drawing/2014/main" id="{C3D19462-534E-F386-F0E7-6CFEACDE363D}"/>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4" name="Rectangle 1963">
                  <a:extLst>
                    <a:ext uri="{FF2B5EF4-FFF2-40B4-BE49-F238E27FC236}">
                      <a16:creationId xmlns:a16="http://schemas.microsoft.com/office/drawing/2014/main" id="{A0158590-48EA-2BF4-3DEF-B5FF5E34E286}"/>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5" name="Rectangle 1964">
                  <a:extLst>
                    <a:ext uri="{FF2B5EF4-FFF2-40B4-BE49-F238E27FC236}">
                      <a16:creationId xmlns:a16="http://schemas.microsoft.com/office/drawing/2014/main" id="{7168A23A-6288-8B67-3EBB-3402D105792C}"/>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6" name="Rectangle 1965">
                  <a:extLst>
                    <a:ext uri="{FF2B5EF4-FFF2-40B4-BE49-F238E27FC236}">
                      <a16:creationId xmlns:a16="http://schemas.microsoft.com/office/drawing/2014/main" id="{39A7C33B-7D3D-DB21-9995-6D89EBA9CE1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7" name="Rectangle 1966">
                  <a:extLst>
                    <a:ext uri="{FF2B5EF4-FFF2-40B4-BE49-F238E27FC236}">
                      <a16:creationId xmlns:a16="http://schemas.microsoft.com/office/drawing/2014/main" id="{C70B5AE5-994A-482B-DBF3-74373203726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8" name="Rectangle 1967">
                  <a:extLst>
                    <a:ext uri="{FF2B5EF4-FFF2-40B4-BE49-F238E27FC236}">
                      <a16:creationId xmlns:a16="http://schemas.microsoft.com/office/drawing/2014/main" id="{0B15846A-9679-15AD-3682-E94EF7928350}"/>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9" name="Rectangle 1968">
                  <a:extLst>
                    <a:ext uri="{FF2B5EF4-FFF2-40B4-BE49-F238E27FC236}">
                      <a16:creationId xmlns:a16="http://schemas.microsoft.com/office/drawing/2014/main" id="{E2476CB1-BE9E-D12C-458B-8D2DEB10A93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0" name="Rectangle 1969">
                  <a:extLst>
                    <a:ext uri="{FF2B5EF4-FFF2-40B4-BE49-F238E27FC236}">
                      <a16:creationId xmlns:a16="http://schemas.microsoft.com/office/drawing/2014/main" id="{D1B267ED-BC42-CDAF-AA05-71534B07E820}"/>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1" name="Rectangle 1970">
                  <a:extLst>
                    <a:ext uri="{FF2B5EF4-FFF2-40B4-BE49-F238E27FC236}">
                      <a16:creationId xmlns:a16="http://schemas.microsoft.com/office/drawing/2014/main" id="{66E7FB23-1151-23FA-7592-04F5C4C13E0A}"/>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2" name="Rectangle 1971">
                  <a:extLst>
                    <a:ext uri="{FF2B5EF4-FFF2-40B4-BE49-F238E27FC236}">
                      <a16:creationId xmlns:a16="http://schemas.microsoft.com/office/drawing/2014/main" id="{44142457-97DD-5E98-4080-DD86934F7F76}"/>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3" name="Rectangle 1972">
                  <a:extLst>
                    <a:ext uri="{FF2B5EF4-FFF2-40B4-BE49-F238E27FC236}">
                      <a16:creationId xmlns:a16="http://schemas.microsoft.com/office/drawing/2014/main" id="{8582134D-8955-BCB0-3500-1057F4E10508}"/>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4" name="Rectangle 1973">
                  <a:extLst>
                    <a:ext uri="{FF2B5EF4-FFF2-40B4-BE49-F238E27FC236}">
                      <a16:creationId xmlns:a16="http://schemas.microsoft.com/office/drawing/2014/main" id="{BC6BFAFE-CDC3-BD77-5DCE-04E4A445D735}"/>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5" name="Rectangle 1974">
                  <a:extLst>
                    <a:ext uri="{FF2B5EF4-FFF2-40B4-BE49-F238E27FC236}">
                      <a16:creationId xmlns:a16="http://schemas.microsoft.com/office/drawing/2014/main" id="{361E883A-9E22-6725-F784-D561D29FB8F0}"/>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6" name="Rectangle 1975">
                  <a:extLst>
                    <a:ext uri="{FF2B5EF4-FFF2-40B4-BE49-F238E27FC236}">
                      <a16:creationId xmlns:a16="http://schemas.microsoft.com/office/drawing/2014/main" id="{7D749978-2F67-92C2-E688-0B9AE58E997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7" name="Rectangle 1976">
                  <a:extLst>
                    <a:ext uri="{FF2B5EF4-FFF2-40B4-BE49-F238E27FC236}">
                      <a16:creationId xmlns:a16="http://schemas.microsoft.com/office/drawing/2014/main" id="{737864DF-3858-A1C7-D735-CCB2136389C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8" name="Rectangle 1977">
                  <a:extLst>
                    <a:ext uri="{FF2B5EF4-FFF2-40B4-BE49-F238E27FC236}">
                      <a16:creationId xmlns:a16="http://schemas.microsoft.com/office/drawing/2014/main" id="{CB1B771A-C3CC-76C9-C15D-A0EE446AAE88}"/>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9" name="Rectangle 1978">
                  <a:extLst>
                    <a:ext uri="{FF2B5EF4-FFF2-40B4-BE49-F238E27FC236}">
                      <a16:creationId xmlns:a16="http://schemas.microsoft.com/office/drawing/2014/main" id="{AADB6A2F-E92C-6E1A-8CBE-AB1021C1B3FE}"/>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6" name="Group 1715">
                <a:extLst>
                  <a:ext uri="{FF2B5EF4-FFF2-40B4-BE49-F238E27FC236}">
                    <a16:creationId xmlns:a16="http://schemas.microsoft.com/office/drawing/2014/main" id="{270936BC-EAE8-EA7A-302A-05869EFBDE84}"/>
                  </a:ext>
                </a:extLst>
              </p:cNvPr>
              <p:cNvGrpSpPr/>
              <p:nvPr/>
            </p:nvGrpSpPr>
            <p:grpSpPr>
              <a:xfrm rot="10800000" flipH="1">
                <a:off x="8016088" y="4463373"/>
                <a:ext cx="3213534" cy="100423"/>
                <a:chOff x="1743959" y="2564091"/>
                <a:chExt cx="6334816" cy="197963"/>
              </a:xfrm>
              <a:solidFill>
                <a:schemeClr val="bg1"/>
              </a:solidFill>
            </p:grpSpPr>
            <p:sp>
              <p:nvSpPr>
                <p:cNvPr id="1916" name="Rectangle 1915">
                  <a:extLst>
                    <a:ext uri="{FF2B5EF4-FFF2-40B4-BE49-F238E27FC236}">
                      <a16:creationId xmlns:a16="http://schemas.microsoft.com/office/drawing/2014/main" id="{1A02B0A8-23D7-A692-EB83-31E6CF79240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7" name="Rectangle 1916">
                  <a:extLst>
                    <a:ext uri="{FF2B5EF4-FFF2-40B4-BE49-F238E27FC236}">
                      <a16:creationId xmlns:a16="http://schemas.microsoft.com/office/drawing/2014/main" id="{E54015E0-4F8E-3481-F38D-9AE261D63A17}"/>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8" name="Rectangle 1917">
                  <a:extLst>
                    <a:ext uri="{FF2B5EF4-FFF2-40B4-BE49-F238E27FC236}">
                      <a16:creationId xmlns:a16="http://schemas.microsoft.com/office/drawing/2014/main" id="{C1761907-31CA-9D13-EFA0-B4B18FFEBB7C}"/>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9" name="Rectangle 1918">
                  <a:extLst>
                    <a:ext uri="{FF2B5EF4-FFF2-40B4-BE49-F238E27FC236}">
                      <a16:creationId xmlns:a16="http://schemas.microsoft.com/office/drawing/2014/main" id="{81777EC1-6EEF-7F84-672C-C116EE6067DF}"/>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0" name="Rectangle 1919">
                  <a:extLst>
                    <a:ext uri="{FF2B5EF4-FFF2-40B4-BE49-F238E27FC236}">
                      <a16:creationId xmlns:a16="http://schemas.microsoft.com/office/drawing/2014/main" id="{1BAFE78D-9B69-39AA-79AA-03074A653AAF}"/>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1" name="Rectangle 1920">
                  <a:extLst>
                    <a:ext uri="{FF2B5EF4-FFF2-40B4-BE49-F238E27FC236}">
                      <a16:creationId xmlns:a16="http://schemas.microsoft.com/office/drawing/2014/main" id="{2F72E77F-B6C1-5A86-F735-0F3F16E5F74E}"/>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2" name="Rectangle 1921">
                  <a:extLst>
                    <a:ext uri="{FF2B5EF4-FFF2-40B4-BE49-F238E27FC236}">
                      <a16:creationId xmlns:a16="http://schemas.microsoft.com/office/drawing/2014/main" id="{994835B3-93A8-0951-3560-31FB84439BFB}"/>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3" name="Rectangle 1922">
                  <a:extLst>
                    <a:ext uri="{FF2B5EF4-FFF2-40B4-BE49-F238E27FC236}">
                      <a16:creationId xmlns:a16="http://schemas.microsoft.com/office/drawing/2014/main" id="{A8D084FF-7775-9C24-B223-A196C6CA0FC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4" name="Rectangle 1923">
                  <a:extLst>
                    <a:ext uri="{FF2B5EF4-FFF2-40B4-BE49-F238E27FC236}">
                      <a16:creationId xmlns:a16="http://schemas.microsoft.com/office/drawing/2014/main" id="{4B802C13-96C0-9DE3-35C2-1C6058CD1983}"/>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5" name="Rectangle 1924">
                  <a:extLst>
                    <a:ext uri="{FF2B5EF4-FFF2-40B4-BE49-F238E27FC236}">
                      <a16:creationId xmlns:a16="http://schemas.microsoft.com/office/drawing/2014/main" id="{149F5765-9DF9-9F41-069A-37CF7C65589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6" name="Rectangle 1925">
                  <a:extLst>
                    <a:ext uri="{FF2B5EF4-FFF2-40B4-BE49-F238E27FC236}">
                      <a16:creationId xmlns:a16="http://schemas.microsoft.com/office/drawing/2014/main" id="{43A7A340-2C5E-1929-7667-D8CA129566BD}"/>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7" name="Rectangle 1926">
                  <a:extLst>
                    <a:ext uri="{FF2B5EF4-FFF2-40B4-BE49-F238E27FC236}">
                      <a16:creationId xmlns:a16="http://schemas.microsoft.com/office/drawing/2014/main" id="{4EEFD1EB-55DA-68D8-955B-CE17FF9AC26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8" name="Rectangle 1927">
                  <a:extLst>
                    <a:ext uri="{FF2B5EF4-FFF2-40B4-BE49-F238E27FC236}">
                      <a16:creationId xmlns:a16="http://schemas.microsoft.com/office/drawing/2014/main" id="{87687429-CB81-DA13-7484-C4CDF61712F2}"/>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9" name="Rectangle 1928">
                  <a:extLst>
                    <a:ext uri="{FF2B5EF4-FFF2-40B4-BE49-F238E27FC236}">
                      <a16:creationId xmlns:a16="http://schemas.microsoft.com/office/drawing/2014/main" id="{32083635-14FE-9C34-885A-091DB1DC1E55}"/>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0" name="Rectangle 1929">
                  <a:extLst>
                    <a:ext uri="{FF2B5EF4-FFF2-40B4-BE49-F238E27FC236}">
                      <a16:creationId xmlns:a16="http://schemas.microsoft.com/office/drawing/2014/main" id="{48170C68-7243-2E92-C891-11542C7A4C7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1" name="Rectangle 1930">
                  <a:extLst>
                    <a:ext uri="{FF2B5EF4-FFF2-40B4-BE49-F238E27FC236}">
                      <a16:creationId xmlns:a16="http://schemas.microsoft.com/office/drawing/2014/main" id="{B7A4F9AF-0E5F-FD7C-FD31-47C06EC060CC}"/>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2" name="Rectangle 1931">
                  <a:extLst>
                    <a:ext uri="{FF2B5EF4-FFF2-40B4-BE49-F238E27FC236}">
                      <a16:creationId xmlns:a16="http://schemas.microsoft.com/office/drawing/2014/main" id="{9AE4F1C5-31F3-761B-2E5C-D849B8B74F38}"/>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3" name="Rectangle 1932">
                  <a:extLst>
                    <a:ext uri="{FF2B5EF4-FFF2-40B4-BE49-F238E27FC236}">
                      <a16:creationId xmlns:a16="http://schemas.microsoft.com/office/drawing/2014/main" id="{94712B86-128E-D435-74C3-0D9D962458D3}"/>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4" name="Rectangle 1933">
                  <a:extLst>
                    <a:ext uri="{FF2B5EF4-FFF2-40B4-BE49-F238E27FC236}">
                      <a16:creationId xmlns:a16="http://schemas.microsoft.com/office/drawing/2014/main" id="{41DA6BDC-1A55-3475-61A6-3A5DD0730DB3}"/>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5" name="Rectangle 1934">
                  <a:extLst>
                    <a:ext uri="{FF2B5EF4-FFF2-40B4-BE49-F238E27FC236}">
                      <a16:creationId xmlns:a16="http://schemas.microsoft.com/office/drawing/2014/main" id="{277C3EFB-6B40-AC05-5D96-639021BA80FC}"/>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6" name="Rectangle 1935">
                  <a:extLst>
                    <a:ext uri="{FF2B5EF4-FFF2-40B4-BE49-F238E27FC236}">
                      <a16:creationId xmlns:a16="http://schemas.microsoft.com/office/drawing/2014/main" id="{20C0B360-DA86-31AF-FF04-B0BAD4736A94}"/>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7" name="Rectangle 1936">
                  <a:extLst>
                    <a:ext uri="{FF2B5EF4-FFF2-40B4-BE49-F238E27FC236}">
                      <a16:creationId xmlns:a16="http://schemas.microsoft.com/office/drawing/2014/main" id="{44A2F8FA-54CB-E97C-5178-5C932452C9DB}"/>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8" name="Rectangle 1937">
                  <a:extLst>
                    <a:ext uri="{FF2B5EF4-FFF2-40B4-BE49-F238E27FC236}">
                      <a16:creationId xmlns:a16="http://schemas.microsoft.com/office/drawing/2014/main" id="{87EBB3CE-B7AC-C193-4BB8-C7B60A697434}"/>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9" name="Rectangle 1938">
                  <a:extLst>
                    <a:ext uri="{FF2B5EF4-FFF2-40B4-BE49-F238E27FC236}">
                      <a16:creationId xmlns:a16="http://schemas.microsoft.com/office/drawing/2014/main" id="{14A8D10D-9CF0-143E-2618-B754A9A8AA91}"/>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0" name="Rectangle 1939">
                  <a:extLst>
                    <a:ext uri="{FF2B5EF4-FFF2-40B4-BE49-F238E27FC236}">
                      <a16:creationId xmlns:a16="http://schemas.microsoft.com/office/drawing/2014/main" id="{878B83F5-515B-8BDC-50E3-23E3AE56910D}"/>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1" name="Rectangle 1940">
                  <a:extLst>
                    <a:ext uri="{FF2B5EF4-FFF2-40B4-BE49-F238E27FC236}">
                      <a16:creationId xmlns:a16="http://schemas.microsoft.com/office/drawing/2014/main" id="{654259E0-A898-2D0E-412C-01E3950D450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2" name="Rectangle 1941">
                  <a:extLst>
                    <a:ext uri="{FF2B5EF4-FFF2-40B4-BE49-F238E27FC236}">
                      <a16:creationId xmlns:a16="http://schemas.microsoft.com/office/drawing/2014/main" id="{76990661-91AB-586F-DED5-2F526B047F0C}"/>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3" name="Rectangle 1942">
                  <a:extLst>
                    <a:ext uri="{FF2B5EF4-FFF2-40B4-BE49-F238E27FC236}">
                      <a16:creationId xmlns:a16="http://schemas.microsoft.com/office/drawing/2014/main" id="{5DC417C5-F87E-389A-011D-819CAE8C5C9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4" name="Rectangle 1943">
                  <a:extLst>
                    <a:ext uri="{FF2B5EF4-FFF2-40B4-BE49-F238E27FC236}">
                      <a16:creationId xmlns:a16="http://schemas.microsoft.com/office/drawing/2014/main" id="{90F80F28-481E-0B57-3122-6D08D3DF4E67}"/>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5" name="Rectangle 1944">
                  <a:extLst>
                    <a:ext uri="{FF2B5EF4-FFF2-40B4-BE49-F238E27FC236}">
                      <a16:creationId xmlns:a16="http://schemas.microsoft.com/office/drawing/2014/main" id="{7FB8BDF1-C4D4-7A3E-976B-8EE456606E5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 name="Rectangle 1945">
                  <a:extLst>
                    <a:ext uri="{FF2B5EF4-FFF2-40B4-BE49-F238E27FC236}">
                      <a16:creationId xmlns:a16="http://schemas.microsoft.com/office/drawing/2014/main" id="{7D1C2C51-A1CD-D882-6B2A-D93686167309}"/>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 name="Rectangle 1946">
                  <a:extLst>
                    <a:ext uri="{FF2B5EF4-FFF2-40B4-BE49-F238E27FC236}">
                      <a16:creationId xmlns:a16="http://schemas.microsoft.com/office/drawing/2014/main" id="{FE4E6BEC-EA98-4517-F634-34A665FF2C6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17" name="Group 1716">
                <a:extLst>
                  <a:ext uri="{FF2B5EF4-FFF2-40B4-BE49-F238E27FC236}">
                    <a16:creationId xmlns:a16="http://schemas.microsoft.com/office/drawing/2014/main" id="{172EF004-082C-60AE-6AA3-81B11BC8323C}"/>
                  </a:ext>
                </a:extLst>
              </p:cNvPr>
              <p:cNvGrpSpPr/>
              <p:nvPr/>
            </p:nvGrpSpPr>
            <p:grpSpPr>
              <a:xfrm rot="10800000" flipH="1">
                <a:off x="7967057" y="4618500"/>
                <a:ext cx="350300" cy="146008"/>
                <a:chOff x="1150032" y="5207038"/>
                <a:chExt cx="690543" cy="287825"/>
              </a:xfrm>
              <a:solidFill>
                <a:srgbClr val="7030A0"/>
              </a:solidFill>
            </p:grpSpPr>
            <p:sp>
              <p:nvSpPr>
                <p:cNvPr id="1910" name="Rectangle 1909">
                  <a:extLst>
                    <a:ext uri="{FF2B5EF4-FFF2-40B4-BE49-F238E27FC236}">
                      <a16:creationId xmlns:a16="http://schemas.microsoft.com/office/drawing/2014/main" id="{2122983C-6E86-C441-1896-17ABE4EAAE18}"/>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1" name="Rectangle 1910">
                  <a:extLst>
                    <a:ext uri="{FF2B5EF4-FFF2-40B4-BE49-F238E27FC236}">
                      <a16:creationId xmlns:a16="http://schemas.microsoft.com/office/drawing/2014/main" id="{2382A24B-0D34-4090-96DE-A43B73F826EA}"/>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2" name="Rectangle 1911">
                  <a:extLst>
                    <a:ext uri="{FF2B5EF4-FFF2-40B4-BE49-F238E27FC236}">
                      <a16:creationId xmlns:a16="http://schemas.microsoft.com/office/drawing/2014/main" id="{CBFB5C6A-2418-CC4C-9C78-FDB3BB51E3C8}"/>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3" name="Rectangle 1912">
                  <a:extLst>
                    <a:ext uri="{FF2B5EF4-FFF2-40B4-BE49-F238E27FC236}">
                      <a16:creationId xmlns:a16="http://schemas.microsoft.com/office/drawing/2014/main" id="{FD665904-7C99-3C4D-86B7-F5986D2BA2DA}"/>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4" name="Rectangle 1913">
                  <a:extLst>
                    <a:ext uri="{FF2B5EF4-FFF2-40B4-BE49-F238E27FC236}">
                      <a16:creationId xmlns:a16="http://schemas.microsoft.com/office/drawing/2014/main" id="{F83AB484-BD82-A872-A5D7-9B89BC36D9C5}"/>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5" name="Rectangle 1914">
                  <a:extLst>
                    <a:ext uri="{FF2B5EF4-FFF2-40B4-BE49-F238E27FC236}">
                      <a16:creationId xmlns:a16="http://schemas.microsoft.com/office/drawing/2014/main" id="{DB73B5C0-24D8-3A5D-945D-2DCA29C8B099}"/>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18" name="Rectangle 1717">
                <a:extLst>
                  <a:ext uri="{FF2B5EF4-FFF2-40B4-BE49-F238E27FC236}">
                    <a16:creationId xmlns:a16="http://schemas.microsoft.com/office/drawing/2014/main" id="{E12E5678-BD00-52AC-4F96-CE7F92FB733E}"/>
                  </a:ext>
                </a:extLst>
              </p:cNvPr>
              <p:cNvSpPr/>
              <p:nvPr/>
            </p:nvSpPr>
            <p:spPr>
              <a:xfrm rot="10800000" flipH="1">
                <a:off x="826832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9" name="Rectangle 1718">
                <a:extLst>
                  <a:ext uri="{FF2B5EF4-FFF2-40B4-BE49-F238E27FC236}">
                    <a16:creationId xmlns:a16="http://schemas.microsoft.com/office/drawing/2014/main" id="{FF1ECCDE-8901-89D9-C7F8-88C7793EE31B}"/>
                  </a:ext>
                </a:extLst>
              </p:cNvPr>
              <p:cNvSpPr/>
              <p:nvPr/>
            </p:nvSpPr>
            <p:spPr>
              <a:xfrm rot="10800000" flipH="1">
                <a:off x="836874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0" name="Rectangle 1719">
                <a:extLst>
                  <a:ext uri="{FF2B5EF4-FFF2-40B4-BE49-F238E27FC236}">
                    <a16:creationId xmlns:a16="http://schemas.microsoft.com/office/drawing/2014/main" id="{35F47E5D-C4BB-C19D-EE92-E0B5566C2804}"/>
                  </a:ext>
                </a:extLst>
              </p:cNvPr>
              <p:cNvSpPr/>
              <p:nvPr/>
            </p:nvSpPr>
            <p:spPr>
              <a:xfrm rot="10800000" flipH="1">
                <a:off x="846917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1" name="Rectangle 1720">
                <a:extLst>
                  <a:ext uri="{FF2B5EF4-FFF2-40B4-BE49-F238E27FC236}">
                    <a16:creationId xmlns:a16="http://schemas.microsoft.com/office/drawing/2014/main" id="{26D6E09F-9714-F3C4-DECD-B3634B5FBA8D}"/>
                  </a:ext>
                </a:extLst>
              </p:cNvPr>
              <p:cNvSpPr/>
              <p:nvPr/>
            </p:nvSpPr>
            <p:spPr>
              <a:xfrm rot="10800000" flipH="1">
                <a:off x="856959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2" name="Rectangle 1721">
                <a:extLst>
                  <a:ext uri="{FF2B5EF4-FFF2-40B4-BE49-F238E27FC236}">
                    <a16:creationId xmlns:a16="http://schemas.microsoft.com/office/drawing/2014/main" id="{4021799F-5CB8-B360-124C-F7034B841FD9}"/>
                  </a:ext>
                </a:extLst>
              </p:cNvPr>
              <p:cNvSpPr/>
              <p:nvPr/>
            </p:nvSpPr>
            <p:spPr>
              <a:xfrm rot="10800000" flipH="1">
                <a:off x="867001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3" name="Rectangle 1722">
                <a:extLst>
                  <a:ext uri="{FF2B5EF4-FFF2-40B4-BE49-F238E27FC236}">
                    <a16:creationId xmlns:a16="http://schemas.microsoft.com/office/drawing/2014/main" id="{C72A28C8-F880-56FA-057F-34811893BEAF}"/>
                  </a:ext>
                </a:extLst>
              </p:cNvPr>
              <p:cNvSpPr/>
              <p:nvPr/>
            </p:nvSpPr>
            <p:spPr>
              <a:xfrm rot="10800000" flipH="1">
                <a:off x="877044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4" name="Rectangle 1723">
                <a:extLst>
                  <a:ext uri="{FF2B5EF4-FFF2-40B4-BE49-F238E27FC236}">
                    <a16:creationId xmlns:a16="http://schemas.microsoft.com/office/drawing/2014/main" id="{3B4CFB8B-6A11-F5E6-D8B0-522B392269ED}"/>
                  </a:ext>
                </a:extLst>
              </p:cNvPr>
              <p:cNvSpPr/>
              <p:nvPr/>
            </p:nvSpPr>
            <p:spPr>
              <a:xfrm rot="10800000" flipH="1">
                <a:off x="887086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5" name="Rectangle 1724">
                <a:extLst>
                  <a:ext uri="{FF2B5EF4-FFF2-40B4-BE49-F238E27FC236}">
                    <a16:creationId xmlns:a16="http://schemas.microsoft.com/office/drawing/2014/main" id="{18B27471-6E07-420B-3B54-A1AE86B4F33C}"/>
                  </a:ext>
                </a:extLst>
              </p:cNvPr>
              <p:cNvSpPr/>
              <p:nvPr/>
            </p:nvSpPr>
            <p:spPr>
              <a:xfrm rot="10800000" flipH="1">
                <a:off x="897128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6" name="Rectangle 1725">
                <a:extLst>
                  <a:ext uri="{FF2B5EF4-FFF2-40B4-BE49-F238E27FC236}">
                    <a16:creationId xmlns:a16="http://schemas.microsoft.com/office/drawing/2014/main" id="{BFD9E5B3-5AF5-C5C5-8711-4C9DF5306EFB}"/>
                  </a:ext>
                </a:extLst>
              </p:cNvPr>
              <p:cNvSpPr/>
              <p:nvPr/>
            </p:nvSpPr>
            <p:spPr>
              <a:xfrm rot="10800000" flipH="1">
                <a:off x="907171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7" name="Rectangle 1726">
                <a:extLst>
                  <a:ext uri="{FF2B5EF4-FFF2-40B4-BE49-F238E27FC236}">
                    <a16:creationId xmlns:a16="http://schemas.microsoft.com/office/drawing/2014/main" id="{AE5429B4-4AFF-5B56-C403-9D73E0219790}"/>
                  </a:ext>
                </a:extLst>
              </p:cNvPr>
              <p:cNvSpPr/>
              <p:nvPr/>
            </p:nvSpPr>
            <p:spPr>
              <a:xfrm rot="10800000" flipH="1">
                <a:off x="917213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8" name="Rectangle 1727">
                <a:extLst>
                  <a:ext uri="{FF2B5EF4-FFF2-40B4-BE49-F238E27FC236}">
                    <a16:creationId xmlns:a16="http://schemas.microsoft.com/office/drawing/2014/main" id="{937F2269-1B35-3DB3-7007-65BAC9CF79D6}"/>
                  </a:ext>
                </a:extLst>
              </p:cNvPr>
              <p:cNvSpPr/>
              <p:nvPr/>
            </p:nvSpPr>
            <p:spPr>
              <a:xfrm rot="10800000" flipH="1">
                <a:off x="927255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9" name="Rectangle 1728">
                <a:extLst>
                  <a:ext uri="{FF2B5EF4-FFF2-40B4-BE49-F238E27FC236}">
                    <a16:creationId xmlns:a16="http://schemas.microsoft.com/office/drawing/2014/main" id="{EF8F2591-F282-A876-B6A9-093F35BCB705}"/>
                  </a:ext>
                </a:extLst>
              </p:cNvPr>
              <p:cNvSpPr/>
              <p:nvPr/>
            </p:nvSpPr>
            <p:spPr>
              <a:xfrm rot="10800000" flipH="1">
                <a:off x="937297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0" name="Rectangle 1729">
                <a:extLst>
                  <a:ext uri="{FF2B5EF4-FFF2-40B4-BE49-F238E27FC236}">
                    <a16:creationId xmlns:a16="http://schemas.microsoft.com/office/drawing/2014/main" id="{5E932083-656F-47B5-DD38-20F3B247EE8B}"/>
                  </a:ext>
                </a:extLst>
              </p:cNvPr>
              <p:cNvSpPr/>
              <p:nvPr/>
            </p:nvSpPr>
            <p:spPr>
              <a:xfrm rot="10800000" flipH="1">
                <a:off x="947340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1" name="Rectangle 1730">
                <a:extLst>
                  <a:ext uri="{FF2B5EF4-FFF2-40B4-BE49-F238E27FC236}">
                    <a16:creationId xmlns:a16="http://schemas.microsoft.com/office/drawing/2014/main" id="{2BC3CF65-FFAB-30BE-9E0F-182DC32ED214}"/>
                  </a:ext>
                </a:extLst>
              </p:cNvPr>
              <p:cNvSpPr/>
              <p:nvPr/>
            </p:nvSpPr>
            <p:spPr>
              <a:xfrm rot="10800000" flipH="1">
                <a:off x="957382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2" name="Rectangle 1731">
                <a:extLst>
                  <a:ext uri="{FF2B5EF4-FFF2-40B4-BE49-F238E27FC236}">
                    <a16:creationId xmlns:a16="http://schemas.microsoft.com/office/drawing/2014/main" id="{41EA5791-C2F3-F403-5820-FCCCB41E02AD}"/>
                  </a:ext>
                </a:extLst>
              </p:cNvPr>
              <p:cNvSpPr/>
              <p:nvPr/>
            </p:nvSpPr>
            <p:spPr>
              <a:xfrm rot="10800000" flipH="1">
                <a:off x="967424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3" name="Rectangle 1732">
                <a:extLst>
                  <a:ext uri="{FF2B5EF4-FFF2-40B4-BE49-F238E27FC236}">
                    <a16:creationId xmlns:a16="http://schemas.microsoft.com/office/drawing/2014/main" id="{A583A386-0AFE-93C5-BB3E-3FE28C1B8790}"/>
                  </a:ext>
                </a:extLst>
              </p:cNvPr>
              <p:cNvSpPr/>
              <p:nvPr/>
            </p:nvSpPr>
            <p:spPr>
              <a:xfrm rot="10800000" flipH="1">
                <a:off x="9774670"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4" name="Rectangle 1733">
                <a:extLst>
                  <a:ext uri="{FF2B5EF4-FFF2-40B4-BE49-F238E27FC236}">
                    <a16:creationId xmlns:a16="http://schemas.microsoft.com/office/drawing/2014/main" id="{A1B470BB-7874-5DA3-728D-487536563C11}"/>
                  </a:ext>
                </a:extLst>
              </p:cNvPr>
              <p:cNvSpPr/>
              <p:nvPr/>
            </p:nvSpPr>
            <p:spPr>
              <a:xfrm rot="10800000" flipH="1">
                <a:off x="9875093"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5" name="Rectangle 1734">
                <a:extLst>
                  <a:ext uri="{FF2B5EF4-FFF2-40B4-BE49-F238E27FC236}">
                    <a16:creationId xmlns:a16="http://schemas.microsoft.com/office/drawing/2014/main" id="{70F3B810-DD78-F4BF-6B61-CE185D9510D2}"/>
                  </a:ext>
                </a:extLst>
              </p:cNvPr>
              <p:cNvSpPr/>
              <p:nvPr/>
            </p:nvSpPr>
            <p:spPr>
              <a:xfrm rot="10800000" flipH="1">
                <a:off x="9975516"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6" name="Rectangle 1735">
                <a:extLst>
                  <a:ext uri="{FF2B5EF4-FFF2-40B4-BE49-F238E27FC236}">
                    <a16:creationId xmlns:a16="http://schemas.microsoft.com/office/drawing/2014/main" id="{ECF94C1A-0EB4-69B2-6CAE-2CED7E667BAD}"/>
                  </a:ext>
                </a:extLst>
              </p:cNvPr>
              <p:cNvSpPr/>
              <p:nvPr/>
            </p:nvSpPr>
            <p:spPr>
              <a:xfrm rot="10800000" flipH="1">
                <a:off x="1007593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7" name="Rectangle 1736">
                <a:extLst>
                  <a:ext uri="{FF2B5EF4-FFF2-40B4-BE49-F238E27FC236}">
                    <a16:creationId xmlns:a16="http://schemas.microsoft.com/office/drawing/2014/main" id="{5CE041FF-6BE2-60E0-3FEF-1D8037E4F618}"/>
                  </a:ext>
                </a:extLst>
              </p:cNvPr>
              <p:cNvSpPr/>
              <p:nvPr/>
            </p:nvSpPr>
            <p:spPr>
              <a:xfrm rot="10800000" flipH="1">
                <a:off x="1017636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8" name="Rectangle 1737">
                <a:extLst>
                  <a:ext uri="{FF2B5EF4-FFF2-40B4-BE49-F238E27FC236}">
                    <a16:creationId xmlns:a16="http://schemas.microsoft.com/office/drawing/2014/main" id="{6137C7ED-1BB5-AFDE-B306-DCCDA032AAB5}"/>
                  </a:ext>
                </a:extLst>
              </p:cNvPr>
              <p:cNvSpPr/>
              <p:nvPr/>
            </p:nvSpPr>
            <p:spPr>
              <a:xfrm rot="10800000" flipH="1">
                <a:off x="1027678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9" name="Rectangle 1738">
                <a:extLst>
                  <a:ext uri="{FF2B5EF4-FFF2-40B4-BE49-F238E27FC236}">
                    <a16:creationId xmlns:a16="http://schemas.microsoft.com/office/drawing/2014/main" id="{CC444965-01CE-3577-E799-F5C0B4FD23CA}"/>
                  </a:ext>
                </a:extLst>
              </p:cNvPr>
              <p:cNvSpPr/>
              <p:nvPr/>
            </p:nvSpPr>
            <p:spPr>
              <a:xfrm rot="10800000" flipH="1">
                <a:off x="1037720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0" name="Rectangle 1739">
                <a:extLst>
                  <a:ext uri="{FF2B5EF4-FFF2-40B4-BE49-F238E27FC236}">
                    <a16:creationId xmlns:a16="http://schemas.microsoft.com/office/drawing/2014/main" id="{A3741A49-68B1-D144-F6FC-ADC17BC3837F}"/>
                  </a:ext>
                </a:extLst>
              </p:cNvPr>
              <p:cNvSpPr/>
              <p:nvPr/>
            </p:nvSpPr>
            <p:spPr>
              <a:xfrm rot="10800000" flipH="1">
                <a:off x="10477631"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 name="Rectangle 1740">
                <a:extLst>
                  <a:ext uri="{FF2B5EF4-FFF2-40B4-BE49-F238E27FC236}">
                    <a16:creationId xmlns:a16="http://schemas.microsoft.com/office/drawing/2014/main" id="{32825231-D574-6E51-71A6-BDB0A5E22F69}"/>
                  </a:ext>
                </a:extLst>
              </p:cNvPr>
              <p:cNvSpPr/>
              <p:nvPr/>
            </p:nvSpPr>
            <p:spPr>
              <a:xfrm rot="10800000" flipH="1">
                <a:off x="10578054"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 name="Rectangle 1741">
                <a:extLst>
                  <a:ext uri="{FF2B5EF4-FFF2-40B4-BE49-F238E27FC236}">
                    <a16:creationId xmlns:a16="http://schemas.microsoft.com/office/drawing/2014/main" id="{659C0842-9FB3-6326-30B9-F3FACDFA5D30}"/>
                  </a:ext>
                </a:extLst>
              </p:cNvPr>
              <p:cNvSpPr/>
              <p:nvPr/>
            </p:nvSpPr>
            <p:spPr>
              <a:xfrm rot="10800000" flipH="1">
                <a:off x="10678477"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3" name="Rectangle 1742">
                <a:extLst>
                  <a:ext uri="{FF2B5EF4-FFF2-40B4-BE49-F238E27FC236}">
                    <a16:creationId xmlns:a16="http://schemas.microsoft.com/office/drawing/2014/main" id="{362C4051-F3A4-1191-CBC1-535A063A5051}"/>
                  </a:ext>
                </a:extLst>
              </p:cNvPr>
              <p:cNvSpPr/>
              <p:nvPr/>
            </p:nvSpPr>
            <p:spPr>
              <a:xfrm rot="10800000" flipH="1">
                <a:off x="10778899"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4" name="Rectangle 1743">
                <a:extLst>
                  <a:ext uri="{FF2B5EF4-FFF2-40B4-BE49-F238E27FC236}">
                    <a16:creationId xmlns:a16="http://schemas.microsoft.com/office/drawing/2014/main" id="{1A824799-B8AD-A796-624C-58188BC38777}"/>
                  </a:ext>
                </a:extLst>
              </p:cNvPr>
              <p:cNvSpPr/>
              <p:nvPr/>
            </p:nvSpPr>
            <p:spPr>
              <a:xfrm rot="10800000" flipH="1">
                <a:off x="10879322"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5" name="Rectangle 1744">
                <a:extLst>
                  <a:ext uri="{FF2B5EF4-FFF2-40B4-BE49-F238E27FC236}">
                    <a16:creationId xmlns:a16="http://schemas.microsoft.com/office/drawing/2014/main" id="{9CEA94A0-B0C2-855C-0BD0-23C5C522D6C3}"/>
                  </a:ext>
                </a:extLst>
              </p:cNvPr>
              <p:cNvSpPr/>
              <p:nvPr/>
            </p:nvSpPr>
            <p:spPr>
              <a:xfrm rot="10800000" flipH="1">
                <a:off x="10979745"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6" name="Rectangle 1745">
                <a:extLst>
                  <a:ext uri="{FF2B5EF4-FFF2-40B4-BE49-F238E27FC236}">
                    <a16:creationId xmlns:a16="http://schemas.microsoft.com/office/drawing/2014/main" id="{F2C33F67-8C49-2DEF-28D2-87D82279F1AB}"/>
                  </a:ext>
                </a:extLst>
              </p:cNvPr>
              <p:cNvSpPr/>
              <p:nvPr/>
            </p:nvSpPr>
            <p:spPr>
              <a:xfrm rot="10800000" flipH="1">
                <a:off x="11080168" y="4618500"/>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47" name="Group 1746">
                <a:extLst>
                  <a:ext uri="{FF2B5EF4-FFF2-40B4-BE49-F238E27FC236}">
                    <a16:creationId xmlns:a16="http://schemas.microsoft.com/office/drawing/2014/main" id="{8E4370FB-3DE1-BB84-C92B-DDBBA02FCFA7}"/>
                  </a:ext>
                </a:extLst>
              </p:cNvPr>
              <p:cNvGrpSpPr/>
              <p:nvPr/>
            </p:nvGrpSpPr>
            <p:grpSpPr>
              <a:xfrm rot="10800000" flipH="1">
                <a:off x="7967057" y="4518210"/>
                <a:ext cx="3213534" cy="100423"/>
                <a:chOff x="1743959" y="2564091"/>
                <a:chExt cx="6334816" cy="197963"/>
              </a:xfrm>
              <a:solidFill>
                <a:schemeClr val="bg1"/>
              </a:solidFill>
            </p:grpSpPr>
            <p:sp>
              <p:nvSpPr>
                <p:cNvPr id="1878" name="Rectangle 1877">
                  <a:extLst>
                    <a:ext uri="{FF2B5EF4-FFF2-40B4-BE49-F238E27FC236}">
                      <a16:creationId xmlns:a16="http://schemas.microsoft.com/office/drawing/2014/main" id="{CF0FD66D-BA50-E9C4-E220-9982C2DD79B6}"/>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9" name="Rectangle 1878">
                  <a:extLst>
                    <a:ext uri="{FF2B5EF4-FFF2-40B4-BE49-F238E27FC236}">
                      <a16:creationId xmlns:a16="http://schemas.microsoft.com/office/drawing/2014/main" id="{25990989-7B42-04EC-2ED1-58816DF17C13}"/>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0" name="Rectangle 1879">
                  <a:extLst>
                    <a:ext uri="{FF2B5EF4-FFF2-40B4-BE49-F238E27FC236}">
                      <a16:creationId xmlns:a16="http://schemas.microsoft.com/office/drawing/2014/main" id="{7501DD23-E543-3D6D-998B-E18368E356C8}"/>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1" name="Rectangle 1880">
                  <a:extLst>
                    <a:ext uri="{FF2B5EF4-FFF2-40B4-BE49-F238E27FC236}">
                      <a16:creationId xmlns:a16="http://schemas.microsoft.com/office/drawing/2014/main" id="{AB335DD9-2E33-AA81-F4B1-6789D6F982A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2" name="Rectangle 1881">
                  <a:extLst>
                    <a:ext uri="{FF2B5EF4-FFF2-40B4-BE49-F238E27FC236}">
                      <a16:creationId xmlns:a16="http://schemas.microsoft.com/office/drawing/2014/main" id="{00E1328A-9A28-0573-21B9-9824863974A7}"/>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3" name="Rectangle 1882">
                  <a:extLst>
                    <a:ext uri="{FF2B5EF4-FFF2-40B4-BE49-F238E27FC236}">
                      <a16:creationId xmlns:a16="http://schemas.microsoft.com/office/drawing/2014/main" id="{F9D176AC-ACB2-AD1C-4EC5-412CECB2013C}"/>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4" name="Rectangle 1883">
                  <a:extLst>
                    <a:ext uri="{FF2B5EF4-FFF2-40B4-BE49-F238E27FC236}">
                      <a16:creationId xmlns:a16="http://schemas.microsoft.com/office/drawing/2014/main" id="{32C2BC3E-0907-E217-ACAB-14788E856FE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5" name="Rectangle 1884">
                  <a:extLst>
                    <a:ext uri="{FF2B5EF4-FFF2-40B4-BE49-F238E27FC236}">
                      <a16:creationId xmlns:a16="http://schemas.microsoft.com/office/drawing/2014/main" id="{0C2C76A6-E4DA-2B16-B77B-B7B021F97E6A}"/>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6" name="Rectangle 1885">
                  <a:extLst>
                    <a:ext uri="{FF2B5EF4-FFF2-40B4-BE49-F238E27FC236}">
                      <a16:creationId xmlns:a16="http://schemas.microsoft.com/office/drawing/2014/main" id="{50CD7FD5-1AF9-938C-05F8-022B54CB0AEE}"/>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7" name="Rectangle 1886">
                  <a:extLst>
                    <a:ext uri="{FF2B5EF4-FFF2-40B4-BE49-F238E27FC236}">
                      <a16:creationId xmlns:a16="http://schemas.microsoft.com/office/drawing/2014/main" id="{8FCD612B-88E9-DDF8-C6A8-3BE0B2749966}"/>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8" name="Rectangle 1887">
                  <a:extLst>
                    <a:ext uri="{FF2B5EF4-FFF2-40B4-BE49-F238E27FC236}">
                      <a16:creationId xmlns:a16="http://schemas.microsoft.com/office/drawing/2014/main" id="{DA57DC6D-D058-399C-F098-19ECDC960472}"/>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89" name="Rectangle 1888">
                  <a:extLst>
                    <a:ext uri="{FF2B5EF4-FFF2-40B4-BE49-F238E27FC236}">
                      <a16:creationId xmlns:a16="http://schemas.microsoft.com/office/drawing/2014/main" id="{206521CD-49A6-83EB-CF11-F31FFF6B5193}"/>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0" name="Rectangle 1889">
                  <a:extLst>
                    <a:ext uri="{FF2B5EF4-FFF2-40B4-BE49-F238E27FC236}">
                      <a16:creationId xmlns:a16="http://schemas.microsoft.com/office/drawing/2014/main" id="{53E6A502-45EB-63BD-3BAE-6A5ACF130AAE}"/>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1" name="Rectangle 1890">
                  <a:extLst>
                    <a:ext uri="{FF2B5EF4-FFF2-40B4-BE49-F238E27FC236}">
                      <a16:creationId xmlns:a16="http://schemas.microsoft.com/office/drawing/2014/main" id="{6C08B546-0B7D-91A4-B7B5-D53D87DF88F1}"/>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2" name="Rectangle 1891">
                  <a:extLst>
                    <a:ext uri="{FF2B5EF4-FFF2-40B4-BE49-F238E27FC236}">
                      <a16:creationId xmlns:a16="http://schemas.microsoft.com/office/drawing/2014/main" id="{B17F405D-085A-EF0B-CCF9-E2D8B6E59E0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3" name="Rectangle 1892">
                  <a:extLst>
                    <a:ext uri="{FF2B5EF4-FFF2-40B4-BE49-F238E27FC236}">
                      <a16:creationId xmlns:a16="http://schemas.microsoft.com/office/drawing/2014/main" id="{E94FEEF5-2CDE-14A2-6334-0E557D9A557E}"/>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4" name="Rectangle 1893">
                  <a:extLst>
                    <a:ext uri="{FF2B5EF4-FFF2-40B4-BE49-F238E27FC236}">
                      <a16:creationId xmlns:a16="http://schemas.microsoft.com/office/drawing/2014/main" id="{D2DE2209-9149-37AB-61F4-E4C9C1BD2C15}"/>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5" name="Rectangle 1894">
                  <a:extLst>
                    <a:ext uri="{FF2B5EF4-FFF2-40B4-BE49-F238E27FC236}">
                      <a16:creationId xmlns:a16="http://schemas.microsoft.com/office/drawing/2014/main" id="{87D376EC-1AA6-E803-C48E-183F74165297}"/>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6" name="Rectangle 1895">
                  <a:extLst>
                    <a:ext uri="{FF2B5EF4-FFF2-40B4-BE49-F238E27FC236}">
                      <a16:creationId xmlns:a16="http://schemas.microsoft.com/office/drawing/2014/main" id="{E1E3252E-1B37-8B7C-9FC6-B53EF6A1D82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7" name="Rectangle 1896">
                  <a:extLst>
                    <a:ext uri="{FF2B5EF4-FFF2-40B4-BE49-F238E27FC236}">
                      <a16:creationId xmlns:a16="http://schemas.microsoft.com/office/drawing/2014/main" id="{44DF8A51-68A0-65FF-5338-013720F61241}"/>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8" name="Rectangle 1897">
                  <a:extLst>
                    <a:ext uri="{FF2B5EF4-FFF2-40B4-BE49-F238E27FC236}">
                      <a16:creationId xmlns:a16="http://schemas.microsoft.com/office/drawing/2014/main" id="{1AD2BB08-5478-9206-9071-71D03EB86FA0}"/>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9" name="Rectangle 1898">
                  <a:extLst>
                    <a:ext uri="{FF2B5EF4-FFF2-40B4-BE49-F238E27FC236}">
                      <a16:creationId xmlns:a16="http://schemas.microsoft.com/office/drawing/2014/main" id="{A63DFA95-8DA2-9762-D88B-0D85EDA4E24B}"/>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0" name="Rectangle 1899">
                  <a:extLst>
                    <a:ext uri="{FF2B5EF4-FFF2-40B4-BE49-F238E27FC236}">
                      <a16:creationId xmlns:a16="http://schemas.microsoft.com/office/drawing/2014/main" id="{86ECF771-E844-00DB-16F5-6D0DAAAE105C}"/>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1" name="Rectangle 1900">
                  <a:extLst>
                    <a:ext uri="{FF2B5EF4-FFF2-40B4-BE49-F238E27FC236}">
                      <a16:creationId xmlns:a16="http://schemas.microsoft.com/office/drawing/2014/main" id="{E9EB19F1-38F9-A80C-E9C2-C152F363E046}"/>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2" name="Rectangle 1901">
                  <a:extLst>
                    <a:ext uri="{FF2B5EF4-FFF2-40B4-BE49-F238E27FC236}">
                      <a16:creationId xmlns:a16="http://schemas.microsoft.com/office/drawing/2014/main" id="{1382B38B-F46E-1257-B0EC-CF23C0844BBC}"/>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3" name="Rectangle 1902">
                  <a:extLst>
                    <a:ext uri="{FF2B5EF4-FFF2-40B4-BE49-F238E27FC236}">
                      <a16:creationId xmlns:a16="http://schemas.microsoft.com/office/drawing/2014/main" id="{5F152D60-48CE-57F0-7CD1-AEBA1ACF2FC3}"/>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4" name="Rectangle 1903">
                  <a:extLst>
                    <a:ext uri="{FF2B5EF4-FFF2-40B4-BE49-F238E27FC236}">
                      <a16:creationId xmlns:a16="http://schemas.microsoft.com/office/drawing/2014/main" id="{39371ABE-8A0B-3FE8-EE2C-7A16FB32554A}"/>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5" name="Rectangle 1904">
                  <a:extLst>
                    <a:ext uri="{FF2B5EF4-FFF2-40B4-BE49-F238E27FC236}">
                      <a16:creationId xmlns:a16="http://schemas.microsoft.com/office/drawing/2014/main" id="{9DDD3265-4DD3-8100-9354-69D3EA931D1F}"/>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6" name="Rectangle 1905">
                  <a:extLst>
                    <a:ext uri="{FF2B5EF4-FFF2-40B4-BE49-F238E27FC236}">
                      <a16:creationId xmlns:a16="http://schemas.microsoft.com/office/drawing/2014/main" id="{B62EAE50-AAA6-B510-0027-45FCC4143D6D}"/>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7" name="Rectangle 1906">
                  <a:extLst>
                    <a:ext uri="{FF2B5EF4-FFF2-40B4-BE49-F238E27FC236}">
                      <a16:creationId xmlns:a16="http://schemas.microsoft.com/office/drawing/2014/main" id="{13E55D48-1EBA-78D8-E097-756877C296C2}"/>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8" name="Rectangle 1907">
                  <a:extLst>
                    <a:ext uri="{FF2B5EF4-FFF2-40B4-BE49-F238E27FC236}">
                      <a16:creationId xmlns:a16="http://schemas.microsoft.com/office/drawing/2014/main" id="{B16ED4B7-0A20-3F16-8F45-8437A952E26A}"/>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9" name="Rectangle 1908">
                  <a:extLst>
                    <a:ext uri="{FF2B5EF4-FFF2-40B4-BE49-F238E27FC236}">
                      <a16:creationId xmlns:a16="http://schemas.microsoft.com/office/drawing/2014/main" id="{6735BF03-3EEA-7AF4-8779-73126AFC46FA}"/>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48" name="Group 1747">
                <a:extLst>
                  <a:ext uri="{FF2B5EF4-FFF2-40B4-BE49-F238E27FC236}">
                    <a16:creationId xmlns:a16="http://schemas.microsoft.com/office/drawing/2014/main" id="{B155C8AE-B841-3006-CED8-339032FD812E}"/>
                  </a:ext>
                </a:extLst>
              </p:cNvPr>
              <p:cNvGrpSpPr/>
              <p:nvPr/>
            </p:nvGrpSpPr>
            <p:grpSpPr>
              <a:xfrm rot="10800000" flipH="1">
                <a:off x="7967057" y="4417788"/>
                <a:ext cx="3213534" cy="100423"/>
                <a:chOff x="1743959" y="2564091"/>
                <a:chExt cx="6334816" cy="197963"/>
              </a:xfrm>
              <a:solidFill>
                <a:schemeClr val="bg1"/>
              </a:solidFill>
            </p:grpSpPr>
            <p:sp>
              <p:nvSpPr>
                <p:cNvPr id="1846" name="Rectangle 1845">
                  <a:extLst>
                    <a:ext uri="{FF2B5EF4-FFF2-40B4-BE49-F238E27FC236}">
                      <a16:creationId xmlns:a16="http://schemas.microsoft.com/office/drawing/2014/main" id="{9C29459A-6C6C-287D-E8BD-7BFC793F1271}"/>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7" name="Rectangle 1846">
                  <a:extLst>
                    <a:ext uri="{FF2B5EF4-FFF2-40B4-BE49-F238E27FC236}">
                      <a16:creationId xmlns:a16="http://schemas.microsoft.com/office/drawing/2014/main" id="{03FE9215-DD40-7130-CA31-320ABEF0633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8" name="Rectangle 1847">
                  <a:extLst>
                    <a:ext uri="{FF2B5EF4-FFF2-40B4-BE49-F238E27FC236}">
                      <a16:creationId xmlns:a16="http://schemas.microsoft.com/office/drawing/2014/main" id="{0759C977-978B-04A5-8BE3-90997CFCFD2B}"/>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9" name="Rectangle 1848">
                  <a:extLst>
                    <a:ext uri="{FF2B5EF4-FFF2-40B4-BE49-F238E27FC236}">
                      <a16:creationId xmlns:a16="http://schemas.microsoft.com/office/drawing/2014/main" id="{505F1022-B9F9-578F-2363-EA708A0F81AE}"/>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0" name="Rectangle 1849">
                  <a:extLst>
                    <a:ext uri="{FF2B5EF4-FFF2-40B4-BE49-F238E27FC236}">
                      <a16:creationId xmlns:a16="http://schemas.microsoft.com/office/drawing/2014/main" id="{C7A0BE25-CFDC-6732-F0FA-4738B57DF38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1" name="Rectangle 1850">
                  <a:extLst>
                    <a:ext uri="{FF2B5EF4-FFF2-40B4-BE49-F238E27FC236}">
                      <a16:creationId xmlns:a16="http://schemas.microsoft.com/office/drawing/2014/main" id="{4F84231E-24BB-D28D-A226-9EEACF548FB1}"/>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2" name="Rectangle 1851">
                  <a:extLst>
                    <a:ext uri="{FF2B5EF4-FFF2-40B4-BE49-F238E27FC236}">
                      <a16:creationId xmlns:a16="http://schemas.microsoft.com/office/drawing/2014/main" id="{6043AB26-5DDF-32F1-7C35-B9A68E68B4FC}"/>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3" name="Rectangle 1852">
                  <a:extLst>
                    <a:ext uri="{FF2B5EF4-FFF2-40B4-BE49-F238E27FC236}">
                      <a16:creationId xmlns:a16="http://schemas.microsoft.com/office/drawing/2014/main" id="{CE39530F-12CC-9773-AA6F-1ECCE1F78B8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4" name="Rectangle 1853">
                  <a:extLst>
                    <a:ext uri="{FF2B5EF4-FFF2-40B4-BE49-F238E27FC236}">
                      <a16:creationId xmlns:a16="http://schemas.microsoft.com/office/drawing/2014/main" id="{3B7EF0CC-71CB-DC2B-3219-F47F3AD02E10}"/>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5" name="Rectangle 1854">
                  <a:extLst>
                    <a:ext uri="{FF2B5EF4-FFF2-40B4-BE49-F238E27FC236}">
                      <a16:creationId xmlns:a16="http://schemas.microsoft.com/office/drawing/2014/main" id="{7C1A9E9C-BF1B-1C5F-4D49-0BB22FB4CC9B}"/>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6" name="Rectangle 1855">
                  <a:extLst>
                    <a:ext uri="{FF2B5EF4-FFF2-40B4-BE49-F238E27FC236}">
                      <a16:creationId xmlns:a16="http://schemas.microsoft.com/office/drawing/2014/main" id="{D6634B19-E54E-26E0-2B5F-017D335A7524}"/>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7" name="Rectangle 1856">
                  <a:extLst>
                    <a:ext uri="{FF2B5EF4-FFF2-40B4-BE49-F238E27FC236}">
                      <a16:creationId xmlns:a16="http://schemas.microsoft.com/office/drawing/2014/main" id="{567BB21D-AEBA-7F59-DB00-2CE509E7B2DE}"/>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8" name="Rectangle 1857">
                  <a:extLst>
                    <a:ext uri="{FF2B5EF4-FFF2-40B4-BE49-F238E27FC236}">
                      <a16:creationId xmlns:a16="http://schemas.microsoft.com/office/drawing/2014/main" id="{F1C68458-377C-4131-0455-30E33B338A73}"/>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9" name="Rectangle 1858">
                  <a:extLst>
                    <a:ext uri="{FF2B5EF4-FFF2-40B4-BE49-F238E27FC236}">
                      <a16:creationId xmlns:a16="http://schemas.microsoft.com/office/drawing/2014/main" id="{E7A4B7D3-3A41-2DB2-29D3-392089D4D1C3}"/>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0" name="Rectangle 1859">
                  <a:extLst>
                    <a:ext uri="{FF2B5EF4-FFF2-40B4-BE49-F238E27FC236}">
                      <a16:creationId xmlns:a16="http://schemas.microsoft.com/office/drawing/2014/main" id="{C429DB8F-608D-6812-BD3C-1EDD55FD82B3}"/>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1" name="Rectangle 1860">
                  <a:extLst>
                    <a:ext uri="{FF2B5EF4-FFF2-40B4-BE49-F238E27FC236}">
                      <a16:creationId xmlns:a16="http://schemas.microsoft.com/office/drawing/2014/main" id="{AEB639F4-60F6-77B4-4C2A-83F7A3DCAB81}"/>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2" name="Rectangle 1861">
                  <a:extLst>
                    <a:ext uri="{FF2B5EF4-FFF2-40B4-BE49-F238E27FC236}">
                      <a16:creationId xmlns:a16="http://schemas.microsoft.com/office/drawing/2014/main" id="{5F80EFD1-DE06-189D-11BB-D018D758855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3" name="Rectangle 1862">
                  <a:extLst>
                    <a:ext uri="{FF2B5EF4-FFF2-40B4-BE49-F238E27FC236}">
                      <a16:creationId xmlns:a16="http://schemas.microsoft.com/office/drawing/2014/main" id="{8963B061-54CC-8B8D-7447-3FE5C2CF8F94}"/>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4" name="Rectangle 1863">
                  <a:extLst>
                    <a:ext uri="{FF2B5EF4-FFF2-40B4-BE49-F238E27FC236}">
                      <a16:creationId xmlns:a16="http://schemas.microsoft.com/office/drawing/2014/main" id="{E457111C-9E81-2726-40CC-9A1178F5E28D}"/>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5" name="Rectangle 1864">
                  <a:extLst>
                    <a:ext uri="{FF2B5EF4-FFF2-40B4-BE49-F238E27FC236}">
                      <a16:creationId xmlns:a16="http://schemas.microsoft.com/office/drawing/2014/main" id="{50F3A40D-79B1-3191-8DD4-F39871FD2ED8}"/>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6" name="Rectangle 1865">
                  <a:extLst>
                    <a:ext uri="{FF2B5EF4-FFF2-40B4-BE49-F238E27FC236}">
                      <a16:creationId xmlns:a16="http://schemas.microsoft.com/office/drawing/2014/main" id="{6E2CC308-33B6-F86C-DC3B-6E5A82338622}"/>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7" name="Rectangle 1866">
                  <a:extLst>
                    <a:ext uri="{FF2B5EF4-FFF2-40B4-BE49-F238E27FC236}">
                      <a16:creationId xmlns:a16="http://schemas.microsoft.com/office/drawing/2014/main" id="{F756294C-CD09-4FE9-6E15-1455FC8D0156}"/>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8" name="Rectangle 1867">
                  <a:extLst>
                    <a:ext uri="{FF2B5EF4-FFF2-40B4-BE49-F238E27FC236}">
                      <a16:creationId xmlns:a16="http://schemas.microsoft.com/office/drawing/2014/main" id="{EE16A7C6-1B95-7C61-2B09-4E83CD8E9BA1}"/>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9" name="Rectangle 1868">
                  <a:extLst>
                    <a:ext uri="{FF2B5EF4-FFF2-40B4-BE49-F238E27FC236}">
                      <a16:creationId xmlns:a16="http://schemas.microsoft.com/office/drawing/2014/main" id="{1A1510DD-2C7C-B077-0DFD-0113063B7020}"/>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0" name="Rectangle 1869">
                  <a:extLst>
                    <a:ext uri="{FF2B5EF4-FFF2-40B4-BE49-F238E27FC236}">
                      <a16:creationId xmlns:a16="http://schemas.microsoft.com/office/drawing/2014/main" id="{3E194651-7F06-9BBB-9387-146B55FAE51F}"/>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1" name="Rectangle 1870">
                  <a:extLst>
                    <a:ext uri="{FF2B5EF4-FFF2-40B4-BE49-F238E27FC236}">
                      <a16:creationId xmlns:a16="http://schemas.microsoft.com/office/drawing/2014/main" id="{A92CF69A-9355-8F66-0E01-FD447F8599BE}"/>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2" name="Rectangle 1871">
                  <a:extLst>
                    <a:ext uri="{FF2B5EF4-FFF2-40B4-BE49-F238E27FC236}">
                      <a16:creationId xmlns:a16="http://schemas.microsoft.com/office/drawing/2014/main" id="{E4DFEB80-E131-8699-D1BF-D8418A2C8E0B}"/>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3" name="Rectangle 1872">
                  <a:extLst>
                    <a:ext uri="{FF2B5EF4-FFF2-40B4-BE49-F238E27FC236}">
                      <a16:creationId xmlns:a16="http://schemas.microsoft.com/office/drawing/2014/main" id="{FF12CDE6-C158-730A-4F5F-55DB6E2EBA8C}"/>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4" name="Rectangle 1873">
                  <a:extLst>
                    <a:ext uri="{FF2B5EF4-FFF2-40B4-BE49-F238E27FC236}">
                      <a16:creationId xmlns:a16="http://schemas.microsoft.com/office/drawing/2014/main" id="{50A906FE-D7D8-6710-EF59-8C8B229350C4}"/>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5" name="Rectangle 1874">
                  <a:extLst>
                    <a:ext uri="{FF2B5EF4-FFF2-40B4-BE49-F238E27FC236}">
                      <a16:creationId xmlns:a16="http://schemas.microsoft.com/office/drawing/2014/main" id="{D3943798-C4E7-971B-5E5E-9A43DB8A007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6" name="Rectangle 1875">
                  <a:extLst>
                    <a:ext uri="{FF2B5EF4-FFF2-40B4-BE49-F238E27FC236}">
                      <a16:creationId xmlns:a16="http://schemas.microsoft.com/office/drawing/2014/main" id="{DB51F8E1-F8C7-6052-4EBE-326430B76514}"/>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7" name="Rectangle 1876">
                  <a:extLst>
                    <a:ext uri="{FF2B5EF4-FFF2-40B4-BE49-F238E27FC236}">
                      <a16:creationId xmlns:a16="http://schemas.microsoft.com/office/drawing/2014/main" id="{7167D150-CF12-89F8-B0D6-A37361FB4E0C}"/>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49" name="Rectangle 1748">
                <a:extLst>
                  <a:ext uri="{FF2B5EF4-FFF2-40B4-BE49-F238E27FC236}">
                    <a16:creationId xmlns:a16="http://schemas.microsoft.com/office/drawing/2014/main" id="{E3F2D542-227F-D263-82CE-28A769E1BDB8}"/>
                  </a:ext>
                </a:extLst>
              </p:cNvPr>
              <p:cNvSpPr/>
              <p:nvPr/>
            </p:nvSpPr>
            <p:spPr>
              <a:xfrm rot="10800000" flipH="1">
                <a:off x="821813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0" name="Rectangle 1749">
                <a:extLst>
                  <a:ext uri="{FF2B5EF4-FFF2-40B4-BE49-F238E27FC236}">
                    <a16:creationId xmlns:a16="http://schemas.microsoft.com/office/drawing/2014/main" id="{085DB551-0940-081A-052F-6199E9D97AD9}"/>
                  </a:ext>
                </a:extLst>
              </p:cNvPr>
              <p:cNvSpPr/>
              <p:nvPr/>
            </p:nvSpPr>
            <p:spPr>
              <a:xfrm rot="10800000" flipH="1">
                <a:off x="831855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1" name="Rectangle 1750">
                <a:extLst>
                  <a:ext uri="{FF2B5EF4-FFF2-40B4-BE49-F238E27FC236}">
                    <a16:creationId xmlns:a16="http://schemas.microsoft.com/office/drawing/2014/main" id="{68BDD574-695B-055E-888F-EF21AACC4AF4}"/>
                  </a:ext>
                </a:extLst>
              </p:cNvPr>
              <p:cNvSpPr/>
              <p:nvPr/>
            </p:nvSpPr>
            <p:spPr>
              <a:xfrm rot="10800000" flipH="1">
                <a:off x="841898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2" name="Rectangle 1751">
                <a:extLst>
                  <a:ext uri="{FF2B5EF4-FFF2-40B4-BE49-F238E27FC236}">
                    <a16:creationId xmlns:a16="http://schemas.microsoft.com/office/drawing/2014/main" id="{4C0A7B09-4612-F26A-68DD-D4B142C0000D}"/>
                  </a:ext>
                </a:extLst>
              </p:cNvPr>
              <p:cNvSpPr/>
              <p:nvPr/>
            </p:nvSpPr>
            <p:spPr>
              <a:xfrm rot="10800000" flipH="1">
                <a:off x="851940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3" name="Rectangle 1752">
                <a:extLst>
                  <a:ext uri="{FF2B5EF4-FFF2-40B4-BE49-F238E27FC236}">
                    <a16:creationId xmlns:a16="http://schemas.microsoft.com/office/drawing/2014/main" id="{B1718493-9A5A-E242-203F-851E230AEB81}"/>
                  </a:ext>
                </a:extLst>
              </p:cNvPr>
              <p:cNvSpPr/>
              <p:nvPr/>
            </p:nvSpPr>
            <p:spPr>
              <a:xfrm rot="10800000" flipH="1">
                <a:off x="861982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4" name="Rectangle 1753">
                <a:extLst>
                  <a:ext uri="{FF2B5EF4-FFF2-40B4-BE49-F238E27FC236}">
                    <a16:creationId xmlns:a16="http://schemas.microsoft.com/office/drawing/2014/main" id="{4019A790-444B-5728-15AC-343915C6A8C7}"/>
                  </a:ext>
                </a:extLst>
              </p:cNvPr>
              <p:cNvSpPr/>
              <p:nvPr/>
            </p:nvSpPr>
            <p:spPr>
              <a:xfrm rot="10800000" flipH="1">
                <a:off x="872024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5" name="Rectangle 1754">
                <a:extLst>
                  <a:ext uri="{FF2B5EF4-FFF2-40B4-BE49-F238E27FC236}">
                    <a16:creationId xmlns:a16="http://schemas.microsoft.com/office/drawing/2014/main" id="{07AFE99E-76CD-63B4-7AB4-3B90BADDA81A}"/>
                  </a:ext>
                </a:extLst>
              </p:cNvPr>
              <p:cNvSpPr/>
              <p:nvPr/>
            </p:nvSpPr>
            <p:spPr>
              <a:xfrm rot="10800000" flipH="1">
                <a:off x="882067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6" name="Rectangle 1755">
                <a:extLst>
                  <a:ext uri="{FF2B5EF4-FFF2-40B4-BE49-F238E27FC236}">
                    <a16:creationId xmlns:a16="http://schemas.microsoft.com/office/drawing/2014/main" id="{B177D78A-ED73-BCE4-A9DE-323D57A945DE}"/>
                  </a:ext>
                </a:extLst>
              </p:cNvPr>
              <p:cNvSpPr/>
              <p:nvPr/>
            </p:nvSpPr>
            <p:spPr>
              <a:xfrm rot="10800000" flipH="1">
                <a:off x="892109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7" name="Rectangle 1756">
                <a:extLst>
                  <a:ext uri="{FF2B5EF4-FFF2-40B4-BE49-F238E27FC236}">
                    <a16:creationId xmlns:a16="http://schemas.microsoft.com/office/drawing/2014/main" id="{EF2BF7EC-4672-CA08-58D2-96C4470126F2}"/>
                  </a:ext>
                </a:extLst>
              </p:cNvPr>
              <p:cNvSpPr/>
              <p:nvPr/>
            </p:nvSpPr>
            <p:spPr>
              <a:xfrm rot="10800000" flipH="1">
                <a:off x="902151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8" name="Rectangle 1757">
                <a:extLst>
                  <a:ext uri="{FF2B5EF4-FFF2-40B4-BE49-F238E27FC236}">
                    <a16:creationId xmlns:a16="http://schemas.microsoft.com/office/drawing/2014/main" id="{D8FD4C0D-5DEF-CC6A-5BBB-409590602A2C}"/>
                  </a:ext>
                </a:extLst>
              </p:cNvPr>
              <p:cNvSpPr/>
              <p:nvPr/>
            </p:nvSpPr>
            <p:spPr>
              <a:xfrm rot="10800000" flipH="1">
                <a:off x="912194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59" name="Rectangle 1758">
                <a:extLst>
                  <a:ext uri="{FF2B5EF4-FFF2-40B4-BE49-F238E27FC236}">
                    <a16:creationId xmlns:a16="http://schemas.microsoft.com/office/drawing/2014/main" id="{1E3BF154-CAB0-D320-0831-BC3E7F9773DD}"/>
                  </a:ext>
                </a:extLst>
              </p:cNvPr>
              <p:cNvSpPr/>
              <p:nvPr/>
            </p:nvSpPr>
            <p:spPr>
              <a:xfrm rot="10800000" flipH="1">
                <a:off x="922236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0" name="Rectangle 1759">
                <a:extLst>
                  <a:ext uri="{FF2B5EF4-FFF2-40B4-BE49-F238E27FC236}">
                    <a16:creationId xmlns:a16="http://schemas.microsoft.com/office/drawing/2014/main" id="{A19C32B2-30F4-0897-1BE7-D5B13D94D9AB}"/>
                  </a:ext>
                </a:extLst>
              </p:cNvPr>
              <p:cNvSpPr/>
              <p:nvPr/>
            </p:nvSpPr>
            <p:spPr>
              <a:xfrm rot="10800000" flipH="1">
                <a:off x="932278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1" name="Rectangle 1760">
                <a:extLst>
                  <a:ext uri="{FF2B5EF4-FFF2-40B4-BE49-F238E27FC236}">
                    <a16:creationId xmlns:a16="http://schemas.microsoft.com/office/drawing/2014/main" id="{52769C2A-5155-11D4-8184-40DCBD62AF24}"/>
                  </a:ext>
                </a:extLst>
              </p:cNvPr>
              <p:cNvSpPr/>
              <p:nvPr/>
            </p:nvSpPr>
            <p:spPr>
              <a:xfrm rot="10800000" flipH="1">
                <a:off x="942320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2" name="Rectangle 1761">
                <a:extLst>
                  <a:ext uri="{FF2B5EF4-FFF2-40B4-BE49-F238E27FC236}">
                    <a16:creationId xmlns:a16="http://schemas.microsoft.com/office/drawing/2014/main" id="{D9BCE0FD-A4D0-ABC7-0588-2D13D7A825F9}"/>
                  </a:ext>
                </a:extLst>
              </p:cNvPr>
              <p:cNvSpPr/>
              <p:nvPr/>
            </p:nvSpPr>
            <p:spPr>
              <a:xfrm rot="10800000" flipH="1">
                <a:off x="952363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3" name="Rectangle 1762">
                <a:extLst>
                  <a:ext uri="{FF2B5EF4-FFF2-40B4-BE49-F238E27FC236}">
                    <a16:creationId xmlns:a16="http://schemas.microsoft.com/office/drawing/2014/main" id="{6DC4BE24-68B7-E87A-8A29-8AA5AB028746}"/>
                  </a:ext>
                </a:extLst>
              </p:cNvPr>
              <p:cNvSpPr/>
              <p:nvPr/>
            </p:nvSpPr>
            <p:spPr>
              <a:xfrm rot="10800000" flipH="1">
                <a:off x="962405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4" name="Rectangle 1763">
                <a:extLst>
                  <a:ext uri="{FF2B5EF4-FFF2-40B4-BE49-F238E27FC236}">
                    <a16:creationId xmlns:a16="http://schemas.microsoft.com/office/drawing/2014/main" id="{71563638-7A2F-3AC8-D319-6EFE75C754DF}"/>
                  </a:ext>
                </a:extLst>
              </p:cNvPr>
              <p:cNvSpPr/>
              <p:nvPr/>
            </p:nvSpPr>
            <p:spPr>
              <a:xfrm rot="10800000" flipH="1">
                <a:off x="972447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5" name="Rectangle 1764">
                <a:extLst>
                  <a:ext uri="{FF2B5EF4-FFF2-40B4-BE49-F238E27FC236}">
                    <a16:creationId xmlns:a16="http://schemas.microsoft.com/office/drawing/2014/main" id="{1746CEBE-33E1-F697-1FD9-B68E80B58524}"/>
                  </a:ext>
                </a:extLst>
              </p:cNvPr>
              <p:cNvSpPr/>
              <p:nvPr/>
            </p:nvSpPr>
            <p:spPr>
              <a:xfrm rot="10800000" flipH="1">
                <a:off x="982490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6" name="Rectangle 1765">
                <a:extLst>
                  <a:ext uri="{FF2B5EF4-FFF2-40B4-BE49-F238E27FC236}">
                    <a16:creationId xmlns:a16="http://schemas.microsoft.com/office/drawing/2014/main" id="{F25A8D3C-52BF-4AB3-AA5A-4C735593BCCF}"/>
                  </a:ext>
                </a:extLst>
              </p:cNvPr>
              <p:cNvSpPr/>
              <p:nvPr/>
            </p:nvSpPr>
            <p:spPr>
              <a:xfrm rot="10800000" flipH="1">
                <a:off x="992532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7" name="Rectangle 1766">
                <a:extLst>
                  <a:ext uri="{FF2B5EF4-FFF2-40B4-BE49-F238E27FC236}">
                    <a16:creationId xmlns:a16="http://schemas.microsoft.com/office/drawing/2014/main" id="{5EC05AE3-204B-EA31-E38A-FCD301DE601D}"/>
                  </a:ext>
                </a:extLst>
              </p:cNvPr>
              <p:cNvSpPr/>
              <p:nvPr/>
            </p:nvSpPr>
            <p:spPr>
              <a:xfrm rot="10800000" flipH="1">
                <a:off x="1002574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8" name="Rectangle 1767">
                <a:extLst>
                  <a:ext uri="{FF2B5EF4-FFF2-40B4-BE49-F238E27FC236}">
                    <a16:creationId xmlns:a16="http://schemas.microsoft.com/office/drawing/2014/main" id="{7BCCA751-CF46-E7BE-16FB-CFFC143B5329}"/>
                  </a:ext>
                </a:extLst>
              </p:cNvPr>
              <p:cNvSpPr/>
              <p:nvPr/>
            </p:nvSpPr>
            <p:spPr>
              <a:xfrm rot="10800000" flipH="1">
                <a:off x="10126169"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69" name="Rectangle 1768">
                <a:extLst>
                  <a:ext uri="{FF2B5EF4-FFF2-40B4-BE49-F238E27FC236}">
                    <a16:creationId xmlns:a16="http://schemas.microsoft.com/office/drawing/2014/main" id="{7CC61230-8823-CABF-CAFF-C03DC7511DE3}"/>
                  </a:ext>
                </a:extLst>
              </p:cNvPr>
              <p:cNvSpPr/>
              <p:nvPr/>
            </p:nvSpPr>
            <p:spPr>
              <a:xfrm rot="10800000" flipH="1">
                <a:off x="10226592"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0" name="Rectangle 1769">
                <a:extLst>
                  <a:ext uri="{FF2B5EF4-FFF2-40B4-BE49-F238E27FC236}">
                    <a16:creationId xmlns:a16="http://schemas.microsoft.com/office/drawing/2014/main" id="{47391A3D-FC57-E7DA-E775-38D1A87CF222}"/>
                  </a:ext>
                </a:extLst>
              </p:cNvPr>
              <p:cNvSpPr/>
              <p:nvPr/>
            </p:nvSpPr>
            <p:spPr>
              <a:xfrm rot="10800000" flipH="1">
                <a:off x="10327015"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1" name="Rectangle 1770">
                <a:extLst>
                  <a:ext uri="{FF2B5EF4-FFF2-40B4-BE49-F238E27FC236}">
                    <a16:creationId xmlns:a16="http://schemas.microsoft.com/office/drawing/2014/main" id="{D46D5B0D-3585-7969-8E3D-24554A46107A}"/>
                  </a:ext>
                </a:extLst>
              </p:cNvPr>
              <p:cNvSpPr/>
              <p:nvPr/>
            </p:nvSpPr>
            <p:spPr>
              <a:xfrm rot="10800000" flipH="1">
                <a:off x="10427438"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2" name="Rectangle 1771">
                <a:extLst>
                  <a:ext uri="{FF2B5EF4-FFF2-40B4-BE49-F238E27FC236}">
                    <a16:creationId xmlns:a16="http://schemas.microsoft.com/office/drawing/2014/main" id="{7B29DC49-D4C5-EECD-CD19-9D678A203D8D}"/>
                  </a:ext>
                </a:extLst>
              </p:cNvPr>
              <p:cNvSpPr/>
              <p:nvPr/>
            </p:nvSpPr>
            <p:spPr>
              <a:xfrm rot="10800000" flipH="1">
                <a:off x="10527861"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3" name="Rectangle 1772">
                <a:extLst>
                  <a:ext uri="{FF2B5EF4-FFF2-40B4-BE49-F238E27FC236}">
                    <a16:creationId xmlns:a16="http://schemas.microsoft.com/office/drawing/2014/main" id="{5255B785-937E-2EF1-D65D-3AC1A62F297A}"/>
                  </a:ext>
                </a:extLst>
              </p:cNvPr>
              <p:cNvSpPr/>
              <p:nvPr/>
            </p:nvSpPr>
            <p:spPr>
              <a:xfrm rot="10800000" flipH="1">
                <a:off x="10628284"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4" name="Rectangle 1773">
                <a:extLst>
                  <a:ext uri="{FF2B5EF4-FFF2-40B4-BE49-F238E27FC236}">
                    <a16:creationId xmlns:a16="http://schemas.microsoft.com/office/drawing/2014/main" id="{7F8403D5-63A9-5BA4-5083-BD0125523D70}"/>
                  </a:ext>
                </a:extLst>
              </p:cNvPr>
              <p:cNvSpPr/>
              <p:nvPr/>
            </p:nvSpPr>
            <p:spPr>
              <a:xfrm rot="10800000" flipH="1">
                <a:off x="10728707"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5" name="Rectangle 1774">
                <a:extLst>
                  <a:ext uri="{FF2B5EF4-FFF2-40B4-BE49-F238E27FC236}">
                    <a16:creationId xmlns:a16="http://schemas.microsoft.com/office/drawing/2014/main" id="{00F9F373-C63C-FB3E-190D-6E7FBFC8C971}"/>
                  </a:ext>
                </a:extLst>
              </p:cNvPr>
              <p:cNvSpPr/>
              <p:nvPr/>
            </p:nvSpPr>
            <p:spPr>
              <a:xfrm rot="10800000" flipH="1">
                <a:off x="10829130"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6" name="Rectangle 1775">
                <a:extLst>
                  <a:ext uri="{FF2B5EF4-FFF2-40B4-BE49-F238E27FC236}">
                    <a16:creationId xmlns:a16="http://schemas.microsoft.com/office/drawing/2014/main" id="{FC7D4A22-7A70-CE0D-727E-3B9FCE315EA8}"/>
                  </a:ext>
                </a:extLst>
              </p:cNvPr>
              <p:cNvSpPr/>
              <p:nvPr/>
            </p:nvSpPr>
            <p:spPr>
              <a:xfrm rot="10800000" flipH="1">
                <a:off x="10929553"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7" name="Rectangle 1776">
                <a:extLst>
                  <a:ext uri="{FF2B5EF4-FFF2-40B4-BE49-F238E27FC236}">
                    <a16:creationId xmlns:a16="http://schemas.microsoft.com/office/drawing/2014/main" id="{8385CEF3-1567-71B1-E48E-7DA9ACF2D807}"/>
                  </a:ext>
                </a:extLst>
              </p:cNvPr>
              <p:cNvSpPr/>
              <p:nvPr/>
            </p:nvSpPr>
            <p:spPr>
              <a:xfrm rot="10800000" flipH="1">
                <a:off x="11029976" y="456288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8" name="Rectangle 1777">
                <a:extLst>
                  <a:ext uri="{FF2B5EF4-FFF2-40B4-BE49-F238E27FC236}">
                    <a16:creationId xmlns:a16="http://schemas.microsoft.com/office/drawing/2014/main" id="{0B25E60B-B25C-FB1D-EEDE-DC05E206821D}"/>
                  </a:ext>
                </a:extLst>
              </p:cNvPr>
              <p:cNvSpPr/>
              <p:nvPr/>
            </p:nvSpPr>
            <p:spPr>
              <a:xfrm rot="10800000" flipH="1">
                <a:off x="821813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9" name="Rectangle 1778">
                <a:extLst>
                  <a:ext uri="{FF2B5EF4-FFF2-40B4-BE49-F238E27FC236}">
                    <a16:creationId xmlns:a16="http://schemas.microsoft.com/office/drawing/2014/main" id="{253CF679-D07C-42FC-E4ED-30340FD025D4}"/>
                  </a:ext>
                </a:extLst>
              </p:cNvPr>
              <p:cNvSpPr/>
              <p:nvPr/>
            </p:nvSpPr>
            <p:spPr>
              <a:xfrm rot="10800000" flipH="1">
                <a:off x="831855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0" name="Rectangle 1779">
                <a:extLst>
                  <a:ext uri="{FF2B5EF4-FFF2-40B4-BE49-F238E27FC236}">
                    <a16:creationId xmlns:a16="http://schemas.microsoft.com/office/drawing/2014/main" id="{A55B5949-8254-0894-0831-E5C57BC39AAB}"/>
                  </a:ext>
                </a:extLst>
              </p:cNvPr>
              <p:cNvSpPr/>
              <p:nvPr/>
            </p:nvSpPr>
            <p:spPr>
              <a:xfrm rot="10800000" flipH="1">
                <a:off x="841898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1" name="Rectangle 1780">
                <a:extLst>
                  <a:ext uri="{FF2B5EF4-FFF2-40B4-BE49-F238E27FC236}">
                    <a16:creationId xmlns:a16="http://schemas.microsoft.com/office/drawing/2014/main" id="{FD704240-4173-DBB4-208A-42EBBA22CF59}"/>
                  </a:ext>
                </a:extLst>
              </p:cNvPr>
              <p:cNvSpPr/>
              <p:nvPr/>
            </p:nvSpPr>
            <p:spPr>
              <a:xfrm rot="10800000" flipH="1">
                <a:off x="851940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2" name="Rectangle 1781">
                <a:extLst>
                  <a:ext uri="{FF2B5EF4-FFF2-40B4-BE49-F238E27FC236}">
                    <a16:creationId xmlns:a16="http://schemas.microsoft.com/office/drawing/2014/main" id="{44DD8C18-DDEE-018E-33FE-2683CC098AEA}"/>
                  </a:ext>
                </a:extLst>
              </p:cNvPr>
              <p:cNvSpPr/>
              <p:nvPr/>
            </p:nvSpPr>
            <p:spPr>
              <a:xfrm rot="10800000" flipH="1">
                <a:off x="861982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3" name="Rectangle 1782">
                <a:extLst>
                  <a:ext uri="{FF2B5EF4-FFF2-40B4-BE49-F238E27FC236}">
                    <a16:creationId xmlns:a16="http://schemas.microsoft.com/office/drawing/2014/main" id="{4C6F046B-ECD1-2EDE-8EC2-68D670490BCC}"/>
                  </a:ext>
                </a:extLst>
              </p:cNvPr>
              <p:cNvSpPr/>
              <p:nvPr/>
            </p:nvSpPr>
            <p:spPr>
              <a:xfrm rot="10800000" flipH="1">
                <a:off x="872024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4" name="Rectangle 1783">
                <a:extLst>
                  <a:ext uri="{FF2B5EF4-FFF2-40B4-BE49-F238E27FC236}">
                    <a16:creationId xmlns:a16="http://schemas.microsoft.com/office/drawing/2014/main" id="{34A3B13A-F045-7A96-CFA3-E8C9BA1EA6B4}"/>
                  </a:ext>
                </a:extLst>
              </p:cNvPr>
              <p:cNvSpPr/>
              <p:nvPr/>
            </p:nvSpPr>
            <p:spPr>
              <a:xfrm rot="10800000" flipH="1">
                <a:off x="882067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5" name="Rectangle 1784">
                <a:extLst>
                  <a:ext uri="{FF2B5EF4-FFF2-40B4-BE49-F238E27FC236}">
                    <a16:creationId xmlns:a16="http://schemas.microsoft.com/office/drawing/2014/main" id="{7F9834C9-3FE6-25B7-ECCA-079FE7E1A088}"/>
                  </a:ext>
                </a:extLst>
              </p:cNvPr>
              <p:cNvSpPr/>
              <p:nvPr/>
            </p:nvSpPr>
            <p:spPr>
              <a:xfrm rot="10800000" flipH="1">
                <a:off x="892109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6" name="Rectangle 1785">
                <a:extLst>
                  <a:ext uri="{FF2B5EF4-FFF2-40B4-BE49-F238E27FC236}">
                    <a16:creationId xmlns:a16="http://schemas.microsoft.com/office/drawing/2014/main" id="{707AC46E-4883-5A65-C70A-21FE6E06DCE9}"/>
                  </a:ext>
                </a:extLst>
              </p:cNvPr>
              <p:cNvSpPr/>
              <p:nvPr/>
            </p:nvSpPr>
            <p:spPr>
              <a:xfrm rot="10800000" flipH="1">
                <a:off x="902151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7" name="Rectangle 1786">
                <a:extLst>
                  <a:ext uri="{FF2B5EF4-FFF2-40B4-BE49-F238E27FC236}">
                    <a16:creationId xmlns:a16="http://schemas.microsoft.com/office/drawing/2014/main" id="{897DBCF9-C955-3946-7EA9-9D62DEFFF024}"/>
                  </a:ext>
                </a:extLst>
              </p:cNvPr>
              <p:cNvSpPr/>
              <p:nvPr/>
            </p:nvSpPr>
            <p:spPr>
              <a:xfrm rot="10800000" flipH="1">
                <a:off x="912194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8" name="Rectangle 1787">
                <a:extLst>
                  <a:ext uri="{FF2B5EF4-FFF2-40B4-BE49-F238E27FC236}">
                    <a16:creationId xmlns:a16="http://schemas.microsoft.com/office/drawing/2014/main" id="{768BB73D-DCE3-62DD-40AB-23B9FE437ACA}"/>
                  </a:ext>
                </a:extLst>
              </p:cNvPr>
              <p:cNvSpPr/>
              <p:nvPr/>
            </p:nvSpPr>
            <p:spPr>
              <a:xfrm rot="10800000" flipH="1">
                <a:off x="922236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9" name="Rectangle 1788">
                <a:extLst>
                  <a:ext uri="{FF2B5EF4-FFF2-40B4-BE49-F238E27FC236}">
                    <a16:creationId xmlns:a16="http://schemas.microsoft.com/office/drawing/2014/main" id="{DFF63845-4A91-4626-7101-CF3DBC3CC8AB}"/>
                  </a:ext>
                </a:extLst>
              </p:cNvPr>
              <p:cNvSpPr/>
              <p:nvPr/>
            </p:nvSpPr>
            <p:spPr>
              <a:xfrm rot="10800000" flipH="1">
                <a:off x="932278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0" name="Rectangle 1789">
                <a:extLst>
                  <a:ext uri="{FF2B5EF4-FFF2-40B4-BE49-F238E27FC236}">
                    <a16:creationId xmlns:a16="http://schemas.microsoft.com/office/drawing/2014/main" id="{BB7EAC88-063D-D94E-6FD6-A1FEEA431FD5}"/>
                  </a:ext>
                </a:extLst>
              </p:cNvPr>
              <p:cNvSpPr/>
              <p:nvPr/>
            </p:nvSpPr>
            <p:spPr>
              <a:xfrm rot="10800000" flipH="1">
                <a:off x="942320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1" name="Rectangle 1790">
                <a:extLst>
                  <a:ext uri="{FF2B5EF4-FFF2-40B4-BE49-F238E27FC236}">
                    <a16:creationId xmlns:a16="http://schemas.microsoft.com/office/drawing/2014/main" id="{C389C622-16EF-7756-43F7-C681D3327E29}"/>
                  </a:ext>
                </a:extLst>
              </p:cNvPr>
              <p:cNvSpPr/>
              <p:nvPr/>
            </p:nvSpPr>
            <p:spPr>
              <a:xfrm rot="10800000" flipH="1">
                <a:off x="952363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2" name="Rectangle 1791">
                <a:extLst>
                  <a:ext uri="{FF2B5EF4-FFF2-40B4-BE49-F238E27FC236}">
                    <a16:creationId xmlns:a16="http://schemas.microsoft.com/office/drawing/2014/main" id="{B01A419A-924F-B169-1E14-DB225F477942}"/>
                  </a:ext>
                </a:extLst>
              </p:cNvPr>
              <p:cNvSpPr/>
              <p:nvPr/>
            </p:nvSpPr>
            <p:spPr>
              <a:xfrm rot="10800000" flipH="1">
                <a:off x="962405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3" name="Rectangle 1792">
                <a:extLst>
                  <a:ext uri="{FF2B5EF4-FFF2-40B4-BE49-F238E27FC236}">
                    <a16:creationId xmlns:a16="http://schemas.microsoft.com/office/drawing/2014/main" id="{CDD3B6B1-32A3-8333-DB06-E8E9F4F4E538}"/>
                  </a:ext>
                </a:extLst>
              </p:cNvPr>
              <p:cNvSpPr/>
              <p:nvPr/>
            </p:nvSpPr>
            <p:spPr>
              <a:xfrm rot="10800000" flipH="1">
                <a:off x="972447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4" name="Rectangle 1793">
                <a:extLst>
                  <a:ext uri="{FF2B5EF4-FFF2-40B4-BE49-F238E27FC236}">
                    <a16:creationId xmlns:a16="http://schemas.microsoft.com/office/drawing/2014/main" id="{D73E25BB-9558-9A44-1905-2E847A28262D}"/>
                  </a:ext>
                </a:extLst>
              </p:cNvPr>
              <p:cNvSpPr/>
              <p:nvPr/>
            </p:nvSpPr>
            <p:spPr>
              <a:xfrm rot="10800000" flipH="1">
                <a:off x="982490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5" name="Rectangle 1794">
                <a:extLst>
                  <a:ext uri="{FF2B5EF4-FFF2-40B4-BE49-F238E27FC236}">
                    <a16:creationId xmlns:a16="http://schemas.microsoft.com/office/drawing/2014/main" id="{38A68247-5198-90B7-14BB-EA86D57784F9}"/>
                  </a:ext>
                </a:extLst>
              </p:cNvPr>
              <p:cNvSpPr/>
              <p:nvPr/>
            </p:nvSpPr>
            <p:spPr>
              <a:xfrm rot="10800000" flipH="1">
                <a:off x="992532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6" name="Rectangle 1795">
                <a:extLst>
                  <a:ext uri="{FF2B5EF4-FFF2-40B4-BE49-F238E27FC236}">
                    <a16:creationId xmlns:a16="http://schemas.microsoft.com/office/drawing/2014/main" id="{E1BF4397-8D28-1FBF-8DBA-6BC5153131A7}"/>
                  </a:ext>
                </a:extLst>
              </p:cNvPr>
              <p:cNvSpPr/>
              <p:nvPr/>
            </p:nvSpPr>
            <p:spPr>
              <a:xfrm rot="10800000" flipH="1">
                <a:off x="1002574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7" name="Rectangle 1796">
                <a:extLst>
                  <a:ext uri="{FF2B5EF4-FFF2-40B4-BE49-F238E27FC236}">
                    <a16:creationId xmlns:a16="http://schemas.microsoft.com/office/drawing/2014/main" id="{368FE222-2104-EE12-3E06-3992BC0C0A25}"/>
                  </a:ext>
                </a:extLst>
              </p:cNvPr>
              <p:cNvSpPr/>
              <p:nvPr/>
            </p:nvSpPr>
            <p:spPr>
              <a:xfrm rot="10800000" flipH="1">
                <a:off x="10126169"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8" name="Rectangle 1797">
                <a:extLst>
                  <a:ext uri="{FF2B5EF4-FFF2-40B4-BE49-F238E27FC236}">
                    <a16:creationId xmlns:a16="http://schemas.microsoft.com/office/drawing/2014/main" id="{F88FDE09-50E4-5B40-358B-08C73686326B}"/>
                  </a:ext>
                </a:extLst>
              </p:cNvPr>
              <p:cNvSpPr/>
              <p:nvPr/>
            </p:nvSpPr>
            <p:spPr>
              <a:xfrm rot="10800000" flipH="1">
                <a:off x="10226592"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99" name="Rectangle 1798">
                <a:extLst>
                  <a:ext uri="{FF2B5EF4-FFF2-40B4-BE49-F238E27FC236}">
                    <a16:creationId xmlns:a16="http://schemas.microsoft.com/office/drawing/2014/main" id="{1440CD5D-9FBA-E37E-F4ED-4DB821F10634}"/>
                  </a:ext>
                </a:extLst>
              </p:cNvPr>
              <p:cNvSpPr/>
              <p:nvPr/>
            </p:nvSpPr>
            <p:spPr>
              <a:xfrm rot="10800000" flipH="1">
                <a:off x="10327015"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0" name="Rectangle 1799">
                <a:extLst>
                  <a:ext uri="{FF2B5EF4-FFF2-40B4-BE49-F238E27FC236}">
                    <a16:creationId xmlns:a16="http://schemas.microsoft.com/office/drawing/2014/main" id="{2174585A-52AA-6D0E-969B-DD8F57776302}"/>
                  </a:ext>
                </a:extLst>
              </p:cNvPr>
              <p:cNvSpPr/>
              <p:nvPr/>
            </p:nvSpPr>
            <p:spPr>
              <a:xfrm rot="10800000" flipH="1">
                <a:off x="10427438"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1" name="Rectangle 1800">
                <a:extLst>
                  <a:ext uri="{FF2B5EF4-FFF2-40B4-BE49-F238E27FC236}">
                    <a16:creationId xmlns:a16="http://schemas.microsoft.com/office/drawing/2014/main" id="{AF8D1CA6-A149-C1E0-CC1C-7A7BEC9BF837}"/>
                  </a:ext>
                </a:extLst>
              </p:cNvPr>
              <p:cNvSpPr/>
              <p:nvPr/>
            </p:nvSpPr>
            <p:spPr>
              <a:xfrm rot="10800000" flipH="1">
                <a:off x="10527861"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2" name="Rectangle 1801">
                <a:extLst>
                  <a:ext uri="{FF2B5EF4-FFF2-40B4-BE49-F238E27FC236}">
                    <a16:creationId xmlns:a16="http://schemas.microsoft.com/office/drawing/2014/main" id="{61A7D850-80EC-7D13-0A0A-852A4053EC40}"/>
                  </a:ext>
                </a:extLst>
              </p:cNvPr>
              <p:cNvSpPr/>
              <p:nvPr/>
            </p:nvSpPr>
            <p:spPr>
              <a:xfrm rot="10800000" flipH="1">
                <a:off x="10628284"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3" name="Rectangle 1802">
                <a:extLst>
                  <a:ext uri="{FF2B5EF4-FFF2-40B4-BE49-F238E27FC236}">
                    <a16:creationId xmlns:a16="http://schemas.microsoft.com/office/drawing/2014/main" id="{E5B353EB-BAD5-1C11-F634-469CB5B07C33}"/>
                  </a:ext>
                </a:extLst>
              </p:cNvPr>
              <p:cNvSpPr/>
              <p:nvPr/>
            </p:nvSpPr>
            <p:spPr>
              <a:xfrm rot="10800000" flipH="1">
                <a:off x="10728707"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4" name="Rectangle 1803">
                <a:extLst>
                  <a:ext uri="{FF2B5EF4-FFF2-40B4-BE49-F238E27FC236}">
                    <a16:creationId xmlns:a16="http://schemas.microsoft.com/office/drawing/2014/main" id="{840160A4-185D-6306-1481-B1C071A71C10}"/>
                  </a:ext>
                </a:extLst>
              </p:cNvPr>
              <p:cNvSpPr/>
              <p:nvPr/>
            </p:nvSpPr>
            <p:spPr>
              <a:xfrm rot="10800000" flipH="1">
                <a:off x="10829130"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5" name="Rectangle 1804">
                <a:extLst>
                  <a:ext uri="{FF2B5EF4-FFF2-40B4-BE49-F238E27FC236}">
                    <a16:creationId xmlns:a16="http://schemas.microsoft.com/office/drawing/2014/main" id="{9CD0656A-30EF-23B0-37A0-F7AD5112379A}"/>
                  </a:ext>
                </a:extLst>
              </p:cNvPr>
              <p:cNvSpPr/>
              <p:nvPr/>
            </p:nvSpPr>
            <p:spPr>
              <a:xfrm rot="10800000" flipH="1">
                <a:off x="10929553"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6" name="Rectangle 1805">
                <a:extLst>
                  <a:ext uri="{FF2B5EF4-FFF2-40B4-BE49-F238E27FC236}">
                    <a16:creationId xmlns:a16="http://schemas.microsoft.com/office/drawing/2014/main" id="{CAAB8BA3-6BD4-093B-7C76-F1F93A0CDD40}"/>
                  </a:ext>
                </a:extLst>
              </p:cNvPr>
              <p:cNvSpPr/>
              <p:nvPr/>
            </p:nvSpPr>
            <p:spPr>
              <a:xfrm rot="10800000" flipH="1">
                <a:off x="11029976" y="446259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07" name="Group 1806">
                <a:extLst>
                  <a:ext uri="{FF2B5EF4-FFF2-40B4-BE49-F238E27FC236}">
                    <a16:creationId xmlns:a16="http://schemas.microsoft.com/office/drawing/2014/main" id="{C1FB5550-41B0-13B4-8630-7CEFF79338D8}"/>
                  </a:ext>
                </a:extLst>
              </p:cNvPr>
              <p:cNvGrpSpPr/>
              <p:nvPr/>
            </p:nvGrpSpPr>
            <p:grpSpPr>
              <a:xfrm rot="10800000" flipH="1">
                <a:off x="7916865" y="4362172"/>
                <a:ext cx="301269" cy="301135"/>
                <a:chOff x="1051088" y="5406535"/>
                <a:chExt cx="593889" cy="593625"/>
              </a:xfrm>
              <a:solidFill>
                <a:srgbClr val="7030A0"/>
              </a:solidFill>
            </p:grpSpPr>
            <p:sp>
              <p:nvSpPr>
                <p:cNvPr id="1837" name="Rectangle 1836">
                  <a:extLst>
                    <a:ext uri="{FF2B5EF4-FFF2-40B4-BE49-F238E27FC236}">
                      <a16:creationId xmlns:a16="http://schemas.microsoft.com/office/drawing/2014/main" id="{BC961495-E929-0883-117C-D9CABA18A3F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8" name="Rectangle 1837">
                  <a:extLst>
                    <a:ext uri="{FF2B5EF4-FFF2-40B4-BE49-F238E27FC236}">
                      <a16:creationId xmlns:a16="http://schemas.microsoft.com/office/drawing/2014/main" id="{D5E68A11-A493-5C00-63EF-D07EFCC8B0E1}"/>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9" name="Rectangle 1838">
                  <a:extLst>
                    <a:ext uri="{FF2B5EF4-FFF2-40B4-BE49-F238E27FC236}">
                      <a16:creationId xmlns:a16="http://schemas.microsoft.com/office/drawing/2014/main" id="{49C7DD7E-9643-BD5A-B931-23C0C68A021C}"/>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0" name="Rectangle 1839">
                  <a:extLst>
                    <a:ext uri="{FF2B5EF4-FFF2-40B4-BE49-F238E27FC236}">
                      <a16:creationId xmlns:a16="http://schemas.microsoft.com/office/drawing/2014/main" id="{91262A5F-3528-48D9-067D-7B4E8FD59889}"/>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1" name="Rectangle 1840">
                  <a:extLst>
                    <a:ext uri="{FF2B5EF4-FFF2-40B4-BE49-F238E27FC236}">
                      <a16:creationId xmlns:a16="http://schemas.microsoft.com/office/drawing/2014/main" id="{E120F41B-3EBC-2D3A-1BB7-D3B8FFDAEA84}"/>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2" name="Rectangle 1841">
                  <a:extLst>
                    <a:ext uri="{FF2B5EF4-FFF2-40B4-BE49-F238E27FC236}">
                      <a16:creationId xmlns:a16="http://schemas.microsoft.com/office/drawing/2014/main" id="{89A192B9-B9AF-5D4B-D5AB-14F309CCE8E8}"/>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3" name="Rectangle 1842">
                  <a:extLst>
                    <a:ext uri="{FF2B5EF4-FFF2-40B4-BE49-F238E27FC236}">
                      <a16:creationId xmlns:a16="http://schemas.microsoft.com/office/drawing/2014/main" id="{DD41BD46-C3B7-C2BF-4017-B45FD8034F18}"/>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 name="Rectangle 1843">
                  <a:extLst>
                    <a:ext uri="{FF2B5EF4-FFF2-40B4-BE49-F238E27FC236}">
                      <a16:creationId xmlns:a16="http://schemas.microsoft.com/office/drawing/2014/main" id="{7ACC9264-2DE4-6DEF-2E55-0C332C331EAE}"/>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5" name="Rectangle 1844">
                  <a:extLst>
                    <a:ext uri="{FF2B5EF4-FFF2-40B4-BE49-F238E27FC236}">
                      <a16:creationId xmlns:a16="http://schemas.microsoft.com/office/drawing/2014/main" id="{73E557B2-EFDE-174E-CE2E-5D71B6A6E6B8}"/>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08" name="Rectangle 1807">
                <a:extLst>
                  <a:ext uri="{FF2B5EF4-FFF2-40B4-BE49-F238E27FC236}">
                    <a16:creationId xmlns:a16="http://schemas.microsoft.com/office/drawing/2014/main" id="{1941F6BD-0D9C-2E88-7C28-7910074BE502}"/>
                  </a:ext>
                </a:extLst>
              </p:cNvPr>
              <p:cNvSpPr/>
              <p:nvPr/>
            </p:nvSpPr>
            <p:spPr>
              <a:xfrm rot="10800000" flipH="1">
                <a:off x="821813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9" name="Rectangle 1808">
                <a:extLst>
                  <a:ext uri="{FF2B5EF4-FFF2-40B4-BE49-F238E27FC236}">
                    <a16:creationId xmlns:a16="http://schemas.microsoft.com/office/drawing/2014/main" id="{47CBA564-3079-16F5-FE63-245B36952A3B}"/>
                  </a:ext>
                </a:extLst>
              </p:cNvPr>
              <p:cNvSpPr/>
              <p:nvPr/>
            </p:nvSpPr>
            <p:spPr>
              <a:xfrm rot="10800000" flipH="1">
                <a:off x="831855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0" name="Rectangle 1809">
                <a:extLst>
                  <a:ext uri="{FF2B5EF4-FFF2-40B4-BE49-F238E27FC236}">
                    <a16:creationId xmlns:a16="http://schemas.microsoft.com/office/drawing/2014/main" id="{60E27DC5-9917-9381-75BA-DC8D8CBC1D2A}"/>
                  </a:ext>
                </a:extLst>
              </p:cNvPr>
              <p:cNvSpPr/>
              <p:nvPr/>
            </p:nvSpPr>
            <p:spPr>
              <a:xfrm rot="10800000" flipH="1">
                <a:off x="841898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1" name="Rectangle 1810">
                <a:extLst>
                  <a:ext uri="{FF2B5EF4-FFF2-40B4-BE49-F238E27FC236}">
                    <a16:creationId xmlns:a16="http://schemas.microsoft.com/office/drawing/2014/main" id="{9237FD41-AB5B-0E2E-22F7-6D55D45D09C0}"/>
                  </a:ext>
                </a:extLst>
              </p:cNvPr>
              <p:cNvSpPr/>
              <p:nvPr/>
            </p:nvSpPr>
            <p:spPr>
              <a:xfrm rot="10800000" flipH="1">
                <a:off x="851940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2" name="Rectangle 1811">
                <a:extLst>
                  <a:ext uri="{FF2B5EF4-FFF2-40B4-BE49-F238E27FC236}">
                    <a16:creationId xmlns:a16="http://schemas.microsoft.com/office/drawing/2014/main" id="{5B15C3E0-B44A-833A-D8C1-111BCAFFE2C6}"/>
                  </a:ext>
                </a:extLst>
              </p:cNvPr>
              <p:cNvSpPr/>
              <p:nvPr/>
            </p:nvSpPr>
            <p:spPr>
              <a:xfrm rot="10800000" flipH="1">
                <a:off x="861982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3" name="Rectangle 1812">
                <a:extLst>
                  <a:ext uri="{FF2B5EF4-FFF2-40B4-BE49-F238E27FC236}">
                    <a16:creationId xmlns:a16="http://schemas.microsoft.com/office/drawing/2014/main" id="{B2BE4567-DA1B-2EF7-018F-BF92AAFC66E9}"/>
                  </a:ext>
                </a:extLst>
              </p:cNvPr>
              <p:cNvSpPr/>
              <p:nvPr/>
            </p:nvSpPr>
            <p:spPr>
              <a:xfrm rot="10800000" flipH="1">
                <a:off x="872024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4" name="Rectangle 1813">
                <a:extLst>
                  <a:ext uri="{FF2B5EF4-FFF2-40B4-BE49-F238E27FC236}">
                    <a16:creationId xmlns:a16="http://schemas.microsoft.com/office/drawing/2014/main" id="{ABA32A09-6535-5179-B33D-4303EB77B045}"/>
                  </a:ext>
                </a:extLst>
              </p:cNvPr>
              <p:cNvSpPr/>
              <p:nvPr/>
            </p:nvSpPr>
            <p:spPr>
              <a:xfrm rot="10800000" flipH="1">
                <a:off x="882067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5" name="Rectangle 1814">
                <a:extLst>
                  <a:ext uri="{FF2B5EF4-FFF2-40B4-BE49-F238E27FC236}">
                    <a16:creationId xmlns:a16="http://schemas.microsoft.com/office/drawing/2014/main" id="{3756E897-B15B-4F46-1E8A-43AC709E4AD1}"/>
                  </a:ext>
                </a:extLst>
              </p:cNvPr>
              <p:cNvSpPr/>
              <p:nvPr/>
            </p:nvSpPr>
            <p:spPr>
              <a:xfrm rot="10800000" flipH="1">
                <a:off x="892109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6" name="Rectangle 1815">
                <a:extLst>
                  <a:ext uri="{FF2B5EF4-FFF2-40B4-BE49-F238E27FC236}">
                    <a16:creationId xmlns:a16="http://schemas.microsoft.com/office/drawing/2014/main" id="{D00CA93C-129B-8CA4-E3AC-9BA7D3B29E9C}"/>
                  </a:ext>
                </a:extLst>
              </p:cNvPr>
              <p:cNvSpPr/>
              <p:nvPr/>
            </p:nvSpPr>
            <p:spPr>
              <a:xfrm rot="10800000" flipH="1">
                <a:off x="902151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7" name="Rectangle 1816">
                <a:extLst>
                  <a:ext uri="{FF2B5EF4-FFF2-40B4-BE49-F238E27FC236}">
                    <a16:creationId xmlns:a16="http://schemas.microsoft.com/office/drawing/2014/main" id="{5482A4F6-B451-626E-AD12-7DCC623AEB1F}"/>
                  </a:ext>
                </a:extLst>
              </p:cNvPr>
              <p:cNvSpPr/>
              <p:nvPr/>
            </p:nvSpPr>
            <p:spPr>
              <a:xfrm rot="10800000" flipH="1">
                <a:off x="912194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8" name="Rectangle 1817">
                <a:extLst>
                  <a:ext uri="{FF2B5EF4-FFF2-40B4-BE49-F238E27FC236}">
                    <a16:creationId xmlns:a16="http://schemas.microsoft.com/office/drawing/2014/main" id="{C606D2BB-CE6E-D851-921C-205DA15C20E0}"/>
                  </a:ext>
                </a:extLst>
              </p:cNvPr>
              <p:cNvSpPr/>
              <p:nvPr/>
            </p:nvSpPr>
            <p:spPr>
              <a:xfrm rot="10800000" flipH="1">
                <a:off x="922236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9" name="Rectangle 1818">
                <a:extLst>
                  <a:ext uri="{FF2B5EF4-FFF2-40B4-BE49-F238E27FC236}">
                    <a16:creationId xmlns:a16="http://schemas.microsoft.com/office/drawing/2014/main" id="{CAE0E005-300D-B4AC-2213-451270D312F5}"/>
                  </a:ext>
                </a:extLst>
              </p:cNvPr>
              <p:cNvSpPr/>
              <p:nvPr/>
            </p:nvSpPr>
            <p:spPr>
              <a:xfrm rot="10800000" flipH="1">
                <a:off x="932278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0" name="Rectangle 1819">
                <a:extLst>
                  <a:ext uri="{FF2B5EF4-FFF2-40B4-BE49-F238E27FC236}">
                    <a16:creationId xmlns:a16="http://schemas.microsoft.com/office/drawing/2014/main" id="{22C99B43-B254-9DD0-AC72-9418D362D3B4}"/>
                  </a:ext>
                </a:extLst>
              </p:cNvPr>
              <p:cNvSpPr/>
              <p:nvPr/>
            </p:nvSpPr>
            <p:spPr>
              <a:xfrm rot="10800000" flipH="1">
                <a:off x="942320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1" name="Rectangle 1820">
                <a:extLst>
                  <a:ext uri="{FF2B5EF4-FFF2-40B4-BE49-F238E27FC236}">
                    <a16:creationId xmlns:a16="http://schemas.microsoft.com/office/drawing/2014/main" id="{8A1F9B3F-FF75-060D-916F-EF976A6C06D5}"/>
                  </a:ext>
                </a:extLst>
              </p:cNvPr>
              <p:cNvSpPr/>
              <p:nvPr/>
            </p:nvSpPr>
            <p:spPr>
              <a:xfrm rot="10800000" flipH="1">
                <a:off x="952363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2" name="Rectangle 1821">
                <a:extLst>
                  <a:ext uri="{FF2B5EF4-FFF2-40B4-BE49-F238E27FC236}">
                    <a16:creationId xmlns:a16="http://schemas.microsoft.com/office/drawing/2014/main" id="{8870B457-A79D-D7A1-727C-B18E153C48D0}"/>
                  </a:ext>
                </a:extLst>
              </p:cNvPr>
              <p:cNvSpPr/>
              <p:nvPr/>
            </p:nvSpPr>
            <p:spPr>
              <a:xfrm rot="10800000" flipH="1">
                <a:off x="962405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3" name="Rectangle 1822">
                <a:extLst>
                  <a:ext uri="{FF2B5EF4-FFF2-40B4-BE49-F238E27FC236}">
                    <a16:creationId xmlns:a16="http://schemas.microsoft.com/office/drawing/2014/main" id="{75CA0D9B-3076-4B94-2739-3B9805D75760}"/>
                  </a:ext>
                </a:extLst>
              </p:cNvPr>
              <p:cNvSpPr/>
              <p:nvPr/>
            </p:nvSpPr>
            <p:spPr>
              <a:xfrm rot="10800000" flipH="1">
                <a:off x="972447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4" name="Rectangle 1823">
                <a:extLst>
                  <a:ext uri="{FF2B5EF4-FFF2-40B4-BE49-F238E27FC236}">
                    <a16:creationId xmlns:a16="http://schemas.microsoft.com/office/drawing/2014/main" id="{726AA36D-5CE1-E9CD-20B6-766DCAEFBC15}"/>
                  </a:ext>
                </a:extLst>
              </p:cNvPr>
              <p:cNvSpPr/>
              <p:nvPr/>
            </p:nvSpPr>
            <p:spPr>
              <a:xfrm rot="10800000" flipH="1">
                <a:off x="982490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5" name="Rectangle 1824">
                <a:extLst>
                  <a:ext uri="{FF2B5EF4-FFF2-40B4-BE49-F238E27FC236}">
                    <a16:creationId xmlns:a16="http://schemas.microsoft.com/office/drawing/2014/main" id="{E30E1948-EEAE-0919-9E5E-79C75D4E38E2}"/>
                  </a:ext>
                </a:extLst>
              </p:cNvPr>
              <p:cNvSpPr/>
              <p:nvPr/>
            </p:nvSpPr>
            <p:spPr>
              <a:xfrm rot="10800000" flipH="1">
                <a:off x="992532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6" name="Rectangle 1825">
                <a:extLst>
                  <a:ext uri="{FF2B5EF4-FFF2-40B4-BE49-F238E27FC236}">
                    <a16:creationId xmlns:a16="http://schemas.microsoft.com/office/drawing/2014/main" id="{2ADDA48A-0A7C-39B2-86F9-C129C8D0CE7D}"/>
                  </a:ext>
                </a:extLst>
              </p:cNvPr>
              <p:cNvSpPr/>
              <p:nvPr/>
            </p:nvSpPr>
            <p:spPr>
              <a:xfrm rot="10800000" flipH="1">
                <a:off x="1002574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7" name="Rectangle 1826">
                <a:extLst>
                  <a:ext uri="{FF2B5EF4-FFF2-40B4-BE49-F238E27FC236}">
                    <a16:creationId xmlns:a16="http://schemas.microsoft.com/office/drawing/2014/main" id="{8BB9AC7D-9257-45BA-595C-075A99BF983C}"/>
                  </a:ext>
                </a:extLst>
              </p:cNvPr>
              <p:cNvSpPr/>
              <p:nvPr/>
            </p:nvSpPr>
            <p:spPr>
              <a:xfrm rot="10800000" flipH="1">
                <a:off x="10126169"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8" name="Rectangle 1827">
                <a:extLst>
                  <a:ext uri="{FF2B5EF4-FFF2-40B4-BE49-F238E27FC236}">
                    <a16:creationId xmlns:a16="http://schemas.microsoft.com/office/drawing/2014/main" id="{D6DF9F27-CDB0-3141-4CCB-2E34EBB38A3F}"/>
                  </a:ext>
                </a:extLst>
              </p:cNvPr>
              <p:cNvSpPr/>
              <p:nvPr/>
            </p:nvSpPr>
            <p:spPr>
              <a:xfrm rot="10800000" flipH="1">
                <a:off x="10226592"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9" name="Rectangle 1828">
                <a:extLst>
                  <a:ext uri="{FF2B5EF4-FFF2-40B4-BE49-F238E27FC236}">
                    <a16:creationId xmlns:a16="http://schemas.microsoft.com/office/drawing/2014/main" id="{6FEF03A6-69F1-1E3D-D140-659CD6B5BAB7}"/>
                  </a:ext>
                </a:extLst>
              </p:cNvPr>
              <p:cNvSpPr/>
              <p:nvPr/>
            </p:nvSpPr>
            <p:spPr>
              <a:xfrm rot="10800000" flipH="1">
                <a:off x="10327015"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0" name="Rectangle 1829">
                <a:extLst>
                  <a:ext uri="{FF2B5EF4-FFF2-40B4-BE49-F238E27FC236}">
                    <a16:creationId xmlns:a16="http://schemas.microsoft.com/office/drawing/2014/main" id="{1ADCE3D2-482F-84B3-BFDD-EBFE41C770D2}"/>
                  </a:ext>
                </a:extLst>
              </p:cNvPr>
              <p:cNvSpPr/>
              <p:nvPr/>
            </p:nvSpPr>
            <p:spPr>
              <a:xfrm rot="10800000" flipH="1">
                <a:off x="10427438"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1" name="Rectangle 1830">
                <a:extLst>
                  <a:ext uri="{FF2B5EF4-FFF2-40B4-BE49-F238E27FC236}">
                    <a16:creationId xmlns:a16="http://schemas.microsoft.com/office/drawing/2014/main" id="{27B8610B-E856-61CD-942F-56FFAD8CA371}"/>
                  </a:ext>
                </a:extLst>
              </p:cNvPr>
              <p:cNvSpPr/>
              <p:nvPr/>
            </p:nvSpPr>
            <p:spPr>
              <a:xfrm rot="10800000" flipH="1">
                <a:off x="10527861"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2" name="Rectangle 1831">
                <a:extLst>
                  <a:ext uri="{FF2B5EF4-FFF2-40B4-BE49-F238E27FC236}">
                    <a16:creationId xmlns:a16="http://schemas.microsoft.com/office/drawing/2014/main" id="{1D64A76E-0110-B4DB-826C-8196CB0831F0}"/>
                  </a:ext>
                </a:extLst>
              </p:cNvPr>
              <p:cNvSpPr/>
              <p:nvPr/>
            </p:nvSpPr>
            <p:spPr>
              <a:xfrm rot="10800000" flipH="1">
                <a:off x="10628284"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3" name="Rectangle 1832">
                <a:extLst>
                  <a:ext uri="{FF2B5EF4-FFF2-40B4-BE49-F238E27FC236}">
                    <a16:creationId xmlns:a16="http://schemas.microsoft.com/office/drawing/2014/main" id="{1AC87421-6019-59B3-5499-1C2CC1743299}"/>
                  </a:ext>
                </a:extLst>
              </p:cNvPr>
              <p:cNvSpPr/>
              <p:nvPr/>
            </p:nvSpPr>
            <p:spPr>
              <a:xfrm rot="10800000" flipH="1">
                <a:off x="10728707"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4" name="Rectangle 1833">
                <a:extLst>
                  <a:ext uri="{FF2B5EF4-FFF2-40B4-BE49-F238E27FC236}">
                    <a16:creationId xmlns:a16="http://schemas.microsoft.com/office/drawing/2014/main" id="{5F7FFAAF-9BA3-584B-C61E-E01D642F4FCB}"/>
                  </a:ext>
                </a:extLst>
              </p:cNvPr>
              <p:cNvSpPr/>
              <p:nvPr/>
            </p:nvSpPr>
            <p:spPr>
              <a:xfrm rot="10800000" flipH="1">
                <a:off x="10829130"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5" name="Rectangle 1834">
                <a:extLst>
                  <a:ext uri="{FF2B5EF4-FFF2-40B4-BE49-F238E27FC236}">
                    <a16:creationId xmlns:a16="http://schemas.microsoft.com/office/drawing/2014/main" id="{E1AE3F92-F044-B75C-E665-918A0F2FA22B}"/>
                  </a:ext>
                </a:extLst>
              </p:cNvPr>
              <p:cNvSpPr/>
              <p:nvPr/>
            </p:nvSpPr>
            <p:spPr>
              <a:xfrm rot="10800000" flipH="1">
                <a:off x="10929553"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6" name="Rectangle 1835">
                <a:extLst>
                  <a:ext uri="{FF2B5EF4-FFF2-40B4-BE49-F238E27FC236}">
                    <a16:creationId xmlns:a16="http://schemas.microsoft.com/office/drawing/2014/main" id="{79DE4D89-6082-129B-565A-D6E20F161B80}"/>
                  </a:ext>
                </a:extLst>
              </p:cNvPr>
              <p:cNvSpPr/>
              <p:nvPr/>
            </p:nvSpPr>
            <p:spPr>
              <a:xfrm rot="10800000" flipH="1">
                <a:off x="11029976" y="4362172"/>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895887-6F31-69C7-9CE2-44BA873100BC}"/>
                  </a:ext>
                </a:extLst>
              </p:cNvPr>
              <p:cNvSpPr/>
              <p:nvPr/>
            </p:nvSpPr>
            <p:spPr>
              <a:xfrm rot="10800000" flipH="1">
                <a:off x="817270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FAB4658-882F-D3C6-DB4B-05776A7A334B}"/>
                  </a:ext>
                </a:extLst>
              </p:cNvPr>
              <p:cNvSpPr/>
              <p:nvPr/>
            </p:nvSpPr>
            <p:spPr>
              <a:xfrm rot="10800000" flipH="1">
                <a:off x="827312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336D82A-4AF4-B1A5-CEEF-075BA1DC8111}"/>
                  </a:ext>
                </a:extLst>
              </p:cNvPr>
              <p:cNvSpPr/>
              <p:nvPr/>
            </p:nvSpPr>
            <p:spPr>
              <a:xfrm rot="10800000" flipH="1">
                <a:off x="837355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688244-C861-A6C2-9811-239B5F6B5AEC}"/>
                  </a:ext>
                </a:extLst>
              </p:cNvPr>
              <p:cNvSpPr/>
              <p:nvPr/>
            </p:nvSpPr>
            <p:spPr>
              <a:xfrm rot="10800000" flipH="1">
                <a:off x="847397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48A54D-CC1D-E065-57F7-29D44F1D49FA}"/>
                  </a:ext>
                </a:extLst>
              </p:cNvPr>
              <p:cNvSpPr/>
              <p:nvPr/>
            </p:nvSpPr>
            <p:spPr>
              <a:xfrm rot="10800000" flipH="1">
                <a:off x="857439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02C2289-EB1D-7EF9-7386-CC6289AD7DB9}"/>
                  </a:ext>
                </a:extLst>
              </p:cNvPr>
              <p:cNvSpPr/>
              <p:nvPr/>
            </p:nvSpPr>
            <p:spPr>
              <a:xfrm rot="10800000" flipH="1">
                <a:off x="867482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0E3F746-1A4C-A032-114D-F4E77A250111}"/>
                  </a:ext>
                </a:extLst>
              </p:cNvPr>
              <p:cNvSpPr/>
              <p:nvPr/>
            </p:nvSpPr>
            <p:spPr>
              <a:xfrm rot="10800000" flipH="1">
                <a:off x="877524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0C85DC-5CF7-F6B9-3C81-A0CD71CFEFB7}"/>
                  </a:ext>
                </a:extLst>
              </p:cNvPr>
              <p:cNvSpPr/>
              <p:nvPr/>
            </p:nvSpPr>
            <p:spPr>
              <a:xfrm rot="10800000" flipH="1">
                <a:off x="887566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C1BB363-E2F9-704E-67B8-7814EEB7D4BF}"/>
                  </a:ext>
                </a:extLst>
              </p:cNvPr>
              <p:cNvSpPr/>
              <p:nvPr/>
            </p:nvSpPr>
            <p:spPr>
              <a:xfrm rot="10800000" flipH="1">
                <a:off x="897608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51A0DD7-7153-04AA-0F89-55B5D84BDAE6}"/>
                  </a:ext>
                </a:extLst>
              </p:cNvPr>
              <p:cNvSpPr/>
              <p:nvPr/>
            </p:nvSpPr>
            <p:spPr>
              <a:xfrm rot="10800000" flipH="1">
                <a:off x="907651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4A894CA-A78B-2290-AD1B-BC177687E03C}"/>
                  </a:ext>
                </a:extLst>
              </p:cNvPr>
              <p:cNvSpPr/>
              <p:nvPr/>
            </p:nvSpPr>
            <p:spPr>
              <a:xfrm rot="10800000" flipH="1">
                <a:off x="917693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554E28A-EC24-EEEE-1266-F27D8C106F3D}"/>
                  </a:ext>
                </a:extLst>
              </p:cNvPr>
              <p:cNvSpPr/>
              <p:nvPr/>
            </p:nvSpPr>
            <p:spPr>
              <a:xfrm rot="10800000" flipH="1">
                <a:off x="927735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07F2988F-92C6-4A35-0BCD-CBA2038B6A19}"/>
                  </a:ext>
                </a:extLst>
              </p:cNvPr>
              <p:cNvSpPr/>
              <p:nvPr/>
            </p:nvSpPr>
            <p:spPr>
              <a:xfrm rot="10800000" flipH="1">
                <a:off x="9377781"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446F7C9-FD84-9D98-008D-7E7D1E9C8B54}"/>
                  </a:ext>
                </a:extLst>
              </p:cNvPr>
              <p:cNvSpPr/>
              <p:nvPr/>
            </p:nvSpPr>
            <p:spPr>
              <a:xfrm rot="10800000" flipH="1">
                <a:off x="9478204"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04DBBC6D-DF11-B25A-2045-B94A27E23CBC}"/>
                  </a:ext>
                </a:extLst>
              </p:cNvPr>
              <p:cNvSpPr/>
              <p:nvPr/>
            </p:nvSpPr>
            <p:spPr>
              <a:xfrm rot="10800000" flipH="1">
                <a:off x="957862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10747C0-28A4-270E-A7EA-5DFA1E32F0C3}"/>
                  </a:ext>
                </a:extLst>
              </p:cNvPr>
              <p:cNvSpPr/>
              <p:nvPr/>
            </p:nvSpPr>
            <p:spPr>
              <a:xfrm rot="10800000" flipH="1">
                <a:off x="967905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7B86BF-EF6D-7580-A30C-316785C09DCD}"/>
                  </a:ext>
                </a:extLst>
              </p:cNvPr>
              <p:cNvSpPr/>
              <p:nvPr/>
            </p:nvSpPr>
            <p:spPr>
              <a:xfrm rot="10800000" flipH="1">
                <a:off x="977947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CCC41BFB-3105-A62E-A030-DD98FA327DCF}"/>
                  </a:ext>
                </a:extLst>
              </p:cNvPr>
              <p:cNvSpPr/>
              <p:nvPr/>
            </p:nvSpPr>
            <p:spPr>
              <a:xfrm rot="10800000" flipH="1">
                <a:off x="987989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16D31282-6B04-E929-7C42-ADF27B0DDD05}"/>
                  </a:ext>
                </a:extLst>
              </p:cNvPr>
              <p:cNvSpPr/>
              <p:nvPr/>
            </p:nvSpPr>
            <p:spPr>
              <a:xfrm rot="10800000" flipH="1">
                <a:off x="998031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C1F9A87-ABA0-2555-8466-1700F7B7889B}"/>
                  </a:ext>
                </a:extLst>
              </p:cNvPr>
              <p:cNvSpPr/>
              <p:nvPr/>
            </p:nvSpPr>
            <p:spPr>
              <a:xfrm rot="10800000" flipH="1">
                <a:off x="1008074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5E5F821C-C517-F1E4-D5DD-40EC41CD86F6}"/>
                  </a:ext>
                </a:extLst>
              </p:cNvPr>
              <p:cNvSpPr/>
              <p:nvPr/>
            </p:nvSpPr>
            <p:spPr>
              <a:xfrm rot="10800000" flipH="1">
                <a:off x="1018116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5C004FA-EF9E-EA66-D9A4-AB78606EB97F}"/>
                  </a:ext>
                </a:extLst>
              </p:cNvPr>
              <p:cNvSpPr/>
              <p:nvPr/>
            </p:nvSpPr>
            <p:spPr>
              <a:xfrm rot="10800000" flipH="1">
                <a:off x="10281587"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EC0BC760-7A76-E5B9-E7BB-5163D80DB0D4}"/>
                  </a:ext>
                </a:extLst>
              </p:cNvPr>
              <p:cNvSpPr/>
              <p:nvPr/>
            </p:nvSpPr>
            <p:spPr>
              <a:xfrm rot="10800000" flipH="1">
                <a:off x="10382010"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C7941C26-5406-F867-9C85-2C3592670B22}"/>
                  </a:ext>
                </a:extLst>
              </p:cNvPr>
              <p:cNvSpPr/>
              <p:nvPr/>
            </p:nvSpPr>
            <p:spPr>
              <a:xfrm rot="10800000" flipH="1">
                <a:off x="10482433"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785940D5-2AD9-BDAD-DC89-679FB980180B}"/>
                  </a:ext>
                </a:extLst>
              </p:cNvPr>
              <p:cNvSpPr/>
              <p:nvPr/>
            </p:nvSpPr>
            <p:spPr>
              <a:xfrm rot="10800000" flipH="1">
                <a:off x="10582856"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BD8F7F35-9BBC-6856-4413-1FA5DC1596A5}"/>
                  </a:ext>
                </a:extLst>
              </p:cNvPr>
              <p:cNvSpPr/>
              <p:nvPr/>
            </p:nvSpPr>
            <p:spPr>
              <a:xfrm rot="10800000" flipH="1">
                <a:off x="10683279"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65CF598-1113-CF6E-51C6-4A3FDF12FB0F}"/>
                  </a:ext>
                </a:extLst>
              </p:cNvPr>
              <p:cNvSpPr/>
              <p:nvPr/>
            </p:nvSpPr>
            <p:spPr>
              <a:xfrm rot="10800000" flipH="1">
                <a:off x="10783702"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6437366C-8123-A594-E5C1-4FABAA16D945}"/>
                  </a:ext>
                </a:extLst>
              </p:cNvPr>
              <p:cNvSpPr/>
              <p:nvPr/>
            </p:nvSpPr>
            <p:spPr>
              <a:xfrm rot="10800000" flipH="1">
                <a:off x="10884125"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67153A22-27BA-D212-3C80-B75FFEE0B724}"/>
                  </a:ext>
                </a:extLst>
              </p:cNvPr>
              <p:cNvSpPr/>
              <p:nvPr/>
            </p:nvSpPr>
            <p:spPr>
              <a:xfrm rot="10800000" flipH="1">
                <a:off x="10984548" y="4519434"/>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7" name="Group 46">
                <a:extLst>
                  <a:ext uri="{FF2B5EF4-FFF2-40B4-BE49-F238E27FC236}">
                    <a16:creationId xmlns:a16="http://schemas.microsoft.com/office/drawing/2014/main" id="{7ADFF540-0B81-E1FE-410E-AE3CA856FCC0}"/>
                  </a:ext>
                </a:extLst>
              </p:cNvPr>
              <p:cNvGrpSpPr/>
              <p:nvPr/>
            </p:nvGrpSpPr>
            <p:grpSpPr>
              <a:xfrm rot="10800000" flipH="1">
                <a:off x="7871437" y="4419145"/>
                <a:ext cx="3213534" cy="100423"/>
                <a:chOff x="1743959" y="2564091"/>
                <a:chExt cx="6334816" cy="197963"/>
              </a:xfrm>
              <a:solidFill>
                <a:schemeClr val="bg1"/>
              </a:solidFill>
            </p:grpSpPr>
            <p:sp>
              <p:nvSpPr>
                <p:cNvPr id="1653" name="Rectangle 1652">
                  <a:extLst>
                    <a:ext uri="{FF2B5EF4-FFF2-40B4-BE49-F238E27FC236}">
                      <a16:creationId xmlns:a16="http://schemas.microsoft.com/office/drawing/2014/main" id="{037CA75F-3AEE-2DCD-0DEE-05A8AE1B0BBC}"/>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4" name="Rectangle 1653">
                  <a:extLst>
                    <a:ext uri="{FF2B5EF4-FFF2-40B4-BE49-F238E27FC236}">
                      <a16:creationId xmlns:a16="http://schemas.microsoft.com/office/drawing/2014/main" id="{06DBD305-C5C7-5C9B-CAC9-9687CF423E98}"/>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5" name="Rectangle 1654">
                  <a:extLst>
                    <a:ext uri="{FF2B5EF4-FFF2-40B4-BE49-F238E27FC236}">
                      <a16:creationId xmlns:a16="http://schemas.microsoft.com/office/drawing/2014/main" id="{6EF863F6-649A-E09D-3194-8FB9C2944AED}"/>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6" name="Rectangle 1655">
                  <a:extLst>
                    <a:ext uri="{FF2B5EF4-FFF2-40B4-BE49-F238E27FC236}">
                      <a16:creationId xmlns:a16="http://schemas.microsoft.com/office/drawing/2014/main" id="{EF0AF3A1-98EE-D821-3A4C-69EA49E4A949}"/>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7" name="Rectangle 1656">
                  <a:extLst>
                    <a:ext uri="{FF2B5EF4-FFF2-40B4-BE49-F238E27FC236}">
                      <a16:creationId xmlns:a16="http://schemas.microsoft.com/office/drawing/2014/main" id="{79294986-2D03-9F51-27F7-4191177A5F62}"/>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8" name="Rectangle 1657">
                  <a:extLst>
                    <a:ext uri="{FF2B5EF4-FFF2-40B4-BE49-F238E27FC236}">
                      <a16:creationId xmlns:a16="http://schemas.microsoft.com/office/drawing/2014/main" id="{2AEBFC98-E595-7DD7-4DE1-7A78949552B2}"/>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9" name="Rectangle 1658">
                  <a:extLst>
                    <a:ext uri="{FF2B5EF4-FFF2-40B4-BE49-F238E27FC236}">
                      <a16:creationId xmlns:a16="http://schemas.microsoft.com/office/drawing/2014/main" id="{3459CA2C-516E-67DB-2F78-64007E9EF692}"/>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0" name="Rectangle 1659">
                  <a:extLst>
                    <a:ext uri="{FF2B5EF4-FFF2-40B4-BE49-F238E27FC236}">
                      <a16:creationId xmlns:a16="http://schemas.microsoft.com/office/drawing/2014/main" id="{4BE30092-52D0-E880-7594-37C171C5158D}"/>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1" name="Rectangle 1660">
                  <a:extLst>
                    <a:ext uri="{FF2B5EF4-FFF2-40B4-BE49-F238E27FC236}">
                      <a16:creationId xmlns:a16="http://schemas.microsoft.com/office/drawing/2014/main" id="{978587E2-C413-0CEE-5D15-5CF2009A9D62}"/>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2" name="Rectangle 1661">
                  <a:extLst>
                    <a:ext uri="{FF2B5EF4-FFF2-40B4-BE49-F238E27FC236}">
                      <a16:creationId xmlns:a16="http://schemas.microsoft.com/office/drawing/2014/main" id="{2F9B70CC-E1D1-48CB-E1D1-9A59AC4580E8}"/>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3" name="Rectangle 1662">
                  <a:extLst>
                    <a:ext uri="{FF2B5EF4-FFF2-40B4-BE49-F238E27FC236}">
                      <a16:creationId xmlns:a16="http://schemas.microsoft.com/office/drawing/2014/main" id="{FE3E487B-81CC-0B6D-71A6-AD0B259FA997}"/>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4" name="Rectangle 1663">
                  <a:extLst>
                    <a:ext uri="{FF2B5EF4-FFF2-40B4-BE49-F238E27FC236}">
                      <a16:creationId xmlns:a16="http://schemas.microsoft.com/office/drawing/2014/main" id="{4A62DF50-58BB-F23E-50E2-BA67BC6B7E57}"/>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5" name="Rectangle 1664">
                  <a:extLst>
                    <a:ext uri="{FF2B5EF4-FFF2-40B4-BE49-F238E27FC236}">
                      <a16:creationId xmlns:a16="http://schemas.microsoft.com/office/drawing/2014/main" id="{C506F4D2-90B2-A25C-7424-5C80940EA264}"/>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6" name="Rectangle 1665">
                  <a:extLst>
                    <a:ext uri="{FF2B5EF4-FFF2-40B4-BE49-F238E27FC236}">
                      <a16:creationId xmlns:a16="http://schemas.microsoft.com/office/drawing/2014/main" id="{3435084A-6563-7423-00D2-411F92969E62}"/>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7" name="Rectangle 1666">
                  <a:extLst>
                    <a:ext uri="{FF2B5EF4-FFF2-40B4-BE49-F238E27FC236}">
                      <a16:creationId xmlns:a16="http://schemas.microsoft.com/office/drawing/2014/main" id="{1C11FEC6-8BFF-459A-7172-1DBB2E1692F9}"/>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8" name="Rectangle 1667">
                  <a:extLst>
                    <a:ext uri="{FF2B5EF4-FFF2-40B4-BE49-F238E27FC236}">
                      <a16:creationId xmlns:a16="http://schemas.microsoft.com/office/drawing/2014/main" id="{FCC4218F-8E30-9900-55F5-47974938476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9" name="Rectangle 1668">
                  <a:extLst>
                    <a:ext uri="{FF2B5EF4-FFF2-40B4-BE49-F238E27FC236}">
                      <a16:creationId xmlns:a16="http://schemas.microsoft.com/office/drawing/2014/main" id="{0F1911E3-87C1-D233-9152-6FBA01D568A7}"/>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0" name="Rectangle 1669">
                  <a:extLst>
                    <a:ext uri="{FF2B5EF4-FFF2-40B4-BE49-F238E27FC236}">
                      <a16:creationId xmlns:a16="http://schemas.microsoft.com/office/drawing/2014/main" id="{6DE1509A-BC29-2A2A-5BDB-A7FD005C96CF}"/>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1" name="Rectangle 1670">
                  <a:extLst>
                    <a:ext uri="{FF2B5EF4-FFF2-40B4-BE49-F238E27FC236}">
                      <a16:creationId xmlns:a16="http://schemas.microsoft.com/office/drawing/2014/main" id="{CC845820-100C-92C6-5418-0916A438C6C7}"/>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2" name="Rectangle 1671">
                  <a:extLst>
                    <a:ext uri="{FF2B5EF4-FFF2-40B4-BE49-F238E27FC236}">
                      <a16:creationId xmlns:a16="http://schemas.microsoft.com/office/drawing/2014/main" id="{1E09D790-651C-E2BE-54B6-BFC0B78B453B}"/>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3" name="Rectangle 1672">
                  <a:extLst>
                    <a:ext uri="{FF2B5EF4-FFF2-40B4-BE49-F238E27FC236}">
                      <a16:creationId xmlns:a16="http://schemas.microsoft.com/office/drawing/2014/main" id="{BFD2A8F6-D4AC-9E10-5B02-0A46D8BEBE43}"/>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4" name="Rectangle 1673">
                  <a:extLst>
                    <a:ext uri="{FF2B5EF4-FFF2-40B4-BE49-F238E27FC236}">
                      <a16:creationId xmlns:a16="http://schemas.microsoft.com/office/drawing/2014/main" id="{DCD10748-BA82-1D2D-E38F-3C1DFFE2941F}"/>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5" name="Rectangle 1674">
                  <a:extLst>
                    <a:ext uri="{FF2B5EF4-FFF2-40B4-BE49-F238E27FC236}">
                      <a16:creationId xmlns:a16="http://schemas.microsoft.com/office/drawing/2014/main" id="{95C9FBCC-0CE1-5169-01A3-199C63A6C4D6}"/>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6" name="Rectangle 1675">
                  <a:extLst>
                    <a:ext uri="{FF2B5EF4-FFF2-40B4-BE49-F238E27FC236}">
                      <a16:creationId xmlns:a16="http://schemas.microsoft.com/office/drawing/2014/main" id="{9A544973-F25D-5B3E-CB75-9775081B1CEC}"/>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7" name="Rectangle 1676">
                  <a:extLst>
                    <a:ext uri="{FF2B5EF4-FFF2-40B4-BE49-F238E27FC236}">
                      <a16:creationId xmlns:a16="http://schemas.microsoft.com/office/drawing/2014/main" id="{31E843EF-E8E4-54A9-1D52-27652B2A1F4F}"/>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8" name="Rectangle 1677">
                  <a:extLst>
                    <a:ext uri="{FF2B5EF4-FFF2-40B4-BE49-F238E27FC236}">
                      <a16:creationId xmlns:a16="http://schemas.microsoft.com/office/drawing/2014/main" id="{1F022D55-07B3-6A22-F51C-CF47AF4D5711}"/>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79" name="Rectangle 1678">
                  <a:extLst>
                    <a:ext uri="{FF2B5EF4-FFF2-40B4-BE49-F238E27FC236}">
                      <a16:creationId xmlns:a16="http://schemas.microsoft.com/office/drawing/2014/main" id="{62561A1B-D6A1-9E4C-9DCF-CE6560101F3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0" name="Rectangle 1679">
                  <a:extLst>
                    <a:ext uri="{FF2B5EF4-FFF2-40B4-BE49-F238E27FC236}">
                      <a16:creationId xmlns:a16="http://schemas.microsoft.com/office/drawing/2014/main" id="{309B2A54-A853-B9B0-8982-D3CEC3993C3D}"/>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1" name="Rectangle 1680">
                  <a:extLst>
                    <a:ext uri="{FF2B5EF4-FFF2-40B4-BE49-F238E27FC236}">
                      <a16:creationId xmlns:a16="http://schemas.microsoft.com/office/drawing/2014/main" id="{A7411F2D-575C-A21D-5F28-4B9FF3033272}"/>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2" name="Rectangle 1681">
                  <a:extLst>
                    <a:ext uri="{FF2B5EF4-FFF2-40B4-BE49-F238E27FC236}">
                      <a16:creationId xmlns:a16="http://schemas.microsoft.com/office/drawing/2014/main" id="{B1D61E72-8695-5F29-4EF4-84E758DD5E9C}"/>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3" name="Rectangle 1682">
                  <a:extLst>
                    <a:ext uri="{FF2B5EF4-FFF2-40B4-BE49-F238E27FC236}">
                      <a16:creationId xmlns:a16="http://schemas.microsoft.com/office/drawing/2014/main" id="{49626B5E-47C1-6E9B-2A89-9009992334D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84" name="Rectangle 1683">
                  <a:extLst>
                    <a:ext uri="{FF2B5EF4-FFF2-40B4-BE49-F238E27FC236}">
                      <a16:creationId xmlns:a16="http://schemas.microsoft.com/office/drawing/2014/main" id="{4AB3E0DB-FA18-C79D-F86D-E299A15CE9EB}"/>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3511CA44-CC8E-6C03-8F9B-D3F259796D9F}"/>
                  </a:ext>
                </a:extLst>
              </p:cNvPr>
              <p:cNvGrpSpPr/>
              <p:nvPr/>
            </p:nvGrpSpPr>
            <p:grpSpPr>
              <a:xfrm rot="10800000" flipH="1">
                <a:off x="7871437" y="4318722"/>
                <a:ext cx="3213534" cy="100423"/>
                <a:chOff x="1743959" y="2564091"/>
                <a:chExt cx="6334816" cy="197963"/>
              </a:xfrm>
              <a:solidFill>
                <a:schemeClr val="bg1"/>
              </a:solidFill>
            </p:grpSpPr>
            <p:sp>
              <p:nvSpPr>
                <p:cNvPr id="1621" name="Rectangle 1620">
                  <a:extLst>
                    <a:ext uri="{FF2B5EF4-FFF2-40B4-BE49-F238E27FC236}">
                      <a16:creationId xmlns:a16="http://schemas.microsoft.com/office/drawing/2014/main" id="{82AB30E9-00E1-8D2F-13C3-F8805AFCC7AB}"/>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2" name="Rectangle 1621">
                  <a:extLst>
                    <a:ext uri="{FF2B5EF4-FFF2-40B4-BE49-F238E27FC236}">
                      <a16:creationId xmlns:a16="http://schemas.microsoft.com/office/drawing/2014/main" id="{DDDFFD04-7420-FF68-1212-888FA7F0C26E}"/>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3" name="Rectangle 1622">
                  <a:extLst>
                    <a:ext uri="{FF2B5EF4-FFF2-40B4-BE49-F238E27FC236}">
                      <a16:creationId xmlns:a16="http://schemas.microsoft.com/office/drawing/2014/main" id="{D96C6BF7-BC38-2B44-7585-34270C856572}"/>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4" name="Rectangle 1623">
                  <a:extLst>
                    <a:ext uri="{FF2B5EF4-FFF2-40B4-BE49-F238E27FC236}">
                      <a16:creationId xmlns:a16="http://schemas.microsoft.com/office/drawing/2014/main" id="{9EE733AE-008C-B8D4-F119-4AB2948E8E44}"/>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5" name="Rectangle 1624">
                  <a:extLst>
                    <a:ext uri="{FF2B5EF4-FFF2-40B4-BE49-F238E27FC236}">
                      <a16:creationId xmlns:a16="http://schemas.microsoft.com/office/drawing/2014/main" id="{1E48E4C5-BB5C-361D-1F60-8AB062A93768}"/>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6" name="Rectangle 1625">
                  <a:extLst>
                    <a:ext uri="{FF2B5EF4-FFF2-40B4-BE49-F238E27FC236}">
                      <a16:creationId xmlns:a16="http://schemas.microsoft.com/office/drawing/2014/main" id="{D8FCD695-F3AD-268F-CF58-C7D592951BD4}"/>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7" name="Rectangle 1626">
                  <a:extLst>
                    <a:ext uri="{FF2B5EF4-FFF2-40B4-BE49-F238E27FC236}">
                      <a16:creationId xmlns:a16="http://schemas.microsoft.com/office/drawing/2014/main" id="{466E3400-4F4F-EDBD-0941-2754B2513B96}"/>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8" name="Rectangle 1627">
                  <a:extLst>
                    <a:ext uri="{FF2B5EF4-FFF2-40B4-BE49-F238E27FC236}">
                      <a16:creationId xmlns:a16="http://schemas.microsoft.com/office/drawing/2014/main" id="{3EA7E00E-73BC-159E-2DEB-81AA6D5671F1}"/>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9" name="Rectangle 1628">
                  <a:extLst>
                    <a:ext uri="{FF2B5EF4-FFF2-40B4-BE49-F238E27FC236}">
                      <a16:creationId xmlns:a16="http://schemas.microsoft.com/office/drawing/2014/main" id="{5AA83461-76AE-9EF9-C17D-23849A0AE67D}"/>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0" name="Rectangle 1629">
                  <a:extLst>
                    <a:ext uri="{FF2B5EF4-FFF2-40B4-BE49-F238E27FC236}">
                      <a16:creationId xmlns:a16="http://schemas.microsoft.com/office/drawing/2014/main" id="{223BA4A3-D638-4CA1-598D-8B2A5A21CB7B}"/>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1" name="Rectangle 1630">
                  <a:extLst>
                    <a:ext uri="{FF2B5EF4-FFF2-40B4-BE49-F238E27FC236}">
                      <a16:creationId xmlns:a16="http://schemas.microsoft.com/office/drawing/2014/main" id="{A53201BD-2FFB-2231-53EF-0050317A867E}"/>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2" name="Rectangle 1631">
                  <a:extLst>
                    <a:ext uri="{FF2B5EF4-FFF2-40B4-BE49-F238E27FC236}">
                      <a16:creationId xmlns:a16="http://schemas.microsoft.com/office/drawing/2014/main" id="{D827F4DD-2494-336E-3A82-B7C4943C8EDA}"/>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3" name="Rectangle 1632">
                  <a:extLst>
                    <a:ext uri="{FF2B5EF4-FFF2-40B4-BE49-F238E27FC236}">
                      <a16:creationId xmlns:a16="http://schemas.microsoft.com/office/drawing/2014/main" id="{6B55ADCA-06BE-2F80-615B-52DBED788639}"/>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4" name="Rectangle 1633">
                  <a:extLst>
                    <a:ext uri="{FF2B5EF4-FFF2-40B4-BE49-F238E27FC236}">
                      <a16:creationId xmlns:a16="http://schemas.microsoft.com/office/drawing/2014/main" id="{1D68E784-44E6-625E-DAD4-E0B54B425BB2}"/>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5" name="Rectangle 1634">
                  <a:extLst>
                    <a:ext uri="{FF2B5EF4-FFF2-40B4-BE49-F238E27FC236}">
                      <a16:creationId xmlns:a16="http://schemas.microsoft.com/office/drawing/2014/main" id="{C492EB10-2CDC-7E83-CCC2-22ACED38AD12}"/>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6" name="Rectangle 1635">
                  <a:extLst>
                    <a:ext uri="{FF2B5EF4-FFF2-40B4-BE49-F238E27FC236}">
                      <a16:creationId xmlns:a16="http://schemas.microsoft.com/office/drawing/2014/main" id="{E1BB4C52-CCA9-D28F-5A23-5E955A30BD72}"/>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7" name="Rectangle 1636">
                  <a:extLst>
                    <a:ext uri="{FF2B5EF4-FFF2-40B4-BE49-F238E27FC236}">
                      <a16:creationId xmlns:a16="http://schemas.microsoft.com/office/drawing/2014/main" id="{FFA7BAEE-BFDD-389C-CBEB-46334638CC3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 name="Rectangle 1637">
                  <a:extLst>
                    <a:ext uri="{FF2B5EF4-FFF2-40B4-BE49-F238E27FC236}">
                      <a16:creationId xmlns:a16="http://schemas.microsoft.com/office/drawing/2014/main" id="{C6AE4336-BDC8-4547-C329-CCC499805BC2}"/>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 name="Rectangle 1638">
                  <a:extLst>
                    <a:ext uri="{FF2B5EF4-FFF2-40B4-BE49-F238E27FC236}">
                      <a16:creationId xmlns:a16="http://schemas.microsoft.com/office/drawing/2014/main" id="{9D3F9E0A-9C18-44BD-8E74-439410146274}"/>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 name="Rectangle 1639">
                  <a:extLst>
                    <a:ext uri="{FF2B5EF4-FFF2-40B4-BE49-F238E27FC236}">
                      <a16:creationId xmlns:a16="http://schemas.microsoft.com/office/drawing/2014/main" id="{46888A5E-C635-5E82-1F79-6FE594D5DAC7}"/>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1" name="Rectangle 1640">
                  <a:extLst>
                    <a:ext uri="{FF2B5EF4-FFF2-40B4-BE49-F238E27FC236}">
                      <a16:creationId xmlns:a16="http://schemas.microsoft.com/office/drawing/2014/main" id="{99B82E8E-B865-4FB5-E502-1901D421B84E}"/>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2" name="Rectangle 1641">
                  <a:extLst>
                    <a:ext uri="{FF2B5EF4-FFF2-40B4-BE49-F238E27FC236}">
                      <a16:creationId xmlns:a16="http://schemas.microsoft.com/office/drawing/2014/main" id="{4082F0BA-0967-2072-AF01-4CAD49CA6D13}"/>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3" name="Rectangle 1642">
                  <a:extLst>
                    <a:ext uri="{FF2B5EF4-FFF2-40B4-BE49-F238E27FC236}">
                      <a16:creationId xmlns:a16="http://schemas.microsoft.com/office/drawing/2014/main" id="{543B3B8B-F018-B5E0-109E-433F52923695}"/>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4" name="Rectangle 1643">
                  <a:extLst>
                    <a:ext uri="{FF2B5EF4-FFF2-40B4-BE49-F238E27FC236}">
                      <a16:creationId xmlns:a16="http://schemas.microsoft.com/office/drawing/2014/main" id="{5F8F8064-AE38-298E-66D5-D69B6FA8CC99}"/>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5" name="Rectangle 1644">
                  <a:extLst>
                    <a:ext uri="{FF2B5EF4-FFF2-40B4-BE49-F238E27FC236}">
                      <a16:creationId xmlns:a16="http://schemas.microsoft.com/office/drawing/2014/main" id="{67C98FC4-3ED5-05EE-9E80-991ACC407EA7}"/>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6" name="Rectangle 1645">
                  <a:extLst>
                    <a:ext uri="{FF2B5EF4-FFF2-40B4-BE49-F238E27FC236}">
                      <a16:creationId xmlns:a16="http://schemas.microsoft.com/office/drawing/2014/main" id="{F40377A0-2D1E-499D-BA8E-485069E06FF6}"/>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7" name="Rectangle 1646">
                  <a:extLst>
                    <a:ext uri="{FF2B5EF4-FFF2-40B4-BE49-F238E27FC236}">
                      <a16:creationId xmlns:a16="http://schemas.microsoft.com/office/drawing/2014/main" id="{33B5BC68-0718-25A2-9414-65017492EE71}"/>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8" name="Rectangle 1647">
                  <a:extLst>
                    <a:ext uri="{FF2B5EF4-FFF2-40B4-BE49-F238E27FC236}">
                      <a16:creationId xmlns:a16="http://schemas.microsoft.com/office/drawing/2014/main" id="{6D8E6A5B-F4C7-AAE9-BD47-DAAE822FC926}"/>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9" name="Rectangle 1648">
                  <a:extLst>
                    <a:ext uri="{FF2B5EF4-FFF2-40B4-BE49-F238E27FC236}">
                      <a16:creationId xmlns:a16="http://schemas.microsoft.com/office/drawing/2014/main" id="{29B39D37-A4A4-E163-30A7-FC44DA6CE6CE}"/>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0" name="Rectangle 1649">
                  <a:extLst>
                    <a:ext uri="{FF2B5EF4-FFF2-40B4-BE49-F238E27FC236}">
                      <a16:creationId xmlns:a16="http://schemas.microsoft.com/office/drawing/2014/main" id="{C60AB162-7B57-BE43-69B9-0BB585CB6826}"/>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1" name="Rectangle 1650">
                  <a:extLst>
                    <a:ext uri="{FF2B5EF4-FFF2-40B4-BE49-F238E27FC236}">
                      <a16:creationId xmlns:a16="http://schemas.microsoft.com/office/drawing/2014/main" id="{61AED839-2AD4-A96E-1B40-D4356DCB282C}"/>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2" name="Rectangle 1651">
                  <a:extLst>
                    <a:ext uri="{FF2B5EF4-FFF2-40B4-BE49-F238E27FC236}">
                      <a16:creationId xmlns:a16="http://schemas.microsoft.com/office/drawing/2014/main" id="{C7B810BF-D677-BAF3-FC74-85FCF39AA82F}"/>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0" name="Group 49">
                <a:extLst>
                  <a:ext uri="{FF2B5EF4-FFF2-40B4-BE49-F238E27FC236}">
                    <a16:creationId xmlns:a16="http://schemas.microsoft.com/office/drawing/2014/main" id="{C6228D9C-5C86-9869-1AF1-869470DA6591}"/>
                  </a:ext>
                </a:extLst>
              </p:cNvPr>
              <p:cNvGrpSpPr/>
              <p:nvPr/>
            </p:nvGrpSpPr>
            <p:grpSpPr>
              <a:xfrm rot="10800000" flipH="1">
                <a:off x="7822406" y="4473849"/>
                <a:ext cx="350300" cy="146008"/>
                <a:chOff x="1150032" y="5207038"/>
                <a:chExt cx="690543" cy="287825"/>
              </a:xfrm>
              <a:solidFill>
                <a:srgbClr val="7030A0"/>
              </a:solidFill>
            </p:grpSpPr>
            <p:sp>
              <p:nvSpPr>
                <p:cNvPr id="1615" name="Rectangle 1614">
                  <a:extLst>
                    <a:ext uri="{FF2B5EF4-FFF2-40B4-BE49-F238E27FC236}">
                      <a16:creationId xmlns:a16="http://schemas.microsoft.com/office/drawing/2014/main" id="{9CBEB711-D9FC-6557-8472-5CA8C50A5A9E}"/>
                    </a:ext>
                  </a:extLst>
                </p:cNvPr>
                <p:cNvSpPr/>
                <p:nvPr/>
              </p:nvSpPr>
              <p:spPr>
                <a:xfrm>
                  <a:off x="1246686"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6" name="Rectangle 1615">
                  <a:extLst>
                    <a:ext uri="{FF2B5EF4-FFF2-40B4-BE49-F238E27FC236}">
                      <a16:creationId xmlns:a16="http://schemas.microsoft.com/office/drawing/2014/main" id="{62077D36-811D-4D55-8F6A-CFFA7DF32BBF}"/>
                    </a:ext>
                  </a:extLst>
                </p:cNvPr>
                <p:cNvSpPr/>
                <p:nvPr/>
              </p:nvSpPr>
              <p:spPr>
                <a:xfrm>
                  <a:off x="1444649"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7" name="Rectangle 1616">
                  <a:extLst>
                    <a:ext uri="{FF2B5EF4-FFF2-40B4-BE49-F238E27FC236}">
                      <a16:creationId xmlns:a16="http://schemas.microsoft.com/office/drawing/2014/main" id="{6D13FD86-DD03-1E07-702D-B2A6AEF1CF15}"/>
                    </a:ext>
                  </a:extLst>
                </p:cNvPr>
                <p:cNvSpPr/>
                <p:nvPr/>
              </p:nvSpPr>
              <p:spPr>
                <a:xfrm>
                  <a:off x="1642612" y="5207038"/>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8" name="Rectangle 1617">
                  <a:extLst>
                    <a:ext uri="{FF2B5EF4-FFF2-40B4-BE49-F238E27FC236}">
                      <a16:creationId xmlns:a16="http://schemas.microsoft.com/office/drawing/2014/main" id="{91CC2388-2438-8227-E14E-FE22B385FB18}"/>
                    </a:ext>
                  </a:extLst>
                </p:cNvPr>
                <p:cNvSpPr/>
                <p:nvPr/>
              </p:nvSpPr>
              <p:spPr>
                <a:xfrm>
                  <a:off x="1150032"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9" name="Rectangle 1618">
                  <a:extLst>
                    <a:ext uri="{FF2B5EF4-FFF2-40B4-BE49-F238E27FC236}">
                      <a16:creationId xmlns:a16="http://schemas.microsoft.com/office/drawing/2014/main" id="{59745458-4E35-D325-FE7E-E59EBA125CBA}"/>
                    </a:ext>
                  </a:extLst>
                </p:cNvPr>
                <p:cNvSpPr/>
                <p:nvPr/>
              </p:nvSpPr>
              <p:spPr>
                <a:xfrm>
                  <a:off x="1347995"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20" name="Rectangle 1619">
                  <a:extLst>
                    <a:ext uri="{FF2B5EF4-FFF2-40B4-BE49-F238E27FC236}">
                      <a16:creationId xmlns:a16="http://schemas.microsoft.com/office/drawing/2014/main" id="{481D5314-D64C-F880-6C33-521AEFCB2B10}"/>
                    </a:ext>
                  </a:extLst>
                </p:cNvPr>
                <p:cNvSpPr/>
                <p:nvPr/>
              </p:nvSpPr>
              <p:spPr>
                <a:xfrm>
                  <a:off x="1545958" y="5296900"/>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Rectangle 51">
                <a:extLst>
                  <a:ext uri="{FF2B5EF4-FFF2-40B4-BE49-F238E27FC236}">
                    <a16:creationId xmlns:a16="http://schemas.microsoft.com/office/drawing/2014/main" id="{3F78EFA0-E363-2BE2-9933-92F905E7B732}"/>
                  </a:ext>
                </a:extLst>
              </p:cNvPr>
              <p:cNvSpPr/>
              <p:nvPr/>
            </p:nvSpPr>
            <p:spPr>
              <a:xfrm rot="10800000" flipH="1">
                <a:off x="812367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A211684F-A074-0BDD-50FD-94168A82860D}"/>
                  </a:ext>
                </a:extLst>
              </p:cNvPr>
              <p:cNvSpPr/>
              <p:nvPr/>
            </p:nvSpPr>
            <p:spPr>
              <a:xfrm rot="10800000" flipH="1">
                <a:off x="822409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C04D9A4-C095-F85B-BC90-E60958B2E3A1}"/>
                  </a:ext>
                </a:extLst>
              </p:cNvPr>
              <p:cNvSpPr/>
              <p:nvPr/>
            </p:nvSpPr>
            <p:spPr>
              <a:xfrm rot="10800000" flipH="1">
                <a:off x="832452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DBA4C411-6569-F45E-9B54-65D68D1BE454}"/>
                  </a:ext>
                </a:extLst>
              </p:cNvPr>
              <p:cNvSpPr/>
              <p:nvPr/>
            </p:nvSpPr>
            <p:spPr>
              <a:xfrm rot="10800000" flipH="1">
                <a:off x="842494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C3CB1F2F-50DE-82C5-7E8F-AFDF03BFB5A3}"/>
                  </a:ext>
                </a:extLst>
              </p:cNvPr>
              <p:cNvSpPr/>
              <p:nvPr/>
            </p:nvSpPr>
            <p:spPr>
              <a:xfrm rot="10800000" flipH="1">
                <a:off x="852536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47AB962-1290-9F41-DF47-294B8404E6D9}"/>
                  </a:ext>
                </a:extLst>
              </p:cNvPr>
              <p:cNvSpPr/>
              <p:nvPr/>
            </p:nvSpPr>
            <p:spPr>
              <a:xfrm rot="10800000" flipH="1">
                <a:off x="862579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25B045BC-F6FD-6202-741C-FF8596F03A35}"/>
                  </a:ext>
                </a:extLst>
              </p:cNvPr>
              <p:cNvSpPr/>
              <p:nvPr/>
            </p:nvSpPr>
            <p:spPr>
              <a:xfrm rot="10800000" flipH="1">
                <a:off x="872621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67737C89-DC88-B1E4-1D68-B514F5921B9A}"/>
                  </a:ext>
                </a:extLst>
              </p:cNvPr>
              <p:cNvSpPr/>
              <p:nvPr/>
            </p:nvSpPr>
            <p:spPr>
              <a:xfrm rot="10800000" flipH="1">
                <a:off x="882663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962D1FD6-755F-9786-24DC-4AB6D2D7CBAD}"/>
                  </a:ext>
                </a:extLst>
              </p:cNvPr>
              <p:cNvSpPr/>
              <p:nvPr/>
            </p:nvSpPr>
            <p:spPr>
              <a:xfrm rot="10800000" flipH="1">
                <a:off x="892705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Rectangle 127">
                <a:extLst>
                  <a:ext uri="{FF2B5EF4-FFF2-40B4-BE49-F238E27FC236}">
                    <a16:creationId xmlns:a16="http://schemas.microsoft.com/office/drawing/2014/main" id="{52229797-9E43-A226-9E63-14F6A86A9B9D}"/>
                  </a:ext>
                </a:extLst>
              </p:cNvPr>
              <p:cNvSpPr/>
              <p:nvPr/>
            </p:nvSpPr>
            <p:spPr>
              <a:xfrm rot="10800000" flipH="1">
                <a:off x="902748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Rectangle 129">
                <a:extLst>
                  <a:ext uri="{FF2B5EF4-FFF2-40B4-BE49-F238E27FC236}">
                    <a16:creationId xmlns:a16="http://schemas.microsoft.com/office/drawing/2014/main" id="{DB8DF2B9-5470-EC02-9552-7B66D0244230}"/>
                  </a:ext>
                </a:extLst>
              </p:cNvPr>
              <p:cNvSpPr/>
              <p:nvPr/>
            </p:nvSpPr>
            <p:spPr>
              <a:xfrm rot="10800000" flipH="1">
                <a:off x="912790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Rectangle 130">
                <a:extLst>
                  <a:ext uri="{FF2B5EF4-FFF2-40B4-BE49-F238E27FC236}">
                    <a16:creationId xmlns:a16="http://schemas.microsoft.com/office/drawing/2014/main" id="{5962B170-DD71-4073-C954-C34E88747B8C}"/>
                  </a:ext>
                </a:extLst>
              </p:cNvPr>
              <p:cNvSpPr/>
              <p:nvPr/>
            </p:nvSpPr>
            <p:spPr>
              <a:xfrm rot="10800000" flipH="1">
                <a:off x="922832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B2D0368E-293B-AD09-2E4A-EF03F8E09405}"/>
                  </a:ext>
                </a:extLst>
              </p:cNvPr>
              <p:cNvSpPr/>
              <p:nvPr/>
            </p:nvSpPr>
            <p:spPr>
              <a:xfrm rot="10800000" flipH="1">
                <a:off x="932875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Rectangle 133">
                <a:extLst>
                  <a:ext uri="{FF2B5EF4-FFF2-40B4-BE49-F238E27FC236}">
                    <a16:creationId xmlns:a16="http://schemas.microsoft.com/office/drawing/2014/main" id="{4A81D18E-3993-204A-5FC9-ACE41173FCAA}"/>
                  </a:ext>
                </a:extLst>
              </p:cNvPr>
              <p:cNvSpPr/>
              <p:nvPr/>
            </p:nvSpPr>
            <p:spPr>
              <a:xfrm rot="10800000" flipH="1">
                <a:off x="942917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4" name="Rectangle 503">
                <a:extLst>
                  <a:ext uri="{FF2B5EF4-FFF2-40B4-BE49-F238E27FC236}">
                    <a16:creationId xmlns:a16="http://schemas.microsoft.com/office/drawing/2014/main" id="{AEC28763-C726-7881-41FE-DEBC16FCCF06}"/>
                  </a:ext>
                </a:extLst>
              </p:cNvPr>
              <p:cNvSpPr/>
              <p:nvPr/>
            </p:nvSpPr>
            <p:spPr>
              <a:xfrm rot="10800000" flipH="1">
                <a:off x="952959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5" name="Rectangle 504">
                <a:extLst>
                  <a:ext uri="{FF2B5EF4-FFF2-40B4-BE49-F238E27FC236}">
                    <a16:creationId xmlns:a16="http://schemas.microsoft.com/office/drawing/2014/main" id="{48A4AB46-72BE-D800-C1A1-3B20CFE53151}"/>
                  </a:ext>
                </a:extLst>
              </p:cNvPr>
              <p:cNvSpPr/>
              <p:nvPr/>
            </p:nvSpPr>
            <p:spPr>
              <a:xfrm rot="10800000" flipH="1">
                <a:off x="9630019"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6" name="Rectangle 505">
                <a:extLst>
                  <a:ext uri="{FF2B5EF4-FFF2-40B4-BE49-F238E27FC236}">
                    <a16:creationId xmlns:a16="http://schemas.microsoft.com/office/drawing/2014/main" id="{AAB1E832-1249-241E-353E-78690C9A3541}"/>
                  </a:ext>
                </a:extLst>
              </p:cNvPr>
              <p:cNvSpPr/>
              <p:nvPr/>
            </p:nvSpPr>
            <p:spPr>
              <a:xfrm rot="10800000" flipH="1">
                <a:off x="9730442"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7" name="Rectangle 506">
                <a:extLst>
                  <a:ext uri="{FF2B5EF4-FFF2-40B4-BE49-F238E27FC236}">
                    <a16:creationId xmlns:a16="http://schemas.microsoft.com/office/drawing/2014/main" id="{B41DB6C0-8B16-9C96-5D76-763E4CD26BF7}"/>
                  </a:ext>
                </a:extLst>
              </p:cNvPr>
              <p:cNvSpPr/>
              <p:nvPr/>
            </p:nvSpPr>
            <p:spPr>
              <a:xfrm rot="10800000" flipH="1">
                <a:off x="9830865"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8" name="Rectangle 507">
                <a:extLst>
                  <a:ext uri="{FF2B5EF4-FFF2-40B4-BE49-F238E27FC236}">
                    <a16:creationId xmlns:a16="http://schemas.microsoft.com/office/drawing/2014/main" id="{5557A11A-589B-0548-90DA-D4BA7ADC4476}"/>
                  </a:ext>
                </a:extLst>
              </p:cNvPr>
              <p:cNvSpPr/>
              <p:nvPr/>
            </p:nvSpPr>
            <p:spPr>
              <a:xfrm rot="10800000" flipH="1">
                <a:off x="993128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9" name="Rectangle 508">
                <a:extLst>
                  <a:ext uri="{FF2B5EF4-FFF2-40B4-BE49-F238E27FC236}">
                    <a16:creationId xmlns:a16="http://schemas.microsoft.com/office/drawing/2014/main" id="{D0F8A9CC-69BB-DB83-4844-62D13E8D39BC}"/>
                  </a:ext>
                </a:extLst>
              </p:cNvPr>
              <p:cNvSpPr/>
              <p:nvPr/>
            </p:nvSpPr>
            <p:spPr>
              <a:xfrm rot="10800000" flipH="1">
                <a:off x="1003171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0" name="Rectangle 509">
                <a:extLst>
                  <a:ext uri="{FF2B5EF4-FFF2-40B4-BE49-F238E27FC236}">
                    <a16:creationId xmlns:a16="http://schemas.microsoft.com/office/drawing/2014/main" id="{398A6D0A-6383-FF23-702D-562464EA9F84}"/>
                  </a:ext>
                </a:extLst>
              </p:cNvPr>
              <p:cNvSpPr/>
              <p:nvPr/>
            </p:nvSpPr>
            <p:spPr>
              <a:xfrm rot="10800000" flipH="1">
                <a:off x="1013213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1" name="Rectangle 510">
                <a:extLst>
                  <a:ext uri="{FF2B5EF4-FFF2-40B4-BE49-F238E27FC236}">
                    <a16:creationId xmlns:a16="http://schemas.microsoft.com/office/drawing/2014/main" id="{37E48C78-A416-1090-0625-C2A60BF7B3A1}"/>
                  </a:ext>
                </a:extLst>
              </p:cNvPr>
              <p:cNvSpPr/>
              <p:nvPr/>
            </p:nvSpPr>
            <p:spPr>
              <a:xfrm rot="10800000" flipH="1">
                <a:off x="1023255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0" name="Rectangle 639">
                <a:extLst>
                  <a:ext uri="{FF2B5EF4-FFF2-40B4-BE49-F238E27FC236}">
                    <a16:creationId xmlns:a16="http://schemas.microsoft.com/office/drawing/2014/main" id="{AA045DEC-FF2A-7B5E-13B3-26F3D2217067}"/>
                  </a:ext>
                </a:extLst>
              </p:cNvPr>
              <p:cNvSpPr/>
              <p:nvPr/>
            </p:nvSpPr>
            <p:spPr>
              <a:xfrm rot="10800000" flipH="1">
                <a:off x="10332980"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1" name="Rectangle 640">
                <a:extLst>
                  <a:ext uri="{FF2B5EF4-FFF2-40B4-BE49-F238E27FC236}">
                    <a16:creationId xmlns:a16="http://schemas.microsoft.com/office/drawing/2014/main" id="{01F73593-79EB-A049-48C5-E36E56F76C4C}"/>
                  </a:ext>
                </a:extLst>
              </p:cNvPr>
              <p:cNvSpPr/>
              <p:nvPr/>
            </p:nvSpPr>
            <p:spPr>
              <a:xfrm rot="10800000" flipH="1">
                <a:off x="10433403"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2" name="Rectangle 641">
                <a:extLst>
                  <a:ext uri="{FF2B5EF4-FFF2-40B4-BE49-F238E27FC236}">
                    <a16:creationId xmlns:a16="http://schemas.microsoft.com/office/drawing/2014/main" id="{B6C2E0CF-7D72-D655-C6D2-1E6037A45302}"/>
                  </a:ext>
                </a:extLst>
              </p:cNvPr>
              <p:cNvSpPr/>
              <p:nvPr/>
            </p:nvSpPr>
            <p:spPr>
              <a:xfrm rot="10800000" flipH="1">
                <a:off x="10533826"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3" name="Rectangle 642">
                <a:extLst>
                  <a:ext uri="{FF2B5EF4-FFF2-40B4-BE49-F238E27FC236}">
                    <a16:creationId xmlns:a16="http://schemas.microsoft.com/office/drawing/2014/main" id="{F96EA5CC-6703-1BF3-1812-2946216CD03E}"/>
                  </a:ext>
                </a:extLst>
              </p:cNvPr>
              <p:cNvSpPr/>
              <p:nvPr/>
            </p:nvSpPr>
            <p:spPr>
              <a:xfrm rot="10800000" flipH="1">
                <a:off x="10634248"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4" name="Rectangle 643">
                <a:extLst>
                  <a:ext uri="{FF2B5EF4-FFF2-40B4-BE49-F238E27FC236}">
                    <a16:creationId xmlns:a16="http://schemas.microsoft.com/office/drawing/2014/main" id="{9EDED814-F57A-2CE4-93A2-C580641C2519}"/>
                  </a:ext>
                </a:extLst>
              </p:cNvPr>
              <p:cNvSpPr/>
              <p:nvPr/>
            </p:nvSpPr>
            <p:spPr>
              <a:xfrm rot="10800000" flipH="1">
                <a:off x="10734671"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5" name="Rectangle 644">
                <a:extLst>
                  <a:ext uri="{FF2B5EF4-FFF2-40B4-BE49-F238E27FC236}">
                    <a16:creationId xmlns:a16="http://schemas.microsoft.com/office/drawing/2014/main" id="{798A2E52-8057-3F11-299D-527EADB068C7}"/>
                  </a:ext>
                </a:extLst>
              </p:cNvPr>
              <p:cNvSpPr/>
              <p:nvPr/>
            </p:nvSpPr>
            <p:spPr>
              <a:xfrm rot="10800000" flipH="1">
                <a:off x="10835094"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6" name="Rectangle 645">
                <a:extLst>
                  <a:ext uri="{FF2B5EF4-FFF2-40B4-BE49-F238E27FC236}">
                    <a16:creationId xmlns:a16="http://schemas.microsoft.com/office/drawing/2014/main" id="{D2E86EED-F7D7-6879-DE02-6D2865A11E6A}"/>
                  </a:ext>
                </a:extLst>
              </p:cNvPr>
              <p:cNvSpPr/>
              <p:nvPr/>
            </p:nvSpPr>
            <p:spPr>
              <a:xfrm rot="10800000" flipH="1">
                <a:off x="10935517" y="4473849"/>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47" name="Group 646">
                <a:extLst>
                  <a:ext uri="{FF2B5EF4-FFF2-40B4-BE49-F238E27FC236}">
                    <a16:creationId xmlns:a16="http://schemas.microsoft.com/office/drawing/2014/main" id="{359A9FD0-151F-19BA-F478-D3AED0631240}"/>
                  </a:ext>
                </a:extLst>
              </p:cNvPr>
              <p:cNvGrpSpPr/>
              <p:nvPr/>
            </p:nvGrpSpPr>
            <p:grpSpPr>
              <a:xfrm rot="10800000" flipH="1">
                <a:off x="7822406" y="4373559"/>
                <a:ext cx="3213534" cy="100423"/>
                <a:chOff x="1743959" y="2564091"/>
                <a:chExt cx="6334816" cy="197963"/>
              </a:xfrm>
              <a:solidFill>
                <a:schemeClr val="bg1"/>
              </a:solidFill>
            </p:grpSpPr>
            <p:sp>
              <p:nvSpPr>
                <p:cNvPr id="1419" name="Rectangle 1418">
                  <a:extLst>
                    <a:ext uri="{FF2B5EF4-FFF2-40B4-BE49-F238E27FC236}">
                      <a16:creationId xmlns:a16="http://schemas.microsoft.com/office/drawing/2014/main" id="{6545730D-B45F-9B65-5105-38D1141A4618}"/>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0" name="Rectangle 1419">
                  <a:extLst>
                    <a:ext uri="{FF2B5EF4-FFF2-40B4-BE49-F238E27FC236}">
                      <a16:creationId xmlns:a16="http://schemas.microsoft.com/office/drawing/2014/main" id="{74520625-A045-733B-45B0-472DCC496AFF}"/>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1" name="Rectangle 1420">
                  <a:extLst>
                    <a:ext uri="{FF2B5EF4-FFF2-40B4-BE49-F238E27FC236}">
                      <a16:creationId xmlns:a16="http://schemas.microsoft.com/office/drawing/2014/main" id="{453BECC6-91F0-9BC0-4FD6-90269587EC24}"/>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2" name="Rectangle 1421">
                  <a:extLst>
                    <a:ext uri="{FF2B5EF4-FFF2-40B4-BE49-F238E27FC236}">
                      <a16:creationId xmlns:a16="http://schemas.microsoft.com/office/drawing/2014/main" id="{C557FA7C-2128-B79A-8CEB-94068E6EC25A}"/>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3" name="Rectangle 1422">
                  <a:extLst>
                    <a:ext uri="{FF2B5EF4-FFF2-40B4-BE49-F238E27FC236}">
                      <a16:creationId xmlns:a16="http://schemas.microsoft.com/office/drawing/2014/main" id="{B5B4E703-DEB8-4247-5793-07D36DBE3A3C}"/>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4" name="Rectangle 1423">
                  <a:extLst>
                    <a:ext uri="{FF2B5EF4-FFF2-40B4-BE49-F238E27FC236}">
                      <a16:creationId xmlns:a16="http://schemas.microsoft.com/office/drawing/2014/main" id="{55E9CCC2-1850-0AA7-166C-E76A991C22CF}"/>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5" name="Rectangle 1424">
                  <a:extLst>
                    <a:ext uri="{FF2B5EF4-FFF2-40B4-BE49-F238E27FC236}">
                      <a16:creationId xmlns:a16="http://schemas.microsoft.com/office/drawing/2014/main" id="{F0DCF773-E084-24AC-0145-75382D431CC8}"/>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6" name="Rectangle 1425">
                  <a:extLst>
                    <a:ext uri="{FF2B5EF4-FFF2-40B4-BE49-F238E27FC236}">
                      <a16:creationId xmlns:a16="http://schemas.microsoft.com/office/drawing/2014/main" id="{0DDB66DE-C3CD-6C3D-C58D-F22E0398086F}"/>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7" name="Rectangle 1426">
                  <a:extLst>
                    <a:ext uri="{FF2B5EF4-FFF2-40B4-BE49-F238E27FC236}">
                      <a16:creationId xmlns:a16="http://schemas.microsoft.com/office/drawing/2014/main" id="{01428089-9593-0EA6-2E15-145E125BD074}"/>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8" name="Rectangle 1427">
                  <a:extLst>
                    <a:ext uri="{FF2B5EF4-FFF2-40B4-BE49-F238E27FC236}">
                      <a16:creationId xmlns:a16="http://schemas.microsoft.com/office/drawing/2014/main" id="{0AEADC41-AFE3-235B-989C-4D2C3FB4F14D}"/>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9" name="Rectangle 1428">
                  <a:extLst>
                    <a:ext uri="{FF2B5EF4-FFF2-40B4-BE49-F238E27FC236}">
                      <a16:creationId xmlns:a16="http://schemas.microsoft.com/office/drawing/2014/main" id="{8DDF22E6-DA9D-3409-BD59-36B8C3379D28}"/>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0" name="Rectangle 1429">
                  <a:extLst>
                    <a:ext uri="{FF2B5EF4-FFF2-40B4-BE49-F238E27FC236}">
                      <a16:creationId xmlns:a16="http://schemas.microsoft.com/office/drawing/2014/main" id="{CD75D27C-8B8D-2654-5682-971A53589048}"/>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1" name="Rectangle 1430">
                  <a:extLst>
                    <a:ext uri="{FF2B5EF4-FFF2-40B4-BE49-F238E27FC236}">
                      <a16:creationId xmlns:a16="http://schemas.microsoft.com/office/drawing/2014/main" id="{DC07D09F-C76B-84A2-3638-B50E43018F45}"/>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2" name="Rectangle 1431">
                  <a:extLst>
                    <a:ext uri="{FF2B5EF4-FFF2-40B4-BE49-F238E27FC236}">
                      <a16:creationId xmlns:a16="http://schemas.microsoft.com/office/drawing/2014/main" id="{B79E98A2-5F2F-9492-CF4A-14638DDF609C}"/>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3" name="Rectangle 1432">
                  <a:extLst>
                    <a:ext uri="{FF2B5EF4-FFF2-40B4-BE49-F238E27FC236}">
                      <a16:creationId xmlns:a16="http://schemas.microsoft.com/office/drawing/2014/main" id="{01F0F221-1E89-C77D-1850-49B871DEEA18}"/>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 name="Rectangle 1433">
                  <a:extLst>
                    <a:ext uri="{FF2B5EF4-FFF2-40B4-BE49-F238E27FC236}">
                      <a16:creationId xmlns:a16="http://schemas.microsoft.com/office/drawing/2014/main" id="{E7BC3521-9742-A100-20DA-438E30701D23}"/>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8" name="Rectangle 1467">
                  <a:extLst>
                    <a:ext uri="{FF2B5EF4-FFF2-40B4-BE49-F238E27FC236}">
                      <a16:creationId xmlns:a16="http://schemas.microsoft.com/office/drawing/2014/main" id="{C1184ECC-71E2-FB7F-3AC8-E9D7DC48C6C9}"/>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9" name="Rectangle 1468">
                  <a:extLst>
                    <a:ext uri="{FF2B5EF4-FFF2-40B4-BE49-F238E27FC236}">
                      <a16:creationId xmlns:a16="http://schemas.microsoft.com/office/drawing/2014/main" id="{9114F463-C786-F983-8CE8-E939AA662E46}"/>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1" name="Rectangle 1470">
                  <a:extLst>
                    <a:ext uri="{FF2B5EF4-FFF2-40B4-BE49-F238E27FC236}">
                      <a16:creationId xmlns:a16="http://schemas.microsoft.com/office/drawing/2014/main" id="{BA5E297D-9739-6B1F-4AA0-2AC9B16F724F}"/>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2" name="Rectangle 1601">
                  <a:extLst>
                    <a:ext uri="{FF2B5EF4-FFF2-40B4-BE49-F238E27FC236}">
                      <a16:creationId xmlns:a16="http://schemas.microsoft.com/office/drawing/2014/main" id="{C06858B2-EC52-946B-E8C9-883DF70F0179}"/>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3" name="Rectangle 1602">
                  <a:extLst>
                    <a:ext uri="{FF2B5EF4-FFF2-40B4-BE49-F238E27FC236}">
                      <a16:creationId xmlns:a16="http://schemas.microsoft.com/office/drawing/2014/main" id="{D3F94753-0738-4C53-E645-BC64B36A20D8}"/>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4" name="Rectangle 1603">
                  <a:extLst>
                    <a:ext uri="{FF2B5EF4-FFF2-40B4-BE49-F238E27FC236}">
                      <a16:creationId xmlns:a16="http://schemas.microsoft.com/office/drawing/2014/main" id="{60A2BB2A-A056-5F94-4346-6E97B4999778}"/>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5" name="Rectangle 1604">
                  <a:extLst>
                    <a:ext uri="{FF2B5EF4-FFF2-40B4-BE49-F238E27FC236}">
                      <a16:creationId xmlns:a16="http://schemas.microsoft.com/office/drawing/2014/main" id="{E88B900A-BBE3-5271-D93E-6A6D20A7AB98}"/>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6" name="Rectangle 1605">
                  <a:extLst>
                    <a:ext uri="{FF2B5EF4-FFF2-40B4-BE49-F238E27FC236}">
                      <a16:creationId xmlns:a16="http://schemas.microsoft.com/office/drawing/2014/main" id="{B09C4DA8-B183-97C3-3852-B198DA0A2138}"/>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7" name="Rectangle 1606">
                  <a:extLst>
                    <a:ext uri="{FF2B5EF4-FFF2-40B4-BE49-F238E27FC236}">
                      <a16:creationId xmlns:a16="http://schemas.microsoft.com/office/drawing/2014/main" id="{60477670-B907-EF90-3918-E0D26219CA3A}"/>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8" name="Rectangle 1607">
                  <a:extLst>
                    <a:ext uri="{FF2B5EF4-FFF2-40B4-BE49-F238E27FC236}">
                      <a16:creationId xmlns:a16="http://schemas.microsoft.com/office/drawing/2014/main" id="{41D8226B-8FEF-47D1-955F-C011EB53A1C2}"/>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9" name="Rectangle 1608">
                  <a:extLst>
                    <a:ext uri="{FF2B5EF4-FFF2-40B4-BE49-F238E27FC236}">
                      <a16:creationId xmlns:a16="http://schemas.microsoft.com/office/drawing/2014/main" id="{247576EA-846A-A72B-BEA1-DA98C20FF432}"/>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0" name="Rectangle 1609">
                  <a:extLst>
                    <a:ext uri="{FF2B5EF4-FFF2-40B4-BE49-F238E27FC236}">
                      <a16:creationId xmlns:a16="http://schemas.microsoft.com/office/drawing/2014/main" id="{2ECC2DAA-3894-D88F-67F4-8651CF096C8E}"/>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1" name="Rectangle 1610">
                  <a:extLst>
                    <a:ext uri="{FF2B5EF4-FFF2-40B4-BE49-F238E27FC236}">
                      <a16:creationId xmlns:a16="http://schemas.microsoft.com/office/drawing/2014/main" id="{1CEF7C38-A777-8E8F-6395-47813FC98EEA}"/>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2" name="Rectangle 1611">
                  <a:extLst>
                    <a:ext uri="{FF2B5EF4-FFF2-40B4-BE49-F238E27FC236}">
                      <a16:creationId xmlns:a16="http://schemas.microsoft.com/office/drawing/2014/main" id="{96A6C405-B99A-84F4-81D0-F739CB965BC8}"/>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3" name="Rectangle 1612">
                  <a:extLst>
                    <a:ext uri="{FF2B5EF4-FFF2-40B4-BE49-F238E27FC236}">
                      <a16:creationId xmlns:a16="http://schemas.microsoft.com/office/drawing/2014/main" id="{BE5D21A9-A872-4312-705D-482516A8EB67}"/>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14" name="Rectangle 1613">
                  <a:extLst>
                    <a:ext uri="{FF2B5EF4-FFF2-40B4-BE49-F238E27FC236}">
                      <a16:creationId xmlns:a16="http://schemas.microsoft.com/office/drawing/2014/main" id="{899060FD-293B-6BE7-0C47-AC90689AF167}"/>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48" name="Group 647">
                <a:extLst>
                  <a:ext uri="{FF2B5EF4-FFF2-40B4-BE49-F238E27FC236}">
                    <a16:creationId xmlns:a16="http://schemas.microsoft.com/office/drawing/2014/main" id="{012E1BC0-D56F-CABC-E58F-EE5712A76255}"/>
                  </a:ext>
                </a:extLst>
              </p:cNvPr>
              <p:cNvGrpSpPr/>
              <p:nvPr/>
            </p:nvGrpSpPr>
            <p:grpSpPr>
              <a:xfrm rot="10800000" flipH="1">
                <a:off x="7822406" y="4273137"/>
                <a:ext cx="3213534" cy="100423"/>
                <a:chOff x="1743959" y="2564091"/>
                <a:chExt cx="6334816" cy="197963"/>
              </a:xfrm>
              <a:solidFill>
                <a:schemeClr val="bg1"/>
              </a:solidFill>
            </p:grpSpPr>
            <p:sp>
              <p:nvSpPr>
                <p:cNvPr id="1192" name="Rectangle 1191">
                  <a:extLst>
                    <a:ext uri="{FF2B5EF4-FFF2-40B4-BE49-F238E27FC236}">
                      <a16:creationId xmlns:a16="http://schemas.microsoft.com/office/drawing/2014/main" id="{0ABEBAE5-7527-7C6A-BC67-B6E9D147BBBD}"/>
                    </a:ext>
                  </a:extLst>
                </p:cNvPr>
                <p:cNvSpPr/>
                <p:nvPr/>
              </p:nvSpPr>
              <p:spPr>
                <a:xfrm>
                  <a:off x="174395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3" name="Rectangle 1192">
                  <a:extLst>
                    <a:ext uri="{FF2B5EF4-FFF2-40B4-BE49-F238E27FC236}">
                      <a16:creationId xmlns:a16="http://schemas.microsoft.com/office/drawing/2014/main" id="{452608BB-9237-ABFD-57F5-E72D056AC8DA}"/>
                    </a:ext>
                  </a:extLst>
                </p:cNvPr>
                <p:cNvSpPr/>
                <p:nvPr/>
              </p:nvSpPr>
              <p:spPr>
                <a:xfrm>
                  <a:off x="194192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4" name="Rectangle 1193">
                  <a:extLst>
                    <a:ext uri="{FF2B5EF4-FFF2-40B4-BE49-F238E27FC236}">
                      <a16:creationId xmlns:a16="http://schemas.microsoft.com/office/drawing/2014/main" id="{F68A139C-B458-56FD-EBCE-212C41489EB1}"/>
                    </a:ext>
                  </a:extLst>
                </p:cNvPr>
                <p:cNvSpPr/>
                <p:nvPr/>
              </p:nvSpPr>
              <p:spPr>
                <a:xfrm>
                  <a:off x="213988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5" name="Rectangle 1194">
                  <a:extLst>
                    <a:ext uri="{FF2B5EF4-FFF2-40B4-BE49-F238E27FC236}">
                      <a16:creationId xmlns:a16="http://schemas.microsoft.com/office/drawing/2014/main" id="{1BDA667E-6D27-B464-2E19-D43E229C77B7}"/>
                    </a:ext>
                  </a:extLst>
                </p:cNvPr>
                <p:cNvSpPr/>
                <p:nvPr/>
              </p:nvSpPr>
              <p:spPr>
                <a:xfrm>
                  <a:off x="233784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6" name="Rectangle 1195">
                  <a:extLst>
                    <a:ext uri="{FF2B5EF4-FFF2-40B4-BE49-F238E27FC236}">
                      <a16:creationId xmlns:a16="http://schemas.microsoft.com/office/drawing/2014/main" id="{00F9A8D1-B568-BCED-B6BD-E0F15B984ABA}"/>
                    </a:ext>
                  </a:extLst>
                </p:cNvPr>
                <p:cNvSpPr/>
                <p:nvPr/>
              </p:nvSpPr>
              <p:spPr>
                <a:xfrm>
                  <a:off x="253581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7" name="Rectangle 1196">
                  <a:extLst>
                    <a:ext uri="{FF2B5EF4-FFF2-40B4-BE49-F238E27FC236}">
                      <a16:creationId xmlns:a16="http://schemas.microsoft.com/office/drawing/2014/main" id="{02634A49-808F-2758-E05F-949188BFD850}"/>
                    </a:ext>
                  </a:extLst>
                </p:cNvPr>
                <p:cNvSpPr/>
                <p:nvPr/>
              </p:nvSpPr>
              <p:spPr>
                <a:xfrm>
                  <a:off x="273377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8" name="Rectangle 1197">
                  <a:extLst>
                    <a:ext uri="{FF2B5EF4-FFF2-40B4-BE49-F238E27FC236}">
                      <a16:creationId xmlns:a16="http://schemas.microsoft.com/office/drawing/2014/main" id="{69CA99AD-B110-47F0-22C3-9A8D8E66E8CE}"/>
                    </a:ext>
                  </a:extLst>
                </p:cNvPr>
                <p:cNvSpPr/>
                <p:nvPr/>
              </p:nvSpPr>
              <p:spPr>
                <a:xfrm>
                  <a:off x="293173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6" name="Rectangle 1265">
                  <a:extLst>
                    <a:ext uri="{FF2B5EF4-FFF2-40B4-BE49-F238E27FC236}">
                      <a16:creationId xmlns:a16="http://schemas.microsoft.com/office/drawing/2014/main" id="{4053AFAB-E8B2-80C0-5AA4-4D31131350E5}"/>
                    </a:ext>
                  </a:extLst>
                </p:cNvPr>
                <p:cNvSpPr/>
                <p:nvPr/>
              </p:nvSpPr>
              <p:spPr>
                <a:xfrm>
                  <a:off x="312970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7" name="Rectangle 1266">
                  <a:extLst>
                    <a:ext uri="{FF2B5EF4-FFF2-40B4-BE49-F238E27FC236}">
                      <a16:creationId xmlns:a16="http://schemas.microsoft.com/office/drawing/2014/main" id="{8FF6FC05-972C-04BE-1E59-3C7A8177574A}"/>
                    </a:ext>
                  </a:extLst>
                </p:cNvPr>
                <p:cNvSpPr/>
                <p:nvPr/>
              </p:nvSpPr>
              <p:spPr>
                <a:xfrm>
                  <a:off x="332766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8" name="Rectangle 1267">
                  <a:extLst>
                    <a:ext uri="{FF2B5EF4-FFF2-40B4-BE49-F238E27FC236}">
                      <a16:creationId xmlns:a16="http://schemas.microsoft.com/office/drawing/2014/main" id="{04A3859A-FAF0-133B-4357-21B2858FD2EC}"/>
                    </a:ext>
                  </a:extLst>
                </p:cNvPr>
                <p:cNvSpPr/>
                <p:nvPr/>
              </p:nvSpPr>
              <p:spPr>
                <a:xfrm>
                  <a:off x="352562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9" name="Rectangle 1268">
                  <a:extLst>
                    <a:ext uri="{FF2B5EF4-FFF2-40B4-BE49-F238E27FC236}">
                      <a16:creationId xmlns:a16="http://schemas.microsoft.com/office/drawing/2014/main" id="{D285737C-92BF-3915-E965-8A884AD73AA3}"/>
                    </a:ext>
                  </a:extLst>
                </p:cNvPr>
                <p:cNvSpPr/>
                <p:nvPr/>
              </p:nvSpPr>
              <p:spPr>
                <a:xfrm>
                  <a:off x="372358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0" name="Rectangle 1269">
                  <a:extLst>
                    <a:ext uri="{FF2B5EF4-FFF2-40B4-BE49-F238E27FC236}">
                      <a16:creationId xmlns:a16="http://schemas.microsoft.com/office/drawing/2014/main" id="{8227F60A-D48E-C3F2-3A64-8EFD5F4F2995}"/>
                    </a:ext>
                  </a:extLst>
                </p:cNvPr>
                <p:cNvSpPr/>
                <p:nvPr/>
              </p:nvSpPr>
              <p:spPr>
                <a:xfrm>
                  <a:off x="392155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1" name="Rectangle 1270">
                  <a:extLst>
                    <a:ext uri="{FF2B5EF4-FFF2-40B4-BE49-F238E27FC236}">
                      <a16:creationId xmlns:a16="http://schemas.microsoft.com/office/drawing/2014/main" id="{EF3C5055-FBED-607C-C2D6-E8C1D6DD3168}"/>
                    </a:ext>
                  </a:extLst>
                </p:cNvPr>
                <p:cNvSpPr/>
                <p:nvPr/>
              </p:nvSpPr>
              <p:spPr>
                <a:xfrm>
                  <a:off x="411951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2" name="Rectangle 1271">
                  <a:extLst>
                    <a:ext uri="{FF2B5EF4-FFF2-40B4-BE49-F238E27FC236}">
                      <a16:creationId xmlns:a16="http://schemas.microsoft.com/office/drawing/2014/main" id="{21210856-32B7-5A2E-DBA0-A520AEF9D794}"/>
                    </a:ext>
                  </a:extLst>
                </p:cNvPr>
                <p:cNvSpPr/>
                <p:nvPr/>
              </p:nvSpPr>
              <p:spPr>
                <a:xfrm>
                  <a:off x="431747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3" name="Rectangle 1272">
                  <a:extLst>
                    <a:ext uri="{FF2B5EF4-FFF2-40B4-BE49-F238E27FC236}">
                      <a16:creationId xmlns:a16="http://schemas.microsoft.com/office/drawing/2014/main" id="{271495ED-DB64-CE40-6E0D-ABCC856F657D}"/>
                    </a:ext>
                  </a:extLst>
                </p:cNvPr>
                <p:cNvSpPr/>
                <p:nvPr/>
              </p:nvSpPr>
              <p:spPr>
                <a:xfrm>
                  <a:off x="451544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4" name="Rectangle 1273">
                  <a:extLst>
                    <a:ext uri="{FF2B5EF4-FFF2-40B4-BE49-F238E27FC236}">
                      <a16:creationId xmlns:a16="http://schemas.microsoft.com/office/drawing/2014/main" id="{AAAAE8C7-916C-9F95-42C5-68978AC83710}"/>
                    </a:ext>
                  </a:extLst>
                </p:cNvPr>
                <p:cNvSpPr/>
                <p:nvPr/>
              </p:nvSpPr>
              <p:spPr>
                <a:xfrm>
                  <a:off x="471340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5" name="Rectangle 1274">
                  <a:extLst>
                    <a:ext uri="{FF2B5EF4-FFF2-40B4-BE49-F238E27FC236}">
                      <a16:creationId xmlns:a16="http://schemas.microsoft.com/office/drawing/2014/main" id="{BF519F51-8128-6C97-61B7-759D52D8719F}"/>
                    </a:ext>
                  </a:extLst>
                </p:cNvPr>
                <p:cNvSpPr/>
                <p:nvPr/>
              </p:nvSpPr>
              <p:spPr>
                <a:xfrm>
                  <a:off x="491136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6" name="Rectangle 1275">
                  <a:extLst>
                    <a:ext uri="{FF2B5EF4-FFF2-40B4-BE49-F238E27FC236}">
                      <a16:creationId xmlns:a16="http://schemas.microsoft.com/office/drawing/2014/main" id="{64272F67-4032-9D9F-BB9E-6F4340AD5C8E}"/>
                    </a:ext>
                  </a:extLst>
                </p:cNvPr>
                <p:cNvSpPr/>
                <p:nvPr/>
              </p:nvSpPr>
              <p:spPr>
                <a:xfrm>
                  <a:off x="510933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7" name="Rectangle 1276">
                  <a:extLst>
                    <a:ext uri="{FF2B5EF4-FFF2-40B4-BE49-F238E27FC236}">
                      <a16:creationId xmlns:a16="http://schemas.microsoft.com/office/drawing/2014/main" id="{E74B3B43-BC15-6847-0A6D-78E397747C0F}"/>
                    </a:ext>
                  </a:extLst>
                </p:cNvPr>
                <p:cNvSpPr/>
                <p:nvPr/>
              </p:nvSpPr>
              <p:spPr>
                <a:xfrm>
                  <a:off x="530729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8" name="Rectangle 1277">
                  <a:extLst>
                    <a:ext uri="{FF2B5EF4-FFF2-40B4-BE49-F238E27FC236}">
                      <a16:creationId xmlns:a16="http://schemas.microsoft.com/office/drawing/2014/main" id="{2CC2DED4-95E1-D81D-7F81-3CFCAC381133}"/>
                    </a:ext>
                  </a:extLst>
                </p:cNvPr>
                <p:cNvSpPr/>
                <p:nvPr/>
              </p:nvSpPr>
              <p:spPr>
                <a:xfrm>
                  <a:off x="550525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9" name="Rectangle 1278">
                  <a:extLst>
                    <a:ext uri="{FF2B5EF4-FFF2-40B4-BE49-F238E27FC236}">
                      <a16:creationId xmlns:a16="http://schemas.microsoft.com/office/drawing/2014/main" id="{4E2E2CAC-D49E-EF76-7259-7644DB6D7B96}"/>
                    </a:ext>
                  </a:extLst>
                </p:cNvPr>
                <p:cNvSpPr/>
                <p:nvPr/>
              </p:nvSpPr>
              <p:spPr>
                <a:xfrm>
                  <a:off x="570321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8" name="Rectangle 1407">
                  <a:extLst>
                    <a:ext uri="{FF2B5EF4-FFF2-40B4-BE49-F238E27FC236}">
                      <a16:creationId xmlns:a16="http://schemas.microsoft.com/office/drawing/2014/main" id="{0A3E3531-D7EC-D786-A66C-94A18CFD60AC}"/>
                    </a:ext>
                  </a:extLst>
                </p:cNvPr>
                <p:cNvSpPr/>
                <p:nvPr/>
              </p:nvSpPr>
              <p:spPr>
                <a:xfrm>
                  <a:off x="590118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9" name="Rectangle 1408">
                  <a:extLst>
                    <a:ext uri="{FF2B5EF4-FFF2-40B4-BE49-F238E27FC236}">
                      <a16:creationId xmlns:a16="http://schemas.microsoft.com/office/drawing/2014/main" id="{7362ED30-4329-21A2-15DA-8846392F1119}"/>
                    </a:ext>
                  </a:extLst>
                </p:cNvPr>
                <p:cNvSpPr/>
                <p:nvPr/>
              </p:nvSpPr>
              <p:spPr>
                <a:xfrm>
                  <a:off x="6099145"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0" name="Rectangle 1409">
                  <a:extLst>
                    <a:ext uri="{FF2B5EF4-FFF2-40B4-BE49-F238E27FC236}">
                      <a16:creationId xmlns:a16="http://schemas.microsoft.com/office/drawing/2014/main" id="{FCAA45AC-8872-1DFB-CF41-AA8DE92AD167}"/>
                    </a:ext>
                  </a:extLst>
                </p:cNvPr>
                <p:cNvSpPr/>
                <p:nvPr/>
              </p:nvSpPr>
              <p:spPr>
                <a:xfrm>
                  <a:off x="6297108"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1" name="Rectangle 1410">
                  <a:extLst>
                    <a:ext uri="{FF2B5EF4-FFF2-40B4-BE49-F238E27FC236}">
                      <a16:creationId xmlns:a16="http://schemas.microsoft.com/office/drawing/2014/main" id="{60D415EC-0B08-4B42-B63E-C7B1ED695178}"/>
                    </a:ext>
                  </a:extLst>
                </p:cNvPr>
                <p:cNvSpPr/>
                <p:nvPr/>
              </p:nvSpPr>
              <p:spPr>
                <a:xfrm>
                  <a:off x="6495071"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2" name="Rectangle 1411">
                  <a:extLst>
                    <a:ext uri="{FF2B5EF4-FFF2-40B4-BE49-F238E27FC236}">
                      <a16:creationId xmlns:a16="http://schemas.microsoft.com/office/drawing/2014/main" id="{1719C6D4-5FE1-69BF-D95A-A697524EC309}"/>
                    </a:ext>
                  </a:extLst>
                </p:cNvPr>
                <p:cNvSpPr/>
                <p:nvPr/>
              </p:nvSpPr>
              <p:spPr>
                <a:xfrm>
                  <a:off x="6693034"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3" name="Rectangle 1412">
                  <a:extLst>
                    <a:ext uri="{FF2B5EF4-FFF2-40B4-BE49-F238E27FC236}">
                      <a16:creationId xmlns:a16="http://schemas.microsoft.com/office/drawing/2014/main" id="{4EE78083-2717-BA93-68F0-38B47B27C1F3}"/>
                    </a:ext>
                  </a:extLst>
                </p:cNvPr>
                <p:cNvSpPr/>
                <p:nvPr/>
              </p:nvSpPr>
              <p:spPr>
                <a:xfrm>
                  <a:off x="6890997"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4" name="Rectangle 1413">
                  <a:extLst>
                    <a:ext uri="{FF2B5EF4-FFF2-40B4-BE49-F238E27FC236}">
                      <a16:creationId xmlns:a16="http://schemas.microsoft.com/office/drawing/2014/main" id="{BD0F1CC4-A27F-FDAE-3B6A-6C7146529102}"/>
                    </a:ext>
                  </a:extLst>
                </p:cNvPr>
                <p:cNvSpPr/>
                <p:nvPr/>
              </p:nvSpPr>
              <p:spPr>
                <a:xfrm>
                  <a:off x="7088960"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5" name="Rectangle 1414">
                  <a:extLst>
                    <a:ext uri="{FF2B5EF4-FFF2-40B4-BE49-F238E27FC236}">
                      <a16:creationId xmlns:a16="http://schemas.microsoft.com/office/drawing/2014/main" id="{8CA0B874-4149-248B-4F87-3E35F85C9780}"/>
                    </a:ext>
                  </a:extLst>
                </p:cNvPr>
                <p:cNvSpPr/>
                <p:nvPr/>
              </p:nvSpPr>
              <p:spPr>
                <a:xfrm>
                  <a:off x="7286923"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6" name="Rectangle 1415">
                  <a:extLst>
                    <a:ext uri="{FF2B5EF4-FFF2-40B4-BE49-F238E27FC236}">
                      <a16:creationId xmlns:a16="http://schemas.microsoft.com/office/drawing/2014/main" id="{CB0EF5AA-ECB1-7A1F-BAFA-C6F878A96460}"/>
                    </a:ext>
                  </a:extLst>
                </p:cNvPr>
                <p:cNvSpPr/>
                <p:nvPr/>
              </p:nvSpPr>
              <p:spPr>
                <a:xfrm>
                  <a:off x="7484886"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7" name="Rectangle 1416">
                  <a:extLst>
                    <a:ext uri="{FF2B5EF4-FFF2-40B4-BE49-F238E27FC236}">
                      <a16:creationId xmlns:a16="http://schemas.microsoft.com/office/drawing/2014/main" id="{00E53BD7-2A9C-A504-442F-29638275DE12}"/>
                    </a:ext>
                  </a:extLst>
                </p:cNvPr>
                <p:cNvSpPr/>
                <p:nvPr/>
              </p:nvSpPr>
              <p:spPr>
                <a:xfrm>
                  <a:off x="7682849"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8" name="Rectangle 1417">
                  <a:extLst>
                    <a:ext uri="{FF2B5EF4-FFF2-40B4-BE49-F238E27FC236}">
                      <a16:creationId xmlns:a16="http://schemas.microsoft.com/office/drawing/2014/main" id="{8571DCA3-9DE2-1D74-4368-C657D7D5559C}"/>
                    </a:ext>
                  </a:extLst>
                </p:cNvPr>
                <p:cNvSpPr/>
                <p:nvPr/>
              </p:nvSpPr>
              <p:spPr>
                <a:xfrm>
                  <a:off x="7880812" y="2564091"/>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9" name="Rectangle 648">
                <a:extLst>
                  <a:ext uri="{FF2B5EF4-FFF2-40B4-BE49-F238E27FC236}">
                    <a16:creationId xmlns:a16="http://schemas.microsoft.com/office/drawing/2014/main" id="{D6D2B3D1-31AF-E671-6084-443C088FA049}"/>
                  </a:ext>
                </a:extLst>
              </p:cNvPr>
              <p:cNvSpPr/>
              <p:nvPr/>
            </p:nvSpPr>
            <p:spPr>
              <a:xfrm rot="10800000" flipH="1">
                <a:off x="807348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Rectangle 649">
                <a:extLst>
                  <a:ext uri="{FF2B5EF4-FFF2-40B4-BE49-F238E27FC236}">
                    <a16:creationId xmlns:a16="http://schemas.microsoft.com/office/drawing/2014/main" id="{B85B5634-BD92-DF82-7A8B-917469014392}"/>
                  </a:ext>
                </a:extLst>
              </p:cNvPr>
              <p:cNvSpPr/>
              <p:nvPr/>
            </p:nvSpPr>
            <p:spPr>
              <a:xfrm rot="10800000" flipH="1">
                <a:off x="817390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Rectangle 650">
                <a:extLst>
                  <a:ext uri="{FF2B5EF4-FFF2-40B4-BE49-F238E27FC236}">
                    <a16:creationId xmlns:a16="http://schemas.microsoft.com/office/drawing/2014/main" id="{FC3B30C1-CE35-8C88-5124-1DD461B935F1}"/>
                  </a:ext>
                </a:extLst>
              </p:cNvPr>
              <p:cNvSpPr/>
              <p:nvPr/>
            </p:nvSpPr>
            <p:spPr>
              <a:xfrm rot="10800000" flipH="1">
                <a:off x="827432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Rectangle 651">
                <a:extLst>
                  <a:ext uri="{FF2B5EF4-FFF2-40B4-BE49-F238E27FC236}">
                    <a16:creationId xmlns:a16="http://schemas.microsoft.com/office/drawing/2014/main" id="{F3232852-01D0-DB1D-1B9E-94DE05633C89}"/>
                  </a:ext>
                </a:extLst>
              </p:cNvPr>
              <p:cNvSpPr/>
              <p:nvPr/>
            </p:nvSpPr>
            <p:spPr>
              <a:xfrm rot="10800000" flipH="1">
                <a:off x="837475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Rectangle 652">
                <a:extLst>
                  <a:ext uri="{FF2B5EF4-FFF2-40B4-BE49-F238E27FC236}">
                    <a16:creationId xmlns:a16="http://schemas.microsoft.com/office/drawing/2014/main" id="{6951E52D-9696-C61E-7FC6-C3B9E5A92913}"/>
                  </a:ext>
                </a:extLst>
              </p:cNvPr>
              <p:cNvSpPr/>
              <p:nvPr/>
            </p:nvSpPr>
            <p:spPr>
              <a:xfrm rot="10800000" flipH="1">
                <a:off x="847517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Rectangle 653">
                <a:extLst>
                  <a:ext uri="{FF2B5EF4-FFF2-40B4-BE49-F238E27FC236}">
                    <a16:creationId xmlns:a16="http://schemas.microsoft.com/office/drawing/2014/main" id="{FAC7A68E-57DC-3A4C-1AEE-D0DBE93C84DF}"/>
                  </a:ext>
                </a:extLst>
              </p:cNvPr>
              <p:cNvSpPr/>
              <p:nvPr/>
            </p:nvSpPr>
            <p:spPr>
              <a:xfrm rot="10800000" flipH="1">
                <a:off x="857559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5" name="Rectangle 654">
                <a:extLst>
                  <a:ext uri="{FF2B5EF4-FFF2-40B4-BE49-F238E27FC236}">
                    <a16:creationId xmlns:a16="http://schemas.microsoft.com/office/drawing/2014/main" id="{738CBF99-5B4D-D177-6DA1-04ED3C9D0413}"/>
                  </a:ext>
                </a:extLst>
              </p:cNvPr>
              <p:cNvSpPr/>
              <p:nvPr/>
            </p:nvSpPr>
            <p:spPr>
              <a:xfrm rot="10800000" flipH="1">
                <a:off x="867602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6" name="Rectangle 655">
                <a:extLst>
                  <a:ext uri="{FF2B5EF4-FFF2-40B4-BE49-F238E27FC236}">
                    <a16:creationId xmlns:a16="http://schemas.microsoft.com/office/drawing/2014/main" id="{BD8C523C-5B92-4E9F-59E2-9EFA5E44DA67}"/>
                  </a:ext>
                </a:extLst>
              </p:cNvPr>
              <p:cNvSpPr/>
              <p:nvPr/>
            </p:nvSpPr>
            <p:spPr>
              <a:xfrm rot="10800000" flipH="1">
                <a:off x="877644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7" name="Rectangle 656">
                <a:extLst>
                  <a:ext uri="{FF2B5EF4-FFF2-40B4-BE49-F238E27FC236}">
                    <a16:creationId xmlns:a16="http://schemas.microsoft.com/office/drawing/2014/main" id="{7DF83593-8046-A8E0-CA06-C0CB170B4371}"/>
                  </a:ext>
                </a:extLst>
              </p:cNvPr>
              <p:cNvSpPr/>
              <p:nvPr/>
            </p:nvSpPr>
            <p:spPr>
              <a:xfrm rot="10800000" flipH="1">
                <a:off x="887686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8" name="Rectangle 657">
                <a:extLst>
                  <a:ext uri="{FF2B5EF4-FFF2-40B4-BE49-F238E27FC236}">
                    <a16:creationId xmlns:a16="http://schemas.microsoft.com/office/drawing/2014/main" id="{9DF9F654-900E-011E-12B1-44E85A6F4CF6}"/>
                  </a:ext>
                </a:extLst>
              </p:cNvPr>
              <p:cNvSpPr/>
              <p:nvPr/>
            </p:nvSpPr>
            <p:spPr>
              <a:xfrm rot="10800000" flipH="1">
                <a:off x="897728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9" name="Rectangle 658">
                <a:extLst>
                  <a:ext uri="{FF2B5EF4-FFF2-40B4-BE49-F238E27FC236}">
                    <a16:creationId xmlns:a16="http://schemas.microsoft.com/office/drawing/2014/main" id="{D3232A1D-EB7B-138F-5791-06DB75B2CC4A}"/>
                  </a:ext>
                </a:extLst>
              </p:cNvPr>
              <p:cNvSpPr/>
              <p:nvPr/>
            </p:nvSpPr>
            <p:spPr>
              <a:xfrm rot="10800000" flipH="1">
                <a:off x="907771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0" name="Rectangle 659">
                <a:extLst>
                  <a:ext uri="{FF2B5EF4-FFF2-40B4-BE49-F238E27FC236}">
                    <a16:creationId xmlns:a16="http://schemas.microsoft.com/office/drawing/2014/main" id="{DF0306B8-E3F9-8126-4027-4FC5CD6F07B6}"/>
                  </a:ext>
                </a:extLst>
              </p:cNvPr>
              <p:cNvSpPr/>
              <p:nvPr/>
            </p:nvSpPr>
            <p:spPr>
              <a:xfrm rot="10800000" flipH="1">
                <a:off x="917813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1" name="Rectangle 660">
                <a:extLst>
                  <a:ext uri="{FF2B5EF4-FFF2-40B4-BE49-F238E27FC236}">
                    <a16:creationId xmlns:a16="http://schemas.microsoft.com/office/drawing/2014/main" id="{B8B4186E-B91D-DC78-5C38-0B0815A8A011}"/>
                  </a:ext>
                </a:extLst>
              </p:cNvPr>
              <p:cNvSpPr/>
              <p:nvPr/>
            </p:nvSpPr>
            <p:spPr>
              <a:xfrm rot="10800000" flipH="1">
                <a:off x="927855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2" name="Rectangle 661">
                <a:extLst>
                  <a:ext uri="{FF2B5EF4-FFF2-40B4-BE49-F238E27FC236}">
                    <a16:creationId xmlns:a16="http://schemas.microsoft.com/office/drawing/2014/main" id="{2A262CC1-D67E-7F64-8D04-987587C0BBB8}"/>
                  </a:ext>
                </a:extLst>
              </p:cNvPr>
              <p:cNvSpPr/>
              <p:nvPr/>
            </p:nvSpPr>
            <p:spPr>
              <a:xfrm rot="10800000" flipH="1">
                <a:off x="937898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3" name="Rectangle 662">
                <a:extLst>
                  <a:ext uri="{FF2B5EF4-FFF2-40B4-BE49-F238E27FC236}">
                    <a16:creationId xmlns:a16="http://schemas.microsoft.com/office/drawing/2014/main" id="{20DCFC70-CAEA-A18F-6B59-772FCE950257}"/>
                  </a:ext>
                </a:extLst>
              </p:cNvPr>
              <p:cNvSpPr/>
              <p:nvPr/>
            </p:nvSpPr>
            <p:spPr>
              <a:xfrm rot="10800000" flipH="1">
                <a:off x="947940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4" name="Rectangle 663">
                <a:extLst>
                  <a:ext uri="{FF2B5EF4-FFF2-40B4-BE49-F238E27FC236}">
                    <a16:creationId xmlns:a16="http://schemas.microsoft.com/office/drawing/2014/main" id="{8024AD4B-99C2-7874-6A7F-26DA0EDFA8D3}"/>
                  </a:ext>
                </a:extLst>
              </p:cNvPr>
              <p:cNvSpPr/>
              <p:nvPr/>
            </p:nvSpPr>
            <p:spPr>
              <a:xfrm rot="10800000" flipH="1">
                <a:off x="957982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5" name="Rectangle 664">
                <a:extLst>
                  <a:ext uri="{FF2B5EF4-FFF2-40B4-BE49-F238E27FC236}">
                    <a16:creationId xmlns:a16="http://schemas.microsoft.com/office/drawing/2014/main" id="{05DD0675-5B52-9F3C-859E-E521F8E05460}"/>
                  </a:ext>
                </a:extLst>
              </p:cNvPr>
              <p:cNvSpPr/>
              <p:nvPr/>
            </p:nvSpPr>
            <p:spPr>
              <a:xfrm rot="10800000" flipH="1">
                <a:off x="968025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6" name="Rectangle 665">
                <a:extLst>
                  <a:ext uri="{FF2B5EF4-FFF2-40B4-BE49-F238E27FC236}">
                    <a16:creationId xmlns:a16="http://schemas.microsoft.com/office/drawing/2014/main" id="{94B47063-037C-F56B-4E6D-6FA28E5ED3D0}"/>
                  </a:ext>
                </a:extLst>
              </p:cNvPr>
              <p:cNvSpPr/>
              <p:nvPr/>
            </p:nvSpPr>
            <p:spPr>
              <a:xfrm rot="10800000" flipH="1">
                <a:off x="978067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7" name="Rectangle 666">
                <a:extLst>
                  <a:ext uri="{FF2B5EF4-FFF2-40B4-BE49-F238E27FC236}">
                    <a16:creationId xmlns:a16="http://schemas.microsoft.com/office/drawing/2014/main" id="{D9DFA6E9-0B7A-13D9-B2C5-9457FA5C6A33}"/>
                  </a:ext>
                </a:extLst>
              </p:cNvPr>
              <p:cNvSpPr/>
              <p:nvPr/>
            </p:nvSpPr>
            <p:spPr>
              <a:xfrm rot="10800000" flipH="1">
                <a:off x="988109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8" name="Rectangle 667">
                <a:extLst>
                  <a:ext uri="{FF2B5EF4-FFF2-40B4-BE49-F238E27FC236}">
                    <a16:creationId xmlns:a16="http://schemas.microsoft.com/office/drawing/2014/main" id="{C9FDC1FF-BE66-2AC5-CB07-BF741DFF3DB9}"/>
                  </a:ext>
                </a:extLst>
              </p:cNvPr>
              <p:cNvSpPr/>
              <p:nvPr/>
            </p:nvSpPr>
            <p:spPr>
              <a:xfrm rot="10800000" flipH="1">
                <a:off x="9981518"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9" name="Rectangle 668">
                <a:extLst>
                  <a:ext uri="{FF2B5EF4-FFF2-40B4-BE49-F238E27FC236}">
                    <a16:creationId xmlns:a16="http://schemas.microsoft.com/office/drawing/2014/main" id="{E7539F9D-D631-565D-9CD3-4E47ED73907C}"/>
                  </a:ext>
                </a:extLst>
              </p:cNvPr>
              <p:cNvSpPr/>
              <p:nvPr/>
            </p:nvSpPr>
            <p:spPr>
              <a:xfrm rot="10800000" flipH="1">
                <a:off x="10081941"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0" name="Rectangle 669">
                <a:extLst>
                  <a:ext uri="{FF2B5EF4-FFF2-40B4-BE49-F238E27FC236}">
                    <a16:creationId xmlns:a16="http://schemas.microsoft.com/office/drawing/2014/main" id="{65AD3662-229D-8E8B-5A9A-35FB203FA3D5}"/>
                  </a:ext>
                </a:extLst>
              </p:cNvPr>
              <p:cNvSpPr/>
              <p:nvPr/>
            </p:nvSpPr>
            <p:spPr>
              <a:xfrm rot="10800000" flipH="1">
                <a:off x="10182364"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1" name="Rectangle 670">
                <a:extLst>
                  <a:ext uri="{FF2B5EF4-FFF2-40B4-BE49-F238E27FC236}">
                    <a16:creationId xmlns:a16="http://schemas.microsoft.com/office/drawing/2014/main" id="{58383A7D-8368-3E83-6851-734B7718DD35}"/>
                  </a:ext>
                </a:extLst>
              </p:cNvPr>
              <p:cNvSpPr/>
              <p:nvPr/>
            </p:nvSpPr>
            <p:spPr>
              <a:xfrm rot="10800000" flipH="1">
                <a:off x="10282787"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2" name="Rectangle 671">
                <a:extLst>
                  <a:ext uri="{FF2B5EF4-FFF2-40B4-BE49-F238E27FC236}">
                    <a16:creationId xmlns:a16="http://schemas.microsoft.com/office/drawing/2014/main" id="{2F55A0BD-115D-0D6F-2416-F2CB5492FF62}"/>
                  </a:ext>
                </a:extLst>
              </p:cNvPr>
              <p:cNvSpPr/>
              <p:nvPr/>
            </p:nvSpPr>
            <p:spPr>
              <a:xfrm rot="10800000" flipH="1">
                <a:off x="10383210"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3" name="Rectangle 672">
                <a:extLst>
                  <a:ext uri="{FF2B5EF4-FFF2-40B4-BE49-F238E27FC236}">
                    <a16:creationId xmlns:a16="http://schemas.microsoft.com/office/drawing/2014/main" id="{94A263CF-8F9B-A021-AD8F-758995E27F1A}"/>
                  </a:ext>
                </a:extLst>
              </p:cNvPr>
              <p:cNvSpPr/>
              <p:nvPr/>
            </p:nvSpPr>
            <p:spPr>
              <a:xfrm rot="10800000" flipH="1">
                <a:off x="10483633"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4" name="Rectangle 673">
                <a:extLst>
                  <a:ext uri="{FF2B5EF4-FFF2-40B4-BE49-F238E27FC236}">
                    <a16:creationId xmlns:a16="http://schemas.microsoft.com/office/drawing/2014/main" id="{55E29671-74A1-574B-6ABC-5937BEDE999D}"/>
                  </a:ext>
                </a:extLst>
              </p:cNvPr>
              <p:cNvSpPr/>
              <p:nvPr/>
            </p:nvSpPr>
            <p:spPr>
              <a:xfrm rot="10800000" flipH="1">
                <a:off x="10584056"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5" name="Rectangle 674">
                <a:extLst>
                  <a:ext uri="{FF2B5EF4-FFF2-40B4-BE49-F238E27FC236}">
                    <a16:creationId xmlns:a16="http://schemas.microsoft.com/office/drawing/2014/main" id="{D54C8E19-E743-5F22-50EE-0E53E72FD4B9}"/>
                  </a:ext>
                </a:extLst>
              </p:cNvPr>
              <p:cNvSpPr/>
              <p:nvPr/>
            </p:nvSpPr>
            <p:spPr>
              <a:xfrm rot="10800000" flipH="1">
                <a:off x="10684479"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6" name="Rectangle 675">
                <a:extLst>
                  <a:ext uri="{FF2B5EF4-FFF2-40B4-BE49-F238E27FC236}">
                    <a16:creationId xmlns:a16="http://schemas.microsoft.com/office/drawing/2014/main" id="{34BE3FE2-DF41-1550-AEBF-F4AD4D9425DD}"/>
                  </a:ext>
                </a:extLst>
              </p:cNvPr>
              <p:cNvSpPr/>
              <p:nvPr/>
            </p:nvSpPr>
            <p:spPr>
              <a:xfrm rot="10800000" flipH="1">
                <a:off x="10784902"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7" name="Rectangle 676">
                <a:extLst>
                  <a:ext uri="{FF2B5EF4-FFF2-40B4-BE49-F238E27FC236}">
                    <a16:creationId xmlns:a16="http://schemas.microsoft.com/office/drawing/2014/main" id="{8C0A573A-46FF-8BE7-92FD-CBA47E5E54A0}"/>
                  </a:ext>
                </a:extLst>
              </p:cNvPr>
              <p:cNvSpPr/>
              <p:nvPr/>
            </p:nvSpPr>
            <p:spPr>
              <a:xfrm rot="10800000" flipH="1">
                <a:off x="10885325" y="441823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8" name="Rectangle 677">
                <a:extLst>
                  <a:ext uri="{FF2B5EF4-FFF2-40B4-BE49-F238E27FC236}">
                    <a16:creationId xmlns:a16="http://schemas.microsoft.com/office/drawing/2014/main" id="{9DF2D8BF-D35F-1312-877D-AE16363B2ACD}"/>
                  </a:ext>
                </a:extLst>
              </p:cNvPr>
              <p:cNvSpPr/>
              <p:nvPr/>
            </p:nvSpPr>
            <p:spPr>
              <a:xfrm rot="10800000" flipH="1">
                <a:off x="807348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9" name="Rectangle 678">
                <a:extLst>
                  <a:ext uri="{FF2B5EF4-FFF2-40B4-BE49-F238E27FC236}">
                    <a16:creationId xmlns:a16="http://schemas.microsoft.com/office/drawing/2014/main" id="{2B806DE1-C57A-651A-0BF8-D4150C3CA975}"/>
                  </a:ext>
                </a:extLst>
              </p:cNvPr>
              <p:cNvSpPr/>
              <p:nvPr/>
            </p:nvSpPr>
            <p:spPr>
              <a:xfrm rot="10800000" flipH="1">
                <a:off x="817390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0" name="Rectangle 679">
                <a:extLst>
                  <a:ext uri="{FF2B5EF4-FFF2-40B4-BE49-F238E27FC236}">
                    <a16:creationId xmlns:a16="http://schemas.microsoft.com/office/drawing/2014/main" id="{163DC6C9-1773-F6F2-EFD7-63EAE18C194B}"/>
                  </a:ext>
                </a:extLst>
              </p:cNvPr>
              <p:cNvSpPr/>
              <p:nvPr/>
            </p:nvSpPr>
            <p:spPr>
              <a:xfrm rot="10800000" flipH="1">
                <a:off x="827432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1" name="Rectangle 680">
                <a:extLst>
                  <a:ext uri="{FF2B5EF4-FFF2-40B4-BE49-F238E27FC236}">
                    <a16:creationId xmlns:a16="http://schemas.microsoft.com/office/drawing/2014/main" id="{F6FC1EBD-11D3-8F51-D69C-97E478F10D7C}"/>
                  </a:ext>
                </a:extLst>
              </p:cNvPr>
              <p:cNvSpPr/>
              <p:nvPr/>
            </p:nvSpPr>
            <p:spPr>
              <a:xfrm rot="10800000" flipH="1">
                <a:off x="837475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D47CE676-439D-4810-3298-70B55824CE1F}"/>
                  </a:ext>
                </a:extLst>
              </p:cNvPr>
              <p:cNvSpPr/>
              <p:nvPr/>
            </p:nvSpPr>
            <p:spPr>
              <a:xfrm rot="10800000" flipH="1">
                <a:off x="847517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3" name="Rectangle 682">
                <a:extLst>
                  <a:ext uri="{FF2B5EF4-FFF2-40B4-BE49-F238E27FC236}">
                    <a16:creationId xmlns:a16="http://schemas.microsoft.com/office/drawing/2014/main" id="{056692BC-8B85-31FC-F5B7-C003E559BE0C}"/>
                  </a:ext>
                </a:extLst>
              </p:cNvPr>
              <p:cNvSpPr/>
              <p:nvPr/>
            </p:nvSpPr>
            <p:spPr>
              <a:xfrm rot="10800000" flipH="1">
                <a:off x="857559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4" name="Rectangle 683">
                <a:extLst>
                  <a:ext uri="{FF2B5EF4-FFF2-40B4-BE49-F238E27FC236}">
                    <a16:creationId xmlns:a16="http://schemas.microsoft.com/office/drawing/2014/main" id="{170252BD-13FE-3CFC-AF8B-A0119F0C3358}"/>
                  </a:ext>
                </a:extLst>
              </p:cNvPr>
              <p:cNvSpPr/>
              <p:nvPr/>
            </p:nvSpPr>
            <p:spPr>
              <a:xfrm rot="10800000" flipH="1">
                <a:off x="867602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5" name="Rectangle 684">
                <a:extLst>
                  <a:ext uri="{FF2B5EF4-FFF2-40B4-BE49-F238E27FC236}">
                    <a16:creationId xmlns:a16="http://schemas.microsoft.com/office/drawing/2014/main" id="{CD975532-7CDD-B1B0-00D1-9064B59484E6}"/>
                  </a:ext>
                </a:extLst>
              </p:cNvPr>
              <p:cNvSpPr/>
              <p:nvPr/>
            </p:nvSpPr>
            <p:spPr>
              <a:xfrm rot="10800000" flipH="1">
                <a:off x="877644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6" name="Rectangle 685">
                <a:extLst>
                  <a:ext uri="{FF2B5EF4-FFF2-40B4-BE49-F238E27FC236}">
                    <a16:creationId xmlns:a16="http://schemas.microsoft.com/office/drawing/2014/main" id="{55283ADF-02DF-9EC4-BAF0-E22034BB1880}"/>
                  </a:ext>
                </a:extLst>
              </p:cNvPr>
              <p:cNvSpPr/>
              <p:nvPr/>
            </p:nvSpPr>
            <p:spPr>
              <a:xfrm rot="10800000" flipH="1">
                <a:off x="887686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7" name="Rectangle 686">
                <a:extLst>
                  <a:ext uri="{FF2B5EF4-FFF2-40B4-BE49-F238E27FC236}">
                    <a16:creationId xmlns:a16="http://schemas.microsoft.com/office/drawing/2014/main" id="{38DD92B2-1238-A50E-A286-E1BDF98EB514}"/>
                  </a:ext>
                </a:extLst>
              </p:cNvPr>
              <p:cNvSpPr/>
              <p:nvPr/>
            </p:nvSpPr>
            <p:spPr>
              <a:xfrm rot="10800000" flipH="1">
                <a:off x="897728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8" name="Rectangle 687">
                <a:extLst>
                  <a:ext uri="{FF2B5EF4-FFF2-40B4-BE49-F238E27FC236}">
                    <a16:creationId xmlns:a16="http://schemas.microsoft.com/office/drawing/2014/main" id="{54B22001-B8FD-C091-2DEE-7D547E439A41}"/>
                  </a:ext>
                </a:extLst>
              </p:cNvPr>
              <p:cNvSpPr/>
              <p:nvPr/>
            </p:nvSpPr>
            <p:spPr>
              <a:xfrm rot="10800000" flipH="1">
                <a:off x="907771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9" name="Rectangle 688">
                <a:extLst>
                  <a:ext uri="{FF2B5EF4-FFF2-40B4-BE49-F238E27FC236}">
                    <a16:creationId xmlns:a16="http://schemas.microsoft.com/office/drawing/2014/main" id="{AE0F2553-0855-DCAC-8DDB-390B9130A5FB}"/>
                  </a:ext>
                </a:extLst>
              </p:cNvPr>
              <p:cNvSpPr/>
              <p:nvPr/>
            </p:nvSpPr>
            <p:spPr>
              <a:xfrm rot="10800000" flipH="1">
                <a:off x="917813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4" name="Rectangle 833">
                <a:extLst>
                  <a:ext uri="{FF2B5EF4-FFF2-40B4-BE49-F238E27FC236}">
                    <a16:creationId xmlns:a16="http://schemas.microsoft.com/office/drawing/2014/main" id="{322434C6-8899-217A-883F-A4FB1E467CAC}"/>
                  </a:ext>
                </a:extLst>
              </p:cNvPr>
              <p:cNvSpPr/>
              <p:nvPr/>
            </p:nvSpPr>
            <p:spPr>
              <a:xfrm rot="10800000" flipH="1">
                <a:off x="927855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9" name="Rectangle 1008">
                <a:extLst>
                  <a:ext uri="{FF2B5EF4-FFF2-40B4-BE49-F238E27FC236}">
                    <a16:creationId xmlns:a16="http://schemas.microsoft.com/office/drawing/2014/main" id="{3920D2C5-A45B-D541-5097-30169DBBC578}"/>
                  </a:ext>
                </a:extLst>
              </p:cNvPr>
              <p:cNvSpPr/>
              <p:nvPr/>
            </p:nvSpPr>
            <p:spPr>
              <a:xfrm rot="10800000" flipH="1">
                <a:off x="937898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0" name="Rectangle 1009">
                <a:extLst>
                  <a:ext uri="{FF2B5EF4-FFF2-40B4-BE49-F238E27FC236}">
                    <a16:creationId xmlns:a16="http://schemas.microsoft.com/office/drawing/2014/main" id="{51F6565A-C9F2-74E4-8E52-BC6799670F69}"/>
                  </a:ext>
                </a:extLst>
              </p:cNvPr>
              <p:cNvSpPr/>
              <p:nvPr/>
            </p:nvSpPr>
            <p:spPr>
              <a:xfrm rot="10800000" flipH="1">
                <a:off x="947940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1" name="Rectangle 1010">
                <a:extLst>
                  <a:ext uri="{FF2B5EF4-FFF2-40B4-BE49-F238E27FC236}">
                    <a16:creationId xmlns:a16="http://schemas.microsoft.com/office/drawing/2014/main" id="{D514F15E-B905-4199-25A2-D3806C779E62}"/>
                  </a:ext>
                </a:extLst>
              </p:cNvPr>
              <p:cNvSpPr/>
              <p:nvPr/>
            </p:nvSpPr>
            <p:spPr>
              <a:xfrm rot="10800000" flipH="1">
                <a:off x="957982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2" name="Rectangle 1011">
                <a:extLst>
                  <a:ext uri="{FF2B5EF4-FFF2-40B4-BE49-F238E27FC236}">
                    <a16:creationId xmlns:a16="http://schemas.microsoft.com/office/drawing/2014/main" id="{F6B79E6C-8A8C-9F0A-326B-D2914D6623AD}"/>
                  </a:ext>
                </a:extLst>
              </p:cNvPr>
              <p:cNvSpPr/>
              <p:nvPr/>
            </p:nvSpPr>
            <p:spPr>
              <a:xfrm rot="10800000" flipH="1">
                <a:off x="968025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3" name="Rectangle 1012">
                <a:extLst>
                  <a:ext uri="{FF2B5EF4-FFF2-40B4-BE49-F238E27FC236}">
                    <a16:creationId xmlns:a16="http://schemas.microsoft.com/office/drawing/2014/main" id="{2962E21F-2556-E20F-6A55-8EC3F74A591D}"/>
                  </a:ext>
                </a:extLst>
              </p:cNvPr>
              <p:cNvSpPr/>
              <p:nvPr/>
            </p:nvSpPr>
            <p:spPr>
              <a:xfrm rot="10800000" flipH="1">
                <a:off x="978067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4" name="Rectangle 1013">
                <a:extLst>
                  <a:ext uri="{FF2B5EF4-FFF2-40B4-BE49-F238E27FC236}">
                    <a16:creationId xmlns:a16="http://schemas.microsoft.com/office/drawing/2014/main" id="{DC3708F4-C300-07C3-87A0-E4FF7229FF82}"/>
                  </a:ext>
                </a:extLst>
              </p:cNvPr>
              <p:cNvSpPr/>
              <p:nvPr/>
            </p:nvSpPr>
            <p:spPr>
              <a:xfrm rot="10800000" flipH="1">
                <a:off x="988109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5" name="Rectangle 1014">
                <a:extLst>
                  <a:ext uri="{FF2B5EF4-FFF2-40B4-BE49-F238E27FC236}">
                    <a16:creationId xmlns:a16="http://schemas.microsoft.com/office/drawing/2014/main" id="{F6F79303-5478-FC14-EF47-CC158991EA77}"/>
                  </a:ext>
                </a:extLst>
              </p:cNvPr>
              <p:cNvSpPr/>
              <p:nvPr/>
            </p:nvSpPr>
            <p:spPr>
              <a:xfrm rot="10800000" flipH="1">
                <a:off x="9981518"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6" name="Rectangle 1015">
                <a:extLst>
                  <a:ext uri="{FF2B5EF4-FFF2-40B4-BE49-F238E27FC236}">
                    <a16:creationId xmlns:a16="http://schemas.microsoft.com/office/drawing/2014/main" id="{94206297-49C0-6592-6629-68FBE1C16641}"/>
                  </a:ext>
                </a:extLst>
              </p:cNvPr>
              <p:cNvSpPr/>
              <p:nvPr/>
            </p:nvSpPr>
            <p:spPr>
              <a:xfrm rot="10800000" flipH="1">
                <a:off x="10081941"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7" name="Rectangle 1016">
                <a:extLst>
                  <a:ext uri="{FF2B5EF4-FFF2-40B4-BE49-F238E27FC236}">
                    <a16:creationId xmlns:a16="http://schemas.microsoft.com/office/drawing/2014/main" id="{815F0F43-176E-F9C7-6BCB-6646F1E47277}"/>
                  </a:ext>
                </a:extLst>
              </p:cNvPr>
              <p:cNvSpPr/>
              <p:nvPr/>
            </p:nvSpPr>
            <p:spPr>
              <a:xfrm rot="10800000" flipH="1">
                <a:off x="10182364"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8" name="Rectangle 1017">
                <a:extLst>
                  <a:ext uri="{FF2B5EF4-FFF2-40B4-BE49-F238E27FC236}">
                    <a16:creationId xmlns:a16="http://schemas.microsoft.com/office/drawing/2014/main" id="{C54EEDE2-E248-6403-46E0-77DE17DFB845}"/>
                  </a:ext>
                </a:extLst>
              </p:cNvPr>
              <p:cNvSpPr/>
              <p:nvPr/>
            </p:nvSpPr>
            <p:spPr>
              <a:xfrm rot="10800000" flipH="1">
                <a:off x="10282787"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9" name="Rectangle 1018">
                <a:extLst>
                  <a:ext uri="{FF2B5EF4-FFF2-40B4-BE49-F238E27FC236}">
                    <a16:creationId xmlns:a16="http://schemas.microsoft.com/office/drawing/2014/main" id="{E1DFF54C-5CC9-5D96-6C3D-B9EF65301E48}"/>
                  </a:ext>
                </a:extLst>
              </p:cNvPr>
              <p:cNvSpPr/>
              <p:nvPr/>
            </p:nvSpPr>
            <p:spPr>
              <a:xfrm rot="10800000" flipH="1">
                <a:off x="10383210"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0" name="Rectangle 1019">
                <a:extLst>
                  <a:ext uri="{FF2B5EF4-FFF2-40B4-BE49-F238E27FC236}">
                    <a16:creationId xmlns:a16="http://schemas.microsoft.com/office/drawing/2014/main" id="{00CC8D09-145A-EC46-1D28-E2EAD5B4E82C}"/>
                  </a:ext>
                </a:extLst>
              </p:cNvPr>
              <p:cNvSpPr/>
              <p:nvPr/>
            </p:nvSpPr>
            <p:spPr>
              <a:xfrm rot="10800000" flipH="1">
                <a:off x="10483633"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1" name="Rectangle 1020">
                <a:extLst>
                  <a:ext uri="{FF2B5EF4-FFF2-40B4-BE49-F238E27FC236}">
                    <a16:creationId xmlns:a16="http://schemas.microsoft.com/office/drawing/2014/main" id="{F6E91E3C-2883-BD0A-FFD6-839D74FD4322}"/>
                  </a:ext>
                </a:extLst>
              </p:cNvPr>
              <p:cNvSpPr/>
              <p:nvPr/>
            </p:nvSpPr>
            <p:spPr>
              <a:xfrm rot="10800000" flipH="1">
                <a:off x="10584056"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2" name="Rectangle 1021">
                <a:extLst>
                  <a:ext uri="{FF2B5EF4-FFF2-40B4-BE49-F238E27FC236}">
                    <a16:creationId xmlns:a16="http://schemas.microsoft.com/office/drawing/2014/main" id="{823B643C-50A2-0DC2-BA97-83E0BC69F45F}"/>
                  </a:ext>
                </a:extLst>
              </p:cNvPr>
              <p:cNvSpPr/>
              <p:nvPr/>
            </p:nvSpPr>
            <p:spPr>
              <a:xfrm rot="10800000" flipH="1">
                <a:off x="10684479"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3" name="Rectangle 1022">
                <a:extLst>
                  <a:ext uri="{FF2B5EF4-FFF2-40B4-BE49-F238E27FC236}">
                    <a16:creationId xmlns:a16="http://schemas.microsoft.com/office/drawing/2014/main" id="{2C1F7FEC-57C7-B9B6-A35F-25DECE6DCF3C}"/>
                  </a:ext>
                </a:extLst>
              </p:cNvPr>
              <p:cNvSpPr/>
              <p:nvPr/>
            </p:nvSpPr>
            <p:spPr>
              <a:xfrm rot="10800000" flipH="1">
                <a:off x="10784902"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2" name="Rectangle 1151">
                <a:extLst>
                  <a:ext uri="{FF2B5EF4-FFF2-40B4-BE49-F238E27FC236}">
                    <a16:creationId xmlns:a16="http://schemas.microsoft.com/office/drawing/2014/main" id="{9218ECC3-6E98-6F19-6D48-DB73CB4DF778}"/>
                  </a:ext>
                </a:extLst>
              </p:cNvPr>
              <p:cNvSpPr/>
              <p:nvPr/>
            </p:nvSpPr>
            <p:spPr>
              <a:xfrm rot="10800000" flipH="1">
                <a:off x="10885325" y="4317943"/>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53" name="Group 1152">
                <a:extLst>
                  <a:ext uri="{FF2B5EF4-FFF2-40B4-BE49-F238E27FC236}">
                    <a16:creationId xmlns:a16="http://schemas.microsoft.com/office/drawing/2014/main" id="{D36C54AB-6FFE-6FF9-BFDA-C406C4BD4EC3}"/>
                  </a:ext>
                </a:extLst>
              </p:cNvPr>
              <p:cNvGrpSpPr/>
              <p:nvPr/>
            </p:nvGrpSpPr>
            <p:grpSpPr>
              <a:xfrm rot="10800000" flipH="1">
                <a:off x="7772214" y="4217521"/>
                <a:ext cx="301269" cy="301135"/>
                <a:chOff x="1051088" y="5406535"/>
                <a:chExt cx="593889" cy="593625"/>
              </a:xfrm>
              <a:solidFill>
                <a:srgbClr val="7030A0"/>
              </a:solidFill>
            </p:grpSpPr>
            <p:sp>
              <p:nvSpPr>
                <p:cNvPr id="1183" name="Rectangle 1182">
                  <a:extLst>
                    <a:ext uri="{FF2B5EF4-FFF2-40B4-BE49-F238E27FC236}">
                      <a16:creationId xmlns:a16="http://schemas.microsoft.com/office/drawing/2014/main" id="{52D1EFF8-5AD6-3400-78EF-E0B37564D0D3}"/>
                    </a:ext>
                  </a:extLst>
                </p:cNvPr>
                <p:cNvSpPr/>
                <p:nvPr/>
              </p:nvSpPr>
              <p:spPr>
                <a:xfrm>
                  <a:off x="1051088"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4" name="Rectangle 1183">
                  <a:extLst>
                    <a:ext uri="{FF2B5EF4-FFF2-40B4-BE49-F238E27FC236}">
                      <a16:creationId xmlns:a16="http://schemas.microsoft.com/office/drawing/2014/main" id="{10EF03BD-EB97-C909-F0AD-4D385BFBBE0C}"/>
                    </a:ext>
                  </a:extLst>
                </p:cNvPr>
                <p:cNvSpPr/>
                <p:nvPr/>
              </p:nvSpPr>
              <p:spPr>
                <a:xfrm>
                  <a:off x="1249051"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5" name="Rectangle 1184">
                  <a:extLst>
                    <a:ext uri="{FF2B5EF4-FFF2-40B4-BE49-F238E27FC236}">
                      <a16:creationId xmlns:a16="http://schemas.microsoft.com/office/drawing/2014/main" id="{C186ACC5-FA08-15CB-08E9-250C22F43A86}"/>
                    </a:ext>
                  </a:extLst>
                </p:cNvPr>
                <p:cNvSpPr/>
                <p:nvPr/>
              </p:nvSpPr>
              <p:spPr>
                <a:xfrm>
                  <a:off x="1447014" y="54065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6" name="Rectangle 1185">
                  <a:extLst>
                    <a:ext uri="{FF2B5EF4-FFF2-40B4-BE49-F238E27FC236}">
                      <a16:creationId xmlns:a16="http://schemas.microsoft.com/office/drawing/2014/main" id="{29A33F48-0F59-44AB-4884-32AF9182153C}"/>
                    </a:ext>
                  </a:extLst>
                </p:cNvPr>
                <p:cNvSpPr/>
                <p:nvPr/>
              </p:nvSpPr>
              <p:spPr>
                <a:xfrm>
                  <a:off x="1051088"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7" name="Rectangle 1186">
                  <a:extLst>
                    <a:ext uri="{FF2B5EF4-FFF2-40B4-BE49-F238E27FC236}">
                      <a16:creationId xmlns:a16="http://schemas.microsoft.com/office/drawing/2014/main" id="{C1377D7C-CF1B-3EB6-0915-771513DEBF07}"/>
                    </a:ext>
                  </a:extLst>
                </p:cNvPr>
                <p:cNvSpPr/>
                <p:nvPr/>
              </p:nvSpPr>
              <p:spPr>
                <a:xfrm>
                  <a:off x="1249051"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8" name="Rectangle 1187">
                  <a:extLst>
                    <a:ext uri="{FF2B5EF4-FFF2-40B4-BE49-F238E27FC236}">
                      <a16:creationId xmlns:a16="http://schemas.microsoft.com/office/drawing/2014/main" id="{AFF35642-3640-2940-073B-C58FEFEEABE3}"/>
                    </a:ext>
                  </a:extLst>
                </p:cNvPr>
                <p:cNvSpPr/>
                <p:nvPr/>
              </p:nvSpPr>
              <p:spPr>
                <a:xfrm>
                  <a:off x="1447014" y="5604235"/>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9" name="Rectangle 1188">
                  <a:extLst>
                    <a:ext uri="{FF2B5EF4-FFF2-40B4-BE49-F238E27FC236}">
                      <a16:creationId xmlns:a16="http://schemas.microsoft.com/office/drawing/2014/main" id="{A6970EEB-8356-FDBE-002F-140420DCC4C4}"/>
                    </a:ext>
                  </a:extLst>
                </p:cNvPr>
                <p:cNvSpPr/>
                <p:nvPr/>
              </p:nvSpPr>
              <p:spPr>
                <a:xfrm>
                  <a:off x="1051088"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0" name="Rectangle 1189">
                  <a:extLst>
                    <a:ext uri="{FF2B5EF4-FFF2-40B4-BE49-F238E27FC236}">
                      <a16:creationId xmlns:a16="http://schemas.microsoft.com/office/drawing/2014/main" id="{CCD0DECE-D5F8-CFF3-3ED3-90E44586E73E}"/>
                    </a:ext>
                  </a:extLst>
                </p:cNvPr>
                <p:cNvSpPr/>
                <p:nvPr/>
              </p:nvSpPr>
              <p:spPr>
                <a:xfrm>
                  <a:off x="1249051"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1" name="Rectangle 1190">
                  <a:extLst>
                    <a:ext uri="{FF2B5EF4-FFF2-40B4-BE49-F238E27FC236}">
                      <a16:creationId xmlns:a16="http://schemas.microsoft.com/office/drawing/2014/main" id="{925583DE-1F37-F41F-8A6F-688558470E55}"/>
                    </a:ext>
                  </a:extLst>
                </p:cNvPr>
                <p:cNvSpPr/>
                <p:nvPr/>
              </p:nvSpPr>
              <p:spPr>
                <a:xfrm>
                  <a:off x="1447014" y="5802197"/>
                  <a:ext cx="197963" cy="197963"/>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54" name="Rectangle 1153">
                <a:extLst>
                  <a:ext uri="{FF2B5EF4-FFF2-40B4-BE49-F238E27FC236}">
                    <a16:creationId xmlns:a16="http://schemas.microsoft.com/office/drawing/2014/main" id="{0C9283E6-12B6-67C6-DEF7-7DE9CBDA9C4B}"/>
                  </a:ext>
                </a:extLst>
              </p:cNvPr>
              <p:cNvSpPr/>
              <p:nvPr/>
            </p:nvSpPr>
            <p:spPr>
              <a:xfrm rot="10800000" flipH="1">
                <a:off x="807348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5" name="Rectangle 1154">
                <a:extLst>
                  <a:ext uri="{FF2B5EF4-FFF2-40B4-BE49-F238E27FC236}">
                    <a16:creationId xmlns:a16="http://schemas.microsoft.com/office/drawing/2014/main" id="{04223569-8EF5-E55B-F35A-CDF6BF4C82DB}"/>
                  </a:ext>
                </a:extLst>
              </p:cNvPr>
              <p:cNvSpPr/>
              <p:nvPr/>
            </p:nvSpPr>
            <p:spPr>
              <a:xfrm rot="10800000" flipH="1">
                <a:off x="817390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6" name="Rectangle 1155">
                <a:extLst>
                  <a:ext uri="{FF2B5EF4-FFF2-40B4-BE49-F238E27FC236}">
                    <a16:creationId xmlns:a16="http://schemas.microsoft.com/office/drawing/2014/main" id="{AF99F701-D118-B84E-DEF1-043899D7CD1E}"/>
                  </a:ext>
                </a:extLst>
              </p:cNvPr>
              <p:cNvSpPr/>
              <p:nvPr/>
            </p:nvSpPr>
            <p:spPr>
              <a:xfrm rot="10800000" flipH="1">
                <a:off x="827432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7" name="Rectangle 1156">
                <a:extLst>
                  <a:ext uri="{FF2B5EF4-FFF2-40B4-BE49-F238E27FC236}">
                    <a16:creationId xmlns:a16="http://schemas.microsoft.com/office/drawing/2014/main" id="{EBA557F4-C451-FD75-4EC1-71DBEED345F1}"/>
                  </a:ext>
                </a:extLst>
              </p:cNvPr>
              <p:cNvSpPr/>
              <p:nvPr/>
            </p:nvSpPr>
            <p:spPr>
              <a:xfrm rot="10800000" flipH="1">
                <a:off x="837475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8" name="Rectangle 1157">
                <a:extLst>
                  <a:ext uri="{FF2B5EF4-FFF2-40B4-BE49-F238E27FC236}">
                    <a16:creationId xmlns:a16="http://schemas.microsoft.com/office/drawing/2014/main" id="{434E92E2-490C-BCEE-7D65-37757D5C3BE3}"/>
                  </a:ext>
                </a:extLst>
              </p:cNvPr>
              <p:cNvSpPr/>
              <p:nvPr/>
            </p:nvSpPr>
            <p:spPr>
              <a:xfrm rot="10800000" flipH="1">
                <a:off x="847517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9" name="Rectangle 1158">
                <a:extLst>
                  <a:ext uri="{FF2B5EF4-FFF2-40B4-BE49-F238E27FC236}">
                    <a16:creationId xmlns:a16="http://schemas.microsoft.com/office/drawing/2014/main" id="{34B00728-9E98-FAE4-12E8-9581617C7026}"/>
                  </a:ext>
                </a:extLst>
              </p:cNvPr>
              <p:cNvSpPr/>
              <p:nvPr/>
            </p:nvSpPr>
            <p:spPr>
              <a:xfrm rot="10800000" flipH="1">
                <a:off x="857559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0" name="Rectangle 1159">
                <a:extLst>
                  <a:ext uri="{FF2B5EF4-FFF2-40B4-BE49-F238E27FC236}">
                    <a16:creationId xmlns:a16="http://schemas.microsoft.com/office/drawing/2014/main" id="{71577977-90BB-D68B-1BEE-2E76341A4DA9}"/>
                  </a:ext>
                </a:extLst>
              </p:cNvPr>
              <p:cNvSpPr/>
              <p:nvPr/>
            </p:nvSpPr>
            <p:spPr>
              <a:xfrm rot="10800000" flipH="1">
                <a:off x="867602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1" name="Rectangle 1160">
                <a:extLst>
                  <a:ext uri="{FF2B5EF4-FFF2-40B4-BE49-F238E27FC236}">
                    <a16:creationId xmlns:a16="http://schemas.microsoft.com/office/drawing/2014/main" id="{B55CF703-5699-249A-04CD-C03925FE0AB1}"/>
                  </a:ext>
                </a:extLst>
              </p:cNvPr>
              <p:cNvSpPr/>
              <p:nvPr/>
            </p:nvSpPr>
            <p:spPr>
              <a:xfrm rot="10800000" flipH="1">
                <a:off x="877644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2" name="Rectangle 1161">
                <a:extLst>
                  <a:ext uri="{FF2B5EF4-FFF2-40B4-BE49-F238E27FC236}">
                    <a16:creationId xmlns:a16="http://schemas.microsoft.com/office/drawing/2014/main" id="{B9116882-A276-3A88-CE84-1937BAE340E3}"/>
                  </a:ext>
                </a:extLst>
              </p:cNvPr>
              <p:cNvSpPr/>
              <p:nvPr/>
            </p:nvSpPr>
            <p:spPr>
              <a:xfrm rot="10800000" flipH="1">
                <a:off x="887686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3" name="Rectangle 1162">
                <a:extLst>
                  <a:ext uri="{FF2B5EF4-FFF2-40B4-BE49-F238E27FC236}">
                    <a16:creationId xmlns:a16="http://schemas.microsoft.com/office/drawing/2014/main" id="{C732BBC8-B3AD-0781-CCD5-DDA134AAF9F1}"/>
                  </a:ext>
                </a:extLst>
              </p:cNvPr>
              <p:cNvSpPr/>
              <p:nvPr/>
            </p:nvSpPr>
            <p:spPr>
              <a:xfrm rot="10800000" flipH="1">
                <a:off x="897728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4" name="Rectangle 1163">
                <a:extLst>
                  <a:ext uri="{FF2B5EF4-FFF2-40B4-BE49-F238E27FC236}">
                    <a16:creationId xmlns:a16="http://schemas.microsoft.com/office/drawing/2014/main" id="{06849CF6-04A4-D0BB-3DAD-1D174DF0BDC5}"/>
                  </a:ext>
                </a:extLst>
              </p:cNvPr>
              <p:cNvSpPr/>
              <p:nvPr/>
            </p:nvSpPr>
            <p:spPr>
              <a:xfrm rot="10800000" flipH="1">
                <a:off x="907771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5" name="Rectangle 1164">
                <a:extLst>
                  <a:ext uri="{FF2B5EF4-FFF2-40B4-BE49-F238E27FC236}">
                    <a16:creationId xmlns:a16="http://schemas.microsoft.com/office/drawing/2014/main" id="{F670F6D5-A9F0-48E2-F502-3A0F0B82965D}"/>
                  </a:ext>
                </a:extLst>
              </p:cNvPr>
              <p:cNvSpPr/>
              <p:nvPr/>
            </p:nvSpPr>
            <p:spPr>
              <a:xfrm rot="10800000" flipH="1">
                <a:off x="917813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6" name="Rectangle 1165">
                <a:extLst>
                  <a:ext uri="{FF2B5EF4-FFF2-40B4-BE49-F238E27FC236}">
                    <a16:creationId xmlns:a16="http://schemas.microsoft.com/office/drawing/2014/main" id="{1B94D492-4A02-FCBC-F82B-839623E71008}"/>
                  </a:ext>
                </a:extLst>
              </p:cNvPr>
              <p:cNvSpPr/>
              <p:nvPr/>
            </p:nvSpPr>
            <p:spPr>
              <a:xfrm rot="10800000" flipH="1">
                <a:off x="927855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7" name="Rectangle 1166">
                <a:extLst>
                  <a:ext uri="{FF2B5EF4-FFF2-40B4-BE49-F238E27FC236}">
                    <a16:creationId xmlns:a16="http://schemas.microsoft.com/office/drawing/2014/main" id="{CD05F8E2-AD0E-EB89-AEC6-B71BC960CA88}"/>
                  </a:ext>
                </a:extLst>
              </p:cNvPr>
              <p:cNvSpPr/>
              <p:nvPr/>
            </p:nvSpPr>
            <p:spPr>
              <a:xfrm rot="10800000" flipH="1">
                <a:off x="937898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8" name="Rectangle 1167">
                <a:extLst>
                  <a:ext uri="{FF2B5EF4-FFF2-40B4-BE49-F238E27FC236}">
                    <a16:creationId xmlns:a16="http://schemas.microsoft.com/office/drawing/2014/main" id="{CD875E38-E41D-9CA3-116C-97E13FEEA23B}"/>
                  </a:ext>
                </a:extLst>
              </p:cNvPr>
              <p:cNvSpPr/>
              <p:nvPr/>
            </p:nvSpPr>
            <p:spPr>
              <a:xfrm rot="10800000" flipH="1">
                <a:off x="947940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9" name="Rectangle 1168">
                <a:extLst>
                  <a:ext uri="{FF2B5EF4-FFF2-40B4-BE49-F238E27FC236}">
                    <a16:creationId xmlns:a16="http://schemas.microsoft.com/office/drawing/2014/main" id="{561CEC71-0C15-BC02-4DBC-43645F4DE9C1}"/>
                  </a:ext>
                </a:extLst>
              </p:cNvPr>
              <p:cNvSpPr/>
              <p:nvPr/>
            </p:nvSpPr>
            <p:spPr>
              <a:xfrm rot="10800000" flipH="1">
                <a:off x="957982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0" name="Rectangle 1169">
                <a:extLst>
                  <a:ext uri="{FF2B5EF4-FFF2-40B4-BE49-F238E27FC236}">
                    <a16:creationId xmlns:a16="http://schemas.microsoft.com/office/drawing/2014/main" id="{668C5176-B612-551F-7B6E-CAC35E77CE8D}"/>
                  </a:ext>
                </a:extLst>
              </p:cNvPr>
              <p:cNvSpPr/>
              <p:nvPr/>
            </p:nvSpPr>
            <p:spPr>
              <a:xfrm rot="10800000" flipH="1">
                <a:off x="968025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1" name="Rectangle 1170">
                <a:extLst>
                  <a:ext uri="{FF2B5EF4-FFF2-40B4-BE49-F238E27FC236}">
                    <a16:creationId xmlns:a16="http://schemas.microsoft.com/office/drawing/2014/main" id="{1BF6351E-E442-94E7-B334-8DB27DBC9836}"/>
                  </a:ext>
                </a:extLst>
              </p:cNvPr>
              <p:cNvSpPr/>
              <p:nvPr/>
            </p:nvSpPr>
            <p:spPr>
              <a:xfrm rot="10800000" flipH="1">
                <a:off x="978067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2" name="Rectangle 1171">
                <a:extLst>
                  <a:ext uri="{FF2B5EF4-FFF2-40B4-BE49-F238E27FC236}">
                    <a16:creationId xmlns:a16="http://schemas.microsoft.com/office/drawing/2014/main" id="{08197D43-5E5F-C41C-E4F4-D16457C92C4E}"/>
                  </a:ext>
                </a:extLst>
              </p:cNvPr>
              <p:cNvSpPr/>
              <p:nvPr/>
            </p:nvSpPr>
            <p:spPr>
              <a:xfrm rot="10800000" flipH="1">
                <a:off x="988109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3" name="Rectangle 1172">
                <a:extLst>
                  <a:ext uri="{FF2B5EF4-FFF2-40B4-BE49-F238E27FC236}">
                    <a16:creationId xmlns:a16="http://schemas.microsoft.com/office/drawing/2014/main" id="{39359521-5DF6-1F26-4CE4-2509AC53EBAE}"/>
                  </a:ext>
                </a:extLst>
              </p:cNvPr>
              <p:cNvSpPr/>
              <p:nvPr/>
            </p:nvSpPr>
            <p:spPr>
              <a:xfrm rot="10800000" flipH="1">
                <a:off x="9981518"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4" name="Rectangle 1173">
                <a:extLst>
                  <a:ext uri="{FF2B5EF4-FFF2-40B4-BE49-F238E27FC236}">
                    <a16:creationId xmlns:a16="http://schemas.microsoft.com/office/drawing/2014/main" id="{3D2B3621-2849-F11E-4439-9572D9F15100}"/>
                  </a:ext>
                </a:extLst>
              </p:cNvPr>
              <p:cNvSpPr/>
              <p:nvPr/>
            </p:nvSpPr>
            <p:spPr>
              <a:xfrm rot="10800000" flipH="1">
                <a:off x="10081941"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5" name="Rectangle 1174">
                <a:extLst>
                  <a:ext uri="{FF2B5EF4-FFF2-40B4-BE49-F238E27FC236}">
                    <a16:creationId xmlns:a16="http://schemas.microsoft.com/office/drawing/2014/main" id="{BBFDD19E-F15F-377C-3B2D-6B4EFF9A766C}"/>
                  </a:ext>
                </a:extLst>
              </p:cNvPr>
              <p:cNvSpPr/>
              <p:nvPr/>
            </p:nvSpPr>
            <p:spPr>
              <a:xfrm rot="10800000" flipH="1">
                <a:off x="10182364"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6" name="Rectangle 1175">
                <a:extLst>
                  <a:ext uri="{FF2B5EF4-FFF2-40B4-BE49-F238E27FC236}">
                    <a16:creationId xmlns:a16="http://schemas.microsoft.com/office/drawing/2014/main" id="{613E5F45-B927-5E1A-4804-6971D42C6FF9}"/>
                  </a:ext>
                </a:extLst>
              </p:cNvPr>
              <p:cNvSpPr/>
              <p:nvPr/>
            </p:nvSpPr>
            <p:spPr>
              <a:xfrm rot="10800000" flipH="1">
                <a:off x="10282787"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7" name="Rectangle 1176">
                <a:extLst>
                  <a:ext uri="{FF2B5EF4-FFF2-40B4-BE49-F238E27FC236}">
                    <a16:creationId xmlns:a16="http://schemas.microsoft.com/office/drawing/2014/main" id="{3D44395F-9A9B-164F-8E37-29ED726005BA}"/>
                  </a:ext>
                </a:extLst>
              </p:cNvPr>
              <p:cNvSpPr/>
              <p:nvPr/>
            </p:nvSpPr>
            <p:spPr>
              <a:xfrm rot="10800000" flipH="1">
                <a:off x="10383210"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8" name="Rectangle 1177">
                <a:extLst>
                  <a:ext uri="{FF2B5EF4-FFF2-40B4-BE49-F238E27FC236}">
                    <a16:creationId xmlns:a16="http://schemas.microsoft.com/office/drawing/2014/main" id="{61690048-D7D7-04C7-A019-61182E2717E9}"/>
                  </a:ext>
                </a:extLst>
              </p:cNvPr>
              <p:cNvSpPr/>
              <p:nvPr/>
            </p:nvSpPr>
            <p:spPr>
              <a:xfrm rot="10800000" flipH="1">
                <a:off x="10483633"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9" name="Rectangle 1178">
                <a:extLst>
                  <a:ext uri="{FF2B5EF4-FFF2-40B4-BE49-F238E27FC236}">
                    <a16:creationId xmlns:a16="http://schemas.microsoft.com/office/drawing/2014/main" id="{FFBA4337-698F-5FA2-5580-A8C3DEE1CA61}"/>
                  </a:ext>
                </a:extLst>
              </p:cNvPr>
              <p:cNvSpPr/>
              <p:nvPr/>
            </p:nvSpPr>
            <p:spPr>
              <a:xfrm rot="10800000" flipH="1">
                <a:off x="10584056"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0" name="Rectangle 1179">
                <a:extLst>
                  <a:ext uri="{FF2B5EF4-FFF2-40B4-BE49-F238E27FC236}">
                    <a16:creationId xmlns:a16="http://schemas.microsoft.com/office/drawing/2014/main" id="{AC661894-8B3A-1525-641C-71571A0A3E87}"/>
                  </a:ext>
                </a:extLst>
              </p:cNvPr>
              <p:cNvSpPr/>
              <p:nvPr/>
            </p:nvSpPr>
            <p:spPr>
              <a:xfrm rot="10800000" flipH="1">
                <a:off x="10684479"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1" name="Rectangle 1180">
                <a:extLst>
                  <a:ext uri="{FF2B5EF4-FFF2-40B4-BE49-F238E27FC236}">
                    <a16:creationId xmlns:a16="http://schemas.microsoft.com/office/drawing/2014/main" id="{5A97B970-5EF4-9710-0CD6-0E45F0887467}"/>
                  </a:ext>
                </a:extLst>
              </p:cNvPr>
              <p:cNvSpPr/>
              <p:nvPr/>
            </p:nvSpPr>
            <p:spPr>
              <a:xfrm rot="10800000" flipH="1">
                <a:off x="10784902"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2" name="Rectangle 1181">
                <a:extLst>
                  <a:ext uri="{FF2B5EF4-FFF2-40B4-BE49-F238E27FC236}">
                    <a16:creationId xmlns:a16="http://schemas.microsoft.com/office/drawing/2014/main" id="{5E422893-6FFF-7075-78FE-B5D212959D1A}"/>
                  </a:ext>
                </a:extLst>
              </p:cNvPr>
              <p:cNvSpPr/>
              <p:nvPr/>
            </p:nvSpPr>
            <p:spPr>
              <a:xfrm rot="10800000" flipH="1">
                <a:off x="10885325" y="4217521"/>
                <a:ext cx="100423" cy="1004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981" name="TextBox 1980">
            <a:extLst>
              <a:ext uri="{FF2B5EF4-FFF2-40B4-BE49-F238E27FC236}">
                <a16:creationId xmlns:a16="http://schemas.microsoft.com/office/drawing/2014/main" id="{88548184-B22F-2968-F005-702AC1ED24AD}"/>
              </a:ext>
            </a:extLst>
          </p:cNvPr>
          <p:cNvSpPr txBox="1"/>
          <p:nvPr/>
        </p:nvSpPr>
        <p:spPr>
          <a:xfrm>
            <a:off x="10581863" y="2407413"/>
            <a:ext cx="1352230" cy="338554"/>
          </a:xfrm>
          <a:prstGeom prst="rect">
            <a:avLst/>
          </a:prstGeom>
          <a:noFill/>
        </p:spPr>
        <p:txBody>
          <a:bodyPr wrap="none" rtlCol="0">
            <a:spAutoFit/>
          </a:bodyPr>
          <a:lstStyle/>
          <a:p>
            <a:r>
              <a:rPr lang="en-US" sz="1600" dirty="0"/>
              <a:t>parallel </a:t>
            </a:r>
            <a:r>
              <a:rPr lang="en-US" sz="1600" dirty="0" err="1"/>
              <a:t>ochan</a:t>
            </a:r>
            <a:endParaRPr lang="en-US" sz="1600" dirty="0"/>
          </a:p>
        </p:txBody>
      </p:sp>
      <p:cxnSp>
        <p:nvCxnSpPr>
          <p:cNvPr id="1985" name="Straight Connector 1984">
            <a:extLst>
              <a:ext uri="{FF2B5EF4-FFF2-40B4-BE49-F238E27FC236}">
                <a16:creationId xmlns:a16="http://schemas.microsoft.com/office/drawing/2014/main" id="{2F6EB435-7B39-652E-AEE0-D3430E8B30B5}"/>
              </a:ext>
            </a:extLst>
          </p:cNvPr>
          <p:cNvCxnSpPr>
            <a:cxnSpLocks/>
          </p:cNvCxnSpPr>
          <p:nvPr/>
        </p:nvCxnSpPr>
        <p:spPr>
          <a:xfrm>
            <a:off x="6641026" y="1690688"/>
            <a:ext cx="0" cy="4772105"/>
          </a:xfrm>
          <a:prstGeom prst="line">
            <a:avLst/>
          </a:prstGeom>
        </p:spPr>
        <p:style>
          <a:lnRef idx="1">
            <a:schemeClr val="dk1"/>
          </a:lnRef>
          <a:fillRef idx="0">
            <a:schemeClr val="dk1"/>
          </a:fillRef>
          <a:effectRef idx="0">
            <a:schemeClr val="dk1"/>
          </a:effectRef>
          <a:fontRef idx="minor">
            <a:schemeClr val="tx1"/>
          </a:fontRef>
        </p:style>
      </p:cxnSp>
      <p:pic>
        <p:nvPicPr>
          <p:cNvPr id="3" name="Picture 2">
            <a:extLst>
              <a:ext uri="{FF2B5EF4-FFF2-40B4-BE49-F238E27FC236}">
                <a16:creationId xmlns:a16="http://schemas.microsoft.com/office/drawing/2014/main" id="{331241E1-485A-33BE-742A-817E279EC127}"/>
              </a:ext>
            </a:extLst>
          </p:cNvPr>
          <p:cNvPicPr>
            <a:picLocks noChangeAspect="1"/>
          </p:cNvPicPr>
          <p:nvPr/>
        </p:nvPicPr>
        <p:blipFill>
          <a:blip r:embed="rId2"/>
          <a:stretch>
            <a:fillRect/>
          </a:stretch>
        </p:blipFill>
        <p:spPr>
          <a:xfrm>
            <a:off x="7022975" y="3854030"/>
            <a:ext cx="3480228" cy="1918618"/>
          </a:xfrm>
          <a:prstGeom prst="rect">
            <a:avLst/>
          </a:prstGeom>
        </p:spPr>
      </p:pic>
      <p:sp>
        <p:nvSpPr>
          <p:cNvPr id="11" name="TextBox 10">
            <a:extLst>
              <a:ext uri="{FF2B5EF4-FFF2-40B4-BE49-F238E27FC236}">
                <a16:creationId xmlns:a16="http://schemas.microsoft.com/office/drawing/2014/main" id="{C1AFFBAE-6DAF-9F5B-B81E-6EF93CDF4BF6}"/>
              </a:ext>
            </a:extLst>
          </p:cNvPr>
          <p:cNvSpPr txBox="1"/>
          <p:nvPr/>
        </p:nvSpPr>
        <p:spPr>
          <a:xfrm>
            <a:off x="10581863" y="4617440"/>
            <a:ext cx="1426865" cy="338554"/>
          </a:xfrm>
          <a:prstGeom prst="rect">
            <a:avLst/>
          </a:prstGeom>
          <a:noFill/>
        </p:spPr>
        <p:txBody>
          <a:bodyPr wrap="none" rtlCol="0">
            <a:spAutoFit/>
          </a:bodyPr>
          <a:lstStyle/>
          <a:p>
            <a:r>
              <a:rPr lang="en-US" sz="1600" dirty="0"/>
              <a:t>parallel </a:t>
            </a:r>
            <a:r>
              <a:rPr lang="en-US" sz="1600" dirty="0" err="1"/>
              <a:t>nstripe</a:t>
            </a:r>
            <a:endParaRPr lang="en-US" sz="1600" dirty="0"/>
          </a:p>
        </p:txBody>
      </p:sp>
      <p:pic>
        <p:nvPicPr>
          <p:cNvPr id="1980" name="Picture 1979">
            <a:extLst>
              <a:ext uri="{FF2B5EF4-FFF2-40B4-BE49-F238E27FC236}">
                <a16:creationId xmlns:a16="http://schemas.microsoft.com/office/drawing/2014/main" id="{D299A21A-2945-D6B4-1683-AA233C430AEF}"/>
              </a:ext>
            </a:extLst>
          </p:cNvPr>
          <p:cNvPicPr>
            <a:picLocks noChangeAspect="1"/>
          </p:cNvPicPr>
          <p:nvPr/>
        </p:nvPicPr>
        <p:blipFill>
          <a:blip r:embed="rId3"/>
          <a:stretch>
            <a:fillRect/>
          </a:stretch>
        </p:blipFill>
        <p:spPr>
          <a:xfrm>
            <a:off x="7018096" y="5830050"/>
            <a:ext cx="3544006" cy="859460"/>
          </a:xfrm>
          <a:prstGeom prst="rect">
            <a:avLst/>
          </a:prstGeom>
        </p:spPr>
      </p:pic>
    </p:spTree>
    <p:extLst>
      <p:ext uri="{BB962C8B-B14F-4D97-AF65-F5344CB8AC3E}">
        <p14:creationId xmlns:p14="http://schemas.microsoft.com/office/powerpoint/2010/main" val="2682943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60170</TotalTime>
  <Words>3835</Words>
  <Application>Microsoft Office PowerPoint</Application>
  <PresentationFormat>Widescreen</PresentationFormat>
  <Paragraphs>925</Paragraphs>
  <Slides>45</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Consolas</vt:lpstr>
      <vt:lpstr>Office Theme</vt:lpstr>
      <vt:lpstr>NeuVision Image Encoder</vt:lpstr>
      <vt:lpstr>PowerPoint Presentation</vt:lpstr>
      <vt:lpstr>NeuVision Image Encoder Concept</vt:lpstr>
      <vt:lpstr>Reference Board Concept</vt:lpstr>
      <vt:lpstr>PowerPoint Presentation</vt:lpstr>
      <vt:lpstr>PowerPoint Presentation</vt:lpstr>
      <vt:lpstr>Product Planning</vt:lpstr>
      <vt:lpstr>PowerPoint Presentation</vt:lpstr>
      <vt:lpstr>Execution Planning</vt:lpstr>
      <vt:lpstr>NeuVision Roadmap</vt:lpstr>
      <vt:lpstr>NeuVision Robotics Demo Application</vt:lpstr>
      <vt:lpstr>APPENDIX</vt:lpstr>
      <vt:lpstr>Risks</vt:lpstr>
      <vt:lpstr>NeuVision Strategy</vt:lpstr>
      <vt:lpstr>MIPI SoC platforms exceed the cost of the image sensor</vt:lpstr>
      <vt:lpstr>Image Encoder Product Options</vt:lpstr>
      <vt:lpstr>PowerPoint Presentation</vt:lpstr>
      <vt:lpstr>Proposed NeuVision Image Encoder</vt:lpstr>
      <vt:lpstr>Smart Sensor Silicon Segmentation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 time vision IP flow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RapidSense</vt:lpstr>
      <vt:lpstr>PowerPoint Presentation</vt:lpstr>
      <vt:lpstr>PowerPoint Presentation</vt:lpstr>
      <vt:lpstr>PowerPoint Presentation</vt:lpstr>
      <vt:lpstr>PowerPoint Presentation</vt:lpstr>
      <vt:lpstr>RapidCompute</vt:lpstr>
      <vt:lpstr>PowerPoint Presentation</vt:lpstr>
      <vt:lpstr>Parallel computation of CNN dot products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Vision, Strategy, Execution</dc:title>
  <dc:creator>Rob Liston</dc:creator>
  <cp:lastModifiedBy>Rob Liston</cp:lastModifiedBy>
  <cp:revision>392</cp:revision>
  <dcterms:created xsi:type="dcterms:W3CDTF">2023-04-14T17:50:01Z</dcterms:created>
  <dcterms:modified xsi:type="dcterms:W3CDTF">2023-12-14T23:51:26Z</dcterms:modified>
</cp:coreProperties>
</file>