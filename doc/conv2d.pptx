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sldIdLst>
    <p:sldId id="373" r:id="rId2"/>
    <p:sldId id="410" r:id="rId3"/>
    <p:sldId id="408" r:id="rId4"/>
    <p:sldId id="378" r:id="rId5"/>
    <p:sldId id="382" r:id="rId6"/>
    <p:sldId id="381" r:id="rId7"/>
    <p:sldId id="360" r:id="rId8"/>
    <p:sldId id="393" r:id="rId9"/>
    <p:sldId id="409" r:id="rId10"/>
    <p:sldId id="367" r:id="rId11"/>
    <p:sldId id="411" r:id="rId12"/>
    <p:sldId id="404" r:id="rId13"/>
    <p:sldId id="407" r:id="rId14"/>
    <p:sldId id="405" r:id="rId15"/>
    <p:sldId id="406" r:id="rId16"/>
    <p:sldId id="401" r:id="rId17"/>
    <p:sldId id="403" r:id="rId18"/>
    <p:sldId id="402" r:id="rId19"/>
    <p:sldId id="394" r:id="rId20"/>
    <p:sldId id="273" r:id="rId21"/>
    <p:sldId id="444" r:id="rId22"/>
    <p:sldId id="443" r:id="rId23"/>
    <p:sldId id="442" r:id="rId24"/>
    <p:sldId id="412" r:id="rId25"/>
    <p:sldId id="413" r:id="rId26"/>
    <p:sldId id="414" r:id="rId27"/>
    <p:sldId id="441" r:id="rId28"/>
    <p:sldId id="415" r:id="rId29"/>
    <p:sldId id="416" r:id="rId30"/>
    <p:sldId id="417" r:id="rId31"/>
    <p:sldId id="418" r:id="rId32"/>
    <p:sldId id="419" r:id="rId33"/>
    <p:sldId id="420" r:id="rId34"/>
    <p:sldId id="421" r:id="rId35"/>
    <p:sldId id="422" r:id="rId36"/>
    <p:sldId id="423"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274" r:id="rId50"/>
    <p:sldId id="271" r:id="rId51"/>
    <p:sldId id="267" r:id="rId52"/>
    <p:sldId id="275" r:id="rId53"/>
    <p:sldId id="270" r:id="rId54"/>
    <p:sldId id="272" r:id="rId55"/>
    <p:sldId id="266" r:id="rId56"/>
    <p:sldId id="262" r:id="rId57"/>
    <p:sldId id="438" r:id="rId58"/>
    <p:sldId id="265" r:id="rId59"/>
    <p:sldId id="439" r:id="rId60"/>
    <p:sldId id="268" r:id="rId61"/>
    <p:sldId id="263" r:id="rId62"/>
    <p:sldId id="260" r:id="rId63"/>
    <p:sldId id="261" r:id="rId64"/>
    <p:sldId id="259" r:id="rId65"/>
    <p:sldId id="440" r:id="rId66"/>
    <p:sldId id="322" r:id="rId67"/>
    <p:sldId id="392" r:id="rId68"/>
    <p:sldId id="398" r:id="rId69"/>
    <p:sldId id="399" r:id="rId70"/>
    <p:sldId id="388" r:id="rId71"/>
    <p:sldId id="400" r:id="rId72"/>
    <p:sldId id="383" r:id="rId73"/>
    <p:sldId id="387" r:id="rId74"/>
    <p:sldId id="384" r:id="rId75"/>
    <p:sldId id="395" r:id="rId76"/>
    <p:sldId id="386" r:id="rId77"/>
    <p:sldId id="391" r:id="rId78"/>
    <p:sldId id="389" r:id="rId79"/>
    <p:sldId id="372" r:id="rId80"/>
    <p:sldId id="365" r:id="rId81"/>
    <p:sldId id="385" r:id="rId82"/>
    <p:sldId id="376" r:id="rId83"/>
    <p:sldId id="379" r:id="rId84"/>
    <p:sldId id="377" r:id="rId85"/>
    <p:sldId id="368" r:id="rId86"/>
    <p:sldId id="369" r:id="rId87"/>
    <p:sldId id="366" r:id="rId88"/>
    <p:sldId id="359" r:id="rId89"/>
    <p:sldId id="364" r:id="rId90"/>
    <p:sldId id="363" r:id="rId91"/>
    <p:sldId id="362" r:id="rId92"/>
    <p:sldId id="323" r:id="rId93"/>
    <p:sldId id="356" r:id="rId94"/>
    <p:sldId id="357" r:id="rId95"/>
    <p:sldId id="352" r:id="rId96"/>
    <p:sldId id="347" r:id="rId97"/>
    <p:sldId id="355" r:id="rId98"/>
    <p:sldId id="354" r:id="rId99"/>
    <p:sldId id="353" r:id="rId100"/>
    <p:sldId id="358" r:id="rId101"/>
    <p:sldId id="351" r:id="rId102"/>
    <p:sldId id="349" r:id="rId103"/>
    <p:sldId id="348" r:id="rId104"/>
    <p:sldId id="346" r:id="rId105"/>
    <p:sldId id="340" r:id="rId106"/>
    <p:sldId id="344" r:id="rId107"/>
    <p:sldId id="343" r:id="rId108"/>
    <p:sldId id="342" r:id="rId109"/>
    <p:sldId id="341" r:id="rId110"/>
    <p:sldId id="338" r:id="rId111"/>
    <p:sldId id="333" r:id="rId112"/>
    <p:sldId id="339" r:id="rId113"/>
    <p:sldId id="337" r:id="rId114"/>
    <p:sldId id="336" r:id="rId115"/>
    <p:sldId id="335" r:id="rId116"/>
    <p:sldId id="334" r:id="rId117"/>
    <p:sldId id="330" r:id="rId118"/>
    <p:sldId id="256" r:id="rId119"/>
    <p:sldId id="326" r:id="rId120"/>
    <p:sldId id="269" r:id="rId121"/>
    <p:sldId id="371" r:id="rId122"/>
    <p:sldId id="370" r:id="rId123"/>
    <p:sldId id="320" r:id="rId124"/>
    <p:sldId id="328" r:id="rId125"/>
    <p:sldId id="331" r:id="rId126"/>
    <p:sldId id="329" r:id="rId127"/>
    <p:sldId id="319" r:id="rId128"/>
    <p:sldId id="325" r:id="rId129"/>
    <p:sldId id="324" r:id="rId130"/>
    <p:sldId id="321" r:id="rId131"/>
    <p:sldId id="276" r:id="rId132"/>
    <p:sldId id="278" r:id="rId133"/>
    <p:sldId id="277" r:id="rId134"/>
    <p:sldId id="397"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0066FF"/>
    <a:srgbClr val="7030A0"/>
    <a:srgbClr val="00B050"/>
    <a:srgbClr val="4472C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13" autoAdjust="0"/>
    <p:restoredTop sz="93231" autoAdjust="0"/>
  </p:normalViewPr>
  <p:slideViewPr>
    <p:cSldViewPr snapToGrid="0">
      <p:cViewPr varScale="1">
        <p:scale>
          <a:sx n="92" d="100"/>
          <a:sy n="92" d="100"/>
        </p:scale>
        <p:origin x="581" y="72"/>
      </p:cViewPr>
      <p:guideLst/>
    </p:cSldViewPr>
  </p:slideViewPr>
  <p:notesTextViewPr>
    <p:cViewPr>
      <p:scale>
        <a:sx n="1" d="1"/>
        <a:sy n="1" d="1"/>
      </p:scale>
      <p:origin x="0" y="0"/>
    </p:cViewPr>
  </p:notesTextViewPr>
  <p:sorterViewPr>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6C09ED-900A-4BFB-A0F3-82261E5011F5}" type="datetimeFigureOut">
              <a:rPr lang="en-US" smtClean="0"/>
              <a:t>12/18/2023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F452C-9E5E-4DCA-977D-10440AA4E640}" type="slidenum">
              <a:rPr lang="en-US" smtClean="0"/>
              <a:t>‹#›</a:t>
            </a:fld>
            <a:endParaRPr lang="en-US"/>
          </a:p>
        </p:txBody>
      </p:sp>
    </p:spTree>
    <p:extLst>
      <p:ext uri="{BB962C8B-B14F-4D97-AF65-F5344CB8AC3E}">
        <p14:creationId xmlns:p14="http://schemas.microsoft.com/office/powerpoint/2010/main" val="321588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rxiv.org/pdf/2205.09113.pdf" TargetMode="External"/><Relationship Id="rId7" Type="http://schemas.openxmlformats.org/officeDocument/2006/relationships/hyperlink" Target="https://arxiv.org/pdf/2006.07733.pdf"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arxiv.org/pdf/2002.05709.pdf" TargetMode="External"/><Relationship Id="rId5" Type="http://schemas.openxmlformats.org/officeDocument/2006/relationships/hyperlink" Target="https://arxiv.org/pdf/2104.14294.pdf" TargetMode="External"/><Relationship Id="rId4" Type="http://schemas.openxmlformats.org/officeDocument/2006/relationships/hyperlink" Target="https://arxiv.org/pdf/2304.07193.pdf"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amazon.com/Yahboom-Raspberry-Omnidirectional-Autopilot-Recognition/dp/B088PRGQJ1/ref=sr_1_24" TargetMode="External"/><Relationship Id="rId2" Type="http://schemas.openxmlformats.org/officeDocument/2006/relationships/slide" Target="../slides/slide50.xml"/><Relationship Id="rId1" Type="http://schemas.openxmlformats.org/officeDocument/2006/relationships/notesMaster" Target="../notesMasters/notesMaster1.xml"/><Relationship Id="rId5" Type="http://schemas.openxmlformats.org/officeDocument/2006/relationships/hyperlink" Target="https://www.amazon.com/LewanSoul-Programmable-Feedback-Parameter-Programming/dp/B0793PFGCY" TargetMode="External"/><Relationship Id="rId4" Type="http://schemas.openxmlformats.org/officeDocument/2006/relationships/hyperlink" Target="https://www.amazon.com/Yahboom-Robotic-Raspberry-%EF%BC%88DOFBOT-Without/dp/B08T8XG2J6/ref=sr_1_2"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only, supports small but useful subset of </a:t>
            </a:r>
            <a:r>
              <a:rPr lang="en-US" dirty="0" err="1"/>
              <a:t>TFLite</a:t>
            </a:r>
            <a:r>
              <a:rPr lang="en-US" dirty="0"/>
              <a:t>  (conv2d only, padding='valid', stride={1,2}, activation=RELU)</a:t>
            </a:r>
          </a:p>
          <a:p>
            <a:r>
              <a:rPr lang="en-US" dirty="0"/>
              <a:t>no external memory required</a:t>
            </a:r>
          </a:p>
          <a:p>
            <a:r>
              <a:rPr lang="en-US" dirty="0"/>
              <a:t>real time data stream -&gt; real time prediction stream (or feature map)</a:t>
            </a:r>
          </a:p>
          <a:p>
            <a:r>
              <a:rPr lang="en-US" dirty="0"/>
              <a:t>tool to compile </a:t>
            </a:r>
            <a:r>
              <a:rPr lang="en-US" dirty="0" err="1"/>
              <a:t>TFLite</a:t>
            </a:r>
            <a:r>
              <a:rPr lang="en-US" dirty="0"/>
              <a:t> model into synthesizable Verilog</a:t>
            </a:r>
          </a:p>
          <a:p>
            <a:r>
              <a:rPr lang="en-US" dirty="0"/>
              <a:t>generated Verilog code is self contained, includes streaming inference and weights</a:t>
            </a:r>
          </a:p>
          <a:p>
            <a:r>
              <a:rPr lang="en-US" dirty="0"/>
              <a:t>compiler generates parallel code for OCHAN*NSTRIPE MAC operations</a:t>
            </a:r>
          </a:p>
          <a:p>
            <a:r>
              <a:rPr lang="en-US" dirty="0"/>
              <a:t>compiler generates ROM file with the weights</a:t>
            </a:r>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5</a:t>
            </a:fld>
            <a:endParaRPr lang="en-US"/>
          </a:p>
        </p:txBody>
      </p:sp>
    </p:spTree>
    <p:extLst>
      <p:ext uri="{BB962C8B-B14F-4D97-AF65-F5344CB8AC3E}">
        <p14:creationId xmlns:p14="http://schemas.microsoft.com/office/powerpoint/2010/main" val="1214477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a:t>
            </a:fld>
            <a:endParaRPr lang="en-US"/>
          </a:p>
        </p:txBody>
      </p:sp>
    </p:spTree>
    <p:extLst>
      <p:ext uri="{BB962C8B-B14F-4D97-AF65-F5344CB8AC3E}">
        <p14:creationId xmlns:p14="http://schemas.microsoft.com/office/powerpoint/2010/main" val="3397592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12</a:t>
            </a:fld>
            <a:endParaRPr lang="en-US"/>
          </a:p>
        </p:txBody>
      </p:sp>
    </p:spTree>
    <p:extLst>
      <p:ext uri="{BB962C8B-B14F-4D97-AF65-F5344CB8AC3E}">
        <p14:creationId xmlns:p14="http://schemas.microsoft.com/office/powerpoint/2010/main" val="1806672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13</a:t>
            </a:fld>
            <a:endParaRPr lang="en-US"/>
          </a:p>
        </p:txBody>
      </p:sp>
    </p:spTree>
    <p:extLst>
      <p:ext uri="{BB962C8B-B14F-4D97-AF65-F5344CB8AC3E}">
        <p14:creationId xmlns:p14="http://schemas.microsoft.com/office/powerpoint/2010/main" val="2739576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wireless MIMO OFDM receiver, replace 50K lines of MATLAB code with 500 lines of Verilog plus a deep model</a:t>
            </a:r>
          </a:p>
          <a:p>
            <a:r>
              <a:rPr lang="en-US" dirty="0"/>
              <a:t>trend away from general purpose compute platform toward data/task specific component model implementations</a:t>
            </a:r>
          </a:p>
          <a:p>
            <a:r>
              <a:rPr lang="en-US" dirty="0"/>
              <a:t>image encoder chip can perform different tasks depending on the weights, very flexible for different mass markets</a:t>
            </a:r>
          </a:p>
          <a:p>
            <a:r>
              <a:rPr lang="en-US" dirty="0"/>
              <a:t>image encoder only performs the front end CNN pyramid, a downstream task will consume feature maps instead of pixels</a:t>
            </a:r>
          </a:p>
        </p:txBody>
      </p:sp>
      <p:sp>
        <p:nvSpPr>
          <p:cNvPr id="4" name="Slide Number Placeholder 3"/>
          <p:cNvSpPr>
            <a:spLocks noGrp="1"/>
          </p:cNvSpPr>
          <p:nvPr>
            <p:ph type="sldNum" sz="quarter" idx="5"/>
          </p:nvPr>
        </p:nvSpPr>
        <p:spPr/>
        <p:txBody>
          <a:bodyPr/>
          <a:lstStyle/>
          <a:p>
            <a:fld id="{402F452C-9E5E-4DCA-977D-10440AA4E640}" type="slidenum">
              <a:rPr lang="en-US" smtClean="0"/>
              <a:t>21</a:t>
            </a:fld>
            <a:endParaRPr lang="en-US"/>
          </a:p>
        </p:txBody>
      </p:sp>
    </p:spTree>
    <p:extLst>
      <p:ext uri="{BB962C8B-B14F-4D97-AF65-F5344CB8AC3E}">
        <p14:creationId xmlns:p14="http://schemas.microsoft.com/office/powerpoint/2010/main" val="1313720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wireless MIMO OFDM receiver, replace 50K lines of MATLAB code with 500 lines of Verilog plus a deep model</a:t>
            </a:r>
          </a:p>
          <a:p>
            <a:r>
              <a:rPr lang="en-US" dirty="0"/>
              <a:t>trend away from general purpose compute platform toward data/task specific component model implementations</a:t>
            </a:r>
          </a:p>
          <a:p>
            <a:r>
              <a:rPr lang="en-US" dirty="0"/>
              <a:t>image encoder chip can perform different tasks depending on the weights, very flexible for different mass markets</a:t>
            </a:r>
          </a:p>
          <a:p>
            <a:r>
              <a:rPr lang="en-US" dirty="0"/>
              <a:t>image encoder only performs the front end CNN pyramid, a downstream task will consume feature maps instead of pixels</a:t>
            </a:r>
          </a:p>
        </p:txBody>
      </p:sp>
      <p:sp>
        <p:nvSpPr>
          <p:cNvPr id="4" name="Slide Number Placeholder 3"/>
          <p:cNvSpPr>
            <a:spLocks noGrp="1"/>
          </p:cNvSpPr>
          <p:nvPr>
            <p:ph type="sldNum" sz="quarter" idx="5"/>
          </p:nvPr>
        </p:nvSpPr>
        <p:spPr/>
        <p:txBody>
          <a:bodyPr/>
          <a:lstStyle/>
          <a:p>
            <a:fld id="{402F452C-9E5E-4DCA-977D-10440AA4E640}" type="slidenum">
              <a:rPr lang="en-US" smtClean="0"/>
              <a:t>22</a:t>
            </a:fld>
            <a:endParaRPr lang="en-US"/>
          </a:p>
        </p:txBody>
      </p:sp>
    </p:spTree>
    <p:extLst>
      <p:ext uri="{BB962C8B-B14F-4D97-AF65-F5344CB8AC3E}">
        <p14:creationId xmlns:p14="http://schemas.microsoft.com/office/powerpoint/2010/main" val="2403070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71550" lvl="1" indent="-514350">
              <a:buFont typeface="+mj-lt"/>
              <a:buAutoNum type="alphaLcPeriod"/>
            </a:pPr>
            <a:r>
              <a:rPr lang="en-US" dirty="0">
                <a:solidFill>
                  <a:schemeClr val="bg1">
                    <a:lumMod val="50000"/>
                  </a:schemeClr>
                </a:solidFill>
              </a:rPr>
              <a:t>minimize layer variants, "conv2d only", RELU w/o batch norm, skip connections</a:t>
            </a:r>
          </a:p>
          <a:p>
            <a:pPr marL="971550" lvl="1" indent="-514350">
              <a:buFont typeface="+mj-lt"/>
              <a:buAutoNum type="alphaLcPeriod"/>
            </a:pPr>
            <a:r>
              <a:rPr lang="en-US" dirty="0">
                <a:solidFill>
                  <a:schemeClr val="bg1">
                    <a:lumMod val="50000"/>
                  </a:schemeClr>
                </a:solidFill>
              </a:rPr>
              <a:t>params off-chip to on-chip, distributed, aggregate bandwidth</a:t>
            </a:r>
          </a:p>
          <a:p>
            <a:pPr marL="971550" lvl="1" indent="-514350">
              <a:buFont typeface="+mj-lt"/>
              <a:buAutoNum type="alphaLcPeriod"/>
            </a:pPr>
            <a:r>
              <a:rPr lang="en-US" dirty="0">
                <a:solidFill>
                  <a:schemeClr val="bg1">
                    <a:lumMod val="50000"/>
                  </a:schemeClr>
                </a:solidFill>
              </a:rPr>
              <a:t>off-chip weights -&gt; 8 MB * 100 fps = 800 MB/s memory bandwidth</a:t>
            </a:r>
          </a:p>
          <a:p>
            <a:pPr marL="971550" lvl="1" indent="-514350">
              <a:buFont typeface="+mj-lt"/>
              <a:buAutoNum type="alphaLcPeriod"/>
            </a:pPr>
            <a:r>
              <a:rPr lang="en-US" dirty="0">
                <a:solidFill>
                  <a:schemeClr val="bg1">
                    <a:lumMod val="50000"/>
                  </a:schemeClr>
                </a:solidFill>
              </a:rPr>
              <a:t>SRAM/MAC ratio per VGG18 layer, fine grain parallel compute and memory</a:t>
            </a:r>
          </a:p>
          <a:p>
            <a:pPr marL="971550" lvl="1" indent="-514350">
              <a:buFont typeface="+mj-lt"/>
              <a:buAutoNum type="alphaLcPeriod"/>
            </a:pPr>
            <a:r>
              <a:rPr lang="en-US" dirty="0">
                <a:solidFill>
                  <a:schemeClr val="bg1">
                    <a:lumMod val="50000"/>
                  </a:schemeClr>
                </a:solidFill>
              </a:rPr>
              <a:t>avoids access pattern bottlenecks</a:t>
            </a:r>
          </a:p>
          <a:p>
            <a:pPr marL="971550" lvl="1" indent="-514350">
              <a:buFont typeface="+mj-lt"/>
              <a:buAutoNum type="alphaLcPeriod"/>
            </a:pPr>
            <a:r>
              <a:rPr lang="en-US" dirty="0">
                <a:solidFill>
                  <a:schemeClr val="bg1">
                    <a:lumMod val="50000"/>
                  </a:schemeClr>
                </a:solidFill>
              </a:rPr>
              <a:t>CNN have highly parallel and local structure -&gt; pipelined, high MAC utilization</a:t>
            </a:r>
          </a:p>
          <a:p>
            <a:pPr marL="971550" lvl="1" indent="-514350">
              <a:buFont typeface="+mj-lt"/>
              <a:buAutoNum type="alphaLcPeriod"/>
            </a:pPr>
            <a:r>
              <a:rPr lang="en-US" dirty="0">
                <a:solidFill>
                  <a:schemeClr val="bg1">
                    <a:lumMod val="50000"/>
                  </a:schemeClr>
                </a:solidFill>
              </a:rPr>
              <a:t>implement model using dataflow architecture, similar to gnuradio.org</a:t>
            </a:r>
          </a:p>
          <a:p>
            <a:pPr marL="971550" lvl="1" indent="-514350">
              <a:buFont typeface="+mj-lt"/>
              <a:buAutoNum type="alphaLcPeriod"/>
            </a:pPr>
            <a:r>
              <a:rPr lang="en-US" dirty="0">
                <a:solidFill>
                  <a:schemeClr val="bg1">
                    <a:lumMod val="50000"/>
                  </a:schemeClr>
                </a:solidFill>
              </a:rPr>
              <a:t>output channels X number of stripes X pipelined layers -&gt; unexploited parallelism</a:t>
            </a:r>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23</a:t>
            </a:fld>
            <a:endParaRPr lang="en-US"/>
          </a:p>
        </p:txBody>
      </p:sp>
    </p:spTree>
    <p:extLst>
      <p:ext uri="{BB962C8B-B14F-4D97-AF65-F5344CB8AC3E}">
        <p14:creationId xmlns:p14="http://schemas.microsoft.com/office/powerpoint/2010/main" val="1463925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sensor companies have a problem, which is the high data rate of raw pixels over MIPI. Only a handful of SoC platforms can handle MIPI e.g. NVDA Jetson. The result is that the SoC costs more than the image sensor, limiting adoption of embedded vision. The NV image encoder compresses raw pixels into a 30X smaller feature map + thumbnail, which total 78Mb/s and can be transmitted over USB 2.x. This compressed representation can directly drive downstream tasks such as object recognition and localization, image super resolution, and patch embeddings for a multimodal LLM. Horizon tasks include embodied robotic vision, motor control, and MM-LLM executive functions.</a:t>
            </a:r>
          </a:p>
        </p:txBody>
      </p:sp>
      <p:sp>
        <p:nvSpPr>
          <p:cNvPr id="4" name="Slide Number Placeholder 3"/>
          <p:cNvSpPr>
            <a:spLocks noGrp="1"/>
          </p:cNvSpPr>
          <p:nvPr>
            <p:ph type="sldNum" sz="quarter" idx="5"/>
          </p:nvPr>
        </p:nvSpPr>
        <p:spPr/>
        <p:txBody>
          <a:bodyPr/>
          <a:lstStyle/>
          <a:p>
            <a:fld id="{6380939F-B360-425D-9F54-0CD5E55BF12F}" type="slidenum">
              <a:rPr lang="en-US" smtClean="0"/>
              <a:t>24</a:t>
            </a:fld>
            <a:endParaRPr lang="en-US"/>
          </a:p>
        </p:txBody>
      </p:sp>
    </p:spTree>
    <p:extLst>
      <p:ext uri="{BB962C8B-B14F-4D97-AF65-F5344CB8AC3E}">
        <p14:creationId xmlns:p14="http://schemas.microsoft.com/office/powerpoint/2010/main" val="2230577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Encoder performs the initial convolutional pyramid using a VGG-like 18-layer CNN architecture.</a:t>
            </a:r>
          </a:p>
          <a:p>
            <a:r>
              <a:rPr lang="en-US" dirty="0"/>
              <a:t>The 8M weight VGG18 architecture is a strong foundation vision model with broad applications.</a:t>
            </a:r>
          </a:p>
          <a:p>
            <a:r>
              <a:rPr lang="en-US" dirty="0"/>
              <a:t>The image encoder also performs a compression function.</a:t>
            </a:r>
          </a:p>
          <a:p>
            <a:r>
              <a:rPr lang="en-US" dirty="0"/>
              <a:t>Weights are 8 bits, so 64Mb SRAM (weights) + 20Mb SRAM (row buffers) + standard cell logic</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25</a:t>
            </a:fld>
            <a:endParaRPr lang="en-US"/>
          </a:p>
        </p:txBody>
      </p:sp>
    </p:spTree>
    <p:extLst>
      <p:ext uri="{BB962C8B-B14F-4D97-AF65-F5344CB8AC3E}">
        <p14:creationId xmlns:p14="http://schemas.microsoft.com/office/powerpoint/2010/main" val="928013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30</a:t>
            </a:fld>
            <a:endParaRPr lang="en-US"/>
          </a:p>
        </p:txBody>
      </p:sp>
    </p:spTree>
    <p:extLst>
      <p:ext uri="{BB962C8B-B14F-4D97-AF65-F5344CB8AC3E}">
        <p14:creationId xmlns:p14="http://schemas.microsoft.com/office/powerpoint/2010/main" val="623273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box filter for </a:t>
            </a:r>
            <a:r>
              <a:rPr lang="en-US" dirty="0" err="1"/>
              <a:t>rescaler</a:t>
            </a:r>
            <a:r>
              <a:rPr lang="en-US" dirty="0"/>
              <a:t> e.g. https://scholarworks.rit.edu/cgi/viewcontent.cgi?article=10864&amp;context=theses</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31</a:t>
            </a:fld>
            <a:endParaRPr lang="en-US"/>
          </a:p>
        </p:txBody>
      </p:sp>
    </p:spTree>
    <p:extLst>
      <p:ext uri="{BB962C8B-B14F-4D97-AF65-F5344CB8AC3E}">
        <p14:creationId xmlns:p14="http://schemas.microsoft.com/office/powerpoint/2010/main" val="4173516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32</a:t>
            </a:fld>
            <a:endParaRPr lang="en-US"/>
          </a:p>
        </p:txBody>
      </p:sp>
    </p:spTree>
    <p:extLst>
      <p:ext uri="{BB962C8B-B14F-4D97-AF65-F5344CB8AC3E}">
        <p14:creationId xmlns:p14="http://schemas.microsoft.com/office/powerpoint/2010/main" val="571738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SimCLR</a:t>
            </a:r>
            <a:r>
              <a:rPr lang="en-US" dirty="0"/>
              <a:t> introduced the effectiveness of using random crops from an image for self-supervised representation learning.</a:t>
            </a:r>
          </a:p>
          <a:p>
            <a:r>
              <a:rPr lang="en-US" dirty="0"/>
              <a:t>BYOL introduced self-supervised learning with positive examples only.</a:t>
            </a:r>
          </a:p>
          <a:p>
            <a:r>
              <a:rPr lang="en-US" dirty="0"/>
              <a:t>DINO refines BYOL and will serve as our baseline algorithm for self-supervised feature learning for images</a:t>
            </a:r>
          </a:p>
          <a:p>
            <a:r>
              <a:rPr lang="en-US" dirty="0"/>
              <a:t>For video, transformers may be preferable as sequence processors.</a:t>
            </a:r>
          </a:p>
          <a:p>
            <a:r>
              <a:rPr lang="en-US" dirty="0"/>
              <a:t>Our initial objective is to demo a real time, pretrained vision model in a robot control setting.</a:t>
            </a:r>
          </a:p>
        </p:txBody>
      </p:sp>
      <p:sp>
        <p:nvSpPr>
          <p:cNvPr id="4" name="Slide Number Placeholder 3"/>
          <p:cNvSpPr>
            <a:spLocks noGrp="1"/>
          </p:cNvSpPr>
          <p:nvPr>
            <p:ph type="sldNum" sz="quarter" idx="5"/>
          </p:nvPr>
        </p:nvSpPr>
        <p:spPr/>
        <p:txBody>
          <a:bodyPr/>
          <a:lstStyle/>
          <a:p>
            <a:fld id="{6380939F-B360-425D-9F54-0CD5E55BF12F}" type="slidenum">
              <a:rPr lang="en-US" smtClean="0"/>
              <a:t>34</a:t>
            </a:fld>
            <a:endParaRPr lang="en-US"/>
          </a:p>
        </p:txBody>
      </p:sp>
    </p:spTree>
    <p:extLst>
      <p:ext uri="{BB962C8B-B14F-4D97-AF65-F5344CB8AC3E}">
        <p14:creationId xmlns:p14="http://schemas.microsoft.com/office/powerpoint/2010/main" val="1959005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Encoder performs the initial convolutional pyramid using a VGG-like 18-layer CNN architecture.</a:t>
            </a:r>
          </a:p>
          <a:p>
            <a:r>
              <a:rPr lang="en-US" dirty="0"/>
              <a:t>The 8M weight VGG18 architecture is a strong foundation vision model with broad applications.</a:t>
            </a:r>
          </a:p>
          <a:p>
            <a:r>
              <a:rPr lang="en-US" dirty="0"/>
              <a:t>The image encoder also performs a compression function.</a:t>
            </a:r>
          </a:p>
          <a:p>
            <a:r>
              <a:rPr lang="en-US" dirty="0"/>
              <a:t>Weights are 8 bits, so 64Mb SRAM (weights) + 20Mb SRAM (row buffers) + standard cell logic</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40</a:t>
            </a:fld>
            <a:endParaRPr lang="en-US"/>
          </a:p>
        </p:txBody>
      </p:sp>
    </p:spTree>
    <p:extLst>
      <p:ext uri="{BB962C8B-B14F-4D97-AF65-F5344CB8AC3E}">
        <p14:creationId xmlns:p14="http://schemas.microsoft.com/office/powerpoint/2010/main" val="2580847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end can be addressed using RISC-V SoC with vector instructions</a:t>
            </a:r>
          </a:p>
          <a:p>
            <a:r>
              <a:rPr lang="en-US" dirty="0"/>
              <a:t>high end can be addressed using </a:t>
            </a:r>
            <a:r>
              <a:rPr lang="en-US" dirty="0" err="1"/>
              <a:t>NeuVision</a:t>
            </a:r>
            <a:r>
              <a:rPr lang="en-US" dirty="0"/>
              <a:t> ROM-programmable product line</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41</a:t>
            </a:fld>
            <a:endParaRPr lang="en-US"/>
          </a:p>
        </p:txBody>
      </p:sp>
    </p:spTree>
    <p:extLst>
      <p:ext uri="{BB962C8B-B14F-4D97-AF65-F5344CB8AC3E}">
        <p14:creationId xmlns:p14="http://schemas.microsoft.com/office/powerpoint/2010/main" val="4223918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Masked Autoencoders As Spatiotemporal Learners</a:t>
            </a:r>
            <a:endParaRPr lang="en-US" dirty="0"/>
          </a:p>
          <a:p>
            <a:r>
              <a:rPr lang="en-US" dirty="0">
                <a:hlinkClick r:id="rId4"/>
              </a:rPr>
              <a:t>DINOv2: Learning Robust Visual Features without Supervision</a:t>
            </a:r>
            <a:endParaRPr lang="en-US" dirty="0"/>
          </a:p>
          <a:p>
            <a:r>
              <a:rPr lang="en-US" dirty="0">
                <a:hlinkClick r:id="rId5"/>
              </a:rPr>
              <a:t>Emerging Properties in Self-Supervised Vision Transformers</a:t>
            </a:r>
            <a:endParaRPr lang="en-US" dirty="0"/>
          </a:p>
          <a:p>
            <a:r>
              <a:rPr lang="en-US" dirty="0">
                <a:hlinkClick r:id="rId6"/>
              </a:rPr>
              <a:t>A Simple Framework for Contrastive Learning of Visual Representations</a:t>
            </a:r>
            <a:endParaRPr lang="en-US" dirty="0"/>
          </a:p>
          <a:p>
            <a:r>
              <a:rPr lang="en-US" dirty="0">
                <a:hlinkClick r:id="rId7"/>
              </a:rPr>
              <a:t>Bootstrap Your Own Latent A New Approach to Self-Supervised Learning</a:t>
            </a:r>
            <a:endParaRPr lang="en-US" dirty="0"/>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42</a:t>
            </a:fld>
            <a:endParaRPr lang="en-US"/>
          </a:p>
        </p:txBody>
      </p:sp>
    </p:spTree>
    <p:extLst>
      <p:ext uri="{BB962C8B-B14F-4D97-AF65-F5344CB8AC3E}">
        <p14:creationId xmlns:p14="http://schemas.microsoft.com/office/powerpoint/2010/main" val="2868032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SimCLR</a:t>
            </a:r>
            <a:r>
              <a:rPr lang="en-US" dirty="0"/>
              <a:t> introduced the effectiveness of using random crops from an image for self-supervised representation learning.</a:t>
            </a:r>
          </a:p>
          <a:p>
            <a:r>
              <a:rPr lang="en-US" dirty="0"/>
              <a:t>BYOL introduced self-supervised learning with positive examples only.</a:t>
            </a:r>
          </a:p>
          <a:p>
            <a:r>
              <a:rPr lang="en-US" dirty="0"/>
              <a:t>DINO refines BYOL and will serve as our baseline algorithm for self-supervised feature learning for images</a:t>
            </a:r>
          </a:p>
          <a:p>
            <a:r>
              <a:rPr lang="en-US" dirty="0"/>
              <a:t>For video, transformers may be preferable as sequence processors.</a:t>
            </a:r>
          </a:p>
          <a:p>
            <a:r>
              <a:rPr lang="en-US" dirty="0"/>
              <a:t>Our initial objective is to demo a real time, pretrained vision model in a robot control setting.</a:t>
            </a:r>
          </a:p>
        </p:txBody>
      </p:sp>
      <p:sp>
        <p:nvSpPr>
          <p:cNvPr id="4" name="Slide Number Placeholder 3"/>
          <p:cNvSpPr>
            <a:spLocks noGrp="1"/>
          </p:cNvSpPr>
          <p:nvPr>
            <p:ph type="sldNum" sz="quarter" idx="5"/>
          </p:nvPr>
        </p:nvSpPr>
        <p:spPr/>
        <p:txBody>
          <a:bodyPr/>
          <a:lstStyle/>
          <a:p>
            <a:fld id="{6380939F-B360-425D-9F54-0CD5E55BF12F}" type="slidenum">
              <a:rPr lang="en-US" smtClean="0"/>
              <a:t>43</a:t>
            </a:fld>
            <a:endParaRPr lang="en-US"/>
          </a:p>
        </p:txBody>
      </p:sp>
    </p:spTree>
    <p:extLst>
      <p:ext uri="{BB962C8B-B14F-4D97-AF65-F5344CB8AC3E}">
        <p14:creationId xmlns:p14="http://schemas.microsoft.com/office/powerpoint/2010/main" val="2044019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only, supports small but useful subset of </a:t>
            </a:r>
            <a:r>
              <a:rPr lang="en-US" dirty="0" err="1"/>
              <a:t>TFLite</a:t>
            </a:r>
            <a:r>
              <a:rPr lang="en-US" dirty="0"/>
              <a:t>  (conv2d only, padding='valid', stride={1,2}, activation=RELU)</a:t>
            </a:r>
          </a:p>
          <a:p>
            <a:r>
              <a:rPr lang="en-US" dirty="0"/>
              <a:t>no external memory required</a:t>
            </a:r>
          </a:p>
          <a:p>
            <a:r>
              <a:rPr lang="en-US" dirty="0"/>
              <a:t>real time data stream -&gt; real time prediction stream (or feature map)</a:t>
            </a:r>
          </a:p>
          <a:p>
            <a:r>
              <a:rPr lang="en-US" dirty="0"/>
              <a:t>tool to compile </a:t>
            </a:r>
            <a:r>
              <a:rPr lang="en-US" dirty="0" err="1"/>
              <a:t>TFLite</a:t>
            </a:r>
            <a:r>
              <a:rPr lang="en-US" dirty="0"/>
              <a:t> model into synthesizable Verilog</a:t>
            </a:r>
          </a:p>
          <a:p>
            <a:r>
              <a:rPr lang="en-US" dirty="0"/>
              <a:t>generated Verilog code is self contained, includes streaming inference and weights</a:t>
            </a:r>
          </a:p>
          <a:p>
            <a:r>
              <a:rPr lang="en-US" dirty="0"/>
              <a:t>compiler generates parallel code for OCHAN*NSTRIPE MAC operations</a:t>
            </a:r>
          </a:p>
          <a:p>
            <a:r>
              <a:rPr lang="en-US" dirty="0"/>
              <a:t>compiler generates ROM file with the weights</a:t>
            </a:r>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48</a:t>
            </a:fld>
            <a:endParaRPr lang="en-US"/>
          </a:p>
        </p:txBody>
      </p:sp>
    </p:spTree>
    <p:extLst>
      <p:ext uri="{BB962C8B-B14F-4D97-AF65-F5344CB8AC3E}">
        <p14:creationId xmlns:p14="http://schemas.microsoft.com/office/powerpoint/2010/main" val="12144774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https://www.amazon.com/Yahboom-Raspberry-Omnidirectional-Autopilot-Recognition/dp/B088PRGQJ1/ref=sr_1_24</a:t>
            </a:r>
            <a:endParaRPr lang="en-US" dirty="0"/>
          </a:p>
          <a:p>
            <a:r>
              <a:rPr lang="en-US" dirty="0">
                <a:hlinkClick r:id="rId4"/>
              </a:rPr>
              <a:t>https://www.amazon.com/Yahboom-Robotic-Raspberry-%EF%BC%88DOFBOT-Without/dp/B08T8XG2J6/ref=sr_1_2</a:t>
            </a:r>
            <a:endParaRPr lang="en-US" dirty="0"/>
          </a:p>
          <a:p>
            <a:r>
              <a:rPr lang="en-US" dirty="0">
                <a:hlinkClick r:id="rId5"/>
              </a:rPr>
              <a:t>https://www.amazon.com/LewanSoul-Programmable-Feedback-Parameter-Programming/dp/B0793PFGCY</a:t>
            </a:r>
            <a:endParaRPr lang="en-US" dirty="0"/>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50</a:t>
            </a:fld>
            <a:endParaRPr lang="en-US"/>
          </a:p>
        </p:txBody>
      </p:sp>
    </p:spTree>
    <p:extLst>
      <p:ext uri="{BB962C8B-B14F-4D97-AF65-F5344CB8AC3E}">
        <p14:creationId xmlns:p14="http://schemas.microsoft.com/office/powerpoint/2010/main" val="1900064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56</a:t>
            </a:fld>
            <a:endParaRPr lang="en-US"/>
          </a:p>
        </p:txBody>
      </p:sp>
    </p:spTree>
    <p:extLst>
      <p:ext uri="{BB962C8B-B14F-4D97-AF65-F5344CB8AC3E}">
        <p14:creationId xmlns:p14="http://schemas.microsoft.com/office/powerpoint/2010/main" val="4262546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58</a:t>
            </a:fld>
            <a:endParaRPr lang="en-US"/>
          </a:p>
        </p:txBody>
      </p:sp>
    </p:spTree>
    <p:extLst>
      <p:ext uri="{BB962C8B-B14F-4D97-AF65-F5344CB8AC3E}">
        <p14:creationId xmlns:p14="http://schemas.microsoft.com/office/powerpoint/2010/main" val="2901260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59</a:t>
            </a:fld>
            <a:endParaRPr lang="en-US"/>
          </a:p>
        </p:txBody>
      </p:sp>
    </p:spTree>
    <p:extLst>
      <p:ext uri="{BB962C8B-B14F-4D97-AF65-F5344CB8AC3E}">
        <p14:creationId xmlns:p14="http://schemas.microsoft.com/office/powerpoint/2010/main" val="4119795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64</a:t>
            </a:fld>
            <a:endParaRPr lang="en-US"/>
          </a:p>
        </p:txBody>
      </p:sp>
    </p:spTree>
    <p:extLst>
      <p:ext uri="{BB962C8B-B14F-4D97-AF65-F5344CB8AC3E}">
        <p14:creationId xmlns:p14="http://schemas.microsoft.com/office/powerpoint/2010/main" val="3506592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88</a:t>
            </a:fld>
            <a:endParaRPr lang="en-US"/>
          </a:p>
        </p:txBody>
      </p:sp>
    </p:spTree>
    <p:extLst>
      <p:ext uri="{BB962C8B-B14F-4D97-AF65-F5344CB8AC3E}">
        <p14:creationId xmlns:p14="http://schemas.microsoft.com/office/powerpoint/2010/main" val="443670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89</a:t>
            </a:fld>
            <a:endParaRPr lang="en-US"/>
          </a:p>
        </p:txBody>
      </p:sp>
    </p:spTree>
    <p:extLst>
      <p:ext uri="{BB962C8B-B14F-4D97-AF65-F5344CB8AC3E}">
        <p14:creationId xmlns:p14="http://schemas.microsoft.com/office/powerpoint/2010/main" val="3455798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90</a:t>
            </a:fld>
            <a:endParaRPr lang="en-US"/>
          </a:p>
        </p:txBody>
      </p:sp>
    </p:spTree>
    <p:extLst>
      <p:ext uri="{BB962C8B-B14F-4D97-AF65-F5344CB8AC3E}">
        <p14:creationId xmlns:p14="http://schemas.microsoft.com/office/powerpoint/2010/main" val="1235860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93</a:t>
            </a:fld>
            <a:endParaRPr lang="en-US"/>
          </a:p>
        </p:txBody>
      </p:sp>
    </p:spTree>
    <p:extLst>
      <p:ext uri="{BB962C8B-B14F-4D97-AF65-F5344CB8AC3E}">
        <p14:creationId xmlns:p14="http://schemas.microsoft.com/office/powerpoint/2010/main" val="2924110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94</a:t>
            </a:fld>
            <a:endParaRPr lang="en-US"/>
          </a:p>
        </p:txBody>
      </p:sp>
    </p:spTree>
    <p:extLst>
      <p:ext uri="{BB962C8B-B14F-4D97-AF65-F5344CB8AC3E}">
        <p14:creationId xmlns:p14="http://schemas.microsoft.com/office/powerpoint/2010/main" val="2607500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96</a:t>
            </a:fld>
            <a:endParaRPr lang="en-US"/>
          </a:p>
        </p:txBody>
      </p:sp>
    </p:spTree>
    <p:extLst>
      <p:ext uri="{BB962C8B-B14F-4D97-AF65-F5344CB8AC3E}">
        <p14:creationId xmlns:p14="http://schemas.microsoft.com/office/powerpoint/2010/main" val="27029222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97</a:t>
            </a:fld>
            <a:endParaRPr lang="en-US"/>
          </a:p>
        </p:txBody>
      </p:sp>
    </p:spTree>
    <p:extLst>
      <p:ext uri="{BB962C8B-B14F-4D97-AF65-F5344CB8AC3E}">
        <p14:creationId xmlns:p14="http://schemas.microsoft.com/office/powerpoint/2010/main" val="3050418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99</a:t>
            </a:fld>
            <a:endParaRPr lang="en-US"/>
          </a:p>
        </p:txBody>
      </p:sp>
    </p:spTree>
    <p:extLst>
      <p:ext uri="{BB962C8B-B14F-4D97-AF65-F5344CB8AC3E}">
        <p14:creationId xmlns:p14="http://schemas.microsoft.com/office/powerpoint/2010/main" val="4044755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always use m=</a:t>
            </a:r>
            <a:r>
              <a:rPr lang="en-US" dirty="0" err="1"/>
              <a:t>ochan</a:t>
            </a:r>
            <a:r>
              <a:rPr lang="en-US" dirty="0"/>
              <a:t> as a simplification</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100</a:t>
            </a:fld>
            <a:endParaRPr lang="en-US"/>
          </a:p>
        </p:txBody>
      </p:sp>
    </p:spTree>
    <p:extLst>
      <p:ext uri="{BB962C8B-B14F-4D97-AF65-F5344CB8AC3E}">
        <p14:creationId xmlns:p14="http://schemas.microsoft.com/office/powerpoint/2010/main" val="26391906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102</a:t>
            </a:fld>
            <a:endParaRPr lang="en-US"/>
          </a:p>
        </p:txBody>
      </p:sp>
    </p:spTree>
    <p:extLst>
      <p:ext uri="{BB962C8B-B14F-4D97-AF65-F5344CB8AC3E}">
        <p14:creationId xmlns:p14="http://schemas.microsoft.com/office/powerpoint/2010/main" val="18396417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RAM stores complete input patches (input activations in the </a:t>
            </a:r>
            <a:r>
              <a:rPr lang="en-US" dirty="0" err="1"/>
              <a:t>rowbuf</a:t>
            </a:r>
            <a:r>
              <a:rPr lang="en-US" dirty="0"/>
              <a:t> and per-output channel weights)</a:t>
            </a:r>
          </a:p>
          <a:p>
            <a:r>
              <a:rPr lang="en-US" dirty="0"/>
              <a:t>m &lt;= output channels</a:t>
            </a:r>
          </a:p>
          <a:p>
            <a:r>
              <a:rPr lang="en-US" dirty="0"/>
              <a:t>each MAC computes a complete dot product to produce an output feature</a:t>
            </a:r>
          </a:p>
          <a:p>
            <a:r>
              <a:rPr lang="en-US" dirty="0"/>
              <a:t>parallelism comes from 1) row buffer stripes are computed in parallel, patch by patch and 2) output feature vector channels are computed in parallel</a:t>
            </a:r>
          </a:p>
          <a:p>
            <a:r>
              <a:rPr lang="en-US" dirty="0"/>
              <a:t>circular row buffer</a:t>
            </a:r>
          </a:p>
          <a:p>
            <a:r>
              <a:rPr lang="en-US" dirty="0"/>
              <a:t>each BRAM contains an overlapped vertical slice of the row buffer, contains complete patches, </a:t>
            </a:r>
            <a:r>
              <a:rPr lang="en-US" dirty="0" err="1"/>
              <a:t>stripmining</a:t>
            </a:r>
            <a:r>
              <a:rPr lang="en-US" dirty="0"/>
              <a:t>, striping</a:t>
            </a:r>
          </a:p>
          <a:p>
            <a:r>
              <a:rPr lang="en-US" dirty="0"/>
              <a:t>TDATA is int8 or float16</a:t>
            </a:r>
          </a:p>
          <a:p>
            <a:r>
              <a:rPr lang="en-US" dirty="0"/>
              <a:t>compute dot products of each input </a:t>
            </a:r>
            <a:r>
              <a:rPr lang="en-US" dirty="0" err="1"/>
              <a:t>rowbuf</a:t>
            </a:r>
            <a:r>
              <a:rPr lang="en-US" dirty="0"/>
              <a:t> stripe in parallel</a:t>
            </a:r>
          </a:p>
          <a:p>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105</a:t>
            </a:fld>
            <a:endParaRPr lang="en-US"/>
          </a:p>
        </p:txBody>
      </p:sp>
    </p:spTree>
    <p:extLst>
      <p:ext uri="{BB962C8B-B14F-4D97-AF65-F5344CB8AC3E}">
        <p14:creationId xmlns:p14="http://schemas.microsoft.com/office/powerpoint/2010/main" val="381828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stripe input activations across input buffer BRAMs</a:t>
            </a:r>
          </a:p>
          <a:p>
            <a:r>
              <a:rPr lang="en-US" dirty="0"/>
              <a:t>compute n*m dot products in parallel</a:t>
            </a:r>
          </a:p>
          <a:p>
            <a:r>
              <a:rPr lang="en-US" dirty="0"/>
              <a:t>each BRAM stores complete patches (input activations and weights)</a:t>
            </a:r>
          </a:p>
          <a:p>
            <a:r>
              <a:rPr lang="en-US" dirty="0"/>
              <a:t>circular row buffer</a:t>
            </a:r>
          </a:p>
          <a:p>
            <a:r>
              <a:rPr lang="en-US" dirty="0"/>
              <a:t>each BRAM contains an overlapped vertical slice of the row buffer, contains complete patches, </a:t>
            </a:r>
            <a:r>
              <a:rPr lang="en-US" dirty="0" err="1"/>
              <a:t>stripmining</a:t>
            </a:r>
            <a:endParaRPr lang="en-US" dirty="0"/>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106</a:t>
            </a:fld>
            <a:endParaRPr lang="en-US"/>
          </a:p>
        </p:txBody>
      </p:sp>
    </p:spTree>
    <p:extLst>
      <p:ext uri="{BB962C8B-B14F-4D97-AF65-F5344CB8AC3E}">
        <p14:creationId xmlns:p14="http://schemas.microsoft.com/office/powerpoint/2010/main" val="598538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363C-F480-C453-F650-47E9BB6E78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79D68E-2C32-E5FC-6965-90943BB59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6F4E57-D564-4D5C-E660-809117792A93}"/>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0C117313-9AEF-A15F-2349-83543FAF55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BCF78-55DC-61A7-ED4A-D30E582F0A0E}"/>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323004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EC0C-CB98-145B-621C-542876FEA0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64CA73-BE6D-C9E8-D552-815F9DE886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9EB06F-49E0-4FEE-0304-D25AED695399}"/>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5932FD36-74EA-29F2-2D0D-2F046A69E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6777A-3688-93B4-0D67-1E68426C7F5B}"/>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340629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265A5-5ADE-2F9D-251A-3B40098E6B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2DC48D-42E8-0C0A-A6A8-CF97BDA5F2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C9A0E-5F28-B57E-CD7F-CC26BDAFDFC4}"/>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6F3EC7FF-9561-9F0C-39D4-B986C30FA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E8A6A9-3128-D5A7-1819-3048F6CE6CAB}"/>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2273865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25A5-2ACC-8F4E-138C-350EE9AE5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5DA412-987C-23AF-E2A0-2300D2B4A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68E4AB-00A6-8EB6-5ED4-F20DB98207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EC7C51-EAC5-25BC-031F-DDF6E17F0D39}"/>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6" name="Footer Placeholder 5">
            <a:extLst>
              <a:ext uri="{FF2B5EF4-FFF2-40B4-BE49-F238E27FC236}">
                <a16:creationId xmlns:a16="http://schemas.microsoft.com/office/drawing/2014/main" id="{CCFB1C46-AA72-DF6B-0089-492243333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FB6F2-A1E2-CAF6-5AEF-6248019B8FF0}"/>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666899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A0375-EE27-C53D-CEE1-CBF865F750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B9107B-CAD8-8D0F-2496-D0A85A7DCE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067E8-63F8-9ADC-E0FC-AE4593F979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D66295-AD84-E56F-93DA-E700FA8C2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2074E-B4CE-CA56-4848-B023395F6A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4AA8A0-FFD6-619D-763A-331883F74C23}"/>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8" name="Footer Placeholder 7">
            <a:extLst>
              <a:ext uri="{FF2B5EF4-FFF2-40B4-BE49-F238E27FC236}">
                <a16:creationId xmlns:a16="http://schemas.microsoft.com/office/drawing/2014/main" id="{1FF8AF13-869B-0371-5B8E-5D856C7DEE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D5BA56-3DB3-4D87-1CDB-D0B3C604F124}"/>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312085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718F-1C2D-0A9F-CC63-C8EE539314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8A9D8F-2911-D78E-EDC2-9BC39345B867}"/>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4" name="Footer Placeholder 3">
            <a:extLst>
              <a:ext uri="{FF2B5EF4-FFF2-40B4-BE49-F238E27FC236}">
                <a16:creationId xmlns:a16="http://schemas.microsoft.com/office/drawing/2014/main" id="{DCCF9369-E2A2-4515-C021-DAAF377419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3CC5C4-97A1-38AB-1264-22540B286DA1}"/>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2556407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00D2C1-DADA-537F-D6ED-C35469FFC2F6}"/>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3" name="Footer Placeholder 2">
            <a:extLst>
              <a:ext uri="{FF2B5EF4-FFF2-40B4-BE49-F238E27FC236}">
                <a16:creationId xmlns:a16="http://schemas.microsoft.com/office/drawing/2014/main" id="{5781527D-C1AE-AD13-81C6-8C231CDF42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54E74A-D403-46A0-98FC-09BAF8E64B13}"/>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178027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6E96-696E-CD74-4EF9-29CBA8F57F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7EEF4A-8437-FDBA-4983-88D05E0D92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CD5D7-51A4-4BE0-0ABB-E700DCDAB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38BC4-3969-34C8-6620-CA54E6E899EF}"/>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6" name="Footer Placeholder 5">
            <a:extLst>
              <a:ext uri="{FF2B5EF4-FFF2-40B4-BE49-F238E27FC236}">
                <a16:creationId xmlns:a16="http://schemas.microsoft.com/office/drawing/2014/main" id="{462597AE-F8A2-1B9C-ACB2-60AC8334B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EF7385-C2AF-F330-424B-639BF31AFC65}"/>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1311740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7470-F96F-FCE8-A029-AD5CF0C67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0C330-574F-E106-B004-51281FDA28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3D37ED-0436-423A-42FD-56D42027C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FA8072-D73C-369B-3A1C-FD29C221DD34}"/>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6" name="Footer Placeholder 5">
            <a:extLst>
              <a:ext uri="{FF2B5EF4-FFF2-40B4-BE49-F238E27FC236}">
                <a16:creationId xmlns:a16="http://schemas.microsoft.com/office/drawing/2014/main" id="{322745E1-35FB-3E02-CE4F-C937E84461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A224A-F367-D11B-AED4-49BE4EDEFDC5}"/>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23720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2674-3AB3-4DAD-E60F-D5910305E1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25317-0CC7-9C3D-E620-C93BF94E24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D4952-7CDF-BC8C-E58B-F064F38C938B}"/>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A27DAF14-A71C-5C57-7D1A-091FD1E48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A6330-6F3A-1D9F-9BB3-3C30780324A6}"/>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63297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E340F7-FB3A-BAFA-A6A7-B06CB8909C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6575F8-43F8-756D-BD74-215DEAE9B7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70CF8-7FBD-33B4-406D-1CC0510D8BB0}"/>
              </a:ext>
            </a:extLst>
          </p:cNvPr>
          <p:cNvSpPr>
            <a:spLocks noGrp="1"/>
          </p:cNvSpPr>
          <p:nvPr>
            <p:ph type="dt" sz="half" idx="10"/>
          </p:nvPr>
        </p:nvSpPr>
        <p:spPr/>
        <p:txBody>
          <a:body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E8B9CB67-95FB-B755-3D78-5B47A76F8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222AAB-4124-3A47-7033-5D4B5A319F92}"/>
              </a:ext>
            </a:extLst>
          </p:cNvPr>
          <p:cNvSpPr>
            <a:spLocks noGrp="1"/>
          </p:cNvSpPr>
          <p:nvPr>
            <p:ph type="sldNum" sz="quarter" idx="12"/>
          </p:nvPr>
        </p:nvSpPr>
        <p:spPr/>
        <p:txBody>
          <a:bodyPr/>
          <a:lstStyle/>
          <a:p>
            <a:fld id="{DE5C2E68-BE7E-4D1C-A0BF-26E19B731ED8}" type="slidenum">
              <a:rPr lang="en-US" smtClean="0"/>
              <a:t>‹#›</a:t>
            </a:fld>
            <a:endParaRPr lang="en-US"/>
          </a:p>
        </p:txBody>
      </p:sp>
    </p:spTree>
    <p:extLst>
      <p:ext uri="{BB962C8B-B14F-4D97-AF65-F5344CB8AC3E}">
        <p14:creationId xmlns:p14="http://schemas.microsoft.com/office/powerpoint/2010/main" val="1694628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2E3D75-0506-AF33-3609-D605161A5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5FEFB4-9480-83CC-2FC2-241A5B704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FB7967-C5E6-1B24-CEE1-F8A966D857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D80108-ADE0-4E59-9655-C57CDD6F6F98}" type="datetimeFigureOut">
              <a:rPr lang="en-US" smtClean="0"/>
              <a:t>12/18/2023</a:t>
            </a:fld>
            <a:endParaRPr lang="en-US"/>
          </a:p>
        </p:txBody>
      </p:sp>
      <p:sp>
        <p:nvSpPr>
          <p:cNvPr id="5" name="Footer Placeholder 4">
            <a:extLst>
              <a:ext uri="{FF2B5EF4-FFF2-40B4-BE49-F238E27FC236}">
                <a16:creationId xmlns:a16="http://schemas.microsoft.com/office/drawing/2014/main" id="{DC5BD098-4527-C53B-83E9-58F3C947F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503CBDF-15A5-C55A-5A7C-DE3FBD1373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C2E68-BE7E-4D1C-A0BF-26E19B731ED8}" type="slidenum">
              <a:rPr lang="en-US" smtClean="0"/>
              <a:t>‹#›</a:t>
            </a:fld>
            <a:endParaRPr lang="en-US"/>
          </a:p>
        </p:txBody>
      </p:sp>
    </p:spTree>
    <p:extLst>
      <p:ext uri="{BB962C8B-B14F-4D97-AF65-F5344CB8AC3E}">
        <p14:creationId xmlns:p14="http://schemas.microsoft.com/office/powerpoint/2010/main" val="2606927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vision.middlebury.edu/stereo/data/scenes2006/"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hyperlink" Target="http://arxiv.org/abs/2206.10075" TargetMode="External"/><Relationship Id="rId3" Type="http://schemas.openxmlformats.org/officeDocument/2006/relationships/hyperlink" Target="https://arxiv.org/abs/2303.04670" TargetMode="External"/><Relationship Id="rId7" Type="http://schemas.openxmlformats.org/officeDocument/2006/relationships/hyperlink" Target="https://arxiv.org/abs/2207.11529" TargetMode="External"/><Relationship Id="rId2" Type="http://schemas.openxmlformats.org/officeDocument/2006/relationships/hyperlink" Target="https://arxiv.org/abs/2210.17146" TargetMode="External"/><Relationship Id="rId1" Type="http://schemas.openxmlformats.org/officeDocument/2006/relationships/slideLayout" Target="../slideLayouts/slideLayout6.xml"/><Relationship Id="rId6" Type="http://schemas.openxmlformats.org/officeDocument/2006/relationships/hyperlink" Target="https://arxiv.org/abs/2209.10733" TargetMode="External"/><Relationship Id="rId11" Type="http://schemas.openxmlformats.org/officeDocument/2006/relationships/hyperlink" Target="http://arxiv.org/abs/2205.03236" TargetMode="External"/><Relationship Id="rId5" Type="http://schemas.openxmlformats.org/officeDocument/2006/relationships/hyperlink" Target="https://arxiv.org/abs/2305.12417" TargetMode="External"/><Relationship Id="rId10" Type="http://schemas.openxmlformats.org/officeDocument/2006/relationships/hyperlink" Target="http://arxiv.org/abs/2206.03612" TargetMode="External"/><Relationship Id="rId4" Type="http://schemas.openxmlformats.org/officeDocument/2006/relationships/hyperlink" Target="https://www.sony-semicon.com/en/technology/industry/evs.html" TargetMode="External"/><Relationship Id="rId9" Type="http://schemas.openxmlformats.org/officeDocument/2006/relationships/hyperlink" Target="http://arxiv.org/abs/2206.09420"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melexis.com/en/product/MLX90640/Far-Infrared-Thermal-Sensor-Arra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RapidSilicon/andromeda/blob/main/conv2d_data.v"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pdf/1902.06162.pdf" TargetMode="External"/><Relationship Id="rId2" Type="http://schemas.openxmlformats.org/officeDocument/2006/relationships/hyperlink" Target="https://en.wikipedia.org/wiki/Spectrogram"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Binocular_vision"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s://www.tensorflow.org/lite/performance/quantization_spec" TargetMode="External"/><Relationship Id="rId3" Type="http://schemas.openxmlformats.org/officeDocument/2006/relationships/hyperlink" Target="https://github.com/Xilinx/finn" TargetMode="External"/><Relationship Id="rId7" Type="http://schemas.openxmlformats.org/officeDocument/2006/relationships/hyperlink" Target="https://arxiv.org/pdf/1712.05877.pdf" TargetMode="External"/><Relationship Id="rId2" Type="http://schemas.openxmlformats.org/officeDocument/2006/relationships/hyperlink" Target="https://arxiv.org/pdf/2212.11438.pdf" TargetMode="External"/><Relationship Id="rId1" Type="http://schemas.openxmlformats.org/officeDocument/2006/relationships/slideLayout" Target="../slideLayouts/slideLayout6.xml"/><Relationship Id="rId6" Type="http://schemas.openxmlformats.org/officeDocument/2006/relationships/hyperlink" Target="https://www.tensorflow.org/lite/api_docs" TargetMode="External"/><Relationship Id="rId11" Type="http://schemas.openxmlformats.org/officeDocument/2006/relationships/hyperlink" Target="https://pypi.org/project/tflite/" TargetMode="External"/><Relationship Id="rId5" Type="http://schemas.openxmlformats.org/officeDocument/2006/relationships/hyperlink" Target="https://perceive.io/" TargetMode="External"/><Relationship Id="rId10" Type="http://schemas.openxmlformats.org/officeDocument/2006/relationships/hyperlink" Target="https://github.com/tensorflow/tensorflow/blob/92f84571edb98bdb31f1e7b1e23f17bf2c1438e9/tensorflow/lite/kernels/internal/reference/conv.h#L101" TargetMode="External"/><Relationship Id="rId4" Type="http://schemas.openxmlformats.org/officeDocument/2006/relationships/hyperlink" Target="https://arxiv.org/abs/2212.07936" TargetMode="External"/><Relationship Id="rId9" Type="http://schemas.openxmlformats.org/officeDocument/2006/relationships/hyperlink" Target="https://www.tensorflow.org/lite/performance/post_training_quantizatio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caint.io/" TargetMode="External"/><Relationship Id="rId7" Type="http://schemas.openxmlformats.org/officeDocument/2006/relationships/hyperlink" Target="https://metrology.news/stereo-deflectometry-vision-system-inspects-glossy-parts/"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metrology.news/the-future-of-machine-vision-visor-object-ai-sensor/" TargetMode="External"/><Relationship Id="rId5" Type="http://schemas.openxmlformats.org/officeDocument/2006/relationships/hyperlink" Target="https://www.cognex.com/" TargetMode="External"/><Relationship Id="rId4" Type="http://schemas.openxmlformats.org/officeDocument/2006/relationships/hyperlink" Target="https://automation.omron.com/"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arxiv.org/pdf/2002.05709.pdf" TargetMode="External"/><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arxiv.org/pdf/2203.03580.pdf" TargetMode="External"/><Relationship Id="rId5" Type="http://schemas.openxmlformats.org/officeDocument/2006/relationships/hyperlink" Target="https://arxiv.org/pdf/2104.14294.pdf" TargetMode="External"/><Relationship Id="rId4" Type="http://schemas.openxmlformats.org/officeDocument/2006/relationships/hyperlink" Target="https://arxiv.org/pdf/2006.07733.pdf" TargetMode="External"/><Relationship Id="rId9"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hyperlink" Target="https://arxiv.org/pdf/2203.03580.pdf" TargetMode="External"/><Relationship Id="rId3" Type="http://schemas.openxmlformats.org/officeDocument/2006/relationships/hyperlink" Target="https://arxiv.org/pdf/2002.05709.pdf" TargetMode="External"/><Relationship Id="rId7" Type="http://schemas.openxmlformats.org/officeDocument/2006/relationships/hyperlink" Target="https://arxiv.org/pdf/2205.09113.pdf"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arxiv.org/pdf/2304.07193.pdf" TargetMode="External"/><Relationship Id="rId11" Type="http://schemas.openxmlformats.org/officeDocument/2006/relationships/image" Target="../media/image10.png"/><Relationship Id="rId5" Type="http://schemas.openxmlformats.org/officeDocument/2006/relationships/hyperlink" Target="https://arxiv.org/pdf/2104.14294.pdf" TargetMode="External"/><Relationship Id="rId10" Type="http://schemas.openxmlformats.org/officeDocument/2006/relationships/image" Target="../media/image9.png"/><Relationship Id="rId4" Type="http://schemas.openxmlformats.org/officeDocument/2006/relationships/hyperlink" Target="https://arxiv.org/pdf/2006.07733.pdf" TargetMode="External"/><Relationship Id="rId9"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arxiv.org/pdf/2108.10904.pdf"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arxiv.org/pdf/2108.10904.pdf"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s://arxiv.org/pdf/2201.03545.pdf" TargetMode="External"/><Relationship Id="rId2" Type="http://schemas.openxmlformats.org/officeDocument/2006/relationships/hyperlink" Target="https://arxiv.org/pdf/2103.00020.pdf" TargetMode="External"/><Relationship Id="rId1" Type="http://schemas.openxmlformats.org/officeDocument/2006/relationships/slideLayout" Target="../slideLayouts/slideLayout6.xml"/><Relationship Id="rId4" Type="http://schemas.openxmlformats.org/officeDocument/2006/relationships/hyperlink" Target="https://arxiv.org/pdf/2108.10904.pdf"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hyperlink" Target="https://docs.xilinx.com/r/en-US/pg232-mipi-csi2-rx/MIPI-CSI-2-Receiver-Subsystem-Product-Guide" TargetMode="External"/><Relationship Id="rId2" Type="http://schemas.openxmlformats.org/officeDocument/2006/relationships/hyperlink" Target="https://www.xilinx.com/products/intellectual-property/jtag_to_axi_master.html" TargetMode="External"/><Relationship Id="rId1" Type="http://schemas.openxmlformats.org/officeDocument/2006/relationships/slideLayout" Target="../slideLayouts/slideLayout7.xml"/><Relationship Id="rId6" Type="http://schemas.openxmlformats.org/officeDocument/2006/relationships/hyperlink" Target="https://docs.xilinx.com/v/u/en-US/ds768_axi_interconnect" TargetMode="External"/><Relationship Id="rId5" Type="http://schemas.openxmlformats.org/officeDocument/2006/relationships/hyperlink" Target="https://docs.xilinx.com/r/en-US/pg021_axi_dma/AXI-DMA-Register-Address-Map?section=XREF_38966_AXI_DMA_Simple_DMA" TargetMode="External"/><Relationship Id="rId4" Type="http://schemas.openxmlformats.org/officeDocument/2006/relationships/hyperlink" Target="https://docs.xilinx.com/v/u/en-US/pg150-ultrascale-memory-ip"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hyperlink" Target="https://docs.arducam.com/Nvidia-Jetson-Camera/type-and-pinout-mipi-csi-2/" TargetMode="External"/><Relationship Id="rId3" Type="http://schemas.openxmlformats.org/officeDocument/2006/relationships/image" Target="../media/image21.png"/><Relationship Id="rId7" Type="http://schemas.openxmlformats.org/officeDocument/2006/relationships/hyperlink" Target="https://ams.com/en/mira220-nvidia-jetson-nano-evalkit"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www.xilinx.com/products/boards-and-kits/1-so55i9.html"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arxiv.org/pdf/2103.00020.pdf"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slamtec.ai/" TargetMode="Externa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www.xilinx.com/products/boards-and-kits/1-so55i9.html" TargetMode="External"/><Relationship Id="rId2" Type="http://schemas.openxmlformats.org/officeDocument/2006/relationships/hyperlink" Target="https://www.terasic.com.tw/cgi-bin/page/archive.pl?Language=English&amp;CategoryNo=142&amp;No=1295#contents"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hyperlink" Target="https://github.com/RapidSilicon/andromeda/blob/main/conv2d_data.v"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hyperlink" Target="https://github.com/RapidSilicon/andromeda/blob/main/conv2d_data.v" TargetMode="Externa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github.com/RapidSilicon/andromeda/blob/main/conv2d_data.v" TargetMode="Externa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package" Target="../embeddings/Microsoft_Excel_Worksheet.xlsx"/><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hyperlink" Target="https://github.com/RapidSilicon/andromeda/blob/main/conv2d_data.v"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hyperlink" Target="https://github.com/RapidSilicon/andromeda/blob/main/conv2d_dp.v" TargetMode="Externa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hyperlink" Target="https://www.tensorflow.org/lite/performance/quantization_spec#int8_quantized_operator_specifications" TargetMode="External"/><Relationship Id="rId2" Type="http://schemas.openxmlformats.org/officeDocument/2006/relationships/hyperlink" Target="https://arxiv.org/pdf/1712.05877.pdf" TargetMode="External"/><Relationship Id="rId1" Type="http://schemas.openxmlformats.org/officeDocument/2006/relationships/slideLayout" Target="../slideLayouts/slideLayout7.xml"/><Relationship Id="rId6" Type="http://schemas.openxmlformats.org/officeDocument/2006/relationships/hyperlink" Target="https://arxiv.org/pdf/2112.07571.pdf" TargetMode="External"/><Relationship Id="rId5" Type="http://schemas.openxmlformats.org/officeDocument/2006/relationships/hyperlink" Target="https://en.wikipedia.org/wiki/Cerebras" TargetMode="External"/><Relationship Id="rId4" Type="http://schemas.openxmlformats.org/officeDocument/2006/relationships/hyperlink" Target="https://en.wikipedia.org/wiki/Wafer-scale_integration"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jpg"/><Relationship Id="rId4" Type="http://schemas.openxmlformats.org/officeDocument/2006/relationships/image" Target="../media/image3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5.jpg"/><Relationship Id="rId2" Type="http://schemas.openxmlformats.org/officeDocument/2006/relationships/image" Target="../media/image37.jp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9.jpg"/></Relationships>
</file>

<file path=ppt/slides/_rels/slide13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46.png"/><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37.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66996-A2C9-A2BB-497F-F5A2E232499A}"/>
              </a:ext>
            </a:extLst>
          </p:cNvPr>
          <p:cNvSpPr>
            <a:spLocks noGrp="1"/>
          </p:cNvSpPr>
          <p:nvPr>
            <p:ph type="ctrTitle"/>
          </p:nvPr>
        </p:nvSpPr>
        <p:spPr>
          <a:xfrm>
            <a:off x="1524000" y="2826472"/>
            <a:ext cx="9144000" cy="2387600"/>
          </a:xfrm>
        </p:spPr>
        <p:txBody>
          <a:bodyPr>
            <a:normAutofit fontScale="90000"/>
          </a:bodyPr>
          <a:lstStyle/>
          <a:p>
            <a:r>
              <a:rPr lang="en-US" sz="4800" b="1" dirty="0" err="1"/>
              <a:t>TFLite</a:t>
            </a:r>
            <a:r>
              <a:rPr lang="en-US" sz="4800" b="1" dirty="0"/>
              <a:t> to Verilog</a:t>
            </a:r>
            <a:br>
              <a:rPr lang="en-US" sz="4800" b="1" dirty="0"/>
            </a:br>
            <a:r>
              <a:rPr lang="en-US" sz="4800" b="1" dirty="0"/>
              <a:t>streaming CNN compiler</a:t>
            </a:r>
            <a:br>
              <a:rPr lang="en-US" sz="4800" b="1" dirty="0"/>
            </a:br>
            <a:r>
              <a:rPr lang="en-US" sz="4800" b="1" dirty="0"/>
              <a:t>for embedded AI applications</a:t>
            </a:r>
            <a:br>
              <a:rPr lang="en-US" sz="4800" b="1" dirty="0"/>
            </a:br>
            <a:br>
              <a:rPr lang="en-US" sz="4800" b="1" dirty="0"/>
            </a:br>
            <a:r>
              <a:rPr lang="en-US" sz="4400" dirty="0"/>
              <a:t>andromeda.py</a:t>
            </a:r>
            <a:br>
              <a:rPr lang="en-US" sz="4400" dirty="0"/>
            </a:br>
            <a:r>
              <a:rPr lang="en-US" sz="4400" dirty="0"/>
              <a:t>+ conv2d.v</a:t>
            </a:r>
            <a:br>
              <a:rPr lang="en-US" sz="4400" dirty="0"/>
            </a:br>
            <a:r>
              <a:rPr lang="en-US" sz="4400" dirty="0"/>
              <a:t>+ </a:t>
            </a:r>
            <a:r>
              <a:rPr lang="en-US" sz="4400" dirty="0" err="1"/>
              <a:t>concatenate.v</a:t>
            </a:r>
            <a:br>
              <a:rPr lang="en-US" sz="4400" dirty="0"/>
            </a:br>
            <a:r>
              <a:rPr lang="en-US" sz="4400" dirty="0"/>
              <a:t>+ </a:t>
            </a:r>
            <a:r>
              <a:rPr lang="en-US" sz="4400" dirty="0" err="1"/>
              <a:t>replicate.v</a:t>
            </a:r>
            <a:endParaRPr lang="en-US" b="1" dirty="0"/>
          </a:p>
        </p:txBody>
      </p:sp>
    </p:spTree>
    <p:extLst>
      <p:ext uri="{BB962C8B-B14F-4D97-AF65-F5344CB8AC3E}">
        <p14:creationId xmlns:p14="http://schemas.microsoft.com/office/powerpoint/2010/main" val="3771725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9136-A0D1-EC8E-6C72-C0770BF8EEAC}"/>
              </a:ext>
            </a:extLst>
          </p:cNvPr>
          <p:cNvSpPr>
            <a:spLocks noGrp="1"/>
          </p:cNvSpPr>
          <p:nvPr>
            <p:ph type="title"/>
          </p:nvPr>
        </p:nvSpPr>
        <p:spPr/>
        <p:txBody>
          <a:bodyPr/>
          <a:lstStyle/>
          <a:p>
            <a:r>
              <a:rPr lang="en-US" dirty="0"/>
              <a:t>Replicate(), Concatenate(), </a:t>
            </a:r>
            <a:r>
              <a:rPr lang="en-US"/>
              <a:t>Add()</a:t>
            </a:r>
            <a:endParaRPr lang="en-US" dirty="0"/>
          </a:p>
        </p:txBody>
      </p:sp>
      <p:sp>
        <p:nvSpPr>
          <p:cNvPr id="4" name="TextBox 3">
            <a:extLst>
              <a:ext uri="{FF2B5EF4-FFF2-40B4-BE49-F238E27FC236}">
                <a16:creationId xmlns:a16="http://schemas.microsoft.com/office/drawing/2014/main" id="{2C6A24F0-0FDC-84B1-4539-59F15CF9B917}"/>
              </a:ext>
            </a:extLst>
          </p:cNvPr>
          <p:cNvSpPr txBox="1"/>
          <p:nvPr/>
        </p:nvSpPr>
        <p:spPr>
          <a:xfrm>
            <a:off x="838200" y="2038989"/>
            <a:ext cx="6097384" cy="646331"/>
          </a:xfrm>
          <a:prstGeom prst="rect">
            <a:avLst/>
          </a:prstGeom>
          <a:noFill/>
        </p:spPr>
        <p:txBody>
          <a:bodyPr wrap="square">
            <a:spAutoFit/>
          </a:bodyPr>
          <a:lstStyle/>
          <a:p>
            <a:r>
              <a:rPr lang="en-US" dirty="0">
                <a:hlinkClick r:id="rId2"/>
              </a:rPr>
              <a:t>https://vision.middlebury.edu/stereo/data/scenes2006/</a:t>
            </a:r>
            <a:endParaRPr lang="en-US" dirty="0"/>
          </a:p>
          <a:p>
            <a:endParaRPr lang="en-US" dirty="0"/>
          </a:p>
        </p:txBody>
      </p:sp>
    </p:spTree>
    <p:extLst>
      <p:ext uri="{BB962C8B-B14F-4D97-AF65-F5344CB8AC3E}">
        <p14:creationId xmlns:p14="http://schemas.microsoft.com/office/powerpoint/2010/main" val="2972421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9BEE-F10D-38E4-5739-04374DD63F74}"/>
              </a:ext>
            </a:extLst>
          </p:cNvPr>
          <p:cNvSpPr>
            <a:spLocks noGrp="1"/>
          </p:cNvSpPr>
          <p:nvPr>
            <p:ph type="title"/>
          </p:nvPr>
        </p:nvSpPr>
        <p:spPr/>
        <p:txBody>
          <a:bodyPr/>
          <a:lstStyle/>
          <a:p>
            <a:r>
              <a:rPr lang="en-US" dirty="0"/>
              <a:t>Applications</a:t>
            </a:r>
          </a:p>
        </p:txBody>
      </p:sp>
      <p:sp>
        <p:nvSpPr>
          <p:cNvPr id="4" name="TextBox 3">
            <a:extLst>
              <a:ext uri="{FF2B5EF4-FFF2-40B4-BE49-F238E27FC236}">
                <a16:creationId xmlns:a16="http://schemas.microsoft.com/office/drawing/2014/main" id="{572C4558-70BB-FBEB-ADEA-15466F3EB135}"/>
              </a:ext>
            </a:extLst>
          </p:cNvPr>
          <p:cNvSpPr txBox="1"/>
          <p:nvPr/>
        </p:nvSpPr>
        <p:spPr>
          <a:xfrm>
            <a:off x="838200" y="1914298"/>
            <a:ext cx="10515600" cy="3416320"/>
          </a:xfrm>
          <a:prstGeom prst="rect">
            <a:avLst/>
          </a:prstGeom>
          <a:noFill/>
        </p:spPr>
        <p:txBody>
          <a:bodyPr wrap="square">
            <a:spAutoFit/>
          </a:bodyPr>
          <a:lstStyle/>
          <a:p>
            <a:r>
              <a:rPr lang="en-US" dirty="0">
                <a:hlinkClick r:id="rId2"/>
              </a:rPr>
              <a:t>LAD-RCNN:A Powerful Tool for Livestock Face Detection and Normalization</a:t>
            </a:r>
            <a:endParaRPr lang="en-US" dirty="0"/>
          </a:p>
          <a:p>
            <a:r>
              <a:rPr lang="en-US" dirty="0" err="1">
                <a:hlinkClick r:id="rId3"/>
              </a:rPr>
              <a:t>EvConv</a:t>
            </a:r>
            <a:r>
              <a:rPr lang="en-US" dirty="0">
                <a:hlinkClick r:id="rId3"/>
              </a:rPr>
              <a:t>: Fast CNN Inference on Event Camera Inputs For High-Speed Robot Perception</a:t>
            </a:r>
            <a:endParaRPr lang="en-US" dirty="0"/>
          </a:p>
          <a:p>
            <a:pPr lvl="1"/>
            <a:r>
              <a:rPr lang="en-US" dirty="0">
                <a:hlinkClick r:id="rId4"/>
              </a:rPr>
              <a:t>Sony Event-based Vision Sensor</a:t>
            </a:r>
            <a:endParaRPr lang="en-US" dirty="0"/>
          </a:p>
          <a:p>
            <a:r>
              <a:rPr lang="en-US" dirty="0">
                <a:hlinkClick r:id="rId5"/>
              </a:rPr>
              <a:t>CNN-based Methods for Object Recognition with High-Resolution Tactile Sensors</a:t>
            </a:r>
            <a:endParaRPr lang="en-US" dirty="0"/>
          </a:p>
          <a:p>
            <a:r>
              <a:rPr lang="en-US" dirty="0" err="1">
                <a:hlinkClick r:id="rId6"/>
              </a:rPr>
              <a:t>FusionRCNN</a:t>
            </a:r>
            <a:r>
              <a:rPr lang="en-US" dirty="0">
                <a:hlinkClick r:id="rId6"/>
              </a:rPr>
              <a:t>: LiDAR-Camera Fusion for Two-stage 3D Object Detection</a:t>
            </a:r>
            <a:endParaRPr lang="en-US" dirty="0"/>
          </a:p>
          <a:p>
            <a:r>
              <a:rPr lang="en-US" dirty="0">
                <a:hlinkClick r:id="rId7"/>
              </a:rPr>
              <a:t>Low-complexity CNNs for Acoustic Scene Classification</a:t>
            </a:r>
            <a:endParaRPr lang="en-US" dirty="0"/>
          </a:p>
          <a:p>
            <a:r>
              <a:rPr lang="en-US" dirty="0">
                <a:hlinkClick r:id="rId8"/>
              </a:rPr>
              <a:t>Counting Varying Density Crowds Through Density Guided Adaptive Selection CNN and Transformer Estimation</a:t>
            </a:r>
            <a:endParaRPr lang="en-US" dirty="0"/>
          </a:p>
          <a:p>
            <a:r>
              <a:rPr lang="en-US" dirty="0">
                <a:hlinkClick r:id="rId9"/>
              </a:rPr>
              <a:t>Agricultural Plantation Classification using Transfer Learning Approach based on CNN</a:t>
            </a:r>
            <a:endParaRPr lang="en-US" dirty="0"/>
          </a:p>
          <a:p>
            <a:r>
              <a:rPr lang="en-US" dirty="0">
                <a:hlinkClick r:id="rId10"/>
              </a:rPr>
              <a:t>Predictive Modeling of Charge Levels for Battery Electric Vehicles using CNN </a:t>
            </a:r>
            <a:r>
              <a:rPr lang="en-US" dirty="0" err="1">
                <a:hlinkClick r:id="rId10"/>
              </a:rPr>
              <a:t>EfficientNet</a:t>
            </a:r>
            <a:r>
              <a:rPr lang="en-US" dirty="0">
                <a:hlinkClick r:id="rId10"/>
              </a:rPr>
              <a:t> and IGTD Algorithm</a:t>
            </a:r>
            <a:endParaRPr lang="en-US" dirty="0"/>
          </a:p>
          <a:p>
            <a:r>
              <a:rPr lang="en-US" dirty="0">
                <a:hlinkClick r:id="rId11"/>
              </a:rPr>
              <a:t>A CNN Approach for 5G </a:t>
            </a:r>
            <a:r>
              <a:rPr lang="en-US" dirty="0" err="1">
                <a:hlinkClick r:id="rId11"/>
              </a:rPr>
              <a:t>mmWave</a:t>
            </a:r>
            <a:r>
              <a:rPr lang="en-US" dirty="0">
                <a:hlinkClick r:id="rId11"/>
              </a:rPr>
              <a:t> Positioning Using Beamformed CSI Measurements</a:t>
            </a:r>
            <a:endParaRPr lang="en-US" dirty="0"/>
          </a:p>
          <a:p>
            <a:endParaRPr lang="en-US" dirty="0"/>
          </a:p>
          <a:p>
            <a:endParaRPr lang="en-US" dirty="0"/>
          </a:p>
        </p:txBody>
      </p:sp>
    </p:spTree>
    <p:extLst>
      <p:ext uri="{BB962C8B-B14F-4D97-AF65-F5344CB8AC3E}">
        <p14:creationId xmlns:p14="http://schemas.microsoft.com/office/powerpoint/2010/main" val="2252831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327B2-FE5C-5A30-CACA-4913F991FB0D}"/>
              </a:ext>
            </a:extLst>
          </p:cNvPr>
          <p:cNvSpPr>
            <a:spLocks noGrp="1"/>
          </p:cNvSpPr>
          <p:nvPr>
            <p:ph type="title"/>
          </p:nvPr>
        </p:nvSpPr>
        <p:spPr/>
        <p:txBody>
          <a:bodyPr/>
          <a:lstStyle/>
          <a:p>
            <a:r>
              <a:rPr lang="en-US" dirty="0"/>
              <a:t>Target applications</a:t>
            </a:r>
          </a:p>
        </p:txBody>
      </p:sp>
      <p:sp>
        <p:nvSpPr>
          <p:cNvPr id="3" name="Content Placeholder 2">
            <a:extLst>
              <a:ext uri="{FF2B5EF4-FFF2-40B4-BE49-F238E27FC236}">
                <a16:creationId xmlns:a16="http://schemas.microsoft.com/office/drawing/2014/main" id="{D5406C34-9D6E-1DE2-01F8-BA58C9572927}"/>
              </a:ext>
            </a:extLst>
          </p:cNvPr>
          <p:cNvSpPr>
            <a:spLocks noGrp="1"/>
          </p:cNvSpPr>
          <p:nvPr>
            <p:ph idx="1"/>
          </p:nvPr>
        </p:nvSpPr>
        <p:spPr>
          <a:xfrm>
            <a:off x="838199" y="1825625"/>
            <a:ext cx="10460065" cy="3420551"/>
          </a:xfrm>
        </p:spPr>
        <p:txBody>
          <a:bodyPr>
            <a:normAutofit/>
          </a:bodyPr>
          <a:lstStyle/>
          <a:p>
            <a:pPr marL="514350" indent="-514350">
              <a:buFont typeface="+mj-lt"/>
              <a:buAutoNum type="arabicPeriod"/>
            </a:pPr>
            <a:r>
              <a:rPr lang="en-US" sz="2400" dirty="0"/>
              <a:t>Prediction / parameter estimation from joint sensor data at ~100K samples/sec</a:t>
            </a:r>
          </a:p>
          <a:p>
            <a:pPr lvl="1"/>
            <a:r>
              <a:rPr lang="en-US" sz="2000" dirty="0"/>
              <a:t>e.g. </a:t>
            </a:r>
            <a:r>
              <a:rPr lang="en-US" sz="2000" dirty="0">
                <a:hlinkClick r:id="rId2"/>
              </a:rPr>
              <a:t>MLX90640</a:t>
            </a:r>
            <a:r>
              <a:rPr lang="en-US" sz="2000" dirty="0"/>
              <a:t> thermal array, piezo, Hall effect</a:t>
            </a:r>
          </a:p>
          <a:p>
            <a:pPr lvl="1"/>
            <a:r>
              <a:rPr lang="en-US" sz="2000" dirty="0"/>
              <a:t>app: thermal screening , motor control, equipment monitoring </a:t>
            </a:r>
          </a:p>
          <a:p>
            <a:pPr marL="514350" indent="-514350">
              <a:buFont typeface="+mj-lt"/>
              <a:buAutoNum type="arabicPeriod"/>
            </a:pPr>
            <a:r>
              <a:rPr lang="en-US" sz="2400" dirty="0"/>
              <a:t>AI audio processing using multiple microphones/speakers</a:t>
            </a:r>
          </a:p>
          <a:p>
            <a:pPr marL="514350" indent="-514350">
              <a:buFont typeface="+mj-lt"/>
              <a:buAutoNum type="arabicPeriod"/>
            </a:pPr>
            <a:r>
              <a:rPr lang="en-US" sz="2400" dirty="0"/>
              <a:t>Advanced multi-camera vision tasks at 100M+ pixels/s</a:t>
            </a:r>
          </a:p>
          <a:p>
            <a:pPr lvl="1"/>
            <a:r>
              <a:rPr lang="en-US" sz="2000" dirty="0"/>
              <a:t>300+ FPS, 20M+ uncompressed pixel resolution, 10+ cameras, hyperspectral</a:t>
            </a:r>
          </a:p>
          <a:p>
            <a:pPr marL="514350" indent="-514350">
              <a:buFont typeface="+mj-lt"/>
              <a:buAutoNum type="arabicPeriod"/>
            </a:pPr>
            <a:r>
              <a:rPr lang="en-US" sz="2400" dirty="0"/>
              <a:t>AI radio using RF baseband IQ samples, MIMO antennas</a:t>
            </a:r>
          </a:p>
        </p:txBody>
      </p:sp>
      <p:sp>
        <p:nvSpPr>
          <p:cNvPr id="13" name="TextBox 12">
            <a:extLst>
              <a:ext uri="{FF2B5EF4-FFF2-40B4-BE49-F238E27FC236}">
                <a16:creationId xmlns:a16="http://schemas.microsoft.com/office/drawing/2014/main" id="{02D42E87-F706-EBE5-D168-B0560F13A5E3}"/>
              </a:ext>
            </a:extLst>
          </p:cNvPr>
          <p:cNvSpPr txBox="1"/>
          <p:nvPr/>
        </p:nvSpPr>
        <p:spPr>
          <a:xfrm flipH="1">
            <a:off x="999664" y="5009143"/>
            <a:ext cx="10588278" cy="156966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2400" b="1" dirty="0"/>
              <a:t>Replace traditional DSP algorithms with trained deep models</a:t>
            </a:r>
          </a:p>
          <a:p>
            <a:r>
              <a:rPr lang="en-US" sz="2400" dirty="0"/>
              <a:t>- Performance improvement from using deep model instead of heuristics </a:t>
            </a:r>
          </a:p>
          <a:p>
            <a:r>
              <a:rPr lang="en-US" sz="2400" dirty="0"/>
              <a:t>- Can learn over time and adapt</a:t>
            </a:r>
          </a:p>
          <a:p>
            <a:r>
              <a:rPr lang="en-US" sz="2400" dirty="0"/>
              <a:t>- Can automate the implementation of e.g. MATLAB model using imitation learning</a:t>
            </a:r>
          </a:p>
        </p:txBody>
      </p:sp>
    </p:spTree>
    <p:extLst>
      <p:ext uri="{BB962C8B-B14F-4D97-AF65-F5344CB8AC3E}">
        <p14:creationId xmlns:p14="http://schemas.microsoft.com/office/powerpoint/2010/main" val="1701681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0F19-C299-4CAB-F753-C3A088A6D76D}"/>
              </a:ext>
            </a:extLst>
          </p:cNvPr>
          <p:cNvSpPr>
            <a:spLocks noGrp="1"/>
          </p:cNvSpPr>
          <p:nvPr>
            <p:ph type="title"/>
          </p:nvPr>
        </p:nvSpPr>
        <p:spPr/>
        <p:txBody>
          <a:bodyPr/>
          <a:lstStyle/>
          <a:p>
            <a:r>
              <a:rPr lang="en-US" dirty="0"/>
              <a:t>Streaming CNN compiler</a:t>
            </a:r>
          </a:p>
        </p:txBody>
      </p:sp>
      <p:sp>
        <p:nvSpPr>
          <p:cNvPr id="3" name="Cylinder 2">
            <a:extLst>
              <a:ext uri="{FF2B5EF4-FFF2-40B4-BE49-F238E27FC236}">
                <a16:creationId xmlns:a16="http://schemas.microsoft.com/office/drawing/2014/main" id="{73EFC5F1-D0C0-82B0-38A8-F1F2B0B63024}"/>
              </a:ext>
            </a:extLst>
          </p:cNvPr>
          <p:cNvSpPr/>
          <p:nvPr/>
        </p:nvSpPr>
        <p:spPr>
          <a:xfrm>
            <a:off x="1013227" y="2227141"/>
            <a:ext cx="480447" cy="550190"/>
          </a:xfrm>
          <a:prstGeom prst="can">
            <a:avLst/>
          </a:prstGeom>
          <a:noFill/>
          <a:ln w="25400">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DCA391-9546-7A2D-9C3D-19F2294FADED}"/>
              </a:ext>
            </a:extLst>
          </p:cNvPr>
          <p:cNvSpPr txBox="1"/>
          <p:nvPr/>
        </p:nvSpPr>
        <p:spPr>
          <a:xfrm>
            <a:off x="638254" y="2887757"/>
            <a:ext cx="1276888" cy="646331"/>
          </a:xfrm>
          <a:prstGeom prst="rect">
            <a:avLst/>
          </a:prstGeom>
          <a:noFill/>
        </p:spPr>
        <p:txBody>
          <a:bodyPr wrap="none" rtlCol="0">
            <a:spAutoFit/>
          </a:bodyPr>
          <a:lstStyle/>
          <a:p>
            <a:r>
              <a:rPr lang="en-US" i="1" dirty="0" err="1"/>
              <a:t>model</a:t>
            </a:r>
            <a:r>
              <a:rPr lang="en-US" dirty="0" err="1"/>
              <a:t>.tflite</a:t>
            </a:r>
            <a:endParaRPr lang="en-US" dirty="0"/>
          </a:p>
          <a:p>
            <a:r>
              <a:rPr lang="en-US" dirty="0" err="1"/>
              <a:t>FlatBuffers</a:t>
            </a:r>
            <a:endParaRPr lang="en-US" dirty="0"/>
          </a:p>
        </p:txBody>
      </p:sp>
      <p:sp>
        <p:nvSpPr>
          <p:cNvPr id="5" name="Rectangle 4">
            <a:extLst>
              <a:ext uri="{FF2B5EF4-FFF2-40B4-BE49-F238E27FC236}">
                <a16:creationId xmlns:a16="http://schemas.microsoft.com/office/drawing/2014/main" id="{42D8F2B3-A1B0-B21E-F5B4-0B868C18060B}"/>
              </a:ext>
            </a:extLst>
          </p:cNvPr>
          <p:cNvSpPr/>
          <p:nvPr/>
        </p:nvSpPr>
        <p:spPr>
          <a:xfrm>
            <a:off x="2677572" y="1984980"/>
            <a:ext cx="1951926" cy="10345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andromeda.py</a:t>
            </a:r>
          </a:p>
        </p:txBody>
      </p:sp>
      <p:sp>
        <p:nvSpPr>
          <p:cNvPr id="6" name="TextBox 5">
            <a:extLst>
              <a:ext uri="{FF2B5EF4-FFF2-40B4-BE49-F238E27FC236}">
                <a16:creationId xmlns:a16="http://schemas.microsoft.com/office/drawing/2014/main" id="{8DFE5526-5AC2-D02E-98DC-558A3B7390FA}"/>
              </a:ext>
            </a:extLst>
          </p:cNvPr>
          <p:cNvSpPr txBox="1"/>
          <p:nvPr/>
        </p:nvSpPr>
        <p:spPr>
          <a:xfrm>
            <a:off x="2677572" y="3147353"/>
            <a:ext cx="2054345" cy="923330"/>
          </a:xfrm>
          <a:prstGeom prst="rect">
            <a:avLst/>
          </a:prstGeom>
          <a:noFill/>
        </p:spPr>
        <p:txBody>
          <a:bodyPr wrap="none" rtlCol="0">
            <a:spAutoFit/>
          </a:bodyPr>
          <a:lstStyle/>
          <a:p>
            <a:r>
              <a:rPr lang="en-US" dirty="0"/>
              <a:t>--model </a:t>
            </a:r>
            <a:r>
              <a:rPr lang="en-US" i="1" dirty="0" err="1"/>
              <a:t>model</a:t>
            </a:r>
            <a:r>
              <a:rPr lang="en-US" dirty="0" err="1"/>
              <a:t>.tflite</a:t>
            </a:r>
            <a:endParaRPr lang="en-US" dirty="0"/>
          </a:p>
          <a:p>
            <a:r>
              <a:rPr lang="en-US" dirty="0"/>
              <a:t>--</a:t>
            </a:r>
            <a:r>
              <a:rPr lang="en-US" dirty="0" err="1"/>
              <a:t>clk</a:t>
            </a:r>
            <a:r>
              <a:rPr lang="en-US" dirty="0"/>
              <a:t> 100e6</a:t>
            </a:r>
          </a:p>
          <a:p>
            <a:r>
              <a:rPr lang="en-US" dirty="0"/>
              <a:t>--fps 30</a:t>
            </a:r>
          </a:p>
        </p:txBody>
      </p:sp>
      <p:cxnSp>
        <p:nvCxnSpPr>
          <p:cNvPr id="8" name="Straight Arrow Connector 7">
            <a:extLst>
              <a:ext uri="{FF2B5EF4-FFF2-40B4-BE49-F238E27FC236}">
                <a16:creationId xmlns:a16="http://schemas.microsoft.com/office/drawing/2014/main" id="{30E755D2-F270-58E6-4602-C32D78D85847}"/>
              </a:ext>
            </a:extLst>
          </p:cNvPr>
          <p:cNvCxnSpPr>
            <a:stCxn id="3" idx="4"/>
            <a:endCxn id="5" idx="1"/>
          </p:cNvCxnSpPr>
          <p:nvPr/>
        </p:nvCxnSpPr>
        <p:spPr>
          <a:xfrm>
            <a:off x="1493674" y="2502236"/>
            <a:ext cx="1183898" cy="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9" name="Cylinder 8">
            <a:extLst>
              <a:ext uri="{FF2B5EF4-FFF2-40B4-BE49-F238E27FC236}">
                <a16:creationId xmlns:a16="http://schemas.microsoft.com/office/drawing/2014/main" id="{321A1818-FBA0-D7B6-CEA7-C44873254044}"/>
              </a:ext>
            </a:extLst>
          </p:cNvPr>
          <p:cNvSpPr/>
          <p:nvPr/>
        </p:nvSpPr>
        <p:spPr>
          <a:xfrm>
            <a:off x="5870975" y="182682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1EE9A6-72E4-455F-1868-F80EF7C8080A}"/>
              </a:ext>
            </a:extLst>
          </p:cNvPr>
          <p:cNvSpPr txBox="1"/>
          <p:nvPr/>
        </p:nvSpPr>
        <p:spPr>
          <a:xfrm>
            <a:off x="5644083" y="2378951"/>
            <a:ext cx="934231" cy="369332"/>
          </a:xfrm>
          <a:prstGeom prst="rect">
            <a:avLst/>
          </a:prstGeom>
          <a:noFill/>
        </p:spPr>
        <p:txBody>
          <a:bodyPr wrap="none" rtlCol="0">
            <a:spAutoFit/>
          </a:bodyPr>
          <a:lstStyle/>
          <a:p>
            <a:pPr algn="ctr"/>
            <a:r>
              <a:rPr lang="en-US" i="1" dirty="0" err="1"/>
              <a:t>model</a:t>
            </a:r>
            <a:r>
              <a:rPr lang="en-US" dirty="0" err="1"/>
              <a:t>.v</a:t>
            </a:r>
            <a:endParaRPr lang="en-US" dirty="0"/>
          </a:p>
        </p:txBody>
      </p:sp>
      <p:sp>
        <p:nvSpPr>
          <p:cNvPr id="13" name="Cylinder 12">
            <a:extLst>
              <a:ext uri="{FF2B5EF4-FFF2-40B4-BE49-F238E27FC236}">
                <a16:creationId xmlns:a16="http://schemas.microsoft.com/office/drawing/2014/main" id="{D8CC6A25-F643-28AE-47CC-3555AB31D1EE}"/>
              </a:ext>
            </a:extLst>
          </p:cNvPr>
          <p:cNvSpPr/>
          <p:nvPr/>
        </p:nvSpPr>
        <p:spPr>
          <a:xfrm>
            <a:off x="5876914" y="2790953"/>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29E857F-C7B3-C3EB-D7D2-3949426CCD2F}"/>
              </a:ext>
            </a:extLst>
          </p:cNvPr>
          <p:cNvSpPr txBox="1"/>
          <p:nvPr/>
        </p:nvSpPr>
        <p:spPr>
          <a:xfrm>
            <a:off x="5565362" y="4533560"/>
            <a:ext cx="1547090" cy="923330"/>
          </a:xfrm>
          <a:prstGeom prst="rect">
            <a:avLst/>
          </a:prstGeom>
          <a:noFill/>
        </p:spPr>
        <p:txBody>
          <a:bodyPr wrap="none" rtlCol="0">
            <a:spAutoFit/>
          </a:bodyPr>
          <a:lstStyle/>
          <a:p>
            <a:r>
              <a:rPr lang="en-US" dirty="0"/>
              <a:t>conv2d.v</a:t>
            </a:r>
          </a:p>
          <a:p>
            <a:r>
              <a:rPr lang="en-US" dirty="0"/>
              <a:t>conv2d_data.v</a:t>
            </a:r>
          </a:p>
          <a:p>
            <a:r>
              <a:rPr lang="en-US" dirty="0"/>
              <a:t>conv2d_ctrl.v</a:t>
            </a:r>
          </a:p>
        </p:txBody>
      </p:sp>
      <p:sp>
        <p:nvSpPr>
          <p:cNvPr id="15" name="Cylinder 14">
            <a:extLst>
              <a:ext uri="{FF2B5EF4-FFF2-40B4-BE49-F238E27FC236}">
                <a16:creationId xmlns:a16="http://schemas.microsoft.com/office/drawing/2014/main" id="{CAAC10AD-B6C9-9BF9-3108-BBC3D34586A0}"/>
              </a:ext>
            </a:extLst>
          </p:cNvPr>
          <p:cNvSpPr/>
          <p:nvPr/>
        </p:nvSpPr>
        <p:spPr>
          <a:xfrm>
            <a:off x="7112452" y="4700300"/>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B2BEBD4-B229-5227-6467-E9E2F92BCE15}"/>
              </a:ext>
            </a:extLst>
          </p:cNvPr>
          <p:cNvSpPr txBox="1"/>
          <p:nvPr/>
        </p:nvSpPr>
        <p:spPr>
          <a:xfrm>
            <a:off x="5460788" y="3322860"/>
            <a:ext cx="1419428" cy="369332"/>
          </a:xfrm>
          <a:prstGeom prst="rect">
            <a:avLst/>
          </a:prstGeom>
          <a:noFill/>
        </p:spPr>
        <p:txBody>
          <a:bodyPr wrap="none" rtlCol="0">
            <a:spAutoFit/>
          </a:bodyPr>
          <a:lstStyle/>
          <a:p>
            <a:pPr algn="ctr"/>
            <a:r>
              <a:rPr lang="en-US" i="1" dirty="0" err="1"/>
              <a:t>model</a:t>
            </a:r>
            <a:r>
              <a:rPr lang="en-US" dirty="0" err="1"/>
              <a:t>_rom.v</a:t>
            </a:r>
            <a:endParaRPr lang="en-US" dirty="0"/>
          </a:p>
        </p:txBody>
      </p:sp>
      <p:cxnSp>
        <p:nvCxnSpPr>
          <p:cNvPr id="17" name="Straight Arrow Connector 16">
            <a:extLst>
              <a:ext uri="{FF2B5EF4-FFF2-40B4-BE49-F238E27FC236}">
                <a16:creationId xmlns:a16="http://schemas.microsoft.com/office/drawing/2014/main" id="{62E77DA5-255F-A8CF-765C-A6A879976D54}"/>
              </a:ext>
            </a:extLst>
          </p:cNvPr>
          <p:cNvCxnSpPr>
            <a:cxnSpLocks/>
            <a:stCxn id="5" idx="3"/>
            <a:endCxn id="9" idx="2"/>
          </p:cNvCxnSpPr>
          <p:nvPr/>
        </p:nvCxnSpPr>
        <p:spPr>
          <a:xfrm flipV="1">
            <a:off x="4629498" y="2101916"/>
            <a:ext cx="1241477" cy="40032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4BF93F2-3D8A-3D96-5B7F-97F4089EC07A}"/>
              </a:ext>
            </a:extLst>
          </p:cNvPr>
          <p:cNvSpPr/>
          <p:nvPr/>
        </p:nvSpPr>
        <p:spPr>
          <a:xfrm>
            <a:off x="8585331" y="3870779"/>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Vivado</a:t>
            </a:r>
            <a:endParaRPr lang="en-US" dirty="0">
              <a:solidFill>
                <a:schemeClr val="tx1"/>
              </a:solidFill>
            </a:endParaRPr>
          </a:p>
          <a:p>
            <a:pPr algn="ctr"/>
            <a:r>
              <a:rPr lang="en-US" dirty="0">
                <a:solidFill>
                  <a:schemeClr val="tx1"/>
                </a:solidFill>
              </a:rPr>
              <a:t>Quartus</a:t>
            </a:r>
          </a:p>
          <a:p>
            <a:pPr algn="ctr"/>
            <a:r>
              <a:rPr lang="en-US" dirty="0">
                <a:solidFill>
                  <a:schemeClr val="tx1"/>
                </a:solidFill>
              </a:rPr>
              <a:t>Raptor</a:t>
            </a:r>
          </a:p>
          <a:p>
            <a:pPr algn="ctr"/>
            <a:r>
              <a:rPr lang="en-US" dirty="0" err="1">
                <a:solidFill>
                  <a:schemeClr val="tx1"/>
                </a:solidFill>
              </a:rPr>
              <a:t>dc_shell</a:t>
            </a:r>
            <a:endParaRPr lang="en-US" dirty="0">
              <a:solidFill>
                <a:schemeClr val="tx1"/>
              </a:solidFill>
            </a:endParaRPr>
          </a:p>
        </p:txBody>
      </p:sp>
      <p:sp>
        <p:nvSpPr>
          <p:cNvPr id="32" name="Rectangle 31">
            <a:extLst>
              <a:ext uri="{FF2B5EF4-FFF2-40B4-BE49-F238E27FC236}">
                <a16:creationId xmlns:a16="http://schemas.microsoft.com/office/drawing/2014/main" id="{383DB9ED-C6BA-958C-7D7D-40085E3F245B}"/>
              </a:ext>
            </a:extLst>
          </p:cNvPr>
          <p:cNvSpPr/>
          <p:nvPr/>
        </p:nvSpPr>
        <p:spPr>
          <a:xfrm>
            <a:off x="8585331" y="1909905"/>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iverilog</a:t>
            </a:r>
            <a:endParaRPr lang="en-US" dirty="0">
              <a:solidFill>
                <a:schemeClr val="tx1"/>
              </a:solidFill>
            </a:endParaRPr>
          </a:p>
          <a:p>
            <a:pPr algn="ctr"/>
            <a:r>
              <a:rPr lang="en-US" dirty="0">
                <a:solidFill>
                  <a:schemeClr val="tx1"/>
                </a:solidFill>
              </a:rPr>
              <a:t>VCS</a:t>
            </a:r>
          </a:p>
        </p:txBody>
      </p:sp>
      <p:cxnSp>
        <p:nvCxnSpPr>
          <p:cNvPr id="33" name="Straight Arrow Connector 32">
            <a:extLst>
              <a:ext uri="{FF2B5EF4-FFF2-40B4-BE49-F238E27FC236}">
                <a16:creationId xmlns:a16="http://schemas.microsoft.com/office/drawing/2014/main" id="{490E5E50-BA78-49CE-AB2A-FD1FF4580F05}"/>
              </a:ext>
            </a:extLst>
          </p:cNvPr>
          <p:cNvCxnSpPr>
            <a:cxnSpLocks/>
            <a:stCxn id="15" idx="4"/>
            <a:endCxn id="31" idx="1"/>
          </p:cNvCxnSpPr>
          <p:nvPr/>
        </p:nvCxnSpPr>
        <p:spPr>
          <a:xfrm flipV="1">
            <a:off x="7592899" y="4533560"/>
            <a:ext cx="992432" cy="44183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1890071-8742-C873-E2FC-80A8470A31B0}"/>
              </a:ext>
            </a:extLst>
          </p:cNvPr>
          <p:cNvCxnSpPr>
            <a:cxnSpLocks/>
            <a:stCxn id="13" idx="4"/>
            <a:endCxn id="31" idx="1"/>
          </p:cNvCxnSpPr>
          <p:nvPr/>
        </p:nvCxnSpPr>
        <p:spPr>
          <a:xfrm>
            <a:off x="6357361" y="3066048"/>
            <a:ext cx="2227970" cy="14675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EC65A00-C2CF-590E-16C5-3117ADE101D8}"/>
              </a:ext>
            </a:extLst>
          </p:cNvPr>
          <p:cNvCxnSpPr>
            <a:cxnSpLocks/>
            <a:stCxn id="9" idx="4"/>
            <a:endCxn id="31" idx="1"/>
          </p:cNvCxnSpPr>
          <p:nvPr/>
        </p:nvCxnSpPr>
        <p:spPr>
          <a:xfrm>
            <a:off x="6351422" y="2101916"/>
            <a:ext cx="2233909" cy="2431644"/>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2286A81-21CC-F470-4728-5189F6CE6AAE}"/>
              </a:ext>
            </a:extLst>
          </p:cNvPr>
          <p:cNvCxnSpPr>
            <a:cxnSpLocks/>
            <a:stCxn id="9" idx="4"/>
            <a:endCxn id="32" idx="1"/>
          </p:cNvCxnSpPr>
          <p:nvPr/>
        </p:nvCxnSpPr>
        <p:spPr>
          <a:xfrm>
            <a:off x="6351422" y="2101916"/>
            <a:ext cx="2233909" cy="47077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3736A9C-8248-ED83-E7B8-A7A45BEB823D}"/>
              </a:ext>
            </a:extLst>
          </p:cNvPr>
          <p:cNvCxnSpPr>
            <a:cxnSpLocks/>
            <a:stCxn id="13" idx="4"/>
            <a:endCxn id="32" idx="1"/>
          </p:cNvCxnSpPr>
          <p:nvPr/>
        </p:nvCxnSpPr>
        <p:spPr>
          <a:xfrm flipV="1">
            <a:off x="6357361" y="2572686"/>
            <a:ext cx="2227970" cy="49336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CA73528-F01B-9067-80D4-2D6901777641}"/>
              </a:ext>
            </a:extLst>
          </p:cNvPr>
          <p:cNvCxnSpPr>
            <a:cxnSpLocks/>
            <a:stCxn id="15" idx="4"/>
            <a:endCxn id="32" idx="1"/>
          </p:cNvCxnSpPr>
          <p:nvPr/>
        </p:nvCxnSpPr>
        <p:spPr>
          <a:xfrm flipV="1">
            <a:off x="7592899" y="2572686"/>
            <a:ext cx="992432" cy="240270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7CF090C-A2FE-B350-048B-D348C9F8E932}"/>
              </a:ext>
            </a:extLst>
          </p:cNvPr>
          <p:cNvSpPr txBox="1"/>
          <p:nvPr/>
        </p:nvSpPr>
        <p:spPr>
          <a:xfrm>
            <a:off x="0" y="6131181"/>
            <a:ext cx="10189689" cy="646331"/>
          </a:xfrm>
          <a:prstGeom prst="rect">
            <a:avLst/>
          </a:prstGeom>
          <a:noFill/>
        </p:spPr>
        <p:txBody>
          <a:bodyPr wrap="square">
            <a:spAutoFit/>
          </a:bodyPr>
          <a:lstStyle/>
          <a:p>
            <a:r>
              <a:rPr lang="en-US" dirty="0"/>
              <a:t>automated tool to compile </a:t>
            </a:r>
            <a:r>
              <a:rPr lang="en-US" dirty="0" err="1"/>
              <a:t>TFLite</a:t>
            </a:r>
            <a:r>
              <a:rPr lang="en-US" dirty="0"/>
              <a:t> model into synthesizable Verilog, using conv2d.v parameterized module</a:t>
            </a:r>
          </a:p>
          <a:p>
            <a:r>
              <a:rPr lang="en-US" dirty="0"/>
              <a:t>compiler generates parallel code for OCHAN*NSTRIPE MAC operations per layer</a:t>
            </a:r>
          </a:p>
        </p:txBody>
      </p:sp>
      <p:cxnSp>
        <p:nvCxnSpPr>
          <p:cNvPr id="7" name="Straight Arrow Connector 6">
            <a:extLst>
              <a:ext uri="{FF2B5EF4-FFF2-40B4-BE49-F238E27FC236}">
                <a16:creationId xmlns:a16="http://schemas.microsoft.com/office/drawing/2014/main" id="{9FABDDA9-391C-A378-15CD-DCAD155C3387}"/>
              </a:ext>
            </a:extLst>
          </p:cNvPr>
          <p:cNvCxnSpPr>
            <a:cxnSpLocks/>
            <a:stCxn id="5" idx="3"/>
            <a:endCxn id="13" idx="2"/>
          </p:cNvCxnSpPr>
          <p:nvPr/>
        </p:nvCxnSpPr>
        <p:spPr>
          <a:xfrm>
            <a:off x="4629498" y="2502236"/>
            <a:ext cx="1247416" cy="5638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C5231385-47E4-F100-F89D-FD95154B85A3}"/>
              </a:ext>
            </a:extLst>
          </p:cNvPr>
          <p:cNvSpPr/>
          <p:nvPr/>
        </p:nvSpPr>
        <p:spPr>
          <a:xfrm>
            <a:off x="5460788" y="4437509"/>
            <a:ext cx="2389104" cy="112986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737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73D275-8A30-8FC3-1627-CCB06E811D02}"/>
              </a:ext>
            </a:extLst>
          </p:cNvPr>
          <p:cNvSpPr/>
          <p:nvPr/>
        </p:nvSpPr>
        <p:spPr>
          <a:xfrm>
            <a:off x="2143286" y="2118866"/>
            <a:ext cx="7905427" cy="357098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C89101F1-070E-C8CF-12DB-F2C63E340B63}"/>
              </a:ext>
            </a:extLst>
          </p:cNvPr>
          <p:cNvSpPr>
            <a:spLocks noGrp="1"/>
          </p:cNvSpPr>
          <p:nvPr>
            <p:ph type="title"/>
          </p:nvPr>
        </p:nvSpPr>
        <p:spPr>
          <a:noFill/>
        </p:spPr>
        <p:txBody>
          <a:bodyPr/>
          <a:lstStyle/>
          <a:p>
            <a:r>
              <a:rPr lang="en-US" dirty="0"/>
              <a:t>Generated Verilog</a:t>
            </a:r>
          </a:p>
        </p:txBody>
      </p:sp>
      <p:sp>
        <p:nvSpPr>
          <p:cNvPr id="6" name="Rectangle 5">
            <a:extLst>
              <a:ext uri="{FF2B5EF4-FFF2-40B4-BE49-F238E27FC236}">
                <a16:creationId xmlns:a16="http://schemas.microsoft.com/office/drawing/2014/main" id="{F72FC695-071D-F439-E194-832468BBED9F}"/>
              </a:ext>
            </a:extLst>
          </p:cNvPr>
          <p:cNvSpPr/>
          <p:nvPr/>
        </p:nvSpPr>
        <p:spPr>
          <a:xfrm>
            <a:off x="2437754" y="2716818"/>
            <a:ext cx="1743559" cy="2079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extBox 3">
            <a:extLst>
              <a:ext uri="{FF2B5EF4-FFF2-40B4-BE49-F238E27FC236}">
                <a16:creationId xmlns:a16="http://schemas.microsoft.com/office/drawing/2014/main" id="{D037DA90-9736-BBD0-DCCA-5228FCE18F4A}"/>
              </a:ext>
            </a:extLst>
          </p:cNvPr>
          <p:cNvSpPr txBox="1"/>
          <p:nvPr/>
        </p:nvSpPr>
        <p:spPr>
          <a:xfrm>
            <a:off x="2070776" y="2123223"/>
            <a:ext cx="915046" cy="338554"/>
          </a:xfrm>
          <a:prstGeom prst="rect">
            <a:avLst/>
          </a:prstGeom>
          <a:noFill/>
        </p:spPr>
        <p:txBody>
          <a:bodyPr wrap="square" rtlCol="0">
            <a:spAutoFit/>
          </a:bodyPr>
          <a:lstStyle/>
          <a:p>
            <a:pPr algn="r"/>
            <a:r>
              <a:rPr lang="en-US" sz="1600" dirty="0" err="1"/>
              <a:t>model.v</a:t>
            </a:r>
            <a:endParaRPr lang="en-US" sz="1600" dirty="0"/>
          </a:p>
        </p:txBody>
      </p:sp>
      <p:sp>
        <p:nvSpPr>
          <p:cNvPr id="7" name="TextBox 6">
            <a:extLst>
              <a:ext uri="{FF2B5EF4-FFF2-40B4-BE49-F238E27FC236}">
                <a16:creationId xmlns:a16="http://schemas.microsoft.com/office/drawing/2014/main" id="{A21BBC21-48D9-9D61-96C3-50FF3CEB7E2A}"/>
              </a:ext>
            </a:extLst>
          </p:cNvPr>
          <p:cNvSpPr txBox="1"/>
          <p:nvPr/>
        </p:nvSpPr>
        <p:spPr>
          <a:xfrm>
            <a:off x="2437754" y="2730547"/>
            <a:ext cx="915046" cy="338554"/>
          </a:xfrm>
          <a:prstGeom prst="rect">
            <a:avLst/>
          </a:prstGeom>
          <a:noFill/>
        </p:spPr>
        <p:txBody>
          <a:bodyPr wrap="square" rtlCol="0">
            <a:spAutoFit/>
          </a:bodyPr>
          <a:lstStyle/>
          <a:p>
            <a:pPr algn="r"/>
            <a:r>
              <a:rPr lang="en-US" sz="1600" dirty="0"/>
              <a:t>conv2d.v</a:t>
            </a:r>
          </a:p>
        </p:txBody>
      </p:sp>
      <p:cxnSp>
        <p:nvCxnSpPr>
          <p:cNvPr id="21" name="Straight Arrow Connector 20">
            <a:extLst>
              <a:ext uri="{FF2B5EF4-FFF2-40B4-BE49-F238E27FC236}">
                <a16:creationId xmlns:a16="http://schemas.microsoft.com/office/drawing/2014/main" id="{98882414-13BF-A213-BD96-945ACA460481}"/>
              </a:ext>
            </a:extLst>
          </p:cNvPr>
          <p:cNvCxnSpPr>
            <a:cxnSpLocks/>
          </p:cNvCxnSpPr>
          <p:nvPr/>
        </p:nvCxnSpPr>
        <p:spPr>
          <a:xfrm>
            <a:off x="1534605" y="4315431"/>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18863B48-6F32-6DF8-765B-422E56E2D67A}"/>
              </a:ext>
            </a:extLst>
          </p:cNvPr>
          <p:cNvSpPr/>
          <p:nvPr/>
        </p:nvSpPr>
        <p:spPr>
          <a:xfrm>
            <a:off x="2592736" y="4046705"/>
            <a:ext cx="1438842" cy="6043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extBox 10">
            <a:extLst>
              <a:ext uri="{FF2B5EF4-FFF2-40B4-BE49-F238E27FC236}">
                <a16:creationId xmlns:a16="http://schemas.microsoft.com/office/drawing/2014/main" id="{6119F219-079F-7B3C-C3FE-AA04E37F7A00}"/>
              </a:ext>
            </a:extLst>
          </p:cNvPr>
          <p:cNvSpPr txBox="1"/>
          <p:nvPr/>
        </p:nvSpPr>
        <p:spPr>
          <a:xfrm>
            <a:off x="2516919" y="4053821"/>
            <a:ext cx="1586903" cy="492443"/>
          </a:xfrm>
          <a:prstGeom prst="rect">
            <a:avLst/>
          </a:prstGeom>
          <a:noFill/>
        </p:spPr>
        <p:txBody>
          <a:bodyPr wrap="square" rtlCol="0">
            <a:spAutoFit/>
          </a:bodyPr>
          <a:lstStyle/>
          <a:p>
            <a:pPr algn="ctr"/>
            <a:r>
              <a:rPr lang="en-US" sz="1600" dirty="0"/>
              <a:t>conv2d_data.v</a:t>
            </a:r>
          </a:p>
          <a:p>
            <a:pPr algn="ctr"/>
            <a:r>
              <a:rPr lang="en-US" sz="1000" dirty="0"/>
              <a:t>#(ICHAN,OCHAN,NSTRIPE)</a:t>
            </a:r>
          </a:p>
        </p:txBody>
      </p:sp>
      <p:sp>
        <p:nvSpPr>
          <p:cNvPr id="31" name="TextBox 30">
            <a:extLst>
              <a:ext uri="{FF2B5EF4-FFF2-40B4-BE49-F238E27FC236}">
                <a16:creationId xmlns:a16="http://schemas.microsoft.com/office/drawing/2014/main" id="{52290D8E-4BBF-92C2-3210-6EF5A744D763}"/>
              </a:ext>
            </a:extLst>
          </p:cNvPr>
          <p:cNvSpPr txBox="1"/>
          <p:nvPr/>
        </p:nvSpPr>
        <p:spPr>
          <a:xfrm>
            <a:off x="668557" y="3976877"/>
            <a:ext cx="1475276" cy="338554"/>
          </a:xfrm>
          <a:prstGeom prst="rect">
            <a:avLst/>
          </a:prstGeom>
          <a:noFill/>
        </p:spPr>
        <p:txBody>
          <a:bodyPr wrap="none" rtlCol="0">
            <a:spAutoFit/>
          </a:bodyPr>
          <a:lstStyle/>
          <a:p>
            <a:pPr algn="r"/>
            <a:r>
              <a:rPr lang="en-US" sz="1600" dirty="0"/>
              <a:t>S_DATA[ICHAN]</a:t>
            </a:r>
          </a:p>
        </p:txBody>
      </p:sp>
      <p:sp>
        <p:nvSpPr>
          <p:cNvPr id="34" name="Rectangle 33">
            <a:extLst>
              <a:ext uri="{FF2B5EF4-FFF2-40B4-BE49-F238E27FC236}">
                <a16:creationId xmlns:a16="http://schemas.microsoft.com/office/drawing/2014/main" id="{A9982E3E-DC61-AF3B-B7A4-B84960198BA1}"/>
              </a:ext>
            </a:extLst>
          </p:cNvPr>
          <p:cNvSpPr/>
          <p:nvPr/>
        </p:nvSpPr>
        <p:spPr>
          <a:xfrm>
            <a:off x="5698399" y="2716818"/>
            <a:ext cx="1743559" cy="2079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Rectangle 36">
            <a:extLst>
              <a:ext uri="{FF2B5EF4-FFF2-40B4-BE49-F238E27FC236}">
                <a16:creationId xmlns:a16="http://schemas.microsoft.com/office/drawing/2014/main" id="{683F0617-F290-6E6B-A457-D415D75F70B9}"/>
              </a:ext>
            </a:extLst>
          </p:cNvPr>
          <p:cNvSpPr/>
          <p:nvPr/>
        </p:nvSpPr>
        <p:spPr>
          <a:xfrm>
            <a:off x="5853381" y="4046705"/>
            <a:ext cx="1438842" cy="6043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TextBox 37">
            <a:extLst>
              <a:ext uri="{FF2B5EF4-FFF2-40B4-BE49-F238E27FC236}">
                <a16:creationId xmlns:a16="http://schemas.microsoft.com/office/drawing/2014/main" id="{6A073026-A1AB-C90E-525A-F606C190A899}"/>
              </a:ext>
            </a:extLst>
          </p:cNvPr>
          <p:cNvSpPr txBox="1"/>
          <p:nvPr/>
        </p:nvSpPr>
        <p:spPr>
          <a:xfrm>
            <a:off x="5777564" y="4053821"/>
            <a:ext cx="1586903" cy="492443"/>
          </a:xfrm>
          <a:prstGeom prst="rect">
            <a:avLst/>
          </a:prstGeom>
          <a:noFill/>
        </p:spPr>
        <p:txBody>
          <a:bodyPr wrap="square" rtlCol="0">
            <a:spAutoFit/>
          </a:bodyPr>
          <a:lstStyle/>
          <a:p>
            <a:pPr algn="ctr"/>
            <a:r>
              <a:rPr lang="en-US" sz="1600" dirty="0"/>
              <a:t>conv2d_data.v</a:t>
            </a:r>
          </a:p>
          <a:p>
            <a:pPr algn="ctr"/>
            <a:r>
              <a:rPr lang="en-US" sz="1000" dirty="0"/>
              <a:t>#(ICHAN,OCHAN,NSTRIPE)</a:t>
            </a:r>
          </a:p>
        </p:txBody>
      </p:sp>
      <p:sp>
        <p:nvSpPr>
          <p:cNvPr id="63" name="Rectangle 62">
            <a:extLst>
              <a:ext uri="{FF2B5EF4-FFF2-40B4-BE49-F238E27FC236}">
                <a16:creationId xmlns:a16="http://schemas.microsoft.com/office/drawing/2014/main" id="{BF00337F-2C9B-0F42-B89B-45B466FC5D5D}"/>
              </a:ext>
            </a:extLst>
          </p:cNvPr>
          <p:cNvSpPr/>
          <p:nvPr/>
        </p:nvSpPr>
        <p:spPr>
          <a:xfrm>
            <a:off x="7818915" y="2716818"/>
            <a:ext cx="1743559" cy="2079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6" name="Rectangle 65">
            <a:extLst>
              <a:ext uri="{FF2B5EF4-FFF2-40B4-BE49-F238E27FC236}">
                <a16:creationId xmlns:a16="http://schemas.microsoft.com/office/drawing/2014/main" id="{0CFD5FF6-1B1D-14EC-8C16-6DFC0B9931E8}"/>
              </a:ext>
            </a:extLst>
          </p:cNvPr>
          <p:cNvSpPr/>
          <p:nvPr/>
        </p:nvSpPr>
        <p:spPr>
          <a:xfrm>
            <a:off x="7973897" y="4046705"/>
            <a:ext cx="1438842" cy="6043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7" name="TextBox 66">
            <a:extLst>
              <a:ext uri="{FF2B5EF4-FFF2-40B4-BE49-F238E27FC236}">
                <a16:creationId xmlns:a16="http://schemas.microsoft.com/office/drawing/2014/main" id="{EB2FD7E5-9B3B-6C9C-A439-8C653213C005}"/>
              </a:ext>
            </a:extLst>
          </p:cNvPr>
          <p:cNvSpPr txBox="1"/>
          <p:nvPr/>
        </p:nvSpPr>
        <p:spPr>
          <a:xfrm>
            <a:off x="7898080" y="4053821"/>
            <a:ext cx="1586903" cy="492443"/>
          </a:xfrm>
          <a:prstGeom prst="rect">
            <a:avLst/>
          </a:prstGeom>
          <a:noFill/>
        </p:spPr>
        <p:txBody>
          <a:bodyPr wrap="square" rtlCol="0">
            <a:spAutoFit/>
          </a:bodyPr>
          <a:lstStyle/>
          <a:p>
            <a:pPr algn="ctr"/>
            <a:r>
              <a:rPr lang="en-US" sz="1600" dirty="0"/>
              <a:t>conv2d_data.v</a:t>
            </a:r>
          </a:p>
          <a:p>
            <a:pPr algn="ctr"/>
            <a:r>
              <a:rPr lang="en-US" sz="1000" dirty="0"/>
              <a:t>#(ICHAN,OCHAN,NSTRIPE)</a:t>
            </a:r>
          </a:p>
        </p:txBody>
      </p:sp>
      <p:grpSp>
        <p:nvGrpSpPr>
          <p:cNvPr id="5" name="Group 4">
            <a:extLst>
              <a:ext uri="{FF2B5EF4-FFF2-40B4-BE49-F238E27FC236}">
                <a16:creationId xmlns:a16="http://schemas.microsoft.com/office/drawing/2014/main" id="{AA72E17E-CA00-1A2F-30E1-3C74BA4B27F7}"/>
              </a:ext>
            </a:extLst>
          </p:cNvPr>
          <p:cNvGrpSpPr/>
          <p:nvPr/>
        </p:nvGrpSpPr>
        <p:grpSpPr>
          <a:xfrm>
            <a:off x="2592735" y="5008619"/>
            <a:ext cx="6729513" cy="339530"/>
            <a:chOff x="2635400" y="3928072"/>
            <a:chExt cx="6729513" cy="339530"/>
          </a:xfrm>
        </p:grpSpPr>
        <p:sp>
          <p:nvSpPr>
            <p:cNvPr id="12" name="Rectangle 11">
              <a:extLst>
                <a:ext uri="{FF2B5EF4-FFF2-40B4-BE49-F238E27FC236}">
                  <a16:creationId xmlns:a16="http://schemas.microsoft.com/office/drawing/2014/main" id="{87C2EC2D-B40D-026F-6352-3F3B6FD17EEC}"/>
                </a:ext>
              </a:extLst>
            </p:cNvPr>
            <p:cNvSpPr/>
            <p:nvPr/>
          </p:nvSpPr>
          <p:spPr>
            <a:xfrm>
              <a:off x="2635400"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TextBox 12">
              <a:extLst>
                <a:ext uri="{FF2B5EF4-FFF2-40B4-BE49-F238E27FC236}">
                  <a16:creationId xmlns:a16="http://schemas.microsoft.com/office/drawing/2014/main" id="{1F11152E-5E66-69EE-780B-B91FF5E2F1B8}"/>
                </a:ext>
              </a:extLst>
            </p:cNvPr>
            <p:cNvSpPr txBox="1"/>
            <p:nvPr/>
          </p:nvSpPr>
          <p:spPr>
            <a:xfrm>
              <a:off x="2635400" y="3928072"/>
              <a:ext cx="1348352" cy="338554"/>
            </a:xfrm>
            <a:prstGeom prst="rect">
              <a:avLst/>
            </a:prstGeom>
            <a:noFill/>
          </p:spPr>
          <p:txBody>
            <a:bodyPr wrap="square" rtlCol="0">
              <a:spAutoFit/>
            </a:bodyPr>
            <a:lstStyle/>
            <a:p>
              <a:pPr algn="r"/>
              <a:r>
                <a:rPr lang="en-US" sz="1600" dirty="0" err="1"/>
                <a:t>model_rom.v</a:t>
              </a:r>
              <a:endParaRPr lang="en-US" sz="1600" dirty="0"/>
            </a:p>
          </p:txBody>
        </p:sp>
        <p:sp>
          <p:nvSpPr>
            <p:cNvPr id="39" name="Rectangle 38">
              <a:extLst>
                <a:ext uri="{FF2B5EF4-FFF2-40B4-BE49-F238E27FC236}">
                  <a16:creationId xmlns:a16="http://schemas.microsoft.com/office/drawing/2014/main" id="{7CFB468D-FEF8-75D4-8FDF-5EDE3C5C6689}"/>
                </a:ext>
              </a:extLst>
            </p:cNvPr>
            <p:cNvSpPr/>
            <p:nvPr/>
          </p:nvSpPr>
          <p:spPr>
            <a:xfrm>
              <a:off x="5896045"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0" name="TextBox 39">
              <a:extLst>
                <a:ext uri="{FF2B5EF4-FFF2-40B4-BE49-F238E27FC236}">
                  <a16:creationId xmlns:a16="http://schemas.microsoft.com/office/drawing/2014/main" id="{F34D5B8A-10DE-4DF5-3155-A0EDBEBDCA89}"/>
                </a:ext>
              </a:extLst>
            </p:cNvPr>
            <p:cNvSpPr txBox="1"/>
            <p:nvPr/>
          </p:nvSpPr>
          <p:spPr>
            <a:xfrm>
              <a:off x="5763015" y="3928072"/>
              <a:ext cx="1464591" cy="338554"/>
            </a:xfrm>
            <a:prstGeom prst="rect">
              <a:avLst/>
            </a:prstGeom>
            <a:noFill/>
          </p:spPr>
          <p:txBody>
            <a:bodyPr wrap="square" rtlCol="0">
              <a:spAutoFit/>
            </a:bodyPr>
            <a:lstStyle/>
            <a:p>
              <a:pPr algn="r"/>
              <a:r>
                <a:rPr lang="en-US" sz="1600" dirty="0" err="1"/>
                <a:t>model_rom.v</a:t>
              </a:r>
              <a:endParaRPr lang="en-US" sz="1600" dirty="0"/>
            </a:p>
          </p:txBody>
        </p:sp>
        <p:sp>
          <p:nvSpPr>
            <p:cNvPr id="68" name="Rectangle 67">
              <a:extLst>
                <a:ext uri="{FF2B5EF4-FFF2-40B4-BE49-F238E27FC236}">
                  <a16:creationId xmlns:a16="http://schemas.microsoft.com/office/drawing/2014/main" id="{353DE20F-88DB-8F07-D1B6-0B198C43EF9E}"/>
                </a:ext>
              </a:extLst>
            </p:cNvPr>
            <p:cNvSpPr/>
            <p:nvPr/>
          </p:nvSpPr>
          <p:spPr>
            <a:xfrm>
              <a:off x="8016561"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9" name="TextBox 68">
              <a:extLst>
                <a:ext uri="{FF2B5EF4-FFF2-40B4-BE49-F238E27FC236}">
                  <a16:creationId xmlns:a16="http://schemas.microsoft.com/office/drawing/2014/main" id="{FF704079-9768-1B13-5A36-7DF861277C4B}"/>
                </a:ext>
              </a:extLst>
            </p:cNvPr>
            <p:cNvSpPr txBox="1"/>
            <p:nvPr/>
          </p:nvSpPr>
          <p:spPr>
            <a:xfrm>
              <a:off x="7883531" y="3928072"/>
              <a:ext cx="1464591" cy="338554"/>
            </a:xfrm>
            <a:prstGeom prst="rect">
              <a:avLst/>
            </a:prstGeom>
            <a:noFill/>
          </p:spPr>
          <p:txBody>
            <a:bodyPr wrap="square" rtlCol="0">
              <a:spAutoFit/>
            </a:bodyPr>
            <a:lstStyle/>
            <a:p>
              <a:pPr algn="r"/>
              <a:r>
                <a:rPr lang="en-US" sz="1600" dirty="0" err="1"/>
                <a:t>model_rom.v</a:t>
              </a:r>
              <a:endParaRPr lang="en-US" sz="1600" dirty="0"/>
            </a:p>
          </p:txBody>
        </p:sp>
      </p:grpSp>
      <p:cxnSp>
        <p:nvCxnSpPr>
          <p:cNvPr id="62" name="Straight Arrow Connector 61">
            <a:extLst>
              <a:ext uri="{FF2B5EF4-FFF2-40B4-BE49-F238E27FC236}">
                <a16:creationId xmlns:a16="http://schemas.microsoft.com/office/drawing/2014/main" id="{1C44174D-B13E-CA30-4B68-0CB2B4D3DB36}"/>
              </a:ext>
            </a:extLst>
          </p:cNvPr>
          <p:cNvCxnSpPr>
            <a:cxnSpLocks/>
          </p:cNvCxnSpPr>
          <p:nvPr/>
        </p:nvCxnSpPr>
        <p:spPr>
          <a:xfrm>
            <a:off x="7294469" y="4280653"/>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E59FD12F-AC5B-D4C8-FA76-1D74053A1B70}"/>
              </a:ext>
            </a:extLst>
          </p:cNvPr>
          <p:cNvCxnSpPr>
            <a:cxnSpLocks/>
          </p:cNvCxnSpPr>
          <p:nvPr/>
        </p:nvCxnSpPr>
        <p:spPr>
          <a:xfrm>
            <a:off x="9412959" y="4256681"/>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TextBox 73">
            <a:extLst>
              <a:ext uri="{FF2B5EF4-FFF2-40B4-BE49-F238E27FC236}">
                <a16:creationId xmlns:a16="http://schemas.microsoft.com/office/drawing/2014/main" id="{B1CCCFDD-B2B7-8AF6-E3F8-4891F4B7142B}"/>
              </a:ext>
            </a:extLst>
          </p:cNvPr>
          <p:cNvSpPr txBox="1"/>
          <p:nvPr/>
        </p:nvSpPr>
        <p:spPr>
          <a:xfrm>
            <a:off x="10072502" y="3884544"/>
            <a:ext cx="1640385" cy="338554"/>
          </a:xfrm>
          <a:prstGeom prst="rect">
            <a:avLst/>
          </a:prstGeom>
          <a:noFill/>
        </p:spPr>
        <p:txBody>
          <a:bodyPr wrap="none" rtlCol="0">
            <a:spAutoFit/>
          </a:bodyPr>
          <a:lstStyle/>
          <a:p>
            <a:r>
              <a:rPr lang="en-US" sz="1600" dirty="0"/>
              <a:t>M_DATA[OCHAN]</a:t>
            </a:r>
          </a:p>
        </p:txBody>
      </p:sp>
      <p:sp>
        <p:nvSpPr>
          <p:cNvPr id="79" name="Isosceles Triangle 78">
            <a:extLst>
              <a:ext uri="{FF2B5EF4-FFF2-40B4-BE49-F238E27FC236}">
                <a16:creationId xmlns:a16="http://schemas.microsoft.com/office/drawing/2014/main" id="{7124A83D-FE1E-1470-CB22-94921B317BCC}"/>
              </a:ext>
            </a:extLst>
          </p:cNvPr>
          <p:cNvSpPr/>
          <p:nvPr/>
        </p:nvSpPr>
        <p:spPr>
          <a:xfrm>
            <a:off x="4904365" y="5543878"/>
            <a:ext cx="166400" cy="143448"/>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81" name="Straight Connector 80">
            <a:extLst>
              <a:ext uri="{FF2B5EF4-FFF2-40B4-BE49-F238E27FC236}">
                <a16:creationId xmlns:a16="http://schemas.microsoft.com/office/drawing/2014/main" id="{D144E1F2-2DA2-0935-F100-9B9F31FA75E0}"/>
              </a:ext>
            </a:extLst>
          </p:cNvPr>
          <p:cNvCxnSpPr>
            <a:cxnSpLocks/>
            <a:stCxn id="79" idx="3"/>
            <a:endCxn id="84" idx="0"/>
          </p:cNvCxnSpPr>
          <p:nvPr/>
        </p:nvCxnSpPr>
        <p:spPr>
          <a:xfrm>
            <a:off x="4987565" y="5687326"/>
            <a:ext cx="0" cy="264137"/>
          </a:xfrm>
          <a:prstGeom prst="line">
            <a:avLst/>
          </a:prstGeom>
          <a:noFill/>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C53CD065-F17D-7793-C2E8-541F1216D9D5}"/>
              </a:ext>
            </a:extLst>
          </p:cNvPr>
          <p:cNvSpPr txBox="1"/>
          <p:nvPr/>
        </p:nvSpPr>
        <p:spPr>
          <a:xfrm>
            <a:off x="4743748" y="5951463"/>
            <a:ext cx="487633" cy="338554"/>
          </a:xfrm>
          <a:prstGeom prst="rect">
            <a:avLst/>
          </a:prstGeom>
          <a:noFill/>
        </p:spPr>
        <p:txBody>
          <a:bodyPr wrap="none" rtlCol="0">
            <a:spAutoFit/>
          </a:bodyPr>
          <a:lstStyle/>
          <a:p>
            <a:pPr algn="r"/>
            <a:r>
              <a:rPr lang="en-US" sz="1600" dirty="0"/>
              <a:t>CLK</a:t>
            </a:r>
          </a:p>
        </p:txBody>
      </p:sp>
      <p:sp>
        <p:nvSpPr>
          <p:cNvPr id="86" name="TextBox 85">
            <a:extLst>
              <a:ext uri="{FF2B5EF4-FFF2-40B4-BE49-F238E27FC236}">
                <a16:creationId xmlns:a16="http://schemas.microsoft.com/office/drawing/2014/main" id="{042A5C0D-55EF-2C4A-D9D0-A1AD9DFC0835}"/>
              </a:ext>
            </a:extLst>
          </p:cNvPr>
          <p:cNvSpPr txBox="1"/>
          <p:nvPr/>
        </p:nvSpPr>
        <p:spPr>
          <a:xfrm>
            <a:off x="7818914" y="2700770"/>
            <a:ext cx="948567" cy="338554"/>
          </a:xfrm>
          <a:prstGeom prst="rect">
            <a:avLst/>
          </a:prstGeom>
          <a:noFill/>
        </p:spPr>
        <p:txBody>
          <a:bodyPr wrap="square" rtlCol="0">
            <a:spAutoFit/>
          </a:bodyPr>
          <a:lstStyle/>
          <a:p>
            <a:pPr algn="r"/>
            <a:r>
              <a:rPr lang="en-US" sz="1600" dirty="0"/>
              <a:t>conv2d.v</a:t>
            </a:r>
          </a:p>
        </p:txBody>
      </p:sp>
      <p:sp>
        <p:nvSpPr>
          <p:cNvPr id="87" name="TextBox 86">
            <a:extLst>
              <a:ext uri="{FF2B5EF4-FFF2-40B4-BE49-F238E27FC236}">
                <a16:creationId xmlns:a16="http://schemas.microsoft.com/office/drawing/2014/main" id="{09B355FC-9026-6F60-7583-D9CAD7F2E634}"/>
              </a:ext>
            </a:extLst>
          </p:cNvPr>
          <p:cNvSpPr txBox="1"/>
          <p:nvPr/>
        </p:nvSpPr>
        <p:spPr>
          <a:xfrm>
            <a:off x="5698399" y="2710963"/>
            <a:ext cx="1025130" cy="338554"/>
          </a:xfrm>
          <a:prstGeom prst="rect">
            <a:avLst/>
          </a:prstGeom>
          <a:noFill/>
        </p:spPr>
        <p:txBody>
          <a:bodyPr wrap="square" rtlCol="0">
            <a:spAutoFit/>
          </a:bodyPr>
          <a:lstStyle/>
          <a:p>
            <a:pPr algn="r"/>
            <a:r>
              <a:rPr lang="en-US" sz="1600" dirty="0"/>
              <a:t>conv2d.v</a:t>
            </a:r>
          </a:p>
        </p:txBody>
      </p:sp>
      <p:cxnSp>
        <p:nvCxnSpPr>
          <p:cNvPr id="77" name="Straight Arrow Connector 76">
            <a:extLst>
              <a:ext uri="{FF2B5EF4-FFF2-40B4-BE49-F238E27FC236}">
                <a16:creationId xmlns:a16="http://schemas.microsoft.com/office/drawing/2014/main" id="{5710F36C-445E-6906-1316-C2C5D51FB77F}"/>
              </a:ext>
            </a:extLst>
          </p:cNvPr>
          <p:cNvCxnSpPr>
            <a:cxnSpLocks/>
          </p:cNvCxnSpPr>
          <p:nvPr/>
        </p:nvCxnSpPr>
        <p:spPr>
          <a:xfrm>
            <a:off x="4031578" y="3363290"/>
            <a:ext cx="18269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EB92A620-4E7E-EB43-86D2-0120208BD3BB}"/>
              </a:ext>
            </a:extLst>
          </p:cNvPr>
          <p:cNvSpPr/>
          <p:nvPr/>
        </p:nvSpPr>
        <p:spPr>
          <a:xfrm>
            <a:off x="2596803" y="3213920"/>
            <a:ext cx="1438842" cy="6043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solidFill>
                  <a:schemeClr val="tx1"/>
                </a:solidFill>
              </a:rPr>
              <a:t>conv2d_ctrl.v</a:t>
            </a:r>
          </a:p>
          <a:p>
            <a:r>
              <a:rPr lang="en-US" sz="1000" dirty="0">
                <a:solidFill>
                  <a:schemeClr val="tx1"/>
                </a:solidFill>
              </a:rPr>
              <a:t>#(KHEIGHT,KWIDTH,…)</a:t>
            </a:r>
          </a:p>
        </p:txBody>
      </p:sp>
      <p:sp>
        <p:nvSpPr>
          <p:cNvPr id="27" name="TextBox 26">
            <a:extLst>
              <a:ext uri="{FF2B5EF4-FFF2-40B4-BE49-F238E27FC236}">
                <a16:creationId xmlns:a16="http://schemas.microsoft.com/office/drawing/2014/main" id="{FA453EEB-D607-03EB-40B2-5C93F0D2E8E2}"/>
              </a:ext>
            </a:extLst>
          </p:cNvPr>
          <p:cNvSpPr txBox="1"/>
          <p:nvPr/>
        </p:nvSpPr>
        <p:spPr>
          <a:xfrm>
            <a:off x="1271478" y="2982691"/>
            <a:ext cx="872355" cy="338554"/>
          </a:xfrm>
          <a:prstGeom prst="rect">
            <a:avLst/>
          </a:prstGeom>
          <a:noFill/>
        </p:spPr>
        <p:txBody>
          <a:bodyPr wrap="none" rtlCol="0">
            <a:spAutoFit/>
          </a:bodyPr>
          <a:lstStyle/>
          <a:p>
            <a:pPr algn="r"/>
            <a:r>
              <a:rPr lang="en-US" sz="1600" dirty="0"/>
              <a:t>S_VALID</a:t>
            </a:r>
          </a:p>
        </p:txBody>
      </p:sp>
      <p:cxnSp>
        <p:nvCxnSpPr>
          <p:cNvPr id="29" name="Straight Arrow Connector 28">
            <a:extLst>
              <a:ext uri="{FF2B5EF4-FFF2-40B4-BE49-F238E27FC236}">
                <a16:creationId xmlns:a16="http://schemas.microsoft.com/office/drawing/2014/main" id="{63550084-92B6-E747-C3CE-F384416DCFB8}"/>
              </a:ext>
            </a:extLst>
          </p:cNvPr>
          <p:cNvCxnSpPr>
            <a:cxnSpLocks/>
          </p:cNvCxnSpPr>
          <p:nvPr/>
        </p:nvCxnSpPr>
        <p:spPr>
          <a:xfrm>
            <a:off x="1544748" y="3337871"/>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68F5A2E6-0264-C182-C847-48F8443E5743}"/>
              </a:ext>
            </a:extLst>
          </p:cNvPr>
          <p:cNvGrpSpPr/>
          <p:nvPr/>
        </p:nvGrpSpPr>
        <p:grpSpPr>
          <a:xfrm flipV="1">
            <a:off x="3266911" y="3820265"/>
            <a:ext cx="5381161" cy="232579"/>
            <a:chOff x="3352154" y="3599639"/>
            <a:chExt cx="5381161" cy="348633"/>
          </a:xfrm>
        </p:grpSpPr>
        <p:cxnSp>
          <p:nvCxnSpPr>
            <p:cNvPr id="24" name="Straight Arrow Connector 23">
              <a:extLst>
                <a:ext uri="{FF2B5EF4-FFF2-40B4-BE49-F238E27FC236}">
                  <a16:creationId xmlns:a16="http://schemas.microsoft.com/office/drawing/2014/main" id="{189FC1A7-63A3-D18E-84AA-22294960AC60}"/>
                </a:ext>
              </a:extLst>
            </p:cNvPr>
            <p:cNvCxnSpPr/>
            <p:nvPr/>
          </p:nvCxnSpPr>
          <p:spPr>
            <a:xfrm flipV="1">
              <a:off x="3352154" y="3599639"/>
              <a:ext cx="0" cy="34863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C7C30449-1798-DAE9-7AFD-860D57CF2F0E}"/>
                </a:ext>
              </a:extLst>
            </p:cNvPr>
            <p:cNvCxnSpPr/>
            <p:nvPr/>
          </p:nvCxnSpPr>
          <p:spPr>
            <a:xfrm flipV="1">
              <a:off x="6612799" y="3599639"/>
              <a:ext cx="0" cy="348633"/>
            </a:xfrm>
            <a:prstGeom prst="straightConnector1">
              <a:avLst/>
            </a:prstGeom>
            <a:noFill/>
            <a:ln w="19050">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CD47DC07-CE9F-3241-BD04-67B73D45C771}"/>
                </a:ext>
              </a:extLst>
            </p:cNvPr>
            <p:cNvCxnSpPr/>
            <p:nvPr/>
          </p:nvCxnSpPr>
          <p:spPr>
            <a:xfrm flipV="1">
              <a:off x="8733315" y="3599639"/>
              <a:ext cx="0" cy="348633"/>
            </a:xfrm>
            <a:prstGeom prst="straightConnector1">
              <a:avLst/>
            </a:prstGeom>
            <a:noFill/>
            <a:ln w="19050">
              <a:tailEnd type="triangle"/>
            </a:ln>
          </p:spPr>
          <p:style>
            <a:lnRef idx="1">
              <a:schemeClr val="dk1"/>
            </a:lnRef>
            <a:fillRef idx="0">
              <a:schemeClr val="dk1"/>
            </a:fillRef>
            <a:effectRef idx="0">
              <a:schemeClr val="dk1"/>
            </a:effectRef>
            <a:fontRef idx="minor">
              <a:schemeClr val="tx1"/>
            </a:fontRef>
          </p:style>
        </p:cxnSp>
      </p:grpSp>
      <p:cxnSp>
        <p:nvCxnSpPr>
          <p:cNvPr id="61" name="Straight Arrow Connector 60">
            <a:extLst>
              <a:ext uri="{FF2B5EF4-FFF2-40B4-BE49-F238E27FC236}">
                <a16:creationId xmlns:a16="http://schemas.microsoft.com/office/drawing/2014/main" id="{5E349BF8-965D-9416-A524-65456BA95D02}"/>
              </a:ext>
            </a:extLst>
          </p:cNvPr>
          <p:cNvCxnSpPr>
            <a:cxnSpLocks/>
          </p:cNvCxnSpPr>
          <p:nvPr/>
        </p:nvCxnSpPr>
        <p:spPr>
          <a:xfrm>
            <a:off x="7306869" y="3353761"/>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ED6EA63A-2360-CC71-D73B-EAD11B27F743}"/>
              </a:ext>
            </a:extLst>
          </p:cNvPr>
          <p:cNvCxnSpPr>
            <a:cxnSpLocks/>
          </p:cNvCxnSpPr>
          <p:nvPr/>
        </p:nvCxnSpPr>
        <p:spPr>
          <a:xfrm>
            <a:off x="9413403" y="3329139"/>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70306B3E-2833-F22A-E2FC-A8109FD6DDB0}"/>
              </a:ext>
            </a:extLst>
          </p:cNvPr>
          <p:cNvSpPr txBox="1"/>
          <p:nvPr/>
        </p:nvSpPr>
        <p:spPr>
          <a:xfrm>
            <a:off x="10062803" y="2945336"/>
            <a:ext cx="952505" cy="338554"/>
          </a:xfrm>
          <a:prstGeom prst="rect">
            <a:avLst/>
          </a:prstGeom>
          <a:noFill/>
        </p:spPr>
        <p:txBody>
          <a:bodyPr wrap="none" rtlCol="0">
            <a:spAutoFit/>
          </a:bodyPr>
          <a:lstStyle/>
          <a:p>
            <a:r>
              <a:rPr lang="en-US" sz="1600" dirty="0"/>
              <a:t>M_VALID</a:t>
            </a:r>
          </a:p>
        </p:txBody>
      </p:sp>
      <p:sp>
        <p:nvSpPr>
          <p:cNvPr id="15" name="Rectangle 14">
            <a:extLst>
              <a:ext uri="{FF2B5EF4-FFF2-40B4-BE49-F238E27FC236}">
                <a16:creationId xmlns:a16="http://schemas.microsoft.com/office/drawing/2014/main" id="{6028C4CB-B5A9-6885-A1E9-7880EC44A7DF}"/>
              </a:ext>
            </a:extLst>
          </p:cNvPr>
          <p:cNvSpPr/>
          <p:nvPr/>
        </p:nvSpPr>
        <p:spPr>
          <a:xfrm>
            <a:off x="5850910" y="3195887"/>
            <a:ext cx="1438842" cy="6043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solidFill>
                  <a:schemeClr val="tx1"/>
                </a:solidFill>
              </a:rPr>
              <a:t>conv2d_ctrl.v</a:t>
            </a:r>
          </a:p>
          <a:p>
            <a:r>
              <a:rPr lang="en-US" sz="1000" dirty="0">
                <a:solidFill>
                  <a:schemeClr val="tx1"/>
                </a:solidFill>
              </a:rPr>
              <a:t>#(KHEIGHT,KWIDTH,…)</a:t>
            </a:r>
          </a:p>
        </p:txBody>
      </p:sp>
      <p:sp>
        <p:nvSpPr>
          <p:cNvPr id="17" name="Rectangle 16">
            <a:extLst>
              <a:ext uri="{FF2B5EF4-FFF2-40B4-BE49-F238E27FC236}">
                <a16:creationId xmlns:a16="http://schemas.microsoft.com/office/drawing/2014/main" id="{664B6C33-8714-7092-85AD-C7382D8C4DBE}"/>
              </a:ext>
            </a:extLst>
          </p:cNvPr>
          <p:cNvSpPr/>
          <p:nvPr/>
        </p:nvSpPr>
        <p:spPr>
          <a:xfrm>
            <a:off x="7975341" y="3203968"/>
            <a:ext cx="1438842" cy="6043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solidFill>
                  <a:schemeClr val="tx1"/>
                </a:solidFill>
              </a:rPr>
              <a:t>conv2d_ctrl.v</a:t>
            </a:r>
          </a:p>
          <a:p>
            <a:r>
              <a:rPr lang="en-US" sz="1000" dirty="0">
                <a:solidFill>
                  <a:schemeClr val="tx1"/>
                </a:solidFill>
              </a:rPr>
              <a:t>#(KHEIGHT,KWIDTH,…)</a:t>
            </a:r>
          </a:p>
        </p:txBody>
      </p:sp>
      <p:grpSp>
        <p:nvGrpSpPr>
          <p:cNvPr id="42" name="Group 41">
            <a:extLst>
              <a:ext uri="{FF2B5EF4-FFF2-40B4-BE49-F238E27FC236}">
                <a16:creationId xmlns:a16="http://schemas.microsoft.com/office/drawing/2014/main" id="{946BE481-8292-405F-F56C-EAF5B75D07CC}"/>
              </a:ext>
            </a:extLst>
          </p:cNvPr>
          <p:cNvGrpSpPr/>
          <p:nvPr/>
        </p:nvGrpSpPr>
        <p:grpSpPr>
          <a:xfrm>
            <a:off x="3266911" y="4651090"/>
            <a:ext cx="5381161" cy="369837"/>
            <a:chOff x="3352154" y="3599639"/>
            <a:chExt cx="5381161" cy="348633"/>
          </a:xfrm>
        </p:grpSpPr>
        <p:cxnSp>
          <p:nvCxnSpPr>
            <p:cNvPr id="43" name="Straight Arrow Connector 42">
              <a:extLst>
                <a:ext uri="{FF2B5EF4-FFF2-40B4-BE49-F238E27FC236}">
                  <a16:creationId xmlns:a16="http://schemas.microsoft.com/office/drawing/2014/main" id="{17E7D3C3-3869-A232-33B1-3528E35235B2}"/>
                </a:ext>
              </a:extLst>
            </p:cNvPr>
            <p:cNvCxnSpPr/>
            <p:nvPr/>
          </p:nvCxnSpPr>
          <p:spPr>
            <a:xfrm flipV="1">
              <a:off x="3352154" y="3599639"/>
              <a:ext cx="0" cy="348633"/>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D0289FC9-F0DB-1F02-FBF7-028450AA8E77}"/>
                </a:ext>
              </a:extLst>
            </p:cNvPr>
            <p:cNvCxnSpPr/>
            <p:nvPr/>
          </p:nvCxnSpPr>
          <p:spPr>
            <a:xfrm flipV="1">
              <a:off x="6612799" y="3599639"/>
              <a:ext cx="0" cy="348633"/>
            </a:xfrm>
            <a:prstGeom prst="straightConnector1">
              <a:avLst/>
            </a:prstGeom>
            <a:noFill/>
            <a:ln w="63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2F13CAB6-D3CB-2AF9-6F7E-B978C434DF6C}"/>
                </a:ext>
              </a:extLst>
            </p:cNvPr>
            <p:cNvCxnSpPr/>
            <p:nvPr/>
          </p:nvCxnSpPr>
          <p:spPr>
            <a:xfrm flipV="1">
              <a:off x="8733315" y="3599639"/>
              <a:ext cx="0" cy="348633"/>
            </a:xfrm>
            <a:prstGeom prst="straightConnector1">
              <a:avLst/>
            </a:prstGeom>
            <a:noFill/>
            <a:ln w="6350">
              <a:tailEnd type="triangle"/>
            </a:ln>
          </p:spPr>
          <p:style>
            <a:lnRef idx="1">
              <a:schemeClr val="dk1"/>
            </a:lnRef>
            <a:fillRef idx="0">
              <a:schemeClr val="dk1"/>
            </a:fillRef>
            <a:effectRef idx="0">
              <a:schemeClr val="dk1"/>
            </a:effectRef>
            <a:fontRef idx="minor">
              <a:schemeClr val="tx1"/>
            </a:fontRef>
          </p:style>
        </p:cxnSp>
      </p:grpSp>
      <p:sp>
        <p:nvSpPr>
          <p:cNvPr id="9" name="TextBox 8">
            <a:extLst>
              <a:ext uri="{FF2B5EF4-FFF2-40B4-BE49-F238E27FC236}">
                <a16:creationId xmlns:a16="http://schemas.microsoft.com/office/drawing/2014/main" id="{8D792FAF-391D-6863-4289-03C73EE8E4B2}"/>
              </a:ext>
            </a:extLst>
          </p:cNvPr>
          <p:cNvSpPr txBox="1"/>
          <p:nvPr/>
        </p:nvSpPr>
        <p:spPr>
          <a:xfrm>
            <a:off x="1453002" y="4994410"/>
            <a:ext cx="690831" cy="338554"/>
          </a:xfrm>
          <a:prstGeom prst="rect">
            <a:avLst/>
          </a:prstGeom>
          <a:noFill/>
        </p:spPr>
        <p:txBody>
          <a:bodyPr wrap="none" rtlCol="0">
            <a:spAutoFit/>
          </a:bodyPr>
          <a:lstStyle/>
          <a:p>
            <a:pPr algn="r"/>
            <a:r>
              <a:rPr lang="en-US" sz="1600" dirty="0"/>
              <a:t>RESET</a:t>
            </a:r>
          </a:p>
        </p:txBody>
      </p:sp>
      <p:cxnSp>
        <p:nvCxnSpPr>
          <p:cNvPr id="18" name="Straight Arrow Connector 17">
            <a:extLst>
              <a:ext uri="{FF2B5EF4-FFF2-40B4-BE49-F238E27FC236}">
                <a16:creationId xmlns:a16="http://schemas.microsoft.com/office/drawing/2014/main" id="{D68E0201-C81D-3FDB-3C68-786FB09E1742}"/>
              </a:ext>
            </a:extLst>
          </p:cNvPr>
          <p:cNvCxnSpPr>
            <a:cxnSpLocks/>
          </p:cNvCxnSpPr>
          <p:nvPr/>
        </p:nvCxnSpPr>
        <p:spPr>
          <a:xfrm>
            <a:off x="1544748" y="5342392"/>
            <a:ext cx="5817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B9D5397-0713-B81E-9F36-9370F5C2EB36}"/>
              </a:ext>
            </a:extLst>
          </p:cNvPr>
          <p:cNvSpPr txBox="1"/>
          <p:nvPr/>
        </p:nvSpPr>
        <p:spPr>
          <a:xfrm>
            <a:off x="714534" y="3340552"/>
            <a:ext cx="1412182" cy="338554"/>
          </a:xfrm>
          <a:prstGeom prst="rect">
            <a:avLst/>
          </a:prstGeom>
          <a:noFill/>
        </p:spPr>
        <p:txBody>
          <a:bodyPr wrap="none" rtlCol="0">
            <a:spAutoFit/>
          </a:bodyPr>
          <a:lstStyle/>
          <a:p>
            <a:pPr algn="r"/>
            <a:r>
              <a:rPr lang="en-US" sz="1600" dirty="0"/>
              <a:t>S_ROW, S_COL</a:t>
            </a:r>
          </a:p>
        </p:txBody>
      </p:sp>
      <p:cxnSp>
        <p:nvCxnSpPr>
          <p:cNvPr id="19" name="Straight Arrow Connector 18">
            <a:extLst>
              <a:ext uri="{FF2B5EF4-FFF2-40B4-BE49-F238E27FC236}">
                <a16:creationId xmlns:a16="http://schemas.microsoft.com/office/drawing/2014/main" id="{7FCF399F-951B-1AF5-6969-1633449B9BBA}"/>
              </a:ext>
            </a:extLst>
          </p:cNvPr>
          <p:cNvCxnSpPr>
            <a:cxnSpLocks/>
          </p:cNvCxnSpPr>
          <p:nvPr/>
        </p:nvCxnSpPr>
        <p:spPr>
          <a:xfrm>
            <a:off x="1527631" y="3695732"/>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AE9993D-C445-1AE2-A545-67BFC7942229}"/>
              </a:ext>
            </a:extLst>
          </p:cNvPr>
          <p:cNvCxnSpPr>
            <a:cxnSpLocks/>
          </p:cNvCxnSpPr>
          <p:nvPr/>
        </p:nvCxnSpPr>
        <p:spPr>
          <a:xfrm>
            <a:off x="4031578" y="3679106"/>
            <a:ext cx="18269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86145570-9BE3-C3CF-9B36-8D5DC73FD0C6}"/>
              </a:ext>
            </a:extLst>
          </p:cNvPr>
          <p:cNvCxnSpPr>
            <a:cxnSpLocks/>
          </p:cNvCxnSpPr>
          <p:nvPr/>
        </p:nvCxnSpPr>
        <p:spPr>
          <a:xfrm>
            <a:off x="7306869" y="3644046"/>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D194236B-4F48-59B7-DCDB-5863EAD0C95D}"/>
              </a:ext>
            </a:extLst>
          </p:cNvPr>
          <p:cNvCxnSpPr>
            <a:cxnSpLocks/>
          </p:cNvCxnSpPr>
          <p:nvPr/>
        </p:nvCxnSpPr>
        <p:spPr>
          <a:xfrm>
            <a:off x="9413403" y="3671116"/>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3C7E3885-E782-B08F-C578-A93DFEE8F05E}"/>
              </a:ext>
            </a:extLst>
          </p:cNvPr>
          <p:cNvSpPr txBox="1"/>
          <p:nvPr/>
        </p:nvSpPr>
        <p:spPr>
          <a:xfrm>
            <a:off x="10062803" y="3328878"/>
            <a:ext cx="1572482" cy="338554"/>
          </a:xfrm>
          <a:prstGeom prst="rect">
            <a:avLst/>
          </a:prstGeom>
          <a:noFill/>
        </p:spPr>
        <p:txBody>
          <a:bodyPr wrap="none" rtlCol="0">
            <a:spAutoFit/>
          </a:bodyPr>
          <a:lstStyle/>
          <a:p>
            <a:r>
              <a:rPr lang="en-US" sz="1600" dirty="0"/>
              <a:t>M_ROW, M_COL</a:t>
            </a:r>
          </a:p>
        </p:txBody>
      </p:sp>
      <p:cxnSp>
        <p:nvCxnSpPr>
          <p:cNvPr id="36" name="Straight Arrow Connector 35">
            <a:extLst>
              <a:ext uri="{FF2B5EF4-FFF2-40B4-BE49-F238E27FC236}">
                <a16:creationId xmlns:a16="http://schemas.microsoft.com/office/drawing/2014/main" id="{BB5983F9-CAE6-796E-229F-3C09F6EACDD1}"/>
              </a:ext>
            </a:extLst>
          </p:cNvPr>
          <p:cNvCxnSpPr>
            <a:cxnSpLocks/>
          </p:cNvCxnSpPr>
          <p:nvPr/>
        </p:nvCxnSpPr>
        <p:spPr>
          <a:xfrm>
            <a:off x="4031578" y="4315431"/>
            <a:ext cx="18269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177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Parallel computation of CNN dot products</a:t>
            </a:r>
          </a:p>
        </p:txBody>
      </p:sp>
      <p:grpSp>
        <p:nvGrpSpPr>
          <p:cNvPr id="232" name="Group 231">
            <a:extLst>
              <a:ext uri="{FF2B5EF4-FFF2-40B4-BE49-F238E27FC236}">
                <a16:creationId xmlns:a16="http://schemas.microsoft.com/office/drawing/2014/main" id="{9F7A9BF3-4070-ADA9-3995-8045CE258F91}"/>
              </a:ext>
            </a:extLst>
          </p:cNvPr>
          <p:cNvGrpSpPr/>
          <p:nvPr/>
        </p:nvGrpSpPr>
        <p:grpSpPr>
          <a:xfrm>
            <a:off x="997622" y="3720873"/>
            <a:ext cx="837384" cy="837382"/>
            <a:chOff x="2983322" y="2916054"/>
            <a:chExt cx="503853" cy="503852"/>
          </a:xfrm>
          <a:solidFill>
            <a:schemeClr val="bg1"/>
          </a:solidFill>
        </p:grpSpPr>
        <p:sp>
          <p:nvSpPr>
            <p:cNvPr id="233" name="Rectangle 232">
              <a:extLst>
                <a:ext uri="{FF2B5EF4-FFF2-40B4-BE49-F238E27FC236}">
                  <a16:creationId xmlns:a16="http://schemas.microsoft.com/office/drawing/2014/main" id="{F1857867-6C46-6F5E-D522-FEE0788475A4}"/>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0E1DFD29-2A8D-A657-0770-B9B2AC26E91C}"/>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57567EE3-F03D-0A48-7525-E2688D50AAC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EEFD3A93-0E79-D496-2C98-03C351AD8E4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1B38AF0D-AD3E-8FC6-DB54-C73377D78F1D}"/>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82BE7399-60C5-8956-D271-78928DA21CAF}"/>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5170416B-3DCF-98E1-1608-24E7B03DC26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36B4FFFA-7F0B-8601-75F5-A2BA8B290BC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34E328DE-190C-E8C5-D5C2-DC60B1052E22}"/>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 241">
            <a:extLst>
              <a:ext uri="{FF2B5EF4-FFF2-40B4-BE49-F238E27FC236}">
                <a16:creationId xmlns:a16="http://schemas.microsoft.com/office/drawing/2014/main" id="{F205027D-EF8E-513D-06FA-DDF6B69CF71E}"/>
              </a:ext>
            </a:extLst>
          </p:cNvPr>
          <p:cNvGrpSpPr/>
          <p:nvPr/>
        </p:nvGrpSpPr>
        <p:grpSpPr>
          <a:xfrm>
            <a:off x="859984" y="3583236"/>
            <a:ext cx="837384" cy="837382"/>
            <a:chOff x="2983322" y="2916054"/>
            <a:chExt cx="503853" cy="503852"/>
          </a:xfrm>
          <a:solidFill>
            <a:schemeClr val="bg1"/>
          </a:solidFill>
        </p:grpSpPr>
        <p:sp>
          <p:nvSpPr>
            <p:cNvPr id="243" name="Rectangle 242">
              <a:extLst>
                <a:ext uri="{FF2B5EF4-FFF2-40B4-BE49-F238E27FC236}">
                  <a16:creationId xmlns:a16="http://schemas.microsoft.com/office/drawing/2014/main" id="{C44AA690-A16A-86AC-D499-452D61DB0F5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C68F49D6-6213-91BB-BFA6-324F28DB1C8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B8AEFC5F-8F68-FB0A-8E25-0E96597DE4D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E7B39879-33AD-0892-4EFA-5A2064D0C186}"/>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E028922-7D14-7316-7173-89B184BAB67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72470A8E-D4B7-5984-ECDC-901157EF5B7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6852F827-5266-9B69-F19D-F821E3A1C16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35E943A1-3260-7135-19A4-2C17501BFA2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5F649AC-D3A8-0BE5-AE75-7BADAA335AB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2" name="TextBox 251">
            <a:extLst>
              <a:ext uri="{FF2B5EF4-FFF2-40B4-BE49-F238E27FC236}">
                <a16:creationId xmlns:a16="http://schemas.microsoft.com/office/drawing/2014/main" id="{64067F78-E15E-F479-D116-4EBF07BF2167}"/>
              </a:ext>
            </a:extLst>
          </p:cNvPr>
          <p:cNvSpPr txBox="1"/>
          <p:nvPr/>
        </p:nvSpPr>
        <p:spPr>
          <a:xfrm>
            <a:off x="637922" y="2806131"/>
            <a:ext cx="2018655" cy="584775"/>
          </a:xfrm>
          <a:prstGeom prst="rect">
            <a:avLst/>
          </a:prstGeom>
          <a:noFill/>
        </p:spPr>
        <p:txBody>
          <a:bodyPr wrap="square" rtlCol="0">
            <a:spAutoFit/>
          </a:bodyPr>
          <a:lstStyle/>
          <a:p>
            <a:r>
              <a:rPr lang="en-US" sz="1600" dirty="0"/>
              <a:t>input feature patch</a:t>
            </a:r>
          </a:p>
          <a:p>
            <a:r>
              <a:rPr lang="en-US" sz="1600" dirty="0"/>
              <a:t>[3,3,ichan]</a:t>
            </a:r>
          </a:p>
        </p:txBody>
      </p:sp>
      <p:grpSp>
        <p:nvGrpSpPr>
          <p:cNvPr id="253" name="Group 252">
            <a:extLst>
              <a:ext uri="{FF2B5EF4-FFF2-40B4-BE49-F238E27FC236}">
                <a16:creationId xmlns:a16="http://schemas.microsoft.com/office/drawing/2014/main" id="{DC8EB398-3718-8AC8-BFB0-0A6AC2E909BE}"/>
              </a:ext>
            </a:extLst>
          </p:cNvPr>
          <p:cNvGrpSpPr/>
          <p:nvPr/>
        </p:nvGrpSpPr>
        <p:grpSpPr>
          <a:xfrm>
            <a:off x="722346" y="3445598"/>
            <a:ext cx="837384" cy="837382"/>
            <a:chOff x="2983322" y="2916054"/>
            <a:chExt cx="503853" cy="503852"/>
          </a:xfrm>
          <a:solidFill>
            <a:schemeClr val="bg1"/>
          </a:solidFill>
        </p:grpSpPr>
        <p:sp>
          <p:nvSpPr>
            <p:cNvPr id="254" name="Rectangle 253">
              <a:extLst>
                <a:ext uri="{FF2B5EF4-FFF2-40B4-BE49-F238E27FC236}">
                  <a16:creationId xmlns:a16="http://schemas.microsoft.com/office/drawing/2014/main" id="{7BC3D1E9-C8B4-B62F-2B13-532BD6D2B11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5F5C2275-45B2-744C-4748-2143E583A6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F73D7A8C-81E4-BB5E-B646-242FDE2C19B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413D67C-9F3D-D089-FF23-AE8C7A7E782B}"/>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A64982DF-EDFA-7A98-6A40-465E6DC34D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423CDD35-8F68-8F08-4412-B81C8813827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0C88F257-AD67-2A9D-1EAE-FC5B22D5C78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BA53D6F2-5A80-C172-04F5-CF84F67122DB}"/>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4C6BDF1A-6070-90EE-87DE-E7EEF8F9A734}"/>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 name="Group 262">
            <a:extLst>
              <a:ext uri="{FF2B5EF4-FFF2-40B4-BE49-F238E27FC236}">
                <a16:creationId xmlns:a16="http://schemas.microsoft.com/office/drawing/2014/main" id="{2B351540-E2A2-203C-5C87-03F1031A1236}"/>
              </a:ext>
            </a:extLst>
          </p:cNvPr>
          <p:cNvGrpSpPr/>
          <p:nvPr/>
        </p:nvGrpSpPr>
        <p:grpSpPr>
          <a:xfrm>
            <a:off x="2974169" y="2960714"/>
            <a:ext cx="837384" cy="837382"/>
            <a:chOff x="2983322" y="2916054"/>
            <a:chExt cx="503853" cy="503852"/>
          </a:xfrm>
          <a:solidFill>
            <a:schemeClr val="bg1"/>
          </a:solidFill>
        </p:grpSpPr>
        <p:sp>
          <p:nvSpPr>
            <p:cNvPr id="266" name="Rectangle 265">
              <a:extLst>
                <a:ext uri="{FF2B5EF4-FFF2-40B4-BE49-F238E27FC236}">
                  <a16:creationId xmlns:a16="http://schemas.microsoft.com/office/drawing/2014/main" id="{E72C2412-F5A7-58F7-620F-93907B4FBA7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64CF4BBB-6F79-A577-98B6-2E7FA190F26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134552A-4B4C-EF73-8D2F-F4D495D2300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093195A3-53EB-29F1-334E-8DA5536C084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D74118D7-E9D1-A049-FB11-6B7C83B86BD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E1F5F343-0239-B1B0-25A1-07C362B8089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D2DCDF7F-22F5-4E20-5BC3-2FF59BB9730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0A78134-6AD8-83B7-449B-EE342BFF0C49}"/>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739FC7DD-468F-A427-F9CE-9CD9A257064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6" name="Group 275">
            <a:extLst>
              <a:ext uri="{FF2B5EF4-FFF2-40B4-BE49-F238E27FC236}">
                <a16:creationId xmlns:a16="http://schemas.microsoft.com/office/drawing/2014/main" id="{D9D1D0FA-A9B7-FF11-8E0C-200B184840F1}"/>
              </a:ext>
            </a:extLst>
          </p:cNvPr>
          <p:cNvGrpSpPr/>
          <p:nvPr/>
        </p:nvGrpSpPr>
        <p:grpSpPr>
          <a:xfrm>
            <a:off x="2836531" y="2823076"/>
            <a:ext cx="837384" cy="837382"/>
            <a:chOff x="2983322" y="2916054"/>
            <a:chExt cx="503853" cy="503852"/>
          </a:xfrm>
          <a:solidFill>
            <a:schemeClr val="bg1"/>
          </a:solidFill>
        </p:grpSpPr>
        <p:sp>
          <p:nvSpPr>
            <p:cNvPr id="277" name="Rectangle 276">
              <a:extLst>
                <a:ext uri="{FF2B5EF4-FFF2-40B4-BE49-F238E27FC236}">
                  <a16:creationId xmlns:a16="http://schemas.microsoft.com/office/drawing/2014/main" id="{35DACE73-8D7F-C0F2-1191-517205F6583B}"/>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D30B713E-7FCC-2B9D-6211-C13C6D4AE60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957377BE-61D0-5E2A-A26C-423D7971CC8B}"/>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50C6F750-2CE6-84AE-457C-6F855561C61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5988A771-2D22-FF47-0AF9-F4CF7CD5A6C2}"/>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A2978CF-1CA5-DE3F-1CEF-DB0BC3DA8BC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E242F821-02BB-56F4-60ED-1D79DEA1F07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AF64AE66-D28D-1EC9-4677-2A5D0FA6A9A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DE7379D3-227C-4727-E4A4-FFC73334CAF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A598D3DB-8974-E065-45EC-596FB6A73722}"/>
              </a:ext>
            </a:extLst>
          </p:cNvPr>
          <p:cNvGrpSpPr/>
          <p:nvPr/>
        </p:nvGrpSpPr>
        <p:grpSpPr>
          <a:xfrm>
            <a:off x="2698894" y="2685438"/>
            <a:ext cx="837384" cy="837382"/>
            <a:chOff x="2983322" y="2916054"/>
            <a:chExt cx="503853" cy="503852"/>
          </a:xfrm>
          <a:solidFill>
            <a:schemeClr val="bg1"/>
          </a:solidFill>
        </p:grpSpPr>
        <p:sp>
          <p:nvSpPr>
            <p:cNvPr id="287" name="Rectangle 286">
              <a:extLst>
                <a:ext uri="{FF2B5EF4-FFF2-40B4-BE49-F238E27FC236}">
                  <a16:creationId xmlns:a16="http://schemas.microsoft.com/office/drawing/2014/main" id="{D58A2075-934F-DFD6-3E12-C56FB9AE19F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BF13F9DA-1DD4-99F3-F7ED-BEE0854EC375}"/>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4155436A-A565-61A7-E0F2-9FB0C38476B0}"/>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4A40D550-3A7F-B287-6A4A-E0D93B644A9C}"/>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51E97057-FC99-3C16-AD05-98B6FFB31871}"/>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17B88766-29C8-F67D-63A8-DF3370FA076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57BBFCF-4659-4E54-FE17-15E1D2D9FD2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66D1ACE-34DC-DFF2-B81D-FEB0D3D6D15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F71A4F6A-6B8C-FB32-68E8-540060ABDC68}"/>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6" name="TextBox 295">
            <a:extLst>
              <a:ext uri="{FF2B5EF4-FFF2-40B4-BE49-F238E27FC236}">
                <a16:creationId xmlns:a16="http://schemas.microsoft.com/office/drawing/2014/main" id="{AF4D7234-BDB3-E08B-3C5E-6F325678DC37}"/>
              </a:ext>
            </a:extLst>
          </p:cNvPr>
          <p:cNvSpPr txBox="1"/>
          <p:nvPr/>
        </p:nvSpPr>
        <p:spPr>
          <a:xfrm>
            <a:off x="2606171" y="2088979"/>
            <a:ext cx="1625766" cy="584775"/>
          </a:xfrm>
          <a:prstGeom prst="rect">
            <a:avLst/>
          </a:prstGeom>
          <a:noFill/>
        </p:spPr>
        <p:txBody>
          <a:bodyPr wrap="none" rtlCol="0">
            <a:spAutoFit/>
          </a:bodyPr>
          <a:lstStyle/>
          <a:p>
            <a:r>
              <a:rPr lang="en-US" sz="1600" dirty="0"/>
              <a:t>weights</a:t>
            </a:r>
          </a:p>
          <a:p>
            <a:r>
              <a:rPr lang="en-US" sz="1600" dirty="0"/>
              <a:t>[ochan,3,3,ichan]</a:t>
            </a:r>
          </a:p>
        </p:txBody>
      </p:sp>
      <p:grpSp>
        <p:nvGrpSpPr>
          <p:cNvPr id="297" name="Group 296">
            <a:extLst>
              <a:ext uri="{FF2B5EF4-FFF2-40B4-BE49-F238E27FC236}">
                <a16:creationId xmlns:a16="http://schemas.microsoft.com/office/drawing/2014/main" id="{F6E07CF9-B4DE-846A-E2B7-619EDC41CAF3}"/>
              </a:ext>
            </a:extLst>
          </p:cNvPr>
          <p:cNvGrpSpPr/>
          <p:nvPr/>
        </p:nvGrpSpPr>
        <p:grpSpPr>
          <a:xfrm>
            <a:off x="2976094" y="4767582"/>
            <a:ext cx="837384" cy="837382"/>
            <a:chOff x="2983322" y="2916054"/>
            <a:chExt cx="503853" cy="503852"/>
          </a:xfrm>
          <a:solidFill>
            <a:schemeClr val="bg1"/>
          </a:solidFill>
        </p:grpSpPr>
        <p:sp>
          <p:nvSpPr>
            <p:cNvPr id="298" name="Rectangle 297">
              <a:extLst>
                <a:ext uri="{FF2B5EF4-FFF2-40B4-BE49-F238E27FC236}">
                  <a16:creationId xmlns:a16="http://schemas.microsoft.com/office/drawing/2014/main" id="{2D607436-5BC7-BCBC-6100-AD0FB193CE9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23D5EC95-058C-8348-3A97-F23A0A741E1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AB0786C-32BF-B682-DE8C-42FF5ADAD31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C1502F1D-FA2D-BD27-BC96-848EB41BAFB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DEAE3B89-058E-97E7-2B44-4B940AA8787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14C18968-2415-AA5E-45D8-000245DE677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596D05F-57B8-8264-673C-774E749E025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2D6FA12C-1EF3-63B6-DE09-4FA9F0FA70E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E3E10C4-B34B-FB83-1045-84728300465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7" name="Group 306">
            <a:extLst>
              <a:ext uri="{FF2B5EF4-FFF2-40B4-BE49-F238E27FC236}">
                <a16:creationId xmlns:a16="http://schemas.microsoft.com/office/drawing/2014/main" id="{B1FC0410-91A4-CFE3-D7B8-A905922143A1}"/>
              </a:ext>
            </a:extLst>
          </p:cNvPr>
          <p:cNvGrpSpPr/>
          <p:nvPr/>
        </p:nvGrpSpPr>
        <p:grpSpPr>
          <a:xfrm>
            <a:off x="2838457" y="4629944"/>
            <a:ext cx="837384" cy="837382"/>
            <a:chOff x="2983322" y="2916054"/>
            <a:chExt cx="503853" cy="503852"/>
          </a:xfrm>
          <a:solidFill>
            <a:schemeClr val="bg1"/>
          </a:solidFill>
        </p:grpSpPr>
        <p:sp>
          <p:nvSpPr>
            <p:cNvPr id="308" name="Rectangle 307">
              <a:extLst>
                <a:ext uri="{FF2B5EF4-FFF2-40B4-BE49-F238E27FC236}">
                  <a16:creationId xmlns:a16="http://schemas.microsoft.com/office/drawing/2014/main" id="{79861A9B-C3D5-C93F-4CCE-53DC902ED82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2BCEA37C-263B-D4E8-C801-022739D78EA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850E077-0074-31F7-0062-4785D625323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C83B9198-F0D3-C694-619D-1EBD6DB8D20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1AAF8EF2-730F-C1B5-4F53-BD39C576A70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3EC636DB-A113-9D49-18D7-68EBFA27290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3707053A-5B78-4586-681A-70147FAD88B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5BE8A0BA-C2A1-D5B6-8031-CC44006B472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6392D7B1-7131-B886-7DF4-E6F89D00F6C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 name="Group 316">
            <a:extLst>
              <a:ext uri="{FF2B5EF4-FFF2-40B4-BE49-F238E27FC236}">
                <a16:creationId xmlns:a16="http://schemas.microsoft.com/office/drawing/2014/main" id="{960EDEB9-BED7-A962-69CD-1F7DA45F7092}"/>
              </a:ext>
            </a:extLst>
          </p:cNvPr>
          <p:cNvGrpSpPr/>
          <p:nvPr/>
        </p:nvGrpSpPr>
        <p:grpSpPr>
          <a:xfrm>
            <a:off x="2700819" y="4492307"/>
            <a:ext cx="837384" cy="837382"/>
            <a:chOff x="2983322" y="2916054"/>
            <a:chExt cx="503853" cy="503852"/>
          </a:xfrm>
          <a:solidFill>
            <a:schemeClr val="bg1"/>
          </a:solidFill>
        </p:grpSpPr>
        <p:sp>
          <p:nvSpPr>
            <p:cNvPr id="318" name="Rectangle 317">
              <a:extLst>
                <a:ext uri="{FF2B5EF4-FFF2-40B4-BE49-F238E27FC236}">
                  <a16:creationId xmlns:a16="http://schemas.microsoft.com/office/drawing/2014/main" id="{2A718307-0100-70A7-3122-0686E6E4A1FF}"/>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9F5D3958-67BC-517B-EFFA-8FFA22A6C1C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7514B5F-07BD-43C6-742B-B794222AF89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6D89572-A601-F99B-C401-A57AB2B7CF82}"/>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B89EED30-83CD-4020-92D5-2CAAB1B8BB2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27288726-2734-4576-46F3-958AFED07D83}"/>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251748BA-9D4A-6CA1-ACCC-A857FF3F0E9E}"/>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47E8ADB9-19C8-1E0C-14E5-DB6A1F3D4F8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C918538-5F5D-A81F-0481-E9B7FD53F159}"/>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7" name="Straight Connector 326">
            <a:extLst>
              <a:ext uri="{FF2B5EF4-FFF2-40B4-BE49-F238E27FC236}">
                <a16:creationId xmlns:a16="http://schemas.microsoft.com/office/drawing/2014/main" id="{E6CF5D2E-CDB2-424D-8C2D-8DA5ACE6585D}"/>
              </a:ext>
            </a:extLst>
          </p:cNvPr>
          <p:cNvCxnSpPr>
            <a:cxnSpLocks/>
          </p:cNvCxnSpPr>
          <p:nvPr/>
        </p:nvCxnSpPr>
        <p:spPr>
          <a:xfrm flipV="1">
            <a:off x="1992871" y="3194126"/>
            <a:ext cx="600380" cy="52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F6E1F5EE-8401-8A7A-6F03-997DD7E1C7E5}"/>
              </a:ext>
            </a:extLst>
          </p:cNvPr>
          <p:cNvCxnSpPr>
            <a:cxnSpLocks/>
          </p:cNvCxnSpPr>
          <p:nvPr/>
        </p:nvCxnSpPr>
        <p:spPr>
          <a:xfrm>
            <a:off x="1960274" y="4386055"/>
            <a:ext cx="575544" cy="1056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854954A2-6A1E-92B8-4E73-182B2A2B6920}"/>
              </a:ext>
            </a:extLst>
          </p:cNvPr>
          <p:cNvCxnSpPr>
            <a:cxnSpLocks/>
          </p:cNvCxnSpPr>
          <p:nvPr/>
        </p:nvCxnSpPr>
        <p:spPr>
          <a:xfrm>
            <a:off x="3888739" y="3619079"/>
            <a:ext cx="559753" cy="25406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0" name="Rectangle 329">
            <a:extLst>
              <a:ext uri="{FF2B5EF4-FFF2-40B4-BE49-F238E27FC236}">
                <a16:creationId xmlns:a16="http://schemas.microsoft.com/office/drawing/2014/main" id="{B06DE5A1-9DCE-5490-4FBA-0B7C40C3ECB0}"/>
              </a:ext>
            </a:extLst>
          </p:cNvPr>
          <p:cNvSpPr/>
          <p:nvPr/>
        </p:nvSpPr>
        <p:spPr>
          <a:xfrm>
            <a:off x="4817125" y="4131346"/>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4C9D9002-A1E3-6BD8-DF83-A1D72555254A}"/>
              </a:ext>
            </a:extLst>
          </p:cNvPr>
          <p:cNvSpPr/>
          <p:nvPr/>
        </p:nvSpPr>
        <p:spPr>
          <a:xfrm>
            <a:off x="4679487" y="3993708"/>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F432AF53-4EFD-A78E-1498-F880248B0FF6}"/>
              </a:ext>
            </a:extLst>
          </p:cNvPr>
          <p:cNvSpPr/>
          <p:nvPr/>
        </p:nvSpPr>
        <p:spPr>
          <a:xfrm>
            <a:off x="4537997" y="3852222"/>
            <a:ext cx="279128" cy="279128"/>
          </a:xfrm>
          <a:prstGeom prst="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TextBox 332">
            <a:extLst>
              <a:ext uri="{FF2B5EF4-FFF2-40B4-BE49-F238E27FC236}">
                <a16:creationId xmlns:a16="http://schemas.microsoft.com/office/drawing/2014/main" id="{89F840B7-49D5-AB2D-9844-1FCB20797064}"/>
              </a:ext>
            </a:extLst>
          </p:cNvPr>
          <p:cNvSpPr txBox="1"/>
          <p:nvPr/>
        </p:nvSpPr>
        <p:spPr>
          <a:xfrm>
            <a:off x="4398232" y="3203624"/>
            <a:ext cx="1979132" cy="584775"/>
          </a:xfrm>
          <a:prstGeom prst="rect">
            <a:avLst/>
          </a:prstGeom>
          <a:noFill/>
        </p:spPr>
        <p:txBody>
          <a:bodyPr wrap="none" rtlCol="0">
            <a:spAutoFit/>
          </a:bodyPr>
          <a:lstStyle/>
          <a:p>
            <a:r>
              <a:rPr lang="en-US" sz="1600" dirty="0"/>
              <a:t>output feature vector</a:t>
            </a:r>
          </a:p>
          <a:p>
            <a:r>
              <a:rPr lang="en-US" sz="1600" dirty="0"/>
              <a:t>[1,1,ochan]</a:t>
            </a:r>
          </a:p>
        </p:txBody>
      </p:sp>
      <p:cxnSp>
        <p:nvCxnSpPr>
          <p:cNvPr id="334" name="Straight Connector 333">
            <a:extLst>
              <a:ext uri="{FF2B5EF4-FFF2-40B4-BE49-F238E27FC236}">
                <a16:creationId xmlns:a16="http://schemas.microsoft.com/office/drawing/2014/main" id="{EC66BF3A-DAA1-9374-CE6B-C91161EB7F35}"/>
              </a:ext>
            </a:extLst>
          </p:cNvPr>
          <p:cNvCxnSpPr>
            <a:cxnSpLocks/>
          </p:cNvCxnSpPr>
          <p:nvPr/>
        </p:nvCxnSpPr>
        <p:spPr>
          <a:xfrm flipV="1">
            <a:off x="3903258" y="4286826"/>
            <a:ext cx="597246" cy="22595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7AF3701E-A5A7-2DD6-2394-B48D7A0A860F}"/>
              </a:ext>
            </a:extLst>
          </p:cNvPr>
          <p:cNvCxnSpPr>
            <a:cxnSpLocks/>
          </p:cNvCxnSpPr>
          <p:nvPr/>
        </p:nvCxnSpPr>
        <p:spPr>
          <a:xfrm>
            <a:off x="3154489" y="4052413"/>
            <a:ext cx="0" cy="272835"/>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7BEE0D8C-7B35-F480-58FD-AAAD928D7F75}"/>
              </a:ext>
            </a:extLst>
          </p:cNvPr>
          <p:cNvCxnSpPr>
            <a:cxnSpLocks/>
            <a:stCxn id="338" idx="0"/>
          </p:cNvCxnSpPr>
          <p:nvPr/>
        </p:nvCxnSpPr>
        <p:spPr>
          <a:xfrm flipH="1" flipV="1">
            <a:off x="1476562" y="4740137"/>
            <a:ext cx="273343" cy="40642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94D583E8-4F94-D637-D7DA-5AEAFD0C24A2}"/>
              </a:ext>
            </a:extLst>
          </p:cNvPr>
          <p:cNvCxnSpPr>
            <a:cxnSpLocks/>
            <a:stCxn id="338" idx="0"/>
          </p:cNvCxnSpPr>
          <p:nvPr/>
        </p:nvCxnSpPr>
        <p:spPr>
          <a:xfrm flipV="1">
            <a:off x="1749905" y="4885475"/>
            <a:ext cx="819684" cy="2610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8" name="TextBox 337">
            <a:extLst>
              <a:ext uri="{FF2B5EF4-FFF2-40B4-BE49-F238E27FC236}">
                <a16:creationId xmlns:a16="http://schemas.microsoft.com/office/drawing/2014/main" id="{7C2E76DD-FE06-8255-3EFA-96D3968308BB}"/>
              </a:ext>
            </a:extLst>
          </p:cNvPr>
          <p:cNvSpPr txBox="1"/>
          <p:nvPr/>
        </p:nvSpPr>
        <p:spPr>
          <a:xfrm>
            <a:off x="1163847" y="5146561"/>
            <a:ext cx="1172116" cy="338554"/>
          </a:xfrm>
          <a:prstGeom prst="rect">
            <a:avLst/>
          </a:prstGeom>
          <a:noFill/>
          <a:ln>
            <a:noFill/>
          </a:ln>
        </p:spPr>
        <p:txBody>
          <a:bodyPr wrap="none" rtlCol="0">
            <a:spAutoFit/>
          </a:bodyPr>
          <a:lstStyle/>
          <a:p>
            <a:r>
              <a:rPr lang="en-US" sz="1600" i="1" dirty="0"/>
              <a:t>same shape</a:t>
            </a:r>
          </a:p>
        </p:txBody>
      </p:sp>
      <p:cxnSp>
        <p:nvCxnSpPr>
          <p:cNvPr id="339" name="Straight Arrow Connector 338">
            <a:extLst>
              <a:ext uri="{FF2B5EF4-FFF2-40B4-BE49-F238E27FC236}">
                <a16:creationId xmlns:a16="http://schemas.microsoft.com/office/drawing/2014/main" id="{55C91364-5F01-1609-E681-006018EA9838}"/>
              </a:ext>
            </a:extLst>
          </p:cNvPr>
          <p:cNvCxnSpPr>
            <a:cxnSpLocks/>
            <a:stCxn id="340" idx="0"/>
          </p:cNvCxnSpPr>
          <p:nvPr/>
        </p:nvCxnSpPr>
        <p:spPr>
          <a:xfrm flipH="1" flipV="1">
            <a:off x="4309531" y="4598650"/>
            <a:ext cx="557241" cy="7146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0" name="TextBox 339">
            <a:extLst>
              <a:ext uri="{FF2B5EF4-FFF2-40B4-BE49-F238E27FC236}">
                <a16:creationId xmlns:a16="http://schemas.microsoft.com/office/drawing/2014/main" id="{E1F29C34-54D9-8B4F-D0B5-F0BC2E546D07}"/>
              </a:ext>
            </a:extLst>
          </p:cNvPr>
          <p:cNvSpPr txBox="1"/>
          <p:nvPr/>
        </p:nvSpPr>
        <p:spPr>
          <a:xfrm>
            <a:off x="4000478" y="5313339"/>
            <a:ext cx="1732590" cy="338554"/>
          </a:xfrm>
          <a:prstGeom prst="rect">
            <a:avLst/>
          </a:prstGeom>
          <a:noFill/>
          <a:ln>
            <a:noFill/>
          </a:ln>
        </p:spPr>
        <p:txBody>
          <a:bodyPr wrap="none" rtlCol="0">
            <a:spAutoFit/>
          </a:bodyPr>
          <a:lstStyle/>
          <a:p>
            <a:r>
              <a:rPr lang="en-US" sz="1600" i="1" dirty="0"/>
              <a:t>tensor dot product</a:t>
            </a:r>
          </a:p>
        </p:txBody>
      </p:sp>
      <p:sp>
        <p:nvSpPr>
          <p:cNvPr id="341" name="Rectangle 340">
            <a:extLst>
              <a:ext uri="{FF2B5EF4-FFF2-40B4-BE49-F238E27FC236}">
                <a16:creationId xmlns:a16="http://schemas.microsoft.com/office/drawing/2014/main" id="{CA9C01BF-46E9-50D3-9861-7E26F6A90246}"/>
              </a:ext>
            </a:extLst>
          </p:cNvPr>
          <p:cNvSpPr/>
          <p:nvPr/>
        </p:nvSpPr>
        <p:spPr>
          <a:xfrm>
            <a:off x="722346" y="3445598"/>
            <a:ext cx="837384" cy="84122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01908AED-F761-6E05-A2D2-043D1B53B19B}"/>
              </a:ext>
            </a:extLst>
          </p:cNvPr>
          <p:cNvSpPr/>
          <p:nvPr/>
        </p:nvSpPr>
        <p:spPr>
          <a:xfrm>
            <a:off x="2698893" y="2689286"/>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D463106B-30FB-6F66-60D5-5DC84A9356DC}"/>
              </a:ext>
            </a:extLst>
          </p:cNvPr>
          <p:cNvSpPr/>
          <p:nvPr/>
        </p:nvSpPr>
        <p:spPr>
          <a:xfrm>
            <a:off x="2704671" y="4492307"/>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7D7BE88A-B718-4D1A-AEEC-5CCE09EB5251}"/>
              </a:ext>
            </a:extLst>
          </p:cNvPr>
          <p:cNvGrpSpPr/>
          <p:nvPr/>
        </p:nvGrpSpPr>
        <p:grpSpPr>
          <a:xfrm>
            <a:off x="7035333" y="1689684"/>
            <a:ext cx="2923047" cy="1893552"/>
            <a:chOff x="7469278" y="1689684"/>
            <a:chExt cx="3204507" cy="2075882"/>
          </a:xfrm>
        </p:grpSpPr>
        <p:grpSp>
          <p:nvGrpSpPr>
            <p:cNvPr id="833" name="Group 832">
              <a:extLst>
                <a:ext uri="{FF2B5EF4-FFF2-40B4-BE49-F238E27FC236}">
                  <a16:creationId xmlns:a16="http://schemas.microsoft.com/office/drawing/2014/main" id="{244C5304-E92E-CEB1-593D-05D6E3B8C843}"/>
                </a:ext>
              </a:extLst>
            </p:cNvPr>
            <p:cNvGrpSpPr/>
            <p:nvPr/>
          </p:nvGrpSpPr>
          <p:grpSpPr>
            <a:xfrm flipH="1">
              <a:off x="7469278" y="1689684"/>
              <a:ext cx="3015866" cy="366278"/>
              <a:chOff x="7520118" y="3982298"/>
              <a:chExt cx="3312757" cy="402336"/>
            </a:xfrm>
          </p:grpSpPr>
          <p:sp>
            <p:nvSpPr>
              <p:cNvPr id="352" name="Rectangle 351">
                <a:extLst>
                  <a:ext uri="{FF2B5EF4-FFF2-40B4-BE49-F238E27FC236}">
                    <a16:creationId xmlns:a16="http://schemas.microsoft.com/office/drawing/2014/main" id="{04F6C819-E30D-D754-69A9-9CC12FC409E9}"/>
                  </a:ext>
                </a:extLst>
              </p:cNvPr>
              <p:cNvSpPr/>
              <p:nvPr/>
            </p:nvSpPr>
            <p:spPr>
              <a:xfrm rot="10800000">
                <a:off x="1033196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E22F72D2-31F2-F5F6-6759-12B7E30F087E}"/>
                  </a:ext>
                </a:extLst>
              </p:cNvPr>
              <p:cNvSpPr/>
              <p:nvPr/>
            </p:nvSpPr>
            <p:spPr>
              <a:xfrm rot="10800000">
                <a:off x="1023153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E9EF1E49-301B-C0EA-ADB6-AB14CBA7DB56}"/>
                  </a:ext>
                </a:extLst>
              </p:cNvPr>
              <p:cNvSpPr/>
              <p:nvPr/>
            </p:nvSpPr>
            <p:spPr>
              <a:xfrm rot="10800000">
                <a:off x="1013111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DFD3392-C7C7-FE1E-7A4A-43145478FB9F}"/>
                  </a:ext>
                </a:extLst>
              </p:cNvPr>
              <p:cNvSpPr/>
              <p:nvPr/>
            </p:nvSpPr>
            <p:spPr>
              <a:xfrm rot="10800000">
                <a:off x="1003069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E1925644-C12D-740E-844D-C96CA24CE8A2}"/>
                  </a:ext>
                </a:extLst>
              </p:cNvPr>
              <p:cNvSpPr/>
              <p:nvPr/>
            </p:nvSpPr>
            <p:spPr>
              <a:xfrm rot="10800000">
                <a:off x="993026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DA60A9C7-C1E9-0C97-BE3D-55580E0AF798}"/>
                  </a:ext>
                </a:extLst>
              </p:cNvPr>
              <p:cNvSpPr/>
              <p:nvPr/>
            </p:nvSpPr>
            <p:spPr>
              <a:xfrm rot="10800000">
                <a:off x="982984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62DB6AD3-3571-867D-3F98-22C6949B479D}"/>
                  </a:ext>
                </a:extLst>
              </p:cNvPr>
              <p:cNvSpPr/>
              <p:nvPr/>
            </p:nvSpPr>
            <p:spPr>
              <a:xfrm rot="10800000">
                <a:off x="972942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690AAF9-81A1-CEAF-97BB-F2651A73C76B}"/>
                  </a:ext>
                </a:extLst>
              </p:cNvPr>
              <p:cNvSpPr/>
              <p:nvPr/>
            </p:nvSpPr>
            <p:spPr>
              <a:xfrm rot="10800000">
                <a:off x="962900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169E1378-0E03-20A9-EBE0-81B5565D1128}"/>
                  </a:ext>
                </a:extLst>
              </p:cNvPr>
              <p:cNvSpPr/>
              <p:nvPr/>
            </p:nvSpPr>
            <p:spPr>
              <a:xfrm rot="10800000">
                <a:off x="952857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2FFEF88E-242F-093F-F06A-A150AD19989F}"/>
                  </a:ext>
                </a:extLst>
              </p:cNvPr>
              <p:cNvSpPr/>
              <p:nvPr/>
            </p:nvSpPr>
            <p:spPr>
              <a:xfrm rot="10800000">
                <a:off x="942815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393C4201-7747-3A1A-B9A3-94A5A7BE503A}"/>
                  </a:ext>
                </a:extLst>
              </p:cNvPr>
              <p:cNvSpPr/>
              <p:nvPr/>
            </p:nvSpPr>
            <p:spPr>
              <a:xfrm rot="10800000">
                <a:off x="932773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346002C3-ECCD-A147-4286-5DAF8941EA01}"/>
                  </a:ext>
                </a:extLst>
              </p:cNvPr>
              <p:cNvSpPr/>
              <p:nvPr/>
            </p:nvSpPr>
            <p:spPr>
              <a:xfrm rot="10800000">
                <a:off x="922730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077DA1FF-B989-10A3-111C-521A3D8117DB}"/>
                  </a:ext>
                </a:extLst>
              </p:cNvPr>
              <p:cNvSpPr/>
              <p:nvPr/>
            </p:nvSpPr>
            <p:spPr>
              <a:xfrm rot="10800000">
                <a:off x="912688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DFCD27F1-247D-56A4-5853-18E7D3280602}"/>
                  </a:ext>
                </a:extLst>
              </p:cNvPr>
              <p:cNvSpPr/>
              <p:nvPr/>
            </p:nvSpPr>
            <p:spPr>
              <a:xfrm rot="10800000">
                <a:off x="902646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6F25E1ED-8F82-5C77-5188-9BDE1763F7B2}"/>
                  </a:ext>
                </a:extLst>
              </p:cNvPr>
              <p:cNvSpPr/>
              <p:nvPr/>
            </p:nvSpPr>
            <p:spPr>
              <a:xfrm rot="10800000">
                <a:off x="892603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E02079C0-DE0E-1517-F388-C05C1E8259F5}"/>
                  </a:ext>
                </a:extLst>
              </p:cNvPr>
              <p:cNvSpPr/>
              <p:nvPr/>
            </p:nvSpPr>
            <p:spPr>
              <a:xfrm rot="10800000">
                <a:off x="882561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F344BE15-8B12-9F2D-1E7D-099669A8A0FB}"/>
                  </a:ext>
                </a:extLst>
              </p:cNvPr>
              <p:cNvSpPr/>
              <p:nvPr/>
            </p:nvSpPr>
            <p:spPr>
              <a:xfrm rot="10800000">
                <a:off x="872519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2C48234F-8554-F54B-D89D-4A6A69442054}"/>
                  </a:ext>
                </a:extLst>
              </p:cNvPr>
              <p:cNvSpPr/>
              <p:nvPr/>
            </p:nvSpPr>
            <p:spPr>
              <a:xfrm rot="10800000">
                <a:off x="862477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69ABC80A-4212-0FD6-F494-716E0EE8B621}"/>
                  </a:ext>
                </a:extLst>
              </p:cNvPr>
              <p:cNvSpPr/>
              <p:nvPr/>
            </p:nvSpPr>
            <p:spPr>
              <a:xfrm rot="10800000">
                <a:off x="852434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C8ACA913-62DA-7164-60FD-6C276A0D1196}"/>
                  </a:ext>
                </a:extLst>
              </p:cNvPr>
              <p:cNvSpPr/>
              <p:nvPr/>
            </p:nvSpPr>
            <p:spPr>
              <a:xfrm rot="10800000">
                <a:off x="842392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C976D888-FCB1-86B7-39EA-06EFD0FD022B}"/>
                  </a:ext>
                </a:extLst>
              </p:cNvPr>
              <p:cNvSpPr/>
              <p:nvPr/>
            </p:nvSpPr>
            <p:spPr>
              <a:xfrm rot="10800000">
                <a:off x="832350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EA0CF2F2-B4E4-3E7F-EF29-E796347BE4C3}"/>
                  </a:ext>
                </a:extLst>
              </p:cNvPr>
              <p:cNvSpPr/>
              <p:nvPr/>
            </p:nvSpPr>
            <p:spPr>
              <a:xfrm rot="10800000">
                <a:off x="822307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416EF1A-0A9A-3278-D473-434F5510B99E}"/>
                  </a:ext>
                </a:extLst>
              </p:cNvPr>
              <p:cNvSpPr/>
              <p:nvPr/>
            </p:nvSpPr>
            <p:spPr>
              <a:xfrm rot="10800000">
                <a:off x="812265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5EFD18CD-6D48-699A-3C01-4ADFBC9C13D6}"/>
                  </a:ext>
                </a:extLst>
              </p:cNvPr>
              <p:cNvSpPr/>
              <p:nvPr/>
            </p:nvSpPr>
            <p:spPr>
              <a:xfrm rot="10800000">
                <a:off x="802223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57E886A4-FA19-AD2B-4D4E-5A620DFB5E7A}"/>
                  </a:ext>
                </a:extLst>
              </p:cNvPr>
              <p:cNvSpPr/>
              <p:nvPr/>
            </p:nvSpPr>
            <p:spPr>
              <a:xfrm rot="10800000">
                <a:off x="792181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1869FE44-4D60-3AE0-F130-B782E256890B}"/>
                  </a:ext>
                </a:extLst>
              </p:cNvPr>
              <p:cNvSpPr/>
              <p:nvPr/>
            </p:nvSpPr>
            <p:spPr>
              <a:xfrm rot="10800000">
                <a:off x="782138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8F24735A-9B73-8EF0-C6B4-E97DCCDD53E0}"/>
                  </a:ext>
                </a:extLst>
              </p:cNvPr>
              <p:cNvSpPr/>
              <p:nvPr/>
            </p:nvSpPr>
            <p:spPr>
              <a:xfrm rot="10800000">
                <a:off x="772096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A7F34A68-56D1-D5F5-24ED-D2EE60E6134B}"/>
                  </a:ext>
                </a:extLst>
              </p:cNvPr>
              <p:cNvSpPr/>
              <p:nvPr/>
            </p:nvSpPr>
            <p:spPr>
              <a:xfrm rot="10800000">
                <a:off x="762054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21ECF644-20F6-2227-6F17-D86FD86AD8D9}"/>
                  </a:ext>
                </a:extLst>
              </p:cNvPr>
              <p:cNvSpPr/>
              <p:nvPr/>
            </p:nvSpPr>
            <p:spPr>
              <a:xfrm rot="10800000">
                <a:off x="752011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1" name="Group 380">
                <a:extLst>
                  <a:ext uri="{FF2B5EF4-FFF2-40B4-BE49-F238E27FC236}">
                    <a16:creationId xmlns:a16="http://schemas.microsoft.com/office/drawing/2014/main" id="{64655F28-43F3-4B58-6CF8-269D73D4123D}"/>
                  </a:ext>
                </a:extLst>
              </p:cNvPr>
              <p:cNvGrpSpPr/>
              <p:nvPr/>
            </p:nvGrpSpPr>
            <p:grpSpPr>
              <a:xfrm rot="10800000">
                <a:off x="7520118" y="4183922"/>
                <a:ext cx="3213534" cy="100423"/>
                <a:chOff x="1743959" y="2564091"/>
                <a:chExt cx="6334816" cy="197963"/>
              </a:xfrm>
              <a:solidFill>
                <a:schemeClr val="bg1"/>
              </a:solidFill>
            </p:grpSpPr>
            <p:sp>
              <p:nvSpPr>
                <p:cNvPr id="801" name="Rectangle 800">
                  <a:extLst>
                    <a:ext uri="{FF2B5EF4-FFF2-40B4-BE49-F238E27FC236}">
                      <a16:creationId xmlns:a16="http://schemas.microsoft.com/office/drawing/2014/main" id="{8D4DD71E-4E2C-0887-0374-9A2F34D0078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9ECCCDB1-FAD9-66A1-9A8F-B3CC12012DF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B333A8AF-4D7D-5D37-0B52-086B446054F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93FC058F-FE6F-A6E5-02BF-9C6C1C21961C}"/>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FA93CEE1-03C3-B6A5-A6D0-0F91D506A6B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37C006BA-A9A9-77EC-96FE-A755C36E0CC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20C60DD0-8BE9-8DC4-BA97-F6B6A3EED55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7B3F69BA-4C30-2A62-3B39-E9B3F176E02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35059759-208D-CBAC-EC10-4737E3C729D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F483C569-5EFF-D2EA-7465-C7E54B1211F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D081BF1-3C70-56A5-6941-5C241C8503B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21CEF1F6-4A1E-82FA-28D1-CC1058F9D56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80135090-BD15-758D-4469-3A6DFF55B5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BC733E04-3024-8FFA-4D50-E5B1AAD5759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F5DEEA64-10E2-B0F1-CA4B-4837EB6CF37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A96D23FA-11DA-B1A7-A42B-2D765499959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A682368C-8756-5548-2768-2D088A5466C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F5C64B68-70DC-8C08-0E97-B8BFDB5F885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35FC242C-C2FF-9747-08D3-41F286E1550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E92423DE-9303-612D-5221-EC5BBAC8469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E49192C8-E0A8-B545-8390-9F5E8381027F}"/>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412BA9CF-99CA-314E-D0D5-F63095A0E44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407B5116-9997-8685-7C32-25511BACBAB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5115CE38-F12B-8F7F-7BBA-9D4F21638E6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C611BBC3-E5E5-DEBF-E22A-C0B4708C200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24E9A4A7-94A3-A911-FB7A-C1770AF6504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D8DF42A4-8DF2-430A-38D8-7AE863E088A4}"/>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CD7747C4-19FF-7431-D092-24F88F01856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B5066BD2-D0B8-5055-371F-E5CA4DCB9E6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F445A843-1A8D-A709-8811-1552488CA569}"/>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048AA54D-3160-8D82-B3F8-BD8DA93FD06E}"/>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46E725CB-0606-F418-E94F-8FE10456EFC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a:extLst>
                  <a:ext uri="{FF2B5EF4-FFF2-40B4-BE49-F238E27FC236}">
                    <a16:creationId xmlns:a16="http://schemas.microsoft.com/office/drawing/2014/main" id="{14EFC25E-88AC-4DA3-1A4D-9B63B3A933A7}"/>
                  </a:ext>
                </a:extLst>
              </p:cNvPr>
              <p:cNvGrpSpPr/>
              <p:nvPr/>
            </p:nvGrpSpPr>
            <p:grpSpPr>
              <a:xfrm rot="10800000">
                <a:off x="7520118" y="4083499"/>
                <a:ext cx="3213534" cy="100423"/>
                <a:chOff x="1743959" y="2564091"/>
                <a:chExt cx="6334816" cy="197963"/>
              </a:xfrm>
              <a:solidFill>
                <a:schemeClr val="bg1"/>
              </a:solidFill>
            </p:grpSpPr>
            <p:sp>
              <p:nvSpPr>
                <p:cNvPr id="769" name="Rectangle 768">
                  <a:extLst>
                    <a:ext uri="{FF2B5EF4-FFF2-40B4-BE49-F238E27FC236}">
                      <a16:creationId xmlns:a16="http://schemas.microsoft.com/office/drawing/2014/main" id="{53887295-986E-04CA-995A-66FE16771334}"/>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05277A70-A742-9949-7565-2C110B4B048D}"/>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801BE3F3-AB98-9AFE-16B7-7E19D9E33CF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E1309A57-5DB5-60E1-2AB5-35B2F306B032}"/>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40A95809-B470-9664-7C49-9443027F002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A0F147B4-72BF-C15F-8E56-A9755AC2A6A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856B76EE-257F-13B1-D0E4-B7BB9696687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C111C353-AA6B-1F5F-19B4-A47765B556B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83E87194-040C-7BCA-8824-643319898C5C}"/>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7800C1AD-2D01-2459-E95C-F6FEB939EBE7}"/>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05B971BD-1BA1-672F-D91F-83F398CBE0E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83564C28-FDBA-5B98-73F7-EA9E4C120FA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773F52FD-840E-62DB-7127-4FF9C08746B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AB463D70-52E6-16D1-9050-CCF1F8CF61B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E9552A8B-4411-6497-460B-9DDC8BC7430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57E7F63C-27BA-48EB-5FF4-2839586722CA}"/>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50F65112-F62E-722D-B449-D8B07560095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783CAB1C-2953-F370-50EA-B0AD30205310}"/>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DB45D69E-F059-42EA-69DF-863DC875216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6491F571-A3F2-0EC0-29D5-1490E6A0368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EDA0ADAF-4CD1-D4E9-98CC-D73C22E2A72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CBA3BCA9-149C-60CF-329A-B1B8F1CC9C80}"/>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8622045E-49E4-2A8B-47A5-ECFB5D42ACA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5834378A-2528-4176-6A9B-5CB985344B8B}"/>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9221196D-BE1B-D522-6C0F-E0EE2B84E4D5}"/>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02B17F46-E6E4-4FCC-4D8F-D83CA24FD0A7}"/>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C65CDABC-552B-F8D6-EDEF-C222339A569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00B4F037-E165-87C8-367F-7AD8D8FBEAF8}"/>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EC67A3C7-228D-A0D0-DD01-7A864D071E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38E2A87A-5412-E3BC-57EB-A25F8405A10D}"/>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7CF61216-CF03-51B8-AE47-16E7DF17324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E1B1F2CD-689E-6D27-DB07-98A673ED9062}"/>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3" name="Group 382">
                <a:extLst>
                  <a:ext uri="{FF2B5EF4-FFF2-40B4-BE49-F238E27FC236}">
                    <a16:creationId xmlns:a16="http://schemas.microsoft.com/office/drawing/2014/main" id="{2C1EEFE6-72DC-51F8-D7AA-303135B19880}"/>
                  </a:ext>
                </a:extLst>
              </p:cNvPr>
              <p:cNvGrpSpPr/>
              <p:nvPr/>
            </p:nvGrpSpPr>
            <p:grpSpPr>
              <a:xfrm rot="10800000">
                <a:off x="10432383" y="4238626"/>
                <a:ext cx="350300" cy="146008"/>
                <a:chOff x="1150032" y="5207038"/>
                <a:chExt cx="690543" cy="287825"/>
              </a:xfrm>
            </p:grpSpPr>
            <p:sp>
              <p:nvSpPr>
                <p:cNvPr id="763" name="Rectangle 762">
                  <a:extLst>
                    <a:ext uri="{FF2B5EF4-FFF2-40B4-BE49-F238E27FC236}">
                      <a16:creationId xmlns:a16="http://schemas.microsoft.com/office/drawing/2014/main" id="{529188B7-832C-48F3-44C1-AB9725C21325}"/>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5852A98B-8DD4-89B3-D86E-5539FA982207}"/>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295D0BD5-E9E2-694C-D6A0-A72ED4CA196F}"/>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8A620E56-46D2-CDFB-3D89-0909C4AA15E0}"/>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896C9BFF-F834-1043-C08F-10D41B45F08E}"/>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EA32CAE5-EBAC-D871-E608-78DB066341DF}"/>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4" name="Rectangle 383">
                <a:extLst>
                  <a:ext uri="{FF2B5EF4-FFF2-40B4-BE49-F238E27FC236}">
                    <a16:creationId xmlns:a16="http://schemas.microsoft.com/office/drawing/2014/main" id="{F65CEDAF-BFE0-9EFB-6F7F-0A6D8A241BBB}"/>
                  </a:ext>
                </a:extLst>
              </p:cNvPr>
              <p:cNvSpPr/>
              <p:nvPr/>
            </p:nvSpPr>
            <p:spPr>
              <a:xfrm rot="10800000">
                <a:off x="1038099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D534AEE8-6568-946D-2F51-2587549F7F1A}"/>
                  </a:ext>
                </a:extLst>
              </p:cNvPr>
              <p:cNvSpPr/>
              <p:nvPr/>
            </p:nvSpPr>
            <p:spPr>
              <a:xfrm rot="10800000">
                <a:off x="1028056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3351E040-7FDC-540C-A085-C636354463AF}"/>
                  </a:ext>
                </a:extLst>
              </p:cNvPr>
              <p:cNvSpPr/>
              <p:nvPr/>
            </p:nvSpPr>
            <p:spPr>
              <a:xfrm rot="10800000">
                <a:off x="1018014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51AD55C0-35A8-208E-9F5C-1B66CD6533B4}"/>
                  </a:ext>
                </a:extLst>
              </p:cNvPr>
              <p:cNvSpPr/>
              <p:nvPr/>
            </p:nvSpPr>
            <p:spPr>
              <a:xfrm rot="10800000">
                <a:off x="1007972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C36CC368-42E5-AAE4-4B68-B25C67E2D923}"/>
                  </a:ext>
                </a:extLst>
              </p:cNvPr>
              <p:cNvSpPr/>
              <p:nvPr/>
            </p:nvSpPr>
            <p:spPr>
              <a:xfrm rot="10800000">
                <a:off x="997929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C738E59E-DABB-1482-4EF2-70FA5E5E1C14}"/>
                  </a:ext>
                </a:extLst>
              </p:cNvPr>
              <p:cNvSpPr/>
              <p:nvPr/>
            </p:nvSpPr>
            <p:spPr>
              <a:xfrm rot="10800000">
                <a:off x="987887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B0B6CC69-E543-2870-D09A-4145C55760E7}"/>
                  </a:ext>
                </a:extLst>
              </p:cNvPr>
              <p:cNvSpPr/>
              <p:nvPr/>
            </p:nvSpPr>
            <p:spPr>
              <a:xfrm rot="10800000">
                <a:off x="977845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52B800A9-3216-DB09-FDCC-77484DE32D93}"/>
                  </a:ext>
                </a:extLst>
              </p:cNvPr>
              <p:cNvSpPr/>
              <p:nvPr/>
            </p:nvSpPr>
            <p:spPr>
              <a:xfrm rot="10800000">
                <a:off x="967803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AFE4C70-7E91-4C59-ACF0-D3D1E01D607B}"/>
                  </a:ext>
                </a:extLst>
              </p:cNvPr>
              <p:cNvSpPr/>
              <p:nvPr/>
            </p:nvSpPr>
            <p:spPr>
              <a:xfrm rot="10800000">
                <a:off x="957760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0612AE2-FBF6-9082-CBD6-6762A74F13EA}"/>
                  </a:ext>
                </a:extLst>
              </p:cNvPr>
              <p:cNvSpPr/>
              <p:nvPr/>
            </p:nvSpPr>
            <p:spPr>
              <a:xfrm rot="10800000">
                <a:off x="947718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AC266A52-FEB3-425E-C186-54C12DE46F45}"/>
                  </a:ext>
                </a:extLst>
              </p:cNvPr>
              <p:cNvSpPr/>
              <p:nvPr/>
            </p:nvSpPr>
            <p:spPr>
              <a:xfrm rot="10800000">
                <a:off x="937676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1CF71920-F119-933E-A2CB-BC0F910F95B0}"/>
                  </a:ext>
                </a:extLst>
              </p:cNvPr>
              <p:cNvSpPr/>
              <p:nvPr/>
            </p:nvSpPr>
            <p:spPr>
              <a:xfrm rot="10800000">
                <a:off x="927633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84CA2A0E-EFAB-A19D-86D9-4B5DD529DC05}"/>
                  </a:ext>
                </a:extLst>
              </p:cNvPr>
              <p:cNvSpPr/>
              <p:nvPr/>
            </p:nvSpPr>
            <p:spPr>
              <a:xfrm rot="10800000">
                <a:off x="917591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3ECE45CB-3F07-479B-A23C-2214E42D8F53}"/>
                  </a:ext>
                </a:extLst>
              </p:cNvPr>
              <p:cNvSpPr/>
              <p:nvPr/>
            </p:nvSpPr>
            <p:spPr>
              <a:xfrm rot="10800000">
                <a:off x="907549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C2F90E72-5A82-6E93-2741-625AAB09D161}"/>
                  </a:ext>
                </a:extLst>
              </p:cNvPr>
              <p:cNvSpPr/>
              <p:nvPr/>
            </p:nvSpPr>
            <p:spPr>
              <a:xfrm rot="10800000">
                <a:off x="897507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E0732B14-C81F-3E24-B59D-29AF307D8685}"/>
                  </a:ext>
                </a:extLst>
              </p:cNvPr>
              <p:cNvSpPr/>
              <p:nvPr/>
            </p:nvSpPr>
            <p:spPr>
              <a:xfrm rot="10800000">
                <a:off x="887464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295719CD-934E-F67A-A840-E239035FCA45}"/>
                  </a:ext>
                </a:extLst>
              </p:cNvPr>
              <p:cNvSpPr/>
              <p:nvPr/>
            </p:nvSpPr>
            <p:spPr>
              <a:xfrm rot="10800000">
                <a:off x="877422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7EFCD616-9CB6-CF03-32AF-3CA646B80009}"/>
                  </a:ext>
                </a:extLst>
              </p:cNvPr>
              <p:cNvSpPr/>
              <p:nvPr/>
            </p:nvSpPr>
            <p:spPr>
              <a:xfrm rot="10800000">
                <a:off x="867380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A0B09E64-8A94-BFB1-E2BE-531F416DCFD2}"/>
                  </a:ext>
                </a:extLst>
              </p:cNvPr>
              <p:cNvSpPr/>
              <p:nvPr/>
            </p:nvSpPr>
            <p:spPr>
              <a:xfrm rot="10800000">
                <a:off x="857337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441DE11-3A70-B08D-D051-4FC581359482}"/>
                  </a:ext>
                </a:extLst>
              </p:cNvPr>
              <p:cNvSpPr/>
              <p:nvPr/>
            </p:nvSpPr>
            <p:spPr>
              <a:xfrm rot="10800000">
                <a:off x="847295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1BB81532-FCE2-3568-ACC0-55B992AAE9A7}"/>
                  </a:ext>
                </a:extLst>
              </p:cNvPr>
              <p:cNvSpPr/>
              <p:nvPr/>
            </p:nvSpPr>
            <p:spPr>
              <a:xfrm rot="10800000">
                <a:off x="837253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D83EFA3E-229E-64F2-A62B-78F4C5EB98A6}"/>
                  </a:ext>
                </a:extLst>
              </p:cNvPr>
              <p:cNvSpPr/>
              <p:nvPr/>
            </p:nvSpPr>
            <p:spPr>
              <a:xfrm rot="10800000">
                <a:off x="827210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FD5A14F8-EB0C-7081-0868-8F4D113418E8}"/>
                  </a:ext>
                </a:extLst>
              </p:cNvPr>
              <p:cNvSpPr/>
              <p:nvPr/>
            </p:nvSpPr>
            <p:spPr>
              <a:xfrm rot="10800000">
                <a:off x="817168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68F31B7A-466F-98B9-4299-824742AB4C76}"/>
                  </a:ext>
                </a:extLst>
              </p:cNvPr>
              <p:cNvSpPr/>
              <p:nvPr/>
            </p:nvSpPr>
            <p:spPr>
              <a:xfrm rot="10800000">
                <a:off x="807126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08185052-B6FB-8F4C-903C-62F74B8F3E04}"/>
                  </a:ext>
                </a:extLst>
              </p:cNvPr>
              <p:cNvSpPr/>
              <p:nvPr/>
            </p:nvSpPr>
            <p:spPr>
              <a:xfrm rot="10800000">
                <a:off x="797084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05FAB1A-533A-B628-A3BE-47EF80E69F6D}"/>
                  </a:ext>
                </a:extLst>
              </p:cNvPr>
              <p:cNvSpPr/>
              <p:nvPr/>
            </p:nvSpPr>
            <p:spPr>
              <a:xfrm rot="10800000">
                <a:off x="787041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EE3BEB1B-A4C8-F4AA-32D5-C00F6693EC58}"/>
                  </a:ext>
                </a:extLst>
              </p:cNvPr>
              <p:cNvSpPr/>
              <p:nvPr/>
            </p:nvSpPr>
            <p:spPr>
              <a:xfrm rot="10800000">
                <a:off x="776999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0136544-10DC-6694-7400-F6E8D906DD03}"/>
                  </a:ext>
                </a:extLst>
              </p:cNvPr>
              <p:cNvSpPr/>
              <p:nvPr/>
            </p:nvSpPr>
            <p:spPr>
              <a:xfrm rot="10800000">
                <a:off x="766957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46F41163-CA0C-02B5-36A4-D487C5C1221B}"/>
                  </a:ext>
                </a:extLst>
              </p:cNvPr>
              <p:cNvSpPr/>
              <p:nvPr/>
            </p:nvSpPr>
            <p:spPr>
              <a:xfrm rot="10800000">
                <a:off x="756914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3" name="Group 412">
                <a:extLst>
                  <a:ext uri="{FF2B5EF4-FFF2-40B4-BE49-F238E27FC236}">
                    <a16:creationId xmlns:a16="http://schemas.microsoft.com/office/drawing/2014/main" id="{F90AA03F-95C1-96D4-08C9-98ABEAFA8741}"/>
                  </a:ext>
                </a:extLst>
              </p:cNvPr>
              <p:cNvGrpSpPr/>
              <p:nvPr/>
            </p:nvGrpSpPr>
            <p:grpSpPr>
              <a:xfrm rot="10800000">
                <a:off x="7569149" y="4138336"/>
                <a:ext cx="3213534" cy="100423"/>
                <a:chOff x="1743959" y="2564091"/>
                <a:chExt cx="6334816" cy="197963"/>
              </a:xfrm>
              <a:solidFill>
                <a:schemeClr val="bg1"/>
              </a:solidFill>
            </p:grpSpPr>
            <p:sp>
              <p:nvSpPr>
                <p:cNvPr id="731" name="Rectangle 730">
                  <a:extLst>
                    <a:ext uri="{FF2B5EF4-FFF2-40B4-BE49-F238E27FC236}">
                      <a16:creationId xmlns:a16="http://schemas.microsoft.com/office/drawing/2014/main" id="{C79CC645-0AEE-4B8B-2B91-B2B81689220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47BF235B-8EC3-80E4-8073-D2469775340C}"/>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3FE6D21F-46F6-4804-8C15-7B7E24894ABE}"/>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CBC71DF6-36E7-20E9-87D2-1AA9ECFA77E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C61D4958-1E94-E59E-6202-E891C06E20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BFE6EE4F-6F8D-FB14-10B2-5C8F6E4B4835}"/>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54E5B12A-9FC1-865F-1230-278CAC712A2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A880DB95-E3B3-F890-8B90-51F1C9E447A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F9CE88E8-5B92-42E6-BF25-76964B90CE37}"/>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D2A1D7A9-B197-82CC-4041-58A0B96FFD99}"/>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F1A4F059-0090-D28F-1B07-662DA138B48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235B59AB-6217-4941-4074-BDCB7312749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53859EF9-99E3-CCF0-B8F1-0AF1C5ABFCF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BBA371A2-9C93-5974-DCFE-1F9821418FD9}"/>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DAF38BDD-571E-80DB-3DC0-87E8994B2DF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2B2F0FC2-E73C-2E14-C390-28ABFC733C04}"/>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AA5D0641-C32D-4F18-AB48-2D37646F6DE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309A427F-0029-0FDC-44EF-894D8A1AFAF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F35115A9-9FE7-995F-31CE-AB34192771D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099404C6-C548-03F7-9CD0-8CE2241F46D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A52A0561-1BB2-871E-CEBE-EF55C677B83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FCB22688-1A2A-7C18-47E9-8B55B0F47F71}"/>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B34FC902-341D-2A30-D771-0554CC85F55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C9A404C3-A895-B707-8C3C-923DAF0C438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36350CB2-7DE8-976B-7EF9-2418A72AFB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C9A6770A-0479-DA8D-0FD2-06CA283523D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BDFA57D5-2D1C-0A96-9583-8C85A89D3CE6}"/>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E64AD748-84ED-A553-297D-1698224D03F3}"/>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4914D779-FBD6-E590-8D47-EE3D42486501}"/>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75FF258A-917C-2C0D-5A69-DF041996E2D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6285ABA7-2C8F-9A9E-6352-D304A431DD9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184E919F-4505-0ABA-751E-C3A19C9672C0}"/>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CA72757D-D5CF-0AB9-CF1C-449DF235F209}"/>
                  </a:ext>
                </a:extLst>
              </p:cNvPr>
              <p:cNvGrpSpPr/>
              <p:nvPr/>
            </p:nvGrpSpPr>
            <p:grpSpPr>
              <a:xfrm rot="10800000">
                <a:off x="7569149" y="4037914"/>
                <a:ext cx="3213534" cy="100423"/>
                <a:chOff x="1743959" y="2564091"/>
                <a:chExt cx="6334816" cy="197963"/>
              </a:xfrm>
              <a:solidFill>
                <a:schemeClr val="bg1"/>
              </a:solidFill>
            </p:grpSpPr>
            <p:sp>
              <p:nvSpPr>
                <p:cNvPr id="699" name="Rectangle 698">
                  <a:extLst>
                    <a:ext uri="{FF2B5EF4-FFF2-40B4-BE49-F238E27FC236}">
                      <a16:creationId xmlns:a16="http://schemas.microsoft.com/office/drawing/2014/main" id="{B29B889E-8554-F43E-B45A-E0593A8E095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C713ED77-1813-8CC3-42F1-04992E9B0F64}"/>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32DB9265-AF2E-F788-03C3-948A2109BF03}"/>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D903C8A4-43F9-AEE1-0EBA-6D272A177F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E75A0964-E18B-6E8C-A834-75CCEC9473A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DC38221E-C443-31D3-97D5-C919373AF22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82F555BB-9067-7B40-A180-586DF5006DEF}"/>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44388AF8-FC58-7AA2-67A7-D5400B79B0A6}"/>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7BEDD1A1-3AB0-7729-BFC9-C3C64EE1844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1C9A5317-B419-DAE4-35EB-DB84DBACD79E}"/>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0DF732EA-01F2-A97E-7F11-8333440720E1}"/>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33F6E6F8-2E99-BC49-6195-70782C37047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8F8787FA-DB5D-0316-34F6-5CFCC4D073A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31A60332-57B1-B8E7-1A67-CFC1EB035EE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EF7D61D6-7749-8049-8949-DDE500DDDF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6523CA21-93F9-60C5-0983-147A8B0E232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6A7B7574-60D0-91A1-D770-65B0292F680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BCB556A3-9C98-562A-4AD0-2A855386DB8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31A0BE9A-9C3A-6881-1700-75184CA8604C}"/>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E64A3735-6AC5-7F81-525D-00E9749DABB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1848E72F-47A6-A095-C397-55832CA1C47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B95BDC2D-527D-5043-2129-DFA8D747A21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0F5B96CA-E195-EBE3-9F0F-46B893751B2E}"/>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EAABC530-B662-0B29-A98B-68A84B20425E}"/>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CD313638-A251-679E-8435-02D149D6461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40C7CDEF-1AE9-214C-B3A4-59AC95EAA6F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665908F2-C8D7-7DEA-DA5B-C0F7CE73D8B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5432625A-8248-79EF-340D-8E854045EF0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9F42B8D9-561E-ACA7-350A-3AE1FB1BD063}"/>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0C0F0B07-023A-87E3-427C-265B14C54FD5}"/>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57B5C1E1-4F52-F1DD-8676-0AA645F16646}"/>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266EC200-2731-2A65-65F6-757D047565A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5" name="Rectangle 414">
                <a:extLst>
                  <a:ext uri="{FF2B5EF4-FFF2-40B4-BE49-F238E27FC236}">
                    <a16:creationId xmlns:a16="http://schemas.microsoft.com/office/drawing/2014/main" id="{27507043-14DF-A997-7BC5-CA38B9848496}"/>
                  </a:ext>
                </a:extLst>
              </p:cNvPr>
              <p:cNvSpPr/>
              <p:nvPr/>
            </p:nvSpPr>
            <p:spPr>
              <a:xfrm rot="10800000">
                <a:off x="1043118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ECA1294E-093D-371C-227F-927C2A17A091}"/>
                  </a:ext>
                </a:extLst>
              </p:cNvPr>
              <p:cNvSpPr/>
              <p:nvPr/>
            </p:nvSpPr>
            <p:spPr>
              <a:xfrm rot="10800000">
                <a:off x="1033076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79509CA4-D636-7D6A-26CD-C068412BA609}"/>
                  </a:ext>
                </a:extLst>
              </p:cNvPr>
              <p:cNvSpPr/>
              <p:nvPr/>
            </p:nvSpPr>
            <p:spPr>
              <a:xfrm rot="10800000">
                <a:off x="1023033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F0922C19-7F79-350E-4B05-049A935FB2B6}"/>
                  </a:ext>
                </a:extLst>
              </p:cNvPr>
              <p:cNvSpPr/>
              <p:nvPr/>
            </p:nvSpPr>
            <p:spPr>
              <a:xfrm rot="10800000">
                <a:off x="1012991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E1DF72D7-8862-4A46-B7C8-937F8C8923F7}"/>
                  </a:ext>
                </a:extLst>
              </p:cNvPr>
              <p:cNvSpPr/>
              <p:nvPr/>
            </p:nvSpPr>
            <p:spPr>
              <a:xfrm rot="10800000">
                <a:off x="1002949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5B7491EB-1758-A21E-B51D-64ECEC037A76}"/>
                  </a:ext>
                </a:extLst>
              </p:cNvPr>
              <p:cNvSpPr/>
              <p:nvPr/>
            </p:nvSpPr>
            <p:spPr>
              <a:xfrm rot="10800000">
                <a:off x="992906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C269D8D-F5C6-61EC-A722-7F8507458519}"/>
                  </a:ext>
                </a:extLst>
              </p:cNvPr>
              <p:cNvSpPr/>
              <p:nvPr/>
            </p:nvSpPr>
            <p:spPr>
              <a:xfrm rot="10800000">
                <a:off x="982864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139D8FD-0FA6-39B3-3A45-1913DDDB14D0}"/>
                  </a:ext>
                </a:extLst>
              </p:cNvPr>
              <p:cNvSpPr/>
              <p:nvPr/>
            </p:nvSpPr>
            <p:spPr>
              <a:xfrm rot="10800000">
                <a:off x="972822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851A7B4E-3660-6012-33F4-0021DB8B88F4}"/>
                  </a:ext>
                </a:extLst>
              </p:cNvPr>
              <p:cNvSpPr/>
              <p:nvPr/>
            </p:nvSpPr>
            <p:spPr>
              <a:xfrm rot="10800000">
                <a:off x="962780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57A0E965-657B-E9E7-252F-55E02C97C44F}"/>
                  </a:ext>
                </a:extLst>
              </p:cNvPr>
              <p:cNvSpPr/>
              <p:nvPr/>
            </p:nvSpPr>
            <p:spPr>
              <a:xfrm rot="10800000">
                <a:off x="952737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942D4D0A-E384-944E-B934-E5D6301F78AA}"/>
                  </a:ext>
                </a:extLst>
              </p:cNvPr>
              <p:cNvSpPr/>
              <p:nvPr/>
            </p:nvSpPr>
            <p:spPr>
              <a:xfrm rot="10800000">
                <a:off x="942695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BDE57F65-124C-A888-E766-F06CDEC554B6}"/>
                  </a:ext>
                </a:extLst>
              </p:cNvPr>
              <p:cNvSpPr/>
              <p:nvPr/>
            </p:nvSpPr>
            <p:spPr>
              <a:xfrm rot="10800000">
                <a:off x="932653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513D74A5-E59C-0863-0810-E9BE7ED82F73}"/>
                  </a:ext>
                </a:extLst>
              </p:cNvPr>
              <p:cNvSpPr/>
              <p:nvPr/>
            </p:nvSpPr>
            <p:spPr>
              <a:xfrm rot="10800000">
                <a:off x="922610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FD59AA0C-8C2E-D2E9-3FF7-6DE3B6DE3BE6}"/>
                  </a:ext>
                </a:extLst>
              </p:cNvPr>
              <p:cNvSpPr/>
              <p:nvPr/>
            </p:nvSpPr>
            <p:spPr>
              <a:xfrm rot="10800000">
                <a:off x="912568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94A787FB-1B95-5B3E-FA71-60D552613277}"/>
                  </a:ext>
                </a:extLst>
              </p:cNvPr>
              <p:cNvSpPr/>
              <p:nvPr/>
            </p:nvSpPr>
            <p:spPr>
              <a:xfrm rot="10800000">
                <a:off x="902526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D8D12B24-2AFD-4D7D-54B7-3EEF8E2E3090}"/>
                  </a:ext>
                </a:extLst>
              </p:cNvPr>
              <p:cNvSpPr/>
              <p:nvPr/>
            </p:nvSpPr>
            <p:spPr>
              <a:xfrm rot="10800000">
                <a:off x="892483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1F15AF45-109A-1C36-921F-FF8218724466}"/>
                  </a:ext>
                </a:extLst>
              </p:cNvPr>
              <p:cNvSpPr/>
              <p:nvPr/>
            </p:nvSpPr>
            <p:spPr>
              <a:xfrm rot="10800000">
                <a:off x="882441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612019D9-941F-B7B9-4FA4-F080044D4773}"/>
                  </a:ext>
                </a:extLst>
              </p:cNvPr>
              <p:cNvSpPr/>
              <p:nvPr/>
            </p:nvSpPr>
            <p:spPr>
              <a:xfrm rot="10800000">
                <a:off x="872399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597B140B-A94E-8E76-DEF4-98727A8D9FA4}"/>
                  </a:ext>
                </a:extLst>
              </p:cNvPr>
              <p:cNvSpPr/>
              <p:nvPr/>
            </p:nvSpPr>
            <p:spPr>
              <a:xfrm rot="10800000">
                <a:off x="862357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645BC75F-EDCF-3BE0-AE3F-AA95B613E1A6}"/>
                  </a:ext>
                </a:extLst>
              </p:cNvPr>
              <p:cNvSpPr/>
              <p:nvPr/>
            </p:nvSpPr>
            <p:spPr>
              <a:xfrm rot="10800000">
                <a:off x="852314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EE01544F-68EE-9B2E-94D2-E2CC9285914B}"/>
                  </a:ext>
                </a:extLst>
              </p:cNvPr>
              <p:cNvSpPr/>
              <p:nvPr/>
            </p:nvSpPr>
            <p:spPr>
              <a:xfrm rot="10800000">
                <a:off x="842272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9DC51ECE-6C90-0A9D-DADE-EE2538680DFA}"/>
                  </a:ext>
                </a:extLst>
              </p:cNvPr>
              <p:cNvSpPr/>
              <p:nvPr/>
            </p:nvSpPr>
            <p:spPr>
              <a:xfrm rot="10800000">
                <a:off x="832230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AE0D314C-5559-28C4-062B-B9F9AD41C3D8}"/>
                  </a:ext>
                </a:extLst>
              </p:cNvPr>
              <p:cNvSpPr/>
              <p:nvPr/>
            </p:nvSpPr>
            <p:spPr>
              <a:xfrm rot="10800000">
                <a:off x="822187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AF644B30-AE6F-875C-4ED4-E2BB12B11E29}"/>
                  </a:ext>
                </a:extLst>
              </p:cNvPr>
              <p:cNvSpPr/>
              <p:nvPr/>
            </p:nvSpPr>
            <p:spPr>
              <a:xfrm rot="10800000">
                <a:off x="812145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884FEA5B-0622-AB3D-BC1F-C406EEDB2D12}"/>
                  </a:ext>
                </a:extLst>
              </p:cNvPr>
              <p:cNvSpPr/>
              <p:nvPr/>
            </p:nvSpPr>
            <p:spPr>
              <a:xfrm rot="10800000">
                <a:off x="802103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C0534CE1-B40D-D3CB-BD18-C0D5B0C208D0}"/>
                  </a:ext>
                </a:extLst>
              </p:cNvPr>
              <p:cNvSpPr/>
              <p:nvPr/>
            </p:nvSpPr>
            <p:spPr>
              <a:xfrm rot="10800000">
                <a:off x="792061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A18E458E-D0BE-8F5A-A659-5F0AA626CFE4}"/>
                  </a:ext>
                </a:extLst>
              </p:cNvPr>
              <p:cNvSpPr/>
              <p:nvPr/>
            </p:nvSpPr>
            <p:spPr>
              <a:xfrm rot="10800000">
                <a:off x="782018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6F183202-3B7C-E34A-D59C-9B6CCA13C481}"/>
                  </a:ext>
                </a:extLst>
              </p:cNvPr>
              <p:cNvSpPr/>
              <p:nvPr/>
            </p:nvSpPr>
            <p:spPr>
              <a:xfrm rot="10800000">
                <a:off x="771976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C0B3D3A-5F05-B11D-DB73-1EDC621F76E0}"/>
                  </a:ext>
                </a:extLst>
              </p:cNvPr>
              <p:cNvSpPr/>
              <p:nvPr/>
            </p:nvSpPr>
            <p:spPr>
              <a:xfrm rot="10800000">
                <a:off x="761934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4F10329D-FB93-B348-C5C2-48BAE17592D3}"/>
                  </a:ext>
                </a:extLst>
              </p:cNvPr>
              <p:cNvSpPr/>
              <p:nvPr/>
            </p:nvSpPr>
            <p:spPr>
              <a:xfrm rot="10800000">
                <a:off x="1043118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E50F957D-077F-F1B1-B736-1E4A109FE3EE}"/>
                  </a:ext>
                </a:extLst>
              </p:cNvPr>
              <p:cNvSpPr/>
              <p:nvPr/>
            </p:nvSpPr>
            <p:spPr>
              <a:xfrm rot="10800000">
                <a:off x="1033076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0D37C6F4-3949-0E55-53CB-29A67A42805B}"/>
                  </a:ext>
                </a:extLst>
              </p:cNvPr>
              <p:cNvSpPr/>
              <p:nvPr/>
            </p:nvSpPr>
            <p:spPr>
              <a:xfrm rot="10800000">
                <a:off x="1023033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50117166-D035-F035-EAED-7847B982173D}"/>
                  </a:ext>
                </a:extLst>
              </p:cNvPr>
              <p:cNvSpPr/>
              <p:nvPr/>
            </p:nvSpPr>
            <p:spPr>
              <a:xfrm rot="10800000">
                <a:off x="1012991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7EC94EFD-AA0E-4700-CE03-E18DEE6A78D0}"/>
                  </a:ext>
                </a:extLst>
              </p:cNvPr>
              <p:cNvSpPr/>
              <p:nvPr/>
            </p:nvSpPr>
            <p:spPr>
              <a:xfrm rot="10800000">
                <a:off x="1002949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A7F78F6-DEF2-3113-3AB8-0C61A1BD7282}"/>
                  </a:ext>
                </a:extLst>
              </p:cNvPr>
              <p:cNvSpPr/>
              <p:nvPr/>
            </p:nvSpPr>
            <p:spPr>
              <a:xfrm rot="10800000">
                <a:off x="992906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39233E89-D819-3A40-4E4D-25C8BAA3453D}"/>
                  </a:ext>
                </a:extLst>
              </p:cNvPr>
              <p:cNvSpPr/>
              <p:nvPr/>
            </p:nvSpPr>
            <p:spPr>
              <a:xfrm rot="10800000">
                <a:off x="982864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45A7685F-2380-8ECC-E7DA-604A76C8EEC4}"/>
                  </a:ext>
                </a:extLst>
              </p:cNvPr>
              <p:cNvSpPr/>
              <p:nvPr/>
            </p:nvSpPr>
            <p:spPr>
              <a:xfrm rot="10800000">
                <a:off x="972822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30A3A2F1-1CCC-95A0-3180-03AD4C5177C2}"/>
                  </a:ext>
                </a:extLst>
              </p:cNvPr>
              <p:cNvSpPr/>
              <p:nvPr/>
            </p:nvSpPr>
            <p:spPr>
              <a:xfrm rot="10800000">
                <a:off x="962780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DB517F0A-64BB-7802-7079-5780D29C38EB}"/>
                  </a:ext>
                </a:extLst>
              </p:cNvPr>
              <p:cNvSpPr/>
              <p:nvPr/>
            </p:nvSpPr>
            <p:spPr>
              <a:xfrm rot="10800000">
                <a:off x="952737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016D7236-FD5B-EB1C-533B-BC4F5289A901}"/>
                  </a:ext>
                </a:extLst>
              </p:cNvPr>
              <p:cNvSpPr/>
              <p:nvPr/>
            </p:nvSpPr>
            <p:spPr>
              <a:xfrm rot="10800000">
                <a:off x="942695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2C69BA6B-9FB0-25CD-C316-9E0F9419346B}"/>
                  </a:ext>
                </a:extLst>
              </p:cNvPr>
              <p:cNvSpPr/>
              <p:nvPr/>
            </p:nvSpPr>
            <p:spPr>
              <a:xfrm rot="10800000">
                <a:off x="932653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194B01C3-A66B-08F7-D94D-F5FE1C68D154}"/>
                  </a:ext>
                </a:extLst>
              </p:cNvPr>
              <p:cNvSpPr/>
              <p:nvPr/>
            </p:nvSpPr>
            <p:spPr>
              <a:xfrm rot="10800000">
                <a:off x="922610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01339C91-3DC7-A027-4A77-37D4E4400905}"/>
                  </a:ext>
                </a:extLst>
              </p:cNvPr>
              <p:cNvSpPr/>
              <p:nvPr/>
            </p:nvSpPr>
            <p:spPr>
              <a:xfrm rot="10800000">
                <a:off x="912568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0CA3B421-802F-9FFE-4E9E-4BFC4C147C3B}"/>
                  </a:ext>
                </a:extLst>
              </p:cNvPr>
              <p:cNvSpPr/>
              <p:nvPr/>
            </p:nvSpPr>
            <p:spPr>
              <a:xfrm rot="10800000">
                <a:off x="902526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B126C60B-7D52-C63A-9567-A62637B6D5A4}"/>
                  </a:ext>
                </a:extLst>
              </p:cNvPr>
              <p:cNvSpPr/>
              <p:nvPr/>
            </p:nvSpPr>
            <p:spPr>
              <a:xfrm rot="10800000">
                <a:off x="892483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E65457C3-CA73-4E33-8CD7-068F7E09E7FE}"/>
                  </a:ext>
                </a:extLst>
              </p:cNvPr>
              <p:cNvSpPr/>
              <p:nvPr/>
            </p:nvSpPr>
            <p:spPr>
              <a:xfrm rot="10800000">
                <a:off x="882441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08E6A40D-75E9-0C00-A8DF-01E4479B287B}"/>
                  </a:ext>
                </a:extLst>
              </p:cNvPr>
              <p:cNvSpPr/>
              <p:nvPr/>
            </p:nvSpPr>
            <p:spPr>
              <a:xfrm rot="10800000">
                <a:off x="872399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BD2C1056-589C-DBBF-E569-7849A8195ABF}"/>
                  </a:ext>
                </a:extLst>
              </p:cNvPr>
              <p:cNvSpPr/>
              <p:nvPr/>
            </p:nvSpPr>
            <p:spPr>
              <a:xfrm rot="10800000">
                <a:off x="862357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C1420547-A1F5-909F-6B14-1BB534A8B803}"/>
                  </a:ext>
                </a:extLst>
              </p:cNvPr>
              <p:cNvSpPr/>
              <p:nvPr/>
            </p:nvSpPr>
            <p:spPr>
              <a:xfrm rot="10800000">
                <a:off x="852314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6BF54213-1BAB-6977-8B11-EC0C0B44EA01}"/>
                  </a:ext>
                </a:extLst>
              </p:cNvPr>
              <p:cNvSpPr/>
              <p:nvPr/>
            </p:nvSpPr>
            <p:spPr>
              <a:xfrm rot="10800000">
                <a:off x="842272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543C8790-E135-1D2C-B266-5053E4F77775}"/>
                  </a:ext>
                </a:extLst>
              </p:cNvPr>
              <p:cNvSpPr/>
              <p:nvPr/>
            </p:nvSpPr>
            <p:spPr>
              <a:xfrm rot="10800000">
                <a:off x="832230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0D3946C8-17C5-0D0B-7A18-B63F98E218A8}"/>
                  </a:ext>
                </a:extLst>
              </p:cNvPr>
              <p:cNvSpPr/>
              <p:nvPr/>
            </p:nvSpPr>
            <p:spPr>
              <a:xfrm rot="10800000">
                <a:off x="822187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CCB4F39A-B993-59D5-51FD-8DF8E323D7DF}"/>
                  </a:ext>
                </a:extLst>
              </p:cNvPr>
              <p:cNvSpPr/>
              <p:nvPr/>
            </p:nvSpPr>
            <p:spPr>
              <a:xfrm rot="10800000">
                <a:off x="812145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9E9766F4-49EB-90D8-B8AF-0B2DA7333B11}"/>
                  </a:ext>
                </a:extLst>
              </p:cNvPr>
              <p:cNvSpPr/>
              <p:nvPr/>
            </p:nvSpPr>
            <p:spPr>
              <a:xfrm rot="10800000">
                <a:off x="802103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F3748C35-E6DA-A233-9BC1-A682B7060412}"/>
                  </a:ext>
                </a:extLst>
              </p:cNvPr>
              <p:cNvSpPr/>
              <p:nvPr/>
            </p:nvSpPr>
            <p:spPr>
              <a:xfrm rot="10800000">
                <a:off x="792061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8F08BEEF-81B0-7645-2340-AFC382A5664D}"/>
                  </a:ext>
                </a:extLst>
              </p:cNvPr>
              <p:cNvSpPr/>
              <p:nvPr/>
            </p:nvSpPr>
            <p:spPr>
              <a:xfrm rot="10800000">
                <a:off x="782018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E3B273BA-D9E5-8D34-68C1-476E4AF69AA4}"/>
                  </a:ext>
                </a:extLst>
              </p:cNvPr>
              <p:cNvSpPr/>
              <p:nvPr/>
            </p:nvSpPr>
            <p:spPr>
              <a:xfrm rot="10800000">
                <a:off x="771976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30689A56-4FC1-FB54-7977-6D7CDB404D6F}"/>
                  </a:ext>
                </a:extLst>
              </p:cNvPr>
              <p:cNvSpPr/>
              <p:nvPr/>
            </p:nvSpPr>
            <p:spPr>
              <a:xfrm rot="10800000">
                <a:off x="761934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3" name="Group 472">
                <a:extLst>
                  <a:ext uri="{FF2B5EF4-FFF2-40B4-BE49-F238E27FC236}">
                    <a16:creationId xmlns:a16="http://schemas.microsoft.com/office/drawing/2014/main" id="{F8F47904-095C-4D2D-7FD7-99F993D27D88}"/>
                  </a:ext>
                </a:extLst>
              </p:cNvPr>
              <p:cNvGrpSpPr/>
              <p:nvPr/>
            </p:nvGrpSpPr>
            <p:grpSpPr>
              <a:xfrm rot="10800000">
                <a:off x="10531606" y="3982298"/>
                <a:ext cx="301269" cy="301135"/>
                <a:chOff x="1051088" y="5406535"/>
                <a:chExt cx="593889" cy="593625"/>
              </a:xfrm>
            </p:grpSpPr>
            <p:sp>
              <p:nvSpPr>
                <p:cNvPr id="690" name="Rectangle 689">
                  <a:extLst>
                    <a:ext uri="{FF2B5EF4-FFF2-40B4-BE49-F238E27FC236}">
                      <a16:creationId xmlns:a16="http://schemas.microsoft.com/office/drawing/2014/main" id="{E1F3B9D2-F378-0CD9-740C-7C85072AF984}"/>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BA4E77D4-AC5C-A073-6BEC-899C32D63C4D}"/>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81153EAD-627E-4F84-BE0F-B7AEB9BF4B1B}"/>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8C4CC6EB-E072-9FC0-6A9D-6E2A50A31A36}"/>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3179A615-EF1F-1271-57BA-58D3A17E1D52}"/>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72FD9D6F-EAAC-D92D-2CE7-ABF48529D1F2}"/>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A9C636DC-CC77-2F47-737F-41E7A7FEAF51}"/>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13F4BF96-D43E-9A3C-D622-8B05D28AD8AF}"/>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1307B9BD-F807-00B8-F66F-B454948621A9}"/>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4" name="Rectangle 473">
                <a:extLst>
                  <a:ext uri="{FF2B5EF4-FFF2-40B4-BE49-F238E27FC236}">
                    <a16:creationId xmlns:a16="http://schemas.microsoft.com/office/drawing/2014/main" id="{97D4714E-248B-6DC9-9500-9BAECFF955E8}"/>
                  </a:ext>
                </a:extLst>
              </p:cNvPr>
              <p:cNvSpPr/>
              <p:nvPr/>
            </p:nvSpPr>
            <p:spPr>
              <a:xfrm rot="10800000">
                <a:off x="1043118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0104E7B3-EBC9-026B-9194-715B2044C882}"/>
                  </a:ext>
                </a:extLst>
              </p:cNvPr>
              <p:cNvSpPr/>
              <p:nvPr/>
            </p:nvSpPr>
            <p:spPr>
              <a:xfrm rot="10800000">
                <a:off x="1033076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554A05B9-603C-0DC5-CBED-C575768D6B79}"/>
                  </a:ext>
                </a:extLst>
              </p:cNvPr>
              <p:cNvSpPr/>
              <p:nvPr/>
            </p:nvSpPr>
            <p:spPr>
              <a:xfrm rot="10800000">
                <a:off x="1023033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D7833F96-7144-18E7-807F-091CBED7FF55}"/>
                  </a:ext>
                </a:extLst>
              </p:cNvPr>
              <p:cNvSpPr/>
              <p:nvPr/>
            </p:nvSpPr>
            <p:spPr>
              <a:xfrm rot="10800000">
                <a:off x="1012991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8576C644-6198-B4E8-A8D4-163E9B78338D}"/>
                  </a:ext>
                </a:extLst>
              </p:cNvPr>
              <p:cNvSpPr/>
              <p:nvPr/>
            </p:nvSpPr>
            <p:spPr>
              <a:xfrm rot="10800000">
                <a:off x="1002949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88DE8779-7013-5452-4F67-A90A2B8836A7}"/>
                  </a:ext>
                </a:extLst>
              </p:cNvPr>
              <p:cNvSpPr/>
              <p:nvPr/>
            </p:nvSpPr>
            <p:spPr>
              <a:xfrm rot="10800000">
                <a:off x="992906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B8BE81C4-8A03-2B45-CB73-BAAFA8C7E833}"/>
                  </a:ext>
                </a:extLst>
              </p:cNvPr>
              <p:cNvSpPr/>
              <p:nvPr/>
            </p:nvSpPr>
            <p:spPr>
              <a:xfrm rot="10800000">
                <a:off x="982864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6E0D630E-7914-02BD-3407-DF4E539BA61D}"/>
                  </a:ext>
                </a:extLst>
              </p:cNvPr>
              <p:cNvSpPr/>
              <p:nvPr/>
            </p:nvSpPr>
            <p:spPr>
              <a:xfrm rot="10800000">
                <a:off x="972822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AD799621-5CD9-829D-B38D-FC38375ECB56}"/>
                  </a:ext>
                </a:extLst>
              </p:cNvPr>
              <p:cNvSpPr/>
              <p:nvPr/>
            </p:nvSpPr>
            <p:spPr>
              <a:xfrm rot="10800000">
                <a:off x="962780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2CD673F7-DEEA-0A62-B02F-E9FF5A9EBAD4}"/>
                  </a:ext>
                </a:extLst>
              </p:cNvPr>
              <p:cNvSpPr/>
              <p:nvPr/>
            </p:nvSpPr>
            <p:spPr>
              <a:xfrm rot="10800000">
                <a:off x="952737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DDF9330C-BA8E-AC61-562E-13261A8A0924}"/>
                  </a:ext>
                </a:extLst>
              </p:cNvPr>
              <p:cNvSpPr/>
              <p:nvPr/>
            </p:nvSpPr>
            <p:spPr>
              <a:xfrm rot="10800000">
                <a:off x="942695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4679C613-EC8C-B741-96B6-4D790AEE1B7E}"/>
                  </a:ext>
                </a:extLst>
              </p:cNvPr>
              <p:cNvSpPr/>
              <p:nvPr/>
            </p:nvSpPr>
            <p:spPr>
              <a:xfrm rot="10800000">
                <a:off x="932653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6B72A903-09BC-B3F7-7F4D-9125A8BB5F7F}"/>
                  </a:ext>
                </a:extLst>
              </p:cNvPr>
              <p:cNvSpPr/>
              <p:nvPr/>
            </p:nvSpPr>
            <p:spPr>
              <a:xfrm rot="10800000">
                <a:off x="922610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DAD02714-0A11-022B-7E1F-277EC12B9DDB}"/>
                  </a:ext>
                </a:extLst>
              </p:cNvPr>
              <p:cNvSpPr/>
              <p:nvPr/>
            </p:nvSpPr>
            <p:spPr>
              <a:xfrm rot="10800000">
                <a:off x="912568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BF020F6F-1175-E939-4A3F-0E0013F02A7B}"/>
                  </a:ext>
                </a:extLst>
              </p:cNvPr>
              <p:cNvSpPr/>
              <p:nvPr/>
            </p:nvSpPr>
            <p:spPr>
              <a:xfrm rot="10800000">
                <a:off x="902526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099DB4CA-CBD2-2781-A669-8265A26BF7CC}"/>
                  </a:ext>
                </a:extLst>
              </p:cNvPr>
              <p:cNvSpPr/>
              <p:nvPr/>
            </p:nvSpPr>
            <p:spPr>
              <a:xfrm rot="10800000">
                <a:off x="892483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C0ED555B-B56C-B0B0-3825-069BE80D27E7}"/>
                  </a:ext>
                </a:extLst>
              </p:cNvPr>
              <p:cNvSpPr/>
              <p:nvPr/>
            </p:nvSpPr>
            <p:spPr>
              <a:xfrm rot="10800000">
                <a:off x="882441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301B5A7D-1CDC-6A0E-EA36-F96E31DDFEDD}"/>
                  </a:ext>
                </a:extLst>
              </p:cNvPr>
              <p:cNvSpPr/>
              <p:nvPr/>
            </p:nvSpPr>
            <p:spPr>
              <a:xfrm rot="10800000">
                <a:off x="872399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185FA1F9-1E6A-C1B6-33A4-DD12644B4F39}"/>
                  </a:ext>
                </a:extLst>
              </p:cNvPr>
              <p:cNvSpPr/>
              <p:nvPr/>
            </p:nvSpPr>
            <p:spPr>
              <a:xfrm rot="10800000">
                <a:off x="862357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3C5694C9-1C08-9921-8C84-08AAC02000C1}"/>
                  </a:ext>
                </a:extLst>
              </p:cNvPr>
              <p:cNvSpPr/>
              <p:nvPr/>
            </p:nvSpPr>
            <p:spPr>
              <a:xfrm rot="10800000">
                <a:off x="852314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CE7B0E9-8C17-849E-FA92-48454ADDF9D7}"/>
                  </a:ext>
                </a:extLst>
              </p:cNvPr>
              <p:cNvSpPr/>
              <p:nvPr/>
            </p:nvSpPr>
            <p:spPr>
              <a:xfrm rot="10800000">
                <a:off x="842272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467B179-BDAC-637D-7B3D-439FEBC1C8C7}"/>
                  </a:ext>
                </a:extLst>
              </p:cNvPr>
              <p:cNvSpPr/>
              <p:nvPr/>
            </p:nvSpPr>
            <p:spPr>
              <a:xfrm rot="10800000">
                <a:off x="832230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BC3530E7-2F76-E13E-3440-46A49D02C716}"/>
                  </a:ext>
                </a:extLst>
              </p:cNvPr>
              <p:cNvSpPr/>
              <p:nvPr/>
            </p:nvSpPr>
            <p:spPr>
              <a:xfrm rot="10800000">
                <a:off x="822187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2FC51EB0-3680-7DE0-5667-D12FD07F01E6}"/>
                  </a:ext>
                </a:extLst>
              </p:cNvPr>
              <p:cNvSpPr/>
              <p:nvPr/>
            </p:nvSpPr>
            <p:spPr>
              <a:xfrm rot="10800000">
                <a:off x="812145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1374DD3F-745A-F79B-86EB-BEEED27E2A55}"/>
                  </a:ext>
                </a:extLst>
              </p:cNvPr>
              <p:cNvSpPr/>
              <p:nvPr/>
            </p:nvSpPr>
            <p:spPr>
              <a:xfrm rot="10800000">
                <a:off x="802103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A68696E4-3DFF-BEE9-0011-2A775C521E20}"/>
                  </a:ext>
                </a:extLst>
              </p:cNvPr>
              <p:cNvSpPr/>
              <p:nvPr/>
            </p:nvSpPr>
            <p:spPr>
              <a:xfrm rot="10800000">
                <a:off x="792061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7429AD73-6995-119F-F516-73B84F73E88E}"/>
                  </a:ext>
                </a:extLst>
              </p:cNvPr>
              <p:cNvSpPr/>
              <p:nvPr/>
            </p:nvSpPr>
            <p:spPr>
              <a:xfrm rot="10800000">
                <a:off x="782018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3C394973-179D-3A5C-143E-46AFE97AEA3D}"/>
                  </a:ext>
                </a:extLst>
              </p:cNvPr>
              <p:cNvSpPr/>
              <p:nvPr/>
            </p:nvSpPr>
            <p:spPr>
              <a:xfrm rot="10800000">
                <a:off x="771976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F14531C4-B5AD-4F7A-79C3-B811E98DAE58}"/>
                  </a:ext>
                </a:extLst>
              </p:cNvPr>
              <p:cNvSpPr/>
              <p:nvPr/>
            </p:nvSpPr>
            <p:spPr>
              <a:xfrm rot="10800000">
                <a:off x="761934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3" name="Group 1982">
              <a:extLst>
                <a:ext uri="{FF2B5EF4-FFF2-40B4-BE49-F238E27FC236}">
                  <a16:creationId xmlns:a16="http://schemas.microsoft.com/office/drawing/2014/main" id="{85B6E523-DC32-066E-E97B-A97BB52948B1}"/>
                </a:ext>
              </a:extLst>
            </p:cNvPr>
            <p:cNvGrpSpPr/>
            <p:nvPr/>
          </p:nvGrpSpPr>
          <p:grpSpPr>
            <a:xfrm>
              <a:off x="7469278" y="2510807"/>
              <a:ext cx="1918406" cy="360608"/>
              <a:chOff x="7709654" y="3386227"/>
              <a:chExt cx="2107259" cy="396107"/>
            </a:xfrm>
          </p:grpSpPr>
          <p:grpSp>
            <p:nvGrpSpPr>
              <p:cNvPr id="4" name="Group 3">
                <a:extLst>
                  <a:ext uri="{FF2B5EF4-FFF2-40B4-BE49-F238E27FC236}">
                    <a16:creationId xmlns:a16="http://schemas.microsoft.com/office/drawing/2014/main" id="{D67721C4-54EE-A350-DE06-D149025D1CFA}"/>
                  </a:ext>
                </a:extLst>
              </p:cNvPr>
              <p:cNvGrpSpPr/>
              <p:nvPr/>
            </p:nvGrpSpPr>
            <p:grpSpPr>
              <a:xfrm rot="10800000" flipH="1">
                <a:off x="7709654" y="3386227"/>
                <a:ext cx="397619" cy="396106"/>
                <a:chOff x="7383761" y="5206905"/>
                <a:chExt cx="796285" cy="793255"/>
              </a:xfrm>
            </p:grpSpPr>
            <p:grpSp>
              <p:nvGrpSpPr>
                <p:cNvPr id="229" name="Group 228">
                  <a:extLst>
                    <a:ext uri="{FF2B5EF4-FFF2-40B4-BE49-F238E27FC236}">
                      <a16:creationId xmlns:a16="http://schemas.microsoft.com/office/drawing/2014/main" id="{137A0922-1226-68D6-7C34-3D751A75E393}"/>
                    </a:ext>
                  </a:extLst>
                </p:cNvPr>
                <p:cNvGrpSpPr/>
                <p:nvPr/>
              </p:nvGrpSpPr>
              <p:grpSpPr>
                <a:xfrm>
                  <a:off x="7586157" y="5206905"/>
                  <a:ext cx="593889" cy="593625"/>
                  <a:chOff x="1910636" y="2494271"/>
                  <a:chExt cx="593889" cy="593625"/>
                </a:xfrm>
              </p:grpSpPr>
              <p:sp>
                <p:nvSpPr>
                  <p:cNvPr id="843" name="Rectangle 842">
                    <a:extLst>
                      <a:ext uri="{FF2B5EF4-FFF2-40B4-BE49-F238E27FC236}">
                        <a16:creationId xmlns:a16="http://schemas.microsoft.com/office/drawing/2014/main" id="{5962BE3E-C1F2-3961-260E-3B77683AFB5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866252E1-5622-FAFA-1673-46AE10117E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241CB0C1-0768-2F80-DE6A-A986137212A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AF6B78B7-531E-D412-7694-95387A2E098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9D95B485-87B9-DB58-832D-38F679B106C0}"/>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19F90D75-5E2F-75E7-E9F2-4B3845290E2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9104E035-14FB-AD3F-873E-7D225B62828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DDEBC2B9-D5C6-AA53-4B45-0A9B25E8AC2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94DEA8A3-AD4E-1EBE-FA86-718EC89536C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C22397A4-6FAD-F445-BC24-7F44FB890674}"/>
                    </a:ext>
                  </a:extLst>
                </p:cNvPr>
                <p:cNvGrpSpPr/>
                <p:nvPr/>
              </p:nvGrpSpPr>
              <p:grpSpPr>
                <a:xfrm>
                  <a:off x="7487213" y="5307553"/>
                  <a:ext cx="593889" cy="593625"/>
                  <a:chOff x="1910636" y="2494271"/>
                  <a:chExt cx="593889" cy="593625"/>
                </a:xfrm>
              </p:grpSpPr>
              <p:sp>
                <p:nvSpPr>
                  <p:cNvPr id="351" name="Rectangle 350">
                    <a:extLst>
                      <a:ext uri="{FF2B5EF4-FFF2-40B4-BE49-F238E27FC236}">
                        <a16:creationId xmlns:a16="http://schemas.microsoft.com/office/drawing/2014/main" id="{359FB32C-3F34-F99B-958E-CFA9E3D20FD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943B5D76-575F-537A-757D-EB577080987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DC700E84-5C6B-3A38-5C01-2CDEBEC22284}"/>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CECABD00-1CE2-461E-1470-5A03AC2A0C6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4A1D2F35-CAEA-B96A-517F-7C1D398E114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4B2AB091-A303-BF28-2DEF-DB5E2EDAEDC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9539568C-DFA7-B84B-F80B-C996F600210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6FDB3C2B-EF8D-BB6B-137D-FA195A3C8FE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CC7BC672-F54B-2CEC-513E-CE0CBDB2267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 name="Group 230">
                  <a:extLst>
                    <a:ext uri="{FF2B5EF4-FFF2-40B4-BE49-F238E27FC236}">
                      <a16:creationId xmlns:a16="http://schemas.microsoft.com/office/drawing/2014/main" id="{73333CFC-C54A-80D4-6120-6EBE7E025E38}"/>
                    </a:ext>
                  </a:extLst>
                </p:cNvPr>
                <p:cNvGrpSpPr/>
                <p:nvPr/>
              </p:nvGrpSpPr>
              <p:grpSpPr>
                <a:xfrm>
                  <a:off x="7383761" y="5406535"/>
                  <a:ext cx="593889" cy="593625"/>
                  <a:chOff x="1910636" y="2494271"/>
                  <a:chExt cx="593889" cy="593625"/>
                </a:xfrm>
              </p:grpSpPr>
              <p:sp>
                <p:nvSpPr>
                  <p:cNvPr id="264" name="Rectangle 263">
                    <a:extLst>
                      <a:ext uri="{FF2B5EF4-FFF2-40B4-BE49-F238E27FC236}">
                        <a16:creationId xmlns:a16="http://schemas.microsoft.com/office/drawing/2014/main" id="{6367B283-DEB5-B284-A12A-AA6899354BC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D84DCB21-B0BB-242A-6E1B-B82E40C8A21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79E341AC-DC96-6359-0E8C-F81966BD013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53057531-4053-ED9B-4EB5-75025019EAB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71FD24A-F164-9F48-B476-1426596DAA6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4CB49884-389E-3187-00D2-B009BD51B11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8B58886D-C27A-D96E-3AFF-ED8418745B10}"/>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0F9E5727-7332-2ABA-00F0-8C66934310F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28AD42D-9880-3901-227D-596AC98FDE4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 name="Group 4">
                <a:extLst>
                  <a:ext uri="{FF2B5EF4-FFF2-40B4-BE49-F238E27FC236}">
                    <a16:creationId xmlns:a16="http://schemas.microsoft.com/office/drawing/2014/main" id="{51C3D5D8-8D6D-7EBE-1DB0-7A2CF76F1D5B}"/>
                  </a:ext>
                </a:extLst>
              </p:cNvPr>
              <p:cNvGrpSpPr/>
              <p:nvPr/>
            </p:nvGrpSpPr>
            <p:grpSpPr>
              <a:xfrm rot="10800000" flipH="1">
                <a:off x="8051582" y="3386227"/>
                <a:ext cx="397619" cy="396106"/>
                <a:chOff x="9651794" y="5208440"/>
                <a:chExt cx="796285" cy="793255"/>
              </a:xfrm>
            </p:grpSpPr>
            <p:grpSp>
              <p:nvGrpSpPr>
                <p:cNvPr id="199" name="Group 198">
                  <a:extLst>
                    <a:ext uri="{FF2B5EF4-FFF2-40B4-BE49-F238E27FC236}">
                      <a16:creationId xmlns:a16="http://schemas.microsoft.com/office/drawing/2014/main" id="{5112DF91-3259-A8A3-6ED1-D19F7546B015}"/>
                    </a:ext>
                  </a:extLst>
                </p:cNvPr>
                <p:cNvGrpSpPr/>
                <p:nvPr/>
              </p:nvGrpSpPr>
              <p:grpSpPr>
                <a:xfrm>
                  <a:off x="9854190" y="5208440"/>
                  <a:ext cx="593889" cy="593625"/>
                  <a:chOff x="1910636" y="2494271"/>
                  <a:chExt cx="593889" cy="593625"/>
                </a:xfrm>
              </p:grpSpPr>
              <p:sp>
                <p:nvSpPr>
                  <p:cNvPr id="220" name="Rectangle 219">
                    <a:extLst>
                      <a:ext uri="{FF2B5EF4-FFF2-40B4-BE49-F238E27FC236}">
                        <a16:creationId xmlns:a16="http://schemas.microsoft.com/office/drawing/2014/main" id="{01102846-E1B2-20A5-8724-FDA7E685F48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F597B530-88EE-33ED-C2FA-73F1AC4826B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6D984B7B-83A9-F411-04C3-A00717E2A80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8047B9EE-A1EC-D122-EE41-2910C16EAA6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1CE4831E-66BA-9CBD-2F94-A0B63F41AC19}"/>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5530157-4D10-5138-410D-8D3904B95B4E}"/>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0D6938A-4BA6-8571-D682-C173BEEF2FFC}"/>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61A897D5-9514-1F64-0EB3-484A2E81DD1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2171A840-F89F-6043-F683-700CF480CA3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A987DDE3-59BB-4B9F-0412-B4BFE68FFEA8}"/>
                    </a:ext>
                  </a:extLst>
                </p:cNvPr>
                <p:cNvGrpSpPr/>
                <p:nvPr/>
              </p:nvGrpSpPr>
              <p:grpSpPr>
                <a:xfrm>
                  <a:off x="9755246" y="5309088"/>
                  <a:ext cx="593889" cy="593625"/>
                  <a:chOff x="1910636" y="2494271"/>
                  <a:chExt cx="593889" cy="593625"/>
                </a:xfrm>
              </p:grpSpPr>
              <p:sp>
                <p:nvSpPr>
                  <p:cNvPr id="211" name="Rectangle 210">
                    <a:extLst>
                      <a:ext uri="{FF2B5EF4-FFF2-40B4-BE49-F238E27FC236}">
                        <a16:creationId xmlns:a16="http://schemas.microsoft.com/office/drawing/2014/main" id="{4B5EF2D4-A411-114D-274F-0D2743782F4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4A5E4C88-B02A-ED18-61A6-D86B08ED87B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413DC161-EC48-E8E9-4571-B0A1AB8508A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68E2D80F-298A-29DE-8AEA-FBCFADFDCC3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AE50553-06B7-0649-1F72-C36C42D5AFB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9B95F58-4621-9BCF-0A36-E808EB081113}"/>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22AD876D-F953-285E-A77F-EF373A55A1F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5C7C3E4C-D92A-0078-5A73-EF083C36EF1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BF6DE8B-87D6-9E15-8AA7-0ED766B742C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FE320766-01C2-DCC2-019C-B26739FD8C8F}"/>
                    </a:ext>
                  </a:extLst>
                </p:cNvPr>
                <p:cNvGrpSpPr/>
                <p:nvPr/>
              </p:nvGrpSpPr>
              <p:grpSpPr>
                <a:xfrm>
                  <a:off x="9651794" y="5408070"/>
                  <a:ext cx="593889" cy="593625"/>
                  <a:chOff x="1910636" y="2494271"/>
                  <a:chExt cx="593889" cy="593625"/>
                </a:xfrm>
              </p:grpSpPr>
              <p:sp>
                <p:nvSpPr>
                  <p:cNvPr id="202" name="Rectangle 201">
                    <a:extLst>
                      <a:ext uri="{FF2B5EF4-FFF2-40B4-BE49-F238E27FC236}">
                        <a16:creationId xmlns:a16="http://schemas.microsoft.com/office/drawing/2014/main" id="{CD6A7B34-FBD7-C7BB-B542-FDE176F89EB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8FA4609-8F46-ECBC-2F77-B2BB6D21EFA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D5BDB4E1-9B2F-DCB6-BB05-D83D9B08C71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5E7A608-43A1-5C22-C7DE-13FA3356152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6DC7FC47-82F5-2D3C-D798-40DA2A4C1AA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3FF79487-67CF-9D3E-FB6A-E5071A6F894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FFE80ABD-530D-1901-0EA4-235B2532259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0EAB746D-B941-147A-1F2A-7B9D59DDEE4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CC2C54CF-30CF-06D8-81A0-A3F2D2D3A01A}"/>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a:extLst>
                  <a:ext uri="{FF2B5EF4-FFF2-40B4-BE49-F238E27FC236}">
                    <a16:creationId xmlns:a16="http://schemas.microsoft.com/office/drawing/2014/main" id="{1D3A8976-D807-B30E-DCE3-1B0640BF0500}"/>
                  </a:ext>
                </a:extLst>
              </p:cNvPr>
              <p:cNvGrpSpPr/>
              <p:nvPr/>
            </p:nvGrpSpPr>
            <p:grpSpPr>
              <a:xfrm rot="10800000" flipH="1">
                <a:off x="8393510" y="3386227"/>
                <a:ext cx="397619" cy="396106"/>
                <a:chOff x="9651794" y="5208440"/>
                <a:chExt cx="796285" cy="793255"/>
              </a:xfrm>
            </p:grpSpPr>
            <p:grpSp>
              <p:nvGrpSpPr>
                <p:cNvPr id="165" name="Group 164">
                  <a:extLst>
                    <a:ext uri="{FF2B5EF4-FFF2-40B4-BE49-F238E27FC236}">
                      <a16:creationId xmlns:a16="http://schemas.microsoft.com/office/drawing/2014/main" id="{991DAA3C-FEE4-B88B-8319-B09260ECF05E}"/>
                    </a:ext>
                  </a:extLst>
                </p:cNvPr>
                <p:cNvGrpSpPr/>
                <p:nvPr/>
              </p:nvGrpSpPr>
              <p:grpSpPr>
                <a:xfrm>
                  <a:off x="9854190" y="5208440"/>
                  <a:ext cx="593889" cy="593625"/>
                  <a:chOff x="1910636" y="2494271"/>
                  <a:chExt cx="593889" cy="593625"/>
                </a:xfrm>
              </p:grpSpPr>
              <p:sp>
                <p:nvSpPr>
                  <p:cNvPr id="190" name="Rectangle 189">
                    <a:extLst>
                      <a:ext uri="{FF2B5EF4-FFF2-40B4-BE49-F238E27FC236}">
                        <a16:creationId xmlns:a16="http://schemas.microsoft.com/office/drawing/2014/main" id="{2D16E545-9BBB-D1F3-4DE4-0852558EF61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7B8C6CDF-BF82-9A06-5737-A9B9D84C94A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BD5EEA27-3DC1-B0E5-7D47-EE580485D42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E3C3594D-2E85-B505-B911-B7DF47E2993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8D75E62E-D35C-92DF-9839-2DAEA23AEE2F}"/>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8E111B5-AAAF-ABA1-B1D5-22D5321363B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DD5A040F-5152-4B7F-5D36-0E8B560FAF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1B55069-8797-772A-8A1F-9B9415054C1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1EC468CA-1F5D-2AAB-B843-2501FC0A9D8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2F4F67E1-DE9B-B918-AF24-B31057FCD128}"/>
                    </a:ext>
                  </a:extLst>
                </p:cNvPr>
                <p:cNvGrpSpPr/>
                <p:nvPr/>
              </p:nvGrpSpPr>
              <p:grpSpPr>
                <a:xfrm>
                  <a:off x="9755246" y="5309088"/>
                  <a:ext cx="593889" cy="593625"/>
                  <a:chOff x="1910636" y="2494271"/>
                  <a:chExt cx="593889" cy="593625"/>
                </a:xfrm>
              </p:grpSpPr>
              <p:sp>
                <p:nvSpPr>
                  <p:cNvPr id="181" name="Rectangle 180">
                    <a:extLst>
                      <a:ext uri="{FF2B5EF4-FFF2-40B4-BE49-F238E27FC236}">
                        <a16:creationId xmlns:a16="http://schemas.microsoft.com/office/drawing/2014/main" id="{13B2037E-2C6D-9C2F-8737-0E9B3E17FD7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DEAB891E-E01B-C79C-2397-4BD357D8695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0FC4F2A1-533E-EA01-379E-FAA5A3DB9B0D}"/>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760B971-A0B2-4620-DA4F-45C01BFFA7B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DDA23CC-1463-FF22-2ACA-45B4A4261FF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F0680D28-F092-A421-56B8-B4AAE27491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6F647443-6C03-6931-3052-15EE889B15D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0A5C3B31-99C7-FAEC-2FD4-5DE18D72FD8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6DE3CD9-6308-1564-66A8-446F316326E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4DB14912-75BC-9E61-0B1B-095BE3ABE4FE}"/>
                    </a:ext>
                  </a:extLst>
                </p:cNvPr>
                <p:cNvGrpSpPr/>
                <p:nvPr/>
              </p:nvGrpSpPr>
              <p:grpSpPr>
                <a:xfrm>
                  <a:off x="9651794" y="5408070"/>
                  <a:ext cx="593889" cy="593625"/>
                  <a:chOff x="1910636" y="2494271"/>
                  <a:chExt cx="593889" cy="593625"/>
                </a:xfrm>
              </p:grpSpPr>
              <p:sp>
                <p:nvSpPr>
                  <p:cNvPr id="168" name="Rectangle 167">
                    <a:extLst>
                      <a:ext uri="{FF2B5EF4-FFF2-40B4-BE49-F238E27FC236}">
                        <a16:creationId xmlns:a16="http://schemas.microsoft.com/office/drawing/2014/main" id="{7E5B420D-4C3B-DA3C-1C39-5EA1D8514FF9}"/>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D860510-40D6-87E1-EF49-8857A31E76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5DCCD5F-336A-9270-156E-67CD4F55043B}"/>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4BF447FE-C823-E3D6-C316-CA0F6FC213E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17AC7EDA-682B-42D1-CA81-B77723F3374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42FDD413-C218-9AB0-F0E5-30373F1A56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221BF0FA-4AC2-67E9-0714-891B0E8D4C4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0564BE0F-26BC-27AB-67E3-CB2AFC639BD7}"/>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AF33B5A2-DF88-0B5A-B5D9-AABE7A459E9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 name="Group 6">
                <a:extLst>
                  <a:ext uri="{FF2B5EF4-FFF2-40B4-BE49-F238E27FC236}">
                    <a16:creationId xmlns:a16="http://schemas.microsoft.com/office/drawing/2014/main" id="{7BE192D1-5129-1DF8-9732-BE6E5C493D64}"/>
                  </a:ext>
                </a:extLst>
              </p:cNvPr>
              <p:cNvGrpSpPr/>
              <p:nvPr/>
            </p:nvGrpSpPr>
            <p:grpSpPr>
              <a:xfrm rot="10800000" flipH="1">
                <a:off x="8735438" y="3386227"/>
                <a:ext cx="397619" cy="396106"/>
                <a:chOff x="9651794" y="5208440"/>
                <a:chExt cx="796285" cy="793255"/>
              </a:xfrm>
            </p:grpSpPr>
            <p:grpSp>
              <p:nvGrpSpPr>
                <p:cNvPr id="135" name="Group 134">
                  <a:extLst>
                    <a:ext uri="{FF2B5EF4-FFF2-40B4-BE49-F238E27FC236}">
                      <a16:creationId xmlns:a16="http://schemas.microsoft.com/office/drawing/2014/main" id="{6D5FBA2D-1443-46B4-4E04-52BED0D3BABC}"/>
                    </a:ext>
                  </a:extLst>
                </p:cNvPr>
                <p:cNvGrpSpPr/>
                <p:nvPr/>
              </p:nvGrpSpPr>
              <p:grpSpPr>
                <a:xfrm>
                  <a:off x="9854190" y="5208440"/>
                  <a:ext cx="593889" cy="593625"/>
                  <a:chOff x="1910636" y="2494271"/>
                  <a:chExt cx="593889" cy="593625"/>
                </a:xfrm>
              </p:grpSpPr>
              <p:sp>
                <p:nvSpPr>
                  <p:cNvPr id="156" name="Rectangle 155">
                    <a:extLst>
                      <a:ext uri="{FF2B5EF4-FFF2-40B4-BE49-F238E27FC236}">
                        <a16:creationId xmlns:a16="http://schemas.microsoft.com/office/drawing/2014/main" id="{864348C4-76A8-0025-C9F6-FB513B7C002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C421FF75-CAD8-2894-D510-D018BE83F9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F504C742-9A45-8C0B-3340-66482C26F51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AFF02FBF-2AD0-55BC-093B-6BA2D2AA3A4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20AEA72-3E91-AD7A-A247-CDA1D4AC736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F081051-45BE-A0FF-7D0B-83F74C9AFD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E7FDE5DF-973C-CC3E-E43B-B155E5E82967}"/>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83BB97A6-0AA4-68A7-B246-99ED7975D0E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F91770F6-982E-07BF-D14B-12D187A3B00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a:extLst>
                    <a:ext uri="{FF2B5EF4-FFF2-40B4-BE49-F238E27FC236}">
                      <a16:creationId xmlns:a16="http://schemas.microsoft.com/office/drawing/2014/main" id="{3D9AB10A-D220-F1AE-EC12-A70540D06587}"/>
                    </a:ext>
                  </a:extLst>
                </p:cNvPr>
                <p:cNvGrpSpPr/>
                <p:nvPr/>
              </p:nvGrpSpPr>
              <p:grpSpPr>
                <a:xfrm>
                  <a:off x="9755246" y="5309088"/>
                  <a:ext cx="593889" cy="593625"/>
                  <a:chOff x="1910636" y="2494271"/>
                  <a:chExt cx="593889" cy="593625"/>
                </a:xfrm>
              </p:grpSpPr>
              <p:sp>
                <p:nvSpPr>
                  <p:cNvPr id="147" name="Rectangle 146">
                    <a:extLst>
                      <a:ext uri="{FF2B5EF4-FFF2-40B4-BE49-F238E27FC236}">
                        <a16:creationId xmlns:a16="http://schemas.microsoft.com/office/drawing/2014/main" id="{1570F6A7-4BF8-6694-C375-DD495D98EDC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6938C48-42B1-6EA2-CA95-ABA935B473E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8C8A36-A4C2-F597-C851-618042D5425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E894ABD-B1F4-4C27-85D8-BAF7E77CD9C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62F8FD0-F397-EFCA-58C9-759036F284C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BE752190-B08E-DABC-E230-270D03DB763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7ED1446F-5CF4-8A3B-A446-644F4AD9EB7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8099F29F-FCC3-FC4C-1ECB-763AC0BFBFA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A7D5DFCB-199D-EB1E-2162-45653B0361E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DE8B11C0-FE0A-98CE-82FA-35011721C01C}"/>
                    </a:ext>
                  </a:extLst>
                </p:cNvPr>
                <p:cNvGrpSpPr/>
                <p:nvPr/>
              </p:nvGrpSpPr>
              <p:grpSpPr>
                <a:xfrm>
                  <a:off x="9651794" y="5408070"/>
                  <a:ext cx="593889" cy="593625"/>
                  <a:chOff x="1910636" y="2494271"/>
                  <a:chExt cx="593889" cy="593625"/>
                </a:xfrm>
              </p:grpSpPr>
              <p:sp>
                <p:nvSpPr>
                  <p:cNvPr id="138" name="Rectangle 137">
                    <a:extLst>
                      <a:ext uri="{FF2B5EF4-FFF2-40B4-BE49-F238E27FC236}">
                        <a16:creationId xmlns:a16="http://schemas.microsoft.com/office/drawing/2014/main" id="{4B89E1BE-883E-1DF5-5600-6EDDA51B4333}"/>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75CA419-C1FE-088A-E8C7-E046CEE4F11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D7BD322D-59CF-AB3A-0216-67C1E401D0C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EFAA503B-F132-1582-6E54-EA36D2513C4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441FC35D-B329-4600-FBA2-0264A5CE29F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0867CBB-029C-964E-3E40-20E8AC356D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7698C8DF-C056-9D92-F8EC-2CF3804654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56A7C363-72AF-37A2-0005-A112CFCD7F9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413CEA0-3999-35B1-ABC8-DA84A25A40E8}"/>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52" name="Group 851">
                <a:extLst>
                  <a:ext uri="{FF2B5EF4-FFF2-40B4-BE49-F238E27FC236}">
                    <a16:creationId xmlns:a16="http://schemas.microsoft.com/office/drawing/2014/main" id="{62233EA8-3850-20A6-56B2-89837630F03B}"/>
                  </a:ext>
                </a:extLst>
              </p:cNvPr>
              <p:cNvGrpSpPr/>
              <p:nvPr/>
            </p:nvGrpSpPr>
            <p:grpSpPr>
              <a:xfrm rot="10800000" flipH="1">
                <a:off x="9077366" y="3386228"/>
                <a:ext cx="397619" cy="396106"/>
                <a:chOff x="7383761" y="5206905"/>
                <a:chExt cx="796285" cy="793255"/>
              </a:xfrm>
            </p:grpSpPr>
            <p:grpSp>
              <p:nvGrpSpPr>
                <p:cNvPr id="853" name="Group 852">
                  <a:extLst>
                    <a:ext uri="{FF2B5EF4-FFF2-40B4-BE49-F238E27FC236}">
                      <a16:creationId xmlns:a16="http://schemas.microsoft.com/office/drawing/2014/main" id="{EEE2609D-6A60-E33B-F2D1-A88E46C315B6}"/>
                    </a:ext>
                  </a:extLst>
                </p:cNvPr>
                <p:cNvGrpSpPr/>
                <p:nvPr/>
              </p:nvGrpSpPr>
              <p:grpSpPr>
                <a:xfrm>
                  <a:off x="7586157" y="5206905"/>
                  <a:ext cx="593889" cy="593625"/>
                  <a:chOff x="1910636" y="2494271"/>
                  <a:chExt cx="593889" cy="593625"/>
                </a:xfrm>
              </p:grpSpPr>
              <p:sp>
                <p:nvSpPr>
                  <p:cNvPr id="874" name="Rectangle 873">
                    <a:extLst>
                      <a:ext uri="{FF2B5EF4-FFF2-40B4-BE49-F238E27FC236}">
                        <a16:creationId xmlns:a16="http://schemas.microsoft.com/office/drawing/2014/main" id="{EAF8D8B7-62D4-305A-DF6B-9152A63586E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D31D1094-0FA9-3BF8-E637-4350D5244A2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E8254958-81A3-8209-7040-FC570263161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65BFE055-EEA6-EE4E-78E7-5411F38A7427}"/>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B9C19C21-09E5-D8ED-7DC8-45CFEDEA146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90D0C000-1002-DCBB-26DC-5A3AED19093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2C2F3B13-7B94-47DE-5F72-0E095B1C8AA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74B4B60A-E8DF-2612-497F-6A47786A1BB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9B7C312B-E7A9-619A-4C2F-D04B8145679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E718E7C3-0650-DAF4-BEDB-B8C3F6B878E5}"/>
                    </a:ext>
                  </a:extLst>
                </p:cNvPr>
                <p:cNvGrpSpPr/>
                <p:nvPr/>
              </p:nvGrpSpPr>
              <p:grpSpPr>
                <a:xfrm>
                  <a:off x="7487213" y="5307553"/>
                  <a:ext cx="593889" cy="593625"/>
                  <a:chOff x="1910636" y="2494271"/>
                  <a:chExt cx="593889" cy="593625"/>
                </a:xfrm>
              </p:grpSpPr>
              <p:sp>
                <p:nvSpPr>
                  <p:cNvPr id="865" name="Rectangle 864">
                    <a:extLst>
                      <a:ext uri="{FF2B5EF4-FFF2-40B4-BE49-F238E27FC236}">
                        <a16:creationId xmlns:a16="http://schemas.microsoft.com/office/drawing/2014/main" id="{34A6F62C-547A-B873-BBFA-64587B2655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313D2891-11C6-4D2A-059C-F7A00FBEF2F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6CA36375-D176-2052-499E-52CB77E3856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C09F8860-C428-B753-9061-B2F49D4AAB6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10911D98-9328-BA63-B6E1-2C596045B64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26816DE9-A4D6-25C2-0B56-4C04E1D4D2B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57A46040-62FB-4D70-F86A-6F25EC354E6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15C2A174-3391-2AFF-2AA5-527FA69D035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F7B8AC89-282D-FB21-1C4B-9E5BA8AD2F7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5" name="Group 854">
                  <a:extLst>
                    <a:ext uri="{FF2B5EF4-FFF2-40B4-BE49-F238E27FC236}">
                      <a16:creationId xmlns:a16="http://schemas.microsoft.com/office/drawing/2014/main" id="{C7E58C0C-999B-D8AB-868A-016C3AA4E4F4}"/>
                    </a:ext>
                  </a:extLst>
                </p:cNvPr>
                <p:cNvGrpSpPr/>
                <p:nvPr/>
              </p:nvGrpSpPr>
              <p:grpSpPr>
                <a:xfrm>
                  <a:off x="7383761" y="5406535"/>
                  <a:ext cx="593889" cy="593625"/>
                  <a:chOff x="1910636" y="2494271"/>
                  <a:chExt cx="593889" cy="593625"/>
                </a:xfrm>
              </p:grpSpPr>
              <p:sp>
                <p:nvSpPr>
                  <p:cNvPr id="856" name="Rectangle 855">
                    <a:extLst>
                      <a:ext uri="{FF2B5EF4-FFF2-40B4-BE49-F238E27FC236}">
                        <a16:creationId xmlns:a16="http://schemas.microsoft.com/office/drawing/2014/main" id="{FFAEB9C7-298F-47D6-1F63-D06C373FE3A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3A81B3D1-6A8F-EC36-DA3A-9CDAD9861809}"/>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2CDB5F73-22C8-A42D-BAA1-9052B4D7716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3F798A51-CCD2-E665-C1BE-B7A14755F1E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1225340B-2175-6E82-5CDE-559DB0EB5EE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974D7E8E-F20C-A042-DCC2-FBC00AFDC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68E762C3-679B-EBCF-182D-E55C2DE2802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BEE52E7C-A843-9D7F-C046-6BC78722780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0302F651-C1C9-D41E-8BD2-84AE9BA08B2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83" name="Group 882">
                <a:extLst>
                  <a:ext uri="{FF2B5EF4-FFF2-40B4-BE49-F238E27FC236}">
                    <a16:creationId xmlns:a16="http://schemas.microsoft.com/office/drawing/2014/main" id="{E05A80D9-0DF6-8F1C-6834-6C211B38EA75}"/>
                  </a:ext>
                </a:extLst>
              </p:cNvPr>
              <p:cNvGrpSpPr/>
              <p:nvPr/>
            </p:nvGrpSpPr>
            <p:grpSpPr>
              <a:xfrm rot="10800000" flipH="1">
                <a:off x="9419294" y="3386228"/>
                <a:ext cx="397619" cy="396106"/>
                <a:chOff x="9651794" y="5208440"/>
                <a:chExt cx="796285" cy="793255"/>
              </a:xfrm>
            </p:grpSpPr>
            <p:grpSp>
              <p:nvGrpSpPr>
                <p:cNvPr id="884" name="Group 883">
                  <a:extLst>
                    <a:ext uri="{FF2B5EF4-FFF2-40B4-BE49-F238E27FC236}">
                      <a16:creationId xmlns:a16="http://schemas.microsoft.com/office/drawing/2014/main" id="{0C4C7BF2-7068-6F0C-33C7-AD310155F697}"/>
                    </a:ext>
                  </a:extLst>
                </p:cNvPr>
                <p:cNvGrpSpPr/>
                <p:nvPr/>
              </p:nvGrpSpPr>
              <p:grpSpPr>
                <a:xfrm>
                  <a:off x="9854190" y="5208440"/>
                  <a:ext cx="593889" cy="593625"/>
                  <a:chOff x="1910636" y="2494271"/>
                  <a:chExt cx="593889" cy="593625"/>
                </a:xfrm>
              </p:grpSpPr>
              <p:sp>
                <p:nvSpPr>
                  <p:cNvPr id="905" name="Rectangle 904">
                    <a:extLst>
                      <a:ext uri="{FF2B5EF4-FFF2-40B4-BE49-F238E27FC236}">
                        <a16:creationId xmlns:a16="http://schemas.microsoft.com/office/drawing/2014/main" id="{E5B683A5-3A35-D271-6C87-714ACF260335}"/>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B3302F79-6B55-7253-C86E-FCE02AC28D0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563444AC-0FE5-CDE8-1C1C-71DABC282AA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C2554BD9-F0C8-CDF3-4B48-EAD4CBD662A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DF84DEB6-2D8C-E6C4-15EE-6F0A7649405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39759057-D287-86FC-A641-449CF6AD1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BE2CD607-B46C-49B9-0CC3-E37F3B39067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35164C3E-5656-1A99-531E-80F1CF5F8EC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Rectangle 912">
                    <a:extLst>
                      <a:ext uri="{FF2B5EF4-FFF2-40B4-BE49-F238E27FC236}">
                        <a16:creationId xmlns:a16="http://schemas.microsoft.com/office/drawing/2014/main" id="{F236D420-AB91-7DAC-0E80-2702E5015E5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5" name="Group 884">
                  <a:extLst>
                    <a:ext uri="{FF2B5EF4-FFF2-40B4-BE49-F238E27FC236}">
                      <a16:creationId xmlns:a16="http://schemas.microsoft.com/office/drawing/2014/main" id="{A22F668A-D629-4F47-7599-A19BDE390196}"/>
                    </a:ext>
                  </a:extLst>
                </p:cNvPr>
                <p:cNvGrpSpPr/>
                <p:nvPr/>
              </p:nvGrpSpPr>
              <p:grpSpPr>
                <a:xfrm>
                  <a:off x="9755246" y="5309088"/>
                  <a:ext cx="593889" cy="593625"/>
                  <a:chOff x="1910636" y="2494271"/>
                  <a:chExt cx="593889" cy="593625"/>
                </a:xfrm>
              </p:grpSpPr>
              <p:sp>
                <p:nvSpPr>
                  <p:cNvPr id="896" name="Rectangle 895">
                    <a:extLst>
                      <a:ext uri="{FF2B5EF4-FFF2-40B4-BE49-F238E27FC236}">
                        <a16:creationId xmlns:a16="http://schemas.microsoft.com/office/drawing/2014/main" id="{0313A579-7C1E-B18B-0A77-32D16077B3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D3FE9B52-A834-EE1B-C060-CD980CA56A4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09DD8583-D513-9A10-B501-6C488D27C0C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CAE94600-6813-9DE1-436D-238AD13CE85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B50F3835-FE7B-068C-771F-28A9FB3A612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69447D50-DEBC-CB17-1B8A-7CC34EC3944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EF03C7AD-6C59-3043-BBE5-5B0810A4BB1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14ED58DD-13DE-FB20-893F-B2C2D1E8857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5E171DF4-820E-0210-7033-AB64642FA56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6" name="Group 885">
                  <a:extLst>
                    <a:ext uri="{FF2B5EF4-FFF2-40B4-BE49-F238E27FC236}">
                      <a16:creationId xmlns:a16="http://schemas.microsoft.com/office/drawing/2014/main" id="{56871330-8C91-26E5-8147-78DDF7129A47}"/>
                    </a:ext>
                  </a:extLst>
                </p:cNvPr>
                <p:cNvGrpSpPr/>
                <p:nvPr/>
              </p:nvGrpSpPr>
              <p:grpSpPr>
                <a:xfrm>
                  <a:off x="9651794" y="5408070"/>
                  <a:ext cx="593889" cy="593625"/>
                  <a:chOff x="1910636" y="2494271"/>
                  <a:chExt cx="593889" cy="593625"/>
                </a:xfrm>
              </p:grpSpPr>
              <p:sp>
                <p:nvSpPr>
                  <p:cNvPr id="887" name="Rectangle 886">
                    <a:extLst>
                      <a:ext uri="{FF2B5EF4-FFF2-40B4-BE49-F238E27FC236}">
                        <a16:creationId xmlns:a16="http://schemas.microsoft.com/office/drawing/2014/main" id="{70085C2C-017B-E2B2-2883-5EBED2EFA19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301E7415-7595-189B-60E6-DD5191B73A9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AA340715-7E24-01E1-D387-F8D8525E22B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D1F3C748-CB97-29D7-B6B1-9D1DDA15BF2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475A0AB7-CEAC-FD0C-5B0C-7E058004495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699B0C12-1B04-50E9-54CC-69A36EB588F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F784EB24-8B20-AB75-61BC-34370793B2BA}"/>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820FE01A-8802-DD80-6EB9-FE02E841823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63535968-FE60-E99E-63EE-E04E6C48A36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cxnSp>
          <p:nvCxnSpPr>
            <p:cNvPr id="9" name="Straight Connector 8">
              <a:extLst>
                <a:ext uri="{FF2B5EF4-FFF2-40B4-BE49-F238E27FC236}">
                  <a16:creationId xmlns:a16="http://schemas.microsoft.com/office/drawing/2014/main" id="{92F0588D-8427-6538-84C4-10EA8250889D}"/>
                </a:ext>
              </a:extLst>
            </p:cNvPr>
            <p:cNvCxnSpPr>
              <a:cxnSpLocks/>
            </p:cNvCxnSpPr>
            <p:nvPr/>
          </p:nvCxnSpPr>
          <p:spPr>
            <a:xfrm flipH="1">
              <a:off x="7596948" y="2123429"/>
              <a:ext cx="100870" cy="331080"/>
            </a:xfrm>
            <a:prstGeom prst="line">
              <a:avLst/>
            </a:prstGeom>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1EFB4D6-0199-F0E8-2FE7-75E4B2FB50B5}"/>
                </a:ext>
              </a:extLst>
            </p:cNvPr>
            <p:cNvCxnSpPr>
              <a:cxnSpLocks/>
            </p:cNvCxnSpPr>
            <p:nvPr/>
          </p:nvCxnSpPr>
          <p:spPr>
            <a:xfrm>
              <a:off x="7697818" y="2123429"/>
              <a:ext cx="223645" cy="316970"/>
            </a:xfrm>
            <a:prstGeom prst="line">
              <a:avLst/>
            </a:prstGeom>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1622A66-BD2D-12E6-4F60-6862B532D3D8}"/>
                </a:ext>
              </a:extLst>
            </p:cNvPr>
            <p:cNvCxnSpPr>
              <a:cxnSpLocks/>
            </p:cNvCxnSpPr>
            <p:nvPr/>
          </p:nvCxnSpPr>
          <p:spPr>
            <a:xfrm>
              <a:off x="7669704" y="2123429"/>
              <a:ext cx="548054" cy="345190"/>
            </a:xfrm>
            <a:prstGeom prst="line">
              <a:avLst/>
            </a:prstGeom>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F1111CB-3ADB-C3F2-62ED-58A2B2D65A53}"/>
                </a:ext>
              </a:extLst>
            </p:cNvPr>
            <p:cNvCxnSpPr>
              <a:cxnSpLocks/>
            </p:cNvCxnSpPr>
            <p:nvPr/>
          </p:nvCxnSpPr>
          <p:spPr>
            <a:xfrm>
              <a:off x="7723931" y="2151158"/>
              <a:ext cx="795007" cy="334554"/>
            </a:xfrm>
            <a:prstGeom prst="line">
              <a:avLst/>
            </a:prstGeom>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80FC958-BBC0-B4CC-3C5B-C5E3BF3F486A}"/>
                </a:ext>
              </a:extLst>
            </p:cNvPr>
            <p:cNvCxnSpPr>
              <a:cxnSpLocks/>
            </p:cNvCxnSpPr>
            <p:nvPr/>
          </p:nvCxnSpPr>
          <p:spPr>
            <a:xfrm>
              <a:off x="7716877" y="2115885"/>
              <a:ext cx="1100529" cy="373897"/>
            </a:xfrm>
            <a:prstGeom prst="line">
              <a:avLst/>
            </a:prstGeom>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66BC7E9-1FBC-8E37-655C-B06359434E13}"/>
                </a:ext>
              </a:extLst>
            </p:cNvPr>
            <p:cNvCxnSpPr>
              <a:cxnSpLocks/>
            </p:cNvCxnSpPr>
            <p:nvPr/>
          </p:nvCxnSpPr>
          <p:spPr>
            <a:xfrm>
              <a:off x="7697818" y="2123429"/>
              <a:ext cx="1440123" cy="367619"/>
            </a:xfrm>
            <a:prstGeom prst="line">
              <a:avLst/>
            </a:prstGeom>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FB57236-6326-2CEF-F5A0-2C53283FB4EB}"/>
                </a:ext>
              </a:extLst>
            </p:cNvPr>
            <p:cNvCxnSpPr>
              <a:cxnSpLocks/>
            </p:cNvCxnSpPr>
            <p:nvPr/>
          </p:nvCxnSpPr>
          <p:spPr>
            <a:xfrm flipH="1">
              <a:off x="7596948" y="2935039"/>
              <a:ext cx="89051" cy="30644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ACA1D93-2386-F181-D294-CD62BF764982}"/>
                </a:ext>
              </a:extLst>
            </p:cNvPr>
            <p:cNvCxnSpPr>
              <a:cxnSpLocks/>
            </p:cNvCxnSpPr>
            <p:nvPr/>
          </p:nvCxnSpPr>
          <p:spPr>
            <a:xfrm flipH="1">
              <a:off x="7637300" y="2935039"/>
              <a:ext cx="352385" cy="2867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89811B72-70F4-E1A5-393F-2252138DEA31}"/>
                </a:ext>
              </a:extLst>
            </p:cNvPr>
            <p:cNvCxnSpPr>
              <a:cxnSpLocks/>
            </p:cNvCxnSpPr>
            <p:nvPr/>
          </p:nvCxnSpPr>
          <p:spPr>
            <a:xfrm flipH="1">
              <a:off x="7614037" y="2929704"/>
              <a:ext cx="672548"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289662C-91FA-EA89-4BF8-0888B7EFE6B1}"/>
                </a:ext>
              </a:extLst>
            </p:cNvPr>
            <p:cNvCxnSpPr>
              <a:cxnSpLocks/>
            </p:cNvCxnSpPr>
            <p:nvPr/>
          </p:nvCxnSpPr>
          <p:spPr>
            <a:xfrm flipH="1">
              <a:off x="7627162" y="2913695"/>
              <a:ext cx="1015607" cy="30804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26E654D6-DADA-2941-F177-EF6310683DBB}"/>
                </a:ext>
              </a:extLst>
            </p:cNvPr>
            <p:cNvCxnSpPr>
              <a:cxnSpLocks/>
            </p:cNvCxnSpPr>
            <p:nvPr/>
          </p:nvCxnSpPr>
          <p:spPr>
            <a:xfrm flipH="1">
              <a:off x="7575295" y="2929704"/>
              <a:ext cx="1315496"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1B6B41AE-5CF4-1030-49E5-C8FD58A37023}"/>
                </a:ext>
              </a:extLst>
            </p:cNvPr>
            <p:cNvCxnSpPr>
              <a:cxnSpLocks/>
            </p:cNvCxnSpPr>
            <p:nvPr/>
          </p:nvCxnSpPr>
          <p:spPr>
            <a:xfrm flipH="1">
              <a:off x="7614037" y="2913695"/>
              <a:ext cx="1645615" cy="28992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grpSp>
          <p:nvGrpSpPr>
            <p:cNvPr id="1982" name="Group 1981">
              <a:extLst>
                <a:ext uri="{FF2B5EF4-FFF2-40B4-BE49-F238E27FC236}">
                  <a16:creationId xmlns:a16="http://schemas.microsoft.com/office/drawing/2014/main" id="{48BD3EE2-3F5A-6F3B-B3FE-1F6C81B0D565}"/>
                </a:ext>
              </a:extLst>
            </p:cNvPr>
            <p:cNvGrpSpPr/>
            <p:nvPr/>
          </p:nvGrpSpPr>
          <p:grpSpPr>
            <a:xfrm>
              <a:off x="7526231" y="3267600"/>
              <a:ext cx="3147554" cy="497966"/>
              <a:chOff x="7772214" y="4217521"/>
              <a:chExt cx="3457408" cy="546987"/>
            </a:xfrm>
          </p:grpSpPr>
          <p:sp>
            <p:nvSpPr>
              <p:cNvPr id="1686" name="Rectangle 1685">
                <a:extLst>
                  <a:ext uri="{FF2B5EF4-FFF2-40B4-BE49-F238E27FC236}">
                    <a16:creationId xmlns:a16="http://schemas.microsoft.com/office/drawing/2014/main" id="{20720C1B-9FE7-7127-9D94-17CF965F199E}"/>
                  </a:ext>
                </a:extLst>
              </p:cNvPr>
              <p:cNvSpPr/>
              <p:nvPr/>
            </p:nvSpPr>
            <p:spPr>
              <a:xfrm rot="10800000" flipH="1">
                <a:off x="831735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Rectangle 1686">
                <a:extLst>
                  <a:ext uri="{FF2B5EF4-FFF2-40B4-BE49-F238E27FC236}">
                    <a16:creationId xmlns:a16="http://schemas.microsoft.com/office/drawing/2014/main" id="{5E723044-A954-B00C-FC05-ABC4EE38336D}"/>
                  </a:ext>
                </a:extLst>
              </p:cNvPr>
              <p:cNvSpPr/>
              <p:nvPr/>
            </p:nvSpPr>
            <p:spPr>
              <a:xfrm rot="10800000" flipH="1">
                <a:off x="841778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Rectangle 1687">
                <a:extLst>
                  <a:ext uri="{FF2B5EF4-FFF2-40B4-BE49-F238E27FC236}">
                    <a16:creationId xmlns:a16="http://schemas.microsoft.com/office/drawing/2014/main" id="{CF310E53-0CFB-7591-CB32-40CB032A33B6}"/>
                  </a:ext>
                </a:extLst>
              </p:cNvPr>
              <p:cNvSpPr/>
              <p:nvPr/>
            </p:nvSpPr>
            <p:spPr>
              <a:xfrm rot="10800000" flipH="1">
                <a:off x="851820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Rectangle 1688">
                <a:extLst>
                  <a:ext uri="{FF2B5EF4-FFF2-40B4-BE49-F238E27FC236}">
                    <a16:creationId xmlns:a16="http://schemas.microsoft.com/office/drawing/2014/main" id="{3565EE1A-FA3A-3982-8374-8052EA687F15}"/>
                  </a:ext>
                </a:extLst>
              </p:cNvPr>
              <p:cNvSpPr/>
              <p:nvPr/>
            </p:nvSpPr>
            <p:spPr>
              <a:xfrm rot="10800000" flipH="1">
                <a:off x="861862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Rectangle 1689">
                <a:extLst>
                  <a:ext uri="{FF2B5EF4-FFF2-40B4-BE49-F238E27FC236}">
                    <a16:creationId xmlns:a16="http://schemas.microsoft.com/office/drawing/2014/main" id="{C5812954-6F8B-959F-485D-739EAB2B8ED2}"/>
                  </a:ext>
                </a:extLst>
              </p:cNvPr>
              <p:cNvSpPr/>
              <p:nvPr/>
            </p:nvSpPr>
            <p:spPr>
              <a:xfrm rot="10800000" flipH="1">
                <a:off x="871904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Rectangle 1690">
                <a:extLst>
                  <a:ext uri="{FF2B5EF4-FFF2-40B4-BE49-F238E27FC236}">
                    <a16:creationId xmlns:a16="http://schemas.microsoft.com/office/drawing/2014/main" id="{28EC544B-8B38-492B-F0E9-A33CEFC08EE9}"/>
                  </a:ext>
                </a:extLst>
              </p:cNvPr>
              <p:cNvSpPr/>
              <p:nvPr/>
            </p:nvSpPr>
            <p:spPr>
              <a:xfrm rot="10800000" flipH="1">
                <a:off x="881947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Rectangle 1691">
                <a:extLst>
                  <a:ext uri="{FF2B5EF4-FFF2-40B4-BE49-F238E27FC236}">
                    <a16:creationId xmlns:a16="http://schemas.microsoft.com/office/drawing/2014/main" id="{D6F736B2-B2DF-3999-301A-94A997CE8478}"/>
                  </a:ext>
                </a:extLst>
              </p:cNvPr>
              <p:cNvSpPr/>
              <p:nvPr/>
            </p:nvSpPr>
            <p:spPr>
              <a:xfrm rot="10800000" flipH="1">
                <a:off x="891989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Rectangle 1692">
                <a:extLst>
                  <a:ext uri="{FF2B5EF4-FFF2-40B4-BE49-F238E27FC236}">
                    <a16:creationId xmlns:a16="http://schemas.microsoft.com/office/drawing/2014/main" id="{A3E9F582-4A85-8C8F-8664-BDBE55E845D3}"/>
                  </a:ext>
                </a:extLst>
              </p:cNvPr>
              <p:cNvSpPr/>
              <p:nvPr/>
            </p:nvSpPr>
            <p:spPr>
              <a:xfrm rot="10800000" flipH="1">
                <a:off x="902031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Rectangle 1693">
                <a:extLst>
                  <a:ext uri="{FF2B5EF4-FFF2-40B4-BE49-F238E27FC236}">
                    <a16:creationId xmlns:a16="http://schemas.microsoft.com/office/drawing/2014/main" id="{34467EE5-BB6B-9E75-D401-A614B1A72CAD}"/>
                  </a:ext>
                </a:extLst>
              </p:cNvPr>
              <p:cNvSpPr/>
              <p:nvPr/>
            </p:nvSpPr>
            <p:spPr>
              <a:xfrm rot="10800000" flipH="1">
                <a:off x="912074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Rectangle 1694">
                <a:extLst>
                  <a:ext uri="{FF2B5EF4-FFF2-40B4-BE49-F238E27FC236}">
                    <a16:creationId xmlns:a16="http://schemas.microsoft.com/office/drawing/2014/main" id="{CB452A79-3818-5F80-6B9A-6339DDE62F2E}"/>
                  </a:ext>
                </a:extLst>
              </p:cNvPr>
              <p:cNvSpPr/>
              <p:nvPr/>
            </p:nvSpPr>
            <p:spPr>
              <a:xfrm rot="10800000" flipH="1">
                <a:off x="922116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Rectangle 1695">
                <a:extLst>
                  <a:ext uri="{FF2B5EF4-FFF2-40B4-BE49-F238E27FC236}">
                    <a16:creationId xmlns:a16="http://schemas.microsoft.com/office/drawing/2014/main" id="{F5AA3897-B994-2058-2B68-6DC96F932015}"/>
                  </a:ext>
                </a:extLst>
              </p:cNvPr>
              <p:cNvSpPr/>
              <p:nvPr/>
            </p:nvSpPr>
            <p:spPr>
              <a:xfrm rot="10800000" flipH="1">
                <a:off x="932158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Rectangle 1696">
                <a:extLst>
                  <a:ext uri="{FF2B5EF4-FFF2-40B4-BE49-F238E27FC236}">
                    <a16:creationId xmlns:a16="http://schemas.microsoft.com/office/drawing/2014/main" id="{B60E4029-2B15-91FF-18DB-F56633F6A1E0}"/>
                  </a:ext>
                </a:extLst>
              </p:cNvPr>
              <p:cNvSpPr/>
              <p:nvPr/>
            </p:nvSpPr>
            <p:spPr>
              <a:xfrm rot="10800000" flipH="1">
                <a:off x="942200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Rectangle 1697">
                <a:extLst>
                  <a:ext uri="{FF2B5EF4-FFF2-40B4-BE49-F238E27FC236}">
                    <a16:creationId xmlns:a16="http://schemas.microsoft.com/office/drawing/2014/main" id="{8DF84E6F-0D1E-B584-74AE-7068B4ECF17E}"/>
                  </a:ext>
                </a:extLst>
              </p:cNvPr>
              <p:cNvSpPr/>
              <p:nvPr/>
            </p:nvSpPr>
            <p:spPr>
              <a:xfrm rot="10800000" flipH="1">
                <a:off x="952243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Rectangle 1698">
                <a:extLst>
                  <a:ext uri="{FF2B5EF4-FFF2-40B4-BE49-F238E27FC236}">
                    <a16:creationId xmlns:a16="http://schemas.microsoft.com/office/drawing/2014/main" id="{9C6D4FEC-F5EE-5957-12A7-CD292C3E48A6}"/>
                  </a:ext>
                </a:extLst>
              </p:cNvPr>
              <p:cNvSpPr/>
              <p:nvPr/>
            </p:nvSpPr>
            <p:spPr>
              <a:xfrm rot="10800000" flipH="1">
                <a:off x="962285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Rectangle 1699">
                <a:extLst>
                  <a:ext uri="{FF2B5EF4-FFF2-40B4-BE49-F238E27FC236}">
                    <a16:creationId xmlns:a16="http://schemas.microsoft.com/office/drawing/2014/main" id="{6BB849EE-9647-F01C-95BF-742988A8ADA2}"/>
                  </a:ext>
                </a:extLst>
              </p:cNvPr>
              <p:cNvSpPr/>
              <p:nvPr/>
            </p:nvSpPr>
            <p:spPr>
              <a:xfrm rot="10800000" flipH="1">
                <a:off x="972327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Rectangle 1700">
                <a:extLst>
                  <a:ext uri="{FF2B5EF4-FFF2-40B4-BE49-F238E27FC236}">
                    <a16:creationId xmlns:a16="http://schemas.microsoft.com/office/drawing/2014/main" id="{210884C4-7D04-1273-BFC5-5E9D61F49A15}"/>
                  </a:ext>
                </a:extLst>
              </p:cNvPr>
              <p:cNvSpPr/>
              <p:nvPr/>
            </p:nvSpPr>
            <p:spPr>
              <a:xfrm rot="10800000" flipH="1">
                <a:off x="982370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Rectangle 1701">
                <a:extLst>
                  <a:ext uri="{FF2B5EF4-FFF2-40B4-BE49-F238E27FC236}">
                    <a16:creationId xmlns:a16="http://schemas.microsoft.com/office/drawing/2014/main" id="{EDE352D3-EF9F-B0D5-751A-6B045DE59F2C}"/>
                  </a:ext>
                </a:extLst>
              </p:cNvPr>
              <p:cNvSpPr/>
              <p:nvPr/>
            </p:nvSpPr>
            <p:spPr>
              <a:xfrm rot="10800000" flipH="1">
                <a:off x="992412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Rectangle 1702">
                <a:extLst>
                  <a:ext uri="{FF2B5EF4-FFF2-40B4-BE49-F238E27FC236}">
                    <a16:creationId xmlns:a16="http://schemas.microsoft.com/office/drawing/2014/main" id="{7157851F-CD06-8443-D00E-8E4076AA1AD9}"/>
                  </a:ext>
                </a:extLst>
              </p:cNvPr>
              <p:cNvSpPr/>
              <p:nvPr/>
            </p:nvSpPr>
            <p:spPr>
              <a:xfrm rot="10800000" flipH="1">
                <a:off x="1002454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Rectangle 1703">
                <a:extLst>
                  <a:ext uri="{FF2B5EF4-FFF2-40B4-BE49-F238E27FC236}">
                    <a16:creationId xmlns:a16="http://schemas.microsoft.com/office/drawing/2014/main" id="{B9819042-3C1B-09D7-A3BA-BFCCB3E85673}"/>
                  </a:ext>
                </a:extLst>
              </p:cNvPr>
              <p:cNvSpPr/>
              <p:nvPr/>
            </p:nvSpPr>
            <p:spPr>
              <a:xfrm rot="10800000" flipH="1">
                <a:off x="1012497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Rectangle 1704">
                <a:extLst>
                  <a:ext uri="{FF2B5EF4-FFF2-40B4-BE49-F238E27FC236}">
                    <a16:creationId xmlns:a16="http://schemas.microsoft.com/office/drawing/2014/main" id="{86E63205-BE93-016D-6629-422D92315EB0}"/>
                  </a:ext>
                </a:extLst>
              </p:cNvPr>
              <p:cNvSpPr/>
              <p:nvPr/>
            </p:nvSpPr>
            <p:spPr>
              <a:xfrm rot="10800000" flipH="1">
                <a:off x="1022539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Rectangle 1705">
                <a:extLst>
                  <a:ext uri="{FF2B5EF4-FFF2-40B4-BE49-F238E27FC236}">
                    <a16:creationId xmlns:a16="http://schemas.microsoft.com/office/drawing/2014/main" id="{16F92383-869A-11AD-517A-665B26750540}"/>
                  </a:ext>
                </a:extLst>
              </p:cNvPr>
              <p:cNvSpPr/>
              <p:nvPr/>
            </p:nvSpPr>
            <p:spPr>
              <a:xfrm rot="10800000" flipH="1">
                <a:off x="1032581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Rectangle 1706">
                <a:extLst>
                  <a:ext uri="{FF2B5EF4-FFF2-40B4-BE49-F238E27FC236}">
                    <a16:creationId xmlns:a16="http://schemas.microsoft.com/office/drawing/2014/main" id="{6A42ACE2-68CF-DAE9-2034-9C3205F16E9D}"/>
                  </a:ext>
                </a:extLst>
              </p:cNvPr>
              <p:cNvSpPr/>
              <p:nvPr/>
            </p:nvSpPr>
            <p:spPr>
              <a:xfrm rot="10800000" flipH="1">
                <a:off x="1042623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Rectangle 1707">
                <a:extLst>
                  <a:ext uri="{FF2B5EF4-FFF2-40B4-BE49-F238E27FC236}">
                    <a16:creationId xmlns:a16="http://schemas.microsoft.com/office/drawing/2014/main" id="{24B65DE8-2FF7-06F7-3B8B-F3313B034647}"/>
                  </a:ext>
                </a:extLst>
              </p:cNvPr>
              <p:cNvSpPr/>
              <p:nvPr/>
            </p:nvSpPr>
            <p:spPr>
              <a:xfrm rot="10800000" flipH="1">
                <a:off x="1052666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Rectangle 1708">
                <a:extLst>
                  <a:ext uri="{FF2B5EF4-FFF2-40B4-BE49-F238E27FC236}">
                    <a16:creationId xmlns:a16="http://schemas.microsoft.com/office/drawing/2014/main" id="{1062B310-A180-8A76-3417-D2AD189DCB6E}"/>
                  </a:ext>
                </a:extLst>
              </p:cNvPr>
              <p:cNvSpPr/>
              <p:nvPr/>
            </p:nvSpPr>
            <p:spPr>
              <a:xfrm rot="10800000" flipH="1">
                <a:off x="1062708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Rectangle 1709">
                <a:extLst>
                  <a:ext uri="{FF2B5EF4-FFF2-40B4-BE49-F238E27FC236}">
                    <a16:creationId xmlns:a16="http://schemas.microsoft.com/office/drawing/2014/main" id="{FADC5C0E-1321-9347-B23D-DE5389398F2C}"/>
                  </a:ext>
                </a:extLst>
              </p:cNvPr>
              <p:cNvSpPr/>
              <p:nvPr/>
            </p:nvSpPr>
            <p:spPr>
              <a:xfrm rot="10800000" flipH="1">
                <a:off x="1072750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Rectangle 1710">
                <a:extLst>
                  <a:ext uri="{FF2B5EF4-FFF2-40B4-BE49-F238E27FC236}">
                    <a16:creationId xmlns:a16="http://schemas.microsoft.com/office/drawing/2014/main" id="{A42325BA-ED57-3B1B-2AD6-695C693E2014}"/>
                  </a:ext>
                </a:extLst>
              </p:cNvPr>
              <p:cNvSpPr/>
              <p:nvPr/>
            </p:nvSpPr>
            <p:spPr>
              <a:xfrm rot="10800000" flipH="1">
                <a:off x="1082793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Rectangle 1711">
                <a:extLst>
                  <a:ext uri="{FF2B5EF4-FFF2-40B4-BE49-F238E27FC236}">
                    <a16:creationId xmlns:a16="http://schemas.microsoft.com/office/drawing/2014/main" id="{56D8ED87-B2CC-96BF-0DB0-35A5A15E00BE}"/>
                  </a:ext>
                </a:extLst>
              </p:cNvPr>
              <p:cNvSpPr/>
              <p:nvPr/>
            </p:nvSpPr>
            <p:spPr>
              <a:xfrm rot="10800000" flipH="1">
                <a:off x="1092835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Rectangle 1712">
                <a:extLst>
                  <a:ext uri="{FF2B5EF4-FFF2-40B4-BE49-F238E27FC236}">
                    <a16:creationId xmlns:a16="http://schemas.microsoft.com/office/drawing/2014/main" id="{5D6A5D39-34EF-AA5A-FF32-ADAB9BD8E769}"/>
                  </a:ext>
                </a:extLst>
              </p:cNvPr>
              <p:cNvSpPr/>
              <p:nvPr/>
            </p:nvSpPr>
            <p:spPr>
              <a:xfrm rot="10800000" flipH="1">
                <a:off x="1102877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Rectangle 1713">
                <a:extLst>
                  <a:ext uri="{FF2B5EF4-FFF2-40B4-BE49-F238E27FC236}">
                    <a16:creationId xmlns:a16="http://schemas.microsoft.com/office/drawing/2014/main" id="{BA3B1EBC-4679-F3E1-E493-6A7C4DB4708E}"/>
                  </a:ext>
                </a:extLst>
              </p:cNvPr>
              <p:cNvSpPr/>
              <p:nvPr/>
            </p:nvSpPr>
            <p:spPr>
              <a:xfrm rot="10800000" flipH="1">
                <a:off x="1112919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5" name="Group 1714">
                <a:extLst>
                  <a:ext uri="{FF2B5EF4-FFF2-40B4-BE49-F238E27FC236}">
                    <a16:creationId xmlns:a16="http://schemas.microsoft.com/office/drawing/2014/main" id="{15AFFABC-B130-69F6-09D7-028958B29C25}"/>
                  </a:ext>
                </a:extLst>
              </p:cNvPr>
              <p:cNvGrpSpPr/>
              <p:nvPr/>
            </p:nvGrpSpPr>
            <p:grpSpPr>
              <a:xfrm rot="10800000" flipH="1">
                <a:off x="8016088" y="4563796"/>
                <a:ext cx="3213534" cy="100423"/>
                <a:chOff x="1743959" y="2564091"/>
                <a:chExt cx="6334816" cy="197963"/>
              </a:xfrm>
              <a:solidFill>
                <a:schemeClr val="bg1"/>
              </a:solidFill>
            </p:grpSpPr>
            <p:sp>
              <p:nvSpPr>
                <p:cNvPr id="1948" name="Rectangle 1947">
                  <a:extLst>
                    <a:ext uri="{FF2B5EF4-FFF2-40B4-BE49-F238E27FC236}">
                      <a16:creationId xmlns:a16="http://schemas.microsoft.com/office/drawing/2014/main" id="{C11B22ED-6DF1-A992-C640-674C0F9BDA2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Rectangle 1948">
                  <a:extLst>
                    <a:ext uri="{FF2B5EF4-FFF2-40B4-BE49-F238E27FC236}">
                      <a16:creationId xmlns:a16="http://schemas.microsoft.com/office/drawing/2014/main" id="{6D6753A1-CD11-2353-55F7-FA103A4E463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Rectangle 1949">
                  <a:extLst>
                    <a:ext uri="{FF2B5EF4-FFF2-40B4-BE49-F238E27FC236}">
                      <a16:creationId xmlns:a16="http://schemas.microsoft.com/office/drawing/2014/main" id="{C9169006-EF9C-3E50-2D3B-18C320A5B7C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1" name="Rectangle 1950">
                  <a:extLst>
                    <a:ext uri="{FF2B5EF4-FFF2-40B4-BE49-F238E27FC236}">
                      <a16:creationId xmlns:a16="http://schemas.microsoft.com/office/drawing/2014/main" id="{75EC3F0E-057B-D0CC-2956-579EB27DB836}"/>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2" name="Rectangle 1951">
                  <a:extLst>
                    <a:ext uri="{FF2B5EF4-FFF2-40B4-BE49-F238E27FC236}">
                      <a16:creationId xmlns:a16="http://schemas.microsoft.com/office/drawing/2014/main" id="{D72B86B4-F494-6B28-BA7F-CDE1F199D4C1}"/>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Rectangle 1952">
                  <a:extLst>
                    <a:ext uri="{FF2B5EF4-FFF2-40B4-BE49-F238E27FC236}">
                      <a16:creationId xmlns:a16="http://schemas.microsoft.com/office/drawing/2014/main" id="{91804518-B79E-A8D5-7815-DB7A247F24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Rectangle 1953">
                  <a:extLst>
                    <a:ext uri="{FF2B5EF4-FFF2-40B4-BE49-F238E27FC236}">
                      <a16:creationId xmlns:a16="http://schemas.microsoft.com/office/drawing/2014/main" id="{3C841924-3331-9456-909A-8FE5F446389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Rectangle 1954">
                  <a:extLst>
                    <a:ext uri="{FF2B5EF4-FFF2-40B4-BE49-F238E27FC236}">
                      <a16:creationId xmlns:a16="http://schemas.microsoft.com/office/drawing/2014/main" id="{048F2486-E0A3-B154-458F-4998C7FB600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Rectangle 1955">
                  <a:extLst>
                    <a:ext uri="{FF2B5EF4-FFF2-40B4-BE49-F238E27FC236}">
                      <a16:creationId xmlns:a16="http://schemas.microsoft.com/office/drawing/2014/main" id="{AA957843-A370-2F22-7F04-EA593446991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Rectangle 1956">
                  <a:extLst>
                    <a:ext uri="{FF2B5EF4-FFF2-40B4-BE49-F238E27FC236}">
                      <a16:creationId xmlns:a16="http://schemas.microsoft.com/office/drawing/2014/main" id="{79E6D981-CD75-2AF7-91F7-D614B4B6974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Rectangle 1957">
                  <a:extLst>
                    <a:ext uri="{FF2B5EF4-FFF2-40B4-BE49-F238E27FC236}">
                      <a16:creationId xmlns:a16="http://schemas.microsoft.com/office/drawing/2014/main" id="{4FEB0A16-6E86-70C8-A83B-81FF8AB64FB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Rectangle 1958">
                  <a:extLst>
                    <a:ext uri="{FF2B5EF4-FFF2-40B4-BE49-F238E27FC236}">
                      <a16:creationId xmlns:a16="http://schemas.microsoft.com/office/drawing/2014/main" id="{262B712E-D3EB-6685-A34E-4B4275BD9674}"/>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0" name="Rectangle 1959">
                  <a:extLst>
                    <a:ext uri="{FF2B5EF4-FFF2-40B4-BE49-F238E27FC236}">
                      <a16:creationId xmlns:a16="http://schemas.microsoft.com/office/drawing/2014/main" id="{EB6B6BDA-FC7F-5359-6AA0-AB9054EEA6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1" name="Rectangle 1960">
                  <a:extLst>
                    <a:ext uri="{FF2B5EF4-FFF2-40B4-BE49-F238E27FC236}">
                      <a16:creationId xmlns:a16="http://schemas.microsoft.com/office/drawing/2014/main" id="{2CB6908A-F1D2-3978-7640-DF205278C9BF}"/>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Rectangle 1961">
                  <a:extLst>
                    <a:ext uri="{FF2B5EF4-FFF2-40B4-BE49-F238E27FC236}">
                      <a16:creationId xmlns:a16="http://schemas.microsoft.com/office/drawing/2014/main" id="{43AC6346-EAFB-05D4-4E82-EF7E394E416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Rectangle 1962">
                  <a:extLst>
                    <a:ext uri="{FF2B5EF4-FFF2-40B4-BE49-F238E27FC236}">
                      <a16:creationId xmlns:a16="http://schemas.microsoft.com/office/drawing/2014/main" id="{C3D19462-534E-F386-F0E7-6CFEACDE363D}"/>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Rectangle 1963">
                  <a:extLst>
                    <a:ext uri="{FF2B5EF4-FFF2-40B4-BE49-F238E27FC236}">
                      <a16:creationId xmlns:a16="http://schemas.microsoft.com/office/drawing/2014/main" id="{A0158590-48EA-2BF4-3DEF-B5FF5E34E286}"/>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Rectangle 1964">
                  <a:extLst>
                    <a:ext uri="{FF2B5EF4-FFF2-40B4-BE49-F238E27FC236}">
                      <a16:creationId xmlns:a16="http://schemas.microsoft.com/office/drawing/2014/main" id="{7168A23A-6288-8B67-3EBB-3402D105792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Rectangle 1965">
                  <a:extLst>
                    <a:ext uri="{FF2B5EF4-FFF2-40B4-BE49-F238E27FC236}">
                      <a16:creationId xmlns:a16="http://schemas.microsoft.com/office/drawing/2014/main" id="{39A7C33B-7D3D-DB21-9995-6D89EBA9CE1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Rectangle 1966">
                  <a:extLst>
                    <a:ext uri="{FF2B5EF4-FFF2-40B4-BE49-F238E27FC236}">
                      <a16:creationId xmlns:a16="http://schemas.microsoft.com/office/drawing/2014/main" id="{C70B5AE5-994A-482B-DBF3-74373203726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Rectangle 1967">
                  <a:extLst>
                    <a:ext uri="{FF2B5EF4-FFF2-40B4-BE49-F238E27FC236}">
                      <a16:creationId xmlns:a16="http://schemas.microsoft.com/office/drawing/2014/main" id="{0B15846A-9679-15AD-3682-E94EF792835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9" name="Rectangle 1968">
                  <a:extLst>
                    <a:ext uri="{FF2B5EF4-FFF2-40B4-BE49-F238E27FC236}">
                      <a16:creationId xmlns:a16="http://schemas.microsoft.com/office/drawing/2014/main" id="{E2476CB1-BE9E-D12C-458B-8D2DEB10A93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0" name="Rectangle 1969">
                  <a:extLst>
                    <a:ext uri="{FF2B5EF4-FFF2-40B4-BE49-F238E27FC236}">
                      <a16:creationId xmlns:a16="http://schemas.microsoft.com/office/drawing/2014/main" id="{D1B267ED-BC42-CDAF-AA05-71534B07E82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Rectangle 1970">
                  <a:extLst>
                    <a:ext uri="{FF2B5EF4-FFF2-40B4-BE49-F238E27FC236}">
                      <a16:creationId xmlns:a16="http://schemas.microsoft.com/office/drawing/2014/main" id="{66E7FB23-1151-23FA-7592-04F5C4C13E0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Rectangle 1971">
                  <a:extLst>
                    <a:ext uri="{FF2B5EF4-FFF2-40B4-BE49-F238E27FC236}">
                      <a16:creationId xmlns:a16="http://schemas.microsoft.com/office/drawing/2014/main" id="{44142457-97DD-5E98-4080-DD86934F7F76}"/>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Rectangle 1972">
                  <a:extLst>
                    <a:ext uri="{FF2B5EF4-FFF2-40B4-BE49-F238E27FC236}">
                      <a16:creationId xmlns:a16="http://schemas.microsoft.com/office/drawing/2014/main" id="{8582134D-8955-BCB0-3500-1057F4E1050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Rectangle 1973">
                  <a:extLst>
                    <a:ext uri="{FF2B5EF4-FFF2-40B4-BE49-F238E27FC236}">
                      <a16:creationId xmlns:a16="http://schemas.microsoft.com/office/drawing/2014/main" id="{BC6BFAFE-CDC3-BD77-5DCE-04E4A445D735}"/>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Rectangle 1974">
                  <a:extLst>
                    <a:ext uri="{FF2B5EF4-FFF2-40B4-BE49-F238E27FC236}">
                      <a16:creationId xmlns:a16="http://schemas.microsoft.com/office/drawing/2014/main" id="{361E883A-9E22-6725-F784-D561D29FB8F0}"/>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Rectangle 1975">
                  <a:extLst>
                    <a:ext uri="{FF2B5EF4-FFF2-40B4-BE49-F238E27FC236}">
                      <a16:creationId xmlns:a16="http://schemas.microsoft.com/office/drawing/2014/main" id="{7D749978-2F67-92C2-E688-0B9AE58E99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Rectangle 1976">
                  <a:extLst>
                    <a:ext uri="{FF2B5EF4-FFF2-40B4-BE49-F238E27FC236}">
                      <a16:creationId xmlns:a16="http://schemas.microsoft.com/office/drawing/2014/main" id="{737864DF-3858-A1C7-D735-CCB2136389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8" name="Rectangle 1977">
                  <a:extLst>
                    <a:ext uri="{FF2B5EF4-FFF2-40B4-BE49-F238E27FC236}">
                      <a16:creationId xmlns:a16="http://schemas.microsoft.com/office/drawing/2014/main" id="{CB1B771A-C3CC-76C9-C15D-A0EE446AAE88}"/>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9" name="Rectangle 1978">
                  <a:extLst>
                    <a:ext uri="{FF2B5EF4-FFF2-40B4-BE49-F238E27FC236}">
                      <a16:creationId xmlns:a16="http://schemas.microsoft.com/office/drawing/2014/main" id="{AADB6A2F-E92C-6E1A-8CBE-AB1021C1B3FE}"/>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6" name="Group 1715">
                <a:extLst>
                  <a:ext uri="{FF2B5EF4-FFF2-40B4-BE49-F238E27FC236}">
                    <a16:creationId xmlns:a16="http://schemas.microsoft.com/office/drawing/2014/main" id="{270936BC-EAE8-EA7A-302A-05869EFBDE84}"/>
                  </a:ext>
                </a:extLst>
              </p:cNvPr>
              <p:cNvGrpSpPr/>
              <p:nvPr/>
            </p:nvGrpSpPr>
            <p:grpSpPr>
              <a:xfrm rot="10800000" flipH="1">
                <a:off x="8016088" y="4463373"/>
                <a:ext cx="3213534" cy="100423"/>
                <a:chOff x="1743959" y="2564091"/>
                <a:chExt cx="6334816" cy="197963"/>
              </a:xfrm>
              <a:solidFill>
                <a:schemeClr val="bg1"/>
              </a:solidFill>
            </p:grpSpPr>
            <p:sp>
              <p:nvSpPr>
                <p:cNvPr id="1916" name="Rectangle 1915">
                  <a:extLst>
                    <a:ext uri="{FF2B5EF4-FFF2-40B4-BE49-F238E27FC236}">
                      <a16:creationId xmlns:a16="http://schemas.microsoft.com/office/drawing/2014/main" id="{1A02B0A8-23D7-A692-EB83-31E6CF79240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7" name="Rectangle 1916">
                  <a:extLst>
                    <a:ext uri="{FF2B5EF4-FFF2-40B4-BE49-F238E27FC236}">
                      <a16:creationId xmlns:a16="http://schemas.microsoft.com/office/drawing/2014/main" id="{E54015E0-4F8E-3481-F38D-9AE261D63A17}"/>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8" name="Rectangle 1917">
                  <a:extLst>
                    <a:ext uri="{FF2B5EF4-FFF2-40B4-BE49-F238E27FC236}">
                      <a16:creationId xmlns:a16="http://schemas.microsoft.com/office/drawing/2014/main" id="{C1761907-31CA-9D13-EFA0-B4B18FFEBB7C}"/>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9" name="Rectangle 1918">
                  <a:extLst>
                    <a:ext uri="{FF2B5EF4-FFF2-40B4-BE49-F238E27FC236}">
                      <a16:creationId xmlns:a16="http://schemas.microsoft.com/office/drawing/2014/main" id="{81777EC1-6EEF-7F84-672C-C116EE6067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0" name="Rectangle 1919">
                  <a:extLst>
                    <a:ext uri="{FF2B5EF4-FFF2-40B4-BE49-F238E27FC236}">
                      <a16:creationId xmlns:a16="http://schemas.microsoft.com/office/drawing/2014/main" id="{1BAFE78D-9B69-39AA-79AA-03074A653AA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1" name="Rectangle 1920">
                  <a:extLst>
                    <a:ext uri="{FF2B5EF4-FFF2-40B4-BE49-F238E27FC236}">
                      <a16:creationId xmlns:a16="http://schemas.microsoft.com/office/drawing/2014/main" id="{2F72E77F-B6C1-5A86-F735-0F3F16E5F74E}"/>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2" name="Rectangle 1921">
                  <a:extLst>
                    <a:ext uri="{FF2B5EF4-FFF2-40B4-BE49-F238E27FC236}">
                      <a16:creationId xmlns:a16="http://schemas.microsoft.com/office/drawing/2014/main" id="{994835B3-93A8-0951-3560-31FB84439BFB}"/>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3" name="Rectangle 1922">
                  <a:extLst>
                    <a:ext uri="{FF2B5EF4-FFF2-40B4-BE49-F238E27FC236}">
                      <a16:creationId xmlns:a16="http://schemas.microsoft.com/office/drawing/2014/main" id="{A8D084FF-7775-9C24-B223-A196C6CA0FC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4" name="Rectangle 1923">
                  <a:extLst>
                    <a:ext uri="{FF2B5EF4-FFF2-40B4-BE49-F238E27FC236}">
                      <a16:creationId xmlns:a16="http://schemas.microsoft.com/office/drawing/2014/main" id="{4B802C13-96C0-9DE3-35C2-1C6058CD198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5" name="Rectangle 1924">
                  <a:extLst>
                    <a:ext uri="{FF2B5EF4-FFF2-40B4-BE49-F238E27FC236}">
                      <a16:creationId xmlns:a16="http://schemas.microsoft.com/office/drawing/2014/main" id="{149F5765-9DF9-9F41-069A-37CF7C65589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Rectangle 1925">
                  <a:extLst>
                    <a:ext uri="{FF2B5EF4-FFF2-40B4-BE49-F238E27FC236}">
                      <a16:creationId xmlns:a16="http://schemas.microsoft.com/office/drawing/2014/main" id="{43A7A340-2C5E-1929-7667-D8CA129566BD}"/>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Rectangle 1926">
                  <a:extLst>
                    <a:ext uri="{FF2B5EF4-FFF2-40B4-BE49-F238E27FC236}">
                      <a16:creationId xmlns:a16="http://schemas.microsoft.com/office/drawing/2014/main" id="{4EEFD1EB-55DA-68D8-955B-CE17FF9AC26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Rectangle 1927">
                  <a:extLst>
                    <a:ext uri="{FF2B5EF4-FFF2-40B4-BE49-F238E27FC236}">
                      <a16:creationId xmlns:a16="http://schemas.microsoft.com/office/drawing/2014/main" id="{87687429-CB81-DA13-7484-C4CDF61712F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Rectangle 1928">
                  <a:extLst>
                    <a:ext uri="{FF2B5EF4-FFF2-40B4-BE49-F238E27FC236}">
                      <a16:creationId xmlns:a16="http://schemas.microsoft.com/office/drawing/2014/main" id="{32083635-14FE-9C34-885A-091DB1DC1E5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Rectangle 1929">
                  <a:extLst>
                    <a:ext uri="{FF2B5EF4-FFF2-40B4-BE49-F238E27FC236}">
                      <a16:creationId xmlns:a16="http://schemas.microsoft.com/office/drawing/2014/main" id="{48170C68-7243-2E92-C891-11542C7A4C7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Rectangle 1930">
                  <a:extLst>
                    <a:ext uri="{FF2B5EF4-FFF2-40B4-BE49-F238E27FC236}">
                      <a16:creationId xmlns:a16="http://schemas.microsoft.com/office/drawing/2014/main" id="{B7A4F9AF-0E5F-FD7C-FD31-47C06EC060C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Rectangle 1931">
                  <a:extLst>
                    <a:ext uri="{FF2B5EF4-FFF2-40B4-BE49-F238E27FC236}">
                      <a16:creationId xmlns:a16="http://schemas.microsoft.com/office/drawing/2014/main" id="{9AE4F1C5-31F3-761B-2E5C-D849B8B74F3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3" name="Rectangle 1932">
                  <a:extLst>
                    <a:ext uri="{FF2B5EF4-FFF2-40B4-BE49-F238E27FC236}">
                      <a16:creationId xmlns:a16="http://schemas.microsoft.com/office/drawing/2014/main" id="{94712B86-128E-D435-74C3-0D9D962458D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4" name="Rectangle 1933">
                  <a:extLst>
                    <a:ext uri="{FF2B5EF4-FFF2-40B4-BE49-F238E27FC236}">
                      <a16:creationId xmlns:a16="http://schemas.microsoft.com/office/drawing/2014/main" id="{41DA6BDC-1A55-3475-61A6-3A5DD0730DB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Rectangle 1934">
                  <a:extLst>
                    <a:ext uri="{FF2B5EF4-FFF2-40B4-BE49-F238E27FC236}">
                      <a16:creationId xmlns:a16="http://schemas.microsoft.com/office/drawing/2014/main" id="{277C3EFB-6B40-AC05-5D96-639021BA80FC}"/>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Rectangle 1935">
                  <a:extLst>
                    <a:ext uri="{FF2B5EF4-FFF2-40B4-BE49-F238E27FC236}">
                      <a16:creationId xmlns:a16="http://schemas.microsoft.com/office/drawing/2014/main" id="{20C0B360-DA86-31AF-FF04-B0BAD4736A9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Rectangle 1936">
                  <a:extLst>
                    <a:ext uri="{FF2B5EF4-FFF2-40B4-BE49-F238E27FC236}">
                      <a16:creationId xmlns:a16="http://schemas.microsoft.com/office/drawing/2014/main" id="{44A2F8FA-54CB-E97C-5178-5C932452C9D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Rectangle 1937">
                  <a:extLst>
                    <a:ext uri="{FF2B5EF4-FFF2-40B4-BE49-F238E27FC236}">
                      <a16:creationId xmlns:a16="http://schemas.microsoft.com/office/drawing/2014/main" id="{87EBB3CE-B7AC-C193-4BB8-C7B60A697434}"/>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Rectangle 1938">
                  <a:extLst>
                    <a:ext uri="{FF2B5EF4-FFF2-40B4-BE49-F238E27FC236}">
                      <a16:creationId xmlns:a16="http://schemas.microsoft.com/office/drawing/2014/main" id="{14A8D10D-9CF0-143E-2618-B754A9A8AA91}"/>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Rectangle 1939">
                  <a:extLst>
                    <a:ext uri="{FF2B5EF4-FFF2-40B4-BE49-F238E27FC236}">
                      <a16:creationId xmlns:a16="http://schemas.microsoft.com/office/drawing/2014/main" id="{878B83F5-515B-8BDC-50E3-23E3AE56910D}"/>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Rectangle 1940">
                  <a:extLst>
                    <a:ext uri="{FF2B5EF4-FFF2-40B4-BE49-F238E27FC236}">
                      <a16:creationId xmlns:a16="http://schemas.microsoft.com/office/drawing/2014/main" id="{654259E0-A898-2D0E-412C-01E3950D45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2" name="Rectangle 1941">
                  <a:extLst>
                    <a:ext uri="{FF2B5EF4-FFF2-40B4-BE49-F238E27FC236}">
                      <a16:creationId xmlns:a16="http://schemas.microsoft.com/office/drawing/2014/main" id="{76990661-91AB-586F-DED5-2F526B047F0C}"/>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3" name="Rectangle 1942">
                  <a:extLst>
                    <a:ext uri="{FF2B5EF4-FFF2-40B4-BE49-F238E27FC236}">
                      <a16:creationId xmlns:a16="http://schemas.microsoft.com/office/drawing/2014/main" id="{5DC417C5-F87E-389A-011D-819CAE8C5C9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Rectangle 1943">
                  <a:extLst>
                    <a:ext uri="{FF2B5EF4-FFF2-40B4-BE49-F238E27FC236}">
                      <a16:creationId xmlns:a16="http://schemas.microsoft.com/office/drawing/2014/main" id="{90F80F28-481E-0B57-3122-6D08D3DF4E67}"/>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Rectangle 1944">
                  <a:extLst>
                    <a:ext uri="{FF2B5EF4-FFF2-40B4-BE49-F238E27FC236}">
                      <a16:creationId xmlns:a16="http://schemas.microsoft.com/office/drawing/2014/main" id="{7FB8BDF1-C4D4-7A3E-976B-8EE456606E5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Rectangle 1945">
                  <a:extLst>
                    <a:ext uri="{FF2B5EF4-FFF2-40B4-BE49-F238E27FC236}">
                      <a16:creationId xmlns:a16="http://schemas.microsoft.com/office/drawing/2014/main" id="{7D1C2C51-A1CD-D882-6B2A-D93686167309}"/>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Rectangle 1946">
                  <a:extLst>
                    <a:ext uri="{FF2B5EF4-FFF2-40B4-BE49-F238E27FC236}">
                      <a16:creationId xmlns:a16="http://schemas.microsoft.com/office/drawing/2014/main" id="{FE4E6BEC-EA98-4517-F634-34A665FF2C6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7" name="Group 1716">
                <a:extLst>
                  <a:ext uri="{FF2B5EF4-FFF2-40B4-BE49-F238E27FC236}">
                    <a16:creationId xmlns:a16="http://schemas.microsoft.com/office/drawing/2014/main" id="{172EF004-082C-60AE-6AA3-81B11BC8323C}"/>
                  </a:ext>
                </a:extLst>
              </p:cNvPr>
              <p:cNvGrpSpPr/>
              <p:nvPr/>
            </p:nvGrpSpPr>
            <p:grpSpPr>
              <a:xfrm rot="10800000" flipH="1">
                <a:off x="7967057" y="4618500"/>
                <a:ext cx="350300" cy="146008"/>
                <a:chOff x="1150032" y="5207038"/>
                <a:chExt cx="690543" cy="287825"/>
              </a:xfrm>
              <a:solidFill>
                <a:srgbClr val="7030A0"/>
              </a:solidFill>
            </p:grpSpPr>
            <p:sp>
              <p:nvSpPr>
                <p:cNvPr id="1910" name="Rectangle 1909">
                  <a:extLst>
                    <a:ext uri="{FF2B5EF4-FFF2-40B4-BE49-F238E27FC236}">
                      <a16:creationId xmlns:a16="http://schemas.microsoft.com/office/drawing/2014/main" id="{2122983C-6E86-C441-1896-17ABE4EAAE18}"/>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1" name="Rectangle 1910">
                  <a:extLst>
                    <a:ext uri="{FF2B5EF4-FFF2-40B4-BE49-F238E27FC236}">
                      <a16:creationId xmlns:a16="http://schemas.microsoft.com/office/drawing/2014/main" id="{2382A24B-0D34-4090-96DE-A43B73F826EA}"/>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2" name="Rectangle 1911">
                  <a:extLst>
                    <a:ext uri="{FF2B5EF4-FFF2-40B4-BE49-F238E27FC236}">
                      <a16:creationId xmlns:a16="http://schemas.microsoft.com/office/drawing/2014/main" id="{CBFB5C6A-2418-CC4C-9C78-FDB3BB51E3C8}"/>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3" name="Rectangle 1912">
                  <a:extLst>
                    <a:ext uri="{FF2B5EF4-FFF2-40B4-BE49-F238E27FC236}">
                      <a16:creationId xmlns:a16="http://schemas.microsoft.com/office/drawing/2014/main" id="{FD665904-7C99-3C4D-86B7-F5986D2BA2DA}"/>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4" name="Rectangle 1913">
                  <a:extLst>
                    <a:ext uri="{FF2B5EF4-FFF2-40B4-BE49-F238E27FC236}">
                      <a16:creationId xmlns:a16="http://schemas.microsoft.com/office/drawing/2014/main" id="{F83AB484-BD82-A872-A5D7-9B89BC36D9C5}"/>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5" name="Rectangle 1914">
                  <a:extLst>
                    <a:ext uri="{FF2B5EF4-FFF2-40B4-BE49-F238E27FC236}">
                      <a16:creationId xmlns:a16="http://schemas.microsoft.com/office/drawing/2014/main" id="{DB73B5C0-24D8-3A5D-945D-2DCA29C8B099}"/>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18" name="Rectangle 1717">
                <a:extLst>
                  <a:ext uri="{FF2B5EF4-FFF2-40B4-BE49-F238E27FC236}">
                    <a16:creationId xmlns:a16="http://schemas.microsoft.com/office/drawing/2014/main" id="{E12E5678-BD00-52AC-4F96-CE7F92FB733E}"/>
                  </a:ext>
                </a:extLst>
              </p:cNvPr>
              <p:cNvSpPr/>
              <p:nvPr/>
            </p:nvSpPr>
            <p:spPr>
              <a:xfrm rot="10800000" flipH="1">
                <a:off x="826832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FF1ECCDE-8901-89D9-C7F8-88C7793EE31B}"/>
                  </a:ext>
                </a:extLst>
              </p:cNvPr>
              <p:cNvSpPr/>
              <p:nvPr/>
            </p:nvSpPr>
            <p:spPr>
              <a:xfrm rot="10800000" flipH="1">
                <a:off x="836874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Rectangle 1719">
                <a:extLst>
                  <a:ext uri="{FF2B5EF4-FFF2-40B4-BE49-F238E27FC236}">
                    <a16:creationId xmlns:a16="http://schemas.microsoft.com/office/drawing/2014/main" id="{35F47E5D-C4BB-C19D-EE92-E0B5566C2804}"/>
                  </a:ext>
                </a:extLst>
              </p:cNvPr>
              <p:cNvSpPr/>
              <p:nvPr/>
            </p:nvSpPr>
            <p:spPr>
              <a:xfrm rot="10800000" flipH="1">
                <a:off x="846917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Rectangle 1720">
                <a:extLst>
                  <a:ext uri="{FF2B5EF4-FFF2-40B4-BE49-F238E27FC236}">
                    <a16:creationId xmlns:a16="http://schemas.microsoft.com/office/drawing/2014/main" id="{26D6E09F-9714-F3C4-DECD-B3634B5FBA8D}"/>
                  </a:ext>
                </a:extLst>
              </p:cNvPr>
              <p:cNvSpPr/>
              <p:nvPr/>
            </p:nvSpPr>
            <p:spPr>
              <a:xfrm rot="10800000" flipH="1">
                <a:off x="856959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Rectangle 1721">
                <a:extLst>
                  <a:ext uri="{FF2B5EF4-FFF2-40B4-BE49-F238E27FC236}">
                    <a16:creationId xmlns:a16="http://schemas.microsoft.com/office/drawing/2014/main" id="{4021799F-5CB8-B360-124C-F7034B841FD9}"/>
                  </a:ext>
                </a:extLst>
              </p:cNvPr>
              <p:cNvSpPr/>
              <p:nvPr/>
            </p:nvSpPr>
            <p:spPr>
              <a:xfrm rot="10800000" flipH="1">
                <a:off x="867001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C72A28C8-F880-56FA-057F-34811893BEAF}"/>
                  </a:ext>
                </a:extLst>
              </p:cNvPr>
              <p:cNvSpPr/>
              <p:nvPr/>
            </p:nvSpPr>
            <p:spPr>
              <a:xfrm rot="10800000" flipH="1">
                <a:off x="877044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3B4CFB8B-6A11-F5E6-D8B0-522B392269ED}"/>
                  </a:ext>
                </a:extLst>
              </p:cNvPr>
              <p:cNvSpPr/>
              <p:nvPr/>
            </p:nvSpPr>
            <p:spPr>
              <a:xfrm rot="10800000" flipH="1">
                <a:off x="887086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18B27471-6E07-420B-3B54-A1AE86B4F33C}"/>
                  </a:ext>
                </a:extLst>
              </p:cNvPr>
              <p:cNvSpPr/>
              <p:nvPr/>
            </p:nvSpPr>
            <p:spPr>
              <a:xfrm rot="10800000" flipH="1">
                <a:off x="897128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BFD9E5B3-5AF5-C5C5-8711-4C9DF5306EFB}"/>
                  </a:ext>
                </a:extLst>
              </p:cNvPr>
              <p:cNvSpPr/>
              <p:nvPr/>
            </p:nvSpPr>
            <p:spPr>
              <a:xfrm rot="10800000" flipH="1">
                <a:off x="907171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AE5429B4-4AFF-5B56-C403-9D73E0219790}"/>
                  </a:ext>
                </a:extLst>
              </p:cNvPr>
              <p:cNvSpPr/>
              <p:nvPr/>
            </p:nvSpPr>
            <p:spPr>
              <a:xfrm rot="10800000" flipH="1">
                <a:off x="917213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Rectangle 1727">
                <a:extLst>
                  <a:ext uri="{FF2B5EF4-FFF2-40B4-BE49-F238E27FC236}">
                    <a16:creationId xmlns:a16="http://schemas.microsoft.com/office/drawing/2014/main" id="{937F2269-1B35-3DB3-7007-65BAC9CF79D6}"/>
                  </a:ext>
                </a:extLst>
              </p:cNvPr>
              <p:cNvSpPr/>
              <p:nvPr/>
            </p:nvSpPr>
            <p:spPr>
              <a:xfrm rot="10800000" flipH="1">
                <a:off x="927255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Rectangle 1728">
                <a:extLst>
                  <a:ext uri="{FF2B5EF4-FFF2-40B4-BE49-F238E27FC236}">
                    <a16:creationId xmlns:a16="http://schemas.microsoft.com/office/drawing/2014/main" id="{EF8F2591-F282-A876-B6A9-093F35BCB705}"/>
                  </a:ext>
                </a:extLst>
              </p:cNvPr>
              <p:cNvSpPr/>
              <p:nvPr/>
            </p:nvSpPr>
            <p:spPr>
              <a:xfrm rot="10800000" flipH="1">
                <a:off x="937297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Rectangle 1729">
                <a:extLst>
                  <a:ext uri="{FF2B5EF4-FFF2-40B4-BE49-F238E27FC236}">
                    <a16:creationId xmlns:a16="http://schemas.microsoft.com/office/drawing/2014/main" id="{5E932083-656F-47B5-DD38-20F3B247EE8B}"/>
                  </a:ext>
                </a:extLst>
              </p:cNvPr>
              <p:cNvSpPr/>
              <p:nvPr/>
            </p:nvSpPr>
            <p:spPr>
              <a:xfrm rot="10800000" flipH="1">
                <a:off x="947340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Rectangle 1730">
                <a:extLst>
                  <a:ext uri="{FF2B5EF4-FFF2-40B4-BE49-F238E27FC236}">
                    <a16:creationId xmlns:a16="http://schemas.microsoft.com/office/drawing/2014/main" id="{2BC3CF65-FFAB-30BE-9E0F-182DC32ED214}"/>
                  </a:ext>
                </a:extLst>
              </p:cNvPr>
              <p:cNvSpPr/>
              <p:nvPr/>
            </p:nvSpPr>
            <p:spPr>
              <a:xfrm rot="10800000" flipH="1">
                <a:off x="957382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Rectangle 1731">
                <a:extLst>
                  <a:ext uri="{FF2B5EF4-FFF2-40B4-BE49-F238E27FC236}">
                    <a16:creationId xmlns:a16="http://schemas.microsoft.com/office/drawing/2014/main" id="{41EA5791-C2F3-F403-5820-FCCCB41E02AD}"/>
                  </a:ext>
                </a:extLst>
              </p:cNvPr>
              <p:cNvSpPr/>
              <p:nvPr/>
            </p:nvSpPr>
            <p:spPr>
              <a:xfrm rot="10800000" flipH="1">
                <a:off x="967424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A583A386-0AFE-93C5-BB3E-3FE28C1B8790}"/>
                  </a:ext>
                </a:extLst>
              </p:cNvPr>
              <p:cNvSpPr/>
              <p:nvPr/>
            </p:nvSpPr>
            <p:spPr>
              <a:xfrm rot="10800000" flipH="1">
                <a:off x="977467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Rectangle 1733">
                <a:extLst>
                  <a:ext uri="{FF2B5EF4-FFF2-40B4-BE49-F238E27FC236}">
                    <a16:creationId xmlns:a16="http://schemas.microsoft.com/office/drawing/2014/main" id="{A1B470BB-7874-5DA3-728D-487536563C11}"/>
                  </a:ext>
                </a:extLst>
              </p:cNvPr>
              <p:cNvSpPr/>
              <p:nvPr/>
            </p:nvSpPr>
            <p:spPr>
              <a:xfrm rot="10800000" flipH="1">
                <a:off x="987509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70F3B810-DD78-F4BF-6B61-CE185D9510D2}"/>
                  </a:ext>
                </a:extLst>
              </p:cNvPr>
              <p:cNvSpPr/>
              <p:nvPr/>
            </p:nvSpPr>
            <p:spPr>
              <a:xfrm rot="10800000" flipH="1">
                <a:off x="997551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ECF94C1A-0EB4-69B2-6CAE-2CED7E667BAD}"/>
                  </a:ext>
                </a:extLst>
              </p:cNvPr>
              <p:cNvSpPr/>
              <p:nvPr/>
            </p:nvSpPr>
            <p:spPr>
              <a:xfrm rot="10800000" flipH="1">
                <a:off x="1007593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5CE041FF-6BE2-60E0-3FEF-1D8037E4F618}"/>
                  </a:ext>
                </a:extLst>
              </p:cNvPr>
              <p:cNvSpPr/>
              <p:nvPr/>
            </p:nvSpPr>
            <p:spPr>
              <a:xfrm rot="10800000" flipH="1">
                <a:off x="1017636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6137C7ED-1BB5-AFDE-B306-DCCDA032AAB5}"/>
                  </a:ext>
                </a:extLst>
              </p:cNvPr>
              <p:cNvSpPr/>
              <p:nvPr/>
            </p:nvSpPr>
            <p:spPr>
              <a:xfrm rot="10800000" flipH="1">
                <a:off x="1027678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CC444965-01CE-3577-E799-F5C0B4FD23CA}"/>
                  </a:ext>
                </a:extLst>
              </p:cNvPr>
              <p:cNvSpPr/>
              <p:nvPr/>
            </p:nvSpPr>
            <p:spPr>
              <a:xfrm rot="10800000" flipH="1">
                <a:off x="1037720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Rectangle 1739">
                <a:extLst>
                  <a:ext uri="{FF2B5EF4-FFF2-40B4-BE49-F238E27FC236}">
                    <a16:creationId xmlns:a16="http://schemas.microsoft.com/office/drawing/2014/main" id="{A3741A49-68B1-D144-F6FC-ADC17BC3837F}"/>
                  </a:ext>
                </a:extLst>
              </p:cNvPr>
              <p:cNvSpPr/>
              <p:nvPr/>
            </p:nvSpPr>
            <p:spPr>
              <a:xfrm rot="10800000" flipH="1">
                <a:off x="1047763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Rectangle 1740">
                <a:extLst>
                  <a:ext uri="{FF2B5EF4-FFF2-40B4-BE49-F238E27FC236}">
                    <a16:creationId xmlns:a16="http://schemas.microsoft.com/office/drawing/2014/main" id="{32825231-D574-6E51-71A6-BDB0A5E22F69}"/>
                  </a:ext>
                </a:extLst>
              </p:cNvPr>
              <p:cNvSpPr/>
              <p:nvPr/>
            </p:nvSpPr>
            <p:spPr>
              <a:xfrm rot="10800000" flipH="1">
                <a:off x="1057805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659C0842-9FB3-6326-30B9-F3FACDFA5D30}"/>
                  </a:ext>
                </a:extLst>
              </p:cNvPr>
              <p:cNvSpPr/>
              <p:nvPr/>
            </p:nvSpPr>
            <p:spPr>
              <a:xfrm rot="10800000" flipH="1">
                <a:off x="1067847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362C4051-F3A4-1191-CBC1-535A063A5051}"/>
                  </a:ext>
                </a:extLst>
              </p:cNvPr>
              <p:cNvSpPr/>
              <p:nvPr/>
            </p:nvSpPr>
            <p:spPr>
              <a:xfrm rot="10800000" flipH="1">
                <a:off x="1077889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1A824799-B8AD-A796-624C-58188BC38777}"/>
                  </a:ext>
                </a:extLst>
              </p:cNvPr>
              <p:cNvSpPr/>
              <p:nvPr/>
            </p:nvSpPr>
            <p:spPr>
              <a:xfrm rot="10800000" flipH="1">
                <a:off x="1087932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9CEA94A0-B0C2-855C-0BD0-23C5C522D6C3}"/>
                  </a:ext>
                </a:extLst>
              </p:cNvPr>
              <p:cNvSpPr/>
              <p:nvPr/>
            </p:nvSpPr>
            <p:spPr>
              <a:xfrm rot="10800000" flipH="1">
                <a:off x="1097974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F2C33F67-8C49-2DEF-28D2-87D82279F1AB}"/>
                  </a:ext>
                </a:extLst>
              </p:cNvPr>
              <p:cNvSpPr/>
              <p:nvPr/>
            </p:nvSpPr>
            <p:spPr>
              <a:xfrm rot="10800000" flipH="1">
                <a:off x="1108016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7" name="Group 1746">
                <a:extLst>
                  <a:ext uri="{FF2B5EF4-FFF2-40B4-BE49-F238E27FC236}">
                    <a16:creationId xmlns:a16="http://schemas.microsoft.com/office/drawing/2014/main" id="{8E4370FB-3DE1-BB84-C92B-DDBBA02FCFA7}"/>
                  </a:ext>
                </a:extLst>
              </p:cNvPr>
              <p:cNvGrpSpPr/>
              <p:nvPr/>
            </p:nvGrpSpPr>
            <p:grpSpPr>
              <a:xfrm rot="10800000" flipH="1">
                <a:off x="7967057" y="4518210"/>
                <a:ext cx="3213534" cy="100423"/>
                <a:chOff x="1743959" y="2564091"/>
                <a:chExt cx="6334816" cy="197963"/>
              </a:xfrm>
              <a:solidFill>
                <a:schemeClr val="bg1"/>
              </a:solidFill>
            </p:grpSpPr>
            <p:sp>
              <p:nvSpPr>
                <p:cNvPr id="1878" name="Rectangle 1877">
                  <a:extLst>
                    <a:ext uri="{FF2B5EF4-FFF2-40B4-BE49-F238E27FC236}">
                      <a16:creationId xmlns:a16="http://schemas.microsoft.com/office/drawing/2014/main" id="{CF0FD66D-BA50-E9C4-E220-9982C2DD79B6}"/>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Rectangle 1878">
                  <a:extLst>
                    <a:ext uri="{FF2B5EF4-FFF2-40B4-BE49-F238E27FC236}">
                      <a16:creationId xmlns:a16="http://schemas.microsoft.com/office/drawing/2014/main" id="{25990989-7B42-04EC-2ED1-58816DF17C1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Rectangle 1879">
                  <a:extLst>
                    <a:ext uri="{FF2B5EF4-FFF2-40B4-BE49-F238E27FC236}">
                      <a16:creationId xmlns:a16="http://schemas.microsoft.com/office/drawing/2014/main" id="{7501DD23-E543-3D6D-998B-E18368E356C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Rectangle 1880">
                  <a:extLst>
                    <a:ext uri="{FF2B5EF4-FFF2-40B4-BE49-F238E27FC236}">
                      <a16:creationId xmlns:a16="http://schemas.microsoft.com/office/drawing/2014/main" id="{AB335DD9-2E33-AA81-F4B1-6789D6F982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Rectangle 1881">
                  <a:extLst>
                    <a:ext uri="{FF2B5EF4-FFF2-40B4-BE49-F238E27FC236}">
                      <a16:creationId xmlns:a16="http://schemas.microsoft.com/office/drawing/2014/main" id="{00E1328A-9A28-0573-21B9-9824863974A7}"/>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Rectangle 1882">
                  <a:extLst>
                    <a:ext uri="{FF2B5EF4-FFF2-40B4-BE49-F238E27FC236}">
                      <a16:creationId xmlns:a16="http://schemas.microsoft.com/office/drawing/2014/main" id="{F9D176AC-ACB2-AD1C-4EC5-412CECB2013C}"/>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Rectangle 1883">
                  <a:extLst>
                    <a:ext uri="{FF2B5EF4-FFF2-40B4-BE49-F238E27FC236}">
                      <a16:creationId xmlns:a16="http://schemas.microsoft.com/office/drawing/2014/main" id="{32C2BC3E-0907-E217-ACAB-14788E856FE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5" name="Rectangle 1884">
                  <a:extLst>
                    <a:ext uri="{FF2B5EF4-FFF2-40B4-BE49-F238E27FC236}">
                      <a16:creationId xmlns:a16="http://schemas.microsoft.com/office/drawing/2014/main" id="{0C2C76A6-E4DA-2B16-B77B-B7B021F97E6A}"/>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Rectangle 1885">
                  <a:extLst>
                    <a:ext uri="{FF2B5EF4-FFF2-40B4-BE49-F238E27FC236}">
                      <a16:creationId xmlns:a16="http://schemas.microsoft.com/office/drawing/2014/main" id="{50CD7FD5-1AF9-938C-05F8-022B54CB0AEE}"/>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Rectangle 1886">
                  <a:extLst>
                    <a:ext uri="{FF2B5EF4-FFF2-40B4-BE49-F238E27FC236}">
                      <a16:creationId xmlns:a16="http://schemas.microsoft.com/office/drawing/2014/main" id="{8FCD612B-88E9-DDF8-C6A8-3BE0B274996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Rectangle 1887">
                  <a:extLst>
                    <a:ext uri="{FF2B5EF4-FFF2-40B4-BE49-F238E27FC236}">
                      <a16:creationId xmlns:a16="http://schemas.microsoft.com/office/drawing/2014/main" id="{DA57DC6D-D058-399C-F098-19ECDC960472}"/>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Rectangle 1888">
                  <a:extLst>
                    <a:ext uri="{FF2B5EF4-FFF2-40B4-BE49-F238E27FC236}">
                      <a16:creationId xmlns:a16="http://schemas.microsoft.com/office/drawing/2014/main" id="{206521CD-49A6-83EB-CF11-F31FFF6B519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Rectangle 1889">
                  <a:extLst>
                    <a:ext uri="{FF2B5EF4-FFF2-40B4-BE49-F238E27FC236}">
                      <a16:creationId xmlns:a16="http://schemas.microsoft.com/office/drawing/2014/main" id="{53E6A502-45EB-63BD-3BAE-6A5ACF130AAE}"/>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Rectangle 1890">
                  <a:extLst>
                    <a:ext uri="{FF2B5EF4-FFF2-40B4-BE49-F238E27FC236}">
                      <a16:creationId xmlns:a16="http://schemas.microsoft.com/office/drawing/2014/main" id="{6C08B546-0B7D-91A4-B7B5-D53D87DF88F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Rectangle 1891">
                  <a:extLst>
                    <a:ext uri="{FF2B5EF4-FFF2-40B4-BE49-F238E27FC236}">
                      <a16:creationId xmlns:a16="http://schemas.microsoft.com/office/drawing/2014/main" id="{B17F405D-085A-EF0B-CCF9-E2D8B6E59E0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3" name="Rectangle 1892">
                  <a:extLst>
                    <a:ext uri="{FF2B5EF4-FFF2-40B4-BE49-F238E27FC236}">
                      <a16:creationId xmlns:a16="http://schemas.microsoft.com/office/drawing/2014/main" id="{E94FEEF5-2CDE-14A2-6334-0E557D9A557E}"/>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Rectangle 1893">
                  <a:extLst>
                    <a:ext uri="{FF2B5EF4-FFF2-40B4-BE49-F238E27FC236}">
                      <a16:creationId xmlns:a16="http://schemas.microsoft.com/office/drawing/2014/main" id="{D2DE2209-9149-37AB-61F4-E4C9C1BD2C15}"/>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Rectangle 1894">
                  <a:extLst>
                    <a:ext uri="{FF2B5EF4-FFF2-40B4-BE49-F238E27FC236}">
                      <a16:creationId xmlns:a16="http://schemas.microsoft.com/office/drawing/2014/main" id="{87D376EC-1AA6-E803-C48E-183F7416529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Rectangle 1895">
                  <a:extLst>
                    <a:ext uri="{FF2B5EF4-FFF2-40B4-BE49-F238E27FC236}">
                      <a16:creationId xmlns:a16="http://schemas.microsoft.com/office/drawing/2014/main" id="{E1E3252E-1B37-8B7C-9FC6-B53EF6A1D82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Rectangle 1896">
                  <a:extLst>
                    <a:ext uri="{FF2B5EF4-FFF2-40B4-BE49-F238E27FC236}">
                      <a16:creationId xmlns:a16="http://schemas.microsoft.com/office/drawing/2014/main" id="{44DF8A51-68A0-65FF-5338-013720F6124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Rectangle 1897">
                  <a:extLst>
                    <a:ext uri="{FF2B5EF4-FFF2-40B4-BE49-F238E27FC236}">
                      <a16:creationId xmlns:a16="http://schemas.microsoft.com/office/drawing/2014/main" id="{1AD2BB08-5478-9206-9071-71D03EB86FA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Rectangle 1898">
                  <a:extLst>
                    <a:ext uri="{FF2B5EF4-FFF2-40B4-BE49-F238E27FC236}">
                      <a16:creationId xmlns:a16="http://schemas.microsoft.com/office/drawing/2014/main" id="{A63DFA95-8DA2-9762-D88B-0D85EDA4E24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Rectangle 1899">
                  <a:extLst>
                    <a:ext uri="{FF2B5EF4-FFF2-40B4-BE49-F238E27FC236}">
                      <a16:creationId xmlns:a16="http://schemas.microsoft.com/office/drawing/2014/main" id="{86ECF771-E844-00DB-16F5-6D0DAAAE105C}"/>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1" name="Rectangle 1900">
                  <a:extLst>
                    <a:ext uri="{FF2B5EF4-FFF2-40B4-BE49-F238E27FC236}">
                      <a16:creationId xmlns:a16="http://schemas.microsoft.com/office/drawing/2014/main" id="{E9EB19F1-38F9-A80C-E9C2-C152F363E046}"/>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Rectangle 1901">
                  <a:extLst>
                    <a:ext uri="{FF2B5EF4-FFF2-40B4-BE49-F238E27FC236}">
                      <a16:creationId xmlns:a16="http://schemas.microsoft.com/office/drawing/2014/main" id="{1382B38B-F46E-1257-B0EC-CF23C0844BBC}"/>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3" name="Rectangle 1902">
                  <a:extLst>
                    <a:ext uri="{FF2B5EF4-FFF2-40B4-BE49-F238E27FC236}">
                      <a16:creationId xmlns:a16="http://schemas.microsoft.com/office/drawing/2014/main" id="{5F152D60-48CE-57F0-7CD1-AEBA1ACF2FC3}"/>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4" name="Rectangle 1903">
                  <a:extLst>
                    <a:ext uri="{FF2B5EF4-FFF2-40B4-BE49-F238E27FC236}">
                      <a16:creationId xmlns:a16="http://schemas.microsoft.com/office/drawing/2014/main" id="{39371ABE-8A0B-3FE8-EE2C-7A16FB32554A}"/>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Rectangle 1904">
                  <a:extLst>
                    <a:ext uri="{FF2B5EF4-FFF2-40B4-BE49-F238E27FC236}">
                      <a16:creationId xmlns:a16="http://schemas.microsoft.com/office/drawing/2014/main" id="{9DDD3265-4DD3-8100-9354-69D3EA931D1F}"/>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Rectangle 1905">
                  <a:extLst>
                    <a:ext uri="{FF2B5EF4-FFF2-40B4-BE49-F238E27FC236}">
                      <a16:creationId xmlns:a16="http://schemas.microsoft.com/office/drawing/2014/main" id="{B62EAE50-AAA6-B510-0027-45FCC4143D6D}"/>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Rectangle 1906">
                  <a:extLst>
                    <a:ext uri="{FF2B5EF4-FFF2-40B4-BE49-F238E27FC236}">
                      <a16:creationId xmlns:a16="http://schemas.microsoft.com/office/drawing/2014/main" id="{13E55D48-1EBA-78D8-E097-756877C296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Rectangle 1907">
                  <a:extLst>
                    <a:ext uri="{FF2B5EF4-FFF2-40B4-BE49-F238E27FC236}">
                      <a16:creationId xmlns:a16="http://schemas.microsoft.com/office/drawing/2014/main" id="{B16ED4B7-0A20-3F16-8F45-8437A952E26A}"/>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9" name="Rectangle 1908">
                  <a:extLst>
                    <a:ext uri="{FF2B5EF4-FFF2-40B4-BE49-F238E27FC236}">
                      <a16:creationId xmlns:a16="http://schemas.microsoft.com/office/drawing/2014/main" id="{6735BF03-3EEA-7AF4-8779-73126AFC46F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8" name="Group 1747">
                <a:extLst>
                  <a:ext uri="{FF2B5EF4-FFF2-40B4-BE49-F238E27FC236}">
                    <a16:creationId xmlns:a16="http://schemas.microsoft.com/office/drawing/2014/main" id="{B155C8AE-B841-3006-CED8-339032FD812E}"/>
                  </a:ext>
                </a:extLst>
              </p:cNvPr>
              <p:cNvGrpSpPr/>
              <p:nvPr/>
            </p:nvGrpSpPr>
            <p:grpSpPr>
              <a:xfrm rot="10800000" flipH="1">
                <a:off x="7967057" y="4417788"/>
                <a:ext cx="3213534" cy="100423"/>
                <a:chOff x="1743959" y="2564091"/>
                <a:chExt cx="6334816" cy="197963"/>
              </a:xfrm>
              <a:solidFill>
                <a:schemeClr val="bg1"/>
              </a:solidFill>
            </p:grpSpPr>
            <p:sp>
              <p:nvSpPr>
                <p:cNvPr id="1846" name="Rectangle 1845">
                  <a:extLst>
                    <a:ext uri="{FF2B5EF4-FFF2-40B4-BE49-F238E27FC236}">
                      <a16:creationId xmlns:a16="http://schemas.microsoft.com/office/drawing/2014/main" id="{9C29459A-6C6C-287D-E8BD-7BFC793F1271}"/>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Rectangle 1846">
                  <a:extLst>
                    <a:ext uri="{FF2B5EF4-FFF2-40B4-BE49-F238E27FC236}">
                      <a16:creationId xmlns:a16="http://schemas.microsoft.com/office/drawing/2014/main" id="{03FE9215-DD40-7130-CA31-320ABEF0633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Rectangle 1847">
                  <a:extLst>
                    <a:ext uri="{FF2B5EF4-FFF2-40B4-BE49-F238E27FC236}">
                      <a16:creationId xmlns:a16="http://schemas.microsoft.com/office/drawing/2014/main" id="{0759C977-978B-04A5-8BE3-90997CFCFD2B}"/>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Rectangle 1848">
                  <a:extLst>
                    <a:ext uri="{FF2B5EF4-FFF2-40B4-BE49-F238E27FC236}">
                      <a16:creationId xmlns:a16="http://schemas.microsoft.com/office/drawing/2014/main" id="{505F1022-B9F9-578F-2363-EA708A0F81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Rectangle 1849">
                  <a:extLst>
                    <a:ext uri="{FF2B5EF4-FFF2-40B4-BE49-F238E27FC236}">
                      <a16:creationId xmlns:a16="http://schemas.microsoft.com/office/drawing/2014/main" id="{C7A0BE25-CFDC-6732-F0FA-4738B57DF3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Rectangle 1850">
                  <a:extLst>
                    <a:ext uri="{FF2B5EF4-FFF2-40B4-BE49-F238E27FC236}">
                      <a16:creationId xmlns:a16="http://schemas.microsoft.com/office/drawing/2014/main" id="{4F84231E-24BB-D28D-A226-9EEACF548F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Rectangle 1851">
                  <a:extLst>
                    <a:ext uri="{FF2B5EF4-FFF2-40B4-BE49-F238E27FC236}">
                      <a16:creationId xmlns:a16="http://schemas.microsoft.com/office/drawing/2014/main" id="{6043AB26-5DDF-32F1-7C35-B9A68E68B4F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3" name="Rectangle 1852">
                  <a:extLst>
                    <a:ext uri="{FF2B5EF4-FFF2-40B4-BE49-F238E27FC236}">
                      <a16:creationId xmlns:a16="http://schemas.microsoft.com/office/drawing/2014/main" id="{CE39530F-12CC-9773-AA6F-1ECCE1F78B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Rectangle 1853">
                  <a:extLst>
                    <a:ext uri="{FF2B5EF4-FFF2-40B4-BE49-F238E27FC236}">
                      <a16:creationId xmlns:a16="http://schemas.microsoft.com/office/drawing/2014/main" id="{3B7EF0CC-71CB-DC2B-3219-F47F3AD02E10}"/>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Rectangle 1854">
                  <a:extLst>
                    <a:ext uri="{FF2B5EF4-FFF2-40B4-BE49-F238E27FC236}">
                      <a16:creationId xmlns:a16="http://schemas.microsoft.com/office/drawing/2014/main" id="{7C1A9E9C-BF1B-1C5F-4D49-0BB22FB4CC9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Rectangle 1855">
                  <a:extLst>
                    <a:ext uri="{FF2B5EF4-FFF2-40B4-BE49-F238E27FC236}">
                      <a16:creationId xmlns:a16="http://schemas.microsoft.com/office/drawing/2014/main" id="{D6634B19-E54E-26E0-2B5F-017D335A7524}"/>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Rectangle 1856">
                  <a:extLst>
                    <a:ext uri="{FF2B5EF4-FFF2-40B4-BE49-F238E27FC236}">
                      <a16:creationId xmlns:a16="http://schemas.microsoft.com/office/drawing/2014/main" id="{567BB21D-AEBA-7F59-DB00-2CE509E7B2DE}"/>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Rectangle 1857">
                  <a:extLst>
                    <a:ext uri="{FF2B5EF4-FFF2-40B4-BE49-F238E27FC236}">
                      <a16:creationId xmlns:a16="http://schemas.microsoft.com/office/drawing/2014/main" id="{F1C68458-377C-4131-0455-30E33B338A7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Rectangle 1858">
                  <a:extLst>
                    <a:ext uri="{FF2B5EF4-FFF2-40B4-BE49-F238E27FC236}">
                      <a16:creationId xmlns:a16="http://schemas.microsoft.com/office/drawing/2014/main" id="{E7A4B7D3-3A41-2DB2-29D3-392089D4D1C3}"/>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Rectangle 1859">
                  <a:extLst>
                    <a:ext uri="{FF2B5EF4-FFF2-40B4-BE49-F238E27FC236}">
                      <a16:creationId xmlns:a16="http://schemas.microsoft.com/office/drawing/2014/main" id="{C429DB8F-608D-6812-BD3C-1EDD55FD82B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1" name="Rectangle 1860">
                  <a:extLst>
                    <a:ext uri="{FF2B5EF4-FFF2-40B4-BE49-F238E27FC236}">
                      <a16:creationId xmlns:a16="http://schemas.microsoft.com/office/drawing/2014/main" id="{AEB639F4-60F6-77B4-4C2A-83F7A3DCAB81}"/>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Rectangle 1861">
                  <a:extLst>
                    <a:ext uri="{FF2B5EF4-FFF2-40B4-BE49-F238E27FC236}">
                      <a16:creationId xmlns:a16="http://schemas.microsoft.com/office/drawing/2014/main" id="{5F80EFD1-DE06-189D-11BB-D018D758855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Rectangle 1862">
                  <a:extLst>
                    <a:ext uri="{FF2B5EF4-FFF2-40B4-BE49-F238E27FC236}">
                      <a16:creationId xmlns:a16="http://schemas.microsoft.com/office/drawing/2014/main" id="{8963B061-54CC-8B8D-7447-3FE5C2CF8F94}"/>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Rectangle 1863">
                  <a:extLst>
                    <a:ext uri="{FF2B5EF4-FFF2-40B4-BE49-F238E27FC236}">
                      <a16:creationId xmlns:a16="http://schemas.microsoft.com/office/drawing/2014/main" id="{E457111C-9E81-2726-40CC-9A1178F5E28D}"/>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50F3A40D-79B1-3191-8DD4-F39871FD2ED8}"/>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Rectangle 1865">
                  <a:extLst>
                    <a:ext uri="{FF2B5EF4-FFF2-40B4-BE49-F238E27FC236}">
                      <a16:creationId xmlns:a16="http://schemas.microsoft.com/office/drawing/2014/main" id="{6E2CC308-33B6-F86C-DC3B-6E5A82338622}"/>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Rectangle 1866">
                  <a:extLst>
                    <a:ext uri="{FF2B5EF4-FFF2-40B4-BE49-F238E27FC236}">
                      <a16:creationId xmlns:a16="http://schemas.microsoft.com/office/drawing/2014/main" id="{F756294C-CD09-4FE9-6E15-1455FC8D015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Rectangle 1867">
                  <a:extLst>
                    <a:ext uri="{FF2B5EF4-FFF2-40B4-BE49-F238E27FC236}">
                      <a16:creationId xmlns:a16="http://schemas.microsoft.com/office/drawing/2014/main" id="{EE16A7C6-1B95-7C61-2B09-4E83CD8E9BA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9" name="Rectangle 1868">
                  <a:extLst>
                    <a:ext uri="{FF2B5EF4-FFF2-40B4-BE49-F238E27FC236}">
                      <a16:creationId xmlns:a16="http://schemas.microsoft.com/office/drawing/2014/main" id="{1A1510DD-2C7C-B077-0DFD-0113063B7020}"/>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Rectangle 1869">
                  <a:extLst>
                    <a:ext uri="{FF2B5EF4-FFF2-40B4-BE49-F238E27FC236}">
                      <a16:creationId xmlns:a16="http://schemas.microsoft.com/office/drawing/2014/main" id="{3E194651-7F06-9BBB-9387-146B55FAE51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Rectangle 1870">
                  <a:extLst>
                    <a:ext uri="{FF2B5EF4-FFF2-40B4-BE49-F238E27FC236}">
                      <a16:creationId xmlns:a16="http://schemas.microsoft.com/office/drawing/2014/main" id="{A92CF69A-9355-8F66-0E01-FD447F8599B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Rectangle 1871">
                  <a:extLst>
                    <a:ext uri="{FF2B5EF4-FFF2-40B4-BE49-F238E27FC236}">
                      <a16:creationId xmlns:a16="http://schemas.microsoft.com/office/drawing/2014/main" id="{E4DFEB80-E131-8699-D1BF-D8418A2C8E0B}"/>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Rectangle 1872">
                  <a:extLst>
                    <a:ext uri="{FF2B5EF4-FFF2-40B4-BE49-F238E27FC236}">
                      <a16:creationId xmlns:a16="http://schemas.microsoft.com/office/drawing/2014/main" id="{FF12CDE6-C158-730A-4F5F-55DB6E2EBA8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Rectangle 1873">
                  <a:extLst>
                    <a:ext uri="{FF2B5EF4-FFF2-40B4-BE49-F238E27FC236}">
                      <a16:creationId xmlns:a16="http://schemas.microsoft.com/office/drawing/2014/main" id="{50A906FE-D7D8-6710-EF59-8C8B229350C4}"/>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Rectangle 1874">
                  <a:extLst>
                    <a:ext uri="{FF2B5EF4-FFF2-40B4-BE49-F238E27FC236}">
                      <a16:creationId xmlns:a16="http://schemas.microsoft.com/office/drawing/2014/main" id="{D3943798-C4E7-971B-5E5E-9A43DB8A007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Rectangle 1875">
                  <a:extLst>
                    <a:ext uri="{FF2B5EF4-FFF2-40B4-BE49-F238E27FC236}">
                      <a16:creationId xmlns:a16="http://schemas.microsoft.com/office/drawing/2014/main" id="{DB51F8E1-F8C7-6052-4EBE-326430B76514}"/>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7" name="Rectangle 1876">
                  <a:extLst>
                    <a:ext uri="{FF2B5EF4-FFF2-40B4-BE49-F238E27FC236}">
                      <a16:creationId xmlns:a16="http://schemas.microsoft.com/office/drawing/2014/main" id="{7167D150-CF12-89F8-B0D6-A37361FB4E0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9" name="Rectangle 1748">
                <a:extLst>
                  <a:ext uri="{FF2B5EF4-FFF2-40B4-BE49-F238E27FC236}">
                    <a16:creationId xmlns:a16="http://schemas.microsoft.com/office/drawing/2014/main" id="{E3F2D542-227F-D263-82CE-28A769E1BDB8}"/>
                  </a:ext>
                </a:extLst>
              </p:cNvPr>
              <p:cNvSpPr/>
              <p:nvPr/>
            </p:nvSpPr>
            <p:spPr>
              <a:xfrm rot="10800000" flipH="1">
                <a:off x="821813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085DB551-0940-081A-052F-6199E9D97AD9}"/>
                  </a:ext>
                </a:extLst>
              </p:cNvPr>
              <p:cNvSpPr/>
              <p:nvPr/>
            </p:nvSpPr>
            <p:spPr>
              <a:xfrm rot="10800000" flipH="1">
                <a:off x="831855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68BDD574-695B-055E-888F-EF21AACC4AF4}"/>
                  </a:ext>
                </a:extLst>
              </p:cNvPr>
              <p:cNvSpPr/>
              <p:nvPr/>
            </p:nvSpPr>
            <p:spPr>
              <a:xfrm rot="10800000" flipH="1">
                <a:off x="841898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4C0A7B09-4612-F26A-68DD-D4B142C0000D}"/>
                  </a:ext>
                </a:extLst>
              </p:cNvPr>
              <p:cNvSpPr/>
              <p:nvPr/>
            </p:nvSpPr>
            <p:spPr>
              <a:xfrm rot="10800000" flipH="1">
                <a:off x="851940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3" name="Rectangle 1752">
                <a:extLst>
                  <a:ext uri="{FF2B5EF4-FFF2-40B4-BE49-F238E27FC236}">
                    <a16:creationId xmlns:a16="http://schemas.microsoft.com/office/drawing/2014/main" id="{B1718493-9A5A-E242-203F-851E230AEB81}"/>
                  </a:ext>
                </a:extLst>
              </p:cNvPr>
              <p:cNvSpPr/>
              <p:nvPr/>
            </p:nvSpPr>
            <p:spPr>
              <a:xfrm rot="10800000" flipH="1">
                <a:off x="861982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4" name="Rectangle 1753">
                <a:extLst>
                  <a:ext uri="{FF2B5EF4-FFF2-40B4-BE49-F238E27FC236}">
                    <a16:creationId xmlns:a16="http://schemas.microsoft.com/office/drawing/2014/main" id="{4019A790-444B-5728-15AC-343915C6A8C7}"/>
                  </a:ext>
                </a:extLst>
              </p:cNvPr>
              <p:cNvSpPr/>
              <p:nvPr/>
            </p:nvSpPr>
            <p:spPr>
              <a:xfrm rot="10800000" flipH="1">
                <a:off x="872024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07AFE99E-76CD-63B4-7AB4-3B90BADDA81A}"/>
                  </a:ext>
                </a:extLst>
              </p:cNvPr>
              <p:cNvSpPr/>
              <p:nvPr/>
            </p:nvSpPr>
            <p:spPr>
              <a:xfrm rot="10800000" flipH="1">
                <a:off x="882067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B177D78A-ED73-BCE4-A9DE-323D57A945DE}"/>
                  </a:ext>
                </a:extLst>
              </p:cNvPr>
              <p:cNvSpPr/>
              <p:nvPr/>
            </p:nvSpPr>
            <p:spPr>
              <a:xfrm rot="10800000" flipH="1">
                <a:off x="892109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EF2BF7EC-4672-CA08-58D2-96C4470126F2}"/>
                  </a:ext>
                </a:extLst>
              </p:cNvPr>
              <p:cNvSpPr/>
              <p:nvPr/>
            </p:nvSpPr>
            <p:spPr>
              <a:xfrm rot="10800000" flipH="1">
                <a:off x="902151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D8FD4C0D-5DEF-CC6A-5BBB-409590602A2C}"/>
                  </a:ext>
                </a:extLst>
              </p:cNvPr>
              <p:cNvSpPr/>
              <p:nvPr/>
            </p:nvSpPr>
            <p:spPr>
              <a:xfrm rot="10800000" flipH="1">
                <a:off x="912194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1E3BF154-CAB0-D320-0831-BC3E7F9773DD}"/>
                  </a:ext>
                </a:extLst>
              </p:cNvPr>
              <p:cNvSpPr/>
              <p:nvPr/>
            </p:nvSpPr>
            <p:spPr>
              <a:xfrm rot="10800000" flipH="1">
                <a:off x="922236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Rectangle 1759">
                <a:extLst>
                  <a:ext uri="{FF2B5EF4-FFF2-40B4-BE49-F238E27FC236}">
                    <a16:creationId xmlns:a16="http://schemas.microsoft.com/office/drawing/2014/main" id="{A19C32B2-30F4-0897-1BE7-D5B13D94D9AB}"/>
                  </a:ext>
                </a:extLst>
              </p:cNvPr>
              <p:cNvSpPr/>
              <p:nvPr/>
            </p:nvSpPr>
            <p:spPr>
              <a:xfrm rot="10800000" flipH="1">
                <a:off x="932278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52769C2A-5155-11D4-8184-40DCBD62AF24}"/>
                  </a:ext>
                </a:extLst>
              </p:cNvPr>
              <p:cNvSpPr/>
              <p:nvPr/>
            </p:nvSpPr>
            <p:spPr>
              <a:xfrm rot="10800000" flipH="1">
                <a:off x="942320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D9BCE0FD-A4D0-ABC7-0588-2D13D7A825F9}"/>
                  </a:ext>
                </a:extLst>
              </p:cNvPr>
              <p:cNvSpPr/>
              <p:nvPr/>
            </p:nvSpPr>
            <p:spPr>
              <a:xfrm rot="10800000" flipH="1">
                <a:off x="952363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6DC4BE24-68B7-E87A-8A29-8AA5AB028746}"/>
                  </a:ext>
                </a:extLst>
              </p:cNvPr>
              <p:cNvSpPr/>
              <p:nvPr/>
            </p:nvSpPr>
            <p:spPr>
              <a:xfrm rot="10800000" flipH="1">
                <a:off x="962405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71563638-7A2F-3AC8-D319-6EFE75C754DF}"/>
                  </a:ext>
                </a:extLst>
              </p:cNvPr>
              <p:cNvSpPr/>
              <p:nvPr/>
            </p:nvSpPr>
            <p:spPr>
              <a:xfrm rot="10800000" flipH="1">
                <a:off x="972447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1746CEBE-33E1-F697-1FD9-B68E80B58524}"/>
                  </a:ext>
                </a:extLst>
              </p:cNvPr>
              <p:cNvSpPr/>
              <p:nvPr/>
            </p:nvSpPr>
            <p:spPr>
              <a:xfrm rot="10800000" flipH="1">
                <a:off x="982490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Rectangle 1765">
                <a:extLst>
                  <a:ext uri="{FF2B5EF4-FFF2-40B4-BE49-F238E27FC236}">
                    <a16:creationId xmlns:a16="http://schemas.microsoft.com/office/drawing/2014/main" id="{F25A8D3C-52BF-4AB3-AA5A-4C735593BCCF}"/>
                  </a:ext>
                </a:extLst>
              </p:cNvPr>
              <p:cNvSpPr/>
              <p:nvPr/>
            </p:nvSpPr>
            <p:spPr>
              <a:xfrm rot="10800000" flipH="1">
                <a:off x="992532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Rectangle 1766">
                <a:extLst>
                  <a:ext uri="{FF2B5EF4-FFF2-40B4-BE49-F238E27FC236}">
                    <a16:creationId xmlns:a16="http://schemas.microsoft.com/office/drawing/2014/main" id="{5EC05AE3-204B-EA31-E38A-FCD301DE601D}"/>
                  </a:ext>
                </a:extLst>
              </p:cNvPr>
              <p:cNvSpPr/>
              <p:nvPr/>
            </p:nvSpPr>
            <p:spPr>
              <a:xfrm rot="10800000" flipH="1">
                <a:off x="1002574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7BCCA751-CF46-E7BE-16FB-CFFC143B5329}"/>
                  </a:ext>
                </a:extLst>
              </p:cNvPr>
              <p:cNvSpPr/>
              <p:nvPr/>
            </p:nvSpPr>
            <p:spPr>
              <a:xfrm rot="10800000" flipH="1">
                <a:off x="1012616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7CC61230-8823-CABF-CAFF-C03DC7511DE3}"/>
                  </a:ext>
                </a:extLst>
              </p:cNvPr>
              <p:cNvSpPr/>
              <p:nvPr/>
            </p:nvSpPr>
            <p:spPr>
              <a:xfrm rot="10800000" flipH="1">
                <a:off x="1022659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47391A3D-FC57-E7DA-E775-38D1A87CF222}"/>
                  </a:ext>
                </a:extLst>
              </p:cNvPr>
              <p:cNvSpPr/>
              <p:nvPr/>
            </p:nvSpPr>
            <p:spPr>
              <a:xfrm rot="10800000" flipH="1">
                <a:off x="1032701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D46D5B0D-3585-7969-8E3D-24554A46107A}"/>
                  </a:ext>
                </a:extLst>
              </p:cNvPr>
              <p:cNvSpPr/>
              <p:nvPr/>
            </p:nvSpPr>
            <p:spPr>
              <a:xfrm rot="10800000" flipH="1">
                <a:off x="1042743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7B29DC49-D4C5-EECD-CD19-9D678A203D8D}"/>
                  </a:ext>
                </a:extLst>
              </p:cNvPr>
              <p:cNvSpPr/>
              <p:nvPr/>
            </p:nvSpPr>
            <p:spPr>
              <a:xfrm rot="10800000" flipH="1">
                <a:off x="1052786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3" name="Rectangle 1772">
                <a:extLst>
                  <a:ext uri="{FF2B5EF4-FFF2-40B4-BE49-F238E27FC236}">
                    <a16:creationId xmlns:a16="http://schemas.microsoft.com/office/drawing/2014/main" id="{5255B785-937E-2EF1-D65D-3AC1A62F297A}"/>
                  </a:ext>
                </a:extLst>
              </p:cNvPr>
              <p:cNvSpPr/>
              <p:nvPr/>
            </p:nvSpPr>
            <p:spPr>
              <a:xfrm rot="10800000" flipH="1">
                <a:off x="1062828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7F8403D5-63A9-5BA4-5083-BD0125523D70}"/>
                  </a:ext>
                </a:extLst>
              </p:cNvPr>
              <p:cNvSpPr/>
              <p:nvPr/>
            </p:nvSpPr>
            <p:spPr>
              <a:xfrm rot="10800000" flipH="1">
                <a:off x="1072870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Rectangle 1774">
                <a:extLst>
                  <a:ext uri="{FF2B5EF4-FFF2-40B4-BE49-F238E27FC236}">
                    <a16:creationId xmlns:a16="http://schemas.microsoft.com/office/drawing/2014/main" id="{00F9F373-C63C-FB3E-190D-6E7FBFC8C971}"/>
                  </a:ext>
                </a:extLst>
              </p:cNvPr>
              <p:cNvSpPr/>
              <p:nvPr/>
            </p:nvSpPr>
            <p:spPr>
              <a:xfrm rot="10800000" flipH="1">
                <a:off x="1082913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Rectangle 1775">
                <a:extLst>
                  <a:ext uri="{FF2B5EF4-FFF2-40B4-BE49-F238E27FC236}">
                    <a16:creationId xmlns:a16="http://schemas.microsoft.com/office/drawing/2014/main" id="{FC7D4A22-7A70-CE0D-727E-3B9FCE315EA8}"/>
                  </a:ext>
                </a:extLst>
              </p:cNvPr>
              <p:cNvSpPr/>
              <p:nvPr/>
            </p:nvSpPr>
            <p:spPr>
              <a:xfrm rot="10800000" flipH="1">
                <a:off x="1092955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Rectangle 1776">
                <a:extLst>
                  <a:ext uri="{FF2B5EF4-FFF2-40B4-BE49-F238E27FC236}">
                    <a16:creationId xmlns:a16="http://schemas.microsoft.com/office/drawing/2014/main" id="{8385CEF3-1567-71B1-E48E-7DA9ACF2D807}"/>
                  </a:ext>
                </a:extLst>
              </p:cNvPr>
              <p:cNvSpPr/>
              <p:nvPr/>
            </p:nvSpPr>
            <p:spPr>
              <a:xfrm rot="10800000" flipH="1">
                <a:off x="1102997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0B25E60B-B25C-FB1D-EEDE-DC05E206821D}"/>
                  </a:ext>
                </a:extLst>
              </p:cNvPr>
              <p:cNvSpPr/>
              <p:nvPr/>
            </p:nvSpPr>
            <p:spPr>
              <a:xfrm rot="10800000" flipH="1">
                <a:off x="821813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Rectangle 1778">
                <a:extLst>
                  <a:ext uri="{FF2B5EF4-FFF2-40B4-BE49-F238E27FC236}">
                    <a16:creationId xmlns:a16="http://schemas.microsoft.com/office/drawing/2014/main" id="{253CF679-D07C-42FC-E4ED-30340FD025D4}"/>
                  </a:ext>
                </a:extLst>
              </p:cNvPr>
              <p:cNvSpPr/>
              <p:nvPr/>
            </p:nvSpPr>
            <p:spPr>
              <a:xfrm rot="10800000" flipH="1">
                <a:off x="831855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Rectangle 1779">
                <a:extLst>
                  <a:ext uri="{FF2B5EF4-FFF2-40B4-BE49-F238E27FC236}">
                    <a16:creationId xmlns:a16="http://schemas.microsoft.com/office/drawing/2014/main" id="{A55B5949-8254-0894-0831-E5C57BC39AAB}"/>
                  </a:ext>
                </a:extLst>
              </p:cNvPr>
              <p:cNvSpPr/>
              <p:nvPr/>
            </p:nvSpPr>
            <p:spPr>
              <a:xfrm rot="10800000" flipH="1">
                <a:off x="841898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1" name="Rectangle 1780">
                <a:extLst>
                  <a:ext uri="{FF2B5EF4-FFF2-40B4-BE49-F238E27FC236}">
                    <a16:creationId xmlns:a16="http://schemas.microsoft.com/office/drawing/2014/main" id="{FD704240-4173-DBB4-208A-42EBBA22CF59}"/>
                  </a:ext>
                </a:extLst>
              </p:cNvPr>
              <p:cNvSpPr/>
              <p:nvPr/>
            </p:nvSpPr>
            <p:spPr>
              <a:xfrm rot="10800000" flipH="1">
                <a:off x="851940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Rectangle 1781">
                <a:extLst>
                  <a:ext uri="{FF2B5EF4-FFF2-40B4-BE49-F238E27FC236}">
                    <a16:creationId xmlns:a16="http://schemas.microsoft.com/office/drawing/2014/main" id="{44DD8C18-DDEE-018E-33FE-2683CC098AEA}"/>
                  </a:ext>
                </a:extLst>
              </p:cNvPr>
              <p:cNvSpPr/>
              <p:nvPr/>
            </p:nvSpPr>
            <p:spPr>
              <a:xfrm rot="10800000" flipH="1">
                <a:off x="861982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Rectangle 1782">
                <a:extLst>
                  <a:ext uri="{FF2B5EF4-FFF2-40B4-BE49-F238E27FC236}">
                    <a16:creationId xmlns:a16="http://schemas.microsoft.com/office/drawing/2014/main" id="{4C6F046B-ECD1-2EDE-8EC2-68D670490BCC}"/>
                  </a:ext>
                </a:extLst>
              </p:cNvPr>
              <p:cNvSpPr/>
              <p:nvPr/>
            </p:nvSpPr>
            <p:spPr>
              <a:xfrm rot="10800000" flipH="1">
                <a:off x="872024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Rectangle 1783">
                <a:extLst>
                  <a:ext uri="{FF2B5EF4-FFF2-40B4-BE49-F238E27FC236}">
                    <a16:creationId xmlns:a16="http://schemas.microsoft.com/office/drawing/2014/main" id="{34A3B13A-F045-7A96-CFA3-E8C9BA1EA6B4}"/>
                  </a:ext>
                </a:extLst>
              </p:cNvPr>
              <p:cNvSpPr/>
              <p:nvPr/>
            </p:nvSpPr>
            <p:spPr>
              <a:xfrm rot="10800000" flipH="1">
                <a:off x="882067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Rectangle 1784">
                <a:extLst>
                  <a:ext uri="{FF2B5EF4-FFF2-40B4-BE49-F238E27FC236}">
                    <a16:creationId xmlns:a16="http://schemas.microsoft.com/office/drawing/2014/main" id="{7F9834C9-3FE6-25B7-ECCA-079FE7E1A088}"/>
                  </a:ext>
                </a:extLst>
              </p:cNvPr>
              <p:cNvSpPr/>
              <p:nvPr/>
            </p:nvSpPr>
            <p:spPr>
              <a:xfrm rot="10800000" flipH="1">
                <a:off x="892109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Rectangle 1785">
                <a:extLst>
                  <a:ext uri="{FF2B5EF4-FFF2-40B4-BE49-F238E27FC236}">
                    <a16:creationId xmlns:a16="http://schemas.microsoft.com/office/drawing/2014/main" id="{707AC46E-4883-5A65-C70A-21FE6E06DCE9}"/>
                  </a:ext>
                </a:extLst>
              </p:cNvPr>
              <p:cNvSpPr/>
              <p:nvPr/>
            </p:nvSpPr>
            <p:spPr>
              <a:xfrm rot="10800000" flipH="1">
                <a:off x="902151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Rectangle 1786">
                <a:extLst>
                  <a:ext uri="{FF2B5EF4-FFF2-40B4-BE49-F238E27FC236}">
                    <a16:creationId xmlns:a16="http://schemas.microsoft.com/office/drawing/2014/main" id="{897DBCF9-C955-3946-7EA9-9D62DEFFF024}"/>
                  </a:ext>
                </a:extLst>
              </p:cNvPr>
              <p:cNvSpPr/>
              <p:nvPr/>
            </p:nvSpPr>
            <p:spPr>
              <a:xfrm rot="10800000" flipH="1">
                <a:off x="912194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Rectangle 1787">
                <a:extLst>
                  <a:ext uri="{FF2B5EF4-FFF2-40B4-BE49-F238E27FC236}">
                    <a16:creationId xmlns:a16="http://schemas.microsoft.com/office/drawing/2014/main" id="{768BB73D-DCE3-62DD-40AB-23B9FE437ACA}"/>
                  </a:ext>
                </a:extLst>
              </p:cNvPr>
              <p:cNvSpPr/>
              <p:nvPr/>
            </p:nvSpPr>
            <p:spPr>
              <a:xfrm rot="10800000" flipH="1">
                <a:off x="922236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9" name="Rectangle 1788">
                <a:extLst>
                  <a:ext uri="{FF2B5EF4-FFF2-40B4-BE49-F238E27FC236}">
                    <a16:creationId xmlns:a16="http://schemas.microsoft.com/office/drawing/2014/main" id="{DFF63845-4A91-4626-7101-CF3DBC3CC8AB}"/>
                  </a:ext>
                </a:extLst>
              </p:cNvPr>
              <p:cNvSpPr/>
              <p:nvPr/>
            </p:nvSpPr>
            <p:spPr>
              <a:xfrm rot="10800000" flipH="1">
                <a:off x="932278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Rectangle 1789">
                <a:extLst>
                  <a:ext uri="{FF2B5EF4-FFF2-40B4-BE49-F238E27FC236}">
                    <a16:creationId xmlns:a16="http://schemas.microsoft.com/office/drawing/2014/main" id="{BB7EAC88-063D-D94E-6FD6-A1FEEA431FD5}"/>
                  </a:ext>
                </a:extLst>
              </p:cNvPr>
              <p:cNvSpPr/>
              <p:nvPr/>
            </p:nvSpPr>
            <p:spPr>
              <a:xfrm rot="10800000" flipH="1">
                <a:off x="942320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Rectangle 1790">
                <a:extLst>
                  <a:ext uri="{FF2B5EF4-FFF2-40B4-BE49-F238E27FC236}">
                    <a16:creationId xmlns:a16="http://schemas.microsoft.com/office/drawing/2014/main" id="{C389C622-16EF-7756-43F7-C681D3327E29}"/>
                  </a:ext>
                </a:extLst>
              </p:cNvPr>
              <p:cNvSpPr/>
              <p:nvPr/>
            </p:nvSpPr>
            <p:spPr>
              <a:xfrm rot="10800000" flipH="1">
                <a:off x="952363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Rectangle 1791">
                <a:extLst>
                  <a:ext uri="{FF2B5EF4-FFF2-40B4-BE49-F238E27FC236}">
                    <a16:creationId xmlns:a16="http://schemas.microsoft.com/office/drawing/2014/main" id="{B01A419A-924F-B169-1E14-DB225F477942}"/>
                  </a:ext>
                </a:extLst>
              </p:cNvPr>
              <p:cNvSpPr/>
              <p:nvPr/>
            </p:nvSpPr>
            <p:spPr>
              <a:xfrm rot="10800000" flipH="1">
                <a:off x="962405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Rectangle 1792">
                <a:extLst>
                  <a:ext uri="{FF2B5EF4-FFF2-40B4-BE49-F238E27FC236}">
                    <a16:creationId xmlns:a16="http://schemas.microsoft.com/office/drawing/2014/main" id="{CDD3B6B1-32A3-8333-DB06-E8E9F4F4E538}"/>
                  </a:ext>
                </a:extLst>
              </p:cNvPr>
              <p:cNvSpPr/>
              <p:nvPr/>
            </p:nvSpPr>
            <p:spPr>
              <a:xfrm rot="10800000" flipH="1">
                <a:off x="972447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Rectangle 1793">
                <a:extLst>
                  <a:ext uri="{FF2B5EF4-FFF2-40B4-BE49-F238E27FC236}">
                    <a16:creationId xmlns:a16="http://schemas.microsoft.com/office/drawing/2014/main" id="{D73E25BB-9558-9A44-1905-2E847A28262D}"/>
                  </a:ext>
                </a:extLst>
              </p:cNvPr>
              <p:cNvSpPr/>
              <p:nvPr/>
            </p:nvSpPr>
            <p:spPr>
              <a:xfrm rot="10800000" flipH="1">
                <a:off x="982490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Rectangle 1794">
                <a:extLst>
                  <a:ext uri="{FF2B5EF4-FFF2-40B4-BE49-F238E27FC236}">
                    <a16:creationId xmlns:a16="http://schemas.microsoft.com/office/drawing/2014/main" id="{38A68247-5198-90B7-14BB-EA86D57784F9}"/>
                  </a:ext>
                </a:extLst>
              </p:cNvPr>
              <p:cNvSpPr/>
              <p:nvPr/>
            </p:nvSpPr>
            <p:spPr>
              <a:xfrm rot="10800000" flipH="1">
                <a:off x="992532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Rectangle 1795">
                <a:extLst>
                  <a:ext uri="{FF2B5EF4-FFF2-40B4-BE49-F238E27FC236}">
                    <a16:creationId xmlns:a16="http://schemas.microsoft.com/office/drawing/2014/main" id="{E1BF4397-8D28-1FBF-8DBA-6BC5153131A7}"/>
                  </a:ext>
                </a:extLst>
              </p:cNvPr>
              <p:cNvSpPr/>
              <p:nvPr/>
            </p:nvSpPr>
            <p:spPr>
              <a:xfrm rot="10800000" flipH="1">
                <a:off x="1002574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7" name="Rectangle 1796">
                <a:extLst>
                  <a:ext uri="{FF2B5EF4-FFF2-40B4-BE49-F238E27FC236}">
                    <a16:creationId xmlns:a16="http://schemas.microsoft.com/office/drawing/2014/main" id="{368FE222-2104-EE12-3E06-3992BC0C0A25}"/>
                  </a:ext>
                </a:extLst>
              </p:cNvPr>
              <p:cNvSpPr/>
              <p:nvPr/>
            </p:nvSpPr>
            <p:spPr>
              <a:xfrm rot="10800000" flipH="1">
                <a:off x="1012616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Rectangle 1797">
                <a:extLst>
                  <a:ext uri="{FF2B5EF4-FFF2-40B4-BE49-F238E27FC236}">
                    <a16:creationId xmlns:a16="http://schemas.microsoft.com/office/drawing/2014/main" id="{F88FDE09-50E4-5B40-358B-08C73686326B}"/>
                  </a:ext>
                </a:extLst>
              </p:cNvPr>
              <p:cNvSpPr/>
              <p:nvPr/>
            </p:nvSpPr>
            <p:spPr>
              <a:xfrm rot="10800000" flipH="1">
                <a:off x="1022659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Rectangle 1798">
                <a:extLst>
                  <a:ext uri="{FF2B5EF4-FFF2-40B4-BE49-F238E27FC236}">
                    <a16:creationId xmlns:a16="http://schemas.microsoft.com/office/drawing/2014/main" id="{1440CD5D-9FBA-E37E-F4ED-4DB821F10634}"/>
                  </a:ext>
                </a:extLst>
              </p:cNvPr>
              <p:cNvSpPr/>
              <p:nvPr/>
            </p:nvSpPr>
            <p:spPr>
              <a:xfrm rot="10800000" flipH="1">
                <a:off x="1032701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Rectangle 1799">
                <a:extLst>
                  <a:ext uri="{FF2B5EF4-FFF2-40B4-BE49-F238E27FC236}">
                    <a16:creationId xmlns:a16="http://schemas.microsoft.com/office/drawing/2014/main" id="{2174585A-52AA-6D0E-969B-DD8F57776302}"/>
                  </a:ext>
                </a:extLst>
              </p:cNvPr>
              <p:cNvSpPr/>
              <p:nvPr/>
            </p:nvSpPr>
            <p:spPr>
              <a:xfrm rot="10800000" flipH="1">
                <a:off x="1042743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Rectangle 1800">
                <a:extLst>
                  <a:ext uri="{FF2B5EF4-FFF2-40B4-BE49-F238E27FC236}">
                    <a16:creationId xmlns:a16="http://schemas.microsoft.com/office/drawing/2014/main" id="{AF8D1CA6-A149-C1E0-CC1C-7A7BEC9BF837}"/>
                  </a:ext>
                </a:extLst>
              </p:cNvPr>
              <p:cNvSpPr/>
              <p:nvPr/>
            </p:nvSpPr>
            <p:spPr>
              <a:xfrm rot="10800000" flipH="1">
                <a:off x="1052786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Rectangle 1801">
                <a:extLst>
                  <a:ext uri="{FF2B5EF4-FFF2-40B4-BE49-F238E27FC236}">
                    <a16:creationId xmlns:a16="http://schemas.microsoft.com/office/drawing/2014/main" id="{61A7D850-80EC-7D13-0A0A-852A4053EC40}"/>
                  </a:ext>
                </a:extLst>
              </p:cNvPr>
              <p:cNvSpPr/>
              <p:nvPr/>
            </p:nvSpPr>
            <p:spPr>
              <a:xfrm rot="10800000" flipH="1">
                <a:off x="1062828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Rectangle 1802">
                <a:extLst>
                  <a:ext uri="{FF2B5EF4-FFF2-40B4-BE49-F238E27FC236}">
                    <a16:creationId xmlns:a16="http://schemas.microsoft.com/office/drawing/2014/main" id="{E5B353EB-BAD5-1C11-F634-469CB5B07C33}"/>
                  </a:ext>
                </a:extLst>
              </p:cNvPr>
              <p:cNvSpPr/>
              <p:nvPr/>
            </p:nvSpPr>
            <p:spPr>
              <a:xfrm rot="10800000" flipH="1">
                <a:off x="1072870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Rectangle 1803">
                <a:extLst>
                  <a:ext uri="{FF2B5EF4-FFF2-40B4-BE49-F238E27FC236}">
                    <a16:creationId xmlns:a16="http://schemas.microsoft.com/office/drawing/2014/main" id="{840160A4-185D-6306-1481-B1C071A71C10}"/>
                  </a:ext>
                </a:extLst>
              </p:cNvPr>
              <p:cNvSpPr/>
              <p:nvPr/>
            </p:nvSpPr>
            <p:spPr>
              <a:xfrm rot="10800000" flipH="1">
                <a:off x="1082913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 name="Rectangle 1804">
                <a:extLst>
                  <a:ext uri="{FF2B5EF4-FFF2-40B4-BE49-F238E27FC236}">
                    <a16:creationId xmlns:a16="http://schemas.microsoft.com/office/drawing/2014/main" id="{9CD0656A-30EF-23B0-37A0-F7AD5112379A}"/>
                  </a:ext>
                </a:extLst>
              </p:cNvPr>
              <p:cNvSpPr/>
              <p:nvPr/>
            </p:nvSpPr>
            <p:spPr>
              <a:xfrm rot="10800000" flipH="1">
                <a:off x="1092955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Rectangle 1805">
                <a:extLst>
                  <a:ext uri="{FF2B5EF4-FFF2-40B4-BE49-F238E27FC236}">
                    <a16:creationId xmlns:a16="http://schemas.microsoft.com/office/drawing/2014/main" id="{CAAB8BA3-6BD4-093B-7C76-F1F93A0CDD40}"/>
                  </a:ext>
                </a:extLst>
              </p:cNvPr>
              <p:cNvSpPr/>
              <p:nvPr/>
            </p:nvSpPr>
            <p:spPr>
              <a:xfrm rot="10800000" flipH="1">
                <a:off x="1102997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07" name="Group 1806">
                <a:extLst>
                  <a:ext uri="{FF2B5EF4-FFF2-40B4-BE49-F238E27FC236}">
                    <a16:creationId xmlns:a16="http://schemas.microsoft.com/office/drawing/2014/main" id="{C1FB5550-41B0-13B4-8630-7CEFF79338D8}"/>
                  </a:ext>
                </a:extLst>
              </p:cNvPr>
              <p:cNvGrpSpPr/>
              <p:nvPr/>
            </p:nvGrpSpPr>
            <p:grpSpPr>
              <a:xfrm rot="10800000" flipH="1">
                <a:off x="7916865" y="4362172"/>
                <a:ext cx="301269" cy="301135"/>
                <a:chOff x="1051088" y="5406535"/>
                <a:chExt cx="593889" cy="593625"/>
              </a:xfrm>
              <a:solidFill>
                <a:srgbClr val="7030A0"/>
              </a:solidFill>
            </p:grpSpPr>
            <p:sp>
              <p:nvSpPr>
                <p:cNvPr id="1837" name="Rectangle 1836">
                  <a:extLst>
                    <a:ext uri="{FF2B5EF4-FFF2-40B4-BE49-F238E27FC236}">
                      <a16:creationId xmlns:a16="http://schemas.microsoft.com/office/drawing/2014/main" id="{BC961495-E929-0883-117C-D9CABA18A3F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Rectangle 1837">
                  <a:extLst>
                    <a:ext uri="{FF2B5EF4-FFF2-40B4-BE49-F238E27FC236}">
                      <a16:creationId xmlns:a16="http://schemas.microsoft.com/office/drawing/2014/main" id="{D5E68A11-A493-5C00-63EF-D07EFCC8B0E1}"/>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Rectangle 1838">
                  <a:extLst>
                    <a:ext uri="{FF2B5EF4-FFF2-40B4-BE49-F238E27FC236}">
                      <a16:creationId xmlns:a16="http://schemas.microsoft.com/office/drawing/2014/main" id="{49C7DD7E-9643-BD5A-B931-23C0C68A021C}"/>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Rectangle 1839">
                  <a:extLst>
                    <a:ext uri="{FF2B5EF4-FFF2-40B4-BE49-F238E27FC236}">
                      <a16:creationId xmlns:a16="http://schemas.microsoft.com/office/drawing/2014/main" id="{91262A5F-3528-48D9-067D-7B4E8FD59889}"/>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Rectangle 1840">
                  <a:extLst>
                    <a:ext uri="{FF2B5EF4-FFF2-40B4-BE49-F238E27FC236}">
                      <a16:creationId xmlns:a16="http://schemas.microsoft.com/office/drawing/2014/main" id="{E120F41B-3EBC-2D3A-1BB7-D3B8FFDAEA84}"/>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Rectangle 1841">
                  <a:extLst>
                    <a:ext uri="{FF2B5EF4-FFF2-40B4-BE49-F238E27FC236}">
                      <a16:creationId xmlns:a16="http://schemas.microsoft.com/office/drawing/2014/main" id="{89A192B9-B9AF-5D4B-D5AB-14F309CCE8E8}"/>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Rectangle 1842">
                  <a:extLst>
                    <a:ext uri="{FF2B5EF4-FFF2-40B4-BE49-F238E27FC236}">
                      <a16:creationId xmlns:a16="http://schemas.microsoft.com/office/drawing/2014/main" id="{DD41BD46-C3B7-C2BF-4017-B45FD8034F18}"/>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Rectangle 1843">
                  <a:extLst>
                    <a:ext uri="{FF2B5EF4-FFF2-40B4-BE49-F238E27FC236}">
                      <a16:creationId xmlns:a16="http://schemas.microsoft.com/office/drawing/2014/main" id="{7ACC9264-2DE4-6DEF-2E55-0C332C331EA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 name="Rectangle 1844">
                  <a:extLst>
                    <a:ext uri="{FF2B5EF4-FFF2-40B4-BE49-F238E27FC236}">
                      <a16:creationId xmlns:a16="http://schemas.microsoft.com/office/drawing/2014/main" id="{73E557B2-EFDE-174E-CE2E-5D71B6A6E6B8}"/>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08" name="Rectangle 1807">
                <a:extLst>
                  <a:ext uri="{FF2B5EF4-FFF2-40B4-BE49-F238E27FC236}">
                    <a16:creationId xmlns:a16="http://schemas.microsoft.com/office/drawing/2014/main" id="{1941F6BD-0D9C-2E88-7C28-7910074BE502}"/>
                  </a:ext>
                </a:extLst>
              </p:cNvPr>
              <p:cNvSpPr/>
              <p:nvPr/>
            </p:nvSpPr>
            <p:spPr>
              <a:xfrm rot="10800000" flipH="1">
                <a:off x="821813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Rectangle 1808">
                <a:extLst>
                  <a:ext uri="{FF2B5EF4-FFF2-40B4-BE49-F238E27FC236}">
                    <a16:creationId xmlns:a16="http://schemas.microsoft.com/office/drawing/2014/main" id="{47CBA564-3079-16F5-FE63-245B36952A3B}"/>
                  </a:ext>
                </a:extLst>
              </p:cNvPr>
              <p:cNvSpPr/>
              <p:nvPr/>
            </p:nvSpPr>
            <p:spPr>
              <a:xfrm rot="10800000" flipH="1">
                <a:off x="831855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Rectangle 1809">
                <a:extLst>
                  <a:ext uri="{FF2B5EF4-FFF2-40B4-BE49-F238E27FC236}">
                    <a16:creationId xmlns:a16="http://schemas.microsoft.com/office/drawing/2014/main" id="{60E27DC5-9917-9381-75BA-DC8D8CBC1D2A}"/>
                  </a:ext>
                </a:extLst>
              </p:cNvPr>
              <p:cNvSpPr/>
              <p:nvPr/>
            </p:nvSpPr>
            <p:spPr>
              <a:xfrm rot="10800000" flipH="1">
                <a:off x="841898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Rectangle 1810">
                <a:extLst>
                  <a:ext uri="{FF2B5EF4-FFF2-40B4-BE49-F238E27FC236}">
                    <a16:creationId xmlns:a16="http://schemas.microsoft.com/office/drawing/2014/main" id="{9237FD41-AB5B-0E2E-22F7-6D55D45D09C0}"/>
                  </a:ext>
                </a:extLst>
              </p:cNvPr>
              <p:cNvSpPr/>
              <p:nvPr/>
            </p:nvSpPr>
            <p:spPr>
              <a:xfrm rot="10800000" flipH="1">
                <a:off x="851940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Rectangle 1811">
                <a:extLst>
                  <a:ext uri="{FF2B5EF4-FFF2-40B4-BE49-F238E27FC236}">
                    <a16:creationId xmlns:a16="http://schemas.microsoft.com/office/drawing/2014/main" id="{5B15C3E0-B44A-833A-D8C1-111BCAFFE2C6}"/>
                  </a:ext>
                </a:extLst>
              </p:cNvPr>
              <p:cNvSpPr/>
              <p:nvPr/>
            </p:nvSpPr>
            <p:spPr>
              <a:xfrm rot="10800000" flipH="1">
                <a:off x="861982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3" name="Rectangle 1812">
                <a:extLst>
                  <a:ext uri="{FF2B5EF4-FFF2-40B4-BE49-F238E27FC236}">
                    <a16:creationId xmlns:a16="http://schemas.microsoft.com/office/drawing/2014/main" id="{B2BE4567-DA1B-2EF7-018F-BF92AAFC66E9}"/>
                  </a:ext>
                </a:extLst>
              </p:cNvPr>
              <p:cNvSpPr/>
              <p:nvPr/>
            </p:nvSpPr>
            <p:spPr>
              <a:xfrm rot="10800000" flipH="1">
                <a:off x="872024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Rectangle 1813">
                <a:extLst>
                  <a:ext uri="{FF2B5EF4-FFF2-40B4-BE49-F238E27FC236}">
                    <a16:creationId xmlns:a16="http://schemas.microsoft.com/office/drawing/2014/main" id="{ABA32A09-6535-5179-B33D-4303EB77B045}"/>
                  </a:ext>
                </a:extLst>
              </p:cNvPr>
              <p:cNvSpPr/>
              <p:nvPr/>
            </p:nvSpPr>
            <p:spPr>
              <a:xfrm rot="10800000" flipH="1">
                <a:off x="882067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Rectangle 1814">
                <a:extLst>
                  <a:ext uri="{FF2B5EF4-FFF2-40B4-BE49-F238E27FC236}">
                    <a16:creationId xmlns:a16="http://schemas.microsoft.com/office/drawing/2014/main" id="{3756E897-B15B-4F46-1E8A-43AC709E4AD1}"/>
                  </a:ext>
                </a:extLst>
              </p:cNvPr>
              <p:cNvSpPr/>
              <p:nvPr/>
            </p:nvSpPr>
            <p:spPr>
              <a:xfrm rot="10800000" flipH="1">
                <a:off x="892109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Rectangle 1815">
                <a:extLst>
                  <a:ext uri="{FF2B5EF4-FFF2-40B4-BE49-F238E27FC236}">
                    <a16:creationId xmlns:a16="http://schemas.microsoft.com/office/drawing/2014/main" id="{D00CA93C-129B-8CA4-E3AC-9BA7D3B29E9C}"/>
                  </a:ext>
                </a:extLst>
              </p:cNvPr>
              <p:cNvSpPr/>
              <p:nvPr/>
            </p:nvSpPr>
            <p:spPr>
              <a:xfrm rot="10800000" flipH="1">
                <a:off x="902151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Rectangle 1816">
                <a:extLst>
                  <a:ext uri="{FF2B5EF4-FFF2-40B4-BE49-F238E27FC236}">
                    <a16:creationId xmlns:a16="http://schemas.microsoft.com/office/drawing/2014/main" id="{5482A4F6-B451-626E-AD12-7DCC623AEB1F}"/>
                  </a:ext>
                </a:extLst>
              </p:cNvPr>
              <p:cNvSpPr/>
              <p:nvPr/>
            </p:nvSpPr>
            <p:spPr>
              <a:xfrm rot="10800000" flipH="1">
                <a:off x="912194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Rectangle 1817">
                <a:extLst>
                  <a:ext uri="{FF2B5EF4-FFF2-40B4-BE49-F238E27FC236}">
                    <a16:creationId xmlns:a16="http://schemas.microsoft.com/office/drawing/2014/main" id="{C606D2BB-CE6E-D851-921C-205DA15C20E0}"/>
                  </a:ext>
                </a:extLst>
              </p:cNvPr>
              <p:cNvSpPr/>
              <p:nvPr/>
            </p:nvSpPr>
            <p:spPr>
              <a:xfrm rot="10800000" flipH="1">
                <a:off x="922236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Rectangle 1818">
                <a:extLst>
                  <a:ext uri="{FF2B5EF4-FFF2-40B4-BE49-F238E27FC236}">
                    <a16:creationId xmlns:a16="http://schemas.microsoft.com/office/drawing/2014/main" id="{CAE0E005-300D-B4AC-2213-451270D312F5}"/>
                  </a:ext>
                </a:extLst>
              </p:cNvPr>
              <p:cNvSpPr/>
              <p:nvPr/>
            </p:nvSpPr>
            <p:spPr>
              <a:xfrm rot="10800000" flipH="1">
                <a:off x="932278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Rectangle 1819">
                <a:extLst>
                  <a:ext uri="{FF2B5EF4-FFF2-40B4-BE49-F238E27FC236}">
                    <a16:creationId xmlns:a16="http://schemas.microsoft.com/office/drawing/2014/main" id="{22C99B43-B254-9DD0-AC72-9418D362D3B4}"/>
                  </a:ext>
                </a:extLst>
              </p:cNvPr>
              <p:cNvSpPr/>
              <p:nvPr/>
            </p:nvSpPr>
            <p:spPr>
              <a:xfrm rot="10800000" flipH="1">
                <a:off x="942320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1" name="Rectangle 1820">
                <a:extLst>
                  <a:ext uri="{FF2B5EF4-FFF2-40B4-BE49-F238E27FC236}">
                    <a16:creationId xmlns:a16="http://schemas.microsoft.com/office/drawing/2014/main" id="{8A1F9B3F-FF75-060D-916F-EF976A6C06D5}"/>
                  </a:ext>
                </a:extLst>
              </p:cNvPr>
              <p:cNvSpPr/>
              <p:nvPr/>
            </p:nvSpPr>
            <p:spPr>
              <a:xfrm rot="10800000" flipH="1">
                <a:off x="952363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Rectangle 1821">
                <a:extLst>
                  <a:ext uri="{FF2B5EF4-FFF2-40B4-BE49-F238E27FC236}">
                    <a16:creationId xmlns:a16="http://schemas.microsoft.com/office/drawing/2014/main" id="{8870B457-A79D-D7A1-727C-B18E153C48D0}"/>
                  </a:ext>
                </a:extLst>
              </p:cNvPr>
              <p:cNvSpPr/>
              <p:nvPr/>
            </p:nvSpPr>
            <p:spPr>
              <a:xfrm rot="10800000" flipH="1">
                <a:off x="962405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Rectangle 1822">
                <a:extLst>
                  <a:ext uri="{FF2B5EF4-FFF2-40B4-BE49-F238E27FC236}">
                    <a16:creationId xmlns:a16="http://schemas.microsoft.com/office/drawing/2014/main" id="{75CA0D9B-3076-4B94-2739-3B9805D75760}"/>
                  </a:ext>
                </a:extLst>
              </p:cNvPr>
              <p:cNvSpPr/>
              <p:nvPr/>
            </p:nvSpPr>
            <p:spPr>
              <a:xfrm rot="10800000" flipH="1">
                <a:off x="972447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Rectangle 1823">
                <a:extLst>
                  <a:ext uri="{FF2B5EF4-FFF2-40B4-BE49-F238E27FC236}">
                    <a16:creationId xmlns:a16="http://schemas.microsoft.com/office/drawing/2014/main" id="{726AA36D-5CE1-E9CD-20B6-766DCAEFBC15}"/>
                  </a:ext>
                </a:extLst>
              </p:cNvPr>
              <p:cNvSpPr/>
              <p:nvPr/>
            </p:nvSpPr>
            <p:spPr>
              <a:xfrm rot="10800000" flipH="1">
                <a:off x="982490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Rectangle 1824">
                <a:extLst>
                  <a:ext uri="{FF2B5EF4-FFF2-40B4-BE49-F238E27FC236}">
                    <a16:creationId xmlns:a16="http://schemas.microsoft.com/office/drawing/2014/main" id="{E30E1948-EEAE-0919-9E5E-79C75D4E38E2}"/>
                  </a:ext>
                </a:extLst>
              </p:cNvPr>
              <p:cNvSpPr/>
              <p:nvPr/>
            </p:nvSpPr>
            <p:spPr>
              <a:xfrm rot="10800000" flipH="1">
                <a:off x="992532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Rectangle 1825">
                <a:extLst>
                  <a:ext uri="{FF2B5EF4-FFF2-40B4-BE49-F238E27FC236}">
                    <a16:creationId xmlns:a16="http://schemas.microsoft.com/office/drawing/2014/main" id="{2ADDA48A-0A7C-39B2-86F9-C129C8D0CE7D}"/>
                  </a:ext>
                </a:extLst>
              </p:cNvPr>
              <p:cNvSpPr/>
              <p:nvPr/>
            </p:nvSpPr>
            <p:spPr>
              <a:xfrm rot="10800000" flipH="1">
                <a:off x="1002574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Rectangle 1826">
                <a:extLst>
                  <a:ext uri="{FF2B5EF4-FFF2-40B4-BE49-F238E27FC236}">
                    <a16:creationId xmlns:a16="http://schemas.microsoft.com/office/drawing/2014/main" id="{8BB9AC7D-9257-45BA-595C-075A99BF983C}"/>
                  </a:ext>
                </a:extLst>
              </p:cNvPr>
              <p:cNvSpPr/>
              <p:nvPr/>
            </p:nvSpPr>
            <p:spPr>
              <a:xfrm rot="10800000" flipH="1">
                <a:off x="1012616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Rectangle 1827">
                <a:extLst>
                  <a:ext uri="{FF2B5EF4-FFF2-40B4-BE49-F238E27FC236}">
                    <a16:creationId xmlns:a16="http://schemas.microsoft.com/office/drawing/2014/main" id="{D6DF9F27-CDB0-3141-4CCB-2E34EBB38A3F}"/>
                  </a:ext>
                </a:extLst>
              </p:cNvPr>
              <p:cNvSpPr/>
              <p:nvPr/>
            </p:nvSpPr>
            <p:spPr>
              <a:xfrm rot="10800000" flipH="1">
                <a:off x="1022659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9" name="Rectangle 1828">
                <a:extLst>
                  <a:ext uri="{FF2B5EF4-FFF2-40B4-BE49-F238E27FC236}">
                    <a16:creationId xmlns:a16="http://schemas.microsoft.com/office/drawing/2014/main" id="{6FEF03A6-69F1-1E3D-D140-659CD6B5BAB7}"/>
                  </a:ext>
                </a:extLst>
              </p:cNvPr>
              <p:cNvSpPr/>
              <p:nvPr/>
            </p:nvSpPr>
            <p:spPr>
              <a:xfrm rot="10800000" flipH="1">
                <a:off x="1032701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Rectangle 1829">
                <a:extLst>
                  <a:ext uri="{FF2B5EF4-FFF2-40B4-BE49-F238E27FC236}">
                    <a16:creationId xmlns:a16="http://schemas.microsoft.com/office/drawing/2014/main" id="{1ADCE3D2-482F-84B3-BFDD-EBFE41C770D2}"/>
                  </a:ext>
                </a:extLst>
              </p:cNvPr>
              <p:cNvSpPr/>
              <p:nvPr/>
            </p:nvSpPr>
            <p:spPr>
              <a:xfrm rot="10800000" flipH="1">
                <a:off x="1042743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Rectangle 1830">
                <a:extLst>
                  <a:ext uri="{FF2B5EF4-FFF2-40B4-BE49-F238E27FC236}">
                    <a16:creationId xmlns:a16="http://schemas.microsoft.com/office/drawing/2014/main" id="{27B8610B-E856-61CD-942F-56FFAD8CA371}"/>
                  </a:ext>
                </a:extLst>
              </p:cNvPr>
              <p:cNvSpPr/>
              <p:nvPr/>
            </p:nvSpPr>
            <p:spPr>
              <a:xfrm rot="10800000" flipH="1">
                <a:off x="1052786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1D64A76E-0110-B4DB-826C-8196CB0831F0}"/>
                  </a:ext>
                </a:extLst>
              </p:cNvPr>
              <p:cNvSpPr/>
              <p:nvPr/>
            </p:nvSpPr>
            <p:spPr>
              <a:xfrm rot="10800000" flipH="1">
                <a:off x="1062828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Rectangle 1832">
                <a:extLst>
                  <a:ext uri="{FF2B5EF4-FFF2-40B4-BE49-F238E27FC236}">
                    <a16:creationId xmlns:a16="http://schemas.microsoft.com/office/drawing/2014/main" id="{1AC87421-6019-59B3-5499-1C2CC1743299}"/>
                  </a:ext>
                </a:extLst>
              </p:cNvPr>
              <p:cNvSpPr/>
              <p:nvPr/>
            </p:nvSpPr>
            <p:spPr>
              <a:xfrm rot="10800000" flipH="1">
                <a:off x="1072870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Rectangle 1833">
                <a:extLst>
                  <a:ext uri="{FF2B5EF4-FFF2-40B4-BE49-F238E27FC236}">
                    <a16:creationId xmlns:a16="http://schemas.microsoft.com/office/drawing/2014/main" id="{5F7FFAAF-9BA3-584B-C61E-E01D642F4FCB}"/>
                  </a:ext>
                </a:extLst>
              </p:cNvPr>
              <p:cNvSpPr/>
              <p:nvPr/>
            </p:nvSpPr>
            <p:spPr>
              <a:xfrm rot="10800000" flipH="1">
                <a:off x="1082913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Rectangle 1834">
                <a:extLst>
                  <a:ext uri="{FF2B5EF4-FFF2-40B4-BE49-F238E27FC236}">
                    <a16:creationId xmlns:a16="http://schemas.microsoft.com/office/drawing/2014/main" id="{E1AE3F92-F044-B75C-E665-918A0F2FA22B}"/>
                  </a:ext>
                </a:extLst>
              </p:cNvPr>
              <p:cNvSpPr/>
              <p:nvPr/>
            </p:nvSpPr>
            <p:spPr>
              <a:xfrm rot="10800000" flipH="1">
                <a:off x="1092955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Rectangle 1835">
                <a:extLst>
                  <a:ext uri="{FF2B5EF4-FFF2-40B4-BE49-F238E27FC236}">
                    <a16:creationId xmlns:a16="http://schemas.microsoft.com/office/drawing/2014/main" id="{79DE4D89-6082-129B-565A-D6E20F161B80}"/>
                  </a:ext>
                </a:extLst>
              </p:cNvPr>
              <p:cNvSpPr/>
              <p:nvPr/>
            </p:nvSpPr>
            <p:spPr>
              <a:xfrm rot="10800000" flipH="1">
                <a:off x="1102997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895887-6F31-69C7-9CE2-44BA873100BC}"/>
                  </a:ext>
                </a:extLst>
              </p:cNvPr>
              <p:cNvSpPr/>
              <p:nvPr/>
            </p:nvSpPr>
            <p:spPr>
              <a:xfrm rot="10800000" flipH="1">
                <a:off x="817270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AB4658-882F-D3C6-DB4B-05776A7A334B}"/>
                  </a:ext>
                </a:extLst>
              </p:cNvPr>
              <p:cNvSpPr/>
              <p:nvPr/>
            </p:nvSpPr>
            <p:spPr>
              <a:xfrm rot="10800000" flipH="1">
                <a:off x="827312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36D82A-4AF4-B1A5-CEEF-075BA1DC8111}"/>
                  </a:ext>
                </a:extLst>
              </p:cNvPr>
              <p:cNvSpPr/>
              <p:nvPr/>
            </p:nvSpPr>
            <p:spPr>
              <a:xfrm rot="10800000" flipH="1">
                <a:off x="837355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88244-C861-A6C2-9811-239B5F6B5AEC}"/>
                  </a:ext>
                </a:extLst>
              </p:cNvPr>
              <p:cNvSpPr/>
              <p:nvPr/>
            </p:nvSpPr>
            <p:spPr>
              <a:xfrm rot="10800000" flipH="1">
                <a:off x="847397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48A54D-CC1D-E065-57F7-29D44F1D49FA}"/>
                  </a:ext>
                </a:extLst>
              </p:cNvPr>
              <p:cNvSpPr/>
              <p:nvPr/>
            </p:nvSpPr>
            <p:spPr>
              <a:xfrm rot="10800000" flipH="1">
                <a:off x="857439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02C2289-EB1D-7EF9-7386-CC6289AD7DB9}"/>
                  </a:ext>
                </a:extLst>
              </p:cNvPr>
              <p:cNvSpPr/>
              <p:nvPr/>
            </p:nvSpPr>
            <p:spPr>
              <a:xfrm rot="10800000" flipH="1">
                <a:off x="867482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E3F746-1A4C-A032-114D-F4E77A250111}"/>
                  </a:ext>
                </a:extLst>
              </p:cNvPr>
              <p:cNvSpPr/>
              <p:nvPr/>
            </p:nvSpPr>
            <p:spPr>
              <a:xfrm rot="10800000" flipH="1">
                <a:off x="877524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0C85DC-5CF7-F6B9-3C81-A0CD71CFEFB7}"/>
                  </a:ext>
                </a:extLst>
              </p:cNvPr>
              <p:cNvSpPr/>
              <p:nvPr/>
            </p:nvSpPr>
            <p:spPr>
              <a:xfrm rot="10800000" flipH="1">
                <a:off x="887566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C1BB363-E2F9-704E-67B8-7814EEB7D4BF}"/>
                  </a:ext>
                </a:extLst>
              </p:cNvPr>
              <p:cNvSpPr/>
              <p:nvPr/>
            </p:nvSpPr>
            <p:spPr>
              <a:xfrm rot="10800000" flipH="1">
                <a:off x="897608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1A0DD7-7153-04AA-0F89-55B5D84BDAE6}"/>
                  </a:ext>
                </a:extLst>
              </p:cNvPr>
              <p:cNvSpPr/>
              <p:nvPr/>
            </p:nvSpPr>
            <p:spPr>
              <a:xfrm rot="10800000" flipH="1">
                <a:off x="907651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4A894CA-A78B-2290-AD1B-BC177687E03C}"/>
                  </a:ext>
                </a:extLst>
              </p:cNvPr>
              <p:cNvSpPr/>
              <p:nvPr/>
            </p:nvSpPr>
            <p:spPr>
              <a:xfrm rot="10800000" flipH="1">
                <a:off x="917693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54E28A-EC24-EEEE-1266-F27D8C106F3D}"/>
                  </a:ext>
                </a:extLst>
              </p:cNvPr>
              <p:cNvSpPr/>
              <p:nvPr/>
            </p:nvSpPr>
            <p:spPr>
              <a:xfrm rot="10800000" flipH="1">
                <a:off x="927735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7F2988F-92C6-4A35-0BCD-CBA2038B6A19}"/>
                  </a:ext>
                </a:extLst>
              </p:cNvPr>
              <p:cNvSpPr/>
              <p:nvPr/>
            </p:nvSpPr>
            <p:spPr>
              <a:xfrm rot="10800000" flipH="1">
                <a:off x="937778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446F7C9-FD84-9D98-008D-7E7D1E9C8B54}"/>
                  </a:ext>
                </a:extLst>
              </p:cNvPr>
              <p:cNvSpPr/>
              <p:nvPr/>
            </p:nvSpPr>
            <p:spPr>
              <a:xfrm rot="10800000" flipH="1">
                <a:off x="947820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4DBBC6D-DF11-B25A-2045-B94A27E23CBC}"/>
                  </a:ext>
                </a:extLst>
              </p:cNvPr>
              <p:cNvSpPr/>
              <p:nvPr/>
            </p:nvSpPr>
            <p:spPr>
              <a:xfrm rot="10800000" flipH="1">
                <a:off x="957862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10747C0-28A4-270E-A7EA-5DFA1E32F0C3}"/>
                  </a:ext>
                </a:extLst>
              </p:cNvPr>
              <p:cNvSpPr/>
              <p:nvPr/>
            </p:nvSpPr>
            <p:spPr>
              <a:xfrm rot="10800000" flipH="1">
                <a:off x="967905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7B86BF-EF6D-7580-A30C-316785C09DCD}"/>
                  </a:ext>
                </a:extLst>
              </p:cNvPr>
              <p:cNvSpPr/>
              <p:nvPr/>
            </p:nvSpPr>
            <p:spPr>
              <a:xfrm rot="10800000" flipH="1">
                <a:off x="977947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C41BFB-3105-A62E-A030-DD98FA327DCF}"/>
                  </a:ext>
                </a:extLst>
              </p:cNvPr>
              <p:cNvSpPr/>
              <p:nvPr/>
            </p:nvSpPr>
            <p:spPr>
              <a:xfrm rot="10800000" flipH="1">
                <a:off x="987989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6D31282-6B04-E929-7C42-ADF27B0DDD05}"/>
                  </a:ext>
                </a:extLst>
              </p:cNvPr>
              <p:cNvSpPr/>
              <p:nvPr/>
            </p:nvSpPr>
            <p:spPr>
              <a:xfrm rot="10800000" flipH="1">
                <a:off x="998031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C1F9A87-ABA0-2555-8466-1700F7B7889B}"/>
                  </a:ext>
                </a:extLst>
              </p:cNvPr>
              <p:cNvSpPr/>
              <p:nvPr/>
            </p:nvSpPr>
            <p:spPr>
              <a:xfrm rot="10800000" flipH="1">
                <a:off x="1008074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E5F821C-C517-F1E4-D5DD-40EC41CD86F6}"/>
                  </a:ext>
                </a:extLst>
              </p:cNvPr>
              <p:cNvSpPr/>
              <p:nvPr/>
            </p:nvSpPr>
            <p:spPr>
              <a:xfrm rot="10800000" flipH="1">
                <a:off x="1018116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5C004FA-EF9E-EA66-D9A4-AB78606EB97F}"/>
                  </a:ext>
                </a:extLst>
              </p:cNvPr>
              <p:cNvSpPr/>
              <p:nvPr/>
            </p:nvSpPr>
            <p:spPr>
              <a:xfrm rot="10800000" flipH="1">
                <a:off x="1028158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C0BC760-7A76-E5B9-E7BB-5163D80DB0D4}"/>
                  </a:ext>
                </a:extLst>
              </p:cNvPr>
              <p:cNvSpPr/>
              <p:nvPr/>
            </p:nvSpPr>
            <p:spPr>
              <a:xfrm rot="10800000" flipH="1">
                <a:off x="1038201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7941C26-5406-F867-9C85-2C3592670B22}"/>
                  </a:ext>
                </a:extLst>
              </p:cNvPr>
              <p:cNvSpPr/>
              <p:nvPr/>
            </p:nvSpPr>
            <p:spPr>
              <a:xfrm rot="10800000" flipH="1">
                <a:off x="1048243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85940D5-2AD9-BDAD-DC89-679FB980180B}"/>
                  </a:ext>
                </a:extLst>
              </p:cNvPr>
              <p:cNvSpPr/>
              <p:nvPr/>
            </p:nvSpPr>
            <p:spPr>
              <a:xfrm rot="10800000" flipH="1">
                <a:off x="1058285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D8F7F35-9BBC-6856-4413-1FA5DC1596A5}"/>
                  </a:ext>
                </a:extLst>
              </p:cNvPr>
              <p:cNvSpPr/>
              <p:nvPr/>
            </p:nvSpPr>
            <p:spPr>
              <a:xfrm rot="10800000" flipH="1">
                <a:off x="1068327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65CF598-1113-CF6E-51C6-4A3FDF12FB0F}"/>
                  </a:ext>
                </a:extLst>
              </p:cNvPr>
              <p:cNvSpPr/>
              <p:nvPr/>
            </p:nvSpPr>
            <p:spPr>
              <a:xfrm rot="10800000" flipH="1">
                <a:off x="1078370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437366C-8123-A594-E5C1-4FABAA16D945}"/>
                  </a:ext>
                </a:extLst>
              </p:cNvPr>
              <p:cNvSpPr/>
              <p:nvPr/>
            </p:nvSpPr>
            <p:spPr>
              <a:xfrm rot="10800000" flipH="1">
                <a:off x="1088412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7153A22-27BA-D212-3C80-B75FFEE0B724}"/>
                  </a:ext>
                </a:extLst>
              </p:cNvPr>
              <p:cNvSpPr/>
              <p:nvPr/>
            </p:nvSpPr>
            <p:spPr>
              <a:xfrm rot="10800000" flipH="1">
                <a:off x="1098454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7ADFF540-0B81-E1FE-410E-AE3CA856FCC0}"/>
                  </a:ext>
                </a:extLst>
              </p:cNvPr>
              <p:cNvGrpSpPr/>
              <p:nvPr/>
            </p:nvGrpSpPr>
            <p:grpSpPr>
              <a:xfrm rot="10800000" flipH="1">
                <a:off x="7871437" y="4419145"/>
                <a:ext cx="3213534" cy="100423"/>
                <a:chOff x="1743959" y="2564091"/>
                <a:chExt cx="6334816" cy="197963"/>
              </a:xfrm>
              <a:solidFill>
                <a:schemeClr val="bg1"/>
              </a:solidFill>
            </p:grpSpPr>
            <p:sp>
              <p:nvSpPr>
                <p:cNvPr id="1653" name="Rectangle 1652">
                  <a:extLst>
                    <a:ext uri="{FF2B5EF4-FFF2-40B4-BE49-F238E27FC236}">
                      <a16:creationId xmlns:a16="http://schemas.microsoft.com/office/drawing/2014/main" id="{037CA75F-3AEE-2DCD-0DEE-05A8AE1B0BB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Rectangle 1653">
                  <a:extLst>
                    <a:ext uri="{FF2B5EF4-FFF2-40B4-BE49-F238E27FC236}">
                      <a16:creationId xmlns:a16="http://schemas.microsoft.com/office/drawing/2014/main" id="{06DBD305-C5C7-5C9B-CAC9-9687CF423E9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Rectangle 1654">
                  <a:extLst>
                    <a:ext uri="{FF2B5EF4-FFF2-40B4-BE49-F238E27FC236}">
                      <a16:creationId xmlns:a16="http://schemas.microsoft.com/office/drawing/2014/main" id="{6EF863F6-649A-E09D-3194-8FB9C2944AE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Rectangle 1655">
                  <a:extLst>
                    <a:ext uri="{FF2B5EF4-FFF2-40B4-BE49-F238E27FC236}">
                      <a16:creationId xmlns:a16="http://schemas.microsoft.com/office/drawing/2014/main" id="{EF0AF3A1-98EE-D821-3A4C-69EA49E4A949}"/>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Rectangle 1656">
                  <a:extLst>
                    <a:ext uri="{FF2B5EF4-FFF2-40B4-BE49-F238E27FC236}">
                      <a16:creationId xmlns:a16="http://schemas.microsoft.com/office/drawing/2014/main" id="{79294986-2D03-9F51-27F7-4191177A5F62}"/>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Rectangle 1657">
                  <a:extLst>
                    <a:ext uri="{FF2B5EF4-FFF2-40B4-BE49-F238E27FC236}">
                      <a16:creationId xmlns:a16="http://schemas.microsoft.com/office/drawing/2014/main" id="{2AEBFC98-E595-7DD7-4DE1-7A78949552B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Rectangle 1658">
                  <a:extLst>
                    <a:ext uri="{FF2B5EF4-FFF2-40B4-BE49-F238E27FC236}">
                      <a16:creationId xmlns:a16="http://schemas.microsoft.com/office/drawing/2014/main" id="{3459CA2C-516E-67DB-2F78-64007E9EF69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Rectangle 1659">
                  <a:extLst>
                    <a:ext uri="{FF2B5EF4-FFF2-40B4-BE49-F238E27FC236}">
                      <a16:creationId xmlns:a16="http://schemas.microsoft.com/office/drawing/2014/main" id="{4BE30092-52D0-E880-7594-37C171C515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978587E2-C413-0CEE-5D15-5CF2009A9D6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Rectangle 1661">
                  <a:extLst>
                    <a:ext uri="{FF2B5EF4-FFF2-40B4-BE49-F238E27FC236}">
                      <a16:creationId xmlns:a16="http://schemas.microsoft.com/office/drawing/2014/main" id="{2F9B70CC-E1D1-48CB-E1D1-9A59AC4580E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Rectangle 1662">
                  <a:extLst>
                    <a:ext uri="{FF2B5EF4-FFF2-40B4-BE49-F238E27FC236}">
                      <a16:creationId xmlns:a16="http://schemas.microsoft.com/office/drawing/2014/main" id="{FE3E487B-81CC-0B6D-71A6-AD0B259FA99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Rectangle 1663">
                  <a:extLst>
                    <a:ext uri="{FF2B5EF4-FFF2-40B4-BE49-F238E27FC236}">
                      <a16:creationId xmlns:a16="http://schemas.microsoft.com/office/drawing/2014/main" id="{4A62DF50-58BB-F23E-50E2-BA67BC6B7E57}"/>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Rectangle 1664">
                  <a:extLst>
                    <a:ext uri="{FF2B5EF4-FFF2-40B4-BE49-F238E27FC236}">
                      <a16:creationId xmlns:a16="http://schemas.microsoft.com/office/drawing/2014/main" id="{C506F4D2-90B2-A25C-7424-5C80940EA26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Rectangle 1665">
                  <a:extLst>
                    <a:ext uri="{FF2B5EF4-FFF2-40B4-BE49-F238E27FC236}">
                      <a16:creationId xmlns:a16="http://schemas.microsoft.com/office/drawing/2014/main" id="{3435084A-6563-7423-00D2-411F92969E6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Rectangle 1666">
                  <a:extLst>
                    <a:ext uri="{FF2B5EF4-FFF2-40B4-BE49-F238E27FC236}">
                      <a16:creationId xmlns:a16="http://schemas.microsoft.com/office/drawing/2014/main" id="{1C11FEC6-8BFF-459A-7172-1DBB2E1692F9}"/>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Rectangle 1667">
                  <a:extLst>
                    <a:ext uri="{FF2B5EF4-FFF2-40B4-BE49-F238E27FC236}">
                      <a16:creationId xmlns:a16="http://schemas.microsoft.com/office/drawing/2014/main" id="{FCC4218F-8E30-9900-55F5-47974938476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9" name="Rectangle 1668">
                  <a:extLst>
                    <a:ext uri="{FF2B5EF4-FFF2-40B4-BE49-F238E27FC236}">
                      <a16:creationId xmlns:a16="http://schemas.microsoft.com/office/drawing/2014/main" id="{0F1911E3-87C1-D233-9152-6FBA01D568A7}"/>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Rectangle 1669">
                  <a:extLst>
                    <a:ext uri="{FF2B5EF4-FFF2-40B4-BE49-F238E27FC236}">
                      <a16:creationId xmlns:a16="http://schemas.microsoft.com/office/drawing/2014/main" id="{6DE1509A-BC29-2A2A-5BDB-A7FD005C96CF}"/>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Rectangle 1670">
                  <a:extLst>
                    <a:ext uri="{FF2B5EF4-FFF2-40B4-BE49-F238E27FC236}">
                      <a16:creationId xmlns:a16="http://schemas.microsoft.com/office/drawing/2014/main" id="{CC845820-100C-92C6-5418-0916A438C6C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Rectangle 1671">
                  <a:extLst>
                    <a:ext uri="{FF2B5EF4-FFF2-40B4-BE49-F238E27FC236}">
                      <a16:creationId xmlns:a16="http://schemas.microsoft.com/office/drawing/2014/main" id="{1E09D790-651C-E2BE-54B6-BFC0B78B453B}"/>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Rectangle 1672">
                  <a:extLst>
                    <a:ext uri="{FF2B5EF4-FFF2-40B4-BE49-F238E27FC236}">
                      <a16:creationId xmlns:a16="http://schemas.microsoft.com/office/drawing/2014/main" id="{BFD2A8F6-D4AC-9E10-5B02-0A46D8BEBE43}"/>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Rectangle 1673">
                  <a:extLst>
                    <a:ext uri="{FF2B5EF4-FFF2-40B4-BE49-F238E27FC236}">
                      <a16:creationId xmlns:a16="http://schemas.microsoft.com/office/drawing/2014/main" id="{DCD10748-BA82-1D2D-E38F-3C1DFFE2941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Rectangle 1674">
                  <a:extLst>
                    <a:ext uri="{FF2B5EF4-FFF2-40B4-BE49-F238E27FC236}">
                      <a16:creationId xmlns:a16="http://schemas.microsoft.com/office/drawing/2014/main" id="{95C9FBCC-0CE1-5169-01A3-199C63A6C4D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Rectangle 1675">
                  <a:extLst>
                    <a:ext uri="{FF2B5EF4-FFF2-40B4-BE49-F238E27FC236}">
                      <a16:creationId xmlns:a16="http://schemas.microsoft.com/office/drawing/2014/main" id="{9A544973-F25D-5B3E-CB75-9775081B1CE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7" name="Rectangle 1676">
                  <a:extLst>
                    <a:ext uri="{FF2B5EF4-FFF2-40B4-BE49-F238E27FC236}">
                      <a16:creationId xmlns:a16="http://schemas.microsoft.com/office/drawing/2014/main" id="{31E843EF-E8E4-54A9-1D52-27652B2A1F4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Rectangle 1677">
                  <a:extLst>
                    <a:ext uri="{FF2B5EF4-FFF2-40B4-BE49-F238E27FC236}">
                      <a16:creationId xmlns:a16="http://schemas.microsoft.com/office/drawing/2014/main" id="{1F022D55-07B3-6A22-F51C-CF47AF4D571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Rectangle 1678">
                  <a:extLst>
                    <a:ext uri="{FF2B5EF4-FFF2-40B4-BE49-F238E27FC236}">
                      <a16:creationId xmlns:a16="http://schemas.microsoft.com/office/drawing/2014/main" id="{62561A1B-D6A1-9E4C-9DCF-CE6560101F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309B2A54-A853-B9B0-8982-D3CEC3993C3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1" name="Rectangle 1680">
                  <a:extLst>
                    <a:ext uri="{FF2B5EF4-FFF2-40B4-BE49-F238E27FC236}">
                      <a16:creationId xmlns:a16="http://schemas.microsoft.com/office/drawing/2014/main" id="{A7411F2D-575C-A21D-5F28-4B9FF3033272}"/>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Rectangle 1681">
                  <a:extLst>
                    <a:ext uri="{FF2B5EF4-FFF2-40B4-BE49-F238E27FC236}">
                      <a16:creationId xmlns:a16="http://schemas.microsoft.com/office/drawing/2014/main" id="{B1D61E72-8695-5F29-4EF4-84E758DD5E9C}"/>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3" name="Rectangle 1682">
                  <a:extLst>
                    <a:ext uri="{FF2B5EF4-FFF2-40B4-BE49-F238E27FC236}">
                      <a16:creationId xmlns:a16="http://schemas.microsoft.com/office/drawing/2014/main" id="{49626B5E-47C1-6E9B-2A89-9009992334D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4" name="Rectangle 1683">
                  <a:extLst>
                    <a:ext uri="{FF2B5EF4-FFF2-40B4-BE49-F238E27FC236}">
                      <a16:creationId xmlns:a16="http://schemas.microsoft.com/office/drawing/2014/main" id="{4AB3E0DB-FA18-C79D-F86D-E299A15CE9EB}"/>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3511CA44-CC8E-6C03-8F9B-D3F259796D9F}"/>
                  </a:ext>
                </a:extLst>
              </p:cNvPr>
              <p:cNvGrpSpPr/>
              <p:nvPr/>
            </p:nvGrpSpPr>
            <p:grpSpPr>
              <a:xfrm rot="10800000" flipH="1">
                <a:off x="7871437" y="4318722"/>
                <a:ext cx="3213534" cy="100423"/>
                <a:chOff x="1743959" y="2564091"/>
                <a:chExt cx="6334816" cy="197963"/>
              </a:xfrm>
              <a:solidFill>
                <a:schemeClr val="bg1"/>
              </a:solidFill>
            </p:grpSpPr>
            <p:sp>
              <p:nvSpPr>
                <p:cNvPr id="1621" name="Rectangle 1620">
                  <a:extLst>
                    <a:ext uri="{FF2B5EF4-FFF2-40B4-BE49-F238E27FC236}">
                      <a16:creationId xmlns:a16="http://schemas.microsoft.com/office/drawing/2014/main" id="{82AB30E9-00E1-8D2F-13C3-F8805AFCC7AB}"/>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Rectangle 1621">
                  <a:extLst>
                    <a:ext uri="{FF2B5EF4-FFF2-40B4-BE49-F238E27FC236}">
                      <a16:creationId xmlns:a16="http://schemas.microsoft.com/office/drawing/2014/main" id="{DDDFFD04-7420-FF68-1212-888FA7F0C26E}"/>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Rectangle 1622">
                  <a:extLst>
                    <a:ext uri="{FF2B5EF4-FFF2-40B4-BE49-F238E27FC236}">
                      <a16:creationId xmlns:a16="http://schemas.microsoft.com/office/drawing/2014/main" id="{D96C6BF7-BC38-2B44-7585-34270C85657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Rectangle 1623">
                  <a:extLst>
                    <a:ext uri="{FF2B5EF4-FFF2-40B4-BE49-F238E27FC236}">
                      <a16:creationId xmlns:a16="http://schemas.microsoft.com/office/drawing/2014/main" id="{9EE733AE-008C-B8D4-F119-4AB2948E8E4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Rectangle 1624">
                  <a:extLst>
                    <a:ext uri="{FF2B5EF4-FFF2-40B4-BE49-F238E27FC236}">
                      <a16:creationId xmlns:a16="http://schemas.microsoft.com/office/drawing/2014/main" id="{1E48E4C5-BB5C-361D-1F60-8AB062A9376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Rectangle 1625">
                  <a:extLst>
                    <a:ext uri="{FF2B5EF4-FFF2-40B4-BE49-F238E27FC236}">
                      <a16:creationId xmlns:a16="http://schemas.microsoft.com/office/drawing/2014/main" id="{D8FCD695-F3AD-268F-CF58-C7D592951BD4}"/>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Rectangle 1626">
                  <a:extLst>
                    <a:ext uri="{FF2B5EF4-FFF2-40B4-BE49-F238E27FC236}">
                      <a16:creationId xmlns:a16="http://schemas.microsoft.com/office/drawing/2014/main" id="{466E3400-4F4F-EDBD-0941-2754B2513B9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Rectangle 1627">
                  <a:extLst>
                    <a:ext uri="{FF2B5EF4-FFF2-40B4-BE49-F238E27FC236}">
                      <a16:creationId xmlns:a16="http://schemas.microsoft.com/office/drawing/2014/main" id="{3EA7E00E-73BC-159E-2DEB-81AA6D5671F1}"/>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Rectangle 1628">
                  <a:extLst>
                    <a:ext uri="{FF2B5EF4-FFF2-40B4-BE49-F238E27FC236}">
                      <a16:creationId xmlns:a16="http://schemas.microsoft.com/office/drawing/2014/main" id="{5AA83461-76AE-9EF9-C17D-23849A0AE67D}"/>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Rectangle 1629">
                  <a:extLst>
                    <a:ext uri="{FF2B5EF4-FFF2-40B4-BE49-F238E27FC236}">
                      <a16:creationId xmlns:a16="http://schemas.microsoft.com/office/drawing/2014/main" id="{223BA4A3-D638-4CA1-598D-8B2A5A21CB7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Rectangle 1630">
                  <a:extLst>
                    <a:ext uri="{FF2B5EF4-FFF2-40B4-BE49-F238E27FC236}">
                      <a16:creationId xmlns:a16="http://schemas.microsoft.com/office/drawing/2014/main" id="{A53201BD-2FFB-2231-53EF-0050317A867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Rectangle 1631">
                  <a:extLst>
                    <a:ext uri="{FF2B5EF4-FFF2-40B4-BE49-F238E27FC236}">
                      <a16:creationId xmlns:a16="http://schemas.microsoft.com/office/drawing/2014/main" id="{D827F4DD-2494-336E-3A82-B7C4943C8EDA}"/>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Rectangle 1632">
                  <a:extLst>
                    <a:ext uri="{FF2B5EF4-FFF2-40B4-BE49-F238E27FC236}">
                      <a16:creationId xmlns:a16="http://schemas.microsoft.com/office/drawing/2014/main" id="{6B55ADCA-06BE-2F80-615B-52DBED788639}"/>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Rectangle 1633">
                  <a:extLst>
                    <a:ext uri="{FF2B5EF4-FFF2-40B4-BE49-F238E27FC236}">
                      <a16:creationId xmlns:a16="http://schemas.microsoft.com/office/drawing/2014/main" id="{1D68E784-44E6-625E-DAD4-E0B54B425BB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Rectangle 1634">
                  <a:extLst>
                    <a:ext uri="{FF2B5EF4-FFF2-40B4-BE49-F238E27FC236}">
                      <a16:creationId xmlns:a16="http://schemas.microsoft.com/office/drawing/2014/main" id="{C492EB10-2CDC-7E83-CCC2-22ACED38AD1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Rectangle 1635">
                  <a:extLst>
                    <a:ext uri="{FF2B5EF4-FFF2-40B4-BE49-F238E27FC236}">
                      <a16:creationId xmlns:a16="http://schemas.microsoft.com/office/drawing/2014/main" id="{E1BB4C52-CCA9-D28F-5A23-5E955A30BD72}"/>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7" name="Rectangle 1636">
                  <a:extLst>
                    <a:ext uri="{FF2B5EF4-FFF2-40B4-BE49-F238E27FC236}">
                      <a16:creationId xmlns:a16="http://schemas.microsoft.com/office/drawing/2014/main" id="{FFA7BAEE-BFDD-389C-CBEB-46334638CC3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Rectangle 1637">
                  <a:extLst>
                    <a:ext uri="{FF2B5EF4-FFF2-40B4-BE49-F238E27FC236}">
                      <a16:creationId xmlns:a16="http://schemas.microsoft.com/office/drawing/2014/main" id="{C6AE4336-BDC8-4547-C329-CCC499805BC2}"/>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Rectangle 1638">
                  <a:extLst>
                    <a:ext uri="{FF2B5EF4-FFF2-40B4-BE49-F238E27FC236}">
                      <a16:creationId xmlns:a16="http://schemas.microsoft.com/office/drawing/2014/main" id="{9D3F9E0A-9C18-44BD-8E74-43941014627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Rectangle 1639">
                  <a:extLst>
                    <a:ext uri="{FF2B5EF4-FFF2-40B4-BE49-F238E27FC236}">
                      <a16:creationId xmlns:a16="http://schemas.microsoft.com/office/drawing/2014/main" id="{46888A5E-C635-5E82-1F79-6FE594D5DAC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Rectangle 1640">
                  <a:extLst>
                    <a:ext uri="{FF2B5EF4-FFF2-40B4-BE49-F238E27FC236}">
                      <a16:creationId xmlns:a16="http://schemas.microsoft.com/office/drawing/2014/main" id="{99B82E8E-B865-4FB5-E502-1901D421B84E}"/>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Rectangle 1641">
                  <a:extLst>
                    <a:ext uri="{FF2B5EF4-FFF2-40B4-BE49-F238E27FC236}">
                      <a16:creationId xmlns:a16="http://schemas.microsoft.com/office/drawing/2014/main" id="{4082F0BA-0967-2072-AF01-4CAD49CA6D13}"/>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Rectangle 1642">
                  <a:extLst>
                    <a:ext uri="{FF2B5EF4-FFF2-40B4-BE49-F238E27FC236}">
                      <a16:creationId xmlns:a16="http://schemas.microsoft.com/office/drawing/2014/main" id="{543B3B8B-F018-B5E0-109E-433F5292369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Rectangle 1643">
                  <a:extLst>
                    <a:ext uri="{FF2B5EF4-FFF2-40B4-BE49-F238E27FC236}">
                      <a16:creationId xmlns:a16="http://schemas.microsoft.com/office/drawing/2014/main" id="{5F8F8064-AE38-298E-66D5-D69B6FA8CC9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5" name="Rectangle 1644">
                  <a:extLst>
                    <a:ext uri="{FF2B5EF4-FFF2-40B4-BE49-F238E27FC236}">
                      <a16:creationId xmlns:a16="http://schemas.microsoft.com/office/drawing/2014/main" id="{67C98FC4-3ED5-05EE-9E80-991ACC407E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Rectangle 1645">
                  <a:extLst>
                    <a:ext uri="{FF2B5EF4-FFF2-40B4-BE49-F238E27FC236}">
                      <a16:creationId xmlns:a16="http://schemas.microsoft.com/office/drawing/2014/main" id="{F40377A0-2D1E-499D-BA8E-485069E06FF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Rectangle 1646">
                  <a:extLst>
                    <a:ext uri="{FF2B5EF4-FFF2-40B4-BE49-F238E27FC236}">
                      <a16:creationId xmlns:a16="http://schemas.microsoft.com/office/drawing/2014/main" id="{33B5BC68-0718-25A2-9414-65017492EE7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Rectangle 1647">
                  <a:extLst>
                    <a:ext uri="{FF2B5EF4-FFF2-40B4-BE49-F238E27FC236}">
                      <a16:creationId xmlns:a16="http://schemas.microsoft.com/office/drawing/2014/main" id="{6D8E6A5B-F4C7-AAE9-BD47-DAAE822FC92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Rectangle 1648">
                  <a:extLst>
                    <a:ext uri="{FF2B5EF4-FFF2-40B4-BE49-F238E27FC236}">
                      <a16:creationId xmlns:a16="http://schemas.microsoft.com/office/drawing/2014/main" id="{29B39D37-A4A4-E163-30A7-FC44DA6CE6CE}"/>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Rectangle 1649">
                  <a:extLst>
                    <a:ext uri="{FF2B5EF4-FFF2-40B4-BE49-F238E27FC236}">
                      <a16:creationId xmlns:a16="http://schemas.microsoft.com/office/drawing/2014/main" id="{C60AB162-7B57-BE43-69B9-0BB585CB6826}"/>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Rectangle 1650">
                  <a:extLst>
                    <a:ext uri="{FF2B5EF4-FFF2-40B4-BE49-F238E27FC236}">
                      <a16:creationId xmlns:a16="http://schemas.microsoft.com/office/drawing/2014/main" id="{61AED839-2AD4-A96E-1B40-D4356DCB282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Rectangle 1651">
                  <a:extLst>
                    <a:ext uri="{FF2B5EF4-FFF2-40B4-BE49-F238E27FC236}">
                      <a16:creationId xmlns:a16="http://schemas.microsoft.com/office/drawing/2014/main" id="{C7B810BF-D677-BAF3-FC74-85FCF39AA82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C6228D9C-5C86-9869-1AF1-869470DA6591}"/>
                  </a:ext>
                </a:extLst>
              </p:cNvPr>
              <p:cNvGrpSpPr/>
              <p:nvPr/>
            </p:nvGrpSpPr>
            <p:grpSpPr>
              <a:xfrm rot="10800000" flipH="1">
                <a:off x="7822406" y="4473849"/>
                <a:ext cx="350300" cy="146008"/>
                <a:chOff x="1150032" y="5207038"/>
                <a:chExt cx="690543" cy="287825"/>
              </a:xfrm>
              <a:solidFill>
                <a:srgbClr val="7030A0"/>
              </a:solidFill>
            </p:grpSpPr>
            <p:sp>
              <p:nvSpPr>
                <p:cNvPr id="1615" name="Rectangle 1614">
                  <a:extLst>
                    <a:ext uri="{FF2B5EF4-FFF2-40B4-BE49-F238E27FC236}">
                      <a16:creationId xmlns:a16="http://schemas.microsoft.com/office/drawing/2014/main" id="{9CBEB711-D9FC-6557-8472-5CA8C50A5A9E}"/>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Rectangle 1615">
                  <a:extLst>
                    <a:ext uri="{FF2B5EF4-FFF2-40B4-BE49-F238E27FC236}">
                      <a16:creationId xmlns:a16="http://schemas.microsoft.com/office/drawing/2014/main" id="{62077D36-811D-4D55-8F6A-CFFA7DF32BBF}"/>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6D13FD86-DD03-1E07-702D-B2A6AEF1CF15}"/>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Rectangle 1617">
                  <a:extLst>
                    <a:ext uri="{FF2B5EF4-FFF2-40B4-BE49-F238E27FC236}">
                      <a16:creationId xmlns:a16="http://schemas.microsoft.com/office/drawing/2014/main" id="{91CC2388-2438-8227-E14E-FE22B385FB18}"/>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Rectangle 1618">
                  <a:extLst>
                    <a:ext uri="{FF2B5EF4-FFF2-40B4-BE49-F238E27FC236}">
                      <a16:creationId xmlns:a16="http://schemas.microsoft.com/office/drawing/2014/main" id="{59745458-4E35-D325-FE7E-E59EBA125CBA}"/>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Rectangle 1619">
                  <a:extLst>
                    <a:ext uri="{FF2B5EF4-FFF2-40B4-BE49-F238E27FC236}">
                      <a16:creationId xmlns:a16="http://schemas.microsoft.com/office/drawing/2014/main" id="{481D5314-D64C-F880-6C33-521AEFCB2B10}"/>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51">
                <a:extLst>
                  <a:ext uri="{FF2B5EF4-FFF2-40B4-BE49-F238E27FC236}">
                    <a16:creationId xmlns:a16="http://schemas.microsoft.com/office/drawing/2014/main" id="{3F78EFA0-E363-2BE2-9933-92F905E7B732}"/>
                  </a:ext>
                </a:extLst>
              </p:cNvPr>
              <p:cNvSpPr/>
              <p:nvPr/>
            </p:nvSpPr>
            <p:spPr>
              <a:xfrm rot="10800000" flipH="1">
                <a:off x="812367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211684F-A074-0BDD-50FD-94168A82860D}"/>
                  </a:ext>
                </a:extLst>
              </p:cNvPr>
              <p:cNvSpPr/>
              <p:nvPr/>
            </p:nvSpPr>
            <p:spPr>
              <a:xfrm rot="10800000" flipH="1">
                <a:off x="822409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C04D9A4-C095-F85B-BC90-E60958B2E3A1}"/>
                  </a:ext>
                </a:extLst>
              </p:cNvPr>
              <p:cNvSpPr/>
              <p:nvPr/>
            </p:nvSpPr>
            <p:spPr>
              <a:xfrm rot="10800000" flipH="1">
                <a:off x="832452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BA4C411-6569-F45E-9B54-65D68D1BE454}"/>
                  </a:ext>
                </a:extLst>
              </p:cNvPr>
              <p:cNvSpPr/>
              <p:nvPr/>
            </p:nvSpPr>
            <p:spPr>
              <a:xfrm rot="10800000" flipH="1">
                <a:off x="842494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3CB1F2F-50DE-82C5-7E8F-AFDF03BFB5A3}"/>
                  </a:ext>
                </a:extLst>
              </p:cNvPr>
              <p:cNvSpPr/>
              <p:nvPr/>
            </p:nvSpPr>
            <p:spPr>
              <a:xfrm rot="10800000" flipH="1">
                <a:off x="852536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47AB962-1290-9F41-DF47-294B8404E6D9}"/>
                  </a:ext>
                </a:extLst>
              </p:cNvPr>
              <p:cNvSpPr/>
              <p:nvPr/>
            </p:nvSpPr>
            <p:spPr>
              <a:xfrm rot="10800000" flipH="1">
                <a:off x="862579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5B045BC-F6FD-6202-741C-FF8596F03A35}"/>
                  </a:ext>
                </a:extLst>
              </p:cNvPr>
              <p:cNvSpPr/>
              <p:nvPr/>
            </p:nvSpPr>
            <p:spPr>
              <a:xfrm rot="10800000" flipH="1">
                <a:off x="872621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67737C89-DC88-B1E4-1D68-B514F5921B9A}"/>
                  </a:ext>
                </a:extLst>
              </p:cNvPr>
              <p:cNvSpPr/>
              <p:nvPr/>
            </p:nvSpPr>
            <p:spPr>
              <a:xfrm rot="10800000" flipH="1">
                <a:off x="882663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62D1FD6-755F-9786-24DC-4AB6D2D7CBAD}"/>
                  </a:ext>
                </a:extLst>
              </p:cNvPr>
              <p:cNvSpPr/>
              <p:nvPr/>
            </p:nvSpPr>
            <p:spPr>
              <a:xfrm rot="10800000" flipH="1">
                <a:off x="892705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52229797-9E43-A226-9E63-14F6A86A9B9D}"/>
                  </a:ext>
                </a:extLst>
              </p:cNvPr>
              <p:cNvSpPr/>
              <p:nvPr/>
            </p:nvSpPr>
            <p:spPr>
              <a:xfrm rot="10800000" flipH="1">
                <a:off x="902748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DB8DF2B9-5470-EC02-9552-7B66D0244230}"/>
                  </a:ext>
                </a:extLst>
              </p:cNvPr>
              <p:cNvSpPr/>
              <p:nvPr/>
            </p:nvSpPr>
            <p:spPr>
              <a:xfrm rot="10800000" flipH="1">
                <a:off x="912790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5962B170-DD71-4073-C954-C34E88747B8C}"/>
                  </a:ext>
                </a:extLst>
              </p:cNvPr>
              <p:cNvSpPr/>
              <p:nvPr/>
            </p:nvSpPr>
            <p:spPr>
              <a:xfrm rot="10800000" flipH="1">
                <a:off x="922832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2D0368E-293B-AD09-2E4A-EF03F8E09405}"/>
                  </a:ext>
                </a:extLst>
              </p:cNvPr>
              <p:cNvSpPr/>
              <p:nvPr/>
            </p:nvSpPr>
            <p:spPr>
              <a:xfrm rot="10800000" flipH="1">
                <a:off x="932875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4A81D18E-3993-204A-5FC9-ACE41173FCAA}"/>
                  </a:ext>
                </a:extLst>
              </p:cNvPr>
              <p:cNvSpPr/>
              <p:nvPr/>
            </p:nvSpPr>
            <p:spPr>
              <a:xfrm rot="10800000" flipH="1">
                <a:off x="942917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AEC28763-C726-7881-41FE-DEBC16FCCF06}"/>
                  </a:ext>
                </a:extLst>
              </p:cNvPr>
              <p:cNvSpPr/>
              <p:nvPr/>
            </p:nvSpPr>
            <p:spPr>
              <a:xfrm rot="10800000" flipH="1">
                <a:off x="952959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48A4AB46-72BE-D800-C1A1-3B20CFE53151}"/>
                  </a:ext>
                </a:extLst>
              </p:cNvPr>
              <p:cNvSpPr/>
              <p:nvPr/>
            </p:nvSpPr>
            <p:spPr>
              <a:xfrm rot="10800000" flipH="1">
                <a:off x="963001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AAB1E832-1249-241E-353E-78690C9A3541}"/>
                  </a:ext>
                </a:extLst>
              </p:cNvPr>
              <p:cNvSpPr/>
              <p:nvPr/>
            </p:nvSpPr>
            <p:spPr>
              <a:xfrm rot="10800000" flipH="1">
                <a:off x="973044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B41DB6C0-8B16-9C96-5D76-763E4CD26BF7}"/>
                  </a:ext>
                </a:extLst>
              </p:cNvPr>
              <p:cNvSpPr/>
              <p:nvPr/>
            </p:nvSpPr>
            <p:spPr>
              <a:xfrm rot="10800000" flipH="1">
                <a:off x="983086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5557A11A-589B-0548-90DA-D4BA7ADC4476}"/>
                  </a:ext>
                </a:extLst>
              </p:cNvPr>
              <p:cNvSpPr/>
              <p:nvPr/>
            </p:nvSpPr>
            <p:spPr>
              <a:xfrm rot="10800000" flipH="1">
                <a:off x="993128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D0F8A9CC-69BB-DB83-4844-62D13E8D39BC}"/>
                  </a:ext>
                </a:extLst>
              </p:cNvPr>
              <p:cNvSpPr/>
              <p:nvPr/>
            </p:nvSpPr>
            <p:spPr>
              <a:xfrm rot="10800000" flipH="1">
                <a:off x="1003171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398A6D0A-6383-FF23-702D-562464EA9F84}"/>
                  </a:ext>
                </a:extLst>
              </p:cNvPr>
              <p:cNvSpPr/>
              <p:nvPr/>
            </p:nvSpPr>
            <p:spPr>
              <a:xfrm rot="10800000" flipH="1">
                <a:off x="1013213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37E48C78-A416-1090-0625-C2A60BF7B3A1}"/>
                  </a:ext>
                </a:extLst>
              </p:cNvPr>
              <p:cNvSpPr/>
              <p:nvPr/>
            </p:nvSpPr>
            <p:spPr>
              <a:xfrm rot="10800000" flipH="1">
                <a:off x="1023255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AA045DEC-FF2A-7B5E-13B3-26F3D2217067}"/>
                  </a:ext>
                </a:extLst>
              </p:cNvPr>
              <p:cNvSpPr/>
              <p:nvPr/>
            </p:nvSpPr>
            <p:spPr>
              <a:xfrm rot="10800000" flipH="1">
                <a:off x="1033298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01F73593-79EB-A049-48C5-E36E56F76C4C}"/>
                  </a:ext>
                </a:extLst>
              </p:cNvPr>
              <p:cNvSpPr/>
              <p:nvPr/>
            </p:nvSpPr>
            <p:spPr>
              <a:xfrm rot="10800000" flipH="1">
                <a:off x="1043340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Rectangle 641">
                <a:extLst>
                  <a:ext uri="{FF2B5EF4-FFF2-40B4-BE49-F238E27FC236}">
                    <a16:creationId xmlns:a16="http://schemas.microsoft.com/office/drawing/2014/main" id="{B6C2E0CF-7D72-D655-C6D2-1E6037A45302}"/>
                  </a:ext>
                </a:extLst>
              </p:cNvPr>
              <p:cNvSpPr/>
              <p:nvPr/>
            </p:nvSpPr>
            <p:spPr>
              <a:xfrm rot="10800000" flipH="1">
                <a:off x="1053382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Rectangle 642">
                <a:extLst>
                  <a:ext uri="{FF2B5EF4-FFF2-40B4-BE49-F238E27FC236}">
                    <a16:creationId xmlns:a16="http://schemas.microsoft.com/office/drawing/2014/main" id="{F96EA5CC-6703-1BF3-1812-2946216CD03E}"/>
                  </a:ext>
                </a:extLst>
              </p:cNvPr>
              <p:cNvSpPr/>
              <p:nvPr/>
            </p:nvSpPr>
            <p:spPr>
              <a:xfrm rot="10800000" flipH="1">
                <a:off x="1063424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Rectangle 643">
                <a:extLst>
                  <a:ext uri="{FF2B5EF4-FFF2-40B4-BE49-F238E27FC236}">
                    <a16:creationId xmlns:a16="http://schemas.microsoft.com/office/drawing/2014/main" id="{9EDED814-F57A-2CE4-93A2-C580641C2519}"/>
                  </a:ext>
                </a:extLst>
              </p:cNvPr>
              <p:cNvSpPr/>
              <p:nvPr/>
            </p:nvSpPr>
            <p:spPr>
              <a:xfrm rot="10800000" flipH="1">
                <a:off x="1073467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Rectangle 644">
                <a:extLst>
                  <a:ext uri="{FF2B5EF4-FFF2-40B4-BE49-F238E27FC236}">
                    <a16:creationId xmlns:a16="http://schemas.microsoft.com/office/drawing/2014/main" id="{798A2E52-8057-3F11-299D-527EADB068C7}"/>
                  </a:ext>
                </a:extLst>
              </p:cNvPr>
              <p:cNvSpPr/>
              <p:nvPr/>
            </p:nvSpPr>
            <p:spPr>
              <a:xfrm rot="10800000" flipH="1">
                <a:off x="1083509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D2E86EED-F7D7-6879-DE02-6D2865A11E6A}"/>
                  </a:ext>
                </a:extLst>
              </p:cNvPr>
              <p:cNvSpPr/>
              <p:nvPr/>
            </p:nvSpPr>
            <p:spPr>
              <a:xfrm rot="10800000" flipH="1">
                <a:off x="1093551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7" name="Group 646">
                <a:extLst>
                  <a:ext uri="{FF2B5EF4-FFF2-40B4-BE49-F238E27FC236}">
                    <a16:creationId xmlns:a16="http://schemas.microsoft.com/office/drawing/2014/main" id="{359A9FD0-151F-19BA-F478-D3AED0631240}"/>
                  </a:ext>
                </a:extLst>
              </p:cNvPr>
              <p:cNvGrpSpPr/>
              <p:nvPr/>
            </p:nvGrpSpPr>
            <p:grpSpPr>
              <a:xfrm rot="10800000" flipH="1">
                <a:off x="7822406" y="4373559"/>
                <a:ext cx="3213534" cy="100423"/>
                <a:chOff x="1743959" y="2564091"/>
                <a:chExt cx="6334816" cy="197963"/>
              </a:xfrm>
              <a:solidFill>
                <a:schemeClr val="bg1"/>
              </a:solidFill>
            </p:grpSpPr>
            <p:sp>
              <p:nvSpPr>
                <p:cNvPr id="1419" name="Rectangle 1418">
                  <a:extLst>
                    <a:ext uri="{FF2B5EF4-FFF2-40B4-BE49-F238E27FC236}">
                      <a16:creationId xmlns:a16="http://schemas.microsoft.com/office/drawing/2014/main" id="{6545730D-B45F-9B65-5105-38D1141A461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Rectangle 1419">
                  <a:extLst>
                    <a:ext uri="{FF2B5EF4-FFF2-40B4-BE49-F238E27FC236}">
                      <a16:creationId xmlns:a16="http://schemas.microsoft.com/office/drawing/2014/main" id="{74520625-A045-733B-45B0-472DCC496AFF}"/>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1" name="Rectangle 1420">
                  <a:extLst>
                    <a:ext uri="{FF2B5EF4-FFF2-40B4-BE49-F238E27FC236}">
                      <a16:creationId xmlns:a16="http://schemas.microsoft.com/office/drawing/2014/main" id="{453BECC6-91F0-9BC0-4FD6-90269587EC24}"/>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Rectangle 1421">
                  <a:extLst>
                    <a:ext uri="{FF2B5EF4-FFF2-40B4-BE49-F238E27FC236}">
                      <a16:creationId xmlns:a16="http://schemas.microsoft.com/office/drawing/2014/main" id="{C557FA7C-2128-B79A-8CEB-94068E6EC25A}"/>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Rectangle 1422">
                  <a:extLst>
                    <a:ext uri="{FF2B5EF4-FFF2-40B4-BE49-F238E27FC236}">
                      <a16:creationId xmlns:a16="http://schemas.microsoft.com/office/drawing/2014/main" id="{B5B4E703-DEB8-4247-5793-07D36DBE3A3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Rectangle 1423">
                  <a:extLst>
                    <a:ext uri="{FF2B5EF4-FFF2-40B4-BE49-F238E27FC236}">
                      <a16:creationId xmlns:a16="http://schemas.microsoft.com/office/drawing/2014/main" id="{55E9CCC2-1850-0AA7-166C-E76A991C22CF}"/>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Rectangle 1424">
                  <a:extLst>
                    <a:ext uri="{FF2B5EF4-FFF2-40B4-BE49-F238E27FC236}">
                      <a16:creationId xmlns:a16="http://schemas.microsoft.com/office/drawing/2014/main" id="{F0DCF773-E084-24AC-0145-75382D431CC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Rectangle 1425">
                  <a:extLst>
                    <a:ext uri="{FF2B5EF4-FFF2-40B4-BE49-F238E27FC236}">
                      <a16:creationId xmlns:a16="http://schemas.microsoft.com/office/drawing/2014/main" id="{0DDB66DE-C3CD-6C3D-C58D-F22E0398086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Rectangle 1426">
                  <a:extLst>
                    <a:ext uri="{FF2B5EF4-FFF2-40B4-BE49-F238E27FC236}">
                      <a16:creationId xmlns:a16="http://schemas.microsoft.com/office/drawing/2014/main" id="{01428089-9593-0EA6-2E15-145E125BD074}"/>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Rectangle 1427">
                  <a:extLst>
                    <a:ext uri="{FF2B5EF4-FFF2-40B4-BE49-F238E27FC236}">
                      <a16:creationId xmlns:a16="http://schemas.microsoft.com/office/drawing/2014/main" id="{0AEADC41-AFE3-235B-989C-4D2C3FB4F14D}"/>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9" name="Rectangle 1428">
                  <a:extLst>
                    <a:ext uri="{FF2B5EF4-FFF2-40B4-BE49-F238E27FC236}">
                      <a16:creationId xmlns:a16="http://schemas.microsoft.com/office/drawing/2014/main" id="{8DDF22E6-DA9D-3409-BD59-36B8C3379D28}"/>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Rectangle 1429">
                  <a:extLst>
                    <a:ext uri="{FF2B5EF4-FFF2-40B4-BE49-F238E27FC236}">
                      <a16:creationId xmlns:a16="http://schemas.microsoft.com/office/drawing/2014/main" id="{CD75D27C-8B8D-2654-5682-971A5358904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Rectangle 1430">
                  <a:extLst>
                    <a:ext uri="{FF2B5EF4-FFF2-40B4-BE49-F238E27FC236}">
                      <a16:creationId xmlns:a16="http://schemas.microsoft.com/office/drawing/2014/main" id="{DC07D09F-C76B-84A2-3638-B50E43018F4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Rectangle 1431">
                  <a:extLst>
                    <a:ext uri="{FF2B5EF4-FFF2-40B4-BE49-F238E27FC236}">
                      <a16:creationId xmlns:a16="http://schemas.microsoft.com/office/drawing/2014/main" id="{B79E98A2-5F2F-9492-CF4A-14638DDF609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Rectangle 1432">
                  <a:extLst>
                    <a:ext uri="{FF2B5EF4-FFF2-40B4-BE49-F238E27FC236}">
                      <a16:creationId xmlns:a16="http://schemas.microsoft.com/office/drawing/2014/main" id="{01F0F221-1E89-C77D-1850-49B871DEEA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Rectangle 1433">
                  <a:extLst>
                    <a:ext uri="{FF2B5EF4-FFF2-40B4-BE49-F238E27FC236}">
                      <a16:creationId xmlns:a16="http://schemas.microsoft.com/office/drawing/2014/main" id="{E7BC3521-9742-A100-20DA-438E30701D2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Rectangle 1467">
                  <a:extLst>
                    <a:ext uri="{FF2B5EF4-FFF2-40B4-BE49-F238E27FC236}">
                      <a16:creationId xmlns:a16="http://schemas.microsoft.com/office/drawing/2014/main" id="{C1184ECC-71E2-FB7F-3AC8-E9D7DC48C6C9}"/>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Rectangle 1468">
                  <a:extLst>
                    <a:ext uri="{FF2B5EF4-FFF2-40B4-BE49-F238E27FC236}">
                      <a16:creationId xmlns:a16="http://schemas.microsoft.com/office/drawing/2014/main" id="{9114F463-C786-F983-8CE8-E939AA662E4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Rectangle 1470">
                  <a:extLst>
                    <a:ext uri="{FF2B5EF4-FFF2-40B4-BE49-F238E27FC236}">
                      <a16:creationId xmlns:a16="http://schemas.microsoft.com/office/drawing/2014/main" id="{BA5E297D-9739-6B1F-4AA0-2AC9B16F724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C06858B2-EC52-946B-E8C9-883DF70F017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Rectangle 1602">
                  <a:extLst>
                    <a:ext uri="{FF2B5EF4-FFF2-40B4-BE49-F238E27FC236}">
                      <a16:creationId xmlns:a16="http://schemas.microsoft.com/office/drawing/2014/main" id="{D3F94753-0738-4C53-E645-BC64B36A20D8}"/>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60A2BB2A-A056-5F94-4346-6E97B4999778}"/>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E88B900A-BBE3-5271-D93E-6A6D20A7AB98}"/>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B09C4DA8-B183-97C3-3852-B198DA0A2138}"/>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Rectangle 1606">
                  <a:extLst>
                    <a:ext uri="{FF2B5EF4-FFF2-40B4-BE49-F238E27FC236}">
                      <a16:creationId xmlns:a16="http://schemas.microsoft.com/office/drawing/2014/main" id="{60477670-B907-EF90-3918-E0D26219CA3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41D8226B-8FEF-47D1-955F-C011EB53A1C2}"/>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Rectangle 1608">
                  <a:extLst>
                    <a:ext uri="{FF2B5EF4-FFF2-40B4-BE49-F238E27FC236}">
                      <a16:creationId xmlns:a16="http://schemas.microsoft.com/office/drawing/2014/main" id="{247576EA-846A-A72B-BEA1-DA98C20FF4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Rectangle 1609">
                  <a:extLst>
                    <a:ext uri="{FF2B5EF4-FFF2-40B4-BE49-F238E27FC236}">
                      <a16:creationId xmlns:a16="http://schemas.microsoft.com/office/drawing/2014/main" id="{2ECC2DAA-3894-D88F-67F4-8651CF096C8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Rectangle 1610">
                  <a:extLst>
                    <a:ext uri="{FF2B5EF4-FFF2-40B4-BE49-F238E27FC236}">
                      <a16:creationId xmlns:a16="http://schemas.microsoft.com/office/drawing/2014/main" id="{1CEF7C38-A777-8E8F-6395-47813FC98EE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96A6C405-B99A-84F4-81D0-F739CB965BC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Rectangle 1612">
                  <a:extLst>
                    <a:ext uri="{FF2B5EF4-FFF2-40B4-BE49-F238E27FC236}">
                      <a16:creationId xmlns:a16="http://schemas.microsoft.com/office/drawing/2014/main" id="{BE5D21A9-A872-4312-705D-482516A8EB67}"/>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Rectangle 1613">
                  <a:extLst>
                    <a:ext uri="{FF2B5EF4-FFF2-40B4-BE49-F238E27FC236}">
                      <a16:creationId xmlns:a16="http://schemas.microsoft.com/office/drawing/2014/main" id="{899060FD-293B-6BE7-0C47-AC90689AF16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8" name="Group 647">
                <a:extLst>
                  <a:ext uri="{FF2B5EF4-FFF2-40B4-BE49-F238E27FC236}">
                    <a16:creationId xmlns:a16="http://schemas.microsoft.com/office/drawing/2014/main" id="{012E1BC0-D56F-CABC-E58F-EE5712A76255}"/>
                  </a:ext>
                </a:extLst>
              </p:cNvPr>
              <p:cNvGrpSpPr/>
              <p:nvPr/>
            </p:nvGrpSpPr>
            <p:grpSpPr>
              <a:xfrm rot="10800000" flipH="1">
                <a:off x="7822406" y="4273137"/>
                <a:ext cx="3213534" cy="100423"/>
                <a:chOff x="1743959" y="2564091"/>
                <a:chExt cx="6334816" cy="197963"/>
              </a:xfrm>
              <a:solidFill>
                <a:schemeClr val="bg1"/>
              </a:solidFill>
            </p:grpSpPr>
            <p:sp>
              <p:nvSpPr>
                <p:cNvPr id="1192" name="Rectangle 1191">
                  <a:extLst>
                    <a:ext uri="{FF2B5EF4-FFF2-40B4-BE49-F238E27FC236}">
                      <a16:creationId xmlns:a16="http://schemas.microsoft.com/office/drawing/2014/main" id="{0ABEBAE5-7527-7C6A-BC67-B6E9D147BBBD}"/>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452608BB-9237-ABFD-57F5-E72D056AC8D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Rectangle 1193">
                  <a:extLst>
                    <a:ext uri="{FF2B5EF4-FFF2-40B4-BE49-F238E27FC236}">
                      <a16:creationId xmlns:a16="http://schemas.microsoft.com/office/drawing/2014/main" id="{F68A139C-B458-56FD-EBCE-212C41489EB1}"/>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Rectangle 1194">
                  <a:extLst>
                    <a:ext uri="{FF2B5EF4-FFF2-40B4-BE49-F238E27FC236}">
                      <a16:creationId xmlns:a16="http://schemas.microsoft.com/office/drawing/2014/main" id="{1BDA667E-6D27-B464-2E19-D43E229C77B7}"/>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Rectangle 1195">
                  <a:extLst>
                    <a:ext uri="{FF2B5EF4-FFF2-40B4-BE49-F238E27FC236}">
                      <a16:creationId xmlns:a16="http://schemas.microsoft.com/office/drawing/2014/main" id="{00F9A8D1-B568-BCED-B6BD-E0F15B984ABA}"/>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1196">
                  <a:extLst>
                    <a:ext uri="{FF2B5EF4-FFF2-40B4-BE49-F238E27FC236}">
                      <a16:creationId xmlns:a16="http://schemas.microsoft.com/office/drawing/2014/main" id="{02634A49-808F-2758-E05F-949188BFD850}"/>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1197">
                  <a:extLst>
                    <a:ext uri="{FF2B5EF4-FFF2-40B4-BE49-F238E27FC236}">
                      <a16:creationId xmlns:a16="http://schemas.microsoft.com/office/drawing/2014/main" id="{69CA99AD-B110-47F0-22C3-9A8D8E66E8CE}"/>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4053AFAB-E8B2-80C0-5AA4-4D31131350E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8FF6FC05-972C-04BE-1E59-3C7A8177574A}"/>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04A3859A-FAF0-133B-4357-21B2858FD2EC}"/>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D285737C-92BF-3915-E965-8A884AD73AA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Rectangle 1269">
                  <a:extLst>
                    <a:ext uri="{FF2B5EF4-FFF2-40B4-BE49-F238E27FC236}">
                      <a16:creationId xmlns:a16="http://schemas.microsoft.com/office/drawing/2014/main" id="{8227F60A-D48E-C3F2-3A64-8EFD5F4F299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EF3C5055-FBED-607C-C2D6-E8C1D6DD3168}"/>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21210856-32B7-5A2E-DBA0-A520AEF9D794}"/>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Rectangle 1272">
                  <a:extLst>
                    <a:ext uri="{FF2B5EF4-FFF2-40B4-BE49-F238E27FC236}">
                      <a16:creationId xmlns:a16="http://schemas.microsoft.com/office/drawing/2014/main" id="{271495ED-DB64-CE40-6E0D-ABCC856F657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AAAAE8C7-916C-9F95-42C5-68978AC8371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BF519F51-8128-6C97-61B7-759D52D8719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64272F67-4032-9D9F-BB9E-6F4340AD5C8E}"/>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E74B3B43-BC15-6847-0A6D-78E397747C0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2CC2DED4-95E1-D81D-7F81-3CFCAC381133}"/>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4E2E2CAC-D49E-EF76-7259-7644DB6D7B9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Rectangle 1407">
                  <a:extLst>
                    <a:ext uri="{FF2B5EF4-FFF2-40B4-BE49-F238E27FC236}">
                      <a16:creationId xmlns:a16="http://schemas.microsoft.com/office/drawing/2014/main" id="{0A3E3531-D7EC-D786-A66C-94A18CFD60A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Rectangle 1408">
                  <a:extLst>
                    <a:ext uri="{FF2B5EF4-FFF2-40B4-BE49-F238E27FC236}">
                      <a16:creationId xmlns:a16="http://schemas.microsoft.com/office/drawing/2014/main" id="{7362ED30-4329-21A2-15DA-8846392F111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Rectangle 1409">
                  <a:extLst>
                    <a:ext uri="{FF2B5EF4-FFF2-40B4-BE49-F238E27FC236}">
                      <a16:creationId xmlns:a16="http://schemas.microsoft.com/office/drawing/2014/main" id="{FCAA45AC-8872-1DFB-CF41-AA8DE92AD167}"/>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Rectangle 1410">
                  <a:extLst>
                    <a:ext uri="{FF2B5EF4-FFF2-40B4-BE49-F238E27FC236}">
                      <a16:creationId xmlns:a16="http://schemas.microsoft.com/office/drawing/2014/main" id="{60D415EC-0B08-4B42-B63E-C7B1ED695178}"/>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Rectangle 1411">
                  <a:extLst>
                    <a:ext uri="{FF2B5EF4-FFF2-40B4-BE49-F238E27FC236}">
                      <a16:creationId xmlns:a16="http://schemas.microsoft.com/office/drawing/2014/main" id="{1719C6D4-5FE1-69BF-D95A-A697524EC3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3" name="Rectangle 1412">
                  <a:extLst>
                    <a:ext uri="{FF2B5EF4-FFF2-40B4-BE49-F238E27FC236}">
                      <a16:creationId xmlns:a16="http://schemas.microsoft.com/office/drawing/2014/main" id="{4EE78083-2717-BA93-68F0-38B47B27C1F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Rectangle 1413">
                  <a:extLst>
                    <a:ext uri="{FF2B5EF4-FFF2-40B4-BE49-F238E27FC236}">
                      <a16:creationId xmlns:a16="http://schemas.microsoft.com/office/drawing/2014/main" id="{BD0F1CC4-A27F-FDAE-3B6A-6C7146529102}"/>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Rectangle 1414">
                  <a:extLst>
                    <a:ext uri="{FF2B5EF4-FFF2-40B4-BE49-F238E27FC236}">
                      <a16:creationId xmlns:a16="http://schemas.microsoft.com/office/drawing/2014/main" id="{8CA0B874-4149-248B-4F87-3E35F85C978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Rectangle 1415">
                  <a:extLst>
                    <a:ext uri="{FF2B5EF4-FFF2-40B4-BE49-F238E27FC236}">
                      <a16:creationId xmlns:a16="http://schemas.microsoft.com/office/drawing/2014/main" id="{CB0EF5AA-ECB1-7A1F-BAFA-C6F878A9646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Rectangle 1416">
                  <a:extLst>
                    <a:ext uri="{FF2B5EF4-FFF2-40B4-BE49-F238E27FC236}">
                      <a16:creationId xmlns:a16="http://schemas.microsoft.com/office/drawing/2014/main" id="{00E53BD7-2A9C-A504-442F-29638275DE1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Rectangle 1417">
                  <a:extLst>
                    <a:ext uri="{FF2B5EF4-FFF2-40B4-BE49-F238E27FC236}">
                      <a16:creationId xmlns:a16="http://schemas.microsoft.com/office/drawing/2014/main" id="{8571DCA3-9DE2-1D74-4368-C657D7D5559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9" name="Rectangle 648">
                <a:extLst>
                  <a:ext uri="{FF2B5EF4-FFF2-40B4-BE49-F238E27FC236}">
                    <a16:creationId xmlns:a16="http://schemas.microsoft.com/office/drawing/2014/main" id="{D6D2B3D1-31AF-E671-6084-443C088FA049}"/>
                  </a:ext>
                </a:extLst>
              </p:cNvPr>
              <p:cNvSpPr/>
              <p:nvPr/>
            </p:nvSpPr>
            <p:spPr>
              <a:xfrm rot="10800000" flipH="1">
                <a:off x="807348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B85B5634-BD92-DF82-7A8B-917469014392}"/>
                  </a:ext>
                </a:extLst>
              </p:cNvPr>
              <p:cNvSpPr/>
              <p:nvPr/>
            </p:nvSpPr>
            <p:spPr>
              <a:xfrm rot="10800000" flipH="1">
                <a:off x="817390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C3B30C1-CE35-8C88-5124-1DD461B935F1}"/>
                  </a:ext>
                </a:extLst>
              </p:cNvPr>
              <p:cNvSpPr/>
              <p:nvPr/>
            </p:nvSpPr>
            <p:spPr>
              <a:xfrm rot="10800000" flipH="1">
                <a:off x="827432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F3232852-01D0-DB1D-1B9E-94DE05633C89}"/>
                  </a:ext>
                </a:extLst>
              </p:cNvPr>
              <p:cNvSpPr/>
              <p:nvPr/>
            </p:nvSpPr>
            <p:spPr>
              <a:xfrm rot="10800000" flipH="1">
                <a:off x="837475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6951E52D-9696-C61E-7FC6-C3B9E5A92913}"/>
                  </a:ext>
                </a:extLst>
              </p:cNvPr>
              <p:cNvSpPr/>
              <p:nvPr/>
            </p:nvSpPr>
            <p:spPr>
              <a:xfrm rot="10800000" flipH="1">
                <a:off x="847517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a16="http://schemas.microsoft.com/office/drawing/2014/main" id="{FAC7A68E-57DC-3A4C-1AEE-D0DBE93C84DF}"/>
                  </a:ext>
                </a:extLst>
              </p:cNvPr>
              <p:cNvSpPr/>
              <p:nvPr/>
            </p:nvSpPr>
            <p:spPr>
              <a:xfrm rot="10800000" flipH="1">
                <a:off x="857559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738CBF99-5B4D-D177-6DA1-04ED3C9D0413}"/>
                  </a:ext>
                </a:extLst>
              </p:cNvPr>
              <p:cNvSpPr/>
              <p:nvPr/>
            </p:nvSpPr>
            <p:spPr>
              <a:xfrm rot="10800000" flipH="1">
                <a:off x="867602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BD8C523C-5B92-4E9F-59E2-9EFA5E44DA67}"/>
                  </a:ext>
                </a:extLst>
              </p:cNvPr>
              <p:cNvSpPr/>
              <p:nvPr/>
            </p:nvSpPr>
            <p:spPr>
              <a:xfrm rot="10800000" flipH="1">
                <a:off x="877644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7DF83593-8046-A8E0-CA06-C0CB170B4371}"/>
                  </a:ext>
                </a:extLst>
              </p:cNvPr>
              <p:cNvSpPr/>
              <p:nvPr/>
            </p:nvSpPr>
            <p:spPr>
              <a:xfrm rot="10800000" flipH="1">
                <a:off x="887686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9DF9F654-900E-011E-12B1-44E85A6F4CF6}"/>
                  </a:ext>
                </a:extLst>
              </p:cNvPr>
              <p:cNvSpPr/>
              <p:nvPr/>
            </p:nvSpPr>
            <p:spPr>
              <a:xfrm rot="10800000" flipH="1">
                <a:off x="897728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D3232A1D-EB7B-138F-5791-06DB75B2CC4A}"/>
                  </a:ext>
                </a:extLst>
              </p:cNvPr>
              <p:cNvSpPr/>
              <p:nvPr/>
            </p:nvSpPr>
            <p:spPr>
              <a:xfrm rot="10800000" flipH="1">
                <a:off x="907771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DF0306B8-E3F9-8126-4027-4FC5CD6F07B6}"/>
                  </a:ext>
                </a:extLst>
              </p:cNvPr>
              <p:cNvSpPr/>
              <p:nvPr/>
            </p:nvSpPr>
            <p:spPr>
              <a:xfrm rot="10800000" flipH="1">
                <a:off x="917813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B8B4186E-B91D-DC78-5C38-0B0815A8A011}"/>
                  </a:ext>
                </a:extLst>
              </p:cNvPr>
              <p:cNvSpPr/>
              <p:nvPr/>
            </p:nvSpPr>
            <p:spPr>
              <a:xfrm rot="10800000" flipH="1">
                <a:off x="927855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2A262CC1-D67E-7F64-8D04-987587C0BBB8}"/>
                  </a:ext>
                </a:extLst>
              </p:cNvPr>
              <p:cNvSpPr/>
              <p:nvPr/>
            </p:nvSpPr>
            <p:spPr>
              <a:xfrm rot="10800000" flipH="1">
                <a:off x="937898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20DCFC70-CAEA-A18F-6B59-772FCE950257}"/>
                  </a:ext>
                </a:extLst>
              </p:cNvPr>
              <p:cNvSpPr/>
              <p:nvPr/>
            </p:nvSpPr>
            <p:spPr>
              <a:xfrm rot="10800000" flipH="1">
                <a:off x="947940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8024AD4B-99C2-7874-6A7F-26DA0EDFA8D3}"/>
                  </a:ext>
                </a:extLst>
              </p:cNvPr>
              <p:cNvSpPr/>
              <p:nvPr/>
            </p:nvSpPr>
            <p:spPr>
              <a:xfrm rot="10800000" flipH="1">
                <a:off x="957982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05DD0675-5B52-9F3C-859E-E521F8E05460}"/>
                  </a:ext>
                </a:extLst>
              </p:cNvPr>
              <p:cNvSpPr/>
              <p:nvPr/>
            </p:nvSpPr>
            <p:spPr>
              <a:xfrm rot="10800000" flipH="1">
                <a:off x="968025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94B47063-037C-F56B-4E6D-6FA28E5ED3D0}"/>
                  </a:ext>
                </a:extLst>
              </p:cNvPr>
              <p:cNvSpPr/>
              <p:nvPr/>
            </p:nvSpPr>
            <p:spPr>
              <a:xfrm rot="10800000" flipH="1">
                <a:off x="978067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D9DFA6E9-0B7A-13D9-B2C5-9457FA5C6A33}"/>
                  </a:ext>
                </a:extLst>
              </p:cNvPr>
              <p:cNvSpPr/>
              <p:nvPr/>
            </p:nvSpPr>
            <p:spPr>
              <a:xfrm rot="10800000" flipH="1">
                <a:off x="988109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C9FDC1FF-BE66-2AC5-CB07-BF741DFF3DB9}"/>
                  </a:ext>
                </a:extLst>
              </p:cNvPr>
              <p:cNvSpPr/>
              <p:nvPr/>
            </p:nvSpPr>
            <p:spPr>
              <a:xfrm rot="10800000" flipH="1">
                <a:off x="998151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E7539F9D-D631-565D-9CD3-4E47ED73907C}"/>
                  </a:ext>
                </a:extLst>
              </p:cNvPr>
              <p:cNvSpPr/>
              <p:nvPr/>
            </p:nvSpPr>
            <p:spPr>
              <a:xfrm rot="10800000" flipH="1">
                <a:off x="1008194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65AD3662-229D-8E8B-5A9A-35FB203FA3D5}"/>
                  </a:ext>
                </a:extLst>
              </p:cNvPr>
              <p:cNvSpPr/>
              <p:nvPr/>
            </p:nvSpPr>
            <p:spPr>
              <a:xfrm rot="10800000" flipH="1">
                <a:off x="1018236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58383A7D-8368-3E83-6851-734B7718DD35}"/>
                  </a:ext>
                </a:extLst>
              </p:cNvPr>
              <p:cNvSpPr/>
              <p:nvPr/>
            </p:nvSpPr>
            <p:spPr>
              <a:xfrm rot="10800000" flipH="1">
                <a:off x="1028278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2F55A0BD-115D-0D6F-2416-F2CB5492FF62}"/>
                  </a:ext>
                </a:extLst>
              </p:cNvPr>
              <p:cNvSpPr/>
              <p:nvPr/>
            </p:nvSpPr>
            <p:spPr>
              <a:xfrm rot="10800000" flipH="1">
                <a:off x="1038321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94A263CF-8F9B-A021-AD8F-758995E27F1A}"/>
                  </a:ext>
                </a:extLst>
              </p:cNvPr>
              <p:cNvSpPr/>
              <p:nvPr/>
            </p:nvSpPr>
            <p:spPr>
              <a:xfrm rot="10800000" flipH="1">
                <a:off x="1048363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55E29671-74A1-574B-6ABC-5937BEDE999D}"/>
                  </a:ext>
                </a:extLst>
              </p:cNvPr>
              <p:cNvSpPr/>
              <p:nvPr/>
            </p:nvSpPr>
            <p:spPr>
              <a:xfrm rot="10800000" flipH="1">
                <a:off x="1058405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D54C8E19-E743-5F22-50EE-0E53E72FD4B9}"/>
                  </a:ext>
                </a:extLst>
              </p:cNvPr>
              <p:cNvSpPr/>
              <p:nvPr/>
            </p:nvSpPr>
            <p:spPr>
              <a:xfrm rot="10800000" flipH="1">
                <a:off x="1068447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34BE3FE2-DF41-1550-AEBF-F4AD4D9425DD}"/>
                  </a:ext>
                </a:extLst>
              </p:cNvPr>
              <p:cNvSpPr/>
              <p:nvPr/>
            </p:nvSpPr>
            <p:spPr>
              <a:xfrm rot="10800000" flipH="1">
                <a:off x="1078490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8C0A573A-46FF-8BE7-92FD-CBA47E5E54A0}"/>
                  </a:ext>
                </a:extLst>
              </p:cNvPr>
              <p:cNvSpPr/>
              <p:nvPr/>
            </p:nvSpPr>
            <p:spPr>
              <a:xfrm rot="10800000" flipH="1">
                <a:off x="1088532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9DF2D8BF-D35F-1312-877D-AE16363B2ACD}"/>
                  </a:ext>
                </a:extLst>
              </p:cNvPr>
              <p:cNvSpPr/>
              <p:nvPr/>
            </p:nvSpPr>
            <p:spPr>
              <a:xfrm rot="10800000" flipH="1">
                <a:off x="807348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2B806DE1-C57A-651A-0BF8-D4150C3CA975}"/>
                  </a:ext>
                </a:extLst>
              </p:cNvPr>
              <p:cNvSpPr/>
              <p:nvPr/>
            </p:nvSpPr>
            <p:spPr>
              <a:xfrm rot="10800000" flipH="1">
                <a:off x="817390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163DC6C9-1773-F6F2-EFD7-63EAE18C194B}"/>
                  </a:ext>
                </a:extLst>
              </p:cNvPr>
              <p:cNvSpPr/>
              <p:nvPr/>
            </p:nvSpPr>
            <p:spPr>
              <a:xfrm rot="10800000" flipH="1">
                <a:off x="827432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F6FC1EBD-11D3-8F51-D69C-97E478F10D7C}"/>
                  </a:ext>
                </a:extLst>
              </p:cNvPr>
              <p:cNvSpPr/>
              <p:nvPr/>
            </p:nvSpPr>
            <p:spPr>
              <a:xfrm rot="10800000" flipH="1">
                <a:off x="837475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47CE676-439D-4810-3298-70B55824CE1F}"/>
                  </a:ext>
                </a:extLst>
              </p:cNvPr>
              <p:cNvSpPr/>
              <p:nvPr/>
            </p:nvSpPr>
            <p:spPr>
              <a:xfrm rot="10800000" flipH="1">
                <a:off x="847517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056692BC-8B85-31FC-F5B7-C003E559BE0C}"/>
                  </a:ext>
                </a:extLst>
              </p:cNvPr>
              <p:cNvSpPr/>
              <p:nvPr/>
            </p:nvSpPr>
            <p:spPr>
              <a:xfrm rot="10800000" flipH="1">
                <a:off x="857559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170252BD-13FE-3CFC-AF8B-A0119F0C3358}"/>
                  </a:ext>
                </a:extLst>
              </p:cNvPr>
              <p:cNvSpPr/>
              <p:nvPr/>
            </p:nvSpPr>
            <p:spPr>
              <a:xfrm rot="10800000" flipH="1">
                <a:off x="867602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CD975532-7CDD-B1B0-00D1-9064B59484E6}"/>
                  </a:ext>
                </a:extLst>
              </p:cNvPr>
              <p:cNvSpPr/>
              <p:nvPr/>
            </p:nvSpPr>
            <p:spPr>
              <a:xfrm rot="10800000" flipH="1">
                <a:off x="877644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55283ADF-02DF-9EC4-BAF0-E22034BB1880}"/>
                  </a:ext>
                </a:extLst>
              </p:cNvPr>
              <p:cNvSpPr/>
              <p:nvPr/>
            </p:nvSpPr>
            <p:spPr>
              <a:xfrm rot="10800000" flipH="1">
                <a:off x="887686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38DD92B2-1238-A50E-A286-E1BDF98EB514}"/>
                  </a:ext>
                </a:extLst>
              </p:cNvPr>
              <p:cNvSpPr/>
              <p:nvPr/>
            </p:nvSpPr>
            <p:spPr>
              <a:xfrm rot="10800000" flipH="1">
                <a:off x="897728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54B22001-B8FD-C091-2DEE-7D547E439A41}"/>
                  </a:ext>
                </a:extLst>
              </p:cNvPr>
              <p:cNvSpPr/>
              <p:nvPr/>
            </p:nvSpPr>
            <p:spPr>
              <a:xfrm rot="10800000" flipH="1">
                <a:off x="907771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AE0F2553-0855-DCAC-8DDB-390B9130A5FB}"/>
                  </a:ext>
                </a:extLst>
              </p:cNvPr>
              <p:cNvSpPr/>
              <p:nvPr/>
            </p:nvSpPr>
            <p:spPr>
              <a:xfrm rot="10800000" flipH="1">
                <a:off x="917813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322434C6-8899-217A-883F-A4FB1E467CAC}"/>
                  </a:ext>
                </a:extLst>
              </p:cNvPr>
              <p:cNvSpPr/>
              <p:nvPr/>
            </p:nvSpPr>
            <p:spPr>
              <a:xfrm rot="10800000" flipH="1">
                <a:off x="927855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3920D2C5-A45B-D541-5097-30169DBBC578}"/>
                  </a:ext>
                </a:extLst>
              </p:cNvPr>
              <p:cNvSpPr/>
              <p:nvPr/>
            </p:nvSpPr>
            <p:spPr>
              <a:xfrm rot="10800000" flipH="1">
                <a:off x="937898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51F6565A-C9F2-74E4-8E52-BC6799670F69}"/>
                  </a:ext>
                </a:extLst>
              </p:cNvPr>
              <p:cNvSpPr/>
              <p:nvPr/>
            </p:nvSpPr>
            <p:spPr>
              <a:xfrm rot="10800000" flipH="1">
                <a:off x="947940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D514F15E-B905-4199-25A2-D3806C779E62}"/>
                  </a:ext>
                </a:extLst>
              </p:cNvPr>
              <p:cNvSpPr/>
              <p:nvPr/>
            </p:nvSpPr>
            <p:spPr>
              <a:xfrm rot="10800000" flipH="1">
                <a:off x="957982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F6B79E6C-8A8C-9F0A-326B-D2914D6623AD}"/>
                  </a:ext>
                </a:extLst>
              </p:cNvPr>
              <p:cNvSpPr/>
              <p:nvPr/>
            </p:nvSpPr>
            <p:spPr>
              <a:xfrm rot="10800000" flipH="1">
                <a:off x="968025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2962E21F-2556-E20F-6A55-8EC3F74A591D}"/>
                  </a:ext>
                </a:extLst>
              </p:cNvPr>
              <p:cNvSpPr/>
              <p:nvPr/>
            </p:nvSpPr>
            <p:spPr>
              <a:xfrm rot="10800000" flipH="1">
                <a:off x="978067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DC3708F4-C300-07C3-87A0-E4FF7229FF82}"/>
                  </a:ext>
                </a:extLst>
              </p:cNvPr>
              <p:cNvSpPr/>
              <p:nvPr/>
            </p:nvSpPr>
            <p:spPr>
              <a:xfrm rot="10800000" flipH="1">
                <a:off x="988109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F6F79303-5478-FC14-EF47-CC158991EA77}"/>
                  </a:ext>
                </a:extLst>
              </p:cNvPr>
              <p:cNvSpPr/>
              <p:nvPr/>
            </p:nvSpPr>
            <p:spPr>
              <a:xfrm rot="10800000" flipH="1">
                <a:off x="998151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94206297-49C0-6592-6629-68FBE1C16641}"/>
                  </a:ext>
                </a:extLst>
              </p:cNvPr>
              <p:cNvSpPr/>
              <p:nvPr/>
            </p:nvSpPr>
            <p:spPr>
              <a:xfrm rot="10800000" flipH="1">
                <a:off x="1008194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815F0F43-176E-F9C7-6BCB-6646F1E47277}"/>
                  </a:ext>
                </a:extLst>
              </p:cNvPr>
              <p:cNvSpPr/>
              <p:nvPr/>
            </p:nvSpPr>
            <p:spPr>
              <a:xfrm rot="10800000" flipH="1">
                <a:off x="1018236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C54EEDE2-E248-6403-46E0-77DE17DFB845}"/>
                  </a:ext>
                </a:extLst>
              </p:cNvPr>
              <p:cNvSpPr/>
              <p:nvPr/>
            </p:nvSpPr>
            <p:spPr>
              <a:xfrm rot="10800000" flipH="1">
                <a:off x="1028278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E1DFF54C-5CC9-5D96-6C3D-B9EF65301E48}"/>
                  </a:ext>
                </a:extLst>
              </p:cNvPr>
              <p:cNvSpPr/>
              <p:nvPr/>
            </p:nvSpPr>
            <p:spPr>
              <a:xfrm rot="10800000" flipH="1">
                <a:off x="1038321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00CC8D09-145A-EC46-1D28-E2EAD5B4E82C}"/>
                  </a:ext>
                </a:extLst>
              </p:cNvPr>
              <p:cNvSpPr/>
              <p:nvPr/>
            </p:nvSpPr>
            <p:spPr>
              <a:xfrm rot="10800000" flipH="1">
                <a:off x="1048363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F6E91E3C-2883-BD0A-FFD6-839D74FD4322}"/>
                  </a:ext>
                </a:extLst>
              </p:cNvPr>
              <p:cNvSpPr/>
              <p:nvPr/>
            </p:nvSpPr>
            <p:spPr>
              <a:xfrm rot="10800000" flipH="1">
                <a:off x="1058405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823B643C-50A2-0DC2-BA97-83E0BC69F45F}"/>
                  </a:ext>
                </a:extLst>
              </p:cNvPr>
              <p:cNvSpPr/>
              <p:nvPr/>
            </p:nvSpPr>
            <p:spPr>
              <a:xfrm rot="10800000" flipH="1">
                <a:off x="1068447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2C1F7FEC-57C7-B9B6-A35F-25DECE6DCF3C}"/>
                  </a:ext>
                </a:extLst>
              </p:cNvPr>
              <p:cNvSpPr/>
              <p:nvPr/>
            </p:nvSpPr>
            <p:spPr>
              <a:xfrm rot="10800000" flipH="1">
                <a:off x="1078490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Rectangle 1151">
                <a:extLst>
                  <a:ext uri="{FF2B5EF4-FFF2-40B4-BE49-F238E27FC236}">
                    <a16:creationId xmlns:a16="http://schemas.microsoft.com/office/drawing/2014/main" id="{9218ECC3-6E98-6F19-6D48-DB73CB4DF778}"/>
                  </a:ext>
                </a:extLst>
              </p:cNvPr>
              <p:cNvSpPr/>
              <p:nvPr/>
            </p:nvSpPr>
            <p:spPr>
              <a:xfrm rot="10800000" flipH="1">
                <a:off x="1088532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3" name="Group 1152">
                <a:extLst>
                  <a:ext uri="{FF2B5EF4-FFF2-40B4-BE49-F238E27FC236}">
                    <a16:creationId xmlns:a16="http://schemas.microsoft.com/office/drawing/2014/main" id="{D36C54AB-6FFE-6FF9-BFDA-C406C4BD4EC3}"/>
                  </a:ext>
                </a:extLst>
              </p:cNvPr>
              <p:cNvGrpSpPr/>
              <p:nvPr/>
            </p:nvGrpSpPr>
            <p:grpSpPr>
              <a:xfrm rot="10800000" flipH="1">
                <a:off x="7772214" y="4217521"/>
                <a:ext cx="301269" cy="301135"/>
                <a:chOff x="1051088" y="5406535"/>
                <a:chExt cx="593889" cy="593625"/>
              </a:xfrm>
              <a:solidFill>
                <a:srgbClr val="7030A0"/>
              </a:solidFill>
            </p:grpSpPr>
            <p:sp>
              <p:nvSpPr>
                <p:cNvPr id="1183" name="Rectangle 1182">
                  <a:extLst>
                    <a:ext uri="{FF2B5EF4-FFF2-40B4-BE49-F238E27FC236}">
                      <a16:creationId xmlns:a16="http://schemas.microsoft.com/office/drawing/2014/main" id="{52D1EFF8-5AD6-3400-78EF-E0B37564D0D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Rectangle 1183">
                  <a:extLst>
                    <a:ext uri="{FF2B5EF4-FFF2-40B4-BE49-F238E27FC236}">
                      <a16:creationId xmlns:a16="http://schemas.microsoft.com/office/drawing/2014/main" id="{10EF03BD-EB97-C909-F0AD-4D385BFBBE0C}"/>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Rectangle 1184">
                  <a:extLst>
                    <a:ext uri="{FF2B5EF4-FFF2-40B4-BE49-F238E27FC236}">
                      <a16:creationId xmlns:a16="http://schemas.microsoft.com/office/drawing/2014/main" id="{C186ACC5-FA08-15CB-08E9-250C22F43A86}"/>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Rectangle 1185">
                  <a:extLst>
                    <a:ext uri="{FF2B5EF4-FFF2-40B4-BE49-F238E27FC236}">
                      <a16:creationId xmlns:a16="http://schemas.microsoft.com/office/drawing/2014/main" id="{29A33F48-0F59-44AB-4884-32AF9182153C}"/>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C1377D7C-CF1B-3EB6-0915-771513DEBF07}"/>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Rectangle 1187">
                  <a:extLst>
                    <a:ext uri="{FF2B5EF4-FFF2-40B4-BE49-F238E27FC236}">
                      <a16:creationId xmlns:a16="http://schemas.microsoft.com/office/drawing/2014/main" id="{AFF35642-3640-2940-073B-C58FEFEEABE3}"/>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A6970EEB-8356-FDBE-002F-140420DCC4C4}"/>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1189">
                  <a:extLst>
                    <a:ext uri="{FF2B5EF4-FFF2-40B4-BE49-F238E27FC236}">
                      <a16:creationId xmlns:a16="http://schemas.microsoft.com/office/drawing/2014/main" id="{CCD0DECE-D5F8-CFF3-3ED3-90E44586E73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25583DE-1F37-F41F-8A6F-688558470E55}"/>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4" name="Rectangle 1153">
                <a:extLst>
                  <a:ext uri="{FF2B5EF4-FFF2-40B4-BE49-F238E27FC236}">
                    <a16:creationId xmlns:a16="http://schemas.microsoft.com/office/drawing/2014/main" id="{0C9283E6-12B6-67C6-DEF7-7DE9CBDA9C4B}"/>
                  </a:ext>
                </a:extLst>
              </p:cNvPr>
              <p:cNvSpPr/>
              <p:nvPr/>
            </p:nvSpPr>
            <p:spPr>
              <a:xfrm rot="10800000" flipH="1">
                <a:off x="807348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Rectangle 1154">
                <a:extLst>
                  <a:ext uri="{FF2B5EF4-FFF2-40B4-BE49-F238E27FC236}">
                    <a16:creationId xmlns:a16="http://schemas.microsoft.com/office/drawing/2014/main" id="{04223569-8EF5-E55B-F35A-CDF6BF4C82DB}"/>
                  </a:ext>
                </a:extLst>
              </p:cNvPr>
              <p:cNvSpPr/>
              <p:nvPr/>
            </p:nvSpPr>
            <p:spPr>
              <a:xfrm rot="10800000" flipH="1">
                <a:off x="817390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Rectangle 1155">
                <a:extLst>
                  <a:ext uri="{FF2B5EF4-FFF2-40B4-BE49-F238E27FC236}">
                    <a16:creationId xmlns:a16="http://schemas.microsoft.com/office/drawing/2014/main" id="{AF99F701-D118-B84E-DEF1-043899D7CD1E}"/>
                  </a:ext>
                </a:extLst>
              </p:cNvPr>
              <p:cNvSpPr/>
              <p:nvPr/>
            </p:nvSpPr>
            <p:spPr>
              <a:xfrm rot="10800000" flipH="1">
                <a:off x="827432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Rectangle 1156">
                <a:extLst>
                  <a:ext uri="{FF2B5EF4-FFF2-40B4-BE49-F238E27FC236}">
                    <a16:creationId xmlns:a16="http://schemas.microsoft.com/office/drawing/2014/main" id="{EBA557F4-C451-FD75-4EC1-71DBEED345F1}"/>
                  </a:ext>
                </a:extLst>
              </p:cNvPr>
              <p:cNvSpPr/>
              <p:nvPr/>
            </p:nvSpPr>
            <p:spPr>
              <a:xfrm rot="10800000" flipH="1">
                <a:off x="837475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Rectangle 1157">
                <a:extLst>
                  <a:ext uri="{FF2B5EF4-FFF2-40B4-BE49-F238E27FC236}">
                    <a16:creationId xmlns:a16="http://schemas.microsoft.com/office/drawing/2014/main" id="{434E92E2-490C-BCEE-7D65-37757D5C3BE3}"/>
                  </a:ext>
                </a:extLst>
              </p:cNvPr>
              <p:cNvSpPr/>
              <p:nvPr/>
            </p:nvSpPr>
            <p:spPr>
              <a:xfrm rot="10800000" flipH="1">
                <a:off x="847517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Rectangle 1158">
                <a:extLst>
                  <a:ext uri="{FF2B5EF4-FFF2-40B4-BE49-F238E27FC236}">
                    <a16:creationId xmlns:a16="http://schemas.microsoft.com/office/drawing/2014/main" id="{34B00728-9E98-FAE4-12E8-9581617C7026}"/>
                  </a:ext>
                </a:extLst>
              </p:cNvPr>
              <p:cNvSpPr/>
              <p:nvPr/>
            </p:nvSpPr>
            <p:spPr>
              <a:xfrm rot="10800000" flipH="1">
                <a:off x="857559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Rectangle 1159">
                <a:extLst>
                  <a:ext uri="{FF2B5EF4-FFF2-40B4-BE49-F238E27FC236}">
                    <a16:creationId xmlns:a16="http://schemas.microsoft.com/office/drawing/2014/main" id="{71577977-90BB-D68B-1BEE-2E76341A4DA9}"/>
                  </a:ext>
                </a:extLst>
              </p:cNvPr>
              <p:cNvSpPr/>
              <p:nvPr/>
            </p:nvSpPr>
            <p:spPr>
              <a:xfrm rot="10800000" flipH="1">
                <a:off x="867602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Rectangle 1160">
                <a:extLst>
                  <a:ext uri="{FF2B5EF4-FFF2-40B4-BE49-F238E27FC236}">
                    <a16:creationId xmlns:a16="http://schemas.microsoft.com/office/drawing/2014/main" id="{B55CF703-5699-249A-04CD-C03925FE0AB1}"/>
                  </a:ext>
                </a:extLst>
              </p:cNvPr>
              <p:cNvSpPr/>
              <p:nvPr/>
            </p:nvSpPr>
            <p:spPr>
              <a:xfrm rot="10800000" flipH="1">
                <a:off x="877644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Rectangle 1161">
                <a:extLst>
                  <a:ext uri="{FF2B5EF4-FFF2-40B4-BE49-F238E27FC236}">
                    <a16:creationId xmlns:a16="http://schemas.microsoft.com/office/drawing/2014/main" id="{B9116882-A276-3A88-CE84-1937BAE340E3}"/>
                  </a:ext>
                </a:extLst>
              </p:cNvPr>
              <p:cNvSpPr/>
              <p:nvPr/>
            </p:nvSpPr>
            <p:spPr>
              <a:xfrm rot="10800000" flipH="1">
                <a:off x="887686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Rectangle 1162">
                <a:extLst>
                  <a:ext uri="{FF2B5EF4-FFF2-40B4-BE49-F238E27FC236}">
                    <a16:creationId xmlns:a16="http://schemas.microsoft.com/office/drawing/2014/main" id="{C732BBC8-B3AD-0781-CCD5-DDA134AAF9F1}"/>
                  </a:ext>
                </a:extLst>
              </p:cNvPr>
              <p:cNvSpPr/>
              <p:nvPr/>
            </p:nvSpPr>
            <p:spPr>
              <a:xfrm rot="10800000" flipH="1">
                <a:off x="897728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Rectangle 1163">
                <a:extLst>
                  <a:ext uri="{FF2B5EF4-FFF2-40B4-BE49-F238E27FC236}">
                    <a16:creationId xmlns:a16="http://schemas.microsoft.com/office/drawing/2014/main" id="{06849CF6-04A4-D0BB-3DAD-1D174DF0BDC5}"/>
                  </a:ext>
                </a:extLst>
              </p:cNvPr>
              <p:cNvSpPr/>
              <p:nvPr/>
            </p:nvSpPr>
            <p:spPr>
              <a:xfrm rot="10800000" flipH="1">
                <a:off x="907771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Rectangle 1164">
                <a:extLst>
                  <a:ext uri="{FF2B5EF4-FFF2-40B4-BE49-F238E27FC236}">
                    <a16:creationId xmlns:a16="http://schemas.microsoft.com/office/drawing/2014/main" id="{F670F6D5-A9F0-48E2-F502-3A0F0B82965D}"/>
                  </a:ext>
                </a:extLst>
              </p:cNvPr>
              <p:cNvSpPr/>
              <p:nvPr/>
            </p:nvSpPr>
            <p:spPr>
              <a:xfrm rot="10800000" flipH="1">
                <a:off x="917813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Rectangle 1165">
                <a:extLst>
                  <a:ext uri="{FF2B5EF4-FFF2-40B4-BE49-F238E27FC236}">
                    <a16:creationId xmlns:a16="http://schemas.microsoft.com/office/drawing/2014/main" id="{1B94D492-4A02-FCBC-F82B-839623E71008}"/>
                  </a:ext>
                </a:extLst>
              </p:cNvPr>
              <p:cNvSpPr/>
              <p:nvPr/>
            </p:nvSpPr>
            <p:spPr>
              <a:xfrm rot="10800000" flipH="1">
                <a:off x="927855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Rectangle 1166">
                <a:extLst>
                  <a:ext uri="{FF2B5EF4-FFF2-40B4-BE49-F238E27FC236}">
                    <a16:creationId xmlns:a16="http://schemas.microsoft.com/office/drawing/2014/main" id="{CD05F8E2-AD0E-EB89-AEC6-B71BC960CA88}"/>
                  </a:ext>
                </a:extLst>
              </p:cNvPr>
              <p:cNvSpPr/>
              <p:nvPr/>
            </p:nvSpPr>
            <p:spPr>
              <a:xfrm rot="10800000" flipH="1">
                <a:off x="937898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Rectangle 1167">
                <a:extLst>
                  <a:ext uri="{FF2B5EF4-FFF2-40B4-BE49-F238E27FC236}">
                    <a16:creationId xmlns:a16="http://schemas.microsoft.com/office/drawing/2014/main" id="{CD875E38-E41D-9CA3-116C-97E13FEEA23B}"/>
                  </a:ext>
                </a:extLst>
              </p:cNvPr>
              <p:cNvSpPr/>
              <p:nvPr/>
            </p:nvSpPr>
            <p:spPr>
              <a:xfrm rot="10800000" flipH="1">
                <a:off x="947940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Rectangle 1168">
                <a:extLst>
                  <a:ext uri="{FF2B5EF4-FFF2-40B4-BE49-F238E27FC236}">
                    <a16:creationId xmlns:a16="http://schemas.microsoft.com/office/drawing/2014/main" id="{561CEC71-0C15-BC02-4DBC-43645F4DE9C1}"/>
                  </a:ext>
                </a:extLst>
              </p:cNvPr>
              <p:cNvSpPr/>
              <p:nvPr/>
            </p:nvSpPr>
            <p:spPr>
              <a:xfrm rot="10800000" flipH="1">
                <a:off x="957982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Rectangle 1169">
                <a:extLst>
                  <a:ext uri="{FF2B5EF4-FFF2-40B4-BE49-F238E27FC236}">
                    <a16:creationId xmlns:a16="http://schemas.microsoft.com/office/drawing/2014/main" id="{668C5176-B612-551F-7B6E-CAC35E77CE8D}"/>
                  </a:ext>
                </a:extLst>
              </p:cNvPr>
              <p:cNvSpPr/>
              <p:nvPr/>
            </p:nvSpPr>
            <p:spPr>
              <a:xfrm rot="10800000" flipH="1">
                <a:off x="968025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Rectangle 1170">
                <a:extLst>
                  <a:ext uri="{FF2B5EF4-FFF2-40B4-BE49-F238E27FC236}">
                    <a16:creationId xmlns:a16="http://schemas.microsoft.com/office/drawing/2014/main" id="{1BF6351E-E442-94E7-B334-8DB27DBC9836}"/>
                  </a:ext>
                </a:extLst>
              </p:cNvPr>
              <p:cNvSpPr/>
              <p:nvPr/>
            </p:nvSpPr>
            <p:spPr>
              <a:xfrm rot="10800000" flipH="1">
                <a:off x="978067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Rectangle 1171">
                <a:extLst>
                  <a:ext uri="{FF2B5EF4-FFF2-40B4-BE49-F238E27FC236}">
                    <a16:creationId xmlns:a16="http://schemas.microsoft.com/office/drawing/2014/main" id="{08197D43-5E5F-C41C-E4F4-D16457C92C4E}"/>
                  </a:ext>
                </a:extLst>
              </p:cNvPr>
              <p:cNvSpPr/>
              <p:nvPr/>
            </p:nvSpPr>
            <p:spPr>
              <a:xfrm rot="10800000" flipH="1">
                <a:off x="988109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Rectangle 1172">
                <a:extLst>
                  <a:ext uri="{FF2B5EF4-FFF2-40B4-BE49-F238E27FC236}">
                    <a16:creationId xmlns:a16="http://schemas.microsoft.com/office/drawing/2014/main" id="{39359521-5DF6-1F26-4CE4-2509AC53EBAE}"/>
                  </a:ext>
                </a:extLst>
              </p:cNvPr>
              <p:cNvSpPr/>
              <p:nvPr/>
            </p:nvSpPr>
            <p:spPr>
              <a:xfrm rot="10800000" flipH="1">
                <a:off x="998151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Rectangle 1173">
                <a:extLst>
                  <a:ext uri="{FF2B5EF4-FFF2-40B4-BE49-F238E27FC236}">
                    <a16:creationId xmlns:a16="http://schemas.microsoft.com/office/drawing/2014/main" id="{3D2B3621-2849-F11E-4439-9572D9F15100}"/>
                  </a:ext>
                </a:extLst>
              </p:cNvPr>
              <p:cNvSpPr/>
              <p:nvPr/>
            </p:nvSpPr>
            <p:spPr>
              <a:xfrm rot="10800000" flipH="1">
                <a:off x="1008194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Rectangle 1174">
                <a:extLst>
                  <a:ext uri="{FF2B5EF4-FFF2-40B4-BE49-F238E27FC236}">
                    <a16:creationId xmlns:a16="http://schemas.microsoft.com/office/drawing/2014/main" id="{BBFDD19E-F15F-377C-3B2D-6B4EFF9A766C}"/>
                  </a:ext>
                </a:extLst>
              </p:cNvPr>
              <p:cNvSpPr/>
              <p:nvPr/>
            </p:nvSpPr>
            <p:spPr>
              <a:xfrm rot="10800000" flipH="1">
                <a:off x="1018236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Rectangle 1175">
                <a:extLst>
                  <a:ext uri="{FF2B5EF4-FFF2-40B4-BE49-F238E27FC236}">
                    <a16:creationId xmlns:a16="http://schemas.microsoft.com/office/drawing/2014/main" id="{613E5F45-B927-5E1A-4804-6971D42C6FF9}"/>
                  </a:ext>
                </a:extLst>
              </p:cNvPr>
              <p:cNvSpPr/>
              <p:nvPr/>
            </p:nvSpPr>
            <p:spPr>
              <a:xfrm rot="10800000" flipH="1">
                <a:off x="1028278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Rectangle 1176">
                <a:extLst>
                  <a:ext uri="{FF2B5EF4-FFF2-40B4-BE49-F238E27FC236}">
                    <a16:creationId xmlns:a16="http://schemas.microsoft.com/office/drawing/2014/main" id="{3D44395F-9A9B-164F-8E37-29ED726005BA}"/>
                  </a:ext>
                </a:extLst>
              </p:cNvPr>
              <p:cNvSpPr/>
              <p:nvPr/>
            </p:nvSpPr>
            <p:spPr>
              <a:xfrm rot="10800000" flipH="1">
                <a:off x="1038321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Rectangle 1177">
                <a:extLst>
                  <a:ext uri="{FF2B5EF4-FFF2-40B4-BE49-F238E27FC236}">
                    <a16:creationId xmlns:a16="http://schemas.microsoft.com/office/drawing/2014/main" id="{61690048-D7D7-04C7-A019-61182E2717E9}"/>
                  </a:ext>
                </a:extLst>
              </p:cNvPr>
              <p:cNvSpPr/>
              <p:nvPr/>
            </p:nvSpPr>
            <p:spPr>
              <a:xfrm rot="10800000" flipH="1">
                <a:off x="1048363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Rectangle 1178">
                <a:extLst>
                  <a:ext uri="{FF2B5EF4-FFF2-40B4-BE49-F238E27FC236}">
                    <a16:creationId xmlns:a16="http://schemas.microsoft.com/office/drawing/2014/main" id="{FFBA4337-698F-5FA2-5580-A8C3DEE1CA61}"/>
                  </a:ext>
                </a:extLst>
              </p:cNvPr>
              <p:cNvSpPr/>
              <p:nvPr/>
            </p:nvSpPr>
            <p:spPr>
              <a:xfrm rot="10800000" flipH="1">
                <a:off x="1058405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Rectangle 1179">
                <a:extLst>
                  <a:ext uri="{FF2B5EF4-FFF2-40B4-BE49-F238E27FC236}">
                    <a16:creationId xmlns:a16="http://schemas.microsoft.com/office/drawing/2014/main" id="{AC661894-8B3A-1525-641C-71571A0A3E87}"/>
                  </a:ext>
                </a:extLst>
              </p:cNvPr>
              <p:cNvSpPr/>
              <p:nvPr/>
            </p:nvSpPr>
            <p:spPr>
              <a:xfrm rot="10800000" flipH="1">
                <a:off x="1068447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Rectangle 1180">
                <a:extLst>
                  <a:ext uri="{FF2B5EF4-FFF2-40B4-BE49-F238E27FC236}">
                    <a16:creationId xmlns:a16="http://schemas.microsoft.com/office/drawing/2014/main" id="{5A97B970-5EF4-9710-0CD6-0E45F0887467}"/>
                  </a:ext>
                </a:extLst>
              </p:cNvPr>
              <p:cNvSpPr/>
              <p:nvPr/>
            </p:nvSpPr>
            <p:spPr>
              <a:xfrm rot="10800000" flipH="1">
                <a:off x="1078490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Rectangle 1181">
                <a:extLst>
                  <a:ext uri="{FF2B5EF4-FFF2-40B4-BE49-F238E27FC236}">
                    <a16:creationId xmlns:a16="http://schemas.microsoft.com/office/drawing/2014/main" id="{5E422893-6FFF-7075-78FE-B5D212959D1A}"/>
                  </a:ext>
                </a:extLst>
              </p:cNvPr>
              <p:cNvSpPr/>
              <p:nvPr/>
            </p:nvSpPr>
            <p:spPr>
              <a:xfrm rot="10800000" flipH="1">
                <a:off x="1088532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981" name="TextBox 1980">
            <a:extLst>
              <a:ext uri="{FF2B5EF4-FFF2-40B4-BE49-F238E27FC236}">
                <a16:creationId xmlns:a16="http://schemas.microsoft.com/office/drawing/2014/main" id="{88548184-B22F-2968-F005-702AC1ED24AD}"/>
              </a:ext>
            </a:extLst>
          </p:cNvPr>
          <p:cNvSpPr txBox="1"/>
          <p:nvPr/>
        </p:nvSpPr>
        <p:spPr>
          <a:xfrm>
            <a:off x="10581863" y="2407413"/>
            <a:ext cx="1352230" cy="338554"/>
          </a:xfrm>
          <a:prstGeom prst="rect">
            <a:avLst/>
          </a:prstGeom>
          <a:noFill/>
        </p:spPr>
        <p:txBody>
          <a:bodyPr wrap="none" rtlCol="0">
            <a:spAutoFit/>
          </a:bodyPr>
          <a:lstStyle/>
          <a:p>
            <a:r>
              <a:rPr lang="en-US" sz="1600" dirty="0"/>
              <a:t>parallel </a:t>
            </a:r>
            <a:r>
              <a:rPr lang="en-US" sz="1600" dirty="0" err="1"/>
              <a:t>ochan</a:t>
            </a:r>
            <a:endParaRPr lang="en-US" sz="1600" dirty="0"/>
          </a:p>
        </p:txBody>
      </p:sp>
      <p:cxnSp>
        <p:nvCxnSpPr>
          <p:cNvPr id="1985" name="Straight Connector 1984">
            <a:extLst>
              <a:ext uri="{FF2B5EF4-FFF2-40B4-BE49-F238E27FC236}">
                <a16:creationId xmlns:a16="http://schemas.microsoft.com/office/drawing/2014/main" id="{2F6EB435-7B39-652E-AEE0-D3430E8B30B5}"/>
              </a:ext>
            </a:extLst>
          </p:cNvPr>
          <p:cNvCxnSpPr>
            <a:cxnSpLocks/>
          </p:cNvCxnSpPr>
          <p:nvPr/>
        </p:nvCxnSpPr>
        <p:spPr>
          <a:xfrm>
            <a:off x="6641026" y="1690688"/>
            <a:ext cx="0" cy="4772105"/>
          </a:xfrm>
          <a:prstGeom prst="line">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331241E1-485A-33BE-742A-817E279EC127}"/>
              </a:ext>
            </a:extLst>
          </p:cNvPr>
          <p:cNvPicPr>
            <a:picLocks noChangeAspect="1"/>
          </p:cNvPicPr>
          <p:nvPr/>
        </p:nvPicPr>
        <p:blipFill>
          <a:blip r:embed="rId2"/>
          <a:stretch>
            <a:fillRect/>
          </a:stretch>
        </p:blipFill>
        <p:spPr>
          <a:xfrm>
            <a:off x="7022975" y="3854030"/>
            <a:ext cx="3480228" cy="1918618"/>
          </a:xfrm>
          <a:prstGeom prst="rect">
            <a:avLst/>
          </a:prstGeom>
        </p:spPr>
      </p:pic>
      <p:sp>
        <p:nvSpPr>
          <p:cNvPr id="11" name="TextBox 10">
            <a:extLst>
              <a:ext uri="{FF2B5EF4-FFF2-40B4-BE49-F238E27FC236}">
                <a16:creationId xmlns:a16="http://schemas.microsoft.com/office/drawing/2014/main" id="{C1AFFBAE-6DAF-9F5B-B81E-6EF93CDF4BF6}"/>
              </a:ext>
            </a:extLst>
          </p:cNvPr>
          <p:cNvSpPr txBox="1"/>
          <p:nvPr/>
        </p:nvSpPr>
        <p:spPr>
          <a:xfrm>
            <a:off x="10581863" y="4617440"/>
            <a:ext cx="1426865" cy="338554"/>
          </a:xfrm>
          <a:prstGeom prst="rect">
            <a:avLst/>
          </a:prstGeom>
          <a:noFill/>
        </p:spPr>
        <p:txBody>
          <a:bodyPr wrap="none" rtlCol="0">
            <a:spAutoFit/>
          </a:bodyPr>
          <a:lstStyle/>
          <a:p>
            <a:r>
              <a:rPr lang="en-US" sz="1600" dirty="0"/>
              <a:t>parallel </a:t>
            </a:r>
            <a:r>
              <a:rPr lang="en-US" sz="1600" dirty="0" err="1"/>
              <a:t>nstripe</a:t>
            </a:r>
            <a:endParaRPr lang="en-US" sz="1600" dirty="0"/>
          </a:p>
        </p:txBody>
      </p:sp>
      <p:pic>
        <p:nvPicPr>
          <p:cNvPr id="1980" name="Picture 1979">
            <a:extLst>
              <a:ext uri="{FF2B5EF4-FFF2-40B4-BE49-F238E27FC236}">
                <a16:creationId xmlns:a16="http://schemas.microsoft.com/office/drawing/2014/main" id="{D299A21A-2945-D6B4-1683-AA233C430AEF}"/>
              </a:ext>
            </a:extLst>
          </p:cNvPr>
          <p:cNvPicPr>
            <a:picLocks noChangeAspect="1"/>
          </p:cNvPicPr>
          <p:nvPr/>
        </p:nvPicPr>
        <p:blipFill>
          <a:blip r:embed="rId3"/>
          <a:stretch>
            <a:fillRect/>
          </a:stretch>
        </p:blipFill>
        <p:spPr>
          <a:xfrm>
            <a:off x="7018096" y="5830050"/>
            <a:ext cx="3544006" cy="859460"/>
          </a:xfrm>
          <a:prstGeom prst="rect">
            <a:avLst/>
          </a:prstGeom>
        </p:spPr>
      </p:pic>
    </p:spTree>
    <p:extLst>
      <p:ext uri="{BB962C8B-B14F-4D97-AF65-F5344CB8AC3E}">
        <p14:creationId xmlns:p14="http://schemas.microsoft.com/office/powerpoint/2010/main" val="268294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44" name="Group 243">
            <a:extLst>
              <a:ext uri="{FF2B5EF4-FFF2-40B4-BE49-F238E27FC236}">
                <a16:creationId xmlns:a16="http://schemas.microsoft.com/office/drawing/2014/main" id="{2A6E34E0-D8C9-F7E4-DEB8-AFBE1F624C0F}"/>
              </a:ext>
            </a:extLst>
          </p:cNvPr>
          <p:cNvGrpSpPr/>
          <p:nvPr/>
        </p:nvGrpSpPr>
        <p:grpSpPr>
          <a:xfrm>
            <a:off x="4834627" y="4704932"/>
            <a:ext cx="2149727"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5A2122D3-E382-D79F-6D03-10B0F95C5F80}"/>
              </a:ext>
            </a:extLst>
          </p:cNvPr>
          <p:cNvGrpSpPr/>
          <p:nvPr/>
        </p:nvGrpSpPr>
        <p:grpSpPr>
          <a:xfrm>
            <a:off x="4360340"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4565087" y="1071771"/>
            <a:ext cx="2419267"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4C64A411-9C47-B1D0-E229-9A077484AF16}"/>
              </a:ext>
            </a:extLst>
          </p:cNvPr>
          <p:cNvGrpSpPr/>
          <p:nvPr/>
        </p:nvGrpSpPr>
        <p:grpSpPr>
          <a:xfrm>
            <a:off x="4360340"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4565087" y="838102"/>
            <a:ext cx="2419267"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0340"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4110351"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5087" y="598543"/>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a:stCxn id="11" idx="3"/>
          </p:cNvCxnSpPr>
          <p:nvPr/>
        </p:nvCxnSpPr>
        <p:spPr>
          <a:xfrm flipV="1">
            <a:off x="4834627" y="4321231"/>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a:stCxn id="39" idx="3"/>
          </p:cNvCxnSpPr>
          <p:nvPr/>
        </p:nvCxnSpPr>
        <p:spPr>
          <a:xfrm flipV="1">
            <a:off x="4834627" y="4081672"/>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a:stCxn id="52" idx="3"/>
          </p:cNvCxnSpPr>
          <p:nvPr/>
        </p:nvCxnSpPr>
        <p:spPr>
          <a:xfrm flipV="1">
            <a:off x="4834627" y="384800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a:stCxn id="65" idx="3"/>
          </p:cNvCxnSpPr>
          <p:nvPr/>
        </p:nvCxnSpPr>
        <p:spPr>
          <a:xfrm flipV="1">
            <a:off x="4834627" y="360844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a:stCxn id="78" idx="3"/>
          </p:cNvCxnSpPr>
          <p:nvPr/>
        </p:nvCxnSpPr>
        <p:spPr>
          <a:xfrm flipV="1">
            <a:off x="4834627" y="337000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a:stCxn id="91" idx="3"/>
          </p:cNvCxnSpPr>
          <p:nvPr/>
        </p:nvCxnSpPr>
        <p:spPr>
          <a:xfrm flipV="1">
            <a:off x="4834627" y="313044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a:stCxn id="104" idx="3"/>
          </p:cNvCxnSpPr>
          <p:nvPr/>
        </p:nvCxnSpPr>
        <p:spPr>
          <a:xfrm flipV="1">
            <a:off x="4834627" y="2896779"/>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a:stCxn id="117" idx="3"/>
          </p:cNvCxnSpPr>
          <p:nvPr/>
        </p:nvCxnSpPr>
        <p:spPr>
          <a:xfrm flipV="1">
            <a:off x="4834627" y="2657220"/>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4565087" y="1071771"/>
            <a:ext cx="2419267"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4565087" y="1071771"/>
            <a:ext cx="2419267"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4565087" y="1071771"/>
            <a:ext cx="2419267"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4565087" y="1071771"/>
            <a:ext cx="2419267"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4565087" y="1071771"/>
            <a:ext cx="2419267"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4565087" y="1071771"/>
            <a:ext cx="2419267"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4565087" y="1071771"/>
            <a:ext cx="2419267"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5087" y="598543"/>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5087" y="598543"/>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5087" y="598543"/>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5087" y="598543"/>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5087" y="598543"/>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5087" y="598543"/>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5087" y="598543"/>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4565087" y="838102"/>
            <a:ext cx="2419267"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4565087" y="838102"/>
            <a:ext cx="2419267"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4565087" y="838102"/>
            <a:ext cx="2419267"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4565087" y="838102"/>
            <a:ext cx="2419267"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4565087" y="838102"/>
            <a:ext cx="2419267"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4565087" y="838102"/>
            <a:ext cx="2419267"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4565087" y="838102"/>
            <a:ext cx="2419267"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4" name="TextBox 353">
            <a:extLst>
              <a:ext uri="{FF2B5EF4-FFF2-40B4-BE49-F238E27FC236}">
                <a16:creationId xmlns:a16="http://schemas.microsoft.com/office/drawing/2014/main" id="{EC0C5359-39FB-6536-2844-7AE61AA2E9F0}"/>
              </a:ext>
            </a:extLst>
          </p:cNvPr>
          <p:cNvSpPr txBox="1"/>
          <p:nvPr/>
        </p:nvSpPr>
        <p:spPr>
          <a:xfrm>
            <a:off x="3650165" y="6471312"/>
            <a:ext cx="1377172" cy="307777"/>
          </a:xfrm>
          <a:prstGeom prst="rect">
            <a:avLst/>
          </a:prstGeom>
          <a:noFill/>
          <a:ln w="12700">
            <a:noFill/>
          </a:ln>
        </p:spPr>
        <p:txBody>
          <a:bodyPr wrap="none" rtlCol="0">
            <a:spAutoFit/>
          </a:bodyPr>
          <a:lstStyle/>
          <a:p>
            <a:r>
              <a:rPr lang="en-US" sz="1400" i="1" dirty="0"/>
              <a:t>weight [OCHAN]</a:t>
            </a:r>
          </a:p>
        </p:txBody>
      </p:sp>
      <p:sp>
        <p:nvSpPr>
          <p:cNvPr id="356" name="TextBox 355">
            <a:extLst>
              <a:ext uri="{FF2B5EF4-FFF2-40B4-BE49-F238E27FC236}">
                <a16:creationId xmlns:a16="http://schemas.microsoft.com/office/drawing/2014/main" id="{7EC204C9-ED79-AACF-11CB-2B556D159D29}"/>
              </a:ext>
            </a:extLst>
          </p:cNvPr>
          <p:cNvSpPr txBox="1"/>
          <p:nvPr/>
        </p:nvSpPr>
        <p:spPr>
          <a:xfrm>
            <a:off x="1707235" y="1181146"/>
            <a:ext cx="2012089" cy="307777"/>
          </a:xfrm>
          <a:prstGeom prst="rect">
            <a:avLst/>
          </a:prstGeom>
          <a:noFill/>
          <a:ln w="12700">
            <a:noFill/>
          </a:ln>
        </p:spPr>
        <p:txBody>
          <a:bodyPr wrap="none" rtlCol="0">
            <a:spAutoFit/>
          </a:bodyPr>
          <a:lstStyle/>
          <a:p>
            <a:r>
              <a:rPr lang="en-US" sz="1400" i="1" dirty="0"/>
              <a:t>padded stripes [NSTRIPE]</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352503" y="294440"/>
            <a:ext cx="1210268" cy="307777"/>
          </a:xfrm>
          <a:prstGeom prst="rect">
            <a:avLst/>
          </a:prstGeom>
          <a:noFill/>
          <a:ln w="12700">
            <a:noFill/>
          </a:ln>
        </p:spPr>
        <p:txBody>
          <a:bodyPr wrap="none" rtlCol="0">
            <a:spAutoFit/>
          </a:bodyPr>
          <a:lstStyle/>
          <a:p>
            <a:r>
              <a:rPr lang="en-US" sz="1400" i="1" dirty="0"/>
              <a:t>DTYPE*ICHAN</a:t>
            </a:r>
          </a:p>
        </p:txBody>
      </p: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rot="16200000" flipH="1">
            <a:off x="1363180" y="718408"/>
            <a:ext cx="473712" cy="2640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endCxn id="227" idx="1"/>
          </p:cNvCxnSpPr>
          <p:nvPr/>
        </p:nvCxnSpPr>
        <p:spPr>
          <a:xfrm>
            <a:off x="1469233" y="853600"/>
            <a:ext cx="26280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70" name="TextBox 369">
            <a:extLst>
              <a:ext uri="{FF2B5EF4-FFF2-40B4-BE49-F238E27FC236}">
                <a16:creationId xmlns:a16="http://schemas.microsoft.com/office/drawing/2014/main" id="{C8EA116F-81B4-BEA4-C51F-6B1CCEDBFC93}"/>
              </a:ext>
            </a:extLst>
          </p:cNvPr>
          <p:cNvSpPr txBox="1"/>
          <p:nvPr/>
        </p:nvSpPr>
        <p:spPr>
          <a:xfrm>
            <a:off x="78107" y="6456835"/>
            <a:ext cx="2976905" cy="307777"/>
          </a:xfrm>
          <a:prstGeom prst="rect">
            <a:avLst/>
          </a:prstGeom>
          <a:noFill/>
          <a:ln w="12700">
            <a:noFill/>
          </a:ln>
        </p:spPr>
        <p:txBody>
          <a:bodyPr wrap="none" rtlCol="0">
            <a:spAutoFit/>
          </a:bodyPr>
          <a:lstStyle/>
          <a:p>
            <a:r>
              <a:rPr lang="en-US" sz="1400" dirty="0">
                <a:hlinkClick r:id="rId2"/>
              </a:rPr>
              <a:t>conv2d_data.v</a:t>
            </a:r>
            <a:r>
              <a:rPr lang="en-US" sz="1400" dirty="0"/>
              <a:t> : NSTRIPE=3, OCHAN=8</a:t>
            </a:r>
          </a:p>
        </p:txBody>
      </p:sp>
      <p:sp>
        <p:nvSpPr>
          <p:cNvPr id="487" name="TextBox 486">
            <a:extLst>
              <a:ext uri="{FF2B5EF4-FFF2-40B4-BE49-F238E27FC236}">
                <a16:creationId xmlns:a16="http://schemas.microsoft.com/office/drawing/2014/main" id="{2A8EA452-5104-0284-FE2B-2B10D87C2C46}"/>
              </a:ext>
            </a:extLst>
          </p:cNvPr>
          <p:cNvSpPr txBox="1"/>
          <p:nvPr/>
        </p:nvSpPr>
        <p:spPr>
          <a:xfrm>
            <a:off x="8062998" y="2503"/>
            <a:ext cx="373820" cy="307777"/>
          </a:xfrm>
          <a:prstGeom prst="rect">
            <a:avLst/>
          </a:prstGeom>
          <a:noFill/>
          <a:ln w="12700">
            <a:noFill/>
          </a:ln>
        </p:spPr>
        <p:txBody>
          <a:bodyPr wrap="none" rtlCol="0">
            <a:spAutoFit/>
          </a:bodyPr>
          <a:lstStyle/>
          <a:p>
            <a:r>
              <a:rPr lang="en-US" sz="1400" dirty="0"/>
              <a:t>op</a:t>
            </a:r>
          </a:p>
        </p:txBody>
      </p: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923697"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923697"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770746"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770746"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3568843"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3568843"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769302"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769302"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769302"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769302"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769302"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769302"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769302"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769302"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4" name="Group 273">
            <a:extLst>
              <a:ext uri="{FF2B5EF4-FFF2-40B4-BE49-F238E27FC236}">
                <a16:creationId xmlns:a16="http://schemas.microsoft.com/office/drawing/2014/main" id="{17F68ABE-C59D-CEE3-051B-2572089DD6C7}"/>
              </a:ext>
            </a:extLst>
          </p:cNvPr>
          <p:cNvGrpSpPr/>
          <p:nvPr/>
        </p:nvGrpSpPr>
        <p:grpSpPr>
          <a:xfrm>
            <a:off x="7193579" y="521237"/>
            <a:ext cx="571247" cy="5914347"/>
            <a:chOff x="7085958" y="497990"/>
            <a:chExt cx="810914" cy="5914347"/>
          </a:xfrm>
        </p:grpSpPr>
        <p:sp>
          <p:nvSpPr>
            <p:cNvPr id="275" name="TextBox 274">
              <a:extLst>
                <a:ext uri="{FF2B5EF4-FFF2-40B4-BE49-F238E27FC236}">
                  <a16:creationId xmlns:a16="http://schemas.microsoft.com/office/drawing/2014/main" id="{8052F8CC-A497-0FBB-E1C1-86453A9E2450}"/>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4" name="TextBox 293">
              <a:extLst>
                <a:ext uri="{FF2B5EF4-FFF2-40B4-BE49-F238E27FC236}">
                  <a16:creationId xmlns:a16="http://schemas.microsoft.com/office/drawing/2014/main" id="{1D03A73D-8906-BE8B-8860-274DE8B40C22}"/>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grpSp>
        <p:nvGrpSpPr>
          <p:cNvPr id="32" name="Group 31">
            <a:extLst>
              <a:ext uri="{FF2B5EF4-FFF2-40B4-BE49-F238E27FC236}">
                <a16:creationId xmlns:a16="http://schemas.microsoft.com/office/drawing/2014/main" id="{4E6E82DF-CF82-6085-4B50-2DAE34AFC4C2}"/>
              </a:ext>
            </a:extLst>
          </p:cNvPr>
          <p:cNvGrpSpPr/>
          <p:nvPr/>
        </p:nvGrpSpPr>
        <p:grpSpPr>
          <a:xfrm>
            <a:off x="8564554" y="529733"/>
            <a:ext cx="204747" cy="5897371"/>
            <a:chOff x="8432821" y="529733"/>
            <a:chExt cx="204747" cy="5897371"/>
          </a:xfrm>
        </p:grpSpPr>
        <p:grpSp>
          <p:nvGrpSpPr>
            <p:cNvPr id="464" name="Group 463">
              <a:extLst>
                <a:ext uri="{FF2B5EF4-FFF2-40B4-BE49-F238E27FC236}">
                  <a16:creationId xmlns:a16="http://schemas.microsoft.com/office/drawing/2014/main" id="{64209CA5-BE5F-79F3-57CB-D83F1C29C926}"/>
                </a:ext>
              </a:extLst>
            </p:cNvPr>
            <p:cNvGrpSpPr/>
            <p:nvPr/>
          </p:nvGrpSpPr>
          <p:grpSpPr>
            <a:xfrm>
              <a:off x="8432821"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8432821"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8432821"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8432821"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8432821"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8432821"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8432821"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8432821"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8432821"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8432821"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8432821"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8432821"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8432821"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8432821"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8432821"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8432821"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8432821"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432821"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432821"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432821"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432821"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432821"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432821"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432821"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318" name="Rectangle 317">
            <a:extLst>
              <a:ext uri="{FF2B5EF4-FFF2-40B4-BE49-F238E27FC236}">
                <a16:creationId xmlns:a16="http://schemas.microsoft.com/office/drawing/2014/main" id="{1B30B63D-479C-604D-1C6C-0E11B58C4043}"/>
              </a:ext>
            </a:extLst>
          </p:cNvPr>
          <p:cNvSpPr/>
          <p:nvPr/>
        </p:nvSpPr>
        <p:spPr>
          <a:xfrm>
            <a:off x="10177071" y="603934"/>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299071" y="86258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825592"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2" name="Group 321">
            <a:extLst>
              <a:ext uri="{FF2B5EF4-FFF2-40B4-BE49-F238E27FC236}">
                <a16:creationId xmlns:a16="http://schemas.microsoft.com/office/drawing/2014/main" id="{1CD209A2-5370-7337-3E9F-C1AD443A753F}"/>
              </a:ext>
            </a:extLst>
          </p:cNvPr>
          <p:cNvGrpSpPr/>
          <p:nvPr/>
        </p:nvGrpSpPr>
        <p:grpSpPr>
          <a:xfrm>
            <a:off x="8769302"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29593" y="757129"/>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621220" y="443245"/>
            <a:ext cx="1282402" cy="307777"/>
          </a:xfrm>
          <a:prstGeom prst="rect">
            <a:avLst/>
          </a:prstGeom>
          <a:noFill/>
          <a:ln w="12700">
            <a:noFill/>
          </a:ln>
        </p:spPr>
        <p:txBody>
          <a:bodyPr wrap="none" rtlCol="0">
            <a:spAutoFit/>
          </a:bodyPr>
          <a:lstStyle/>
          <a:p>
            <a:r>
              <a:rPr lang="en-US" sz="1400" i="1" dirty="0"/>
              <a:t>DTYPE*OCHAN</a:t>
            </a:r>
          </a:p>
        </p:txBody>
      </p:sp>
      <p:grpSp>
        <p:nvGrpSpPr>
          <p:cNvPr id="342" name="Group 341">
            <a:extLst>
              <a:ext uri="{FF2B5EF4-FFF2-40B4-BE49-F238E27FC236}">
                <a16:creationId xmlns:a16="http://schemas.microsoft.com/office/drawing/2014/main" id="{71904354-7544-E94D-F5C7-66D32CB11EE9}"/>
              </a:ext>
            </a:extLst>
          </p:cNvPr>
          <p:cNvGrpSpPr/>
          <p:nvPr/>
        </p:nvGrpSpPr>
        <p:grpSpPr>
          <a:xfrm>
            <a:off x="8769301"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9076264"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185172"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9342523" y="1099797"/>
            <a:ext cx="0" cy="5232224"/>
          </a:xfrm>
          <a:prstGeom prst="line">
            <a:avLst/>
          </a:prstGeom>
          <a:ln w="19050"/>
        </p:spPr>
        <p:style>
          <a:lnRef idx="1">
            <a:schemeClr val="dk1"/>
          </a:lnRef>
          <a:fillRef idx="0">
            <a:schemeClr val="dk1"/>
          </a:fillRef>
          <a:effectRef idx="0">
            <a:schemeClr val="dk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484781"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9200253"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9197438"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9342523"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8263331"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5889F7E5-069B-CFA8-8738-CF1AF0C6B310}"/>
              </a:ext>
            </a:extLst>
          </p:cNvPr>
          <p:cNvCxnSpPr>
            <a:cxnSpLocks/>
          </p:cNvCxnSpPr>
          <p:nvPr/>
        </p:nvCxnSpPr>
        <p:spPr>
          <a:xfrm>
            <a:off x="8263331" y="2392374"/>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2" name="Straight Arrow Connector 371">
            <a:extLst>
              <a:ext uri="{FF2B5EF4-FFF2-40B4-BE49-F238E27FC236}">
                <a16:creationId xmlns:a16="http://schemas.microsoft.com/office/drawing/2014/main" id="{E9F9578F-A009-69BF-A363-AC9FAC82EF2E}"/>
              </a:ext>
            </a:extLst>
          </p:cNvPr>
          <p:cNvCxnSpPr>
            <a:cxnSpLocks/>
          </p:cNvCxnSpPr>
          <p:nvPr/>
        </p:nvCxnSpPr>
        <p:spPr>
          <a:xfrm>
            <a:off x="8263331" y="4415846"/>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1" name="Group 520">
            <a:extLst>
              <a:ext uri="{FF2B5EF4-FFF2-40B4-BE49-F238E27FC236}">
                <a16:creationId xmlns:a16="http://schemas.microsoft.com/office/drawing/2014/main" id="{17D7A6D2-DA1F-1461-21B2-929313C6F1F5}"/>
              </a:ext>
            </a:extLst>
          </p:cNvPr>
          <p:cNvGrpSpPr/>
          <p:nvPr/>
        </p:nvGrpSpPr>
        <p:grpSpPr>
          <a:xfrm>
            <a:off x="6988833" y="528219"/>
            <a:ext cx="204747" cy="5897371"/>
            <a:chOff x="8663115" y="658886"/>
            <a:chExt cx="204747" cy="5897371"/>
          </a:xfrm>
        </p:grpSpPr>
        <p:grpSp>
          <p:nvGrpSpPr>
            <p:cNvPr id="375" name="Group 374">
              <a:extLst>
                <a:ext uri="{FF2B5EF4-FFF2-40B4-BE49-F238E27FC236}">
                  <a16:creationId xmlns:a16="http://schemas.microsoft.com/office/drawing/2014/main" id="{F5F0BE1B-B64B-1C0D-0932-C42DF4F9991A}"/>
                </a:ext>
              </a:extLst>
            </p:cNvPr>
            <p:cNvGrpSpPr/>
            <p:nvPr/>
          </p:nvGrpSpPr>
          <p:grpSpPr>
            <a:xfrm>
              <a:off x="8663115" y="6366107"/>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8663115" y="6126548"/>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8663115" y="5892879"/>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8663115" y="5653319"/>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8663115" y="5414884"/>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8663115" y="5175324"/>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8663115" y="4941655"/>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8663115" y="4702096"/>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3" name="Group 402">
              <a:extLst>
                <a:ext uri="{FF2B5EF4-FFF2-40B4-BE49-F238E27FC236}">
                  <a16:creationId xmlns:a16="http://schemas.microsoft.com/office/drawing/2014/main" id="{7565E4D1-B156-3861-95E3-871FC8D1885E}"/>
                </a:ext>
              </a:extLst>
            </p:cNvPr>
            <p:cNvGrpSpPr/>
            <p:nvPr/>
          </p:nvGrpSpPr>
          <p:grpSpPr>
            <a:xfrm>
              <a:off x="8663115" y="4336461"/>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8663115" y="4096902"/>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8663115" y="3863233"/>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8663115" y="3623673"/>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8663115" y="3385238"/>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8663115" y="3145678"/>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8663115" y="2912009"/>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8663115" y="2672450"/>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8663115" y="2322897"/>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8663115" y="2083338"/>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8663115" y="1849669"/>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8663115" y="1610109"/>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8663115" y="1371674"/>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8663115" y="1132114"/>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8663115" y="898445"/>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8663115" y="658886"/>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2" name="TextBox 1">
            <a:extLst>
              <a:ext uri="{FF2B5EF4-FFF2-40B4-BE49-F238E27FC236}">
                <a16:creationId xmlns:a16="http://schemas.microsoft.com/office/drawing/2014/main" id="{C3F58609-114E-FA23-0C4B-1216FEE33B93}"/>
              </a:ext>
            </a:extLst>
          </p:cNvPr>
          <p:cNvSpPr txBox="1"/>
          <p:nvPr/>
        </p:nvSpPr>
        <p:spPr>
          <a:xfrm>
            <a:off x="8752857" y="6369570"/>
            <a:ext cx="649217" cy="307777"/>
          </a:xfrm>
          <a:prstGeom prst="rect">
            <a:avLst/>
          </a:prstGeom>
          <a:noFill/>
          <a:ln w="12700">
            <a:noFill/>
          </a:ln>
        </p:spPr>
        <p:txBody>
          <a:bodyPr wrap="none" rtlCol="0">
            <a:spAutoFit/>
          </a:bodyPr>
          <a:lstStyle/>
          <a:p>
            <a:r>
              <a:rPr lang="en-US" sz="1400" i="1" dirty="0"/>
              <a:t>TDATA</a:t>
            </a:r>
          </a:p>
        </p:txBody>
      </p:sp>
      <p:sp>
        <p:nvSpPr>
          <p:cNvPr id="4" name="TextBox 3">
            <a:extLst>
              <a:ext uri="{FF2B5EF4-FFF2-40B4-BE49-F238E27FC236}">
                <a16:creationId xmlns:a16="http://schemas.microsoft.com/office/drawing/2014/main" id="{F9469775-542C-D59A-E570-7C566B67802B}"/>
              </a:ext>
            </a:extLst>
          </p:cNvPr>
          <p:cNvSpPr txBox="1"/>
          <p:nvPr/>
        </p:nvSpPr>
        <p:spPr>
          <a:xfrm>
            <a:off x="1545350" y="23211"/>
            <a:ext cx="753348" cy="307777"/>
          </a:xfrm>
          <a:prstGeom prst="rect">
            <a:avLst/>
          </a:prstGeom>
          <a:noFill/>
          <a:ln w="12700">
            <a:noFill/>
          </a:ln>
        </p:spPr>
        <p:txBody>
          <a:bodyPr wrap="none" rtlCol="0">
            <a:spAutoFit/>
          </a:bodyPr>
          <a:lstStyle/>
          <a:p>
            <a:r>
              <a:rPr lang="en-US" sz="1400" dirty="0" err="1"/>
              <a:t>wa,wen</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3183357"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3568843"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29B62355-CCBA-57DA-BF5F-7DA470B7C05C}"/>
              </a:ext>
            </a:extLst>
          </p:cNvPr>
          <p:cNvSpPr txBox="1"/>
          <p:nvPr/>
        </p:nvSpPr>
        <p:spPr>
          <a:xfrm>
            <a:off x="4344220" y="4106680"/>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9251531"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a:stCxn id="21" idx="2"/>
          </p:cNvCxnSpPr>
          <p:nvPr/>
        </p:nvCxnSpPr>
        <p:spPr>
          <a:xfrm>
            <a:off x="9698737"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6553685" y="15321"/>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8421061" y="205739"/>
            <a:ext cx="579839" cy="307777"/>
          </a:xfrm>
          <a:prstGeom prst="rect">
            <a:avLst/>
          </a:prstGeom>
          <a:noFill/>
          <a:ln w="12700">
            <a:noFill/>
          </a:ln>
        </p:spPr>
        <p:txBody>
          <a:bodyPr wrap="none" rtlCol="0">
            <a:spAutoFit/>
          </a:bodyPr>
          <a:lstStyle/>
          <a:p>
            <a:r>
              <a:rPr lang="en-US" sz="1400" dirty="0" err="1"/>
              <a:t>reg_z</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4271279" y="193630"/>
            <a:ext cx="592791" cy="307777"/>
          </a:xfrm>
          <a:prstGeom prst="rect">
            <a:avLst/>
          </a:prstGeom>
          <a:noFill/>
          <a:ln w="12700">
            <a:noFill/>
          </a:ln>
        </p:spPr>
        <p:txBody>
          <a:bodyPr wrap="none" rtlCol="0">
            <a:spAutoFit/>
          </a:bodyPr>
          <a:lstStyle/>
          <a:p>
            <a:r>
              <a:rPr lang="en-US" sz="1400" dirty="0"/>
              <a:t>patch</a:t>
            </a:r>
          </a:p>
        </p:txBody>
      </p:sp>
      <p:grpSp>
        <p:nvGrpSpPr>
          <p:cNvPr id="33" name="Group 32">
            <a:extLst>
              <a:ext uri="{FF2B5EF4-FFF2-40B4-BE49-F238E27FC236}">
                <a16:creationId xmlns:a16="http://schemas.microsoft.com/office/drawing/2014/main" id="{4E1FB12A-969F-1047-11BD-37B35083DAA8}"/>
              </a:ext>
            </a:extLst>
          </p:cNvPr>
          <p:cNvGrpSpPr/>
          <p:nvPr/>
        </p:nvGrpSpPr>
        <p:grpSpPr>
          <a:xfrm>
            <a:off x="7773367" y="527430"/>
            <a:ext cx="204747" cy="5897371"/>
            <a:chOff x="8432821" y="529733"/>
            <a:chExt cx="204747" cy="5897371"/>
          </a:xfrm>
        </p:grpSpPr>
        <p:grpSp>
          <p:nvGrpSpPr>
            <p:cNvPr id="34" name="Group 33">
              <a:extLst>
                <a:ext uri="{FF2B5EF4-FFF2-40B4-BE49-F238E27FC236}">
                  <a16:creationId xmlns:a16="http://schemas.microsoft.com/office/drawing/2014/main" id="{0719CB35-D5DF-20A5-D62B-C257CD03176E}"/>
                </a:ext>
              </a:extLst>
            </p:cNvPr>
            <p:cNvGrpSpPr/>
            <p:nvPr/>
          </p:nvGrpSpPr>
          <p:grpSpPr>
            <a:xfrm>
              <a:off x="8432821" y="6236954"/>
              <a:ext cx="204747" cy="190150"/>
              <a:chOff x="7531202" y="6119530"/>
              <a:chExt cx="350195" cy="325227"/>
            </a:xfrm>
          </p:grpSpPr>
          <p:sp>
            <p:nvSpPr>
              <p:cNvPr id="528" name="Rectangle 527">
                <a:extLst>
                  <a:ext uri="{FF2B5EF4-FFF2-40B4-BE49-F238E27FC236}">
                    <a16:creationId xmlns:a16="http://schemas.microsoft.com/office/drawing/2014/main" id="{911BC0BC-93B7-13DD-F26F-47A7A4F9B0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9" name="Isosceles Triangle 528">
                <a:extLst>
                  <a:ext uri="{FF2B5EF4-FFF2-40B4-BE49-F238E27FC236}">
                    <a16:creationId xmlns:a16="http://schemas.microsoft.com/office/drawing/2014/main" id="{29ECF7AF-127C-4AAE-55D6-2938CE2CCA5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7" name="Group 36">
              <a:extLst>
                <a:ext uri="{FF2B5EF4-FFF2-40B4-BE49-F238E27FC236}">
                  <a16:creationId xmlns:a16="http://schemas.microsoft.com/office/drawing/2014/main" id="{F465FEC4-B6CF-0473-5F80-BEFA28E6D76B}"/>
                </a:ext>
              </a:extLst>
            </p:cNvPr>
            <p:cNvGrpSpPr/>
            <p:nvPr/>
          </p:nvGrpSpPr>
          <p:grpSpPr>
            <a:xfrm>
              <a:off x="8432821" y="5997395"/>
              <a:ext cx="204747" cy="190150"/>
              <a:chOff x="7531202" y="6119530"/>
              <a:chExt cx="350195" cy="325227"/>
            </a:xfrm>
          </p:grpSpPr>
          <p:sp>
            <p:nvSpPr>
              <p:cNvPr id="526" name="Rectangle 525">
                <a:extLst>
                  <a:ext uri="{FF2B5EF4-FFF2-40B4-BE49-F238E27FC236}">
                    <a16:creationId xmlns:a16="http://schemas.microsoft.com/office/drawing/2014/main" id="{6F19F223-5F5E-118B-7B39-1258156B809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7" name="Isosceles Triangle 526">
                <a:extLst>
                  <a:ext uri="{FF2B5EF4-FFF2-40B4-BE49-F238E27FC236}">
                    <a16:creationId xmlns:a16="http://schemas.microsoft.com/office/drawing/2014/main" id="{6AB0BD2F-BA03-9FD3-5ACD-248110B99DE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 name="Group 40">
              <a:extLst>
                <a:ext uri="{FF2B5EF4-FFF2-40B4-BE49-F238E27FC236}">
                  <a16:creationId xmlns:a16="http://schemas.microsoft.com/office/drawing/2014/main" id="{F255CD23-97C5-B1E6-7313-4100698074A6}"/>
                </a:ext>
              </a:extLst>
            </p:cNvPr>
            <p:cNvGrpSpPr/>
            <p:nvPr/>
          </p:nvGrpSpPr>
          <p:grpSpPr>
            <a:xfrm>
              <a:off x="8432821" y="5763726"/>
              <a:ext cx="204747" cy="190150"/>
              <a:chOff x="7531202" y="6119530"/>
              <a:chExt cx="350195" cy="325227"/>
            </a:xfrm>
          </p:grpSpPr>
          <p:sp>
            <p:nvSpPr>
              <p:cNvPr id="524" name="Rectangle 523">
                <a:extLst>
                  <a:ext uri="{FF2B5EF4-FFF2-40B4-BE49-F238E27FC236}">
                    <a16:creationId xmlns:a16="http://schemas.microsoft.com/office/drawing/2014/main" id="{3201DAC6-9B75-4D32-A9D0-44C378F1BBE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5" name="Isosceles Triangle 524">
                <a:extLst>
                  <a:ext uri="{FF2B5EF4-FFF2-40B4-BE49-F238E27FC236}">
                    <a16:creationId xmlns:a16="http://schemas.microsoft.com/office/drawing/2014/main" id="{353540DC-122E-E062-EAD7-0AE0D8DC12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 name="Group 41">
              <a:extLst>
                <a:ext uri="{FF2B5EF4-FFF2-40B4-BE49-F238E27FC236}">
                  <a16:creationId xmlns:a16="http://schemas.microsoft.com/office/drawing/2014/main" id="{4F5D2D55-1927-0809-DC27-BDEC8D256478}"/>
                </a:ext>
              </a:extLst>
            </p:cNvPr>
            <p:cNvGrpSpPr/>
            <p:nvPr/>
          </p:nvGrpSpPr>
          <p:grpSpPr>
            <a:xfrm>
              <a:off x="8432821" y="5524166"/>
              <a:ext cx="204747" cy="190150"/>
              <a:chOff x="7531202" y="6119530"/>
              <a:chExt cx="350195" cy="325227"/>
            </a:xfrm>
          </p:grpSpPr>
          <p:sp>
            <p:nvSpPr>
              <p:cNvPr id="522" name="Rectangle 521">
                <a:extLst>
                  <a:ext uri="{FF2B5EF4-FFF2-40B4-BE49-F238E27FC236}">
                    <a16:creationId xmlns:a16="http://schemas.microsoft.com/office/drawing/2014/main" id="{7DB8806E-BDF1-9B32-110F-BFB7537E2A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3" name="Isosceles Triangle 522">
                <a:extLst>
                  <a:ext uri="{FF2B5EF4-FFF2-40B4-BE49-F238E27FC236}">
                    <a16:creationId xmlns:a16="http://schemas.microsoft.com/office/drawing/2014/main" id="{A5774FDB-14A2-D213-6F5E-E240AD1D054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 name="Group 43">
              <a:extLst>
                <a:ext uri="{FF2B5EF4-FFF2-40B4-BE49-F238E27FC236}">
                  <a16:creationId xmlns:a16="http://schemas.microsoft.com/office/drawing/2014/main" id="{48E86EEE-58F1-CBDD-F3ED-9078EEA86657}"/>
                </a:ext>
              </a:extLst>
            </p:cNvPr>
            <p:cNvGrpSpPr/>
            <p:nvPr/>
          </p:nvGrpSpPr>
          <p:grpSpPr>
            <a:xfrm>
              <a:off x="8432821" y="5285731"/>
              <a:ext cx="204747" cy="190150"/>
              <a:chOff x="7531202" y="6119530"/>
              <a:chExt cx="350195" cy="325227"/>
            </a:xfrm>
          </p:grpSpPr>
          <p:sp>
            <p:nvSpPr>
              <p:cNvPr id="126" name="Rectangle 125">
                <a:extLst>
                  <a:ext uri="{FF2B5EF4-FFF2-40B4-BE49-F238E27FC236}">
                    <a16:creationId xmlns:a16="http://schemas.microsoft.com/office/drawing/2014/main" id="{55EAFDED-3362-4B29-D158-04C7C5ABFA6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7" name="Isosceles Triangle 126">
                <a:extLst>
                  <a:ext uri="{FF2B5EF4-FFF2-40B4-BE49-F238E27FC236}">
                    <a16:creationId xmlns:a16="http://schemas.microsoft.com/office/drawing/2014/main" id="{698584A2-98FA-1726-3FE7-072169F4A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 name="Group 49">
              <a:extLst>
                <a:ext uri="{FF2B5EF4-FFF2-40B4-BE49-F238E27FC236}">
                  <a16:creationId xmlns:a16="http://schemas.microsoft.com/office/drawing/2014/main" id="{F2B1F128-ECCC-8508-934B-BB264DDDE2E9}"/>
                </a:ext>
              </a:extLst>
            </p:cNvPr>
            <p:cNvGrpSpPr/>
            <p:nvPr/>
          </p:nvGrpSpPr>
          <p:grpSpPr>
            <a:xfrm>
              <a:off x="8432821" y="5046171"/>
              <a:ext cx="204747" cy="190150"/>
              <a:chOff x="7531202" y="6119530"/>
              <a:chExt cx="350195" cy="325227"/>
            </a:xfrm>
          </p:grpSpPr>
          <p:sp>
            <p:nvSpPr>
              <p:cNvPr id="124" name="Rectangle 123">
                <a:extLst>
                  <a:ext uri="{FF2B5EF4-FFF2-40B4-BE49-F238E27FC236}">
                    <a16:creationId xmlns:a16="http://schemas.microsoft.com/office/drawing/2014/main" id="{677153D6-C7FB-0BB1-6167-EDBD0FF7AFB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5" name="Isosceles Triangle 124">
                <a:extLst>
                  <a:ext uri="{FF2B5EF4-FFF2-40B4-BE49-F238E27FC236}">
                    <a16:creationId xmlns:a16="http://schemas.microsoft.com/office/drawing/2014/main" id="{3CFB7B8D-37AD-D7B8-953A-DAA21561D5A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4" name="Group 53">
              <a:extLst>
                <a:ext uri="{FF2B5EF4-FFF2-40B4-BE49-F238E27FC236}">
                  <a16:creationId xmlns:a16="http://schemas.microsoft.com/office/drawing/2014/main" id="{8CD6A42A-EB9D-A637-38A7-715576B85995}"/>
                </a:ext>
              </a:extLst>
            </p:cNvPr>
            <p:cNvGrpSpPr/>
            <p:nvPr/>
          </p:nvGrpSpPr>
          <p:grpSpPr>
            <a:xfrm>
              <a:off x="8432821" y="4812502"/>
              <a:ext cx="204747" cy="190150"/>
              <a:chOff x="7531202" y="6119530"/>
              <a:chExt cx="350195" cy="325227"/>
            </a:xfrm>
          </p:grpSpPr>
          <p:sp>
            <p:nvSpPr>
              <p:cNvPr id="119" name="Rectangle 118">
                <a:extLst>
                  <a:ext uri="{FF2B5EF4-FFF2-40B4-BE49-F238E27FC236}">
                    <a16:creationId xmlns:a16="http://schemas.microsoft.com/office/drawing/2014/main" id="{B6469D53-35DC-CA9A-6EA6-66B39218354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0" name="Isosceles Triangle 119">
                <a:extLst>
                  <a:ext uri="{FF2B5EF4-FFF2-40B4-BE49-F238E27FC236}">
                    <a16:creationId xmlns:a16="http://schemas.microsoft.com/office/drawing/2014/main" id="{39D7DB2E-52DD-ECA5-89A2-0E330FCCDEA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5" name="Group 54">
              <a:extLst>
                <a:ext uri="{FF2B5EF4-FFF2-40B4-BE49-F238E27FC236}">
                  <a16:creationId xmlns:a16="http://schemas.microsoft.com/office/drawing/2014/main" id="{80456ACD-0566-6376-CE0B-5CAA5F4BB25A}"/>
                </a:ext>
              </a:extLst>
            </p:cNvPr>
            <p:cNvGrpSpPr/>
            <p:nvPr/>
          </p:nvGrpSpPr>
          <p:grpSpPr>
            <a:xfrm>
              <a:off x="8432821" y="4572943"/>
              <a:ext cx="204747" cy="190150"/>
              <a:chOff x="7531202" y="6119530"/>
              <a:chExt cx="350195" cy="325227"/>
            </a:xfrm>
          </p:grpSpPr>
          <p:sp>
            <p:nvSpPr>
              <p:cNvPr id="112" name="Rectangle 111">
                <a:extLst>
                  <a:ext uri="{FF2B5EF4-FFF2-40B4-BE49-F238E27FC236}">
                    <a16:creationId xmlns:a16="http://schemas.microsoft.com/office/drawing/2014/main" id="{E34B4A53-1F07-C937-BFB3-1EA094C83D2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5" name="Isosceles Triangle 114">
                <a:extLst>
                  <a:ext uri="{FF2B5EF4-FFF2-40B4-BE49-F238E27FC236}">
                    <a16:creationId xmlns:a16="http://schemas.microsoft.com/office/drawing/2014/main" id="{7832D0A5-7138-6EAB-7563-78083C37B9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7" name="Group 56">
              <a:extLst>
                <a:ext uri="{FF2B5EF4-FFF2-40B4-BE49-F238E27FC236}">
                  <a16:creationId xmlns:a16="http://schemas.microsoft.com/office/drawing/2014/main" id="{11B2F3E2-EF81-A6D1-7A64-6F72B1F43AB6}"/>
                </a:ext>
              </a:extLst>
            </p:cNvPr>
            <p:cNvGrpSpPr/>
            <p:nvPr/>
          </p:nvGrpSpPr>
          <p:grpSpPr>
            <a:xfrm>
              <a:off x="8432821" y="4207308"/>
              <a:ext cx="204747" cy="190150"/>
              <a:chOff x="7531202" y="6119530"/>
              <a:chExt cx="350195" cy="325227"/>
            </a:xfrm>
          </p:grpSpPr>
          <p:sp>
            <p:nvSpPr>
              <p:cNvPr id="110" name="Rectangle 109">
                <a:extLst>
                  <a:ext uri="{FF2B5EF4-FFF2-40B4-BE49-F238E27FC236}">
                    <a16:creationId xmlns:a16="http://schemas.microsoft.com/office/drawing/2014/main" id="{D141F121-B4FA-FF28-AA74-B304FFD86C3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1" name="Isosceles Triangle 110">
                <a:extLst>
                  <a:ext uri="{FF2B5EF4-FFF2-40B4-BE49-F238E27FC236}">
                    <a16:creationId xmlns:a16="http://schemas.microsoft.com/office/drawing/2014/main" id="{F91C5620-760E-A266-53CC-95DEF333F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8" name="Group 57">
              <a:extLst>
                <a:ext uri="{FF2B5EF4-FFF2-40B4-BE49-F238E27FC236}">
                  <a16:creationId xmlns:a16="http://schemas.microsoft.com/office/drawing/2014/main" id="{155697E1-B723-9D7C-0A6E-971968F85DA6}"/>
                </a:ext>
              </a:extLst>
            </p:cNvPr>
            <p:cNvGrpSpPr/>
            <p:nvPr/>
          </p:nvGrpSpPr>
          <p:grpSpPr>
            <a:xfrm>
              <a:off x="8432821" y="3967749"/>
              <a:ext cx="204747" cy="190150"/>
              <a:chOff x="7531202" y="6119530"/>
              <a:chExt cx="350195" cy="325227"/>
            </a:xfrm>
          </p:grpSpPr>
          <p:sp>
            <p:nvSpPr>
              <p:cNvPr id="107" name="Rectangle 106">
                <a:extLst>
                  <a:ext uri="{FF2B5EF4-FFF2-40B4-BE49-F238E27FC236}">
                    <a16:creationId xmlns:a16="http://schemas.microsoft.com/office/drawing/2014/main" id="{31DFF774-B702-0DEF-5A25-8D9A786C390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9" name="Isosceles Triangle 108">
                <a:extLst>
                  <a:ext uri="{FF2B5EF4-FFF2-40B4-BE49-F238E27FC236}">
                    <a16:creationId xmlns:a16="http://schemas.microsoft.com/office/drawing/2014/main" id="{F8AC0C46-D7D5-60D0-0091-41079D1B7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9" name="Group 58">
              <a:extLst>
                <a:ext uri="{FF2B5EF4-FFF2-40B4-BE49-F238E27FC236}">
                  <a16:creationId xmlns:a16="http://schemas.microsoft.com/office/drawing/2014/main" id="{CED2E2A7-A339-AD33-90D6-ED4AADFA8739}"/>
                </a:ext>
              </a:extLst>
            </p:cNvPr>
            <p:cNvGrpSpPr/>
            <p:nvPr/>
          </p:nvGrpSpPr>
          <p:grpSpPr>
            <a:xfrm>
              <a:off x="8432821" y="3734080"/>
              <a:ext cx="204747" cy="190150"/>
              <a:chOff x="7531202" y="6119530"/>
              <a:chExt cx="350195" cy="325227"/>
            </a:xfrm>
          </p:grpSpPr>
          <p:sp>
            <p:nvSpPr>
              <p:cNvPr id="102" name="Rectangle 101">
                <a:extLst>
                  <a:ext uri="{FF2B5EF4-FFF2-40B4-BE49-F238E27FC236}">
                    <a16:creationId xmlns:a16="http://schemas.microsoft.com/office/drawing/2014/main" id="{9BA5D9DB-7DB3-A9E5-4152-5AD316362B0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6" name="Isosceles Triangle 105">
                <a:extLst>
                  <a:ext uri="{FF2B5EF4-FFF2-40B4-BE49-F238E27FC236}">
                    <a16:creationId xmlns:a16="http://schemas.microsoft.com/office/drawing/2014/main" id="{45C4A583-A763-1C8B-1504-1DB2CEECCD8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0" name="Group 59">
              <a:extLst>
                <a:ext uri="{FF2B5EF4-FFF2-40B4-BE49-F238E27FC236}">
                  <a16:creationId xmlns:a16="http://schemas.microsoft.com/office/drawing/2014/main" id="{58C3EA32-9465-419A-FB63-5473251ABEC7}"/>
                </a:ext>
              </a:extLst>
            </p:cNvPr>
            <p:cNvGrpSpPr/>
            <p:nvPr/>
          </p:nvGrpSpPr>
          <p:grpSpPr>
            <a:xfrm>
              <a:off x="8432821" y="3494520"/>
              <a:ext cx="204747" cy="190150"/>
              <a:chOff x="7531202" y="6119530"/>
              <a:chExt cx="350195" cy="325227"/>
            </a:xfrm>
          </p:grpSpPr>
          <p:sp>
            <p:nvSpPr>
              <p:cNvPr id="98" name="Rectangle 97">
                <a:extLst>
                  <a:ext uri="{FF2B5EF4-FFF2-40B4-BE49-F238E27FC236}">
                    <a16:creationId xmlns:a16="http://schemas.microsoft.com/office/drawing/2014/main" id="{BFF9BB12-9669-2A1A-543B-A91C826F6DB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9" name="Isosceles Triangle 98">
                <a:extLst>
                  <a:ext uri="{FF2B5EF4-FFF2-40B4-BE49-F238E27FC236}">
                    <a16:creationId xmlns:a16="http://schemas.microsoft.com/office/drawing/2014/main" id="{58226D1B-A5F3-6610-D440-8B38E0982CC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2" name="Group 61">
              <a:extLst>
                <a:ext uri="{FF2B5EF4-FFF2-40B4-BE49-F238E27FC236}">
                  <a16:creationId xmlns:a16="http://schemas.microsoft.com/office/drawing/2014/main" id="{FCDB0710-B996-51B0-5773-95288287810C}"/>
                </a:ext>
              </a:extLst>
            </p:cNvPr>
            <p:cNvGrpSpPr/>
            <p:nvPr/>
          </p:nvGrpSpPr>
          <p:grpSpPr>
            <a:xfrm>
              <a:off x="8432821" y="3256085"/>
              <a:ext cx="204747" cy="190150"/>
              <a:chOff x="7531202" y="6119530"/>
              <a:chExt cx="350195" cy="325227"/>
            </a:xfrm>
          </p:grpSpPr>
          <p:sp>
            <p:nvSpPr>
              <p:cNvPr id="96" name="Rectangle 95">
                <a:extLst>
                  <a:ext uri="{FF2B5EF4-FFF2-40B4-BE49-F238E27FC236}">
                    <a16:creationId xmlns:a16="http://schemas.microsoft.com/office/drawing/2014/main" id="{580F366A-9737-B5AC-8380-7793E60E15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7" name="Isosceles Triangle 96">
                <a:extLst>
                  <a:ext uri="{FF2B5EF4-FFF2-40B4-BE49-F238E27FC236}">
                    <a16:creationId xmlns:a16="http://schemas.microsoft.com/office/drawing/2014/main" id="{B6A16D02-0795-EEE2-1106-ADE132F36B5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3" name="Group 62">
              <a:extLst>
                <a:ext uri="{FF2B5EF4-FFF2-40B4-BE49-F238E27FC236}">
                  <a16:creationId xmlns:a16="http://schemas.microsoft.com/office/drawing/2014/main" id="{B4B23B28-B0F9-7601-94DF-9F810848C8F6}"/>
                </a:ext>
              </a:extLst>
            </p:cNvPr>
            <p:cNvGrpSpPr/>
            <p:nvPr/>
          </p:nvGrpSpPr>
          <p:grpSpPr>
            <a:xfrm>
              <a:off x="8432821" y="3016525"/>
              <a:ext cx="204747" cy="190150"/>
              <a:chOff x="7531202" y="6119530"/>
              <a:chExt cx="350195" cy="325227"/>
            </a:xfrm>
          </p:grpSpPr>
          <p:sp>
            <p:nvSpPr>
              <p:cNvPr id="93" name="Rectangle 92">
                <a:extLst>
                  <a:ext uri="{FF2B5EF4-FFF2-40B4-BE49-F238E27FC236}">
                    <a16:creationId xmlns:a16="http://schemas.microsoft.com/office/drawing/2014/main" id="{DD3FDDEF-63FE-7826-3EC8-6712E1731BC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4" name="Isosceles Triangle 93">
                <a:extLst>
                  <a:ext uri="{FF2B5EF4-FFF2-40B4-BE49-F238E27FC236}">
                    <a16:creationId xmlns:a16="http://schemas.microsoft.com/office/drawing/2014/main" id="{7DD2D859-4598-6596-EC4C-1AA63A59EFD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8" name="Group 447">
              <a:extLst>
                <a:ext uri="{FF2B5EF4-FFF2-40B4-BE49-F238E27FC236}">
                  <a16:creationId xmlns:a16="http://schemas.microsoft.com/office/drawing/2014/main" id="{21703B55-BC7C-AE67-FEAA-FDACC72951E7}"/>
                </a:ext>
              </a:extLst>
            </p:cNvPr>
            <p:cNvGrpSpPr/>
            <p:nvPr/>
          </p:nvGrpSpPr>
          <p:grpSpPr>
            <a:xfrm>
              <a:off x="8432821" y="2782856"/>
              <a:ext cx="204747" cy="190150"/>
              <a:chOff x="7531202" y="6119530"/>
              <a:chExt cx="350195" cy="325227"/>
            </a:xfrm>
          </p:grpSpPr>
          <p:sp>
            <p:nvSpPr>
              <p:cNvPr id="86" name="Rectangle 85">
                <a:extLst>
                  <a:ext uri="{FF2B5EF4-FFF2-40B4-BE49-F238E27FC236}">
                    <a16:creationId xmlns:a16="http://schemas.microsoft.com/office/drawing/2014/main" id="{3A5EE267-6E50-6842-8AFB-340C5940AC6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9" name="Isosceles Triangle 88">
                <a:extLst>
                  <a:ext uri="{FF2B5EF4-FFF2-40B4-BE49-F238E27FC236}">
                    <a16:creationId xmlns:a16="http://schemas.microsoft.com/office/drawing/2014/main" id="{E6C4153E-900A-6115-5832-5D2750AB760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9" name="Group 448">
              <a:extLst>
                <a:ext uri="{FF2B5EF4-FFF2-40B4-BE49-F238E27FC236}">
                  <a16:creationId xmlns:a16="http://schemas.microsoft.com/office/drawing/2014/main" id="{012C850E-9CC3-3F6F-AB2A-748DD7C905AF}"/>
                </a:ext>
              </a:extLst>
            </p:cNvPr>
            <p:cNvGrpSpPr/>
            <p:nvPr/>
          </p:nvGrpSpPr>
          <p:grpSpPr>
            <a:xfrm>
              <a:off x="8432821" y="2543297"/>
              <a:ext cx="204747" cy="190150"/>
              <a:chOff x="7531202" y="6119530"/>
              <a:chExt cx="350195" cy="325227"/>
            </a:xfrm>
          </p:grpSpPr>
          <p:sp>
            <p:nvSpPr>
              <p:cNvPr id="84" name="Rectangle 83">
                <a:extLst>
                  <a:ext uri="{FF2B5EF4-FFF2-40B4-BE49-F238E27FC236}">
                    <a16:creationId xmlns:a16="http://schemas.microsoft.com/office/drawing/2014/main" id="{AC742ADA-094C-4B6E-8D15-3BBC5F8502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5" name="Isosceles Triangle 84">
                <a:extLst>
                  <a:ext uri="{FF2B5EF4-FFF2-40B4-BE49-F238E27FC236}">
                    <a16:creationId xmlns:a16="http://schemas.microsoft.com/office/drawing/2014/main" id="{B63F44AF-D1FD-4D2A-63B5-AB434ED0D0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0" name="Group 449">
              <a:extLst>
                <a:ext uri="{FF2B5EF4-FFF2-40B4-BE49-F238E27FC236}">
                  <a16:creationId xmlns:a16="http://schemas.microsoft.com/office/drawing/2014/main" id="{5959E7B4-D744-0D75-C5B3-19584FE4F469}"/>
                </a:ext>
              </a:extLst>
            </p:cNvPr>
            <p:cNvGrpSpPr/>
            <p:nvPr/>
          </p:nvGrpSpPr>
          <p:grpSpPr>
            <a:xfrm>
              <a:off x="8432821" y="2193744"/>
              <a:ext cx="204747" cy="190150"/>
              <a:chOff x="7531202" y="6119530"/>
              <a:chExt cx="350195" cy="325227"/>
            </a:xfrm>
          </p:grpSpPr>
          <p:sp>
            <p:nvSpPr>
              <p:cNvPr id="81" name="Rectangle 80">
                <a:extLst>
                  <a:ext uri="{FF2B5EF4-FFF2-40B4-BE49-F238E27FC236}">
                    <a16:creationId xmlns:a16="http://schemas.microsoft.com/office/drawing/2014/main" id="{3341A524-4FCB-00D0-F90C-5F2E7E2025E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3" name="Isosceles Triangle 82">
                <a:extLst>
                  <a:ext uri="{FF2B5EF4-FFF2-40B4-BE49-F238E27FC236}">
                    <a16:creationId xmlns:a16="http://schemas.microsoft.com/office/drawing/2014/main" id="{FCDCADF4-22BF-2B7B-674A-92F34ED56AF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1" name="Group 450">
              <a:extLst>
                <a:ext uri="{FF2B5EF4-FFF2-40B4-BE49-F238E27FC236}">
                  <a16:creationId xmlns:a16="http://schemas.microsoft.com/office/drawing/2014/main" id="{624A5A05-9AA6-5BC2-423B-8EFD62A28BED}"/>
                </a:ext>
              </a:extLst>
            </p:cNvPr>
            <p:cNvGrpSpPr/>
            <p:nvPr/>
          </p:nvGrpSpPr>
          <p:grpSpPr>
            <a:xfrm>
              <a:off x="8432821" y="1954185"/>
              <a:ext cx="204747" cy="190150"/>
              <a:chOff x="7531202" y="6119530"/>
              <a:chExt cx="350195" cy="325227"/>
            </a:xfrm>
          </p:grpSpPr>
          <p:sp>
            <p:nvSpPr>
              <p:cNvPr id="76" name="Rectangle 75">
                <a:extLst>
                  <a:ext uri="{FF2B5EF4-FFF2-40B4-BE49-F238E27FC236}">
                    <a16:creationId xmlns:a16="http://schemas.microsoft.com/office/drawing/2014/main" id="{AF5BF8AB-852C-55CF-6B72-44A00A5A802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0" name="Isosceles Triangle 79">
                <a:extLst>
                  <a:ext uri="{FF2B5EF4-FFF2-40B4-BE49-F238E27FC236}">
                    <a16:creationId xmlns:a16="http://schemas.microsoft.com/office/drawing/2014/main" id="{8B98F4AF-1B42-AD17-AD10-346A8D6DFE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2" name="Group 451">
              <a:extLst>
                <a:ext uri="{FF2B5EF4-FFF2-40B4-BE49-F238E27FC236}">
                  <a16:creationId xmlns:a16="http://schemas.microsoft.com/office/drawing/2014/main" id="{788DC912-35F7-7AAF-AB13-B9787EA0FACC}"/>
                </a:ext>
              </a:extLst>
            </p:cNvPr>
            <p:cNvGrpSpPr/>
            <p:nvPr/>
          </p:nvGrpSpPr>
          <p:grpSpPr>
            <a:xfrm>
              <a:off x="8432821" y="1720516"/>
              <a:ext cx="204747" cy="190150"/>
              <a:chOff x="7531202" y="6119530"/>
              <a:chExt cx="350195" cy="325227"/>
            </a:xfrm>
          </p:grpSpPr>
          <p:sp>
            <p:nvSpPr>
              <p:cNvPr id="72" name="Rectangle 71">
                <a:extLst>
                  <a:ext uri="{FF2B5EF4-FFF2-40B4-BE49-F238E27FC236}">
                    <a16:creationId xmlns:a16="http://schemas.microsoft.com/office/drawing/2014/main" id="{EB85F0AD-802B-CF07-A781-B01857EF089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3" name="Isosceles Triangle 72">
                <a:extLst>
                  <a:ext uri="{FF2B5EF4-FFF2-40B4-BE49-F238E27FC236}">
                    <a16:creationId xmlns:a16="http://schemas.microsoft.com/office/drawing/2014/main" id="{46214154-C497-8F43-92D8-87345664C3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3" name="Group 452">
              <a:extLst>
                <a:ext uri="{FF2B5EF4-FFF2-40B4-BE49-F238E27FC236}">
                  <a16:creationId xmlns:a16="http://schemas.microsoft.com/office/drawing/2014/main" id="{81489E04-2728-B263-5034-9C2D03724181}"/>
                </a:ext>
              </a:extLst>
            </p:cNvPr>
            <p:cNvGrpSpPr/>
            <p:nvPr/>
          </p:nvGrpSpPr>
          <p:grpSpPr>
            <a:xfrm>
              <a:off x="8432821" y="1480956"/>
              <a:ext cx="204747" cy="190150"/>
              <a:chOff x="7531202" y="6119530"/>
              <a:chExt cx="350195" cy="325227"/>
            </a:xfrm>
          </p:grpSpPr>
          <p:sp>
            <p:nvSpPr>
              <p:cNvPr id="70" name="Rectangle 69">
                <a:extLst>
                  <a:ext uri="{FF2B5EF4-FFF2-40B4-BE49-F238E27FC236}">
                    <a16:creationId xmlns:a16="http://schemas.microsoft.com/office/drawing/2014/main" id="{6C3BB669-B27E-C4FC-3438-FBB8735F28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1" name="Isosceles Triangle 70">
                <a:extLst>
                  <a:ext uri="{FF2B5EF4-FFF2-40B4-BE49-F238E27FC236}">
                    <a16:creationId xmlns:a16="http://schemas.microsoft.com/office/drawing/2014/main" id="{DED82A16-30BD-88DA-D4C8-759CFB7E99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4" name="Group 453">
              <a:extLst>
                <a:ext uri="{FF2B5EF4-FFF2-40B4-BE49-F238E27FC236}">
                  <a16:creationId xmlns:a16="http://schemas.microsoft.com/office/drawing/2014/main" id="{C1F963CF-503B-589A-E1A5-F157C3692B5C}"/>
                </a:ext>
              </a:extLst>
            </p:cNvPr>
            <p:cNvGrpSpPr/>
            <p:nvPr/>
          </p:nvGrpSpPr>
          <p:grpSpPr>
            <a:xfrm>
              <a:off x="8432821" y="1242521"/>
              <a:ext cx="204747" cy="190150"/>
              <a:chOff x="7531202" y="6119530"/>
              <a:chExt cx="350195" cy="325227"/>
            </a:xfrm>
          </p:grpSpPr>
          <p:sp>
            <p:nvSpPr>
              <p:cNvPr id="67" name="Rectangle 66">
                <a:extLst>
                  <a:ext uri="{FF2B5EF4-FFF2-40B4-BE49-F238E27FC236}">
                    <a16:creationId xmlns:a16="http://schemas.microsoft.com/office/drawing/2014/main" id="{71FA329B-7460-ED94-853E-7CFD6C55A65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8" name="Isosceles Triangle 67">
                <a:extLst>
                  <a:ext uri="{FF2B5EF4-FFF2-40B4-BE49-F238E27FC236}">
                    <a16:creationId xmlns:a16="http://schemas.microsoft.com/office/drawing/2014/main" id="{4BE049BE-30C4-14CD-281D-923146A7679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5" name="Group 454">
              <a:extLst>
                <a:ext uri="{FF2B5EF4-FFF2-40B4-BE49-F238E27FC236}">
                  <a16:creationId xmlns:a16="http://schemas.microsoft.com/office/drawing/2014/main" id="{0F366194-0105-704A-7270-37CDED041629}"/>
                </a:ext>
              </a:extLst>
            </p:cNvPr>
            <p:cNvGrpSpPr/>
            <p:nvPr/>
          </p:nvGrpSpPr>
          <p:grpSpPr>
            <a:xfrm>
              <a:off x="8432821" y="1002961"/>
              <a:ext cx="204747" cy="190150"/>
              <a:chOff x="7531202" y="6119530"/>
              <a:chExt cx="350195" cy="325227"/>
            </a:xfrm>
          </p:grpSpPr>
          <p:sp>
            <p:nvSpPr>
              <p:cNvPr id="488" name="Rectangle 487">
                <a:extLst>
                  <a:ext uri="{FF2B5EF4-FFF2-40B4-BE49-F238E27FC236}">
                    <a16:creationId xmlns:a16="http://schemas.microsoft.com/office/drawing/2014/main" id="{3849D643-921A-342A-3B7D-CE3931986B3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0" name="Isosceles Triangle 489">
                <a:extLst>
                  <a:ext uri="{FF2B5EF4-FFF2-40B4-BE49-F238E27FC236}">
                    <a16:creationId xmlns:a16="http://schemas.microsoft.com/office/drawing/2014/main" id="{A933F807-845A-5D2C-5924-238FCF471A1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5" name="Group 464">
              <a:extLst>
                <a:ext uri="{FF2B5EF4-FFF2-40B4-BE49-F238E27FC236}">
                  <a16:creationId xmlns:a16="http://schemas.microsoft.com/office/drawing/2014/main" id="{09B82D3C-918B-6F25-099D-03C80981E312}"/>
                </a:ext>
              </a:extLst>
            </p:cNvPr>
            <p:cNvGrpSpPr/>
            <p:nvPr/>
          </p:nvGrpSpPr>
          <p:grpSpPr>
            <a:xfrm>
              <a:off x="8432821" y="769292"/>
              <a:ext cx="204747" cy="190150"/>
              <a:chOff x="7531202" y="6119530"/>
              <a:chExt cx="350195" cy="325227"/>
            </a:xfrm>
          </p:grpSpPr>
          <p:sp>
            <p:nvSpPr>
              <p:cNvPr id="477" name="Rectangle 476">
                <a:extLst>
                  <a:ext uri="{FF2B5EF4-FFF2-40B4-BE49-F238E27FC236}">
                    <a16:creationId xmlns:a16="http://schemas.microsoft.com/office/drawing/2014/main" id="{4A34A62B-B717-85EE-1A01-D88C300552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6" name="Isosceles Triangle 485">
                <a:extLst>
                  <a:ext uri="{FF2B5EF4-FFF2-40B4-BE49-F238E27FC236}">
                    <a16:creationId xmlns:a16="http://schemas.microsoft.com/office/drawing/2014/main" id="{419D0450-B4DC-E621-EA50-77D585FC25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2" name="Group 471">
              <a:extLst>
                <a:ext uri="{FF2B5EF4-FFF2-40B4-BE49-F238E27FC236}">
                  <a16:creationId xmlns:a16="http://schemas.microsoft.com/office/drawing/2014/main" id="{9DC7DBD6-3DF8-AA8C-D708-F64DADE8B794}"/>
                </a:ext>
              </a:extLst>
            </p:cNvPr>
            <p:cNvGrpSpPr/>
            <p:nvPr/>
          </p:nvGrpSpPr>
          <p:grpSpPr>
            <a:xfrm>
              <a:off x="8432821" y="529733"/>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grpSp>
        <p:nvGrpSpPr>
          <p:cNvPr id="530" name="Group 529">
            <a:extLst>
              <a:ext uri="{FF2B5EF4-FFF2-40B4-BE49-F238E27FC236}">
                <a16:creationId xmlns:a16="http://schemas.microsoft.com/office/drawing/2014/main" id="{94DEFE16-FF55-D89C-248F-580F550829FF}"/>
              </a:ext>
            </a:extLst>
          </p:cNvPr>
          <p:cNvGrpSpPr/>
          <p:nvPr/>
        </p:nvGrpSpPr>
        <p:grpSpPr>
          <a:xfrm>
            <a:off x="7980967" y="519407"/>
            <a:ext cx="571247" cy="5914347"/>
            <a:chOff x="7085958" y="497990"/>
            <a:chExt cx="810914" cy="5914347"/>
          </a:xfrm>
        </p:grpSpPr>
        <p:sp>
          <p:nvSpPr>
            <p:cNvPr id="531" name="TextBox 530">
              <a:extLst>
                <a:ext uri="{FF2B5EF4-FFF2-40B4-BE49-F238E27FC236}">
                  <a16:creationId xmlns:a16="http://schemas.microsoft.com/office/drawing/2014/main" id="{E31FB59D-E9F3-C004-2801-CE8EBA0AD829}"/>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2" name="TextBox 531">
              <a:extLst>
                <a:ext uri="{FF2B5EF4-FFF2-40B4-BE49-F238E27FC236}">
                  <a16:creationId xmlns:a16="http://schemas.microsoft.com/office/drawing/2014/main" id="{733BFC47-FD33-3308-BA38-A5DE8FF73B8D}"/>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3" name="TextBox 532">
              <a:extLst>
                <a:ext uri="{FF2B5EF4-FFF2-40B4-BE49-F238E27FC236}">
                  <a16:creationId xmlns:a16="http://schemas.microsoft.com/office/drawing/2014/main" id="{2BE2EB12-4A22-0D35-F775-0158644E064B}"/>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4" name="TextBox 533">
              <a:extLst>
                <a:ext uri="{FF2B5EF4-FFF2-40B4-BE49-F238E27FC236}">
                  <a16:creationId xmlns:a16="http://schemas.microsoft.com/office/drawing/2014/main" id="{56909902-1D6B-86D7-752E-62BEB2953A4E}"/>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5" name="TextBox 534">
              <a:extLst>
                <a:ext uri="{FF2B5EF4-FFF2-40B4-BE49-F238E27FC236}">
                  <a16:creationId xmlns:a16="http://schemas.microsoft.com/office/drawing/2014/main" id="{202FC25A-EA53-CA40-2909-B6B8B4E63DC1}"/>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6" name="TextBox 535">
              <a:extLst>
                <a:ext uri="{FF2B5EF4-FFF2-40B4-BE49-F238E27FC236}">
                  <a16:creationId xmlns:a16="http://schemas.microsoft.com/office/drawing/2014/main" id="{A0A057BF-D3F5-588F-0D86-009B4AC183DC}"/>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7" name="TextBox 536">
              <a:extLst>
                <a:ext uri="{FF2B5EF4-FFF2-40B4-BE49-F238E27FC236}">
                  <a16:creationId xmlns:a16="http://schemas.microsoft.com/office/drawing/2014/main" id="{D2613662-9475-AF89-6321-8916EB290287}"/>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8" name="TextBox 537">
              <a:extLst>
                <a:ext uri="{FF2B5EF4-FFF2-40B4-BE49-F238E27FC236}">
                  <a16:creationId xmlns:a16="http://schemas.microsoft.com/office/drawing/2014/main" id="{BD29A096-8085-F8BE-C08C-EBBFF14E5ED7}"/>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9" name="TextBox 538">
              <a:extLst>
                <a:ext uri="{FF2B5EF4-FFF2-40B4-BE49-F238E27FC236}">
                  <a16:creationId xmlns:a16="http://schemas.microsoft.com/office/drawing/2014/main" id="{E3A3FA9D-158C-1192-28A1-ED588A0232ED}"/>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0" name="TextBox 539">
              <a:extLst>
                <a:ext uri="{FF2B5EF4-FFF2-40B4-BE49-F238E27FC236}">
                  <a16:creationId xmlns:a16="http://schemas.microsoft.com/office/drawing/2014/main" id="{049C2A98-10D5-9804-EC1A-A10FD01E9BF5}"/>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1" name="TextBox 540">
              <a:extLst>
                <a:ext uri="{FF2B5EF4-FFF2-40B4-BE49-F238E27FC236}">
                  <a16:creationId xmlns:a16="http://schemas.microsoft.com/office/drawing/2014/main" id="{1EDDCF40-0FEE-A872-A76D-D00D2F93D12B}"/>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2" name="TextBox 541">
              <a:extLst>
                <a:ext uri="{FF2B5EF4-FFF2-40B4-BE49-F238E27FC236}">
                  <a16:creationId xmlns:a16="http://schemas.microsoft.com/office/drawing/2014/main" id="{9772BF81-6ABF-642F-23BE-C3EE40EF4ED3}"/>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3" name="TextBox 542">
              <a:extLst>
                <a:ext uri="{FF2B5EF4-FFF2-40B4-BE49-F238E27FC236}">
                  <a16:creationId xmlns:a16="http://schemas.microsoft.com/office/drawing/2014/main" id="{DAAE275F-5665-B05C-1125-23615CACBA58}"/>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4" name="TextBox 543">
              <a:extLst>
                <a:ext uri="{FF2B5EF4-FFF2-40B4-BE49-F238E27FC236}">
                  <a16:creationId xmlns:a16="http://schemas.microsoft.com/office/drawing/2014/main" id="{21AF70EF-CBFC-370A-2C31-4622BD942710}"/>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5" name="TextBox 544">
              <a:extLst>
                <a:ext uri="{FF2B5EF4-FFF2-40B4-BE49-F238E27FC236}">
                  <a16:creationId xmlns:a16="http://schemas.microsoft.com/office/drawing/2014/main" id="{3644E963-E300-1422-EF1C-8092328CB036}"/>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6" name="TextBox 545">
              <a:extLst>
                <a:ext uri="{FF2B5EF4-FFF2-40B4-BE49-F238E27FC236}">
                  <a16:creationId xmlns:a16="http://schemas.microsoft.com/office/drawing/2014/main" id="{20AB00CF-054B-7216-43DE-CAE0DD67E6C4}"/>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7" name="TextBox 546">
              <a:extLst>
                <a:ext uri="{FF2B5EF4-FFF2-40B4-BE49-F238E27FC236}">
                  <a16:creationId xmlns:a16="http://schemas.microsoft.com/office/drawing/2014/main" id="{F3AFD9BE-98A8-09B4-0395-5A91CB9CEF20}"/>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8" name="TextBox 547">
              <a:extLst>
                <a:ext uri="{FF2B5EF4-FFF2-40B4-BE49-F238E27FC236}">
                  <a16:creationId xmlns:a16="http://schemas.microsoft.com/office/drawing/2014/main" id="{61B3E405-B98C-47E8-F67B-9CC1051F872B}"/>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9" name="TextBox 548">
              <a:extLst>
                <a:ext uri="{FF2B5EF4-FFF2-40B4-BE49-F238E27FC236}">
                  <a16:creationId xmlns:a16="http://schemas.microsoft.com/office/drawing/2014/main" id="{7308E877-57FD-0E4C-408A-0D0A2477A1BE}"/>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0" name="TextBox 549">
              <a:extLst>
                <a:ext uri="{FF2B5EF4-FFF2-40B4-BE49-F238E27FC236}">
                  <a16:creationId xmlns:a16="http://schemas.microsoft.com/office/drawing/2014/main" id="{BD85E6E9-7B65-3850-1A65-FA85C8B7E9AC}"/>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1" name="TextBox 550">
              <a:extLst>
                <a:ext uri="{FF2B5EF4-FFF2-40B4-BE49-F238E27FC236}">
                  <a16:creationId xmlns:a16="http://schemas.microsoft.com/office/drawing/2014/main" id="{F2D85960-0591-D9F5-6DC3-22EA1879C46C}"/>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2" name="TextBox 551">
              <a:extLst>
                <a:ext uri="{FF2B5EF4-FFF2-40B4-BE49-F238E27FC236}">
                  <a16:creationId xmlns:a16="http://schemas.microsoft.com/office/drawing/2014/main" id="{CEA7FC5A-DCA4-B897-4405-FF35BA2371B5}"/>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3" name="TextBox 552">
              <a:extLst>
                <a:ext uri="{FF2B5EF4-FFF2-40B4-BE49-F238E27FC236}">
                  <a16:creationId xmlns:a16="http://schemas.microsoft.com/office/drawing/2014/main" id="{FDC18443-1D45-A60B-1283-95CC4E4327E5}"/>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4" name="TextBox 553">
              <a:extLst>
                <a:ext uri="{FF2B5EF4-FFF2-40B4-BE49-F238E27FC236}">
                  <a16:creationId xmlns:a16="http://schemas.microsoft.com/office/drawing/2014/main" id="{147709EE-637D-9978-A2B0-74792948F552}"/>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grpSp>
      <p:sp>
        <p:nvSpPr>
          <p:cNvPr id="555" name="TextBox 554">
            <a:extLst>
              <a:ext uri="{FF2B5EF4-FFF2-40B4-BE49-F238E27FC236}">
                <a16:creationId xmlns:a16="http://schemas.microsoft.com/office/drawing/2014/main" id="{708A001A-1238-6945-2A78-8F660F321D8A}"/>
              </a:ext>
            </a:extLst>
          </p:cNvPr>
          <p:cNvSpPr txBox="1"/>
          <p:nvPr/>
        </p:nvSpPr>
        <p:spPr>
          <a:xfrm>
            <a:off x="7662340" y="214021"/>
            <a:ext cx="421910" cy="307777"/>
          </a:xfrm>
          <a:prstGeom prst="rect">
            <a:avLst/>
          </a:prstGeom>
          <a:noFill/>
          <a:ln w="12700">
            <a:noFill/>
          </a:ln>
        </p:spPr>
        <p:txBody>
          <a:bodyPr wrap="none" rtlCol="0">
            <a:spAutoFit/>
          </a:bodyPr>
          <a:lstStyle/>
          <a:p>
            <a:r>
              <a:rPr lang="en-US" sz="1400" dirty="0"/>
              <a:t>acc</a:t>
            </a:r>
          </a:p>
        </p:txBody>
      </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7479353"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9" name="Straight Arrow Connector 558">
            <a:extLst>
              <a:ext uri="{FF2B5EF4-FFF2-40B4-BE49-F238E27FC236}">
                <a16:creationId xmlns:a16="http://schemas.microsoft.com/office/drawing/2014/main" id="{83C71C2A-D144-F134-A459-10F27E1FE76C}"/>
              </a:ext>
            </a:extLst>
          </p:cNvPr>
          <p:cNvCxnSpPr>
            <a:cxnSpLocks/>
          </p:cNvCxnSpPr>
          <p:nvPr/>
        </p:nvCxnSpPr>
        <p:spPr>
          <a:xfrm>
            <a:off x="7479353" y="2401145"/>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0" name="Straight Arrow Connector 559">
            <a:extLst>
              <a:ext uri="{FF2B5EF4-FFF2-40B4-BE49-F238E27FC236}">
                <a16:creationId xmlns:a16="http://schemas.microsoft.com/office/drawing/2014/main" id="{F43506C4-B1B6-6BD1-856E-9ED61231D4DB}"/>
              </a:ext>
            </a:extLst>
          </p:cNvPr>
          <p:cNvCxnSpPr>
            <a:cxnSpLocks/>
          </p:cNvCxnSpPr>
          <p:nvPr/>
        </p:nvCxnSpPr>
        <p:spPr>
          <a:xfrm>
            <a:off x="7479353" y="4424617"/>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1" name="TextBox 560">
            <a:extLst>
              <a:ext uri="{FF2B5EF4-FFF2-40B4-BE49-F238E27FC236}">
                <a16:creationId xmlns:a16="http://schemas.microsoft.com/office/drawing/2014/main" id="{7254F57F-C0FA-26E2-D6AD-6128BACB1A9C}"/>
              </a:ext>
            </a:extLst>
          </p:cNvPr>
          <p:cNvSpPr txBox="1"/>
          <p:nvPr/>
        </p:nvSpPr>
        <p:spPr>
          <a:xfrm>
            <a:off x="7309772" y="41453"/>
            <a:ext cx="364202" cy="307777"/>
          </a:xfrm>
          <a:prstGeom prst="rect">
            <a:avLst/>
          </a:prstGeom>
          <a:noFill/>
          <a:ln w="12700">
            <a:noFill/>
          </a:ln>
        </p:spPr>
        <p:txBody>
          <a:bodyPr wrap="none" rtlCol="0">
            <a:spAutoFit/>
          </a:bodyPr>
          <a:lstStyle/>
          <a:p>
            <a:r>
              <a:rPr lang="en-US" sz="1400" dirty="0" err="1"/>
              <a:t>clr</a:t>
            </a:r>
            <a:endParaRPr lang="en-US" sz="1400" dirty="0"/>
          </a:p>
        </p:txBody>
      </p:sp>
    </p:spTree>
    <p:extLst>
      <p:ext uri="{BB962C8B-B14F-4D97-AF65-F5344CB8AC3E}">
        <p14:creationId xmlns:p14="http://schemas.microsoft.com/office/powerpoint/2010/main" val="622360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7" name="Group 626">
            <a:extLst>
              <a:ext uri="{FF2B5EF4-FFF2-40B4-BE49-F238E27FC236}">
                <a16:creationId xmlns:a16="http://schemas.microsoft.com/office/drawing/2014/main" id="{98AC0A86-74FD-1DB9-D97B-B36B49784EE8}"/>
              </a:ext>
            </a:extLst>
          </p:cNvPr>
          <p:cNvGrpSpPr/>
          <p:nvPr/>
        </p:nvGrpSpPr>
        <p:grpSpPr>
          <a:xfrm>
            <a:off x="2047560" y="2795119"/>
            <a:ext cx="803384" cy="100423"/>
            <a:chOff x="4288721" y="2634954"/>
            <a:chExt cx="803384" cy="100423"/>
          </a:xfrm>
        </p:grpSpPr>
        <p:sp>
          <p:nvSpPr>
            <p:cNvPr id="619" name="Rectangle 618">
              <a:extLst>
                <a:ext uri="{FF2B5EF4-FFF2-40B4-BE49-F238E27FC236}">
                  <a16:creationId xmlns:a16="http://schemas.microsoft.com/office/drawing/2014/main" id="{AC9F9E62-A1EE-6487-9628-681BEBD7FA69}"/>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CBF7BB1E-DA3E-FFF6-F41B-BAA92A63DE2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150C91E6-3D73-B602-1836-2FB53C5C0BD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5DC6433E-453E-878D-EEF1-40764725B4B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B4EFA143-0A4A-9A5F-ACBB-4437EED0C17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91951998-8C02-628F-C52E-F66226246C29}"/>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604B19DE-AEFB-A12E-2052-A480334F1E8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D8017259-2CCA-E834-BBB2-BA29C3E526DC}"/>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3" name="TextBox 672">
            <a:extLst>
              <a:ext uri="{FF2B5EF4-FFF2-40B4-BE49-F238E27FC236}">
                <a16:creationId xmlns:a16="http://schemas.microsoft.com/office/drawing/2014/main" id="{5513BE8D-6C4B-384E-F14E-C07B858562CC}"/>
              </a:ext>
            </a:extLst>
          </p:cNvPr>
          <p:cNvSpPr txBox="1"/>
          <p:nvPr/>
        </p:nvSpPr>
        <p:spPr>
          <a:xfrm>
            <a:off x="838200" y="2638871"/>
            <a:ext cx="1147943" cy="369332"/>
          </a:xfrm>
          <a:prstGeom prst="rect">
            <a:avLst/>
          </a:prstGeom>
          <a:noFill/>
        </p:spPr>
        <p:txBody>
          <a:bodyPr wrap="none" rtlCol="0">
            <a:spAutoFit/>
          </a:bodyPr>
          <a:lstStyle/>
          <a:p>
            <a:r>
              <a:rPr lang="en-US" dirty="0"/>
              <a:t>input data</a:t>
            </a:r>
          </a:p>
        </p:txBody>
      </p:sp>
      <p:sp>
        <p:nvSpPr>
          <p:cNvPr id="675" name="TextBox 674">
            <a:extLst>
              <a:ext uri="{FF2B5EF4-FFF2-40B4-BE49-F238E27FC236}">
                <a16:creationId xmlns:a16="http://schemas.microsoft.com/office/drawing/2014/main" id="{310A2CCD-B43B-6D66-9E0B-80B332969E0C}"/>
              </a:ext>
            </a:extLst>
          </p:cNvPr>
          <p:cNvSpPr txBox="1"/>
          <p:nvPr/>
        </p:nvSpPr>
        <p:spPr>
          <a:xfrm>
            <a:off x="5332990" y="3276964"/>
            <a:ext cx="490840" cy="369332"/>
          </a:xfrm>
          <a:prstGeom prst="rect">
            <a:avLst/>
          </a:prstGeom>
          <a:noFill/>
        </p:spPr>
        <p:txBody>
          <a:bodyPr wrap="none" rtlCol="0">
            <a:spAutoFit/>
          </a:bodyPr>
          <a:lstStyle/>
          <a:p>
            <a:r>
              <a:rPr lang="en-US" dirty="0"/>
              <a:t>acc</a:t>
            </a:r>
          </a:p>
        </p:txBody>
      </p:sp>
      <p:grpSp>
        <p:nvGrpSpPr>
          <p:cNvPr id="676" name="Group 675">
            <a:extLst>
              <a:ext uri="{FF2B5EF4-FFF2-40B4-BE49-F238E27FC236}">
                <a16:creationId xmlns:a16="http://schemas.microsoft.com/office/drawing/2014/main" id="{37AB9818-F8C9-AC3F-A68F-6CFD3059554D}"/>
              </a:ext>
            </a:extLst>
          </p:cNvPr>
          <p:cNvGrpSpPr/>
          <p:nvPr/>
        </p:nvGrpSpPr>
        <p:grpSpPr>
          <a:xfrm>
            <a:off x="2048014" y="4161871"/>
            <a:ext cx="803384" cy="100423"/>
            <a:chOff x="4288721" y="2634954"/>
            <a:chExt cx="803384" cy="100423"/>
          </a:xfrm>
        </p:grpSpPr>
        <p:sp>
          <p:nvSpPr>
            <p:cNvPr id="677" name="Rectangle 676">
              <a:extLst>
                <a:ext uri="{FF2B5EF4-FFF2-40B4-BE49-F238E27FC236}">
                  <a16:creationId xmlns:a16="http://schemas.microsoft.com/office/drawing/2014/main" id="{74AE5304-169C-E548-661E-0260D97A8D58}"/>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092AA97D-EDFB-D77F-4BB1-7B4032A817F8}"/>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8638E51D-CE85-F59F-55D8-02C1BBAFC6E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CB5AACE4-4B8A-0E1F-8A1E-9FF23DD84D01}"/>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328F8F73-632E-CF92-55DA-A881142021DE}"/>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217D4B5-B105-6BFF-F2DD-FA2116B506A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1E5D7EAD-710C-46DC-1029-C079B4B2204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3CBF38E6-8245-92BE-A1D2-EAFCF3CB77CE}"/>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5" name="Group 684">
            <a:extLst>
              <a:ext uri="{FF2B5EF4-FFF2-40B4-BE49-F238E27FC236}">
                <a16:creationId xmlns:a16="http://schemas.microsoft.com/office/drawing/2014/main" id="{9E504BAC-4F55-047E-B5E0-932F539107F7}"/>
              </a:ext>
            </a:extLst>
          </p:cNvPr>
          <p:cNvGrpSpPr/>
          <p:nvPr/>
        </p:nvGrpSpPr>
        <p:grpSpPr>
          <a:xfrm>
            <a:off x="2851398" y="4161871"/>
            <a:ext cx="803384" cy="100423"/>
            <a:chOff x="4288721" y="2634954"/>
            <a:chExt cx="803384" cy="100423"/>
          </a:xfrm>
        </p:grpSpPr>
        <p:sp>
          <p:nvSpPr>
            <p:cNvPr id="686" name="Rectangle 685">
              <a:extLst>
                <a:ext uri="{FF2B5EF4-FFF2-40B4-BE49-F238E27FC236}">
                  <a16:creationId xmlns:a16="http://schemas.microsoft.com/office/drawing/2014/main" id="{46BF1DDF-BD2A-5E70-F67D-659D49C2282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4FDC8B06-5A19-ED17-68BA-64205B009220}"/>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473D908E-0CA1-B37C-E2DA-6BB7F3E282B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33D559D8-1661-F3C5-67F0-B99B10613FB6}"/>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21C57602-FD3B-184A-B1AB-59814F10A44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4E04BE7F-CD27-03B3-4116-FDFFD4EA8CC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19304AEE-1BEB-1AF6-8AC9-8104C72178AC}"/>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798C1522-6560-095E-827D-46CF2DDB16DF}"/>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4" name="Group 693">
            <a:extLst>
              <a:ext uri="{FF2B5EF4-FFF2-40B4-BE49-F238E27FC236}">
                <a16:creationId xmlns:a16="http://schemas.microsoft.com/office/drawing/2014/main" id="{FD2086DB-D00E-EB8C-1D31-D1C16BB1BCA0}"/>
              </a:ext>
            </a:extLst>
          </p:cNvPr>
          <p:cNvGrpSpPr/>
          <p:nvPr/>
        </p:nvGrpSpPr>
        <p:grpSpPr>
          <a:xfrm>
            <a:off x="3654782" y="4161871"/>
            <a:ext cx="803384" cy="100423"/>
            <a:chOff x="4288721" y="2634954"/>
            <a:chExt cx="803384" cy="100423"/>
          </a:xfrm>
        </p:grpSpPr>
        <p:sp>
          <p:nvSpPr>
            <p:cNvPr id="695" name="Rectangle 694">
              <a:extLst>
                <a:ext uri="{FF2B5EF4-FFF2-40B4-BE49-F238E27FC236}">
                  <a16:creationId xmlns:a16="http://schemas.microsoft.com/office/drawing/2014/main" id="{86DB06F3-7B50-544C-D13D-01E653927F6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5024B74B-C4B1-18EE-4429-54FC0E804454}"/>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5DBF9D94-ED14-D017-2F35-C37E6EBA45FF}"/>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7FAD82CC-722C-6AF6-DC3C-2CCAA0534CEA}"/>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5210CD69-7374-5AD9-4466-AF4DBD96B17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232BA068-18E1-71A0-A3E3-5A3CE6DBABF2}"/>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E19B4767-74D2-233A-8FE3-CA8A3C74B78A}"/>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36ABB996-88BD-7C05-9209-0FE990AF4ECA}"/>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3" name="Group 702">
            <a:extLst>
              <a:ext uri="{FF2B5EF4-FFF2-40B4-BE49-F238E27FC236}">
                <a16:creationId xmlns:a16="http://schemas.microsoft.com/office/drawing/2014/main" id="{BA13897E-F040-5946-7F36-80ACA8D504EF}"/>
              </a:ext>
            </a:extLst>
          </p:cNvPr>
          <p:cNvGrpSpPr/>
          <p:nvPr/>
        </p:nvGrpSpPr>
        <p:grpSpPr>
          <a:xfrm>
            <a:off x="4458166" y="4161871"/>
            <a:ext cx="803384" cy="100423"/>
            <a:chOff x="4288721" y="2634954"/>
            <a:chExt cx="803384" cy="100423"/>
          </a:xfrm>
        </p:grpSpPr>
        <p:sp>
          <p:nvSpPr>
            <p:cNvPr id="704" name="Rectangle 703">
              <a:extLst>
                <a:ext uri="{FF2B5EF4-FFF2-40B4-BE49-F238E27FC236}">
                  <a16:creationId xmlns:a16="http://schemas.microsoft.com/office/drawing/2014/main" id="{3E793C9E-5C30-C4B1-C93B-1874BF5692E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5058C2AF-5993-05C7-C7DE-708D7816AE4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74E3DE8A-9EFB-8425-DF3B-63146132A2F3}"/>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C528208F-42B4-7AB4-1B36-66E7C7C45F0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FB1A2AE0-C973-DEC8-7A3F-CCAA111570C3}"/>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ECFC6DAD-2413-CCA0-9321-461E80CAC407}"/>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74DE0518-2400-1A62-051F-BE3734D05310}"/>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DB6F157C-E3A1-51C3-67E2-E874EAD0A59D}"/>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2" name="TextBox 711">
            <a:extLst>
              <a:ext uri="{FF2B5EF4-FFF2-40B4-BE49-F238E27FC236}">
                <a16:creationId xmlns:a16="http://schemas.microsoft.com/office/drawing/2014/main" id="{1870C471-28B1-6075-FD11-C5946262E016}"/>
              </a:ext>
            </a:extLst>
          </p:cNvPr>
          <p:cNvSpPr txBox="1"/>
          <p:nvPr/>
        </p:nvSpPr>
        <p:spPr>
          <a:xfrm>
            <a:off x="1426374" y="4027417"/>
            <a:ext cx="559769" cy="369332"/>
          </a:xfrm>
          <a:prstGeom prst="rect">
            <a:avLst/>
          </a:prstGeom>
          <a:noFill/>
        </p:spPr>
        <p:txBody>
          <a:bodyPr wrap="none" rtlCol="0">
            <a:spAutoFit/>
          </a:bodyPr>
          <a:lstStyle/>
          <a:p>
            <a:r>
              <a:rPr lang="en-US" dirty="0"/>
              <a:t>bias</a:t>
            </a:r>
          </a:p>
        </p:txBody>
      </p:sp>
      <p:sp>
        <p:nvSpPr>
          <p:cNvPr id="713" name="TextBox 712">
            <a:extLst>
              <a:ext uri="{FF2B5EF4-FFF2-40B4-BE49-F238E27FC236}">
                <a16:creationId xmlns:a16="http://schemas.microsoft.com/office/drawing/2014/main" id="{F8B67836-88D5-3760-DD32-71CCB3164498}"/>
              </a:ext>
            </a:extLst>
          </p:cNvPr>
          <p:cNvSpPr txBox="1"/>
          <p:nvPr/>
        </p:nvSpPr>
        <p:spPr>
          <a:xfrm>
            <a:off x="9402938" y="238131"/>
            <a:ext cx="2685928" cy="1477328"/>
          </a:xfrm>
          <a:prstGeom prst="rect">
            <a:avLst/>
          </a:prstGeom>
          <a:noFill/>
        </p:spPr>
        <p:txBody>
          <a:bodyPr wrap="none" rtlCol="0">
            <a:spAutoFit/>
          </a:bodyPr>
          <a:lstStyle/>
          <a:p>
            <a:r>
              <a:rPr lang="en-US" dirty="0"/>
              <a:t>1: compute dot product</a:t>
            </a:r>
          </a:p>
          <a:p>
            <a:r>
              <a:rPr lang="en-US" dirty="0"/>
              <a:t>2: add bias</a:t>
            </a:r>
          </a:p>
          <a:p>
            <a:r>
              <a:rPr lang="en-US" dirty="0"/>
              <a:t>3. multiply by scale</a:t>
            </a:r>
          </a:p>
          <a:p>
            <a:r>
              <a:rPr lang="en-US" dirty="0"/>
              <a:t>4. shift right with rounding</a:t>
            </a:r>
          </a:p>
          <a:p>
            <a:r>
              <a:rPr lang="en-US" dirty="0"/>
              <a:t>5. clamp and RELU</a:t>
            </a:r>
          </a:p>
        </p:txBody>
      </p:sp>
      <p:sp>
        <p:nvSpPr>
          <p:cNvPr id="714" name="TextBox 713">
            <a:extLst>
              <a:ext uri="{FF2B5EF4-FFF2-40B4-BE49-F238E27FC236}">
                <a16:creationId xmlns:a16="http://schemas.microsoft.com/office/drawing/2014/main" id="{F92E0EA7-23AB-19BF-08C8-02FC3910ECAC}"/>
              </a:ext>
            </a:extLst>
          </p:cNvPr>
          <p:cNvSpPr txBox="1"/>
          <p:nvPr/>
        </p:nvSpPr>
        <p:spPr>
          <a:xfrm>
            <a:off x="2222876" y="2425787"/>
            <a:ext cx="508473" cy="369332"/>
          </a:xfrm>
          <a:prstGeom prst="rect">
            <a:avLst/>
          </a:prstGeom>
          <a:noFill/>
        </p:spPr>
        <p:txBody>
          <a:bodyPr wrap="none" rtlCol="0">
            <a:spAutoFit/>
          </a:bodyPr>
          <a:lstStyle/>
          <a:p>
            <a:r>
              <a:rPr lang="en-US" dirty="0"/>
              <a:t>s16</a:t>
            </a:r>
          </a:p>
        </p:txBody>
      </p:sp>
      <p:grpSp>
        <p:nvGrpSpPr>
          <p:cNvPr id="733" name="Group 732">
            <a:extLst>
              <a:ext uri="{FF2B5EF4-FFF2-40B4-BE49-F238E27FC236}">
                <a16:creationId xmlns:a16="http://schemas.microsoft.com/office/drawing/2014/main" id="{73F27B99-16B8-6554-23B6-49636BC5CFAC}"/>
              </a:ext>
            </a:extLst>
          </p:cNvPr>
          <p:cNvGrpSpPr/>
          <p:nvPr/>
        </p:nvGrpSpPr>
        <p:grpSpPr>
          <a:xfrm>
            <a:off x="2056073" y="3351061"/>
            <a:ext cx="803384" cy="100423"/>
            <a:chOff x="4288721" y="2634954"/>
            <a:chExt cx="803384" cy="100423"/>
          </a:xfrm>
        </p:grpSpPr>
        <p:sp>
          <p:nvSpPr>
            <p:cNvPr id="734" name="Rectangle 733">
              <a:extLst>
                <a:ext uri="{FF2B5EF4-FFF2-40B4-BE49-F238E27FC236}">
                  <a16:creationId xmlns:a16="http://schemas.microsoft.com/office/drawing/2014/main" id="{BF1758E8-BCF8-2DF1-707D-CEE3120FB8EF}"/>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F7BE66AD-A4AE-EEE0-24F7-7AF3041FD352}"/>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06CAC7D9-29D2-E70F-66D4-4E96EFD3208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874A97EA-D96A-7BDF-91B7-F025D48A6F4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BE78745A-0DB3-1BF2-7A92-B4B9553C32AC}"/>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B700FE05-0654-49BF-6CF2-2A4DA3110893}"/>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FA66B6F6-C2F8-87EB-7D33-CE0687D9E936}"/>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C232551E-E8C0-C4E9-739B-ED150C1EB4D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42" name="TextBox 741">
            <a:extLst>
              <a:ext uri="{FF2B5EF4-FFF2-40B4-BE49-F238E27FC236}">
                <a16:creationId xmlns:a16="http://schemas.microsoft.com/office/drawing/2014/main" id="{54BDC716-91EC-1114-2718-C590ABE0675F}"/>
              </a:ext>
            </a:extLst>
          </p:cNvPr>
          <p:cNvSpPr txBox="1"/>
          <p:nvPr/>
        </p:nvSpPr>
        <p:spPr>
          <a:xfrm>
            <a:off x="1164443" y="3214130"/>
            <a:ext cx="821700" cy="369332"/>
          </a:xfrm>
          <a:prstGeom prst="rect">
            <a:avLst/>
          </a:prstGeom>
          <a:noFill/>
        </p:spPr>
        <p:txBody>
          <a:bodyPr wrap="none" rtlCol="0">
            <a:spAutoFit/>
          </a:bodyPr>
          <a:lstStyle/>
          <a:p>
            <a:r>
              <a:rPr lang="en-US" dirty="0"/>
              <a:t>weight</a:t>
            </a:r>
          </a:p>
        </p:txBody>
      </p:sp>
      <p:sp>
        <p:nvSpPr>
          <p:cNvPr id="743" name="TextBox 742">
            <a:extLst>
              <a:ext uri="{FF2B5EF4-FFF2-40B4-BE49-F238E27FC236}">
                <a16:creationId xmlns:a16="http://schemas.microsoft.com/office/drawing/2014/main" id="{98A1F364-E1DB-79BC-CB83-0EF378EBEC2D}"/>
              </a:ext>
            </a:extLst>
          </p:cNvPr>
          <p:cNvSpPr txBox="1"/>
          <p:nvPr/>
        </p:nvSpPr>
        <p:spPr>
          <a:xfrm>
            <a:off x="2231389" y="2981729"/>
            <a:ext cx="391454" cy="369332"/>
          </a:xfrm>
          <a:prstGeom prst="rect">
            <a:avLst/>
          </a:prstGeom>
          <a:noFill/>
        </p:spPr>
        <p:txBody>
          <a:bodyPr wrap="none" rtlCol="0">
            <a:spAutoFit/>
          </a:bodyPr>
          <a:lstStyle/>
          <a:p>
            <a:r>
              <a:rPr lang="en-US" dirty="0"/>
              <a:t>s8</a:t>
            </a:r>
          </a:p>
        </p:txBody>
      </p:sp>
      <p:cxnSp>
        <p:nvCxnSpPr>
          <p:cNvPr id="756" name="Straight Arrow Connector 755">
            <a:extLst>
              <a:ext uri="{FF2B5EF4-FFF2-40B4-BE49-F238E27FC236}">
                <a16:creationId xmlns:a16="http://schemas.microsoft.com/office/drawing/2014/main" id="{9A900AA2-847C-34B3-47AC-4FC9EC8740D7}"/>
              </a:ext>
            </a:extLst>
          </p:cNvPr>
          <p:cNvCxnSpPr>
            <a:cxnSpLocks/>
            <a:stCxn id="734" idx="1"/>
            <a:endCxn id="758" idx="3"/>
          </p:cNvCxnSpPr>
          <p:nvPr/>
        </p:nvCxnSpPr>
        <p:spPr>
          <a:xfrm flipV="1">
            <a:off x="2859457" y="3235856"/>
            <a:ext cx="1240758" cy="1654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8" name="Oval 757">
            <a:extLst>
              <a:ext uri="{FF2B5EF4-FFF2-40B4-BE49-F238E27FC236}">
                <a16:creationId xmlns:a16="http://schemas.microsoft.com/office/drawing/2014/main" id="{07AC2462-C9F0-70A4-6E18-2A5291FB1478}"/>
              </a:ext>
            </a:extLst>
          </p:cNvPr>
          <p:cNvSpPr/>
          <p:nvPr/>
        </p:nvSpPr>
        <p:spPr>
          <a:xfrm>
            <a:off x="4056034" y="2978351"/>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latin typeface="Consolas" panose="020B0609020204030204" pitchFamily="49" charset="0"/>
              </a:rPr>
              <a:t>*</a:t>
            </a:r>
          </a:p>
        </p:txBody>
      </p:sp>
      <p:cxnSp>
        <p:nvCxnSpPr>
          <p:cNvPr id="759" name="Straight Arrow Connector 758">
            <a:extLst>
              <a:ext uri="{FF2B5EF4-FFF2-40B4-BE49-F238E27FC236}">
                <a16:creationId xmlns:a16="http://schemas.microsoft.com/office/drawing/2014/main" id="{AFBB3D3A-A7D9-326E-CD3A-730F243B5D6A}"/>
              </a:ext>
            </a:extLst>
          </p:cNvPr>
          <p:cNvCxnSpPr>
            <a:cxnSpLocks/>
            <a:stCxn id="619" idx="1"/>
            <a:endCxn id="758" idx="1"/>
          </p:cNvCxnSpPr>
          <p:nvPr/>
        </p:nvCxnSpPr>
        <p:spPr>
          <a:xfrm>
            <a:off x="2850944" y="2845330"/>
            <a:ext cx="1249271" cy="177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5" name="Oval 764">
            <a:extLst>
              <a:ext uri="{FF2B5EF4-FFF2-40B4-BE49-F238E27FC236}">
                <a16:creationId xmlns:a16="http://schemas.microsoft.com/office/drawing/2014/main" id="{EF94DA03-F68C-7DAE-5397-3C11101FD8F3}"/>
              </a:ext>
            </a:extLst>
          </p:cNvPr>
          <p:cNvSpPr/>
          <p:nvPr/>
        </p:nvSpPr>
        <p:spPr>
          <a:xfrm>
            <a:off x="4536212" y="2978351"/>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66" name="Straight Arrow Connector 765">
            <a:extLst>
              <a:ext uri="{FF2B5EF4-FFF2-40B4-BE49-F238E27FC236}">
                <a16:creationId xmlns:a16="http://schemas.microsoft.com/office/drawing/2014/main" id="{27F801DF-7172-44F2-ACF1-FADD34453545}"/>
              </a:ext>
            </a:extLst>
          </p:cNvPr>
          <p:cNvCxnSpPr>
            <a:cxnSpLocks/>
            <a:stCxn id="758" idx="6"/>
            <a:endCxn id="765" idx="2"/>
          </p:cNvCxnSpPr>
          <p:nvPr/>
        </p:nvCxnSpPr>
        <p:spPr>
          <a:xfrm>
            <a:off x="4357720" y="3129194"/>
            <a:ext cx="1784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2" name="Group 771">
            <a:extLst>
              <a:ext uri="{FF2B5EF4-FFF2-40B4-BE49-F238E27FC236}">
                <a16:creationId xmlns:a16="http://schemas.microsoft.com/office/drawing/2014/main" id="{65791396-05DB-AA8D-21D9-546123B94CFB}"/>
              </a:ext>
            </a:extLst>
          </p:cNvPr>
          <p:cNvGrpSpPr/>
          <p:nvPr/>
        </p:nvGrpSpPr>
        <p:grpSpPr>
          <a:xfrm>
            <a:off x="5403312" y="2954097"/>
            <a:ext cx="350195" cy="350195"/>
            <a:chOff x="10045338" y="619432"/>
            <a:chExt cx="350195" cy="350195"/>
          </a:xfrm>
        </p:grpSpPr>
        <p:sp>
          <p:nvSpPr>
            <p:cNvPr id="770" name="Rectangle 769">
              <a:extLst>
                <a:ext uri="{FF2B5EF4-FFF2-40B4-BE49-F238E27FC236}">
                  <a16:creationId xmlns:a16="http://schemas.microsoft.com/office/drawing/2014/main" id="{60979633-E2A6-6BAD-1BA4-39FC94E007A4}"/>
                </a:ext>
              </a:extLst>
            </p:cNvPr>
            <p:cNvSpPr/>
            <p:nvPr/>
          </p:nvSpPr>
          <p:spPr>
            <a:xfrm>
              <a:off x="10045338" y="619432"/>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Isosceles Triangle 770">
              <a:extLst>
                <a:ext uri="{FF2B5EF4-FFF2-40B4-BE49-F238E27FC236}">
                  <a16:creationId xmlns:a16="http://schemas.microsoft.com/office/drawing/2014/main" id="{93EC38DA-4EEA-35C6-84A0-254066D8508F}"/>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73" name="Straight Arrow Connector 772">
            <a:extLst>
              <a:ext uri="{FF2B5EF4-FFF2-40B4-BE49-F238E27FC236}">
                <a16:creationId xmlns:a16="http://schemas.microsoft.com/office/drawing/2014/main" id="{685E33A4-7C0D-29DB-B853-9C0EA8B4EEA9}"/>
              </a:ext>
            </a:extLst>
          </p:cNvPr>
          <p:cNvCxnSpPr>
            <a:cxnSpLocks/>
            <a:stCxn id="765" idx="6"/>
            <a:endCxn id="770" idx="1"/>
          </p:cNvCxnSpPr>
          <p:nvPr/>
        </p:nvCxnSpPr>
        <p:spPr>
          <a:xfrm>
            <a:off x="4837898" y="3129194"/>
            <a:ext cx="5654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5" name="TextBox 784">
            <a:extLst>
              <a:ext uri="{FF2B5EF4-FFF2-40B4-BE49-F238E27FC236}">
                <a16:creationId xmlns:a16="http://schemas.microsoft.com/office/drawing/2014/main" id="{7278B6B7-983D-9388-F348-78F8CED091C8}"/>
              </a:ext>
            </a:extLst>
          </p:cNvPr>
          <p:cNvSpPr txBox="1"/>
          <p:nvPr/>
        </p:nvSpPr>
        <p:spPr>
          <a:xfrm>
            <a:off x="4862152" y="2764487"/>
            <a:ext cx="508473" cy="369332"/>
          </a:xfrm>
          <a:prstGeom prst="rect">
            <a:avLst/>
          </a:prstGeom>
          <a:noFill/>
        </p:spPr>
        <p:txBody>
          <a:bodyPr wrap="none" rtlCol="0">
            <a:spAutoFit/>
          </a:bodyPr>
          <a:lstStyle/>
          <a:p>
            <a:r>
              <a:rPr lang="en-US" dirty="0"/>
              <a:t>s64</a:t>
            </a:r>
          </a:p>
        </p:txBody>
      </p:sp>
      <p:sp>
        <p:nvSpPr>
          <p:cNvPr id="786" name="TextBox 785">
            <a:extLst>
              <a:ext uri="{FF2B5EF4-FFF2-40B4-BE49-F238E27FC236}">
                <a16:creationId xmlns:a16="http://schemas.microsoft.com/office/drawing/2014/main" id="{82B2FCDC-4E1D-8D33-1EF3-73822A76DF1D}"/>
              </a:ext>
            </a:extLst>
          </p:cNvPr>
          <p:cNvSpPr txBox="1"/>
          <p:nvPr/>
        </p:nvSpPr>
        <p:spPr>
          <a:xfrm>
            <a:off x="2163226" y="3803639"/>
            <a:ext cx="508473" cy="369332"/>
          </a:xfrm>
          <a:prstGeom prst="rect">
            <a:avLst/>
          </a:prstGeom>
          <a:noFill/>
        </p:spPr>
        <p:txBody>
          <a:bodyPr wrap="none" rtlCol="0">
            <a:spAutoFit/>
          </a:bodyPr>
          <a:lstStyle/>
          <a:p>
            <a:r>
              <a:rPr lang="en-US" dirty="0"/>
              <a:t>s64</a:t>
            </a:r>
          </a:p>
        </p:txBody>
      </p:sp>
      <p:sp>
        <p:nvSpPr>
          <p:cNvPr id="787" name="Oval 786">
            <a:extLst>
              <a:ext uri="{FF2B5EF4-FFF2-40B4-BE49-F238E27FC236}">
                <a16:creationId xmlns:a16="http://schemas.microsoft.com/office/drawing/2014/main" id="{419CD7BF-734C-0D75-4A64-1176A99955A6}"/>
              </a:ext>
            </a:extLst>
          </p:cNvPr>
          <p:cNvSpPr/>
          <p:nvPr/>
        </p:nvSpPr>
        <p:spPr>
          <a:xfrm>
            <a:off x="6520279" y="3535386"/>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88" name="Straight Arrow Connector 787">
            <a:extLst>
              <a:ext uri="{FF2B5EF4-FFF2-40B4-BE49-F238E27FC236}">
                <a16:creationId xmlns:a16="http://schemas.microsoft.com/office/drawing/2014/main" id="{A815611F-A332-E9E2-97FB-066C4EE2E44A}"/>
              </a:ext>
            </a:extLst>
          </p:cNvPr>
          <p:cNvCxnSpPr>
            <a:cxnSpLocks/>
            <a:stCxn id="704" idx="1"/>
            <a:endCxn id="787" idx="3"/>
          </p:cNvCxnSpPr>
          <p:nvPr/>
        </p:nvCxnSpPr>
        <p:spPr>
          <a:xfrm flipV="1">
            <a:off x="5261550" y="3792891"/>
            <a:ext cx="1302910" cy="4191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2" name="Straight Arrow Connector 791">
            <a:extLst>
              <a:ext uri="{FF2B5EF4-FFF2-40B4-BE49-F238E27FC236}">
                <a16:creationId xmlns:a16="http://schemas.microsoft.com/office/drawing/2014/main" id="{A591E250-95BE-C886-2545-5AF0BDA9B261}"/>
              </a:ext>
            </a:extLst>
          </p:cNvPr>
          <p:cNvCxnSpPr>
            <a:cxnSpLocks/>
            <a:stCxn id="770" idx="3"/>
            <a:endCxn id="787" idx="1"/>
          </p:cNvCxnSpPr>
          <p:nvPr/>
        </p:nvCxnSpPr>
        <p:spPr>
          <a:xfrm>
            <a:off x="5753507" y="3129195"/>
            <a:ext cx="810953" cy="4503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3" name="Connector: Curved 802">
            <a:extLst>
              <a:ext uri="{FF2B5EF4-FFF2-40B4-BE49-F238E27FC236}">
                <a16:creationId xmlns:a16="http://schemas.microsoft.com/office/drawing/2014/main" id="{6B71668A-48ED-F653-F86C-7CA904A1329A}"/>
              </a:ext>
            </a:extLst>
          </p:cNvPr>
          <p:cNvCxnSpPr>
            <a:stCxn id="770" idx="3"/>
            <a:endCxn id="765" idx="0"/>
          </p:cNvCxnSpPr>
          <p:nvPr/>
        </p:nvCxnSpPr>
        <p:spPr>
          <a:xfrm flipH="1" flipV="1">
            <a:off x="4687055" y="2978351"/>
            <a:ext cx="1066452" cy="150844"/>
          </a:xfrm>
          <a:prstGeom prst="curvedConnector4">
            <a:avLst>
              <a:gd name="adj1" fmla="val -16392"/>
              <a:gd name="adj2" fmla="val 39837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8" name="Group 807">
            <a:extLst>
              <a:ext uri="{FF2B5EF4-FFF2-40B4-BE49-F238E27FC236}">
                <a16:creationId xmlns:a16="http://schemas.microsoft.com/office/drawing/2014/main" id="{8D60D1FF-0699-56BF-3323-8FFCC8F66285}"/>
              </a:ext>
            </a:extLst>
          </p:cNvPr>
          <p:cNvGrpSpPr/>
          <p:nvPr/>
        </p:nvGrpSpPr>
        <p:grpSpPr>
          <a:xfrm>
            <a:off x="2048014" y="4714873"/>
            <a:ext cx="803384" cy="100423"/>
            <a:chOff x="4288721" y="2634954"/>
            <a:chExt cx="803384" cy="100423"/>
          </a:xfrm>
        </p:grpSpPr>
        <p:sp>
          <p:nvSpPr>
            <p:cNvPr id="809" name="Rectangle 808">
              <a:extLst>
                <a:ext uri="{FF2B5EF4-FFF2-40B4-BE49-F238E27FC236}">
                  <a16:creationId xmlns:a16="http://schemas.microsoft.com/office/drawing/2014/main" id="{ACED1C48-0F5F-261A-4160-4190BC9FC3CE}"/>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3BD08B0F-C7D1-409E-475E-E33436602D5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52F378C-7176-E62F-59D2-B43141D32E8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D878960C-E0C8-031A-F20F-1EB8E44EB64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3C7EBEEB-09EC-E5D9-A888-83482459E43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CAE14465-9D5E-135E-5355-C0CE82BA0AF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7F75FC8E-B9F2-5AEF-27AB-1EB68588AF9B}"/>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C36B0CDA-CEF4-DE02-81AD-32CE35019297}"/>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7" name="Group 816">
            <a:extLst>
              <a:ext uri="{FF2B5EF4-FFF2-40B4-BE49-F238E27FC236}">
                <a16:creationId xmlns:a16="http://schemas.microsoft.com/office/drawing/2014/main" id="{5710110D-6FAC-00C7-F1EF-77E28DD767D7}"/>
              </a:ext>
            </a:extLst>
          </p:cNvPr>
          <p:cNvGrpSpPr/>
          <p:nvPr/>
        </p:nvGrpSpPr>
        <p:grpSpPr>
          <a:xfrm>
            <a:off x="2851398" y="4714873"/>
            <a:ext cx="803384" cy="100423"/>
            <a:chOff x="4288721" y="2634954"/>
            <a:chExt cx="803384" cy="100423"/>
          </a:xfrm>
        </p:grpSpPr>
        <p:sp>
          <p:nvSpPr>
            <p:cNvPr id="818" name="Rectangle 817">
              <a:extLst>
                <a:ext uri="{FF2B5EF4-FFF2-40B4-BE49-F238E27FC236}">
                  <a16:creationId xmlns:a16="http://schemas.microsoft.com/office/drawing/2014/main" id="{16CF0C30-3850-A0A4-59C7-91E78BCCD09D}"/>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19F47E3F-7D8D-D90E-F9DA-3918B2E9099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7196841C-150A-8007-6C4E-97BD18DFEA6A}"/>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AE6FCA8E-00A7-828F-968A-F5B6688907A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CCD528F2-B436-CE9E-F2A5-049D253FBAE7}"/>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6E13FBA1-CD04-A5E2-2ACF-DC5F6029398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2FFD7094-8CA6-F9F5-2A12-45D5BF5987B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1A610562-2DBB-035C-9EEC-EFE3B5A30014}"/>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6" name="Group 825">
            <a:extLst>
              <a:ext uri="{FF2B5EF4-FFF2-40B4-BE49-F238E27FC236}">
                <a16:creationId xmlns:a16="http://schemas.microsoft.com/office/drawing/2014/main" id="{BCB68644-B2B5-6CFB-A1CA-A9C53D7EE90A}"/>
              </a:ext>
            </a:extLst>
          </p:cNvPr>
          <p:cNvGrpSpPr/>
          <p:nvPr/>
        </p:nvGrpSpPr>
        <p:grpSpPr>
          <a:xfrm>
            <a:off x="3654782" y="4714873"/>
            <a:ext cx="803384" cy="100423"/>
            <a:chOff x="4288721" y="2634954"/>
            <a:chExt cx="803384" cy="100423"/>
          </a:xfrm>
        </p:grpSpPr>
        <p:sp>
          <p:nvSpPr>
            <p:cNvPr id="827" name="Rectangle 826">
              <a:extLst>
                <a:ext uri="{FF2B5EF4-FFF2-40B4-BE49-F238E27FC236}">
                  <a16:creationId xmlns:a16="http://schemas.microsoft.com/office/drawing/2014/main" id="{781BCC9E-AAFE-94CA-0256-B43AFD2228B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1B966B90-E426-E7DC-AEDA-29F5A42A74B6}"/>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E4D3F131-17E1-99DD-5F25-B816F02071F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C4F1480E-344B-839B-712B-513274CC480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8AC524BB-B71D-4012-126D-D342A307AC2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882F6FA8-AF11-B637-6B8A-5D4E02BB920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2BF43E49-DA19-CE7C-CBDD-B84A1F625098}"/>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AAAC783F-490E-9415-931E-0F33CCD5B748}"/>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5" name="Group 834">
            <a:extLst>
              <a:ext uri="{FF2B5EF4-FFF2-40B4-BE49-F238E27FC236}">
                <a16:creationId xmlns:a16="http://schemas.microsoft.com/office/drawing/2014/main" id="{71472E7D-B4F4-CA45-0D4D-C8201BEF292A}"/>
              </a:ext>
            </a:extLst>
          </p:cNvPr>
          <p:cNvGrpSpPr/>
          <p:nvPr/>
        </p:nvGrpSpPr>
        <p:grpSpPr>
          <a:xfrm>
            <a:off x="4458166" y="4714873"/>
            <a:ext cx="803384" cy="100423"/>
            <a:chOff x="4288721" y="2634954"/>
            <a:chExt cx="803384" cy="100423"/>
          </a:xfrm>
        </p:grpSpPr>
        <p:sp>
          <p:nvSpPr>
            <p:cNvPr id="836" name="Rectangle 835">
              <a:extLst>
                <a:ext uri="{FF2B5EF4-FFF2-40B4-BE49-F238E27FC236}">
                  <a16:creationId xmlns:a16="http://schemas.microsoft.com/office/drawing/2014/main" id="{C103A747-DD80-DDB1-77A7-A4557FD5A14B}"/>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88415B6B-42B3-CB0E-8FA3-F7EA0B69C9B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ED723378-7FF1-0F5F-8843-AD3A9CC0DE6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C46A42B8-219C-17D1-9AB2-BCF4DE1B9B6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AD06489C-6075-9DD5-BD17-406CC172A6A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7F5ADE5E-9E79-FA4F-983E-64DACDED44F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32B47B08-BAA4-3D2D-1B4E-AD84D604BEA9}"/>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6DB2BFF7-2166-7966-D0B8-D45CF98BD16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4" name="TextBox 843">
            <a:extLst>
              <a:ext uri="{FF2B5EF4-FFF2-40B4-BE49-F238E27FC236}">
                <a16:creationId xmlns:a16="http://schemas.microsoft.com/office/drawing/2014/main" id="{0D619915-FF5B-3853-8D0B-0F2FF9CD0956}"/>
              </a:ext>
            </a:extLst>
          </p:cNvPr>
          <p:cNvSpPr txBox="1"/>
          <p:nvPr/>
        </p:nvSpPr>
        <p:spPr>
          <a:xfrm>
            <a:off x="1336926" y="4580418"/>
            <a:ext cx="649217" cy="369332"/>
          </a:xfrm>
          <a:prstGeom prst="rect">
            <a:avLst/>
          </a:prstGeom>
          <a:noFill/>
        </p:spPr>
        <p:txBody>
          <a:bodyPr wrap="none" rtlCol="0">
            <a:spAutoFit/>
          </a:bodyPr>
          <a:lstStyle/>
          <a:p>
            <a:r>
              <a:rPr lang="en-US" dirty="0"/>
              <a:t>scale</a:t>
            </a:r>
          </a:p>
        </p:txBody>
      </p:sp>
      <p:sp>
        <p:nvSpPr>
          <p:cNvPr id="845" name="TextBox 844">
            <a:extLst>
              <a:ext uri="{FF2B5EF4-FFF2-40B4-BE49-F238E27FC236}">
                <a16:creationId xmlns:a16="http://schemas.microsoft.com/office/drawing/2014/main" id="{6360F8AE-C07D-89E2-21FD-FA829F38E089}"/>
              </a:ext>
            </a:extLst>
          </p:cNvPr>
          <p:cNvSpPr txBox="1"/>
          <p:nvPr/>
        </p:nvSpPr>
        <p:spPr>
          <a:xfrm>
            <a:off x="2155046" y="4341003"/>
            <a:ext cx="540533" cy="369332"/>
          </a:xfrm>
          <a:prstGeom prst="rect">
            <a:avLst/>
          </a:prstGeom>
          <a:noFill/>
        </p:spPr>
        <p:txBody>
          <a:bodyPr wrap="none" rtlCol="0">
            <a:spAutoFit/>
          </a:bodyPr>
          <a:lstStyle/>
          <a:p>
            <a:r>
              <a:rPr lang="en-US" dirty="0"/>
              <a:t>u31</a:t>
            </a:r>
          </a:p>
        </p:txBody>
      </p:sp>
      <p:cxnSp>
        <p:nvCxnSpPr>
          <p:cNvPr id="847" name="Straight Arrow Connector 846">
            <a:extLst>
              <a:ext uri="{FF2B5EF4-FFF2-40B4-BE49-F238E27FC236}">
                <a16:creationId xmlns:a16="http://schemas.microsoft.com/office/drawing/2014/main" id="{C7E3352F-2D70-F7C3-03F3-A460C3F97198}"/>
              </a:ext>
            </a:extLst>
          </p:cNvPr>
          <p:cNvCxnSpPr>
            <a:cxnSpLocks/>
            <a:stCxn id="787" idx="6"/>
          </p:cNvCxnSpPr>
          <p:nvPr/>
        </p:nvCxnSpPr>
        <p:spPr>
          <a:xfrm>
            <a:off x="6821965" y="3686229"/>
            <a:ext cx="453086" cy="2427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1" name="Straight Arrow Connector 850">
            <a:extLst>
              <a:ext uri="{FF2B5EF4-FFF2-40B4-BE49-F238E27FC236}">
                <a16:creationId xmlns:a16="http://schemas.microsoft.com/office/drawing/2014/main" id="{539B4678-0DF8-7109-49A2-2F19F062A20A}"/>
              </a:ext>
            </a:extLst>
          </p:cNvPr>
          <p:cNvCxnSpPr>
            <a:cxnSpLocks/>
            <a:stCxn id="836" idx="1"/>
          </p:cNvCxnSpPr>
          <p:nvPr/>
        </p:nvCxnSpPr>
        <p:spPr>
          <a:xfrm flipV="1">
            <a:off x="5261550" y="4209240"/>
            <a:ext cx="2013501" cy="5558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5" name="Oval 874">
            <a:extLst>
              <a:ext uri="{FF2B5EF4-FFF2-40B4-BE49-F238E27FC236}">
                <a16:creationId xmlns:a16="http://schemas.microsoft.com/office/drawing/2014/main" id="{9BC1B9D4-5569-33B7-D983-43006C661E9F}"/>
              </a:ext>
            </a:extLst>
          </p:cNvPr>
          <p:cNvSpPr/>
          <p:nvPr/>
        </p:nvSpPr>
        <p:spPr>
          <a:xfrm>
            <a:off x="9014376" y="3870895"/>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700" b="1" dirty="0">
                <a:solidFill>
                  <a:sysClr val="windowText" lastClr="000000"/>
                </a:solidFill>
              </a:rPr>
              <a:t>CLAMP RELU</a:t>
            </a:r>
          </a:p>
        </p:txBody>
      </p:sp>
      <p:cxnSp>
        <p:nvCxnSpPr>
          <p:cNvPr id="880" name="Straight Arrow Connector 879">
            <a:extLst>
              <a:ext uri="{FF2B5EF4-FFF2-40B4-BE49-F238E27FC236}">
                <a16:creationId xmlns:a16="http://schemas.microsoft.com/office/drawing/2014/main" id="{F296B849-912C-D70F-EE26-9117B1EF2362}"/>
              </a:ext>
            </a:extLst>
          </p:cNvPr>
          <p:cNvCxnSpPr>
            <a:cxnSpLocks/>
          </p:cNvCxnSpPr>
          <p:nvPr/>
        </p:nvCxnSpPr>
        <p:spPr>
          <a:xfrm>
            <a:off x="9402938" y="4058402"/>
            <a:ext cx="367860" cy="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1" name="Group 880">
            <a:extLst>
              <a:ext uri="{FF2B5EF4-FFF2-40B4-BE49-F238E27FC236}">
                <a16:creationId xmlns:a16="http://schemas.microsoft.com/office/drawing/2014/main" id="{DD10669D-4630-10C3-1312-8A645489A489}"/>
              </a:ext>
            </a:extLst>
          </p:cNvPr>
          <p:cNvGrpSpPr/>
          <p:nvPr/>
        </p:nvGrpSpPr>
        <p:grpSpPr>
          <a:xfrm>
            <a:off x="9817951" y="4013674"/>
            <a:ext cx="803384" cy="100423"/>
            <a:chOff x="4288721" y="2634954"/>
            <a:chExt cx="803384" cy="100423"/>
          </a:xfrm>
        </p:grpSpPr>
        <p:sp>
          <p:nvSpPr>
            <p:cNvPr id="882" name="Rectangle 881">
              <a:extLst>
                <a:ext uri="{FF2B5EF4-FFF2-40B4-BE49-F238E27FC236}">
                  <a16:creationId xmlns:a16="http://schemas.microsoft.com/office/drawing/2014/main" id="{55ED7DC9-ED0A-5F4C-5A28-6DC1F50C4571}"/>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7E005A46-A575-FCB9-7D70-3496747F895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198643A6-D443-1B3F-0567-7457EA6AC7BC}"/>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C653A6F3-8BE1-46AF-9A6E-385168C63EE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0042AB77-5258-8310-F169-6F18B16DFDB1}"/>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6371B92E-3466-1120-EE7A-0BC0801E3AF8}"/>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1B74CE1D-3656-E2E1-C809-D6EF65B9693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19C5E73B-2521-262A-700E-B39DD7B325F3}"/>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0" name="TextBox 889">
            <a:extLst>
              <a:ext uri="{FF2B5EF4-FFF2-40B4-BE49-F238E27FC236}">
                <a16:creationId xmlns:a16="http://schemas.microsoft.com/office/drawing/2014/main" id="{4C0B8668-6615-C28B-78EB-D79FCC209118}"/>
              </a:ext>
            </a:extLst>
          </p:cNvPr>
          <p:cNvSpPr txBox="1"/>
          <p:nvPr/>
        </p:nvSpPr>
        <p:spPr>
          <a:xfrm>
            <a:off x="9989103" y="3643401"/>
            <a:ext cx="508473" cy="369332"/>
          </a:xfrm>
          <a:prstGeom prst="rect">
            <a:avLst/>
          </a:prstGeom>
          <a:noFill/>
        </p:spPr>
        <p:txBody>
          <a:bodyPr wrap="none" rtlCol="0">
            <a:spAutoFit/>
          </a:bodyPr>
          <a:lstStyle/>
          <a:p>
            <a:r>
              <a:rPr lang="en-US" dirty="0"/>
              <a:t>s16</a:t>
            </a:r>
          </a:p>
        </p:txBody>
      </p:sp>
      <p:sp>
        <p:nvSpPr>
          <p:cNvPr id="891" name="TextBox 890">
            <a:extLst>
              <a:ext uri="{FF2B5EF4-FFF2-40B4-BE49-F238E27FC236}">
                <a16:creationId xmlns:a16="http://schemas.microsoft.com/office/drawing/2014/main" id="{1944A110-45BE-AB85-1894-B5A0CBE18CC6}"/>
              </a:ext>
            </a:extLst>
          </p:cNvPr>
          <p:cNvSpPr txBox="1"/>
          <p:nvPr/>
        </p:nvSpPr>
        <p:spPr>
          <a:xfrm>
            <a:off x="10641974" y="3837876"/>
            <a:ext cx="1293816" cy="369332"/>
          </a:xfrm>
          <a:prstGeom prst="rect">
            <a:avLst/>
          </a:prstGeom>
          <a:noFill/>
        </p:spPr>
        <p:txBody>
          <a:bodyPr wrap="none" rtlCol="0">
            <a:spAutoFit/>
          </a:bodyPr>
          <a:lstStyle/>
          <a:p>
            <a:r>
              <a:rPr lang="en-US" dirty="0"/>
              <a:t>output data</a:t>
            </a:r>
          </a:p>
        </p:txBody>
      </p:sp>
      <p:sp>
        <p:nvSpPr>
          <p:cNvPr id="900" name="Oval 899">
            <a:extLst>
              <a:ext uri="{FF2B5EF4-FFF2-40B4-BE49-F238E27FC236}">
                <a16:creationId xmlns:a16="http://schemas.microsoft.com/office/drawing/2014/main" id="{056449BB-6551-6B39-74EA-5E5187953EC2}"/>
              </a:ext>
            </a:extLst>
          </p:cNvPr>
          <p:cNvSpPr/>
          <p:nvPr/>
        </p:nvSpPr>
        <p:spPr>
          <a:xfrm>
            <a:off x="7237635" y="3856379"/>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b="1" dirty="0">
                <a:solidFill>
                  <a:sysClr val="windowText" lastClr="000000"/>
                </a:solidFill>
              </a:rPr>
              <a:t>*</a:t>
            </a:r>
          </a:p>
        </p:txBody>
      </p:sp>
      <p:sp>
        <p:nvSpPr>
          <p:cNvPr id="902" name="TextBox 901">
            <a:extLst>
              <a:ext uri="{FF2B5EF4-FFF2-40B4-BE49-F238E27FC236}">
                <a16:creationId xmlns:a16="http://schemas.microsoft.com/office/drawing/2014/main" id="{DAA9C5CA-2B5B-5C35-1EC9-390733280519}"/>
              </a:ext>
            </a:extLst>
          </p:cNvPr>
          <p:cNvSpPr txBox="1"/>
          <p:nvPr/>
        </p:nvSpPr>
        <p:spPr>
          <a:xfrm>
            <a:off x="7689518" y="3686229"/>
            <a:ext cx="508473" cy="369332"/>
          </a:xfrm>
          <a:prstGeom prst="rect">
            <a:avLst/>
          </a:prstGeom>
          <a:noFill/>
        </p:spPr>
        <p:txBody>
          <a:bodyPr wrap="none" rtlCol="0">
            <a:spAutoFit/>
          </a:bodyPr>
          <a:lstStyle/>
          <a:p>
            <a:r>
              <a:rPr lang="en-US" dirty="0"/>
              <a:t>s96</a:t>
            </a:r>
          </a:p>
        </p:txBody>
      </p:sp>
      <p:cxnSp>
        <p:nvCxnSpPr>
          <p:cNvPr id="2" name="Straight Arrow Connector 1">
            <a:extLst>
              <a:ext uri="{FF2B5EF4-FFF2-40B4-BE49-F238E27FC236}">
                <a16:creationId xmlns:a16="http://schemas.microsoft.com/office/drawing/2014/main" id="{D7CCE7F2-C794-95AC-6C24-44A4A2B1C103}"/>
              </a:ext>
            </a:extLst>
          </p:cNvPr>
          <p:cNvCxnSpPr>
            <a:cxnSpLocks/>
          </p:cNvCxnSpPr>
          <p:nvPr/>
        </p:nvCxnSpPr>
        <p:spPr>
          <a:xfrm>
            <a:off x="7652648" y="4063886"/>
            <a:ext cx="5871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A9A84A1A-0BE7-F5B9-F469-8A80AF6322F1}"/>
              </a:ext>
            </a:extLst>
          </p:cNvPr>
          <p:cNvSpPr/>
          <p:nvPr/>
        </p:nvSpPr>
        <p:spPr>
          <a:xfrm>
            <a:off x="8257156" y="3870895"/>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1000" b="1" dirty="0">
                <a:solidFill>
                  <a:sysClr val="windowText" lastClr="000000"/>
                </a:solidFill>
              </a:rPr>
              <a:t>&gt;&gt;</a:t>
            </a:r>
          </a:p>
        </p:txBody>
      </p:sp>
      <p:cxnSp>
        <p:nvCxnSpPr>
          <p:cNvPr id="7" name="Straight Arrow Connector 6">
            <a:extLst>
              <a:ext uri="{FF2B5EF4-FFF2-40B4-BE49-F238E27FC236}">
                <a16:creationId xmlns:a16="http://schemas.microsoft.com/office/drawing/2014/main" id="{8EEDAB8F-A692-70A7-BB6C-540D2E337E84}"/>
              </a:ext>
            </a:extLst>
          </p:cNvPr>
          <p:cNvCxnSpPr>
            <a:cxnSpLocks/>
            <a:stCxn id="5" idx="6"/>
            <a:endCxn id="875" idx="2"/>
          </p:cNvCxnSpPr>
          <p:nvPr/>
        </p:nvCxnSpPr>
        <p:spPr>
          <a:xfrm>
            <a:off x="8672169" y="4078402"/>
            <a:ext cx="3422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FD51BD7-9F4E-4314-1280-4FAE81DDF0CC}"/>
              </a:ext>
            </a:extLst>
          </p:cNvPr>
          <p:cNvSpPr txBox="1">
            <a:spLocks/>
          </p:cNvSpPr>
          <p:nvPr/>
        </p:nvSpPr>
        <p:spPr>
          <a:xfrm>
            <a:off x="838200" y="365125"/>
            <a:ext cx="6073403"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TFLite</a:t>
            </a:r>
            <a:r>
              <a:rPr lang="en-US" dirty="0"/>
              <a:t> 16x8 quantization</a:t>
            </a:r>
          </a:p>
        </p:txBody>
      </p:sp>
      <p:grpSp>
        <p:nvGrpSpPr>
          <p:cNvPr id="15" name="Group 14">
            <a:extLst>
              <a:ext uri="{FF2B5EF4-FFF2-40B4-BE49-F238E27FC236}">
                <a16:creationId xmlns:a16="http://schemas.microsoft.com/office/drawing/2014/main" id="{DAF33111-98D6-9CDA-0756-CA7C36C3A416}"/>
              </a:ext>
            </a:extLst>
          </p:cNvPr>
          <p:cNvGrpSpPr/>
          <p:nvPr/>
        </p:nvGrpSpPr>
        <p:grpSpPr>
          <a:xfrm>
            <a:off x="2030386" y="5393706"/>
            <a:ext cx="602538" cy="100423"/>
            <a:chOff x="4663850" y="4958188"/>
            <a:chExt cx="602538" cy="100423"/>
          </a:xfrm>
        </p:grpSpPr>
        <p:sp>
          <p:nvSpPr>
            <p:cNvPr id="4" name="Rectangle 3">
              <a:extLst>
                <a:ext uri="{FF2B5EF4-FFF2-40B4-BE49-F238E27FC236}">
                  <a16:creationId xmlns:a16="http://schemas.microsoft.com/office/drawing/2014/main" id="{A6C9079D-5F6B-E325-3DA5-7E9618831762}"/>
                </a:ext>
              </a:extLst>
            </p:cNvPr>
            <p:cNvSpPr/>
            <p:nvPr/>
          </p:nvSpPr>
          <p:spPr>
            <a:xfrm rot="10800000">
              <a:off x="5165965"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54B3770-20EA-8D02-6117-42EBE6ECD92C}"/>
                </a:ext>
              </a:extLst>
            </p:cNvPr>
            <p:cNvSpPr/>
            <p:nvPr/>
          </p:nvSpPr>
          <p:spPr>
            <a:xfrm rot="10800000">
              <a:off x="5065542"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238E645-DFE7-F5E6-0E14-FAB789F391A4}"/>
                </a:ext>
              </a:extLst>
            </p:cNvPr>
            <p:cNvSpPr/>
            <p:nvPr/>
          </p:nvSpPr>
          <p:spPr>
            <a:xfrm rot="10800000">
              <a:off x="4965119"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A51D808-9AEC-39AE-FCFD-2A9C7E125693}"/>
                </a:ext>
              </a:extLst>
            </p:cNvPr>
            <p:cNvSpPr/>
            <p:nvPr/>
          </p:nvSpPr>
          <p:spPr>
            <a:xfrm rot="10800000">
              <a:off x="4864696"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5796E3-12BB-3819-3578-52DF7FE79824}"/>
                </a:ext>
              </a:extLst>
            </p:cNvPr>
            <p:cNvSpPr/>
            <p:nvPr/>
          </p:nvSpPr>
          <p:spPr>
            <a:xfrm rot="10800000">
              <a:off x="4764273"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5DF531-31AE-727D-21C4-CCBD3975F6BC}"/>
                </a:ext>
              </a:extLst>
            </p:cNvPr>
            <p:cNvSpPr/>
            <p:nvPr/>
          </p:nvSpPr>
          <p:spPr>
            <a:xfrm rot="10800000">
              <a:off x="4663850" y="495818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61E410B6-8140-89CB-DCDF-031BB08C91C5}"/>
              </a:ext>
            </a:extLst>
          </p:cNvPr>
          <p:cNvSpPr txBox="1"/>
          <p:nvPr/>
        </p:nvSpPr>
        <p:spPr>
          <a:xfrm>
            <a:off x="2187774" y="5024374"/>
            <a:ext cx="423514" cy="369332"/>
          </a:xfrm>
          <a:prstGeom prst="rect">
            <a:avLst/>
          </a:prstGeom>
          <a:noFill/>
        </p:spPr>
        <p:txBody>
          <a:bodyPr wrap="none" rtlCol="0">
            <a:spAutoFit/>
          </a:bodyPr>
          <a:lstStyle/>
          <a:p>
            <a:r>
              <a:rPr lang="en-US" dirty="0"/>
              <a:t>u6</a:t>
            </a:r>
          </a:p>
        </p:txBody>
      </p:sp>
      <p:sp>
        <p:nvSpPr>
          <p:cNvPr id="17" name="TextBox 16">
            <a:extLst>
              <a:ext uri="{FF2B5EF4-FFF2-40B4-BE49-F238E27FC236}">
                <a16:creationId xmlns:a16="http://schemas.microsoft.com/office/drawing/2014/main" id="{79503B4A-699C-E524-3575-4F62E6D58180}"/>
              </a:ext>
            </a:extLst>
          </p:cNvPr>
          <p:cNvSpPr txBox="1"/>
          <p:nvPr/>
        </p:nvSpPr>
        <p:spPr>
          <a:xfrm>
            <a:off x="1389505" y="5280627"/>
            <a:ext cx="596638" cy="369332"/>
          </a:xfrm>
          <a:prstGeom prst="rect">
            <a:avLst/>
          </a:prstGeom>
          <a:noFill/>
        </p:spPr>
        <p:txBody>
          <a:bodyPr wrap="none" rtlCol="0">
            <a:spAutoFit/>
          </a:bodyPr>
          <a:lstStyle/>
          <a:p>
            <a:r>
              <a:rPr lang="en-US" dirty="0"/>
              <a:t>shift</a:t>
            </a:r>
          </a:p>
        </p:txBody>
      </p:sp>
      <p:cxnSp>
        <p:nvCxnSpPr>
          <p:cNvPr id="23" name="Connector: Elbow 22">
            <a:extLst>
              <a:ext uri="{FF2B5EF4-FFF2-40B4-BE49-F238E27FC236}">
                <a16:creationId xmlns:a16="http://schemas.microsoft.com/office/drawing/2014/main" id="{12AB6A55-2B24-2567-B126-99724C342F2D}"/>
              </a:ext>
            </a:extLst>
          </p:cNvPr>
          <p:cNvCxnSpPr>
            <a:cxnSpLocks/>
            <a:endCxn id="5" idx="4"/>
          </p:cNvCxnSpPr>
          <p:nvPr/>
        </p:nvCxnSpPr>
        <p:spPr>
          <a:xfrm flipV="1">
            <a:off x="2628666" y="4285908"/>
            <a:ext cx="5835997" cy="115800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DC3CEE7-EE2B-2F80-ED16-A96DD13D2B0A}"/>
              </a:ext>
            </a:extLst>
          </p:cNvPr>
          <p:cNvSpPr txBox="1"/>
          <p:nvPr/>
        </p:nvSpPr>
        <p:spPr>
          <a:xfrm>
            <a:off x="8239778" y="2895543"/>
            <a:ext cx="1988621" cy="369332"/>
          </a:xfrm>
          <a:prstGeom prst="rect">
            <a:avLst/>
          </a:prstGeom>
          <a:noFill/>
        </p:spPr>
        <p:txBody>
          <a:bodyPr wrap="none" rtlCol="0">
            <a:spAutoFit/>
          </a:bodyPr>
          <a:lstStyle/>
          <a:p>
            <a:r>
              <a:rPr lang="en-US" dirty="0"/>
              <a:t>rounding right shift</a:t>
            </a:r>
          </a:p>
        </p:txBody>
      </p:sp>
      <p:cxnSp>
        <p:nvCxnSpPr>
          <p:cNvPr id="27" name="Straight Arrow Connector 26">
            <a:extLst>
              <a:ext uri="{FF2B5EF4-FFF2-40B4-BE49-F238E27FC236}">
                <a16:creationId xmlns:a16="http://schemas.microsoft.com/office/drawing/2014/main" id="{A595A27A-EE1E-8986-39CE-7810988B5FBC}"/>
              </a:ext>
            </a:extLst>
          </p:cNvPr>
          <p:cNvCxnSpPr>
            <a:stCxn id="25" idx="2"/>
          </p:cNvCxnSpPr>
          <p:nvPr/>
        </p:nvCxnSpPr>
        <p:spPr>
          <a:xfrm flipH="1">
            <a:off x="8610600" y="3264875"/>
            <a:ext cx="623489" cy="5051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6803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36" name="Group 2335">
            <a:extLst>
              <a:ext uri="{FF2B5EF4-FFF2-40B4-BE49-F238E27FC236}">
                <a16:creationId xmlns:a16="http://schemas.microsoft.com/office/drawing/2014/main" id="{C7404568-0079-D9EF-C9CB-11402409A45B}"/>
              </a:ext>
            </a:extLst>
          </p:cNvPr>
          <p:cNvGrpSpPr/>
          <p:nvPr/>
        </p:nvGrpSpPr>
        <p:grpSpPr>
          <a:xfrm>
            <a:off x="2223514" y="2733354"/>
            <a:ext cx="8333305" cy="1113278"/>
            <a:chOff x="1503547" y="847285"/>
            <a:chExt cx="8333305" cy="1113278"/>
          </a:xfrm>
        </p:grpSpPr>
        <p:sp>
          <p:nvSpPr>
            <p:cNvPr id="391" name="Rectangle 390">
              <a:extLst>
                <a:ext uri="{FF2B5EF4-FFF2-40B4-BE49-F238E27FC236}">
                  <a16:creationId xmlns:a16="http://schemas.microsoft.com/office/drawing/2014/main" id="{A2ACDEB4-327A-04F5-0C90-CA9BAA0040FF}"/>
                </a:ext>
              </a:extLst>
            </p:cNvPr>
            <p:cNvSpPr/>
            <p:nvPr/>
          </p:nvSpPr>
          <p:spPr>
            <a:xfrm rot="10800000">
              <a:off x="431538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C5B86B6B-97C4-357D-7BC2-FF17F34DD3B9}"/>
                </a:ext>
              </a:extLst>
            </p:cNvPr>
            <p:cNvSpPr/>
            <p:nvPr/>
          </p:nvSpPr>
          <p:spPr>
            <a:xfrm rot="10800000">
              <a:off x="421496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4A55C33-908C-147F-A5FD-40C4D1884B42}"/>
                </a:ext>
              </a:extLst>
            </p:cNvPr>
            <p:cNvSpPr/>
            <p:nvPr/>
          </p:nvSpPr>
          <p:spPr>
            <a:xfrm rot="10800000">
              <a:off x="411454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D4B007DC-981F-B440-3DD8-4CFC9D74D98C}"/>
                </a:ext>
              </a:extLst>
            </p:cNvPr>
            <p:cNvSpPr/>
            <p:nvPr/>
          </p:nvSpPr>
          <p:spPr>
            <a:xfrm rot="10800000">
              <a:off x="401412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3F0E143D-E1FE-02A3-B9E6-0DE1054CC856}"/>
                </a:ext>
              </a:extLst>
            </p:cNvPr>
            <p:cNvSpPr/>
            <p:nvPr/>
          </p:nvSpPr>
          <p:spPr>
            <a:xfrm rot="10800000">
              <a:off x="391369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254600CB-DD0F-98F9-887A-6723F870B9DB}"/>
                </a:ext>
              </a:extLst>
            </p:cNvPr>
            <p:cNvSpPr/>
            <p:nvPr/>
          </p:nvSpPr>
          <p:spPr>
            <a:xfrm rot="10800000">
              <a:off x="381327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79AE9F21-EACD-DC96-BB18-63D87C7CB794}"/>
                </a:ext>
              </a:extLst>
            </p:cNvPr>
            <p:cNvSpPr/>
            <p:nvPr/>
          </p:nvSpPr>
          <p:spPr>
            <a:xfrm rot="10800000">
              <a:off x="371285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D5C14BED-5124-6B7D-4F39-697E66D67D54}"/>
                </a:ext>
              </a:extLst>
            </p:cNvPr>
            <p:cNvSpPr/>
            <p:nvPr/>
          </p:nvSpPr>
          <p:spPr>
            <a:xfrm rot="10800000">
              <a:off x="361242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29B8CD4F-0FE2-F8F5-DAC7-2ED27A467137}"/>
                </a:ext>
              </a:extLst>
            </p:cNvPr>
            <p:cNvSpPr/>
            <p:nvPr/>
          </p:nvSpPr>
          <p:spPr>
            <a:xfrm rot="10800000">
              <a:off x="351200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F9FF0DEB-185F-93D3-97A5-59940E82EEBB}"/>
                </a:ext>
              </a:extLst>
            </p:cNvPr>
            <p:cNvSpPr/>
            <p:nvPr/>
          </p:nvSpPr>
          <p:spPr>
            <a:xfrm rot="10800000">
              <a:off x="341158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21A0C5F5-5DB6-9478-A7D5-939BC45489F6}"/>
                </a:ext>
              </a:extLst>
            </p:cNvPr>
            <p:cNvSpPr/>
            <p:nvPr/>
          </p:nvSpPr>
          <p:spPr>
            <a:xfrm rot="10800000">
              <a:off x="331116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010C5A18-CD72-3E0D-BEB9-50B630D4ADD5}"/>
                </a:ext>
              </a:extLst>
            </p:cNvPr>
            <p:cNvSpPr/>
            <p:nvPr/>
          </p:nvSpPr>
          <p:spPr>
            <a:xfrm rot="10800000">
              <a:off x="321073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36CFE47-B455-3665-6321-AD37FFB7FB7E}"/>
                </a:ext>
              </a:extLst>
            </p:cNvPr>
            <p:cNvSpPr/>
            <p:nvPr/>
          </p:nvSpPr>
          <p:spPr>
            <a:xfrm rot="10800000">
              <a:off x="3110314"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C213F432-72C2-FBAF-C792-35C5D5906776}"/>
                </a:ext>
              </a:extLst>
            </p:cNvPr>
            <p:cNvSpPr/>
            <p:nvPr/>
          </p:nvSpPr>
          <p:spPr>
            <a:xfrm rot="10800000">
              <a:off x="3009891"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16F9F03-DDB7-83C5-7A22-99D70A12A324}"/>
                </a:ext>
              </a:extLst>
            </p:cNvPr>
            <p:cNvSpPr/>
            <p:nvPr/>
          </p:nvSpPr>
          <p:spPr>
            <a:xfrm rot="10800000">
              <a:off x="290946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02DD8DF1-9A4E-6429-CDB3-00B4769327DD}"/>
                </a:ext>
              </a:extLst>
            </p:cNvPr>
            <p:cNvSpPr/>
            <p:nvPr/>
          </p:nvSpPr>
          <p:spPr>
            <a:xfrm rot="10800000">
              <a:off x="280904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0EB080A6-1925-FFAD-4AA3-9967D358FB7D}"/>
                </a:ext>
              </a:extLst>
            </p:cNvPr>
            <p:cNvSpPr/>
            <p:nvPr/>
          </p:nvSpPr>
          <p:spPr>
            <a:xfrm rot="10800000">
              <a:off x="270862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79F07D0A-CB38-06D0-D488-3E5D848164E5}"/>
                </a:ext>
              </a:extLst>
            </p:cNvPr>
            <p:cNvSpPr/>
            <p:nvPr/>
          </p:nvSpPr>
          <p:spPr>
            <a:xfrm rot="10800000">
              <a:off x="260819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E686164-8265-826D-6E13-94083C0559F2}"/>
                </a:ext>
              </a:extLst>
            </p:cNvPr>
            <p:cNvSpPr/>
            <p:nvPr/>
          </p:nvSpPr>
          <p:spPr>
            <a:xfrm rot="10800000">
              <a:off x="250777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0E7908AB-3B0F-2AED-B3DF-B6B7E4199733}"/>
                </a:ext>
              </a:extLst>
            </p:cNvPr>
            <p:cNvSpPr/>
            <p:nvPr/>
          </p:nvSpPr>
          <p:spPr>
            <a:xfrm rot="10800000">
              <a:off x="2407354"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DFE5FDC-92CF-0727-EDF4-7967AA59DA00}"/>
                </a:ext>
              </a:extLst>
            </p:cNvPr>
            <p:cNvSpPr/>
            <p:nvPr/>
          </p:nvSpPr>
          <p:spPr>
            <a:xfrm rot="10800000">
              <a:off x="2306931"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1F311CC2-9A6C-C69A-7CE7-4DED4DAFA964}"/>
                </a:ext>
              </a:extLst>
            </p:cNvPr>
            <p:cNvSpPr/>
            <p:nvPr/>
          </p:nvSpPr>
          <p:spPr>
            <a:xfrm rot="10800000">
              <a:off x="220650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1F14059C-8F01-6459-6D7D-34675A6FD16D}"/>
                </a:ext>
              </a:extLst>
            </p:cNvPr>
            <p:cNvSpPr/>
            <p:nvPr/>
          </p:nvSpPr>
          <p:spPr>
            <a:xfrm rot="10800000">
              <a:off x="210608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26DEEE6D-18FE-12D0-1AD9-0DB8397E576E}"/>
                </a:ext>
              </a:extLst>
            </p:cNvPr>
            <p:cNvSpPr/>
            <p:nvPr/>
          </p:nvSpPr>
          <p:spPr>
            <a:xfrm rot="10800000">
              <a:off x="200566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E5A48FA-DF6F-7F1A-3209-5A528A2BE72B}"/>
                </a:ext>
              </a:extLst>
            </p:cNvPr>
            <p:cNvSpPr/>
            <p:nvPr/>
          </p:nvSpPr>
          <p:spPr>
            <a:xfrm rot="10800000">
              <a:off x="190523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52AF2880-D97A-BCAE-69A8-B5B7EFAF6EF1}"/>
                </a:ext>
              </a:extLst>
            </p:cNvPr>
            <p:cNvSpPr/>
            <p:nvPr/>
          </p:nvSpPr>
          <p:spPr>
            <a:xfrm rot="10800000">
              <a:off x="180481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C9F715AF-6B25-F366-3868-ABB9DC09F9E6}"/>
                </a:ext>
              </a:extLst>
            </p:cNvPr>
            <p:cNvSpPr/>
            <p:nvPr/>
          </p:nvSpPr>
          <p:spPr>
            <a:xfrm rot="10800000">
              <a:off x="170439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C796EF99-8F55-098E-F4D6-FDA7A16DEF22}"/>
                </a:ext>
              </a:extLst>
            </p:cNvPr>
            <p:cNvSpPr/>
            <p:nvPr/>
          </p:nvSpPr>
          <p:spPr>
            <a:xfrm rot="10800000">
              <a:off x="160397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D581E21F-D832-A4FB-9DE4-C589B1555832}"/>
                </a:ext>
              </a:extLst>
            </p:cNvPr>
            <p:cNvSpPr/>
            <p:nvPr/>
          </p:nvSpPr>
          <p:spPr>
            <a:xfrm rot="10800000">
              <a:off x="150354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79A35F1A-A0D5-E3E6-1389-20EB32791326}"/>
                </a:ext>
              </a:extLst>
            </p:cNvPr>
            <p:cNvSpPr/>
            <p:nvPr/>
          </p:nvSpPr>
          <p:spPr>
            <a:xfrm rot="10800000">
              <a:off x="4315389" y="94770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84C805C-A584-8E2B-F606-9167DCB3A93A}"/>
                </a:ext>
              </a:extLst>
            </p:cNvPr>
            <p:cNvSpPr/>
            <p:nvPr/>
          </p:nvSpPr>
          <p:spPr>
            <a:xfrm rot="10800000">
              <a:off x="421496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2171EB2D-26C1-C9C8-D351-62EBD4DC24E1}"/>
                </a:ext>
              </a:extLst>
            </p:cNvPr>
            <p:cNvSpPr/>
            <p:nvPr/>
          </p:nvSpPr>
          <p:spPr>
            <a:xfrm rot="10800000">
              <a:off x="411454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D883623D-E3EE-112C-2B2E-F58027D55075}"/>
                </a:ext>
              </a:extLst>
            </p:cNvPr>
            <p:cNvSpPr/>
            <p:nvPr/>
          </p:nvSpPr>
          <p:spPr>
            <a:xfrm rot="10800000">
              <a:off x="401412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3173B96D-B141-7C56-C953-F072A7F21F80}"/>
                </a:ext>
              </a:extLst>
            </p:cNvPr>
            <p:cNvSpPr/>
            <p:nvPr/>
          </p:nvSpPr>
          <p:spPr>
            <a:xfrm rot="10800000">
              <a:off x="391369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6063C10C-6FB2-8601-901E-0AAEF5D54372}"/>
                </a:ext>
              </a:extLst>
            </p:cNvPr>
            <p:cNvSpPr/>
            <p:nvPr/>
          </p:nvSpPr>
          <p:spPr>
            <a:xfrm rot="10800000">
              <a:off x="381327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DF7F6C83-C05B-D13F-777F-0ECF96D688B9}"/>
                </a:ext>
              </a:extLst>
            </p:cNvPr>
            <p:cNvSpPr/>
            <p:nvPr/>
          </p:nvSpPr>
          <p:spPr>
            <a:xfrm rot="10800000">
              <a:off x="371285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C96D958B-EFC1-B195-96B3-9ADB7D38513F}"/>
                </a:ext>
              </a:extLst>
            </p:cNvPr>
            <p:cNvSpPr/>
            <p:nvPr/>
          </p:nvSpPr>
          <p:spPr>
            <a:xfrm rot="10800000">
              <a:off x="361242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BC9D8DB7-F766-9933-078E-0266FEB29151}"/>
                </a:ext>
              </a:extLst>
            </p:cNvPr>
            <p:cNvSpPr/>
            <p:nvPr/>
          </p:nvSpPr>
          <p:spPr>
            <a:xfrm rot="10800000">
              <a:off x="351200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0D83D150-A85A-6324-E3BD-AFD96F6FACBD}"/>
                </a:ext>
              </a:extLst>
            </p:cNvPr>
            <p:cNvSpPr/>
            <p:nvPr/>
          </p:nvSpPr>
          <p:spPr>
            <a:xfrm rot="10800000">
              <a:off x="341158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53594121-41B7-C107-723B-32700C5F50A2}"/>
                </a:ext>
              </a:extLst>
            </p:cNvPr>
            <p:cNvSpPr/>
            <p:nvPr/>
          </p:nvSpPr>
          <p:spPr>
            <a:xfrm rot="10800000">
              <a:off x="331116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23077541-B7D7-0A84-57C2-E235F5539224}"/>
                </a:ext>
              </a:extLst>
            </p:cNvPr>
            <p:cNvSpPr/>
            <p:nvPr/>
          </p:nvSpPr>
          <p:spPr>
            <a:xfrm rot="10800000">
              <a:off x="3210737"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374D4E12-33B1-E23B-056B-3D8394AA29AB}"/>
                </a:ext>
              </a:extLst>
            </p:cNvPr>
            <p:cNvSpPr/>
            <p:nvPr/>
          </p:nvSpPr>
          <p:spPr>
            <a:xfrm rot="10800000">
              <a:off x="3110314"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6BBF8331-BCD8-2E13-F2DA-76462928BA80}"/>
                </a:ext>
              </a:extLst>
            </p:cNvPr>
            <p:cNvSpPr/>
            <p:nvPr/>
          </p:nvSpPr>
          <p:spPr>
            <a:xfrm rot="10800000">
              <a:off x="3009891"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DED1DF47-5F46-2FC5-F506-1E8DF77D3625}"/>
                </a:ext>
              </a:extLst>
            </p:cNvPr>
            <p:cNvSpPr/>
            <p:nvPr/>
          </p:nvSpPr>
          <p:spPr>
            <a:xfrm rot="10800000">
              <a:off x="290946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883870A9-EBD8-9B0A-00EF-D850D7F38039}"/>
                </a:ext>
              </a:extLst>
            </p:cNvPr>
            <p:cNvSpPr/>
            <p:nvPr/>
          </p:nvSpPr>
          <p:spPr>
            <a:xfrm rot="10800000">
              <a:off x="280904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CA9FA108-4124-0F60-29FB-62A1FD239CE6}"/>
                </a:ext>
              </a:extLst>
            </p:cNvPr>
            <p:cNvSpPr/>
            <p:nvPr/>
          </p:nvSpPr>
          <p:spPr>
            <a:xfrm rot="10800000">
              <a:off x="270862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611E6335-286F-AED1-043D-9010BF6D801C}"/>
                </a:ext>
              </a:extLst>
            </p:cNvPr>
            <p:cNvSpPr/>
            <p:nvPr/>
          </p:nvSpPr>
          <p:spPr>
            <a:xfrm rot="10800000">
              <a:off x="260819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2D0FFA87-0989-BF2E-CEE9-2C3D5B324ED8}"/>
                </a:ext>
              </a:extLst>
            </p:cNvPr>
            <p:cNvSpPr/>
            <p:nvPr/>
          </p:nvSpPr>
          <p:spPr>
            <a:xfrm rot="10800000">
              <a:off x="2507777"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E125794F-72B2-05D2-F3B2-17E633A9D2E2}"/>
                </a:ext>
              </a:extLst>
            </p:cNvPr>
            <p:cNvSpPr/>
            <p:nvPr/>
          </p:nvSpPr>
          <p:spPr>
            <a:xfrm rot="10800000">
              <a:off x="2407354"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FB9238A4-CC22-86E5-7EE1-1BCB51EA2A47}"/>
                </a:ext>
              </a:extLst>
            </p:cNvPr>
            <p:cNvSpPr/>
            <p:nvPr/>
          </p:nvSpPr>
          <p:spPr>
            <a:xfrm rot="10800000">
              <a:off x="2306931"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8E6FBD68-F91B-8EF7-DB7D-F7FB602FC5FB}"/>
                </a:ext>
              </a:extLst>
            </p:cNvPr>
            <p:cNvSpPr/>
            <p:nvPr/>
          </p:nvSpPr>
          <p:spPr>
            <a:xfrm rot="10800000">
              <a:off x="220650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B342271F-0928-C47E-DB1D-9A10C973855C}"/>
                </a:ext>
              </a:extLst>
            </p:cNvPr>
            <p:cNvSpPr/>
            <p:nvPr/>
          </p:nvSpPr>
          <p:spPr>
            <a:xfrm rot="10800000">
              <a:off x="210608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4FF60AB3-6B5F-41D2-B116-064620070040}"/>
                </a:ext>
              </a:extLst>
            </p:cNvPr>
            <p:cNvSpPr/>
            <p:nvPr/>
          </p:nvSpPr>
          <p:spPr>
            <a:xfrm rot="10800000">
              <a:off x="200566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BCB334E8-645B-9881-9471-9D97642688DB}"/>
                </a:ext>
              </a:extLst>
            </p:cNvPr>
            <p:cNvSpPr/>
            <p:nvPr/>
          </p:nvSpPr>
          <p:spPr>
            <a:xfrm rot="10800000">
              <a:off x="190523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48FD03D2-841C-C7CF-0F01-3BC309298556}"/>
                </a:ext>
              </a:extLst>
            </p:cNvPr>
            <p:cNvSpPr/>
            <p:nvPr/>
          </p:nvSpPr>
          <p:spPr>
            <a:xfrm rot="10800000">
              <a:off x="180481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F1B6DE12-9EC7-22B3-BC60-52B7C9F76822}"/>
                </a:ext>
              </a:extLst>
            </p:cNvPr>
            <p:cNvSpPr/>
            <p:nvPr/>
          </p:nvSpPr>
          <p:spPr>
            <a:xfrm rot="10800000">
              <a:off x="170439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DC3E37D-F299-76A0-ED05-5DAED6A54875}"/>
                </a:ext>
              </a:extLst>
            </p:cNvPr>
            <p:cNvSpPr/>
            <p:nvPr/>
          </p:nvSpPr>
          <p:spPr>
            <a:xfrm rot="10800000">
              <a:off x="160397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DAF65AFD-FEDB-6555-1FD8-088C80A37442}"/>
                </a:ext>
              </a:extLst>
            </p:cNvPr>
            <p:cNvSpPr/>
            <p:nvPr/>
          </p:nvSpPr>
          <p:spPr>
            <a:xfrm rot="10800000">
              <a:off x="1503547" y="94770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5944A48-D71D-3A68-0D19-53FFBE242737}"/>
                </a:ext>
              </a:extLst>
            </p:cNvPr>
            <p:cNvSpPr/>
            <p:nvPr/>
          </p:nvSpPr>
          <p:spPr>
            <a:xfrm rot="10800000">
              <a:off x="431538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F0CE9A5D-98D7-967D-C1B7-CF32036E904B}"/>
                </a:ext>
              </a:extLst>
            </p:cNvPr>
            <p:cNvSpPr/>
            <p:nvPr/>
          </p:nvSpPr>
          <p:spPr>
            <a:xfrm rot="10800000">
              <a:off x="421496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656E57A4-EFA7-34D3-993F-3E82F3322CE7}"/>
                </a:ext>
              </a:extLst>
            </p:cNvPr>
            <p:cNvSpPr/>
            <p:nvPr/>
          </p:nvSpPr>
          <p:spPr>
            <a:xfrm rot="10800000">
              <a:off x="411454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93580BEE-4F6B-1DBB-953B-5E483895DB73}"/>
                </a:ext>
              </a:extLst>
            </p:cNvPr>
            <p:cNvSpPr/>
            <p:nvPr/>
          </p:nvSpPr>
          <p:spPr>
            <a:xfrm rot="10800000">
              <a:off x="401412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2C581748-C4EB-1C87-149C-E98DA85BB205}"/>
                </a:ext>
              </a:extLst>
            </p:cNvPr>
            <p:cNvSpPr/>
            <p:nvPr/>
          </p:nvSpPr>
          <p:spPr>
            <a:xfrm rot="10800000">
              <a:off x="391369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E31A227F-F3D5-9F44-99B3-C395C514A70D}"/>
                </a:ext>
              </a:extLst>
            </p:cNvPr>
            <p:cNvSpPr/>
            <p:nvPr/>
          </p:nvSpPr>
          <p:spPr>
            <a:xfrm rot="10800000">
              <a:off x="381327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5EB16D88-044E-A1EA-209F-17928B4113E9}"/>
                </a:ext>
              </a:extLst>
            </p:cNvPr>
            <p:cNvSpPr/>
            <p:nvPr/>
          </p:nvSpPr>
          <p:spPr>
            <a:xfrm rot="10800000">
              <a:off x="371285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D953E8AD-FFB7-825D-C755-0F3BF1DE8B08}"/>
                </a:ext>
              </a:extLst>
            </p:cNvPr>
            <p:cNvSpPr/>
            <p:nvPr/>
          </p:nvSpPr>
          <p:spPr>
            <a:xfrm rot="10800000">
              <a:off x="361242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BB0527FE-D286-2EB9-2BEE-C46A8F3CDD0E}"/>
                </a:ext>
              </a:extLst>
            </p:cNvPr>
            <p:cNvSpPr/>
            <p:nvPr/>
          </p:nvSpPr>
          <p:spPr>
            <a:xfrm rot="10800000">
              <a:off x="351200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97C132D2-9709-740F-F305-ACD0B7565A56}"/>
                </a:ext>
              </a:extLst>
            </p:cNvPr>
            <p:cNvSpPr/>
            <p:nvPr/>
          </p:nvSpPr>
          <p:spPr>
            <a:xfrm rot="10800000">
              <a:off x="341158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046175E3-DCD1-F7EF-5ADE-08BFA18A2B43}"/>
                </a:ext>
              </a:extLst>
            </p:cNvPr>
            <p:cNvSpPr/>
            <p:nvPr/>
          </p:nvSpPr>
          <p:spPr>
            <a:xfrm rot="10800000">
              <a:off x="331116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6F5E6A93-B12A-A9D6-FBA1-F66570846354}"/>
                </a:ext>
              </a:extLst>
            </p:cNvPr>
            <p:cNvSpPr/>
            <p:nvPr/>
          </p:nvSpPr>
          <p:spPr>
            <a:xfrm rot="10800000">
              <a:off x="321073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FDCB0A54-B307-4588-6446-96341B27FF36}"/>
                </a:ext>
              </a:extLst>
            </p:cNvPr>
            <p:cNvSpPr/>
            <p:nvPr/>
          </p:nvSpPr>
          <p:spPr>
            <a:xfrm rot="10800000">
              <a:off x="3110314"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DD60A26D-81FE-35E7-F509-CB7BB6E21724}"/>
                </a:ext>
              </a:extLst>
            </p:cNvPr>
            <p:cNvSpPr/>
            <p:nvPr/>
          </p:nvSpPr>
          <p:spPr>
            <a:xfrm rot="10800000">
              <a:off x="3009891"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F11D7D0C-B4FD-90D1-00DA-E4F824B922BC}"/>
                </a:ext>
              </a:extLst>
            </p:cNvPr>
            <p:cNvSpPr/>
            <p:nvPr/>
          </p:nvSpPr>
          <p:spPr>
            <a:xfrm rot="10800000">
              <a:off x="290946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0B6245FA-43F7-C60E-21FB-BD356A64575C}"/>
                </a:ext>
              </a:extLst>
            </p:cNvPr>
            <p:cNvSpPr/>
            <p:nvPr/>
          </p:nvSpPr>
          <p:spPr>
            <a:xfrm rot="10800000">
              <a:off x="280904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097B5F65-1099-C17C-1DE6-4576CCCBD47D}"/>
                </a:ext>
              </a:extLst>
            </p:cNvPr>
            <p:cNvSpPr/>
            <p:nvPr/>
          </p:nvSpPr>
          <p:spPr>
            <a:xfrm rot="10800000">
              <a:off x="270862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34AD7EC7-F925-1FD7-E774-8BF6BB1DDD89}"/>
                </a:ext>
              </a:extLst>
            </p:cNvPr>
            <p:cNvSpPr/>
            <p:nvPr/>
          </p:nvSpPr>
          <p:spPr>
            <a:xfrm rot="10800000">
              <a:off x="260819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72A2FE06-E43C-F1F3-61D4-C57F759565B5}"/>
                </a:ext>
              </a:extLst>
            </p:cNvPr>
            <p:cNvSpPr/>
            <p:nvPr/>
          </p:nvSpPr>
          <p:spPr>
            <a:xfrm rot="10800000">
              <a:off x="250777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5337A7FF-16DC-157E-9C0A-D894BA9B5AD4}"/>
                </a:ext>
              </a:extLst>
            </p:cNvPr>
            <p:cNvSpPr/>
            <p:nvPr/>
          </p:nvSpPr>
          <p:spPr>
            <a:xfrm rot="10800000">
              <a:off x="2407354"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7CA10491-35CE-D93F-3D64-0C4105C85366}"/>
                </a:ext>
              </a:extLst>
            </p:cNvPr>
            <p:cNvSpPr/>
            <p:nvPr/>
          </p:nvSpPr>
          <p:spPr>
            <a:xfrm rot="10800000">
              <a:off x="2306931"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7AEE6101-E504-1762-2A23-CE8BC9A786B3}"/>
                </a:ext>
              </a:extLst>
            </p:cNvPr>
            <p:cNvSpPr/>
            <p:nvPr/>
          </p:nvSpPr>
          <p:spPr>
            <a:xfrm rot="10800000">
              <a:off x="220650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7314A1E8-3D8B-F73C-640B-DF614EFAFD8A}"/>
                </a:ext>
              </a:extLst>
            </p:cNvPr>
            <p:cNvSpPr/>
            <p:nvPr/>
          </p:nvSpPr>
          <p:spPr>
            <a:xfrm rot="10800000">
              <a:off x="210608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2FB2ADD4-025D-0AB6-1C45-335C9ABB5857}"/>
                </a:ext>
              </a:extLst>
            </p:cNvPr>
            <p:cNvSpPr/>
            <p:nvPr/>
          </p:nvSpPr>
          <p:spPr>
            <a:xfrm rot="10800000">
              <a:off x="200566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85E7FDB-2977-89F5-F2B8-AC0EC42B6595}"/>
                </a:ext>
              </a:extLst>
            </p:cNvPr>
            <p:cNvSpPr/>
            <p:nvPr/>
          </p:nvSpPr>
          <p:spPr>
            <a:xfrm rot="10800000">
              <a:off x="190523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E4D4C296-1F17-BD9A-930E-9EAFE1064F71}"/>
                </a:ext>
              </a:extLst>
            </p:cNvPr>
            <p:cNvSpPr/>
            <p:nvPr/>
          </p:nvSpPr>
          <p:spPr>
            <a:xfrm rot="10800000">
              <a:off x="180481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70A6369D-BE98-CAAE-62FF-B4FED8D72B6E}"/>
                </a:ext>
              </a:extLst>
            </p:cNvPr>
            <p:cNvSpPr/>
            <p:nvPr/>
          </p:nvSpPr>
          <p:spPr>
            <a:xfrm rot="10800000">
              <a:off x="170439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FC6AC2A4-7E9D-2FD5-6688-110F09874CEE}"/>
                </a:ext>
              </a:extLst>
            </p:cNvPr>
            <p:cNvSpPr/>
            <p:nvPr/>
          </p:nvSpPr>
          <p:spPr>
            <a:xfrm rot="10800000">
              <a:off x="160397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558CD36-7B7A-01A2-FBCD-5807DA6942F9}"/>
                </a:ext>
              </a:extLst>
            </p:cNvPr>
            <p:cNvSpPr/>
            <p:nvPr/>
          </p:nvSpPr>
          <p:spPr>
            <a:xfrm rot="10800000">
              <a:off x="150354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0E5FC31D-0AC5-2A07-C9F1-AD8792514A6C}"/>
                </a:ext>
              </a:extLst>
            </p:cNvPr>
            <p:cNvSpPr/>
            <p:nvPr/>
          </p:nvSpPr>
          <p:spPr>
            <a:xfrm rot="10800000">
              <a:off x="702680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CF1F28D3-663B-1437-1ABD-F993406BD9FB}"/>
                </a:ext>
              </a:extLst>
            </p:cNvPr>
            <p:cNvSpPr/>
            <p:nvPr/>
          </p:nvSpPr>
          <p:spPr>
            <a:xfrm rot="10800000">
              <a:off x="692638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8F9ABFB8-4F3E-7132-F4F7-BC1C76DBFEB5}"/>
                </a:ext>
              </a:extLst>
            </p:cNvPr>
            <p:cNvSpPr/>
            <p:nvPr/>
          </p:nvSpPr>
          <p:spPr>
            <a:xfrm rot="10800000">
              <a:off x="682596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10E8E0FE-8008-B617-D69D-98DE2A7189B8}"/>
                </a:ext>
              </a:extLst>
            </p:cNvPr>
            <p:cNvSpPr/>
            <p:nvPr/>
          </p:nvSpPr>
          <p:spPr>
            <a:xfrm rot="10800000">
              <a:off x="672554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37DB8A8E-372E-B6FC-238E-F581126F1C70}"/>
                </a:ext>
              </a:extLst>
            </p:cNvPr>
            <p:cNvSpPr/>
            <p:nvPr/>
          </p:nvSpPr>
          <p:spPr>
            <a:xfrm rot="10800000">
              <a:off x="662511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FB1C8DFE-D0D1-643A-8720-150343151EC1}"/>
                </a:ext>
              </a:extLst>
            </p:cNvPr>
            <p:cNvSpPr/>
            <p:nvPr/>
          </p:nvSpPr>
          <p:spPr>
            <a:xfrm rot="10800000">
              <a:off x="652469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92ADDE6D-C69F-DE9A-66E9-6116CD8AEDCE}"/>
                </a:ext>
              </a:extLst>
            </p:cNvPr>
            <p:cNvSpPr/>
            <p:nvPr/>
          </p:nvSpPr>
          <p:spPr>
            <a:xfrm rot="10800000">
              <a:off x="642427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AD26278B-EB1B-BE12-538C-3602EDC7E855}"/>
                </a:ext>
              </a:extLst>
            </p:cNvPr>
            <p:cNvSpPr/>
            <p:nvPr/>
          </p:nvSpPr>
          <p:spPr>
            <a:xfrm rot="10800000">
              <a:off x="632384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D09D5D70-DBC8-3A6C-CED9-A23AD0B3114D}"/>
                </a:ext>
              </a:extLst>
            </p:cNvPr>
            <p:cNvSpPr/>
            <p:nvPr/>
          </p:nvSpPr>
          <p:spPr>
            <a:xfrm rot="10800000">
              <a:off x="622342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D7160C9F-4216-76F3-7224-8E7DE863A507}"/>
                </a:ext>
              </a:extLst>
            </p:cNvPr>
            <p:cNvSpPr/>
            <p:nvPr/>
          </p:nvSpPr>
          <p:spPr>
            <a:xfrm rot="10800000">
              <a:off x="612300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A997408B-1DAC-B74D-2D33-DF9ECE628EF3}"/>
                </a:ext>
              </a:extLst>
            </p:cNvPr>
            <p:cNvSpPr/>
            <p:nvPr/>
          </p:nvSpPr>
          <p:spPr>
            <a:xfrm rot="10800000">
              <a:off x="602258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CAFCB8B-325E-36B6-1C66-6BDA85003E9A}"/>
                </a:ext>
              </a:extLst>
            </p:cNvPr>
            <p:cNvSpPr/>
            <p:nvPr/>
          </p:nvSpPr>
          <p:spPr>
            <a:xfrm rot="10800000">
              <a:off x="592215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67F8512-5B56-43CC-E1C1-E52A3A9E1EF8}"/>
                </a:ext>
              </a:extLst>
            </p:cNvPr>
            <p:cNvSpPr/>
            <p:nvPr/>
          </p:nvSpPr>
          <p:spPr>
            <a:xfrm rot="10800000">
              <a:off x="5821734"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265AB8AE-04EF-2C15-D052-927BD6F897B3}"/>
                </a:ext>
              </a:extLst>
            </p:cNvPr>
            <p:cNvSpPr/>
            <p:nvPr/>
          </p:nvSpPr>
          <p:spPr>
            <a:xfrm rot="10800000">
              <a:off x="5721311"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4CF32D39-7F7A-3BCE-04ED-6B353C39F75E}"/>
                </a:ext>
              </a:extLst>
            </p:cNvPr>
            <p:cNvSpPr/>
            <p:nvPr/>
          </p:nvSpPr>
          <p:spPr>
            <a:xfrm rot="10800000">
              <a:off x="562088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C1630CA6-E3DF-B39C-567E-18FBE4AFB2C4}"/>
                </a:ext>
              </a:extLst>
            </p:cNvPr>
            <p:cNvSpPr/>
            <p:nvPr/>
          </p:nvSpPr>
          <p:spPr>
            <a:xfrm rot="10800000">
              <a:off x="552046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FE3BE856-00E6-7F4B-22BA-31DFA8D515B8}"/>
                </a:ext>
              </a:extLst>
            </p:cNvPr>
            <p:cNvSpPr/>
            <p:nvPr/>
          </p:nvSpPr>
          <p:spPr>
            <a:xfrm rot="10800000">
              <a:off x="542004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5F98C1E3-5755-B19B-8644-2AA796F4EAA4}"/>
                </a:ext>
              </a:extLst>
            </p:cNvPr>
            <p:cNvSpPr/>
            <p:nvPr/>
          </p:nvSpPr>
          <p:spPr>
            <a:xfrm rot="10800000">
              <a:off x="531961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B329CF39-4A2D-9E09-AC80-73859476BC05}"/>
                </a:ext>
              </a:extLst>
            </p:cNvPr>
            <p:cNvSpPr/>
            <p:nvPr/>
          </p:nvSpPr>
          <p:spPr>
            <a:xfrm rot="10800000">
              <a:off x="521919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53AD9B86-58D5-5753-FAC4-8D23A840C667}"/>
                </a:ext>
              </a:extLst>
            </p:cNvPr>
            <p:cNvSpPr/>
            <p:nvPr/>
          </p:nvSpPr>
          <p:spPr>
            <a:xfrm rot="10800000">
              <a:off x="5118774"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D9BF09FA-BED0-3FC0-5AEC-43562AF28C68}"/>
                </a:ext>
              </a:extLst>
            </p:cNvPr>
            <p:cNvSpPr/>
            <p:nvPr/>
          </p:nvSpPr>
          <p:spPr>
            <a:xfrm rot="10800000">
              <a:off x="5018351"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146737A1-445F-23A9-31CA-41FF5C14FA91}"/>
                </a:ext>
              </a:extLst>
            </p:cNvPr>
            <p:cNvSpPr/>
            <p:nvPr/>
          </p:nvSpPr>
          <p:spPr>
            <a:xfrm rot="10800000">
              <a:off x="491792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6BB2383D-67BD-C916-3C16-CDE63EB59B1D}"/>
                </a:ext>
              </a:extLst>
            </p:cNvPr>
            <p:cNvSpPr/>
            <p:nvPr/>
          </p:nvSpPr>
          <p:spPr>
            <a:xfrm rot="10800000">
              <a:off x="481750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D1CB91B3-94A8-D042-05F4-E3CAA3E53334}"/>
                </a:ext>
              </a:extLst>
            </p:cNvPr>
            <p:cNvSpPr/>
            <p:nvPr/>
          </p:nvSpPr>
          <p:spPr>
            <a:xfrm rot="10800000">
              <a:off x="471708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1D9CA4EF-35B0-CE9E-E6A2-990BA9FC4B77}"/>
                </a:ext>
              </a:extLst>
            </p:cNvPr>
            <p:cNvSpPr/>
            <p:nvPr/>
          </p:nvSpPr>
          <p:spPr>
            <a:xfrm rot="10800000">
              <a:off x="461665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F4512D7D-63C7-FBFA-90AD-40FD545DE494}"/>
                </a:ext>
              </a:extLst>
            </p:cNvPr>
            <p:cNvSpPr/>
            <p:nvPr/>
          </p:nvSpPr>
          <p:spPr>
            <a:xfrm rot="10800000">
              <a:off x="451623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78C2A9D2-2803-1152-F122-3996F326C427}"/>
                </a:ext>
              </a:extLst>
            </p:cNvPr>
            <p:cNvSpPr/>
            <p:nvPr/>
          </p:nvSpPr>
          <p:spPr>
            <a:xfrm rot="10800000">
              <a:off x="441581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48CBFF6A-2FCC-5F7E-5778-D0F38BCAC1B5}"/>
                </a:ext>
              </a:extLst>
            </p:cNvPr>
            <p:cNvSpPr/>
            <p:nvPr/>
          </p:nvSpPr>
          <p:spPr>
            <a:xfrm rot="10800000">
              <a:off x="431539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E39BCA22-0FAD-44EB-C364-A08CB77881B0}"/>
                </a:ext>
              </a:extLst>
            </p:cNvPr>
            <p:cNvSpPr/>
            <p:nvPr/>
          </p:nvSpPr>
          <p:spPr>
            <a:xfrm rot="10800000">
              <a:off x="421496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00F8480A-766D-DE85-05C0-13B76B2FC3C5}"/>
                </a:ext>
              </a:extLst>
            </p:cNvPr>
            <p:cNvSpPr/>
            <p:nvPr/>
          </p:nvSpPr>
          <p:spPr>
            <a:xfrm rot="10800000">
              <a:off x="7026809" y="135377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A29F3A39-A42F-B8EF-C599-110B66C8E853}"/>
                </a:ext>
              </a:extLst>
            </p:cNvPr>
            <p:cNvSpPr/>
            <p:nvPr/>
          </p:nvSpPr>
          <p:spPr>
            <a:xfrm rot="10800000">
              <a:off x="692638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AA56B0EA-0D99-9C59-E1BC-006C26BC0F22}"/>
                </a:ext>
              </a:extLst>
            </p:cNvPr>
            <p:cNvSpPr/>
            <p:nvPr/>
          </p:nvSpPr>
          <p:spPr>
            <a:xfrm rot="10800000">
              <a:off x="682596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46559D29-B749-F943-FEE2-5807A235DB25}"/>
                </a:ext>
              </a:extLst>
            </p:cNvPr>
            <p:cNvSpPr/>
            <p:nvPr/>
          </p:nvSpPr>
          <p:spPr>
            <a:xfrm rot="10800000">
              <a:off x="672554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6607ED04-0136-E4AF-BC37-2BA79B1EC590}"/>
                </a:ext>
              </a:extLst>
            </p:cNvPr>
            <p:cNvSpPr/>
            <p:nvPr/>
          </p:nvSpPr>
          <p:spPr>
            <a:xfrm rot="10800000">
              <a:off x="662511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C7BF177F-27F9-4049-2D72-2C3F90D80D7A}"/>
                </a:ext>
              </a:extLst>
            </p:cNvPr>
            <p:cNvSpPr/>
            <p:nvPr/>
          </p:nvSpPr>
          <p:spPr>
            <a:xfrm rot="10800000">
              <a:off x="652469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E89F2C20-21E7-391E-6F35-4293A6CA183E}"/>
                </a:ext>
              </a:extLst>
            </p:cNvPr>
            <p:cNvSpPr/>
            <p:nvPr/>
          </p:nvSpPr>
          <p:spPr>
            <a:xfrm rot="10800000">
              <a:off x="642427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29182E84-3ED5-1D4C-681B-F0A77EF6FB92}"/>
                </a:ext>
              </a:extLst>
            </p:cNvPr>
            <p:cNvSpPr/>
            <p:nvPr/>
          </p:nvSpPr>
          <p:spPr>
            <a:xfrm rot="10800000">
              <a:off x="632384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BCEEFDC4-2ED2-7185-B663-001F88FBF737}"/>
                </a:ext>
              </a:extLst>
            </p:cNvPr>
            <p:cNvSpPr/>
            <p:nvPr/>
          </p:nvSpPr>
          <p:spPr>
            <a:xfrm rot="10800000">
              <a:off x="622342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AF24BB9A-79AC-571B-3E0C-897E57E0CF3F}"/>
                </a:ext>
              </a:extLst>
            </p:cNvPr>
            <p:cNvSpPr/>
            <p:nvPr/>
          </p:nvSpPr>
          <p:spPr>
            <a:xfrm rot="10800000">
              <a:off x="612300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5FF7E929-8E66-20FE-5E60-4B1E62D3F868}"/>
                </a:ext>
              </a:extLst>
            </p:cNvPr>
            <p:cNvSpPr/>
            <p:nvPr/>
          </p:nvSpPr>
          <p:spPr>
            <a:xfrm rot="10800000">
              <a:off x="602258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E674C9C8-4DD6-F289-45C5-83FF464D5CEC}"/>
                </a:ext>
              </a:extLst>
            </p:cNvPr>
            <p:cNvSpPr/>
            <p:nvPr/>
          </p:nvSpPr>
          <p:spPr>
            <a:xfrm rot="10800000">
              <a:off x="5922157"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B86FBD66-F769-4561-1FCB-6201B8B82269}"/>
                </a:ext>
              </a:extLst>
            </p:cNvPr>
            <p:cNvSpPr/>
            <p:nvPr/>
          </p:nvSpPr>
          <p:spPr>
            <a:xfrm rot="10800000">
              <a:off x="5821734"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15420F39-D9EC-3ABB-D984-C77366606C05}"/>
                </a:ext>
              </a:extLst>
            </p:cNvPr>
            <p:cNvSpPr/>
            <p:nvPr/>
          </p:nvSpPr>
          <p:spPr>
            <a:xfrm rot="10800000">
              <a:off x="5721311"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392B5E78-3A6D-ABAF-0CB5-BB147CD94D90}"/>
                </a:ext>
              </a:extLst>
            </p:cNvPr>
            <p:cNvSpPr/>
            <p:nvPr/>
          </p:nvSpPr>
          <p:spPr>
            <a:xfrm rot="10800000">
              <a:off x="562088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F9AF2F41-7BF2-AF20-546E-81A75DD5DF85}"/>
                </a:ext>
              </a:extLst>
            </p:cNvPr>
            <p:cNvSpPr/>
            <p:nvPr/>
          </p:nvSpPr>
          <p:spPr>
            <a:xfrm rot="10800000">
              <a:off x="552046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F864634F-8D98-1FB4-D945-FE8F038A016A}"/>
                </a:ext>
              </a:extLst>
            </p:cNvPr>
            <p:cNvSpPr/>
            <p:nvPr/>
          </p:nvSpPr>
          <p:spPr>
            <a:xfrm rot="10800000">
              <a:off x="542004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70CBC541-7613-2B52-BA01-C954CC325A21}"/>
                </a:ext>
              </a:extLst>
            </p:cNvPr>
            <p:cNvSpPr/>
            <p:nvPr/>
          </p:nvSpPr>
          <p:spPr>
            <a:xfrm rot="10800000">
              <a:off x="531961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8453EEE0-1B74-4411-0537-933B74412F70}"/>
                </a:ext>
              </a:extLst>
            </p:cNvPr>
            <p:cNvSpPr/>
            <p:nvPr/>
          </p:nvSpPr>
          <p:spPr>
            <a:xfrm rot="10800000">
              <a:off x="5219197"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7A769FC7-CA7D-CD63-98C8-3D22AD1ECA0D}"/>
                </a:ext>
              </a:extLst>
            </p:cNvPr>
            <p:cNvSpPr/>
            <p:nvPr/>
          </p:nvSpPr>
          <p:spPr>
            <a:xfrm rot="10800000">
              <a:off x="5118774"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5A07C10F-0DF9-CE12-0A08-CCBF0F80A9F2}"/>
                </a:ext>
              </a:extLst>
            </p:cNvPr>
            <p:cNvSpPr/>
            <p:nvPr/>
          </p:nvSpPr>
          <p:spPr>
            <a:xfrm rot="10800000">
              <a:off x="5018351"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1BE27587-5665-5B94-8359-4F6E2AE0E550}"/>
                </a:ext>
              </a:extLst>
            </p:cNvPr>
            <p:cNvSpPr/>
            <p:nvPr/>
          </p:nvSpPr>
          <p:spPr>
            <a:xfrm rot="10800000">
              <a:off x="491792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AAA684A2-F4C3-D1C5-F676-F58D96CD70E0}"/>
                </a:ext>
              </a:extLst>
            </p:cNvPr>
            <p:cNvSpPr/>
            <p:nvPr/>
          </p:nvSpPr>
          <p:spPr>
            <a:xfrm rot="10800000">
              <a:off x="481750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1B5419D1-A008-2A22-D3DC-4AB385AA2C7B}"/>
                </a:ext>
              </a:extLst>
            </p:cNvPr>
            <p:cNvSpPr/>
            <p:nvPr/>
          </p:nvSpPr>
          <p:spPr>
            <a:xfrm rot="10800000">
              <a:off x="471708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5134D055-2190-8AEC-3F8C-8809D0CE5D55}"/>
                </a:ext>
              </a:extLst>
            </p:cNvPr>
            <p:cNvSpPr/>
            <p:nvPr/>
          </p:nvSpPr>
          <p:spPr>
            <a:xfrm rot="10800000">
              <a:off x="461665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6872D0DD-16FE-E0DD-C94A-B5146C4F699A}"/>
                </a:ext>
              </a:extLst>
            </p:cNvPr>
            <p:cNvSpPr/>
            <p:nvPr/>
          </p:nvSpPr>
          <p:spPr>
            <a:xfrm rot="10800000">
              <a:off x="451623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5BB56C3B-10ED-D2EA-F8DF-F4E2BF2A12BF}"/>
                </a:ext>
              </a:extLst>
            </p:cNvPr>
            <p:cNvSpPr/>
            <p:nvPr/>
          </p:nvSpPr>
          <p:spPr>
            <a:xfrm rot="10800000">
              <a:off x="441581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B3BEC575-55D9-D7F7-20F0-503A05B2AAA2}"/>
                </a:ext>
              </a:extLst>
            </p:cNvPr>
            <p:cNvSpPr/>
            <p:nvPr/>
          </p:nvSpPr>
          <p:spPr>
            <a:xfrm rot="10800000">
              <a:off x="431539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52C4D017-3FAF-97A3-5142-5C236409D284}"/>
                </a:ext>
              </a:extLst>
            </p:cNvPr>
            <p:cNvSpPr/>
            <p:nvPr/>
          </p:nvSpPr>
          <p:spPr>
            <a:xfrm rot="10800000">
              <a:off x="4214967" y="135377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4373F48B-FDA5-8289-BBF9-C590729A388B}"/>
                </a:ext>
              </a:extLst>
            </p:cNvPr>
            <p:cNvSpPr/>
            <p:nvPr/>
          </p:nvSpPr>
          <p:spPr>
            <a:xfrm rot="10800000">
              <a:off x="702680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DDBBFBBD-457A-6E46-B30E-41CBEA22177D}"/>
                </a:ext>
              </a:extLst>
            </p:cNvPr>
            <p:cNvSpPr/>
            <p:nvPr/>
          </p:nvSpPr>
          <p:spPr>
            <a:xfrm rot="10800000">
              <a:off x="692638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ACA39DAF-0DAD-634D-6460-D3240C750767}"/>
                </a:ext>
              </a:extLst>
            </p:cNvPr>
            <p:cNvSpPr/>
            <p:nvPr/>
          </p:nvSpPr>
          <p:spPr>
            <a:xfrm rot="10800000">
              <a:off x="682596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D6FC459F-F139-0D2E-552D-D7F9C0755905}"/>
                </a:ext>
              </a:extLst>
            </p:cNvPr>
            <p:cNvSpPr/>
            <p:nvPr/>
          </p:nvSpPr>
          <p:spPr>
            <a:xfrm rot="10800000">
              <a:off x="672554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6ACF776C-682D-169C-EFEF-50A98735CA0C}"/>
                </a:ext>
              </a:extLst>
            </p:cNvPr>
            <p:cNvSpPr/>
            <p:nvPr/>
          </p:nvSpPr>
          <p:spPr>
            <a:xfrm rot="10800000">
              <a:off x="662511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95B857F5-124F-8392-37CA-6E60FD5E304E}"/>
                </a:ext>
              </a:extLst>
            </p:cNvPr>
            <p:cNvSpPr/>
            <p:nvPr/>
          </p:nvSpPr>
          <p:spPr>
            <a:xfrm rot="10800000">
              <a:off x="652469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2BF0E328-30ED-1D60-59E6-8CD1FDA710D4}"/>
                </a:ext>
              </a:extLst>
            </p:cNvPr>
            <p:cNvSpPr/>
            <p:nvPr/>
          </p:nvSpPr>
          <p:spPr>
            <a:xfrm rot="10800000">
              <a:off x="642427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0DCAC986-8615-CFA7-1244-B636052D2F61}"/>
                </a:ext>
              </a:extLst>
            </p:cNvPr>
            <p:cNvSpPr/>
            <p:nvPr/>
          </p:nvSpPr>
          <p:spPr>
            <a:xfrm rot="10800000">
              <a:off x="632384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CD3797F7-AE53-27FE-1C36-EA5DF210A2F9}"/>
                </a:ext>
              </a:extLst>
            </p:cNvPr>
            <p:cNvSpPr/>
            <p:nvPr/>
          </p:nvSpPr>
          <p:spPr>
            <a:xfrm rot="10800000">
              <a:off x="622342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45CCE5C6-0CCD-718B-3B03-EDA8FCE1C1DE}"/>
                </a:ext>
              </a:extLst>
            </p:cNvPr>
            <p:cNvSpPr/>
            <p:nvPr/>
          </p:nvSpPr>
          <p:spPr>
            <a:xfrm rot="10800000">
              <a:off x="612300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DE44531B-8E8E-5EB2-C48E-62ECB2C6D7E0}"/>
                </a:ext>
              </a:extLst>
            </p:cNvPr>
            <p:cNvSpPr/>
            <p:nvPr/>
          </p:nvSpPr>
          <p:spPr>
            <a:xfrm rot="10800000">
              <a:off x="602258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3AF2916E-4145-FC2B-B76C-A0FF0D47F6BF}"/>
                </a:ext>
              </a:extLst>
            </p:cNvPr>
            <p:cNvSpPr/>
            <p:nvPr/>
          </p:nvSpPr>
          <p:spPr>
            <a:xfrm rot="10800000">
              <a:off x="592215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4246E5F7-5A88-4DEE-635D-86EF45C47ACF}"/>
                </a:ext>
              </a:extLst>
            </p:cNvPr>
            <p:cNvSpPr/>
            <p:nvPr/>
          </p:nvSpPr>
          <p:spPr>
            <a:xfrm rot="10800000">
              <a:off x="5821734"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97F5B007-E256-D877-ACCF-5F8ACF8947C1}"/>
                </a:ext>
              </a:extLst>
            </p:cNvPr>
            <p:cNvSpPr/>
            <p:nvPr/>
          </p:nvSpPr>
          <p:spPr>
            <a:xfrm rot="10800000">
              <a:off x="5721311"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E580AFF6-93C0-7728-51BE-54D60611C7D5}"/>
                </a:ext>
              </a:extLst>
            </p:cNvPr>
            <p:cNvSpPr/>
            <p:nvPr/>
          </p:nvSpPr>
          <p:spPr>
            <a:xfrm rot="10800000">
              <a:off x="562088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84C7CAED-B9F8-382F-2CD2-FEA3CB98677B}"/>
                </a:ext>
              </a:extLst>
            </p:cNvPr>
            <p:cNvSpPr/>
            <p:nvPr/>
          </p:nvSpPr>
          <p:spPr>
            <a:xfrm rot="10800000">
              <a:off x="552046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6A6EF9FA-3B52-81AD-8CBE-68CE4C77A0FC}"/>
                </a:ext>
              </a:extLst>
            </p:cNvPr>
            <p:cNvSpPr/>
            <p:nvPr/>
          </p:nvSpPr>
          <p:spPr>
            <a:xfrm rot="10800000">
              <a:off x="542004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B536252E-86E7-F569-4B9E-00D383D085B5}"/>
                </a:ext>
              </a:extLst>
            </p:cNvPr>
            <p:cNvSpPr/>
            <p:nvPr/>
          </p:nvSpPr>
          <p:spPr>
            <a:xfrm rot="10800000">
              <a:off x="531961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42EA9251-B5A1-6293-15BE-961DD0F35C23}"/>
                </a:ext>
              </a:extLst>
            </p:cNvPr>
            <p:cNvSpPr/>
            <p:nvPr/>
          </p:nvSpPr>
          <p:spPr>
            <a:xfrm rot="10800000">
              <a:off x="521919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62A441F8-486D-E3DA-FA62-EC228DE12F1C}"/>
                </a:ext>
              </a:extLst>
            </p:cNvPr>
            <p:cNvSpPr/>
            <p:nvPr/>
          </p:nvSpPr>
          <p:spPr>
            <a:xfrm rot="10800000">
              <a:off x="5118774"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F5E87803-64C1-BDD9-3418-2B02B01133FC}"/>
                </a:ext>
              </a:extLst>
            </p:cNvPr>
            <p:cNvSpPr/>
            <p:nvPr/>
          </p:nvSpPr>
          <p:spPr>
            <a:xfrm rot="10800000">
              <a:off x="5018351"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E7AA9BCE-15DA-A946-2071-A895B59A92C0}"/>
                </a:ext>
              </a:extLst>
            </p:cNvPr>
            <p:cNvSpPr/>
            <p:nvPr/>
          </p:nvSpPr>
          <p:spPr>
            <a:xfrm rot="10800000">
              <a:off x="491792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B6F2070D-C811-FD1C-35D1-31FD16AD354C}"/>
                </a:ext>
              </a:extLst>
            </p:cNvPr>
            <p:cNvSpPr/>
            <p:nvPr/>
          </p:nvSpPr>
          <p:spPr>
            <a:xfrm rot="10800000">
              <a:off x="481750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D9503132-8A44-E727-EEF3-7A751C9409FF}"/>
                </a:ext>
              </a:extLst>
            </p:cNvPr>
            <p:cNvSpPr/>
            <p:nvPr/>
          </p:nvSpPr>
          <p:spPr>
            <a:xfrm rot="10800000">
              <a:off x="471708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316C0E39-DD06-C07B-378B-790DA37149A3}"/>
                </a:ext>
              </a:extLst>
            </p:cNvPr>
            <p:cNvSpPr/>
            <p:nvPr/>
          </p:nvSpPr>
          <p:spPr>
            <a:xfrm rot="10800000">
              <a:off x="461665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BCC12CBA-8E74-42C9-D348-40EA637682A2}"/>
                </a:ext>
              </a:extLst>
            </p:cNvPr>
            <p:cNvSpPr/>
            <p:nvPr/>
          </p:nvSpPr>
          <p:spPr>
            <a:xfrm rot="10800000">
              <a:off x="451623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83D3CF57-138D-8A98-8DD7-3EA3EE25769D}"/>
                </a:ext>
              </a:extLst>
            </p:cNvPr>
            <p:cNvSpPr/>
            <p:nvPr/>
          </p:nvSpPr>
          <p:spPr>
            <a:xfrm rot="10800000">
              <a:off x="441581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CFA88338-6B73-5ED5-90CB-74F6ABE6C75E}"/>
                </a:ext>
              </a:extLst>
            </p:cNvPr>
            <p:cNvSpPr/>
            <p:nvPr/>
          </p:nvSpPr>
          <p:spPr>
            <a:xfrm rot="10800000">
              <a:off x="431539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C5B21E05-A43F-FDAB-0B5F-CDC655930038}"/>
                </a:ext>
              </a:extLst>
            </p:cNvPr>
            <p:cNvSpPr/>
            <p:nvPr/>
          </p:nvSpPr>
          <p:spPr>
            <a:xfrm rot="10800000">
              <a:off x="421496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A9ADD36-17A9-94D3-F3BB-A47E710BA2DB}"/>
                </a:ext>
              </a:extLst>
            </p:cNvPr>
            <p:cNvSpPr/>
            <p:nvPr/>
          </p:nvSpPr>
          <p:spPr>
            <a:xfrm rot="10800000">
              <a:off x="973642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5A546B-0A22-B7FC-2420-154B1F7E1850}"/>
                </a:ext>
              </a:extLst>
            </p:cNvPr>
            <p:cNvSpPr/>
            <p:nvPr/>
          </p:nvSpPr>
          <p:spPr>
            <a:xfrm rot="10800000">
              <a:off x="963600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7CE076-CC81-7D17-E2A6-D7D0C7103A72}"/>
                </a:ext>
              </a:extLst>
            </p:cNvPr>
            <p:cNvSpPr/>
            <p:nvPr/>
          </p:nvSpPr>
          <p:spPr>
            <a:xfrm rot="10800000">
              <a:off x="953558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58DF4C-D1F3-B062-FE36-1C17CC23D757}"/>
                </a:ext>
              </a:extLst>
            </p:cNvPr>
            <p:cNvSpPr/>
            <p:nvPr/>
          </p:nvSpPr>
          <p:spPr>
            <a:xfrm rot="10800000">
              <a:off x="943516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EC09795-0EA8-5B7E-422C-ECCD1A448FBE}"/>
                </a:ext>
              </a:extLst>
            </p:cNvPr>
            <p:cNvSpPr/>
            <p:nvPr/>
          </p:nvSpPr>
          <p:spPr>
            <a:xfrm rot="10800000">
              <a:off x="933473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84EE0D-B15D-F149-6D3A-E279622C892A}"/>
                </a:ext>
              </a:extLst>
            </p:cNvPr>
            <p:cNvSpPr/>
            <p:nvPr/>
          </p:nvSpPr>
          <p:spPr>
            <a:xfrm rot="10800000">
              <a:off x="923431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B67FCA-8AD5-A7C6-415D-7ABACA0A8D38}"/>
                </a:ext>
              </a:extLst>
            </p:cNvPr>
            <p:cNvSpPr/>
            <p:nvPr/>
          </p:nvSpPr>
          <p:spPr>
            <a:xfrm rot="10800000">
              <a:off x="913389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F074DB4-0726-BBF0-ED06-3B654CDC6843}"/>
                </a:ext>
              </a:extLst>
            </p:cNvPr>
            <p:cNvSpPr/>
            <p:nvPr/>
          </p:nvSpPr>
          <p:spPr>
            <a:xfrm rot="10800000">
              <a:off x="903346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7D7DB5B-6520-CBC7-86D9-485135534DA4}"/>
                </a:ext>
              </a:extLst>
            </p:cNvPr>
            <p:cNvSpPr/>
            <p:nvPr/>
          </p:nvSpPr>
          <p:spPr>
            <a:xfrm rot="10800000">
              <a:off x="893304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E375FE-F681-A69B-BCB8-B382AE0A4E3C}"/>
                </a:ext>
              </a:extLst>
            </p:cNvPr>
            <p:cNvSpPr/>
            <p:nvPr/>
          </p:nvSpPr>
          <p:spPr>
            <a:xfrm rot="10800000">
              <a:off x="883262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15A55B3-9738-188B-673F-8D05A3E009F9}"/>
                </a:ext>
              </a:extLst>
            </p:cNvPr>
            <p:cNvSpPr/>
            <p:nvPr/>
          </p:nvSpPr>
          <p:spPr>
            <a:xfrm rot="10800000">
              <a:off x="873220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E65D4FA-6C37-1841-BE73-454180FB9CED}"/>
                </a:ext>
              </a:extLst>
            </p:cNvPr>
            <p:cNvSpPr/>
            <p:nvPr/>
          </p:nvSpPr>
          <p:spPr>
            <a:xfrm rot="10800000">
              <a:off x="863177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4139E41-F09E-3222-11CE-CC97E86538AD}"/>
                </a:ext>
              </a:extLst>
            </p:cNvPr>
            <p:cNvSpPr/>
            <p:nvPr/>
          </p:nvSpPr>
          <p:spPr>
            <a:xfrm rot="10800000">
              <a:off x="8531354"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D2BBFC-76F4-E279-8624-2BA9B782FED9}"/>
                </a:ext>
              </a:extLst>
            </p:cNvPr>
            <p:cNvSpPr/>
            <p:nvPr/>
          </p:nvSpPr>
          <p:spPr>
            <a:xfrm rot="10800000">
              <a:off x="8430931"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DEA8739-1D81-B880-BDBE-A65BB9DA62E1}"/>
                </a:ext>
              </a:extLst>
            </p:cNvPr>
            <p:cNvSpPr/>
            <p:nvPr/>
          </p:nvSpPr>
          <p:spPr>
            <a:xfrm rot="10800000">
              <a:off x="833050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5ABD24-9E66-532E-9243-72C1D4190F8C}"/>
                </a:ext>
              </a:extLst>
            </p:cNvPr>
            <p:cNvSpPr/>
            <p:nvPr/>
          </p:nvSpPr>
          <p:spPr>
            <a:xfrm rot="10800000">
              <a:off x="823008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9021E3D-3775-3CBC-1D6C-AC19FC2AEEF4}"/>
                </a:ext>
              </a:extLst>
            </p:cNvPr>
            <p:cNvSpPr/>
            <p:nvPr/>
          </p:nvSpPr>
          <p:spPr>
            <a:xfrm rot="10800000">
              <a:off x="812966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60F5F24-4E51-E920-44AE-19848C16625B}"/>
                </a:ext>
              </a:extLst>
            </p:cNvPr>
            <p:cNvSpPr/>
            <p:nvPr/>
          </p:nvSpPr>
          <p:spPr>
            <a:xfrm rot="10800000">
              <a:off x="802923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0683C7B-AFB6-2F54-93BD-D3CC7F4438B9}"/>
                </a:ext>
              </a:extLst>
            </p:cNvPr>
            <p:cNvSpPr/>
            <p:nvPr/>
          </p:nvSpPr>
          <p:spPr>
            <a:xfrm rot="10800000">
              <a:off x="792881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A193DB6-337E-09E4-BEDD-E5351BA7772E}"/>
                </a:ext>
              </a:extLst>
            </p:cNvPr>
            <p:cNvSpPr/>
            <p:nvPr/>
          </p:nvSpPr>
          <p:spPr>
            <a:xfrm rot="10800000">
              <a:off x="7828394"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E8218AC-5300-F134-87D4-2F390A29F387}"/>
                </a:ext>
              </a:extLst>
            </p:cNvPr>
            <p:cNvSpPr/>
            <p:nvPr/>
          </p:nvSpPr>
          <p:spPr>
            <a:xfrm rot="10800000">
              <a:off x="7727971"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4A7C7D6-964D-33AD-9D7B-AF52454CADBB}"/>
                </a:ext>
              </a:extLst>
            </p:cNvPr>
            <p:cNvSpPr/>
            <p:nvPr/>
          </p:nvSpPr>
          <p:spPr>
            <a:xfrm rot="10800000">
              <a:off x="762754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C6B3B92-0C6A-5773-BA14-A8FFE09C9826}"/>
                </a:ext>
              </a:extLst>
            </p:cNvPr>
            <p:cNvSpPr/>
            <p:nvPr/>
          </p:nvSpPr>
          <p:spPr>
            <a:xfrm rot="10800000">
              <a:off x="752712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CD05216-70F5-974A-BF45-8469F4DA3EC1}"/>
                </a:ext>
              </a:extLst>
            </p:cNvPr>
            <p:cNvSpPr/>
            <p:nvPr/>
          </p:nvSpPr>
          <p:spPr>
            <a:xfrm rot="10800000">
              <a:off x="742670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79EF91A-1A3E-A6C9-6196-5F7026F3077E}"/>
                </a:ext>
              </a:extLst>
            </p:cNvPr>
            <p:cNvSpPr/>
            <p:nvPr/>
          </p:nvSpPr>
          <p:spPr>
            <a:xfrm rot="10800000">
              <a:off x="732627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56A0D05-A2A7-4480-2BB2-AC8E1D90178C}"/>
                </a:ext>
              </a:extLst>
            </p:cNvPr>
            <p:cNvSpPr/>
            <p:nvPr/>
          </p:nvSpPr>
          <p:spPr>
            <a:xfrm rot="10800000">
              <a:off x="722585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AED8EE7-7BA6-0753-2ACE-60122C1744C2}"/>
                </a:ext>
              </a:extLst>
            </p:cNvPr>
            <p:cNvSpPr/>
            <p:nvPr/>
          </p:nvSpPr>
          <p:spPr>
            <a:xfrm rot="10800000">
              <a:off x="712543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C516FC5-EBB6-54C7-8C1D-E52E70C2A0D8}"/>
                </a:ext>
              </a:extLst>
            </p:cNvPr>
            <p:cNvSpPr/>
            <p:nvPr/>
          </p:nvSpPr>
          <p:spPr>
            <a:xfrm rot="10800000">
              <a:off x="702501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DE720CB-9CE0-AE74-B834-FCAEFF383F28}"/>
                </a:ext>
              </a:extLst>
            </p:cNvPr>
            <p:cNvSpPr/>
            <p:nvPr/>
          </p:nvSpPr>
          <p:spPr>
            <a:xfrm rot="10800000">
              <a:off x="692458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F65A50C-26B1-630A-AC43-9A6F9D777696}"/>
                </a:ext>
              </a:extLst>
            </p:cNvPr>
            <p:cNvSpPr/>
            <p:nvPr/>
          </p:nvSpPr>
          <p:spPr>
            <a:xfrm rot="10800000">
              <a:off x="9736429" y="175985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61013B4-2E72-DF58-2CF3-BA8C7B424F0E}"/>
                </a:ext>
              </a:extLst>
            </p:cNvPr>
            <p:cNvSpPr/>
            <p:nvPr/>
          </p:nvSpPr>
          <p:spPr>
            <a:xfrm rot="10800000">
              <a:off x="963600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B246794-2DFA-1071-077C-AC463E6BEB6D}"/>
                </a:ext>
              </a:extLst>
            </p:cNvPr>
            <p:cNvSpPr/>
            <p:nvPr/>
          </p:nvSpPr>
          <p:spPr>
            <a:xfrm rot="10800000">
              <a:off x="953558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3021EB7-2A48-793E-DA55-1792659CA885}"/>
                </a:ext>
              </a:extLst>
            </p:cNvPr>
            <p:cNvSpPr/>
            <p:nvPr/>
          </p:nvSpPr>
          <p:spPr>
            <a:xfrm rot="10800000">
              <a:off x="943516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6FF3E2F-FC17-39BD-9F0C-E717BE45EAFC}"/>
                </a:ext>
              </a:extLst>
            </p:cNvPr>
            <p:cNvSpPr/>
            <p:nvPr/>
          </p:nvSpPr>
          <p:spPr>
            <a:xfrm rot="10800000">
              <a:off x="933473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5C11629-D053-21B8-560F-00447A584A0C}"/>
                </a:ext>
              </a:extLst>
            </p:cNvPr>
            <p:cNvSpPr/>
            <p:nvPr/>
          </p:nvSpPr>
          <p:spPr>
            <a:xfrm rot="10800000">
              <a:off x="923431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A20048D-0F25-7FA2-34A4-A65EEBAAF09E}"/>
                </a:ext>
              </a:extLst>
            </p:cNvPr>
            <p:cNvSpPr/>
            <p:nvPr/>
          </p:nvSpPr>
          <p:spPr>
            <a:xfrm rot="10800000">
              <a:off x="913389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F565FC1-96D3-B789-6D54-732471339F3C}"/>
                </a:ext>
              </a:extLst>
            </p:cNvPr>
            <p:cNvSpPr/>
            <p:nvPr/>
          </p:nvSpPr>
          <p:spPr>
            <a:xfrm rot="10800000">
              <a:off x="903346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2D02DF0-252F-856F-1EDB-0825C40E874D}"/>
                </a:ext>
              </a:extLst>
            </p:cNvPr>
            <p:cNvSpPr/>
            <p:nvPr/>
          </p:nvSpPr>
          <p:spPr>
            <a:xfrm rot="10800000">
              <a:off x="893304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2C14EF3-DA63-B077-E7DD-42B6B573A26D}"/>
                </a:ext>
              </a:extLst>
            </p:cNvPr>
            <p:cNvSpPr/>
            <p:nvPr/>
          </p:nvSpPr>
          <p:spPr>
            <a:xfrm rot="10800000">
              <a:off x="883262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41F52A0-3510-E193-1F3B-855097419165}"/>
                </a:ext>
              </a:extLst>
            </p:cNvPr>
            <p:cNvSpPr/>
            <p:nvPr/>
          </p:nvSpPr>
          <p:spPr>
            <a:xfrm rot="10800000">
              <a:off x="873220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7B7EE48-770A-855D-BDFD-7374CF605AEA}"/>
                </a:ext>
              </a:extLst>
            </p:cNvPr>
            <p:cNvSpPr/>
            <p:nvPr/>
          </p:nvSpPr>
          <p:spPr>
            <a:xfrm rot="10800000">
              <a:off x="8631777"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FDE4709-0CAD-691D-60A4-D434E20F0B1F}"/>
                </a:ext>
              </a:extLst>
            </p:cNvPr>
            <p:cNvSpPr/>
            <p:nvPr/>
          </p:nvSpPr>
          <p:spPr>
            <a:xfrm rot="10800000">
              <a:off x="8531354"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7084905-BCDE-2E3B-2C57-71C08DF7EBD5}"/>
                </a:ext>
              </a:extLst>
            </p:cNvPr>
            <p:cNvSpPr/>
            <p:nvPr/>
          </p:nvSpPr>
          <p:spPr>
            <a:xfrm rot="10800000">
              <a:off x="8430931"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28D9EFE-A04E-F125-1D44-B13127051C88}"/>
                </a:ext>
              </a:extLst>
            </p:cNvPr>
            <p:cNvSpPr/>
            <p:nvPr/>
          </p:nvSpPr>
          <p:spPr>
            <a:xfrm rot="10800000">
              <a:off x="833050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431A72C-166B-F8A6-6390-BCAE34F7FCA1}"/>
                </a:ext>
              </a:extLst>
            </p:cNvPr>
            <p:cNvSpPr/>
            <p:nvPr/>
          </p:nvSpPr>
          <p:spPr>
            <a:xfrm rot="10800000">
              <a:off x="823008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9BA36BD-4D56-321B-8D02-FC70B4662566}"/>
                </a:ext>
              </a:extLst>
            </p:cNvPr>
            <p:cNvSpPr/>
            <p:nvPr/>
          </p:nvSpPr>
          <p:spPr>
            <a:xfrm rot="10800000">
              <a:off x="812966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F46AFBD-76F2-451C-326C-EACCEAAD697A}"/>
                </a:ext>
              </a:extLst>
            </p:cNvPr>
            <p:cNvSpPr/>
            <p:nvPr/>
          </p:nvSpPr>
          <p:spPr>
            <a:xfrm rot="10800000">
              <a:off x="802923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7F4F0CF-0850-6E13-F888-FB48D275C913}"/>
                </a:ext>
              </a:extLst>
            </p:cNvPr>
            <p:cNvSpPr/>
            <p:nvPr/>
          </p:nvSpPr>
          <p:spPr>
            <a:xfrm rot="10800000">
              <a:off x="7928817"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97961E5-73FD-7CBA-5DA7-F5B331E9CFF0}"/>
                </a:ext>
              </a:extLst>
            </p:cNvPr>
            <p:cNvSpPr/>
            <p:nvPr/>
          </p:nvSpPr>
          <p:spPr>
            <a:xfrm rot="10800000">
              <a:off x="7828394"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6587693-20C7-3A55-8B4F-8B82A73406C1}"/>
                </a:ext>
              </a:extLst>
            </p:cNvPr>
            <p:cNvSpPr/>
            <p:nvPr/>
          </p:nvSpPr>
          <p:spPr>
            <a:xfrm rot="10800000">
              <a:off x="7727971"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AC81B6F-64E7-8A6B-8AB8-06428389C4AC}"/>
                </a:ext>
              </a:extLst>
            </p:cNvPr>
            <p:cNvSpPr/>
            <p:nvPr/>
          </p:nvSpPr>
          <p:spPr>
            <a:xfrm rot="10800000">
              <a:off x="762754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9B0FC58-2C35-9F96-5801-BF4E474644A9}"/>
                </a:ext>
              </a:extLst>
            </p:cNvPr>
            <p:cNvSpPr/>
            <p:nvPr/>
          </p:nvSpPr>
          <p:spPr>
            <a:xfrm rot="10800000">
              <a:off x="752712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19470E2-A749-DE97-1F64-03894E06AC90}"/>
                </a:ext>
              </a:extLst>
            </p:cNvPr>
            <p:cNvSpPr/>
            <p:nvPr/>
          </p:nvSpPr>
          <p:spPr>
            <a:xfrm rot="10800000">
              <a:off x="742670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979AFD9-550A-E1AE-41E2-F8B7B4AD8D2A}"/>
                </a:ext>
              </a:extLst>
            </p:cNvPr>
            <p:cNvSpPr/>
            <p:nvPr/>
          </p:nvSpPr>
          <p:spPr>
            <a:xfrm rot="10800000">
              <a:off x="732627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A2E84F5-3554-631A-0C91-19D51805BBCF}"/>
                </a:ext>
              </a:extLst>
            </p:cNvPr>
            <p:cNvSpPr/>
            <p:nvPr/>
          </p:nvSpPr>
          <p:spPr>
            <a:xfrm rot="10800000">
              <a:off x="722585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912DC586-245B-A84C-1AA0-373D3435EB5A}"/>
                </a:ext>
              </a:extLst>
            </p:cNvPr>
            <p:cNvSpPr/>
            <p:nvPr/>
          </p:nvSpPr>
          <p:spPr>
            <a:xfrm rot="10800000">
              <a:off x="712543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AFDE9926-684F-8AC1-635A-2228BC2BC8F4}"/>
                </a:ext>
              </a:extLst>
            </p:cNvPr>
            <p:cNvSpPr/>
            <p:nvPr/>
          </p:nvSpPr>
          <p:spPr>
            <a:xfrm rot="10800000">
              <a:off x="702501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61856B57-E20A-2F9C-0805-31581C0F5C41}"/>
                </a:ext>
              </a:extLst>
            </p:cNvPr>
            <p:cNvSpPr/>
            <p:nvPr/>
          </p:nvSpPr>
          <p:spPr>
            <a:xfrm rot="10800000">
              <a:off x="6924587" y="175985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7AA3202-62AC-C775-8BB3-70F792831872}"/>
                </a:ext>
              </a:extLst>
            </p:cNvPr>
            <p:cNvSpPr/>
            <p:nvPr/>
          </p:nvSpPr>
          <p:spPr>
            <a:xfrm rot="10800000">
              <a:off x="973642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3763095D-9FEC-FBB6-8209-90E102C414D6}"/>
                </a:ext>
              </a:extLst>
            </p:cNvPr>
            <p:cNvSpPr/>
            <p:nvPr/>
          </p:nvSpPr>
          <p:spPr>
            <a:xfrm rot="10800000">
              <a:off x="963600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818581A-CF18-CD18-F71F-CF6A664A0885}"/>
                </a:ext>
              </a:extLst>
            </p:cNvPr>
            <p:cNvSpPr/>
            <p:nvPr/>
          </p:nvSpPr>
          <p:spPr>
            <a:xfrm rot="10800000">
              <a:off x="953558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D045766C-BBD7-547B-7FB2-F88005E5FC36}"/>
                </a:ext>
              </a:extLst>
            </p:cNvPr>
            <p:cNvSpPr/>
            <p:nvPr/>
          </p:nvSpPr>
          <p:spPr>
            <a:xfrm rot="10800000">
              <a:off x="943516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D19B79D3-2205-B1BA-B2F2-5B6834F5E990}"/>
                </a:ext>
              </a:extLst>
            </p:cNvPr>
            <p:cNvSpPr/>
            <p:nvPr/>
          </p:nvSpPr>
          <p:spPr>
            <a:xfrm rot="10800000">
              <a:off x="933473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FD007BEC-A5D2-6A18-3727-4B62FF6AC273}"/>
                </a:ext>
              </a:extLst>
            </p:cNvPr>
            <p:cNvSpPr/>
            <p:nvPr/>
          </p:nvSpPr>
          <p:spPr>
            <a:xfrm rot="10800000">
              <a:off x="923431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262B0E9-043F-7D88-7DEE-36BF928E8080}"/>
                </a:ext>
              </a:extLst>
            </p:cNvPr>
            <p:cNvSpPr/>
            <p:nvPr/>
          </p:nvSpPr>
          <p:spPr>
            <a:xfrm rot="10800000">
              <a:off x="913389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1947CF23-3452-DAE7-7C12-9672B26E1EC7}"/>
                </a:ext>
              </a:extLst>
            </p:cNvPr>
            <p:cNvSpPr/>
            <p:nvPr/>
          </p:nvSpPr>
          <p:spPr>
            <a:xfrm rot="10800000">
              <a:off x="903346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43565BB4-1B13-0555-B54D-CEB757F1A3FB}"/>
                </a:ext>
              </a:extLst>
            </p:cNvPr>
            <p:cNvSpPr/>
            <p:nvPr/>
          </p:nvSpPr>
          <p:spPr>
            <a:xfrm rot="10800000">
              <a:off x="893304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22C12D84-551E-4FB4-A666-190010F196BE}"/>
                </a:ext>
              </a:extLst>
            </p:cNvPr>
            <p:cNvSpPr/>
            <p:nvPr/>
          </p:nvSpPr>
          <p:spPr>
            <a:xfrm rot="10800000">
              <a:off x="883262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48653BAE-87E7-7AF5-0D8E-0802C21CD466}"/>
                </a:ext>
              </a:extLst>
            </p:cNvPr>
            <p:cNvSpPr/>
            <p:nvPr/>
          </p:nvSpPr>
          <p:spPr>
            <a:xfrm rot="10800000">
              <a:off x="873220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1EB91CAA-D8C0-F103-7493-2F33E3515741}"/>
                </a:ext>
              </a:extLst>
            </p:cNvPr>
            <p:cNvSpPr/>
            <p:nvPr/>
          </p:nvSpPr>
          <p:spPr>
            <a:xfrm rot="10800000">
              <a:off x="863177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0216D75C-13F1-FDE4-6346-7B8E82489562}"/>
                </a:ext>
              </a:extLst>
            </p:cNvPr>
            <p:cNvSpPr/>
            <p:nvPr/>
          </p:nvSpPr>
          <p:spPr>
            <a:xfrm rot="10800000">
              <a:off x="8531354"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81C1BFDA-83CE-720F-00E0-4240D01EA5B5}"/>
                </a:ext>
              </a:extLst>
            </p:cNvPr>
            <p:cNvSpPr/>
            <p:nvPr/>
          </p:nvSpPr>
          <p:spPr>
            <a:xfrm rot="10800000">
              <a:off x="8430931"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1CBF6B70-DBA5-C347-3EFE-416F44D2BC50}"/>
                </a:ext>
              </a:extLst>
            </p:cNvPr>
            <p:cNvSpPr/>
            <p:nvPr/>
          </p:nvSpPr>
          <p:spPr>
            <a:xfrm rot="10800000">
              <a:off x="833050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155E8EA1-566C-3B40-FC53-9D370CC25CFA}"/>
                </a:ext>
              </a:extLst>
            </p:cNvPr>
            <p:cNvSpPr/>
            <p:nvPr/>
          </p:nvSpPr>
          <p:spPr>
            <a:xfrm rot="10800000">
              <a:off x="823008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66F4245-2982-7806-7AF8-CC2526A0041D}"/>
                </a:ext>
              </a:extLst>
            </p:cNvPr>
            <p:cNvSpPr/>
            <p:nvPr/>
          </p:nvSpPr>
          <p:spPr>
            <a:xfrm rot="10800000">
              <a:off x="812966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19494286-88E6-55FF-ED0F-FD0624FE01B6}"/>
                </a:ext>
              </a:extLst>
            </p:cNvPr>
            <p:cNvSpPr/>
            <p:nvPr/>
          </p:nvSpPr>
          <p:spPr>
            <a:xfrm rot="10800000">
              <a:off x="802923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D2E922A-3A3E-F1D0-C42E-1A26107D40EA}"/>
                </a:ext>
              </a:extLst>
            </p:cNvPr>
            <p:cNvSpPr/>
            <p:nvPr/>
          </p:nvSpPr>
          <p:spPr>
            <a:xfrm rot="10800000">
              <a:off x="792881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450B62F7-1AA0-845E-B359-22CCB4674244}"/>
                </a:ext>
              </a:extLst>
            </p:cNvPr>
            <p:cNvSpPr/>
            <p:nvPr/>
          </p:nvSpPr>
          <p:spPr>
            <a:xfrm rot="10800000">
              <a:off x="7828394"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C3C5798D-9C17-7805-04EF-43AC6EF03F3A}"/>
                </a:ext>
              </a:extLst>
            </p:cNvPr>
            <p:cNvSpPr/>
            <p:nvPr/>
          </p:nvSpPr>
          <p:spPr>
            <a:xfrm rot="10800000">
              <a:off x="7727971"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4608B74D-D740-D6FB-CE13-C2E516CDB15E}"/>
                </a:ext>
              </a:extLst>
            </p:cNvPr>
            <p:cNvSpPr/>
            <p:nvPr/>
          </p:nvSpPr>
          <p:spPr>
            <a:xfrm rot="10800000">
              <a:off x="762754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7B2A71D5-08BD-5EDF-F89D-876220361A64}"/>
                </a:ext>
              </a:extLst>
            </p:cNvPr>
            <p:cNvSpPr/>
            <p:nvPr/>
          </p:nvSpPr>
          <p:spPr>
            <a:xfrm rot="10800000">
              <a:off x="752712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5304D400-B041-1B3E-D22D-CD7CC45AFBE3}"/>
                </a:ext>
              </a:extLst>
            </p:cNvPr>
            <p:cNvSpPr/>
            <p:nvPr/>
          </p:nvSpPr>
          <p:spPr>
            <a:xfrm rot="10800000">
              <a:off x="742670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7D3FD4BD-2780-65FF-78B1-FF209B144EC1}"/>
                </a:ext>
              </a:extLst>
            </p:cNvPr>
            <p:cNvSpPr/>
            <p:nvPr/>
          </p:nvSpPr>
          <p:spPr>
            <a:xfrm rot="10800000">
              <a:off x="732627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46CB590B-5018-FE06-443D-2DAD6FE7793F}"/>
                </a:ext>
              </a:extLst>
            </p:cNvPr>
            <p:cNvSpPr/>
            <p:nvPr/>
          </p:nvSpPr>
          <p:spPr>
            <a:xfrm rot="10800000">
              <a:off x="722585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36FDC67B-D083-5E4E-84F4-0EBAB112BB3C}"/>
                </a:ext>
              </a:extLst>
            </p:cNvPr>
            <p:cNvSpPr/>
            <p:nvPr/>
          </p:nvSpPr>
          <p:spPr>
            <a:xfrm rot="10800000">
              <a:off x="712543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AC5BF5A1-1AA8-D489-14AE-1BC554388CC5}"/>
                </a:ext>
              </a:extLst>
            </p:cNvPr>
            <p:cNvSpPr/>
            <p:nvPr/>
          </p:nvSpPr>
          <p:spPr>
            <a:xfrm rot="10800000">
              <a:off x="702501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06A07617-00D9-2ABF-35D8-29252D0C8C19}"/>
                </a:ext>
              </a:extLst>
            </p:cNvPr>
            <p:cNvSpPr/>
            <p:nvPr/>
          </p:nvSpPr>
          <p:spPr>
            <a:xfrm rot="10800000">
              <a:off x="692458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16" name="Group 4715">
            <a:extLst>
              <a:ext uri="{FF2B5EF4-FFF2-40B4-BE49-F238E27FC236}">
                <a16:creationId xmlns:a16="http://schemas.microsoft.com/office/drawing/2014/main" id="{C621A9C6-C84F-41B0-301F-2F9BBB791FC5}"/>
              </a:ext>
            </a:extLst>
          </p:cNvPr>
          <p:cNvGrpSpPr/>
          <p:nvPr/>
        </p:nvGrpSpPr>
        <p:grpSpPr>
          <a:xfrm>
            <a:off x="2220931" y="4056175"/>
            <a:ext cx="2912265" cy="301135"/>
            <a:chOff x="1431222" y="2094918"/>
            <a:chExt cx="2912265" cy="301135"/>
          </a:xfrm>
        </p:grpSpPr>
        <p:sp>
          <p:nvSpPr>
            <p:cNvPr id="2338" name="Rectangle 2337">
              <a:extLst>
                <a:ext uri="{FF2B5EF4-FFF2-40B4-BE49-F238E27FC236}">
                  <a16:creationId xmlns:a16="http://schemas.microsoft.com/office/drawing/2014/main" id="{64060077-D7AA-5C41-CA88-17F5B42DD22B}"/>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 name="Rectangle 2338">
              <a:extLst>
                <a:ext uri="{FF2B5EF4-FFF2-40B4-BE49-F238E27FC236}">
                  <a16:creationId xmlns:a16="http://schemas.microsoft.com/office/drawing/2014/main" id="{2911B6E7-86D9-0D3F-8A1B-5ED1305EEE37}"/>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0" name="Rectangle 2339">
              <a:extLst>
                <a:ext uri="{FF2B5EF4-FFF2-40B4-BE49-F238E27FC236}">
                  <a16:creationId xmlns:a16="http://schemas.microsoft.com/office/drawing/2014/main" id="{AE232949-2BE6-871E-39FD-6950D9FF8CA6}"/>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7" name="Rectangle 3396">
              <a:extLst>
                <a:ext uri="{FF2B5EF4-FFF2-40B4-BE49-F238E27FC236}">
                  <a16:creationId xmlns:a16="http://schemas.microsoft.com/office/drawing/2014/main" id="{4887446D-346A-0045-0105-349F3C8F94AE}"/>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8" name="Rectangle 3397">
              <a:extLst>
                <a:ext uri="{FF2B5EF4-FFF2-40B4-BE49-F238E27FC236}">
                  <a16:creationId xmlns:a16="http://schemas.microsoft.com/office/drawing/2014/main" id="{6A85DCFB-F207-8032-8D22-C4AC2BEC4F9C}"/>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9" name="Rectangle 3398">
              <a:extLst>
                <a:ext uri="{FF2B5EF4-FFF2-40B4-BE49-F238E27FC236}">
                  <a16:creationId xmlns:a16="http://schemas.microsoft.com/office/drawing/2014/main" id="{964FA860-7FF5-CA8E-106A-5B96D5D64254}"/>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0" name="Rectangle 3399">
              <a:extLst>
                <a:ext uri="{FF2B5EF4-FFF2-40B4-BE49-F238E27FC236}">
                  <a16:creationId xmlns:a16="http://schemas.microsoft.com/office/drawing/2014/main" id="{230A5288-7932-444E-F1EB-27C7992ADF62}"/>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1" name="Rectangle 3400">
              <a:extLst>
                <a:ext uri="{FF2B5EF4-FFF2-40B4-BE49-F238E27FC236}">
                  <a16:creationId xmlns:a16="http://schemas.microsoft.com/office/drawing/2014/main" id="{71771530-79F7-94EC-41E1-DE398D937C51}"/>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8" name="Rectangle 4457">
              <a:extLst>
                <a:ext uri="{FF2B5EF4-FFF2-40B4-BE49-F238E27FC236}">
                  <a16:creationId xmlns:a16="http://schemas.microsoft.com/office/drawing/2014/main" id="{551AFC34-9B45-E79F-E002-86B9698503A5}"/>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2" name="Rectangle 4461">
              <a:extLst>
                <a:ext uri="{FF2B5EF4-FFF2-40B4-BE49-F238E27FC236}">
                  <a16:creationId xmlns:a16="http://schemas.microsoft.com/office/drawing/2014/main" id="{2BBEE527-206A-ED1E-24B6-BBD41C2CB75E}"/>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3" name="Rectangle 4462">
              <a:extLst>
                <a:ext uri="{FF2B5EF4-FFF2-40B4-BE49-F238E27FC236}">
                  <a16:creationId xmlns:a16="http://schemas.microsoft.com/office/drawing/2014/main" id="{DD3F82AE-5FB9-D577-7B95-833D2AE182E7}"/>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6" name="Rectangle 4465">
              <a:extLst>
                <a:ext uri="{FF2B5EF4-FFF2-40B4-BE49-F238E27FC236}">
                  <a16:creationId xmlns:a16="http://schemas.microsoft.com/office/drawing/2014/main" id="{F30B9EBF-0005-438A-17D8-12BF512A5FBE}"/>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7" name="Rectangle 4466">
              <a:extLst>
                <a:ext uri="{FF2B5EF4-FFF2-40B4-BE49-F238E27FC236}">
                  <a16:creationId xmlns:a16="http://schemas.microsoft.com/office/drawing/2014/main" id="{6ED71E5C-B948-C15E-BBA8-3F97F6DE2072}"/>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8" name="Rectangle 4467">
              <a:extLst>
                <a:ext uri="{FF2B5EF4-FFF2-40B4-BE49-F238E27FC236}">
                  <a16:creationId xmlns:a16="http://schemas.microsoft.com/office/drawing/2014/main" id="{CD23B6DA-7DEA-894B-0455-83D9422AA877}"/>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9" name="Rectangle 4468">
              <a:extLst>
                <a:ext uri="{FF2B5EF4-FFF2-40B4-BE49-F238E27FC236}">
                  <a16:creationId xmlns:a16="http://schemas.microsoft.com/office/drawing/2014/main" id="{72EE94EA-7CCD-BC18-4D4F-44D6769B31B9}"/>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0" name="Rectangle 4469">
              <a:extLst>
                <a:ext uri="{FF2B5EF4-FFF2-40B4-BE49-F238E27FC236}">
                  <a16:creationId xmlns:a16="http://schemas.microsoft.com/office/drawing/2014/main" id="{44035A74-127D-2AD6-6885-3AD7E70040AE}"/>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1" name="Rectangle 4470">
              <a:extLst>
                <a:ext uri="{FF2B5EF4-FFF2-40B4-BE49-F238E27FC236}">
                  <a16:creationId xmlns:a16="http://schemas.microsoft.com/office/drawing/2014/main" id="{186202D4-EDA2-E575-CA54-3BD5363E8DA3}"/>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2" name="Rectangle 4471">
              <a:extLst>
                <a:ext uri="{FF2B5EF4-FFF2-40B4-BE49-F238E27FC236}">
                  <a16:creationId xmlns:a16="http://schemas.microsoft.com/office/drawing/2014/main" id="{83516CE7-1EE2-CF6C-7CCD-D50CD4D2EA17}"/>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3" name="Rectangle 4472">
              <a:extLst>
                <a:ext uri="{FF2B5EF4-FFF2-40B4-BE49-F238E27FC236}">
                  <a16:creationId xmlns:a16="http://schemas.microsoft.com/office/drawing/2014/main" id="{FEC7BF94-3D71-C623-82EC-1961977E8B46}"/>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4" name="Rectangle 4473">
              <a:extLst>
                <a:ext uri="{FF2B5EF4-FFF2-40B4-BE49-F238E27FC236}">
                  <a16:creationId xmlns:a16="http://schemas.microsoft.com/office/drawing/2014/main" id="{39BA216E-E875-4E45-2910-056931873CC9}"/>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5" name="Rectangle 4474">
              <a:extLst>
                <a:ext uri="{FF2B5EF4-FFF2-40B4-BE49-F238E27FC236}">
                  <a16:creationId xmlns:a16="http://schemas.microsoft.com/office/drawing/2014/main" id="{F910A2EA-8BE1-5E68-0525-43D6FAFD659B}"/>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6" name="Rectangle 4475">
              <a:extLst>
                <a:ext uri="{FF2B5EF4-FFF2-40B4-BE49-F238E27FC236}">
                  <a16:creationId xmlns:a16="http://schemas.microsoft.com/office/drawing/2014/main" id="{426F2B57-4ED4-340C-90A6-804EE128FA06}"/>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7" name="Rectangle 4476">
              <a:extLst>
                <a:ext uri="{FF2B5EF4-FFF2-40B4-BE49-F238E27FC236}">
                  <a16:creationId xmlns:a16="http://schemas.microsoft.com/office/drawing/2014/main" id="{E105B044-8087-2FD4-CD16-06EDB7D3E6EE}"/>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8" name="Rectangle 4477">
              <a:extLst>
                <a:ext uri="{FF2B5EF4-FFF2-40B4-BE49-F238E27FC236}">
                  <a16:creationId xmlns:a16="http://schemas.microsoft.com/office/drawing/2014/main" id="{8D947FB7-CEE6-A720-A6BD-095ED61F0142}"/>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9" name="Rectangle 4478">
              <a:extLst>
                <a:ext uri="{FF2B5EF4-FFF2-40B4-BE49-F238E27FC236}">
                  <a16:creationId xmlns:a16="http://schemas.microsoft.com/office/drawing/2014/main" id="{BB6AFAC9-365E-FAD4-8FD2-91E5F4993354}"/>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0" name="Rectangle 4479">
              <a:extLst>
                <a:ext uri="{FF2B5EF4-FFF2-40B4-BE49-F238E27FC236}">
                  <a16:creationId xmlns:a16="http://schemas.microsoft.com/office/drawing/2014/main" id="{06A66D0B-C56F-28F7-E27D-4AA2FA84E64C}"/>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1" name="Rectangle 4480">
              <a:extLst>
                <a:ext uri="{FF2B5EF4-FFF2-40B4-BE49-F238E27FC236}">
                  <a16:creationId xmlns:a16="http://schemas.microsoft.com/office/drawing/2014/main" id="{E8F29133-7DA4-E108-4B9D-D65D492F630D}"/>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2" name="Rectangle 4481">
              <a:extLst>
                <a:ext uri="{FF2B5EF4-FFF2-40B4-BE49-F238E27FC236}">
                  <a16:creationId xmlns:a16="http://schemas.microsoft.com/office/drawing/2014/main" id="{9D3AA480-55BE-3F10-5323-80D9B98EC1A5}"/>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3" name="Rectangle 4482">
              <a:extLst>
                <a:ext uri="{FF2B5EF4-FFF2-40B4-BE49-F238E27FC236}">
                  <a16:creationId xmlns:a16="http://schemas.microsoft.com/office/drawing/2014/main" id="{003589C7-16E0-33C2-050E-BBF3135A544F}"/>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4" name="Rectangle 4483">
              <a:extLst>
                <a:ext uri="{FF2B5EF4-FFF2-40B4-BE49-F238E27FC236}">
                  <a16:creationId xmlns:a16="http://schemas.microsoft.com/office/drawing/2014/main" id="{37A1BDEE-FF82-F474-42EB-85E920CE90B3}"/>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5" name="Rectangle 4484">
              <a:extLst>
                <a:ext uri="{FF2B5EF4-FFF2-40B4-BE49-F238E27FC236}">
                  <a16:creationId xmlns:a16="http://schemas.microsoft.com/office/drawing/2014/main" id="{4E5BF64F-EBDC-D1D8-80FE-CF9E95377C4F}"/>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6" name="Rectangle 4485">
              <a:extLst>
                <a:ext uri="{FF2B5EF4-FFF2-40B4-BE49-F238E27FC236}">
                  <a16:creationId xmlns:a16="http://schemas.microsoft.com/office/drawing/2014/main" id="{3EE637B8-25F9-01D6-C23A-2D461D314FCB}"/>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7" name="Rectangle 4486">
              <a:extLst>
                <a:ext uri="{FF2B5EF4-FFF2-40B4-BE49-F238E27FC236}">
                  <a16:creationId xmlns:a16="http://schemas.microsoft.com/office/drawing/2014/main" id="{F4F0D459-28C8-97C2-5291-4332CA0AC785}"/>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8" name="Rectangle 4487">
              <a:extLst>
                <a:ext uri="{FF2B5EF4-FFF2-40B4-BE49-F238E27FC236}">
                  <a16:creationId xmlns:a16="http://schemas.microsoft.com/office/drawing/2014/main" id="{9F269A5C-48C1-DF50-8495-C243412CC6CC}"/>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9" name="Rectangle 4488">
              <a:extLst>
                <a:ext uri="{FF2B5EF4-FFF2-40B4-BE49-F238E27FC236}">
                  <a16:creationId xmlns:a16="http://schemas.microsoft.com/office/drawing/2014/main" id="{D6174C2B-4E30-AAD8-5B21-A99B7146AB3A}"/>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0" name="Rectangle 4489">
              <a:extLst>
                <a:ext uri="{FF2B5EF4-FFF2-40B4-BE49-F238E27FC236}">
                  <a16:creationId xmlns:a16="http://schemas.microsoft.com/office/drawing/2014/main" id="{4C04906B-634C-9C14-B5EF-57A1E72A942D}"/>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1" name="Rectangle 4490">
              <a:extLst>
                <a:ext uri="{FF2B5EF4-FFF2-40B4-BE49-F238E27FC236}">
                  <a16:creationId xmlns:a16="http://schemas.microsoft.com/office/drawing/2014/main" id="{A1D67AEC-8550-7901-8858-D2C07AF86EEA}"/>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2" name="Rectangle 4491">
              <a:extLst>
                <a:ext uri="{FF2B5EF4-FFF2-40B4-BE49-F238E27FC236}">
                  <a16:creationId xmlns:a16="http://schemas.microsoft.com/office/drawing/2014/main" id="{B3DB5608-46B0-38F2-E56E-F12639729C80}"/>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3" name="Rectangle 4492">
              <a:extLst>
                <a:ext uri="{FF2B5EF4-FFF2-40B4-BE49-F238E27FC236}">
                  <a16:creationId xmlns:a16="http://schemas.microsoft.com/office/drawing/2014/main" id="{AEAB9820-23CC-6372-B0C0-113A0C7F56C0}"/>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4" name="Rectangle 4493">
              <a:extLst>
                <a:ext uri="{FF2B5EF4-FFF2-40B4-BE49-F238E27FC236}">
                  <a16:creationId xmlns:a16="http://schemas.microsoft.com/office/drawing/2014/main" id="{56A399EE-E2EE-2578-0742-86631261C55E}"/>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5" name="Rectangle 4494">
              <a:extLst>
                <a:ext uri="{FF2B5EF4-FFF2-40B4-BE49-F238E27FC236}">
                  <a16:creationId xmlns:a16="http://schemas.microsoft.com/office/drawing/2014/main" id="{0414F4E0-97AB-1ECA-293E-0F7F2D827E6B}"/>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6" name="Rectangle 4495">
              <a:extLst>
                <a:ext uri="{FF2B5EF4-FFF2-40B4-BE49-F238E27FC236}">
                  <a16:creationId xmlns:a16="http://schemas.microsoft.com/office/drawing/2014/main" id="{404EDC20-58D3-F022-53D9-7B35CB2A79C2}"/>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7" name="Rectangle 4496">
              <a:extLst>
                <a:ext uri="{FF2B5EF4-FFF2-40B4-BE49-F238E27FC236}">
                  <a16:creationId xmlns:a16="http://schemas.microsoft.com/office/drawing/2014/main" id="{192EB1CC-8DF5-B38E-D3B7-350915731DD1}"/>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8" name="Rectangle 4497">
              <a:extLst>
                <a:ext uri="{FF2B5EF4-FFF2-40B4-BE49-F238E27FC236}">
                  <a16:creationId xmlns:a16="http://schemas.microsoft.com/office/drawing/2014/main" id="{D95F29B1-CA14-727B-0EFE-2BB7E00BAF8A}"/>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9" name="Rectangle 4498">
              <a:extLst>
                <a:ext uri="{FF2B5EF4-FFF2-40B4-BE49-F238E27FC236}">
                  <a16:creationId xmlns:a16="http://schemas.microsoft.com/office/drawing/2014/main" id="{C6F86D60-7DD2-2753-324E-350335721188}"/>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0" name="Rectangle 4499">
              <a:extLst>
                <a:ext uri="{FF2B5EF4-FFF2-40B4-BE49-F238E27FC236}">
                  <a16:creationId xmlns:a16="http://schemas.microsoft.com/office/drawing/2014/main" id="{96DBCC5B-6130-371C-B6BA-AED1FE1D620A}"/>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1" name="Rectangle 4500">
              <a:extLst>
                <a:ext uri="{FF2B5EF4-FFF2-40B4-BE49-F238E27FC236}">
                  <a16:creationId xmlns:a16="http://schemas.microsoft.com/office/drawing/2014/main" id="{F2A7DA6E-8791-F1D2-286D-03C7AA88F669}"/>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2" name="Rectangle 4501">
              <a:extLst>
                <a:ext uri="{FF2B5EF4-FFF2-40B4-BE49-F238E27FC236}">
                  <a16:creationId xmlns:a16="http://schemas.microsoft.com/office/drawing/2014/main" id="{4DD1A107-8CE4-D9BB-648E-6C1EF50ED387}"/>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3" name="Rectangle 4502">
              <a:extLst>
                <a:ext uri="{FF2B5EF4-FFF2-40B4-BE49-F238E27FC236}">
                  <a16:creationId xmlns:a16="http://schemas.microsoft.com/office/drawing/2014/main" id="{6915A0C2-0BC5-DF8B-BB34-F898C49BD3F7}"/>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4" name="Rectangle 4503">
              <a:extLst>
                <a:ext uri="{FF2B5EF4-FFF2-40B4-BE49-F238E27FC236}">
                  <a16:creationId xmlns:a16="http://schemas.microsoft.com/office/drawing/2014/main" id="{1EC8B4F2-7DD8-B82C-1A34-DDF17C005CA2}"/>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 name="Rectangle 4504">
              <a:extLst>
                <a:ext uri="{FF2B5EF4-FFF2-40B4-BE49-F238E27FC236}">
                  <a16:creationId xmlns:a16="http://schemas.microsoft.com/office/drawing/2014/main" id="{CBC6734D-30D0-03E9-10EF-01039B674600}"/>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6" name="Rectangle 4505">
              <a:extLst>
                <a:ext uri="{FF2B5EF4-FFF2-40B4-BE49-F238E27FC236}">
                  <a16:creationId xmlns:a16="http://schemas.microsoft.com/office/drawing/2014/main" id="{FF0AF356-42AF-67E6-D912-DC048255744A}"/>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7" name="Rectangle 4506">
              <a:extLst>
                <a:ext uri="{FF2B5EF4-FFF2-40B4-BE49-F238E27FC236}">
                  <a16:creationId xmlns:a16="http://schemas.microsoft.com/office/drawing/2014/main" id="{2432392A-EA2E-985A-0CDA-94D1F9E625C0}"/>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8" name="Rectangle 4507">
              <a:extLst>
                <a:ext uri="{FF2B5EF4-FFF2-40B4-BE49-F238E27FC236}">
                  <a16:creationId xmlns:a16="http://schemas.microsoft.com/office/drawing/2014/main" id="{04D1C26F-BC20-83DC-1C2B-62567AE9CF29}"/>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9" name="Rectangle 4508">
              <a:extLst>
                <a:ext uri="{FF2B5EF4-FFF2-40B4-BE49-F238E27FC236}">
                  <a16:creationId xmlns:a16="http://schemas.microsoft.com/office/drawing/2014/main" id="{4675652C-8DA6-1894-D86F-947DD4DC408B}"/>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0" name="Rectangle 4509">
              <a:extLst>
                <a:ext uri="{FF2B5EF4-FFF2-40B4-BE49-F238E27FC236}">
                  <a16:creationId xmlns:a16="http://schemas.microsoft.com/office/drawing/2014/main" id="{FD970B03-2284-7932-88C8-E3BDED149A0C}"/>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1" name="Rectangle 4510">
              <a:extLst>
                <a:ext uri="{FF2B5EF4-FFF2-40B4-BE49-F238E27FC236}">
                  <a16:creationId xmlns:a16="http://schemas.microsoft.com/office/drawing/2014/main" id="{6A3FDAAF-5EAD-A3DB-695C-27307A63190E}"/>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2" name="Rectangle 4511">
              <a:extLst>
                <a:ext uri="{FF2B5EF4-FFF2-40B4-BE49-F238E27FC236}">
                  <a16:creationId xmlns:a16="http://schemas.microsoft.com/office/drawing/2014/main" id="{4BB0D83C-9257-6AF5-EC54-E56F27EE47B4}"/>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3" name="Rectangle 4512">
              <a:extLst>
                <a:ext uri="{FF2B5EF4-FFF2-40B4-BE49-F238E27FC236}">
                  <a16:creationId xmlns:a16="http://schemas.microsoft.com/office/drawing/2014/main" id="{77725B25-EB78-9F46-608A-1D6C7932CFAD}"/>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4" name="Rectangle 4513">
              <a:extLst>
                <a:ext uri="{FF2B5EF4-FFF2-40B4-BE49-F238E27FC236}">
                  <a16:creationId xmlns:a16="http://schemas.microsoft.com/office/drawing/2014/main" id="{DC928C2E-2C48-2C4D-49AF-BED51680B16A}"/>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5" name="Rectangle 4514">
              <a:extLst>
                <a:ext uri="{FF2B5EF4-FFF2-40B4-BE49-F238E27FC236}">
                  <a16:creationId xmlns:a16="http://schemas.microsoft.com/office/drawing/2014/main" id="{7FBA8A30-D36D-9E07-1DA3-3065A5C7C48A}"/>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6" name="Rectangle 4515">
              <a:extLst>
                <a:ext uri="{FF2B5EF4-FFF2-40B4-BE49-F238E27FC236}">
                  <a16:creationId xmlns:a16="http://schemas.microsoft.com/office/drawing/2014/main" id="{AD861768-2BF4-16B9-11A6-F4F20584966E}"/>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7" name="Rectangle 4516">
              <a:extLst>
                <a:ext uri="{FF2B5EF4-FFF2-40B4-BE49-F238E27FC236}">
                  <a16:creationId xmlns:a16="http://schemas.microsoft.com/office/drawing/2014/main" id="{2527C899-1040-3422-AB2A-020D17BD4BD4}"/>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8" name="Rectangle 4517">
              <a:extLst>
                <a:ext uri="{FF2B5EF4-FFF2-40B4-BE49-F238E27FC236}">
                  <a16:creationId xmlns:a16="http://schemas.microsoft.com/office/drawing/2014/main" id="{CED25A5C-1893-FCDF-546D-95FAAC9A6831}"/>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9" name="Rectangle 4518">
              <a:extLst>
                <a:ext uri="{FF2B5EF4-FFF2-40B4-BE49-F238E27FC236}">
                  <a16:creationId xmlns:a16="http://schemas.microsoft.com/office/drawing/2014/main" id="{A816CD5F-FC77-0AEB-BB64-5C1BEDFCC143}"/>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0" name="Rectangle 4519">
              <a:extLst>
                <a:ext uri="{FF2B5EF4-FFF2-40B4-BE49-F238E27FC236}">
                  <a16:creationId xmlns:a16="http://schemas.microsoft.com/office/drawing/2014/main" id="{BC282940-4BC4-7CE5-23A9-27ACF9238850}"/>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1" name="Rectangle 4520">
              <a:extLst>
                <a:ext uri="{FF2B5EF4-FFF2-40B4-BE49-F238E27FC236}">
                  <a16:creationId xmlns:a16="http://schemas.microsoft.com/office/drawing/2014/main" id="{DC5440AA-323B-B9FF-1486-1694084FBE77}"/>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2" name="Rectangle 4521">
              <a:extLst>
                <a:ext uri="{FF2B5EF4-FFF2-40B4-BE49-F238E27FC236}">
                  <a16:creationId xmlns:a16="http://schemas.microsoft.com/office/drawing/2014/main" id="{E7877603-08DA-9A09-331B-588D0940ACC5}"/>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3" name="Rectangle 4522">
              <a:extLst>
                <a:ext uri="{FF2B5EF4-FFF2-40B4-BE49-F238E27FC236}">
                  <a16:creationId xmlns:a16="http://schemas.microsoft.com/office/drawing/2014/main" id="{CAABC0C1-1A0D-D982-C147-021D1E414B94}"/>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4" name="Rectangle 4523">
              <a:extLst>
                <a:ext uri="{FF2B5EF4-FFF2-40B4-BE49-F238E27FC236}">
                  <a16:creationId xmlns:a16="http://schemas.microsoft.com/office/drawing/2014/main" id="{4050406A-D048-009E-21B2-563AB6893184}"/>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5" name="Rectangle 4524">
              <a:extLst>
                <a:ext uri="{FF2B5EF4-FFF2-40B4-BE49-F238E27FC236}">
                  <a16:creationId xmlns:a16="http://schemas.microsoft.com/office/drawing/2014/main" id="{C2E78368-BED8-E7D2-8258-FA3BDF033210}"/>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6" name="Rectangle 4525">
              <a:extLst>
                <a:ext uri="{FF2B5EF4-FFF2-40B4-BE49-F238E27FC236}">
                  <a16:creationId xmlns:a16="http://schemas.microsoft.com/office/drawing/2014/main" id="{528F762F-8DCB-148F-11C0-2E9F737BCFD4}"/>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7" name="Rectangle 4526">
              <a:extLst>
                <a:ext uri="{FF2B5EF4-FFF2-40B4-BE49-F238E27FC236}">
                  <a16:creationId xmlns:a16="http://schemas.microsoft.com/office/drawing/2014/main" id="{9E2F0363-1CA7-FA80-7838-31EDF0C82B0C}"/>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8" name="Rectangle 4527">
              <a:extLst>
                <a:ext uri="{FF2B5EF4-FFF2-40B4-BE49-F238E27FC236}">
                  <a16:creationId xmlns:a16="http://schemas.microsoft.com/office/drawing/2014/main" id="{2998EB3B-6C8D-1449-A95B-C6A2D6C59731}"/>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9" name="Rectangle 4528">
              <a:extLst>
                <a:ext uri="{FF2B5EF4-FFF2-40B4-BE49-F238E27FC236}">
                  <a16:creationId xmlns:a16="http://schemas.microsoft.com/office/drawing/2014/main" id="{8DA159AE-5F98-9D1E-0D27-609F06D09CDA}"/>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0" name="Rectangle 4529">
              <a:extLst>
                <a:ext uri="{FF2B5EF4-FFF2-40B4-BE49-F238E27FC236}">
                  <a16:creationId xmlns:a16="http://schemas.microsoft.com/office/drawing/2014/main" id="{0916A4C6-26A3-62D8-BD4E-16BBCA207FFE}"/>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1" name="Rectangle 4530">
              <a:extLst>
                <a:ext uri="{FF2B5EF4-FFF2-40B4-BE49-F238E27FC236}">
                  <a16:creationId xmlns:a16="http://schemas.microsoft.com/office/drawing/2014/main" id="{0C55E94B-30DF-658D-18DC-0040AF0D12A8}"/>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2" name="Rectangle 4531">
              <a:extLst>
                <a:ext uri="{FF2B5EF4-FFF2-40B4-BE49-F238E27FC236}">
                  <a16:creationId xmlns:a16="http://schemas.microsoft.com/office/drawing/2014/main" id="{9FC34A78-5FB3-7134-AE8F-1F89E60F42A0}"/>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3" name="Rectangle 4532">
              <a:extLst>
                <a:ext uri="{FF2B5EF4-FFF2-40B4-BE49-F238E27FC236}">
                  <a16:creationId xmlns:a16="http://schemas.microsoft.com/office/drawing/2014/main" id="{F1CD390C-3C81-9652-B876-7FD5D83D2BE1}"/>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4" name="Rectangle 4533">
              <a:extLst>
                <a:ext uri="{FF2B5EF4-FFF2-40B4-BE49-F238E27FC236}">
                  <a16:creationId xmlns:a16="http://schemas.microsoft.com/office/drawing/2014/main" id="{53211CA7-7E79-F0E4-1277-573D01AFE967}"/>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5" name="Rectangle 4534">
              <a:extLst>
                <a:ext uri="{FF2B5EF4-FFF2-40B4-BE49-F238E27FC236}">
                  <a16:creationId xmlns:a16="http://schemas.microsoft.com/office/drawing/2014/main" id="{33DFE335-CD6C-5F2C-0CDE-997C9C95B7DA}"/>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6" name="Rectangle 4535">
              <a:extLst>
                <a:ext uri="{FF2B5EF4-FFF2-40B4-BE49-F238E27FC236}">
                  <a16:creationId xmlns:a16="http://schemas.microsoft.com/office/drawing/2014/main" id="{AC5B48D6-859F-FBF8-16A7-38CA8FEA59BA}"/>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7" name="Rectangle 4536">
              <a:extLst>
                <a:ext uri="{FF2B5EF4-FFF2-40B4-BE49-F238E27FC236}">
                  <a16:creationId xmlns:a16="http://schemas.microsoft.com/office/drawing/2014/main" id="{95230C10-449E-DA80-AC7C-A7767BCE5346}"/>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8" name="Rectangle 4537">
              <a:extLst>
                <a:ext uri="{FF2B5EF4-FFF2-40B4-BE49-F238E27FC236}">
                  <a16:creationId xmlns:a16="http://schemas.microsoft.com/office/drawing/2014/main" id="{660C7E8F-5C91-0C77-F878-01DEB07E2C54}"/>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9" name="Rectangle 4538">
              <a:extLst>
                <a:ext uri="{FF2B5EF4-FFF2-40B4-BE49-F238E27FC236}">
                  <a16:creationId xmlns:a16="http://schemas.microsoft.com/office/drawing/2014/main" id="{B3791662-5894-40DF-E59A-7CFBEFE56BE9}"/>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0" name="Rectangle 4539">
              <a:extLst>
                <a:ext uri="{FF2B5EF4-FFF2-40B4-BE49-F238E27FC236}">
                  <a16:creationId xmlns:a16="http://schemas.microsoft.com/office/drawing/2014/main" id="{7F053F1C-E7FB-7DB5-AD6D-C5AF25FA7864}"/>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1" name="Rectangle 4540">
              <a:extLst>
                <a:ext uri="{FF2B5EF4-FFF2-40B4-BE49-F238E27FC236}">
                  <a16:creationId xmlns:a16="http://schemas.microsoft.com/office/drawing/2014/main" id="{F9F1713C-E503-E11B-08A7-D7BD04E1FF0B}"/>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17" name="Group 4716">
            <a:extLst>
              <a:ext uri="{FF2B5EF4-FFF2-40B4-BE49-F238E27FC236}">
                <a16:creationId xmlns:a16="http://schemas.microsoft.com/office/drawing/2014/main" id="{D7FAED23-3B47-87DD-75CD-E658547DF4B6}"/>
              </a:ext>
            </a:extLst>
          </p:cNvPr>
          <p:cNvGrpSpPr/>
          <p:nvPr/>
        </p:nvGrpSpPr>
        <p:grpSpPr>
          <a:xfrm>
            <a:off x="5039040" y="4394556"/>
            <a:ext cx="2912265" cy="301135"/>
            <a:chOff x="1431222" y="2094918"/>
            <a:chExt cx="2912265" cy="301135"/>
          </a:xfrm>
        </p:grpSpPr>
        <p:sp>
          <p:nvSpPr>
            <p:cNvPr id="4718" name="Rectangle 4717">
              <a:extLst>
                <a:ext uri="{FF2B5EF4-FFF2-40B4-BE49-F238E27FC236}">
                  <a16:creationId xmlns:a16="http://schemas.microsoft.com/office/drawing/2014/main" id="{FB9E7193-37CC-0551-DDB7-F597D6E7D1C7}"/>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9" name="Rectangle 4718">
              <a:extLst>
                <a:ext uri="{FF2B5EF4-FFF2-40B4-BE49-F238E27FC236}">
                  <a16:creationId xmlns:a16="http://schemas.microsoft.com/office/drawing/2014/main" id="{16D35AFC-ABE0-40D9-8B8D-5F5C235797B5}"/>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0" name="Rectangle 4719">
              <a:extLst>
                <a:ext uri="{FF2B5EF4-FFF2-40B4-BE49-F238E27FC236}">
                  <a16:creationId xmlns:a16="http://schemas.microsoft.com/office/drawing/2014/main" id="{F23E480A-341C-4B83-A41C-1F51FCE7E97F}"/>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1" name="Rectangle 4720">
              <a:extLst>
                <a:ext uri="{FF2B5EF4-FFF2-40B4-BE49-F238E27FC236}">
                  <a16:creationId xmlns:a16="http://schemas.microsoft.com/office/drawing/2014/main" id="{C73E79C7-E950-ACE7-A5CC-6D486BAA2600}"/>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2" name="Rectangle 4721">
              <a:extLst>
                <a:ext uri="{FF2B5EF4-FFF2-40B4-BE49-F238E27FC236}">
                  <a16:creationId xmlns:a16="http://schemas.microsoft.com/office/drawing/2014/main" id="{E0E4956F-6D82-59D3-4340-FFB4C47AEA42}"/>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3" name="Rectangle 4722">
              <a:extLst>
                <a:ext uri="{FF2B5EF4-FFF2-40B4-BE49-F238E27FC236}">
                  <a16:creationId xmlns:a16="http://schemas.microsoft.com/office/drawing/2014/main" id="{10C06758-DB68-32DE-1FB5-4C531625C995}"/>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4" name="Rectangle 4723">
              <a:extLst>
                <a:ext uri="{FF2B5EF4-FFF2-40B4-BE49-F238E27FC236}">
                  <a16:creationId xmlns:a16="http://schemas.microsoft.com/office/drawing/2014/main" id="{5B118FD1-FD8F-F6E2-A1D5-F229FDA10C06}"/>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5" name="Rectangle 4724">
              <a:extLst>
                <a:ext uri="{FF2B5EF4-FFF2-40B4-BE49-F238E27FC236}">
                  <a16:creationId xmlns:a16="http://schemas.microsoft.com/office/drawing/2014/main" id="{5868B090-97D1-5325-861E-EC06C87DF2D8}"/>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6" name="Rectangle 4725">
              <a:extLst>
                <a:ext uri="{FF2B5EF4-FFF2-40B4-BE49-F238E27FC236}">
                  <a16:creationId xmlns:a16="http://schemas.microsoft.com/office/drawing/2014/main" id="{A6DBD006-474C-A42E-83F7-6D6934292A8C}"/>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7" name="Rectangle 4726">
              <a:extLst>
                <a:ext uri="{FF2B5EF4-FFF2-40B4-BE49-F238E27FC236}">
                  <a16:creationId xmlns:a16="http://schemas.microsoft.com/office/drawing/2014/main" id="{3A67D7AB-F517-A0BA-4373-0DE49AA9D35B}"/>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8" name="Rectangle 4727">
              <a:extLst>
                <a:ext uri="{FF2B5EF4-FFF2-40B4-BE49-F238E27FC236}">
                  <a16:creationId xmlns:a16="http://schemas.microsoft.com/office/drawing/2014/main" id="{BF9607C1-8E70-A563-4A00-C3096C246717}"/>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9" name="Rectangle 4728">
              <a:extLst>
                <a:ext uri="{FF2B5EF4-FFF2-40B4-BE49-F238E27FC236}">
                  <a16:creationId xmlns:a16="http://schemas.microsoft.com/office/drawing/2014/main" id="{9C21DE57-E98A-F4CE-6873-90C1E1B622B6}"/>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0" name="Rectangle 4729">
              <a:extLst>
                <a:ext uri="{FF2B5EF4-FFF2-40B4-BE49-F238E27FC236}">
                  <a16:creationId xmlns:a16="http://schemas.microsoft.com/office/drawing/2014/main" id="{B0632A41-4343-2E07-3C3F-710B7621A6FF}"/>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1" name="Rectangle 4730">
              <a:extLst>
                <a:ext uri="{FF2B5EF4-FFF2-40B4-BE49-F238E27FC236}">
                  <a16:creationId xmlns:a16="http://schemas.microsoft.com/office/drawing/2014/main" id="{FB1050C3-BC55-68FF-B060-4D9EE5CA3759}"/>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2" name="Rectangle 4731">
              <a:extLst>
                <a:ext uri="{FF2B5EF4-FFF2-40B4-BE49-F238E27FC236}">
                  <a16:creationId xmlns:a16="http://schemas.microsoft.com/office/drawing/2014/main" id="{8A2725D6-A59F-16A3-492D-A069292D53B8}"/>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3" name="Rectangle 4732">
              <a:extLst>
                <a:ext uri="{FF2B5EF4-FFF2-40B4-BE49-F238E27FC236}">
                  <a16:creationId xmlns:a16="http://schemas.microsoft.com/office/drawing/2014/main" id="{A7D42FA8-AB28-F5CF-F4EA-E2EC8D47696C}"/>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4" name="Rectangle 4733">
              <a:extLst>
                <a:ext uri="{FF2B5EF4-FFF2-40B4-BE49-F238E27FC236}">
                  <a16:creationId xmlns:a16="http://schemas.microsoft.com/office/drawing/2014/main" id="{4448EE17-EE7E-C3BF-E4C6-334CC1931B54}"/>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5" name="Rectangle 4734">
              <a:extLst>
                <a:ext uri="{FF2B5EF4-FFF2-40B4-BE49-F238E27FC236}">
                  <a16:creationId xmlns:a16="http://schemas.microsoft.com/office/drawing/2014/main" id="{E4A7F186-7752-4D7A-3CDC-010DC059283C}"/>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6" name="Rectangle 4735">
              <a:extLst>
                <a:ext uri="{FF2B5EF4-FFF2-40B4-BE49-F238E27FC236}">
                  <a16:creationId xmlns:a16="http://schemas.microsoft.com/office/drawing/2014/main" id="{F50D7AB7-036F-3226-A437-B134E1B9CE13}"/>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7" name="Rectangle 4736">
              <a:extLst>
                <a:ext uri="{FF2B5EF4-FFF2-40B4-BE49-F238E27FC236}">
                  <a16:creationId xmlns:a16="http://schemas.microsoft.com/office/drawing/2014/main" id="{638B301C-D3FA-D8DB-7978-1181DAB5F273}"/>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8" name="Rectangle 4737">
              <a:extLst>
                <a:ext uri="{FF2B5EF4-FFF2-40B4-BE49-F238E27FC236}">
                  <a16:creationId xmlns:a16="http://schemas.microsoft.com/office/drawing/2014/main" id="{C8EB7C17-8E23-DB97-EDEA-72E31F728EA2}"/>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9" name="Rectangle 4738">
              <a:extLst>
                <a:ext uri="{FF2B5EF4-FFF2-40B4-BE49-F238E27FC236}">
                  <a16:creationId xmlns:a16="http://schemas.microsoft.com/office/drawing/2014/main" id="{AD580451-B0F3-4831-540F-D951C2B6428D}"/>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0" name="Rectangle 4739">
              <a:extLst>
                <a:ext uri="{FF2B5EF4-FFF2-40B4-BE49-F238E27FC236}">
                  <a16:creationId xmlns:a16="http://schemas.microsoft.com/office/drawing/2014/main" id="{359662F5-68D8-59FA-BCB3-7A24E3D448DD}"/>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1" name="Rectangle 4740">
              <a:extLst>
                <a:ext uri="{FF2B5EF4-FFF2-40B4-BE49-F238E27FC236}">
                  <a16:creationId xmlns:a16="http://schemas.microsoft.com/office/drawing/2014/main" id="{00D03C41-D03C-4A6C-4288-DA0712A4F4FF}"/>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2" name="Rectangle 4741">
              <a:extLst>
                <a:ext uri="{FF2B5EF4-FFF2-40B4-BE49-F238E27FC236}">
                  <a16:creationId xmlns:a16="http://schemas.microsoft.com/office/drawing/2014/main" id="{05BE9C76-434A-89DD-9C55-E05B6D63FA46}"/>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3" name="Rectangle 4742">
              <a:extLst>
                <a:ext uri="{FF2B5EF4-FFF2-40B4-BE49-F238E27FC236}">
                  <a16:creationId xmlns:a16="http://schemas.microsoft.com/office/drawing/2014/main" id="{C3AF7311-BE46-EFB9-79FA-AA89AA4667FF}"/>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4" name="Rectangle 4743">
              <a:extLst>
                <a:ext uri="{FF2B5EF4-FFF2-40B4-BE49-F238E27FC236}">
                  <a16:creationId xmlns:a16="http://schemas.microsoft.com/office/drawing/2014/main" id="{2FAAADDE-D45F-86E0-C4C1-42D317F3DFC0}"/>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5" name="Rectangle 4744">
              <a:extLst>
                <a:ext uri="{FF2B5EF4-FFF2-40B4-BE49-F238E27FC236}">
                  <a16:creationId xmlns:a16="http://schemas.microsoft.com/office/drawing/2014/main" id="{602ECBD6-4FFE-CA47-2066-69942216C81A}"/>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6" name="Rectangle 4745">
              <a:extLst>
                <a:ext uri="{FF2B5EF4-FFF2-40B4-BE49-F238E27FC236}">
                  <a16:creationId xmlns:a16="http://schemas.microsoft.com/office/drawing/2014/main" id="{1F59049F-864E-CE22-C600-0DBA1AF4BD35}"/>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7" name="Rectangle 4746">
              <a:extLst>
                <a:ext uri="{FF2B5EF4-FFF2-40B4-BE49-F238E27FC236}">
                  <a16:creationId xmlns:a16="http://schemas.microsoft.com/office/drawing/2014/main" id="{0DEE4222-457D-8E3B-9506-5BE8EA8CD155}"/>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8" name="Rectangle 4747">
              <a:extLst>
                <a:ext uri="{FF2B5EF4-FFF2-40B4-BE49-F238E27FC236}">
                  <a16:creationId xmlns:a16="http://schemas.microsoft.com/office/drawing/2014/main" id="{B535F9D0-59FB-927B-6F55-B86F5AA71121}"/>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9" name="Rectangle 4748">
              <a:extLst>
                <a:ext uri="{FF2B5EF4-FFF2-40B4-BE49-F238E27FC236}">
                  <a16:creationId xmlns:a16="http://schemas.microsoft.com/office/drawing/2014/main" id="{5C203D82-2365-BB16-BEF8-1B70725B2528}"/>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0" name="Rectangle 4749">
              <a:extLst>
                <a:ext uri="{FF2B5EF4-FFF2-40B4-BE49-F238E27FC236}">
                  <a16:creationId xmlns:a16="http://schemas.microsoft.com/office/drawing/2014/main" id="{5430E0FF-A62B-9606-DB4E-FD0942B1D14B}"/>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1" name="Rectangle 4750">
              <a:extLst>
                <a:ext uri="{FF2B5EF4-FFF2-40B4-BE49-F238E27FC236}">
                  <a16:creationId xmlns:a16="http://schemas.microsoft.com/office/drawing/2014/main" id="{95F20332-D00C-D9B0-B832-42AD797938E4}"/>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2" name="Rectangle 4751">
              <a:extLst>
                <a:ext uri="{FF2B5EF4-FFF2-40B4-BE49-F238E27FC236}">
                  <a16:creationId xmlns:a16="http://schemas.microsoft.com/office/drawing/2014/main" id="{0AD5B32E-5BE2-16FC-F33B-77B46CBF262B}"/>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3" name="Rectangle 4752">
              <a:extLst>
                <a:ext uri="{FF2B5EF4-FFF2-40B4-BE49-F238E27FC236}">
                  <a16:creationId xmlns:a16="http://schemas.microsoft.com/office/drawing/2014/main" id="{C38B8EB0-FA14-2D0C-C380-343547DA93C9}"/>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4" name="Rectangle 4753">
              <a:extLst>
                <a:ext uri="{FF2B5EF4-FFF2-40B4-BE49-F238E27FC236}">
                  <a16:creationId xmlns:a16="http://schemas.microsoft.com/office/drawing/2014/main" id="{68642F6A-8AC3-DFF0-8A22-0A805C1891AE}"/>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5" name="Rectangle 4754">
              <a:extLst>
                <a:ext uri="{FF2B5EF4-FFF2-40B4-BE49-F238E27FC236}">
                  <a16:creationId xmlns:a16="http://schemas.microsoft.com/office/drawing/2014/main" id="{3EFFBB62-CF1A-3825-B580-48629564C1CA}"/>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6" name="Rectangle 4755">
              <a:extLst>
                <a:ext uri="{FF2B5EF4-FFF2-40B4-BE49-F238E27FC236}">
                  <a16:creationId xmlns:a16="http://schemas.microsoft.com/office/drawing/2014/main" id="{B92A43D7-23BF-5F58-8E48-4B1292135858}"/>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7" name="Rectangle 4756">
              <a:extLst>
                <a:ext uri="{FF2B5EF4-FFF2-40B4-BE49-F238E27FC236}">
                  <a16:creationId xmlns:a16="http://schemas.microsoft.com/office/drawing/2014/main" id="{37DEBBF7-0DE0-82A1-5ADC-A18F6F78C891}"/>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8" name="Rectangle 4757">
              <a:extLst>
                <a:ext uri="{FF2B5EF4-FFF2-40B4-BE49-F238E27FC236}">
                  <a16:creationId xmlns:a16="http://schemas.microsoft.com/office/drawing/2014/main" id="{C5280739-6D81-AEF3-B5A3-A6F19D31D87A}"/>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9" name="Rectangle 4758">
              <a:extLst>
                <a:ext uri="{FF2B5EF4-FFF2-40B4-BE49-F238E27FC236}">
                  <a16:creationId xmlns:a16="http://schemas.microsoft.com/office/drawing/2014/main" id="{EC337220-9024-892B-8862-33F43A417E2B}"/>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0" name="Rectangle 4759">
              <a:extLst>
                <a:ext uri="{FF2B5EF4-FFF2-40B4-BE49-F238E27FC236}">
                  <a16:creationId xmlns:a16="http://schemas.microsoft.com/office/drawing/2014/main" id="{BF80E497-7BE1-0A17-B88F-B15CFDAC3C01}"/>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1" name="Rectangle 4760">
              <a:extLst>
                <a:ext uri="{FF2B5EF4-FFF2-40B4-BE49-F238E27FC236}">
                  <a16:creationId xmlns:a16="http://schemas.microsoft.com/office/drawing/2014/main" id="{BBFBD693-89B7-E2A7-4C05-F9B4A0B2207B}"/>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2" name="Rectangle 4761">
              <a:extLst>
                <a:ext uri="{FF2B5EF4-FFF2-40B4-BE49-F238E27FC236}">
                  <a16:creationId xmlns:a16="http://schemas.microsoft.com/office/drawing/2014/main" id="{74AD0430-762E-A2CD-78D5-26ECA548CB6D}"/>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3" name="Rectangle 4762">
              <a:extLst>
                <a:ext uri="{FF2B5EF4-FFF2-40B4-BE49-F238E27FC236}">
                  <a16:creationId xmlns:a16="http://schemas.microsoft.com/office/drawing/2014/main" id="{1218AE76-9EF5-686E-A8B4-D746245232E5}"/>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4" name="Rectangle 4763">
              <a:extLst>
                <a:ext uri="{FF2B5EF4-FFF2-40B4-BE49-F238E27FC236}">
                  <a16:creationId xmlns:a16="http://schemas.microsoft.com/office/drawing/2014/main" id="{A3005590-8D22-D659-D973-A23554DC57A6}"/>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5" name="Rectangle 4764">
              <a:extLst>
                <a:ext uri="{FF2B5EF4-FFF2-40B4-BE49-F238E27FC236}">
                  <a16:creationId xmlns:a16="http://schemas.microsoft.com/office/drawing/2014/main" id="{799B88B1-8BD5-B76F-07D2-34AE5D8865DE}"/>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6" name="Rectangle 4765">
              <a:extLst>
                <a:ext uri="{FF2B5EF4-FFF2-40B4-BE49-F238E27FC236}">
                  <a16:creationId xmlns:a16="http://schemas.microsoft.com/office/drawing/2014/main" id="{D258A04B-B4D2-3E4F-753E-944A9FEBDAD6}"/>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7" name="Rectangle 4766">
              <a:extLst>
                <a:ext uri="{FF2B5EF4-FFF2-40B4-BE49-F238E27FC236}">
                  <a16:creationId xmlns:a16="http://schemas.microsoft.com/office/drawing/2014/main" id="{2E60C2F3-8E9A-0C6C-0693-72D72062131A}"/>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8" name="Rectangle 4767">
              <a:extLst>
                <a:ext uri="{FF2B5EF4-FFF2-40B4-BE49-F238E27FC236}">
                  <a16:creationId xmlns:a16="http://schemas.microsoft.com/office/drawing/2014/main" id="{9E8CC198-C789-BAF0-E286-644A6FB119FC}"/>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9" name="Rectangle 4768">
              <a:extLst>
                <a:ext uri="{FF2B5EF4-FFF2-40B4-BE49-F238E27FC236}">
                  <a16:creationId xmlns:a16="http://schemas.microsoft.com/office/drawing/2014/main" id="{BB30A9F7-B599-9628-5EF0-DB0CCD9B9A71}"/>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0" name="Rectangle 4769">
              <a:extLst>
                <a:ext uri="{FF2B5EF4-FFF2-40B4-BE49-F238E27FC236}">
                  <a16:creationId xmlns:a16="http://schemas.microsoft.com/office/drawing/2014/main" id="{E60D4210-7035-C1DF-26BA-B9CDF8E474FE}"/>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1" name="Rectangle 4770">
              <a:extLst>
                <a:ext uri="{FF2B5EF4-FFF2-40B4-BE49-F238E27FC236}">
                  <a16:creationId xmlns:a16="http://schemas.microsoft.com/office/drawing/2014/main" id="{C8AABFD4-1B9A-C02A-8624-8176587FCE7A}"/>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2" name="Rectangle 4771">
              <a:extLst>
                <a:ext uri="{FF2B5EF4-FFF2-40B4-BE49-F238E27FC236}">
                  <a16:creationId xmlns:a16="http://schemas.microsoft.com/office/drawing/2014/main" id="{2887A430-565A-7368-8178-55603A9BC6C3}"/>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3" name="Rectangle 4772">
              <a:extLst>
                <a:ext uri="{FF2B5EF4-FFF2-40B4-BE49-F238E27FC236}">
                  <a16:creationId xmlns:a16="http://schemas.microsoft.com/office/drawing/2014/main" id="{76A1108D-3304-A28D-2462-1ADC5F43B1A6}"/>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4" name="Rectangle 4773">
              <a:extLst>
                <a:ext uri="{FF2B5EF4-FFF2-40B4-BE49-F238E27FC236}">
                  <a16:creationId xmlns:a16="http://schemas.microsoft.com/office/drawing/2014/main" id="{5CC2A6CF-2243-D2F9-8247-1A7491683283}"/>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5" name="Rectangle 4774">
              <a:extLst>
                <a:ext uri="{FF2B5EF4-FFF2-40B4-BE49-F238E27FC236}">
                  <a16:creationId xmlns:a16="http://schemas.microsoft.com/office/drawing/2014/main" id="{4319DF69-BB05-EE32-4EAF-6E9337303AA3}"/>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6" name="Rectangle 4775">
              <a:extLst>
                <a:ext uri="{FF2B5EF4-FFF2-40B4-BE49-F238E27FC236}">
                  <a16:creationId xmlns:a16="http://schemas.microsoft.com/office/drawing/2014/main" id="{7D78B688-DBF5-3EC5-BEC8-3884A3380B61}"/>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7" name="Rectangle 4776">
              <a:extLst>
                <a:ext uri="{FF2B5EF4-FFF2-40B4-BE49-F238E27FC236}">
                  <a16:creationId xmlns:a16="http://schemas.microsoft.com/office/drawing/2014/main" id="{EC5812C6-01DA-71A3-7BB8-005C2039BD2C}"/>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8" name="Rectangle 4777">
              <a:extLst>
                <a:ext uri="{FF2B5EF4-FFF2-40B4-BE49-F238E27FC236}">
                  <a16:creationId xmlns:a16="http://schemas.microsoft.com/office/drawing/2014/main" id="{FA6225DC-94C3-98B0-287C-8A5E713B6F05}"/>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9" name="Rectangle 4778">
              <a:extLst>
                <a:ext uri="{FF2B5EF4-FFF2-40B4-BE49-F238E27FC236}">
                  <a16:creationId xmlns:a16="http://schemas.microsoft.com/office/drawing/2014/main" id="{980C65E0-92A5-3A72-91F6-1E99CAC8B852}"/>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0" name="Rectangle 4779">
              <a:extLst>
                <a:ext uri="{FF2B5EF4-FFF2-40B4-BE49-F238E27FC236}">
                  <a16:creationId xmlns:a16="http://schemas.microsoft.com/office/drawing/2014/main" id="{463A9ACB-43FC-2B29-1CEC-16ED894A065B}"/>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1" name="Rectangle 4780">
              <a:extLst>
                <a:ext uri="{FF2B5EF4-FFF2-40B4-BE49-F238E27FC236}">
                  <a16:creationId xmlns:a16="http://schemas.microsoft.com/office/drawing/2014/main" id="{FD8F08BC-BC47-60D8-88A0-8E5E26926970}"/>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2" name="Rectangle 4781">
              <a:extLst>
                <a:ext uri="{FF2B5EF4-FFF2-40B4-BE49-F238E27FC236}">
                  <a16:creationId xmlns:a16="http://schemas.microsoft.com/office/drawing/2014/main" id="{252DBE53-74C8-0D46-DB0F-CC798D1CA46A}"/>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3" name="Rectangle 4782">
              <a:extLst>
                <a:ext uri="{FF2B5EF4-FFF2-40B4-BE49-F238E27FC236}">
                  <a16:creationId xmlns:a16="http://schemas.microsoft.com/office/drawing/2014/main" id="{55D847EC-BC7F-95D0-456A-242A4DD930CC}"/>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4" name="Rectangle 4783">
              <a:extLst>
                <a:ext uri="{FF2B5EF4-FFF2-40B4-BE49-F238E27FC236}">
                  <a16:creationId xmlns:a16="http://schemas.microsoft.com/office/drawing/2014/main" id="{B417EB8C-A66D-0434-FA8D-B8768C9194CF}"/>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5" name="Rectangle 4784">
              <a:extLst>
                <a:ext uri="{FF2B5EF4-FFF2-40B4-BE49-F238E27FC236}">
                  <a16:creationId xmlns:a16="http://schemas.microsoft.com/office/drawing/2014/main" id="{673E60C9-0FB4-25C7-B2E6-29E29E918C6A}"/>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6" name="Rectangle 4785">
              <a:extLst>
                <a:ext uri="{FF2B5EF4-FFF2-40B4-BE49-F238E27FC236}">
                  <a16:creationId xmlns:a16="http://schemas.microsoft.com/office/drawing/2014/main" id="{1A6469F7-B6BB-1DDB-9086-8D43AC4C9B57}"/>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7" name="Rectangle 4786">
              <a:extLst>
                <a:ext uri="{FF2B5EF4-FFF2-40B4-BE49-F238E27FC236}">
                  <a16:creationId xmlns:a16="http://schemas.microsoft.com/office/drawing/2014/main" id="{8CB1C68E-4382-64EF-508B-E1536E546074}"/>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8" name="Rectangle 4787">
              <a:extLst>
                <a:ext uri="{FF2B5EF4-FFF2-40B4-BE49-F238E27FC236}">
                  <a16:creationId xmlns:a16="http://schemas.microsoft.com/office/drawing/2014/main" id="{D178A866-8CC7-5FD0-2026-50063BCBE0F6}"/>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9" name="Rectangle 4788">
              <a:extLst>
                <a:ext uri="{FF2B5EF4-FFF2-40B4-BE49-F238E27FC236}">
                  <a16:creationId xmlns:a16="http://schemas.microsoft.com/office/drawing/2014/main" id="{7944C2C5-878F-2E0A-C7CA-CAF09B3200FF}"/>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0" name="Rectangle 4789">
              <a:extLst>
                <a:ext uri="{FF2B5EF4-FFF2-40B4-BE49-F238E27FC236}">
                  <a16:creationId xmlns:a16="http://schemas.microsoft.com/office/drawing/2014/main" id="{96FA345E-1F63-8EC2-F9DF-9959184B4D36}"/>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1" name="Rectangle 4790">
              <a:extLst>
                <a:ext uri="{FF2B5EF4-FFF2-40B4-BE49-F238E27FC236}">
                  <a16:creationId xmlns:a16="http://schemas.microsoft.com/office/drawing/2014/main" id="{B04F8ABB-5C51-E3B1-0CC2-B5CBF3573E44}"/>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2" name="Rectangle 4791">
              <a:extLst>
                <a:ext uri="{FF2B5EF4-FFF2-40B4-BE49-F238E27FC236}">
                  <a16:creationId xmlns:a16="http://schemas.microsoft.com/office/drawing/2014/main" id="{CC975794-725B-0967-662C-A13513E2AFB0}"/>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3" name="Rectangle 4792">
              <a:extLst>
                <a:ext uri="{FF2B5EF4-FFF2-40B4-BE49-F238E27FC236}">
                  <a16:creationId xmlns:a16="http://schemas.microsoft.com/office/drawing/2014/main" id="{7B8BDF2F-146A-7D18-5922-90BE85E818D8}"/>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4" name="Rectangle 4793">
              <a:extLst>
                <a:ext uri="{FF2B5EF4-FFF2-40B4-BE49-F238E27FC236}">
                  <a16:creationId xmlns:a16="http://schemas.microsoft.com/office/drawing/2014/main" id="{31902C1A-E74A-E7ED-AA53-B4BB9AD7904F}"/>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5" name="Rectangle 4794">
              <a:extLst>
                <a:ext uri="{FF2B5EF4-FFF2-40B4-BE49-F238E27FC236}">
                  <a16:creationId xmlns:a16="http://schemas.microsoft.com/office/drawing/2014/main" id="{C2422244-DF98-E6BB-5374-A2F54802146F}"/>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6" name="Rectangle 4795">
              <a:extLst>
                <a:ext uri="{FF2B5EF4-FFF2-40B4-BE49-F238E27FC236}">
                  <a16:creationId xmlns:a16="http://schemas.microsoft.com/office/drawing/2014/main" id="{9BEFC59D-A7EE-EDFE-41E9-016078D2E326}"/>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7" name="Rectangle 4796">
              <a:extLst>
                <a:ext uri="{FF2B5EF4-FFF2-40B4-BE49-F238E27FC236}">
                  <a16:creationId xmlns:a16="http://schemas.microsoft.com/office/drawing/2014/main" id="{0B577F52-3D28-332F-E3D3-9DA8499EA33B}"/>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8" name="Rectangle 4797">
              <a:extLst>
                <a:ext uri="{FF2B5EF4-FFF2-40B4-BE49-F238E27FC236}">
                  <a16:creationId xmlns:a16="http://schemas.microsoft.com/office/drawing/2014/main" id="{A862DB30-1E2D-9589-72DB-5CFB70166114}"/>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9" name="Rectangle 4798">
              <a:extLst>
                <a:ext uri="{FF2B5EF4-FFF2-40B4-BE49-F238E27FC236}">
                  <a16:creationId xmlns:a16="http://schemas.microsoft.com/office/drawing/2014/main" id="{FDCD5D8C-794B-A2C4-75BD-78197B37FB1D}"/>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0" name="Rectangle 4799">
              <a:extLst>
                <a:ext uri="{FF2B5EF4-FFF2-40B4-BE49-F238E27FC236}">
                  <a16:creationId xmlns:a16="http://schemas.microsoft.com/office/drawing/2014/main" id="{E4D91A88-A49E-64FB-4B36-B18229C74A7C}"/>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1" name="Rectangle 4800">
              <a:extLst>
                <a:ext uri="{FF2B5EF4-FFF2-40B4-BE49-F238E27FC236}">
                  <a16:creationId xmlns:a16="http://schemas.microsoft.com/office/drawing/2014/main" id="{2AC96D6A-7778-7E63-E84B-AF911F7D7E51}"/>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2" name="Rectangle 4801">
              <a:extLst>
                <a:ext uri="{FF2B5EF4-FFF2-40B4-BE49-F238E27FC236}">
                  <a16:creationId xmlns:a16="http://schemas.microsoft.com/office/drawing/2014/main" id="{1886C4F6-C59B-7DF2-757C-875E45CC0196}"/>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3" name="Rectangle 4802">
              <a:extLst>
                <a:ext uri="{FF2B5EF4-FFF2-40B4-BE49-F238E27FC236}">
                  <a16:creationId xmlns:a16="http://schemas.microsoft.com/office/drawing/2014/main" id="{49B13DC9-0485-6D44-0D44-992B84116A61}"/>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4" name="Rectangle 4803">
              <a:extLst>
                <a:ext uri="{FF2B5EF4-FFF2-40B4-BE49-F238E27FC236}">
                  <a16:creationId xmlns:a16="http://schemas.microsoft.com/office/drawing/2014/main" id="{D348D926-857B-8A3A-8457-FE7864467DF2}"/>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05" name="Group 4804">
            <a:extLst>
              <a:ext uri="{FF2B5EF4-FFF2-40B4-BE49-F238E27FC236}">
                <a16:creationId xmlns:a16="http://schemas.microsoft.com/office/drawing/2014/main" id="{D1907A5F-4B63-93B3-CB05-1DD0F6B27063}"/>
              </a:ext>
            </a:extLst>
          </p:cNvPr>
          <p:cNvGrpSpPr/>
          <p:nvPr/>
        </p:nvGrpSpPr>
        <p:grpSpPr>
          <a:xfrm>
            <a:off x="7849395" y="4732936"/>
            <a:ext cx="2912265" cy="301135"/>
            <a:chOff x="1431222" y="2094918"/>
            <a:chExt cx="2912265" cy="301135"/>
          </a:xfrm>
        </p:grpSpPr>
        <p:sp>
          <p:nvSpPr>
            <p:cNvPr id="4806" name="Rectangle 4805">
              <a:extLst>
                <a:ext uri="{FF2B5EF4-FFF2-40B4-BE49-F238E27FC236}">
                  <a16:creationId xmlns:a16="http://schemas.microsoft.com/office/drawing/2014/main" id="{522433B3-EDA3-3675-699B-21B7F0BC1461}"/>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7" name="Rectangle 4806">
              <a:extLst>
                <a:ext uri="{FF2B5EF4-FFF2-40B4-BE49-F238E27FC236}">
                  <a16:creationId xmlns:a16="http://schemas.microsoft.com/office/drawing/2014/main" id="{26F5E1A8-FC5A-6547-0B49-47BE69393FC3}"/>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8" name="Rectangle 4807">
              <a:extLst>
                <a:ext uri="{FF2B5EF4-FFF2-40B4-BE49-F238E27FC236}">
                  <a16:creationId xmlns:a16="http://schemas.microsoft.com/office/drawing/2014/main" id="{3FF7839C-84C8-AFA0-4E2A-D16126218B08}"/>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9" name="Rectangle 4808">
              <a:extLst>
                <a:ext uri="{FF2B5EF4-FFF2-40B4-BE49-F238E27FC236}">
                  <a16:creationId xmlns:a16="http://schemas.microsoft.com/office/drawing/2014/main" id="{04739858-C7DB-3E1B-54B7-FEB0F56E14C1}"/>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0" name="Rectangle 4809">
              <a:extLst>
                <a:ext uri="{FF2B5EF4-FFF2-40B4-BE49-F238E27FC236}">
                  <a16:creationId xmlns:a16="http://schemas.microsoft.com/office/drawing/2014/main" id="{0A82967B-B9FD-C233-BBFB-0FC2E702E46B}"/>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1" name="Rectangle 4810">
              <a:extLst>
                <a:ext uri="{FF2B5EF4-FFF2-40B4-BE49-F238E27FC236}">
                  <a16:creationId xmlns:a16="http://schemas.microsoft.com/office/drawing/2014/main" id="{D63DF9BD-1F36-8636-E4DC-7F9BA989925B}"/>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2" name="Rectangle 4811">
              <a:extLst>
                <a:ext uri="{FF2B5EF4-FFF2-40B4-BE49-F238E27FC236}">
                  <a16:creationId xmlns:a16="http://schemas.microsoft.com/office/drawing/2014/main" id="{DEA94A1E-22F1-0C30-6DF8-A94FECCE9023}"/>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3" name="Rectangle 4812">
              <a:extLst>
                <a:ext uri="{FF2B5EF4-FFF2-40B4-BE49-F238E27FC236}">
                  <a16:creationId xmlns:a16="http://schemas.microsoft.com/office/drawing/2014/main" id="{6401E2F3-CBE3-731B-209E-8B2588EBA9D2}"/>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 name="Rectangle 4813">
              <a:extLst>
                <a:ext uri="{FF2B5EF4-FFF2-40B4-BE49-F238E27FC236}">
                  <a16:creationId xmlns:a16="http://schemas.microsoft.com/office/drawing/2014/main" id="{6261E6D5-5D05-138C-7CB0-9AC2422B7D29}"/>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5" name="Rectangle 4814">
              <a:extLst>
                <a:ext uri="{FF2B5EF4-FFF2-40B4-BE49-F238E27FC236}">
                  <a16:creationId xmlns:a16="http://schemas.microsoft.com/office/drawing/2014/main" id="{680877AC-B065-BC59-01B6-5B7D792AB97A}"/>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6" name="Rectangle 4815">
              <a:extLst>
                <a:ext uri="{FF2B5EF4-FFF2-40B4-BE49-F238E27FC236}">
                  <a16:creationId xmlns:a16="http://schemas.microsoft.com/office/drawing/2014/main" id="{267B11B1-C3FA-7BA0-F77B-1421426A6C08}"/>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7" name="Rectangle 4816">
              <a:extLst>
                <a:ext uri="{FF2B5EF4-FFF2-40B4-BE49-F238E27FC236}">
                  <a16:creationId xmlns:a16="http://schemas.microsoft.com/office/drawing/2014/main" id="{F503ABF1-BB15-8716-B4B6-51E01D170FB5}"/>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8" name="Rectangle 4817">
              <a:extLst>
                <a:ext uri="{FF2B5EF4-FFF2-40B4-BE49-F238E27FC236}">
                  <a16:creationId xmlns:a16="http://schemas.microsoft.com/office/drawing/2014/main" id="{FC6D20F0-CDC1-94C4-29A5-3F48214B36D3}"/>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9" name="Rectangle 4818">
              <a:extLst>
                <a:ext uri="{FF2B5EF4-FFF2-40B4-BE49-F238E27FC236}">
                  <a16:creationId xmlns:a16="http://schemas.microsoft.com/office/drawing/2014/main" id="{80F34D27-CE7B-6F23-ADA0-8A43C347A664}"/>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0" name="Rectangle 4819">
              <a:extLst>
                <a:ext uri="{FF2B5EF4-FFF2-40B4-BE49-F238E27FC236}">
                  <a16:creationId xmlns:a16="http://schemas.microsoft.com/office/drawing/2014/main" id="{1A02880D-F276-62BC-4C81-F183FEDD1E75}"/>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1" name="Rectangle 4820">
              <a:extLst>
                <a:ext uri="{FF2B5EF4-FFF2-40B4-BE49-F238E27FC236}">
                  <a16:creationId xmlns:a16="http://schemas.microsoft.com/office/drawing/2014/main" id="{5EA016B2-7769-6893-117D-22B0B12A6BC4}"/>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2" name="Rectangle 4821">
              <a:extLst>
                <a:ext uri="{FF2B5EF4-FFF2-40B4-BE49-F238E27FC236}">
                  <a16:creationId xmlns:a16="http://schemas.microsoft.com/office/drawing/2014/main" id="{3A5DC409-0CEE-397C-B63D-20D4D5DB64AD}"/>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3" name="Rectangle 4822">
              <a:extLst>
                <a:ext uri="{FF2B5EF4-FFF2-40B4-BE49-F238E27FC236}">
                  <a16:creationId xmlns:a16="http://schemas.microsoft.com/office/drawing/2014/main" id="{65ACAE6B-1A81-F7ED-21C9-F98C7A1A5A91}"/>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4" name="Rectangle 4823">
              <a:extLst>
                <a:ext uri="{FF2B5EF4-FFF2-40B4-BE49-F238E27FC236}">
                  <a16:creationId xmlns:a16="http://schemas.microsoft.com/office/drawing/2014/main" id="{03A89E2B-26B4-0F9B-5F8C-35FCFB9FBFE2}"/>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5" name="Rectangle 4824">
              <a:extLst>
                <a:ext uri="{FF2B5EF4-FFF2-40B4-BE49-F238E27FC236}">
                  <a16:creationId xmlns:a16="http://schemas.microsoft.com/office/drawing/2014/main" id="{CD3107F0-6C72-5BEF-ED37-C3331DFF2D44}"/>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6" name="Rectangle 4825">
              <a:extLst>
                <a:ext uri="{FF2B5EF4-FFF2-40B4-BE49-F238E27FC236}">
                  <a16:creationId xmlns:a16="http://schemas.microsoft.com/office/drawing/2014/main" id="{DB3716AA-7C0E-73AF-6F2E-DB74689469CC}"/>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7" name="Rectangle 4826">
              <a:extLst>
                <a:ext uri="{FF2B5EF4-FFF2-40B4-BE49-F238E27FC236}">
                  <a16:creationId xmlns:a16="http://schemas.microsoft.com/office/drawing/2014/main" id="{B468ADA1-1BC0-2398-D17C-1611A416AD67}"/>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8" name="Rectangle 4827">
              <a:extLst>
                <a:ext uri="{FF2B5EF4-FFF2-40B4-BE49-F238E27FC236}">
                  <a16:creationId xmlns:a16="http://schemas.microsoft.com/office/drawing/2014/main" id="{08E71096-4CDB-8F20-4496-D9A4528BB020}"/>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9" name="Rectangle 4828">
              <a:extLst>
                <a:ext uri="{FF2B5EF4-FFF2-40B4-BE49-F238E27FC236}">
                  <a16:creationId xmlns:a16="http://schemas.microsoft.com/office/drawing/2014/main" id="{5422D6D9-C8A9-4C61-0339-EB7B743927B4}"/>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0" name="Rectangle 4829">
              <a:extLst>
                <a:ext uri="{FF2B5EF4-FFF2-40B4-BE49-F238E27FC236}">
                  <a16:creationId xmlns:a16="http://schemas.microsoft.com/office/drawing/2014/main" id="{C861FAB7-4FF2-BE45-E57B-7B241F7C6A9C}"/>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1" name="Rectangle 4830">
              <a:extLst>
                <a:ext uri="{FF2B5EF4-FFF2-40B4-BE49-F238E27FC236}">
                  <a16:creationId xmlns:a16="http://schemas.microsoft.com/office/drawing/2014/main" id="{20079A0D-26D9-1BE9-490A-51D71A3A8753}"/>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2" name="Rectangle 4831">
              <a:extLst>
                <a:ext uri="{FF2B5EF4-FFF2-40B4-BE49-F238E27FC236}">
                  <a16:creationId xmlns:a16="http://schemas.microsoft.com/office/drawing/2014/main" id="{323A1A7D-6E25-349F-DF29-C894012312B0}"/>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3" name="Rectangle 4832">
              <a:extLst>
                <a:ext uri="{FF2B5EF4-FFF2-40B4-BE49-F238E27FC236}">
                  <a16:creationId xmlns:a16="http://schemas.microsoft.com/office/drawing/2014/main" id="{E44FF744-DF8B-1E81-8CD2-D4AA22A8A316}"/>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4" name="Rectangle 4833">
              <a:extLst>
                <a:ext uri="{FF2B5EF4-FFF2-40B4-BE49-F238E27FC236}">
                  <a16:creationId xmlns:a16="http://schemas.microsoft.com/office/drawing/2014/main" id="{F7995CF5-0092-5DE1-D8CC-BCB1E37B8DAD}"/>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5" name="Rectangle 4834">
              <a:extLst>
                <a:ext uri="{FF2B5EF4-FFF2-40B4-BE49-F238E27FC236}">
                  <a16:creationId xmlns:a16="http://schemas.microsoft.com/office/drawing/2014/main" id="{D509B0EF-3E3F-A454-F316-E5285681BBDB}"/>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6" name="Rectangle 4835">
              <a:extLst>
                <a:ext uri="{FF2B5EF4-FFF2-40B4-BE49-F238E27FC236}">
                  <a16:creationId xmlns:a16="http://schemas.microsoft.com/office/drawing/2014/main" id="{F4E151E1-92F9-71D8-A823-80D719E8B1B2}"/>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7" name="Rectangle 4836">
              <a:extLst>
                <a:ext uri="{FF2B5EF4-FFF2-40B4-BE49-F238E27FC236}">
                  <a16:creationId xmlns:a16="http://schemas.microsoft.com/office/drawing/2014/main" id="{BD207CF0-A08A-B98D-1611-30667EA12E70}"/>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8" name="Rectangle 4837">
              <a:extLst>
                <a:ext uri="{FF2B5EF4-FFF2-40B4-BE49-F238E27FC236}">
                  <a16:creationId xmlns:a16="http://schemas.microsoft.com/office/drawing/2014/main" id="{98852061-4D61-D3D7-CDDE-F879FFCFE88C}"/>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9" name="Rectangle 4838">
              <a:extLst>
                <a:ext uri="{FF2B5EF4-FFF2-40B4-BE49-F238E27FC236}">
                  <a16:creationId xmlns:a16="http://schemas.microsoft.com/office/drawing/2014/main" id="{72D3C79B-3EF7-FC1B-97FC-D8C9452014CE}"/>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0" name="Rectangle 4839">
              <a:extLst>
                <a:ext uri="{FF2B5EF4-FFF2-40B4-BE49-F238E27FC236}">
                  <a16:creationId xmlns:a16="http://schemas.microsoft.com/office/drawing/2014/main" id="{2BFD7BB9-A1A6-484D-00D4-68B2E83AA788}"/>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1" name="Rectangle 4840">
              <a:extLst>
                <a:ext uri="{FF2B5EF4-FFF2-40B4-BE49-F238E27FC236}">
                  <a16:creationId xmlns:a16="http://schemas.microsoft.com/office/drawing/2014/main" id="{7F3A0A9A-D294-9E4D-BFC3-8C2A0F781564}"/>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2" name="Rectangle 4841">
              <a:extLst>
                <a:ext uri="{FF2B5EF4-FFF2-40B4-BE49-F238E27FC236}">
                  <a16:creationId xmlns:a16="http://schemas.microsoft.com/office/drawing/2014/main" id="{1D227177-305C-59BF-3126-045C48C82FA4}"/>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3" name="Rectangle 4842">
              <a:extLst>
                <a:ext uri="{FF2B5EF4-FFF2-40B4-BE49-F238E27FC236}">
                  <a16:creationId xmlns:a16="http://schemas.microsoft.com/office/drawing/2014/main" id="{34330264-2505-C333-6FA0-C0FAD3E67036}"/>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4" name="Rectangle 4843">
              <a:extLst>
                <a:ext uri="{FF2B5EF4-FFF2-40B4-BE49-F238E27FC236}">
                  <a16:creationId xmlns:a16="http://schemas.microsoft.com/office/drawing/2014/main" id="{6ED0C8B5-3FEE-6819-BFC6-CA010FD4478D}"/>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5" name="Rectangle 4844">
              <a:extLst>
                <a:ext uri="{FF2B5EF4-FFF2-40B4-BE49-F238E27FC236}">
                  <a16:creationId xmlns:a16="http://schemas.microsoft.com/office/drawing/2014/main" id="{78A75EEA-A574-18F5-B546-0B7B76934E7A}"/>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6" name="Rectangle 4845">
              <a:extLst>
                <a:ext uri="{FF2B5EF4-FFF2-40B4-BE49-F238E27FC236}">
                  <a16:creationId xmlns:a16="http://schemas.microsoft.com/office/drawing/2014/main" id="{2AFFD6D1-D565-3039-DFEC-05D08A9628FD}"/>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7" name="Rectangle 4846">
              <a:extLst>
                <a:ext uri="{FF2B5EF4-FFF2-40B4-BE49-F238E27FC236}">
                  <a16:creationId xmlns:a16="http://schemas.microsoft.com/office/drawing/2014/main" id="{BF597356-16C6-D47F-8847-B094DCF1A76C}"/>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8" name="Rectangle 4847">
              <a:extLst>
                <a:ext uri="{FF2B5EF4-FFF2-40B4-BE49-F238E27FC236}">
                  <a16:creationId xmlns:a16="http://schemas.microsoft.com/office/drawing/2014/main" id="{40AE98FF-F5A3-D33B-98D4-9131EFA75210}"/>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9" name="Rectangle 4848">
              <a:extLst>
                <a:ext uri="{FF2B5EF4-FFF2-40B4-BE49-F238E27FC236}">
                  <a16:creationId xmlns:a16="http://schemas.microsoft.com/office/drawing/2014/main" id="{E8142DA0-F62A-1D39-226D-27D0BC9057B7}"/>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0" name="Rectangle 4849">
              <a:extLst>
                <a:ext uri="{FF2B5EF4-FFF2-40B4-BE49-F238E27FC236}">
                  <a16:creationId xmlns:a16="http://schemas.microsoft.com/office/drawing/2014/main" id="{1E22396B-270A-32D3-9367-ECAB887B05B1}"/>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1" name="Rectangle 4850">
              <a:extLst>
                <a:ext uri="{FF2B5EF4-FFF2-40B4-BE49-F238E27FC236}">
                  <a16:creationId xmlns:a16="http://schemas.microsoft.com/office/drawing/2014/main" id="{96CF9475-C2CC-005F-1321-A92495C0C7B8}"/>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2" name="Rectangle 4851">
              <a:extLst>
                <a:ext uri="{FF2B5EF4-FFF2-40B4-BE49-F238E27FC236}">
                  <a16:creationId xmlns:a16="http://schemas.microsoft.com/office/drawing/2014/main" id="{52D92BAC-BAA4-639E-7FC6-B657EF36A246}"/>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3" name="Rectangle 4852">
              <a:extLst>
                <a:ext uri="{FF2B5EF4-FFF2-40B4-BE49-F238E27FC236}">
                  <a16:creationId xmlns:a16="http://schemas.microsoft.com/office/drawing/2014/main" id="{C0B437B2-0928-785C-7ADD-5D015C1BB2D3}"/>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4" name="Rectangle 4853">
              <a:extLst>
                <a:ext uri="{FF2B5EF4-FFF2-40B4-BE49-F238E27FC236}">
                  <a16:creationId xmlns:a16="http://schemas.microsoft.com/office/drawing/2014/main" id="{C3DA5F84-8FC2-226D-2946-0E571514D616}"/>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5" name="Rectangle 4854">
              <a:extLst>
                <a:ext uri="{FF2B5EF4-FFF2-40B4-BE49-F238E27FC236}">
                  <a16:creationId xmlns:a16="http://schemas.microsoft.com/office/drawing/2014/main" id="{3BB214C6-6544-A916-EE07-EF393886E4E1}"/>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6" name="Rectangle 4855">
              <a:extLst>
                <a:ext uri="{FF2B5EF4-FFF2-40B4-BE49-F238E27FC236}">
                  <a16:creationId xmlns:a16="http://schemas.microsoft.com/office/drawing/2014/main" id="{BB8E554D-25A6-F01D-898B-D4DBE812BDD0}"/>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7" name="Rectangle 4856">
              <a:extLst>
                <a:ext uri="{FF2B5EF4-FFF2-40B4-BE49-F238E27FC236}">
                  <a16:creationId xmlns:a16="http://schemas.microsoft.com/office/drawing/2014/main" id="{45635241-87AC-387C-2704-FCAEAD04FB84}"/>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8" name="Rectangle 4857">
              <a:extLst>
                <a:ext uri="{FF2B5EF4-FFF2-40B4-BE49-F238E27FC236}">
                  <a16:creationId xmlns:a16="http://schemas.microsoft.com/office/drawing/2014/main" id="{4A2EB8F8-6F5C-1C89-5665-9D0FF07CDA01}"/>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9" name="Rectangle 4858">
              <a:extLst>
                <a:ext uri="{FF2B5EF4-FFF2-40B4-BE49-F238E27FC236}">
                  <a16:creationId xmlns:a16="http://schemas.microsoft.com/office/drawing/2014/main" id="{D7A43CBE-4C13-AFDB-4866-9BAD4915C126}"/>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0" name="Rectangle 4859">
              <a:extLst>
                <a:ext uri="{FF2B5EF4-FFF2-40B4-BE49-F238E27FC236}">
                  <a16:creationId xmlns:a16="http://schemas.microsoft.com/office/drawing/2014/main" id="{97019559-7DE4-C643-BED6-C1F59AE92315}"/>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1" name="Rectangle 4860">
              <a:extLst>
                <a:ext uri="{FF2B5EF4-FFF2-40B4-BE49-F238E27FC236}">
                  <a16:creationId xmlns:a16="http://schemas.microsoft.com/office/drawing/2014/main" id="{D86EF4ED-D8A9-7661-6E8E-3499C912CB44}"/>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2" name="Rectangle 4861">
              <a:extLst>
                <a:ext uri="{FF2B5EF4-FFF2-40B4-BE49-F238E27FC236}">
                  <a16:creationId xmlns:a16="http://schemas.microsoft.com/office/drawing/2014/main" id="{BD18E0AA-92EE-99C6-43BA-BA7C37DA4A33}"/>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3" name="Rectangle 4862">
              <a:extLst>
                <a:ext uri="{FF2B5EF4-FFF2-40B4-BE49-F238E27FC236}">
                  <a16:creationId xmlns:a16="http://schemas.microsoft.com/office/drawing/2014/main" id="{048D628C-41DB-7C0E-F6A9-DF226210C830}"/>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4" name="Rectangle 4863">
              <a:extLst>
                <a:ext uri="{FF2B5EF4-FFF2-40B4-BE49-F238E27FC236}">
                  <a16:creationId xmlns:a16="http://schemas.microsoft.com/office/drawing/2014/main" id="{A753C9E7-5702-F3E2-E9A2-559B223D416D}"/>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5" name="Rectangle 4864">
              <a:extLst>
                <a:ext uri="{FF2B5EF4-FFF2-40B4-BE49-F238E27FC236}">
                  <a16:creationId xmlns:a16="http://schemas.microsoft.com/office/drawing/2014/main" id="{4C8E6D30-66FA-983D-FF89-465EA28B8C05}"/>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6" name="Rectangle 4865">
              <a:extLst>
                <a:ext uri="{FF2B5EF4-FFF2-40B4-BE49-F238E27FC236}">
                  <a16:creationId xmlns:a16="http://schemas.microsoft.com/office/drawing/2014/main" id="{5450821F-A11C-2C10-2EFE-CED5F39EF6DC}"/>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7" name="Rectangle 4866">
              <a:extLst>
                <a:ext uri="{FF2B5EF4-FFF2-40B4-BE49-F238E27FC236}">
                  <a16:creationId xmlns:a16="http://schemas.microsoft.com/office/drawing/2014/main" id="{DD9F37CA-997D-A90E-D0CE-4BCCDADE18F6}"/>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8" name="Rectangle 4867">
              <a:extLst>
                <a:ext uri="{FF2B5EF4-FFF2-40B4-BE49-F238E27FC236}">
                  <a16:creationId xmlns:a16="http://schemas.microsoft.com/office/drawing/2014/main" id="{5EFCA8E3-9FFF-5A72-6BBF-6D791338418E}"/>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9" name="Rectangle 4868">
              <a:extLst>
                <a:ext uri="{FF2B5EF4-FFF2-40B4-BE49-F238E27FC236}">
                  <a16:creationId xmlns:a16="http://schemas.microsoft.com/office/drawing/2014/main" id="{008EFAB7-59CB-D712-BAE8-EDC01E91BD28}"/>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0" name="Rectangle 4869">
              <a:extLst>
                <a:ext uri="{FF2B5EF4-FFF2-40B4-BE49-F238E27FC236}">
                  <a16:creationId xmlns:a16="http://schemas.microsoft.com/office/drawing/2014/main" id="{2DAF411C-A2A4-4E81-E1C4-03B1C9789931}"/>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1" name="Rectangle 4870">
              <a:extLst>
                <a:ext uri="{FF2B5EF4-FFF2-40B4-BE49-F238E27FC236}">
                  <a16:creationId xmlns:a16="http://schemas.microsoft.com/office/drawing/2014/main" id="{FA333A24-D751-9C30-E6DE-67B11400A7B6}"/>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2" name="Rectangle 4871">
              <a:extLst>
                <a:ext uri="{FF2B5EF4-FFF2-40B4-BE49-F238E27FC236}">
                  <a16:creationId xmlns:a16="http://schemas.microsoft.com/office/drawing/2014/main" id="{7E1C875B-5EB5-FB11-5B45-4E0EAEE10046}"/>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3" name="Rectangle 4872">
              <a:extLst>
                <a:ext uri="{FF2B5EF4-FFF2-40B4-BE49-F238E27FC236}">
                  <a16:creationId xmlns:a16="http://schemas.microsoft.com/office/drawing/2014/main" id="{2D9D2CB3-909D-9E8A-33A4-23CB4A835FC4}"/>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4" name="Rectangle 4873">
              <a:extLst>
                <a:ext uri="{FF2B5EF4-FFF2-40B4-BE49-F238E27FC236}">
                  <a16:creationId xmlns:a16="http://schemas.microsoft.com/office/drawing/2014/main" id="{DB00A03F-9591-1B39-E609-19A07F71F5D8}"/>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5" name="Rectangle 4874">
              <a:extLst>
                <a:ext uri="{FF2B5EF4-FFF2-40B4-BE49-F238E27FC236}">
                  <a16:creationId xmlns:a16="http://schemas.microsoft.com/office/drawing/2014/main" id="{495BD61E-D665-E2B6-AC07-3B2CBB335D33}"/>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6" name="Rectangle 4875">
              <a:extLst>
                <a:ext uri="{FF2B5EF4-FFF2-40B4-BE49-F238E27FC236}">
                  <a16:creationId xmlns:a16="http://schemas.microsoft.com/office/drawing/2014/main" id="{DA38995E-6090-5B0C-815C-5F1BA522A6FE}"/>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7" name="Rectangle 4876">
              <a:extLst>
                <a:ext uri="{FF2B5EF4-FFF2-40B4-BE49-F238E27FC236}">
                  <a16:creationId xmlns:a16="http://schemas.microsoft.com/office/drawing/2014/main" id="{D2ACE36B-5ED1-DC44-D7DB-A174C6323D80}"/>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8" name="Rectangle 4877">
              <a:extLst>
                <a:ext uri="{FF2B5EF4-FFF2-40B4-BE49-F238E27FC236}">
                  <a16:creationId xmlns:a16="http://schemas.microsoft.com/office/drawing/2014/main" id="{DD9C64F6-81A3-9401-76D6-BCBE2AA2CF00}"/>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9" name="Rectangle 4878">
              <a:extLst>
                <a:ext uri="{FF2B5EF4-FFF2-40B4-BE49-F238E27FC236}">
                  <a16:creationId xmlns:a16="http://schemas.microsoft.com/office/drawing/2014/main" id="{A6832DD2-C5AF-3832-C403-80FFC8C3CA36}"/>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0" name="Rectangle 4879">
              <a:extLst>
                <a:ext uri="{FF2B5EF4-FFF2-40B4-BE49-F238E27FC236}">
                  <a16:creationId xmlns:a16="http://schemas.microsoft.com/office/drawing/2014/main" id="{D40BB305-85F7-4138-CA88-0E4BC652FD86}"/>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1" name="Rectangle 4880">
              <a:extLst>
                <a:ext uri="{FF2B5EF4-FFF2-40B4-BE49-F238E27FC236}">
                  <a16:creationId xmlns:a16="http://schemas.microsoft.com/office/drawing/2014/main" id="{F9892B3D-905E-2405-EAA8-47DE60DE6F98}"/>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2" name="Rectangle 4881">
              <a:extLst>
                <a:ext uri="{FF2B5EF4-FFF2-40B4-BE49-F238E27FC236}">
                  <a16:creationId xmlns:a16="http://schemas.microsoft.com/office/drawing/2014/main" id="{2F012CFE-7831-C0D4-9460-27BE81089211}"/>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3" name="Rectangle 4882">
              <a:extLst>
                <a:ext uri="{FF2B5EF4-FFF2-40B4-BE49-F238E27FC236}">
                  <a16:creationId xmlns:a16="http://schemas.microsoft.com/office/drawing/2014/main" id="{5F21FA2B-8490-9FF0-4889-32ED84C552A1}"/>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4" name="Rectangle 4883">
              <a:extLst>
                <a:ext uri="{FF2B5EF4-FFF2-40B4-BE49-F238E27FC236}">
                  <a16:creationId xmlns:a16="http://schemas.microsoft.com/office/drawing/2014/main" id="{A0F2057D-DD9C-C82C-576C-F82E2ED7C513}"/>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5" name="Rectangle 4884">
              <a:extLst>
                <a:ext uri="{FF2B5EF4-FFF2-40B4-BE49-F238E27FC236}">
                  <a16:creationId xmlns:a16="http://schemas.microsoft.com/office/drawing/2014/main" id="{94FBE541-1179-FFAC-4BD8-FD27F4EA1B0F}"/>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6" name="Rectangle 4885">
              <a:extLst>
                <a:ext uri="{FF2B5EF4-FFF2-40B4-BE49-F238E27FC236}">
                  <a16:creationId xmlns:a16="http://schemas.microsoft.com/office/drawing/2014/main" id="{0E93312F-5C38-C34E-F48D-ACAE33646FAC}"/>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7" name="Rectangle 4886">
              <a:extLst>
                <a:ext uri="{FF2B5EF4-FFF2-40B4-BE49-F238E27FC236}">
                  <a16:creationId xmlns:a16="http://schemas.microsoft.com/office/drawing/2014/main" id="{D038D119-47C7-1F8A-5862-E07D867C6C2C}"/>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8" name="Rectangle 4887">
              <a:extLst>
                <a:ext uri="{FF2B5EF4-FFF2-40B4-BE49-F238E27FC236}">
                  <a16:creationId xmlns:a16="http://schemas.microsoft.com/office/drawing/2014/main" id="{D30E62F8-AC31-7C74-E476-DAAC5FA431EA}"/>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9" name="Rectangle 4888">
              <a:extLst>
                <a:ext uri="{FF2B5EF4-FFF2-40B4-BE49-F238E27FC236}">
                  <a16:creationId xmlns:a16="http://schemas.microsoft.com/office/drawing/2014/main" id="{C49E81F3-67DA-8FF7-D67B-97348BBBA896}"/>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0" name="Rectangle 4889">
              <a:extLst>
                <a:ext uri="{FF2B5EF4-FFF2-40B4-BE49-F238E27FC236}">
                  <a16:creationId xmlns:a16="http://schemas.microsoft.com/office/drawing/2014/main" id="{2D30431F-E8A5-8209-BAF4-CFF58A780CDF}"/>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1" name="Rectangle 4890">
              <a:extLst>
                <a:ext uri="{FF2B5EF4-FFF2-40B4-BE49-F238E27FC236}">
                  <a16:creationId xmlns:a16="http://schemas.microsoft.com/office/drawing/2014/main" id="{D6CC77CC-C087-A2E3-3C03-720D4F4E359B}"/>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2" name="Rectangle 4891">
              <a:extLst>
                <a:ext uri="{FF2B5EF4-FFF2-40B4-BE49-F238E27FC236}">
                  <a16:creationId xmlns:a16="http://schemas.microsoft.com/office/drawing/2014/main" id="{C16A3DC1-0A56-5E96-B6E0-1D909232290B}"/>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93" name="TextBox 4892">
            <a:extLst>
              <a:ext uri="{FF2B5EF4-FFF2-40B4-BE49-F238E27FC236}">
                <a16:creationId xmlns:a16="http://schemas.microsoft.com/office/drawing/2014/main" id="{BF8768FF-D4D4-9F73-20CE-10A014335A52}"/>
              </a:ext>
            </a:extLst>
          </p:cNvPr>
          <p:cNvSpPr txBox="1"/>
          <p:nvPr/>
        </p:nvSpPr>
        <p:spPr>
          <a:xfrm>
            <a:off x="944692" y="2728125"/>
            <a:ext cx="1277914" cy="523220"/>
          </a:xfrm>
          <a:prstGeom prst="rect">
            <a:avLst/>
          </a:prstGeom>
          <a:noFill/>
        </p:spPr>
        <p:txBody>
          <a:bodyPr wrap="none" rtlCol="0">
            <a:spAutoFit/>
          </a:bodyPr>
          <a:lstStyle/>
          <a:p>
            <a:r>
              <a:rPr lang="en-US" sz="1400" dirty="0" err="1">
                <a:latin typeface="Consolas" panose="020B0609020204030204" pitchFamily="49" charset="0"/>
              </a:rPr>
              <a:t>owidth</a:t>
            </a:r>
            <a:r>
              <a:rPr lang="en-US" sz="1400" dirty="0">
                <a:latin typeface="Consolas" panose="020B0609020204030204" pitchFamily="49" charset="0"/>
              </a:rPr>
              <a:t>=27*3</a:t>
            </a:r>
          </a:p>
          <a:p>
            <a:r>
              <a:rPr lang="en-US" sz="1400" dirty="0">
                <a:latin typeface="Consolas" panose="020B0609020204030204" pitchFamily="49" charset="0"/>
              </a:rPr>
              <a:t>stride=1</a:t>
            </a:r>
          </a:p>
        </p:txBody>
      </p:sp>
      <p:sp>
        <p:nvSpPr>
          <p:cNvPr id="4894" name="TextBox 4893">
            <a:extLst>
              <a:ext uri="{FF2B5EF4-FFF2-40B4-BE49-F238E27FC236}">
                <a16:creationId xmlns:a16="http://schemas.microsoft.com/office/drawing/2014/main" id="{570A0A2E-3D08-4073-2E16-250893C91932}"/>
              </a:ext>
            </a:extLst>
          </p:cNvPr>
          <p:cNvSpPr txBox="1"/>
          <p:nvPr/>
        </p:nvSpPr>
        <p:spPr>
          <a:xfrm>
            <a:off x="944692" y="3973445"/>
            <a:ext cx="1277914" cy="523220"/>
          </a:xfrm>
          <a:prstGeom prst="rect">
            <a:avLst/>
          </a:prstGeom>
          <a:noFill/>
        </p:spPr>
        <p:txBody>
          <a:bodyPr wrap="none" rtlCol="0">
            <a:spAutoFit/>
          </a:bodyPr>
          <a:lstStyle/>
          <a:p>
            <a:r>
              <a:rPr lang="en-US" sz="1400" dirty="0" err="1">
                <a:latin typeface="Consolas" panose="020B0609020204030204" pitchFamily="49" charset="0"/>
              </a:rPr>
              <a:t>owidth</a:t>
            </a:r>
            <a:r>
              <a:rPr lang="en-US" sz="1400" dirty="0">
                <a:latin typeface="Consolas" panose="020B0609020204030204" pitchFamily="49" charset="0"/>
              </a:rPr>
              <a:t>=14*3</a:t>
            </a:r>
          </a:p>
          <a:p>
            <a:r>
              <a:rPr lang="en-US" sz="1400" dirty="0">
                <a:latin typeface="Consolas" panose="020B0609020204030204" pitchFamily="49" charset="0"/>
              </a:rPr>
              <a:t>stride=2</a:t>
            </a:r>
          </a:p>
        </p:txBody>
      </p:sp>
      <p:sp>
        <p:nvSpPr>
          <p:cNvPr id="6" name="TextBox 5">
            <a:extLst>
              <a:ext uri="{FF2B5EF4-FFF2-40B4-BE49-F238E27FC236}">
                <a16:creationId xmlns:a16="http://schemas.microsoft.com/office/drawing/2014/main" id="{99944684-76E9-561C-EDCE-81A4AB60032F}"/>
              </a:ext>
            </a:extLst>
          </p:cNvPr>
          <p:cNvSpPr txBox="1"/>
          <p:nvPr/>
        </p:nvSpPr>
        <p:spPr>
          <a:xfrm>
            <a:off x="4704203" y="3602968"/>
            <a:ext cx="582211" cy="307777"/>
          </a:xfrm>
          <a:prstGeom prst="rect">
            <a:avLst/>
          </a:prstGeom>
          <a:noFill/>
        </p:spPr>
        <p:txBody>
          <a:bodyPr wrap="none" rtlCol="0">
            <a:spAutoFit/>
          </a:bodyPr>
          <a:lstStyle/>
          <a:p>
            <a:r>
              <a:rPr lang="en-US" sz="1400" dirty="0" err="1">
                <a:latin typeface="Consolas" panose="020B0609020204030204" pitchFamily="49" charset="0"/>
              </a:rPr>
              <a:t>ncol</a:t>
            </a:r>
            <a:endParaRPr lang="en-US" sz="1400" dirty="0">
              <a:latin typeface="Consolas" panose="020B0609020204030204" pitchFamily="49" charset="0"/>
            </a:endParaRPr>
          </a:p>
        </p:txBody>
      </p:sp>
      <p:cxnSp>
        <p:nvCxnSpPr>
          <p:cNvPr id="7" name="Straight Arrow Connector 6">
            <a:extLst>
              <a:ext uri="{FF2B5EF4-FFF2-40B4-BE49-F238E27FC236}">
                <a16:creationId xmlns:a16="http://schemas.microsoft.com/office/drawing/2014/main" id="{BB14805B-6346-AD0F-D4CA-57BDC834F7A3}"/>
              </a:ext>
            </a:extLst>
          </p:cNvPr>
          <p:cNvCxnSpPr>
            <a:cxnSpLocks/>
          </p:cNvCxnSpPr>
          <p:nvPr/>
        </p:nvCxnSpPr>
        <p:spPr>
          <a:xfrm>
            <a:off x="4979208" y="3883009"/>
            <a:ext cx="0" cy="156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16" name="TextBox 2815">
            <a:extLst>
              <a:ext uri="{FF2B5EF4-FFF2-40B4-BE49-F238E27FC236}">
                <a16:creationId xmlns:a16="http://schemas.microsoft.com/office/drawing/2014/main" id="{E5849440-5561-F162-36A1-54AEFE7561FD}"/>
              </a:ext>
            </a:extLst>
          </p:cNvPr>
          <p:cNvSpPr txBox="1"/>
          <p:nvPr/>
        </p:nvSpPr>
        <p:spPr>
          <a:xfrm>
            <a:off x="4609716" y="2296905"/>
            <a:ext cx="582211" cy="307777"/>
          </a:xfrm>
          <a:prstGeom prst="rect">
            <a:avLst/>
          </a:prstGeom>
          <a:noFill/>
        </p:spPr>
        <p:txBody>
          <a:bodyPr wrap="none" rtlCol="0">
            <a:spAutoFit/>
          </a:bodyPr>
          <a:lstStyle/>
          <a:p>
            <a:r>
              <a:rPr lang="en-US" sz="1400" dirty="0" err="1">
                <a:latin typeface="Consolas" panose="020B0609020204030204" pitchFamily="49" charset="0"/>
              </a:rPr>
              <a:t>ncol</a:t>
            </a:r>
            <a:endParaRPr lang="en-US" sz="1400" dirty="0">
              <a:latin typeface="Consolas" panose="020B0609020204030204" pitchFamily="49" charset="0"/>
            </a:endParaRPr>
          </a:p>
        </p:txBody>
      </p:sp>
      <p:cxnSp>
        <p:nvCxnSpPr>
          <p:cNvPr id="2817" name="Straight Arrow Connector 2816">
            <a:extLst>
              <a:ext uri="{FF2B5EF4-FFF2-40B4-BE49-F238E27FC236}">
                <a16:creationId xmlns:a16="http://schemas.microsoft.com/office/drawing/2014/main" id="{27EF0052-1E6D-2330-B6CB-46B9271F1F7C}"/>
              </a:ext>
            </a:extLst>
          </p:cNvPr>
          <p:cNvCxnSpPr>
            <a:cxnSpLocks/>
          </p:cNvCxnSpPr>
          <p:nvPr/>
        </p:nvCxnSpPr>
        <p:spPr>
          <a:xfrm>
            <a:off x="4884721" y="2576946"/>
            <a:ext cx="0" cy="156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18" name="Title 2817">
            <a:extLst>
              <a:ext uri="{FF2B5EF4-FFF2-40B4-BE49-F238E27FC236}">
                <a16:creationId xmlns:a16="http://schemas.microsoft.com/office/drawing/2014/main" id="{E348BBFC-E3DE-C380-78CE-7A44F3053AF4}"/>
              </a:ext>
            </a:extLst>
          </p:cNvPr>
          <p:cNvSpPr>
            <a:spLocks noGrp="1"/>
          </p:cNvSpPr>
          <p:nvPr>
            <p:ph type="title"/>
          </p:nvPr>
        </p:nvSpPr>
        <p:spPr/>
        <p:txBody>
          <a:bodyPr/>
          <a:lstStyle/>
          <a:p>
            <a:r>
              <a:rPr lang="en-US" dirty="0"/>
              <a:t>CNN striped parallel execution</a:t>
            </a:r>
          </a:p>
        </p:txBody>
      </p:sp>
    </p:spTree>
    <p:extLst>
      <p:ext uri="{BB962C8B-B14F-4D97-AF65-F5344CB8AC3E}">
        <p14:creationId xmlns:p14="http://schemas.microsoft.com/office/powerpoint/2010/main" val="3405445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29574B-28DC-921C-E725-02E2C82A96D9}"/>
              </a:ext>
            </a:extLst>
          </p:cNvPr>
          <p:cNvPicPr>
            <a:picLocks noChangeAspect="1"/>
          </p:cNvPicPr>
          <p:nvPr/>
        </p:nvPicPr>
        <p:blipFill>
          <a:blip r:embed="rId2"/>
          <a:stretch>
            <a:fillRect/>
          </a:stretch>
        </p:blipFill>
        <p:spPr>
          <a:xfrm>
            <a:off x="1115368" y="0"/>
            <a:ext cx="9961263" cy="6858000"/>
          </a:xfrm>
          <a:prstGeom prst="rect">
            <a:avLst/>
          </a:prstGeom>
        </p:spPr>
      </p:pic>
    </p:spTree>
    <p:extLst>
      <p:ext uri="{BB962C8B-B14F-4D97-AF65-F5344CB8AC3E}">
        <p14:creationId xmlns:p14="http://schemas.microsoft.com/office/powerpoint/2010/main" val="1447973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CAD1-DAF3-ABB7-387B-6F011CA9645D}"/>
              </a:ext>
            </a:extLst>
          </p:cNvPr>
          <p:cNvSpPr>
            <a:spLocks noGrp="1"/>
          </p:cNvSpPr>
          <p:nvPr>
            <p:ph type="title"/>
          </p:nvPr>
        </p:nvSpPr>
        <p:spPr>
          <a:xfrm>
            <a:off x="838200" y="365125"/>
            <a:ext cx="2011481" cy="1325563"/>
          </a:xfrm>
        </p:spPr>
        <p:txBody>
          <a:bodyPr/>
          <a:lstStyle/>
          <a:p>
            <a:r>
              <a:rPr lang="en-US" dirty="0"/>
              <a:t>Demo</a:t>
            </a:r>
          </a:p>
        </p:txBody>
      </p:sp>
      <p:sp>
        <p:nvSpPr>
          <p:cNvPr id="6" name="TextBox 5">
            <a:extLst>
              <a:ext uri="{FF2B5EF4-FFF2-40B4-BE49-F238E27FC236}">
                <a16:creationId xmlns:a16="http://schemas.microsoft.com/office/drawing/2014/main" id="{9400E504-F961-F7DA-133F-03528A95C4CA}"/>
              </a:ext>
            </a:extLst>
          </p:cNvPr>
          <p:cNvSpPr txBox="1"/>
          <p:nvPr/>
        </p:nvSpPr>
        <p:spPr>
          <a:xfrm>
            <a:off x="2849682" y="3431565"/>
            <a:ext cx="1346662" cy="338554"/>
          </a:xfrm>
          <a:prstGeom prst="rect">
            <a:avLst/>
          </a:prstGeom>
          <a:noFill/>
        </p:spPr>
        <p:txBody>
          <a:bodyPr wrap="square" rtlCol="0">
            <a:spAutoFit/>
          </a:bodyPr>
          <a:lstStyle/>
          <a:p>
            <a:pPr algn="r"/>
            <a:r>
              <a:rPr lang="en-US" sz="1600" dirty="0"/>
              <a:t>UDP/Ethernet</a:t>
            </a:r>
          </a:p>
        </p:txBody>
      </p:sp>
      <p:sp>
        <p:nvSpPr>
          <p:cNvPr id="16" name="Rectangle 15">
            <a:extLst>
              <a:ext uri="{FF2B5EF4-FFF2-40B4-BE49-F238E27FC236}">
                <a16:creationId xmlns:a16="http://schemas.microsoft.com/office/drawing/2014/main" id="{400476B1-CC2C-BC75-5583-D0C57530A3FF}"/>
              </a:ext>
            </a:extLst>
          </p:cNvPr>
          <p:cNvSpPr/>
          <p:nvPr/>
        </p:nvSpPr>
        <p:spPr>
          <a:xfrm>
            <a:off x="934379" y="3330306"/>
            <a:ext cx="1421491" cy="5410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LiteX</a:t>
            </a:r>
            <a:r>
              <a:rPr lang="en-US" sz="1600" dirty="0">
                <a:solidFill>
                  <a:schemeClr val="tx1"/>
                </a:solidFill>
              </a:rPr>
              <a:t> SOC</a:t>
            </a:r>
          </a:p>
        </p:txBody>
      </p:sp>
      <p:cxnSp>
        <p:nvCxnSpPr>
          <p:cNvPr id="26" name="Straight Arrow Connector 25">
            <a:extLst>
              <a:ext uri="{FF2B5EF4-FFF2-40B4-BE49-F238E27FC236}">
                <a16:creationId xmlns:a16="http://schemas.microsoft.com/office/drawing/2014/main" id="{0F3DD854-E417-9826-69F0-BD4D23035FDB}"/>
              </a:ext>
            </a:extLst>
          </p:cNvPr>
          <p:cNvCxnSpPr>
            <a:cxnSpLocks/>
          </p:cNvCxnSpPr>
          <p:nvPr/>
        </p:nvCxnSpPr>
        <p:spPr>
          <a:xfrm>
            <a:off x="2355870" y="3600842"/>
            <a:ext cx="4938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32E8BE32-E7B7-36CF-DEA0-B159355DFE7C}"/>
              </a:ext>
            </a:extLst>
          </p:cNvPr>
          <p:cNvSpPr/>
          <p:nvPr/>
        </p:nvSpPr>
        <p:spPr>
          <a:xfrm>
            <a:off x="934378" y="4390116"/>
            <a:ext cx="1421491" cy="11259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FPGA</a:t>
            </a:r>
          </a:p>
          <a:p>
            <a:pPr algn="ctr"/>
            <a:r>
              <a:rPr lang="en-US" sz="1600" dirty="0">
                <a:solidFill>
                  <a:schemeClr val="tx1"/>
                </a:solidFill>
              </a:rPr>
              <a:t>streaming CNN</a:t>
            </a:r>
          </a:p>
        </p:txBody>
      </p:sp>
      <p:sp>
        <p:nvSpPr>
          <p:cNvPr id="43" name="Rectangle 42">
            <a:extLst>
              <a:ext uri="{FF2B5EF4-FFF2-40B4-BE49-F238E27FC236}">
                <a16:creationId xmlns:a16="http://schemas.microsoft.com/office/drawing/2014/main" id="{18177D6A-A40C-9585-62F3-444459B239C7}"/>
              </a:ext>
            </a:extLst>
          </p:cNvPr>
          <p:cNvSpPr/>
          <p:nvPr/>
        </p:nvSpPr>
        <p:spPr>
          <a:xfrm>
            <a:off x="1071569" y="2176174"/>
            <a:ext cx="1147110"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MLX90640</a:t>
            </a:r>
          </a:p>
        </p:txBody>
      </p:sp>
      <p:cxnSp>
        <p:nvCxnSpPr>
          <p:cNvPr id="45" name="Straight Arrow Connector 44">
            <a:extLst>
              <a:ext uri="{FF2B5EF4-FFF2-40B4-BE49-F238E27FC236}">
                <a16:creationId xmlns:a16="http://schemas.microsoft.com/office/drawing/2014/main" id="{083D0513-480D-BDD1-B53C-34EE67C36738}"/>
              </a:ext>
            </a:extLst>
          </p:cNvPr>
          <p:cNvCxnSpPr>
            <a:cxnSpLocks/>
          </p:cNvCxnSpPr>
          <p:nvPr/>
        </p:nvCxnSpPr>
        <p:spPr>
          <a:xfrm>
            <a:off x="1645124" y="2816552"/>
            <a:ext cx="0" cy="505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1FEC1A70-632B-21C4-8B1B-7A2395874525}"/>
              </a:ext>
            </a:extLst>
          </p:cNvPr>
          <p:cNvSpPr txBox="1"/>
          <p:nvPr/>
        </p:nvSpPr>
        <p:spPr>
          <a:xfrm>
            <a:off x="934379" y="2873507"/>
            <a:ext cx="726570" cy="338554"/>
          </a:xfrm>
          <a:prstGeom prst="rect">
            <a:avLst/>
          </a:prstGeom>
          <a:noFill/>
        </p:spPr>
        <p:txBody>
          <a:bodyPr wrap="square" rtlCol="0">
            <a:spAutoFit/>
          </a:bodyPr>
          <a:lstStyle/>
          <a:p>
            <a:pPr algn="r"/>
            <a:r>
              <a:rPr lang="en-US" sz="1600" dirty="0"/>
              <a:t>I2C</a:t>
            </a:r>
          </a:p>
        </p:txBody>
      </p:sp>
      <p:cxnSp>
        <p:nvCxnSpPr>
          <p:cNvPr id="48" name="Straight Arrow Connector 47">
            <a:extLst>
              <a:ext uri="{FF2B5EF4-FFF2-40B4-BE49-F238E27FC236}">
                <a16:creationId xmlns:a16="http://schemas.microsoft.com/office/drawing/2014/main" id="{B2B18DE9-040A-04F7-EA9C-59BAE35C0E05}"/>
              </a:ext>
            </a:extLst>
          </p:cNvPr>
          <p:cNvCxnSpPr>
            <a:cxnSpLocks/>
          </p:cNvCxnSpPr>
          <p:nvPr/>
        </p:nvCxnSpPr>
        <p:spPr>
          <a:xfrm>
            <a:off x="1564770" y="3871378"/>
            <a:ext cx="0" cy="505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3E325D76-6305-D3AE-FF8C-65E0A332CD1A}"/>
              </a:ext>
            </a:extLst>
          </p:cNvPr>
          <p:cNvCxnSpPr>
            <a:cxnSpLocks/>
          </p:cNvCxnSpPr>
          <p:nvPr/>
        </p:nvCxnSpPr>
        <p:spPr>
          <a:xfrm flipV="1">
            <a:off x="1758724" y="3871377"/>
            <a:ext cx="0" cy="505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E3900BD6-B837-9899-6233-EDC7A7FA58AC}"/>
              </a:ext>
            </a:extLst>
          </p:cNvPr>
          <p:cNvSpPr txBox="1"/>
          <p:nvPr/>
        </p:nvSpPr>
        <p:spPr>
          <a:xfrm>
            <a:off x="838200" y="3961470"/>
            <a:ext cx="726570" cy="338554"/>
          </a:xfrm>
          <a:prstGeom prst="rect">
            <a:avLst/>
          </a:prstGeom>
          <a:noFill/>
        </p:spPr>
        <p:txBody>
          <a:bodyPr wrap="square" rtlCol="0">
            <a:spAutoFit/>
          </a:bodyPr>
          <a:lstStyle/>
          <a:p>
            <a:pPr algn="r"/>
            <a:r>
              <a:rPr lang="en-US" sz="1600" dirty="0"/>
              <a:t>WB</a:t>
            </a:r>
          </a:p>
        </p:txBody>
      </p:sp>
      <p:sp>
        <p:nvSpPr>
          <p:cNvPr id="3" name="Rectangle 2">
            <a:extLst>
              <a:ext uri="{FF2B5EF4-FFF2-40B4-BE49-F238E27FC236}">
                <a16:creationId xmlns:a16="http://schemas.microsoft.com/office/drawing/2014/main" id="{BB8CAA7B-55F2-26B3-AB94-932EAE2A8F77}"/>
              </a:ext>
            </a:extLst>
          </p:cNvPr>
          <p:cNvSpPr/>
          <p:nvPr/>
        </p:nvSpPr>
        <p:spPr>
          <a:xfrm>
            <a:off x="6032130" y="1128211"/>
            <a:ext cx="737039" cy="2845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768x8</a:t>
            </a:r>
          </a:p>
        </p:txBody>
      </p:sp>
      <p:sp>
        <p:nvSpPr>
          <p:cNvPr id="4" name="Rectangle 3">
            <a:extLst>
              <a:ext uri="{FF2B5EF4-FFF2-40B4-BE49-F238E27FC236}">
                <a16:creationId xmlns:a16="http://schemas.microsoft.com/office/drawing/2014/main" id="{0A48EDF1-E34A-1A0D-F7F1-3A37B6591CA6}"/>
              </a:ext>
            </a:extLst>
          </p:cNvPr>
          <p:cNvSpPr/>
          <p:nvPr/>
        </p:nvSpPr>
        <p:spPr>
          <a:xfrm>
            <a:off x="6032130" y="1861905"/>
            <a:ext cx="737039" cy="2845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768x8</a:t>
            </a:r>
          </a:p>
        </p:txBody>
      </p:sp>
      <p:cxnSp>
        <p:nvCxnSpPr>
          <p:cNvPr id="5" name="Straight Connector 4">
            <a:extLst>
              <a:ext uri="{FF2B5EF4-FFF2-40B4-BE49-F238E27FC236}">
                <a16:creationId xmlns:a16="http://schemas.microsoft.com/office/drawing/2014/main" id="{527FF358-4F79-EA40-7D4F-F7F4F0585F15}"/>
              </a:ext>
            </a:extLst>
          </p:cNvPr>
          <p:cNvCxnSpPr>
            <a:cxnSpLocks/>
          </p:cNvCxnSpPr>
          <p:nvPr/>
        </p:nvCxnSpPr>
        <p:spPr>
          <a:xfrm>
            <a:off x="6399060" y="1521758"/>
            <a:ext cx="0" cy="272835"/>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AE18021-9B88-BC34-BC62-71AB7352754B}"/>
              </a:ext>
            </a:extLst>
          </p:cNvPr>
          <p:cNvSpPr txBox="1"/>
          <p:nvPr/>
        </p:nvSpPr>
        <p:spPr>
          <a:xfrm>
            <a:off x="6412717" y="1450193"/>
            <a:ext cx="418704" cy="369332"/>
          </a:xfrm>
          <a:prstGeom prst="rect">
            <a:avLst/>
          </a:prstGeom>
          <a:noFill/>
        </p:spPr>
        <p:txBody>
          <a:bodyPr wrap="none" rtlCol="0">
            <a:spAutoFit/>
          </a:bodyPr>
          <a:lstStyle/>
          <a:p>
            <a:r>
              <a:rPr lang="en-US" dirty="0"/>
              <a:t>16</a:t>
            </a:r>
          </a:p>
        </p:txBody>
      </p:sp>
      <p:cxnSp>
        <p:nvCxnSpPr>
          <p:cNvPr id="8" name="Straight Arrow Connector 7">
            <a:extLst>
              <a:ext uri="{FF2B5EF4-FFF2-40B4-BE49-F238E27FC236}">
                <a16:creationId xmlns:a16="http://schemas.microsoft.com/office/drawing/2014/main" id="{A30E129F-F96A-C5FB-313D-D3746171688B}"/>
              </a:ext>
            </a:extLst>
          </p:cNvPr>
          <p:cNvCxnSpPr>
            <a:cxnSpLocks/>
          </p:cNvCxnSpPr>
          <p:nvPr/>
        </p:nvCxnSpPr>
        <p:spPr>
          <a:xfrm>
            <a:off x="5513946" y="1261619"/>
            <a:ext cx="518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3B7A0AB-35AC-2D14-6A25-CF174EA546A5}"/>
              </a:ext>
            </a:extLst>
          </p:cNvPr>
          <p:cNvCxnSpPr>
            <a:cxnSpLocks/>
          </p:cNvCxnSpPr>
          <p:nvPr/>
        </p:nvCxnSpPr>
        <p:spPr>
          <a:xfrm>
            <a:off x="5513946" y="2004191"/>
            <a:ext cx="5181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A7389EA-D7E8-7061-C355-C7772262A304}"/>
              </a:ext>
            </a:extLst>
          </p:cNvPr>
          <p:cNvCxnSpPr/>
          <p:nvPr/>
        </p:nvCxnSpPr>
        <p:spPr>
          <a:xfrm flipV="1">
            <a:off x="5513946" y="1261619"/>
            <a:ext cx="0" cy="74257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744A11B-D93E-6EDC-E008-F8FFCFEBC454}"/>
              </a:ext>
            </a:extLst>
          </p:cNvPr>
          <p:cNvCxnSpPr/>
          <p:nvPr/>
        </p:nvCxnSpPr>
        <p:spPr>
          <a:xfrm flipH="1">
            <a:off x="4998557" y="1658175"/>
            <a:ext cx="515389" cy="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3330F7F-BB5D-D0E9-D91E-1B32767290B7}"/>
              </a:ext>
            </a:extLst>
          </p:cNvPr>
          <p:cNvSpPr txBox="1"/>
          <p:nvPr/>
        </p:nvSpPr>
        <p:spPr>
          <a:xfrm>
            <a:off x="4099787" y="1486248"/>
            <a:ext cx="895976" cy="338554"/>
          </a:xfrm>
          <a:prstGeom prst="rect">
            <a:avLst/>
          </a:prstGeom>
          <a:noFill/>
        </p:spPr>
        <p:txBody>
          <a:bodyPr wrap="square" rtlCol="0">
            <a:spAutoFit/>
          </a:bodyPr>
          <a:lstStyle/>
          <a:p>
            <a:pPr algn="r"/>
            <a:r>
              <a:rPr lang="en-US" sz="1600" dirty="0"/>
              <a:t>WB WR</a:t>
            </a:r>
          </a:p>
        </p:txBody>
      </p:sp>
      <p:sp>
        <p:nvSpPr>
          <p:cNvPr id="21" name="Trapezoid 20">
            <a:extLst>
              <a:ext uri="{FF2B5EF4-FFF2-40B4-BE49-F238E27FC236}">
                <a16:creationId xmlns:a16="http://schemas.microsoft.com/office/drawing/2014/main" id="{512FA617-8D41-FBDD-FE87-95D17744CC4B}"/>
              </a:ext>
            </a:extLst>
          </p:cNvPr>
          <p:cNvSpPr/>
          <p:nvPr/>
        </p:nvSpPr>
        <p:spPr>
          <a:xfrm rot="5400000">
            <a:off x="7439004" y="1079546"/>
            <a:ext cx="313175" cy="11359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CF72370F-8425-E706-98AA-A5342BAD625F}"/>
              </a:ext>
            </a:extLst>
          </p:cNvPr>
          <p:cNvSpPr/>
          <p:nvPr/>
        </p:nvSpPr>
        <p:spPr>
          <a:xfrm rot="5400000">
            <a:off x="7439003" y="2128668"/>
            <a:ext cx="313175" cy="11359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BCA75030-D609-1ED3-406B-EC76C1F8736D}"/>
              </a:ext>
            </a:extLst>
          </p:cNvPr>
          <p:cNvCxnSpPr>
            <a:cxnSpLocks/>
          </p:cNvCxnSpPr>
          <p:nvPr/>
        </p:nvCxnSpPr>
        <p:spPr>
          <a:xfrm>
            <a:off x="7595591" y="1509279"/>
            <a:ext cx="0" cy="272835"/>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03DE24B-59A1-C0A6-8A60-BCB16D94A021}"/>
              </a:ext>
            </a:extLst>
          </p:cNvPr>
          <p:cNvSpPr txBox="1"/>
          <p:nvPr/>
        </p:nvSpPr>
        <p:spPr>
          <a:xfrm>
            <a:off x="7581935" y="1425261"/>
            <a:ext cx="535724" cy="369332"/>
          </a:xfrm>
          <a:prstGeom prst="rect">
            <a:avLst/>
          </a:prstGeom>
          <a:noFill/>
        </p:spPr>
        <p:txBody>
          <a:bodyPr wrap="none" rtlCol="0">
            <a:spAutoFit/>
          </a:bodyPr>
          <a:lstStyle/>
          <a:p>
            <a:r>
              <a:rPr lang="en-US" dirty="0"/>
              <a:t>128</a:t>
            </a:r>
          </a:p>
        </p:txBody>
      </p:sp>
      <p:cxnSp>
        <p:nvCxnSpPr>
          <p:cNvPr id="27" name="Straight Connector 26">
            <a:extLst>
              <a:ext uri="{FF2B5EF4-FFF2-40B4-BE49-F238E27FC236}">
                <a16:creationId xmlns:a16="http://schemas.microsoft.com/office/drawing/2014/main" id="{29E515E7-07C4-6F17-1700-A8C34E2B4A9C}"/>
              </a:ext>
            </a:extLst>
          </p:cNvPr>
          <p:cNvCxnSpPr>
            <a:cxnSpLocks/>
            <a:stCxn id="3" idx="3"/>
          </p:cNvCxnSpPr>
          <p:nvPr/>
        </p:nvCxnSpPr>
        <p:spPr>
          <a:xfrm flipV="1">
            <a:off x="6769169" y="1068756"/>
            <a:ext cx="781395" cy="201741"/>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A9E2026D-2CB1-06D2-AE18-D8EFC70D3580}"/>
              </a:ext>
            </a:extLst>
          </p:cNvPr>
          <p:cNvCxnSpPr>
            <a:cxnSpLocks/>
            <a:stCxn id="3" idx="3"/>
          </p:cNvCxnSpPr>
          <p:nvPr/>
        </p:nvCxnSpPr>
        <p:spPr>
          <a:xfrm>
            <a:off x="6769169" y="1270497"/>
            <a:ext cx="764770" cy="845662"/>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0DADE957-9063-B526-9C2D-1B8042450C96}"/>
              </a:ext>
            </a:extLst>
          </p:cNvPr>
          <p:cNvCxnSpPr>
            <a:cxnSpLocks/>
            <a:stCxn id="4" idx="3"/>
          </p:cNvCxnSpPr>
          <p:nvPr/>
        </p:nvCxnSpPr>
        <p:spPr>
          <a:xfrm>
            <a:off x="6769169" y="2004191"/>
            <a:ext cx="773083" cy="236659"/>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5C1C936C-FECB-31C8-F2A4-117BF20B24C0}"/>
              </a:ext>
            </a:extLst>
          </p:cNvPr>
          <p:cNvCxnSpPr>
            <a:cxnSpLocks/>
            <a:stCxn id="4" idx="3"/>
          </p:cNvCxnSpPr>
          <p:nvPr/>
        </p:nvCxnSpPr>
        <p:spPr>
          <a:xfrm flipV="1">
            <a:off x="6769169" y="1226698"/>
            <a:ext cx="764770" cy="777493"/>
          </a:xfrm>
          <a:prstGeom prst="line">
            <a:avLst/>
          </a:prstGeom>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5BAF6724-82DD-D072-EB3A-49D9BB0C7D67}"/>
              </a:ext>
            </a:extLst>
          </p:cNvPr>
          <p:cNvSpPr txBox="1"/>
          <p:nvPr/>
        </p:nvSpPr>
        <p:spPr>
          <a:xfrm>
            <a:off x="7282814" y="619633"/>
            <a:ext cx="598241" cy="369332"/>
          </a:xfrm>
          <a:prstGeom prst="rect">
            <a:avLst/>
          </a:prstGeom>
          <a:noFill/>
        </p:spPr>
        <p:txBody>
          <a:bodyPr wrap="none" rtlCol="0">
            <a:spAutoFit/>
          </a:bodyPr>
          <a:lstStyle/>
          <a:p>
            <a:r>
              <a:rPr lang="en-US" dirty="0"/>
              <a:t>16:1</a:t>
            </a:r>
          </a:p>
        </p:txBody>
      </p:sp>
      <p:sp>
        <p:nvSpPr>
          <p:cNvPr id="40" name="TextBox 39">
            <a:extLst>
              <a:ext uri="{FF2B5EF4-FFF2-40B4-BE49-F238E27FC236}">
                <a16:creationId xmlns:a16="http://schemas.microsoft.com/office/drawing/2014/main" id="{77577757-192D-69E3-F7A5-D402AF3BE8CA}"/>
              </a:ext>
            </a:extLst>
          </p:cNvPr>
          <p:cNvSpPr txBox="1"/>
          <p:nvPr/>
        </p:nvSpPr>
        <p:spPr>
          <a:xfrm>
            <a:off x="6918797" y="146043"/>
            <a:ext cx="1400640" cy="369332"/>
          </a:xfrm>
          <a:prstGeom prst="rect">
            <a:avLst/>
          </a:prstGeom>
          <a:noFill/>
        </p:spPr>
        <p:txBody>
          <a:bodyPr wrap="none" rtlCol="0">
            <a:spAutoFit/>
          </a:bodyPr>
          <a:lstStyle/>
          <a:p>
            <a:r>
              <a:rPr lang="en-US" dirty="0"/>
              <a:t>barrel shifter</a:t>
            </a:r>
          </a:p>
        </p:txBody>
      </p:sp>
      <p:sp>
        <p:nvSpPr>
          <p:cNvPr id="41" name="Rectangle 40">
            <a:extLst>
              <a:ext uri="{FF2B5EF4-FFF2-40B4-BE49-F238E27FC236}">
                <a16:creationId xmlns:a16="http://schemas.microsoft.com/office/drawing/2014/main" id="{DA9F10CB-97F7-96BD-3257-ED9C58DA577C}"/>
              </a:ext>
            </a:extLst>
          </p:cNvPr>
          <p:cNvSpPr/>
          <p:nvPr/>
        </p:nvSpPr>
        <p:spPr>
          <a:xfrm>
            <a:off x="8657581" y="1261619"/>
            <a:ext cx="1091157" cy="66815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CNN</a:t>
            </a:r>
          </a:p>
        </p:txBody>
      </p:sp>
      <p:cxnSp>
        <p:nvCxnSpPr>
          <p:cNvPr id="46" name="Straight Connector 45">
            <a:extLst>
              <a:ext uri="{FF2B5EF4-FFF2-40B4-BE49-F238E27FC236}">
                <a16:creationId xmlns:a16="http://schemas.microsoft.com/office/drawing/2014/main" id="{EAD86A6A-9A1A-0380-2105-BE22D4AE8E54}"/>
              </a:ext>
            </a:extLst>
          </p:cNvPr>
          <p:cNvCxnSpPr>
            <a:stCxn id="21" idx="0"/>
            <a:endCxn id="41" idx="1"/>
          </p:cNvCxnSpPr>
          <p:nvPr/>
        </p:nvCxnSpPr>
        <p:spPr>
          <a:xfrm>
            <a:off x="7652387" y="1136342"/>
            <a:ext cx="1005194" cy="459356"/>
          </a:xfrm>
          <a:prstGeom prst="line">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D0161FFB-A063-6C43-6E2D-D716C0BE68F4}"/>
              </a:ext>
            </a:extLst>
          </p:cNvPr>
          <p:cNvCxnSpPr>
            <a:cxnSpLocks/>
            <a:stCxn id="22" idx="0"/>
            <a:endCxn id="41" idx="1"/>
          </p:cNvCxnSpPr>
          <p:nvPr/>
        </p:nvCxnSpPr>
        <p:spPr>
          <a:xfrm flipV="1">
            <a:off x="7652386" y="1595698"/>
            <a:ext cx="1005195" cy="589766"/>
          </a:xfrm>
          <a:prstGeom prst="line">
            <a:avLst/>
          </a:prstGeom>
          <a:ln>
            <a:tailEnd type="none"/>
          </a:ln>
        </p:spPr>
        <p:style>
          <a:lnRef idx="1">
            <a:schemeClr val="dk1"/>
          </a:lnRef>
          <a:fillRef idx="0">
            <a:schemeClr val="dk1"/>
          </a:fillRef>
          <a:effectRef idx="0">
            <a:schemeClr val="dk1"/>
          </a:effectRef>
          <a:fontRef idx="minor">
            <a:schemeClr val="tx1"/>
          </a:fontRef>
        </p:style>
      </p:cxnSp>
      <p:grpSp>
        <p:nvGrpSpPr>
          <p:cNvPr id="55" name="Group 54">
            <a:extLst>
              <a:ext uri="{FF2B5EF4-FFF2-40B4-BE49-F238E27FC236}">
                <a16:creationId xmlns:a16="http://schemas.microsoft.com/office/drawing/2014/main" id="{359DB3C8-A376-1C81-4D06-74AFF45C5033}"/>
              </a:ext>
            </a:extLst>
          </p:cNvPr>
          <p:cNvGrpSpPr/>
          <p:nvPr/>
        </p:nvGrpSpPr>
        <p:grpSpPr>
          <a:xfrm>
            <a:off x="10206663" y="1429402"/>
            <a:ext cx="332592" cy="332592"/>
            <a:chOff x="10045338" y="619432"/>
            <a:chExt cx="350195" cy="350195"/>
          </a:xfrm>
        </p:grpSpPr>
        <p:sp>
          <p:nvSpPr>
            <p:cNvPr id="56" name="Rectangle 55">
              <a:extLst>
                <a:ext uri="{FF2B5EF4-FFF2-40B4-BE49-F238E27FC236}">
                  <a16:creationId xmlns:a16="http://schemas.microsoft.com/office/drawing/2014/main" id="{873FB7A3-F943-0698-1793-15C5F841859B}"/>
                </a:ext>
              </a:extLst>
            </p:cNvPr>
            <p:cNvSpPr/>
            <p:nvPr/>
          </p:nvSpPr>
          <p:spPr>
            <a:xfrm>
              <a:off x="10045338" y="619432"/>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Isosceles Triangle 56">
              <a:extLst>
                <a:ext uri="{FF2B5EF4-FFF2-40B4-BE49-F238E27FC236}">
                  <a16:creationId xmlns:a16="http://schemas.microsoft.com/office/drawing/2014/main" id="{3AFBA75C-DC88-CB2F-3938-128AD0A3CCCF}"/>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0" name="Straight Arrow Connector 59">
            <a:extLst>
              <a:ext uri="{FF2B5EF4-FFF2-40B4-BE49-F238E27FC236}">
                <a16:creationId xmlns:a16="http://schemas.microsoft.com/office/drawing/2014/main" id="{56056911-CC37-91F9-B4F9-3E148181A566}"/>
              </a:ext>
            </a:extLst>
          </p:cNvPr>
          <p:cNvCxnSpPr>
            <a:cxnSpLocks/>
            <a:endCxn id="56" idx="1"/>
          </p:cNvCxnSpPr>
          <p:nvPr/>
        </p:nvCxnSpPr>
        <p:spPr>
          <a:xfrm>
            <a:off x="9748738" y="1595698"/>
            <a:ext cx="457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8964B7F-4249-06E5-3B12-87BC429CE599}"/>
              </a:ext>
            </a:extLst>
          </p:cNvPr>
          <p:cNvCxnSpPr>
            <a:cxnSpLocks/>
          </p:cNvCxnSpPr>
          <p:nvPr/>
        </p:nvCxnSpPr>
        <p:spPr>
          <a:xfrm>
            <a:off x="10539255" y="1595698"/>
            <a:ext cx="457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3C151625-87AE-B187-E266-AEF67C6898CF}"/>
              </a:ext>
            </a:extLst>
          </p:cNvPr>
          <p:cNvSpPr txBox="1"/>
          <p:nvPr/>
        </p:nvSpPr>
        <p:spPr>
          <a:xfrm>
            <a:off x="11059933" y="1437316"/>
            <a:ext cx="773083" cy="338554"/>
          </a:xfrm>
          <a:prstGeom prst="rect">
            <a:avLst/>
          </a:prstGeom>
          <a:noFill/>
        </p:spPr>
        <p:txBody>
          <a:bodyPr wrap="square" rtlCol="0">
            <a:spAutoFit/>
          </a:bodyPr>
          <a:lstStyle/>
          <a:p>
            <a:pPr algn="r"/>
            <a:r>
              <a:rPr lang="en-US" sz="1600" dirty="0"/>
              <a:t>WB RD</a:t>
            </a:r>
          </a:p>
        </p:txBody>
      </p:sp>
      <p:sp>
        <p:nvSpPr>
          <p:cNvPr id="152" name="TextBox 151">
            <a:extLst>
              <a:ext uri="{FF2B5EF4-FFF2-40B4-BE49-F238E27FC236}">
                <a16:creationId xmlns:a16="http://schemas.microsoft.com/office/drawing/2014/main" id="{18573923-45CB-6B5D-3334-024F25553AA2}"/>
              </a:ext>
            </a:extLst>
          </p:cNvPr>
          <p:cNvSpPr txBox="1"/>
          <p:nvPr/>
        </p:nvSpPr>
        <p:spPr>
          <a:xfrm>
            <a:off x="5472936" y="810015"/>
            <a:ext cx="1692643" cy="276999"/>
          </a:xfrm>
          <a:prstGeom prst="rect">
            <a:avLst/>
          </a:prstGeom>
          <a:noFill/>
        </p:spPr>
        <p:txBody>
          <a:bodyPr wrap="none" rtlCol="0">
            <a:spAutoFit/>
          </a:bodyPr>
          <a:lstStyle/>
          <a:p>
            <a:r>
              <a:rPr lang="en-US" sz="1200" dirty="0"/>
              <a:t>reg [7:0] fb[15:0][767:0]</a:t>
            </a:r>
          </a:p>
        </p:txBody>
      </p:sp>
      <p:sp>
        <p:nvSpPr>
          <p:cNvPr id="211" name="TextBox 210">
            <a:extLst>
              <a:ext uri="{FF2B5EF4-FFF2-40B4-BE49-F238E27FC236}">
                <a16:creationId xmlns:a16="http://schemas.microsoft.com/office/drawing/2014/main" id="{A026A0EF-B2DC-7893-92C8-5FA050842307}"/>
              </a:ext>
            </a:extLst>
          </p:cNvPr>
          <p:cNvSpPr txBox="1"/>
          <p:nvPr/>
        </p:nvSpPr>
        <p:spPr>
          <a:xfrm>
            <a:off x="6412717" y="3600842"/>
            <a:ext cx="4460965" cy="2308324"/>
          </a:xfrm>
          <a:prstGeom prst="rect">
            <a:avLst/>
          </a:prstGeom>
          <a:noFill/>
        </p:spPr>
        <p:txBody>
          <a:bodyPr wrap="none" rtlCol="0">
            <a:spAutoFit/>
          </a:bodyPr>
          <a:lstStyle/>
          <a:p>
            <a:pPr marL="342900" indent="-342900">
              <a:buAutoNum type="arabicPeriod"/>
            </a:pPr>
            <a:r>
              <a:rPr lang="en-US" dirty="0"/>
              <a:t>read MLX90640 frame using I2C</a:t>
            </a:r>
          </a:p>
          <a:p>
            <a:pPr marL="342900" indent="-342900">
              <a:buAutoNum type="arabicPeriod"/>
            </a:pPr>
            <a:r>
              <a:rPr lang="en-US" dirty="0"/>
              <a:t>read previous prediction and assert seq++</a:t>
            </a:r>
          </a:p>
          <a:p>
            <a:pPr marL="342900" indent="-342900">
              <a:buAutoNum type="arabicPeriod"/>
            </a:pPr>
            <a:r>
              <a:rPr lang="en-US" dirty="0"/>
              <a:t>assert reset</a:t>
            </a:r>
          </a:p>
          <a:p>
            <a:pPr marL="342900" indent="-342900">
              <a:buAutoNum type="arabicPeriod"/>
            </a:pPr>
            <a:r>
              <a:rPr lang="en-US" dirty="0"/>
              <a:t>copy frame to next fb[15:0]</a:t>
            </a:r>
          </a:p>
          <a:p>
            <a:pPr marL="342900" indent="-342900">
              <a:buAutoNum type="arabicPeriod"/>
            </a:pPr>
            <a:r>
              <a:rPr lang="en-US" dirty="0"/>
              <a:t>increment and write </a:t>
            </a:r>
            <a:r>
              <a:rPr lang="en-US" dirty="0" err="1"/>
              <a:t>chan</a:t>
            </a:r>
            <a:r>
              <a:rPr lang="en-US" dirty="0"/>
              <a:t>[3:0]</a:t>
            </a:r>
          </a:p>
          <a:p>
            <a:pPr marL="342900" indent="-342900">
              <a:buAutoNum type="arabicPeriod"/>
            </a:pPr>
            <a:r>
              <a:rPr lang="en-US" dirty="0" err="1"/>
              <a:t>deassert</a:t>
            </a:r>
            <a:r>
              <a:rPr lang="en-US" dirty="0"/>
              <a:t> reset</a:t>
            </a:r>
          </a:p>
          <a:p>
            <a:pPr marL="342900" indent="-342900">
              <a:buAutoNum type="arabicPeriod"/>
            </a:pPr>
            <a:r>
              <a:rPr lang="en-US" dirty="0" err="1"/>
              <a:t>goto</a:t>
            </a:r>
            <a:r>
              <a:rPr lang="en-US" dirty="0"/>
              <a:t> 1 </a:t>
            </a:r>
          </a:p>
          <a:p>
            <a:pPr marL="342900" indent="-342900">
              <a:buAutoNum type="arabicPeriod"/>
            </a:pPr>
            <a:endParaRPr lang="en-US" dirty="0"/>
          </a:p>
        </p:txBody>
      </p:sp>
    </p:spTree>
    <p:extLst>
      <p:ext uri="{BB962C8B-B14F-4D97-AF65-F5344CB8AC3E}">
        <p14:creationId xmlns:p14="http://schemas.microsoft.com/office/powerpoint/2010/main" val="889111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CAD1-DAF3-ABB7-387B-6F011CA9645D}"/>
              </a:ext>
            </a:extLst>
          </p:cNvPr>
          <p:cNvSpPr>
            <a:spLocks noGrp="1"/>
          </p:cNvSpPr>
          <p:nvPr>
            <p:ph type="title"/>
          </p:nvPr>
        </p:nvSpPr>
        <p:spPr>
          <a:xfrm>
            <a:off x="838200" y="365125"/>
            <a:ext cx="2011481" cy="1325563"/>
          </a:xfrm>
        </p:spPr>
        <p:txBody>
          <a:bodyPr/>
          <a:lstStyle/>
          <a:p>
            <a:r>
              <a:rPr lang="en-US" dirty="0"/>
              <a:t>Demo</a:t>
            </a:r>
          </a:p>
        </p:txBody>
      </p:sp>
      <p:sp>
        <p:nvSpPr>
          <p:cNvPr id="64" name="Rectangle 63">
            <a:extLst>
              <a:ext uri="{FF2B5EF4-FFF2-40B4-BE49-F238E27FC236}">
                <a16:creationId xmlns:a16="http://schemas.microsoft.com/office/drawing/2014/main" id="{B5ACE177-D908-E09F-EB9B-E03EFB34E788}"/>
              </a:ext>
            </a:extLst>
          </p:cNvPr>
          <p:cNvSpPr/>
          <p:nvPr/>
        </p:nvSpPr>
        <p:spPr>
          <a:xfrm>
            <a:off x="6120057" y="646073"/>
            <a:ext cx="5042992" cy="284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0DAC3BE5-AAD8-BE13-69DD-82DA429BB374}"/>
              </a:ext>
            </a:extLst>
          </p:cNvPr>
          <p:cNvCxnSpPr>
            <a:cxnSpLocks/>
          </p:cNvCxnSpPr>
          <p:nvPr/>
        </p:nvCxnSpPr>
        <p:spPr>
          <a:xfrm>
            <a:off x="62724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089A2BC0-F04D-0A94-14E7-ECB05B21B47A}"/>
              </a:ext>
            </a:extLst>
          </p:cNvPr>
          <p:cNvCxnSpPr>
            <a:cxnSpLocks/>
          </p:cNvCxnSpPr>
          <p:nvPr/>
        </p:nvCxnSpPr>
        <p:spPr>
          <a:xfrm>
            <a:off x="64248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338A7C9F-CE7E-E3E3-DD31-40CD023A0B91}"/>
              </a:ext>
            </a:extLst>
          </p:cNvPr>
          <p:cNvCxnSpPr>
            <a:cxnSpLocks/>
          </p:cNvCxnSpPr>
          <p:nvPr/>
        </p:nvCxnSpPr>
        <p:spPr>
          <a:xfrm>
            <a:off x="6577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ECBFBA09-E120-C4E3-9E8F-315FD4836A0B}"/>
              </a:ext>
            </a:extLst>
          </p:cNvPr>
          <p:cNvCxnSpPr>
            <a:cxnSpLocks/>
          </p:cNvCxnSpPr>
          <p:nvPr/>
        </p:nvCxnSpPr>
        <p:spPr>
          <a:xfrm>
            <a:off x="6729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BE867BC5-E183-7256-76DD-A3144BFB7A80}"/>
              </a:ext>
            </a:extLst>
          </p:cNvPr>
          <p:cNvCxnSpPr>
            <a:cxnSpLocks/>
          </p:cNvCxnSpPr>
          <p:nvPr/>
        </p:nvCxnSpPr>
        <p:spPr>
          <a:xfrm>
            <a:off x="6882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5C8BB5FE-E4B2-AA5A-26C2-5281DDBF214A}"/>
              </a:ext>
            </a:extLst>
          </p:cNvPr>
          <p:cNvCxnSpPr>
            <a:cxnSpLocks/>
          </p:cNvCxnSpPr>
          <p:nvPr/>
        </p:nvCxnSpPr>
        <p:spPr>
          <a:xfrm>
            <a:off x="70344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A53A2FB-B003-03DE-B03E-8192E192479F}"/>
              </a:ext>
            </a:extLst>
          </p:cNvPr>
          <p:cNvCxnSpPr>
            <a:cxnSpLocks/>
          </p:cNvCxnSpPr>
          <p:nvPr/>
        </p:nvCxnSpPr>
        <p:spPr>
          <a:xfrm>
            <a:off x="71868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054AFF61-63DE-EFCF-DF0A-43E8736CE556}"/>
              </a:ext>
            </a:extLst>
          </p:cNvPr>
          <p:cNvCxnSpPr>
            <a:cxnSpLocks/>
          </p:cNvCxnSpPr>
          <p:nvPr/>
        </p:nvCxnSpPr>
        <p:spPr>
          <a:xfrm>
            <a:off x="7339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87A5160F-11E1-35EB-F3FE-8BE9021C2882}"/>
              </a:ext>
            </a:extLst>
          </p:cNvPr>
          <p:cNvCxnSpPr>
            <a:cxnSpLocks/>
          </p:cNvCxnSpPr>
          <p:nvPr/>
        </p:nvCxnSpPr>
        <p:spPr>
          <a:xfrm>
            <a:off x="7491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EBB4971E-7B86-9BCC-2B68-4E80833016B9}"/>
              </a:ext>
            </a:extLst>
          </p:cNvPr>
          <p:cNvCxnSpPr>
            <a:cxnSpLocks/>
          </p:cNvCxnSpPr>
          <p:nvPr/>
        </p:nvCxnSpPr>
        <p:spPr>
          <a:xfrm>
            <a:off x="7644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9F974913-B635-6329-D499-6C6681B38DAC}"/>
              </a:ext>
            </a:extLst>
          </p:cNvPr>
          <p:cNvCxnSpPr>
            <a:cxnSpLocks/>
          </p:cNvCxnSpPr>
          <p:nvPr/>
        </p:nvCxnSpPr>
        <p:spPr>
          <a:xfrm>
            <a:off x="77964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276D7CFE-87C1-5261-7DDC-8D2F8A26DE63}"/>
              </a:ext>
            </a:extLst>
          </p:cNvPr>
          <p:cNvCxnSpPr>
            <a:cxnSpLocks/>
          </p:cNvCxnSpPr>
          <p:nvPr/>
        </p:nvCxnSpPr>
        <p:spPr>
          <a:xfrm>
            <a:off x="79488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FDC3F9C-B564-121D-ED1D-E89F34E3D0B2}"/>
              </a:ext>
            </a:extLst>
          </p:cNvPr>
          <p:cNvCxnSpPr>
            <a:cxnSpLocks/>
          </p:cNvCxnSpPr>
          <p:nvPr/>
        </p:nvCxnSpPr>
        <p:spPr>
          <a:xfrm>
            <a:off x="8101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5D60BEF4-DC76-2835-E445-1984B63D5061}"/>
              </a:ext>
            </a:extLst>
          </p:cNvPr>
          <p:cNvCxnSpPr>
            <a:cxnSpLocks/>
          </p:cNvCxnSpPr>
          <p:nvPr/>
        </p:nvCxnSpPr>
        <p:spPr>
          <a:xfrm>
            <a:off x="8253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938682BA-C9E5-4C80-2217-0FE367E752F8}"/>
              </a:ext>
            </a:extLst>
          </p:cNvPr>
          <p:cNvCxnSpPr>
            <a:cxnSpLocks/>
          </p:cNvCxnSpPr>
          <p:nvPr/>
        </p:nvCxnSpPr>
        <p:spPr>
          <a:xfrm>
            <a:off x="8406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CC6FE0E8-2B86-E769-2918-F03182E5CF1A}"/>
              </a:ext>
            </a:extLst>
          </p:cNvPr>
          <p:cNvCxnSpPr>
            <a:cxnSpLocks/>
          </p:cNvCxnSpPr>
          <p:nvPr/>
        </p:nvCxnSpPr>
        <p:spPr>
          <a:xfrm>
            <a:off x="85584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FBA89C5A-6566-896C-4478-ACD840453226}"/>
              </a:ext>
            </a:extLst>
          </p:cNvPr>
          <p:cNvCxnSpPr>
            <a:cxnSpLocks/>
          </p:cNvCxnSpPr>
          <p:nvPr/>
        </p:nvCxnSpPr>
        <p:spPr>
          <a:xfrm>
            <a:off x="8710857" y="658986"/>
            <a:ext cx="0" cy="740122"/>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FCDFE25E-2428-BEBA-9605-58DD190DB676}"/>
              </a:ext>
            </a:extLst>
          </p:cNvPr>
          <p:cNvCxnSpPr>
            <a:cxnSpLocks/>
          </p:cNvCxnSpPr>
          <p:nvPr/>
        </p:nvCxnSpPr>
        <p:spPr>
          <a:xfrm>
            <a:off x="8863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04D961D5-D2F4-FB17-2508-03E56CDB909C}"/>
              </a:ext>
            </a:extLst>
          </p:cNvPr>
          <p:cNvCxnSpPr>
            <a:cxnSpLocks/>
          </p:cNvCxnSpPr>
          <p:nvPr/>
        </p:nvCxnSpPr>
        <p:spPr>
          <a:xfrm>
            <a:off x="9015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E68F4E04-56F3-9E40-1B78-3E00C9440365}"/>
              </a:ext>
            </a:extLst>
          </p:cNvPr>
          <p:cNvCxnSpPr>
            <a:cxnSpLocks/>
          </p:cNvCxnSpPr>
          <p:nvPr/>
        </p:nvCxnSpPr>
        <p:spPr>
          <a:xfrm>
            <a:off x="9168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E729D8C9-4892-34E2-8496-D5F0044F6DA5}"/>
              </a:ext>
            </a:extLst>
          </p:cNvPr>
          <p:cNvCxnSpPr>
            <a:cxnSpLocks/>
          </p:cNvCxnSpPr>
          <p:nvPr/>
        </p:nvCxnSpPr>
        <p:spPr>
          <a:xfrm>
            <a:off x="9320457" y="658986"/>
            <a:ext cx="0" cy="740122"/>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785659B3-31B4-F48C-FAA5-4E1ED7CDC13D}"/>
              </a:ext>
            </a:extLst>
          </p:cNvPr>
          <p:cNvCxnSpPr>
            <a:cxnSpLocks/>
          </p:cNvCxnSpPr>
          <p:nvPr/>
        </p:nvCxnSpPr>
        <p:spPr>
          <a:xfrm>
            <a:off x="94728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70439FB9-10A9-48F6-726F-AE08C3388F55}"/>
              </a:ext>
            </a:extLst>
          </p:cNvPr>
          <p:cNvCxnSpPr>
            <a:cxnSpLocks/>
          </p:cNvCxnSpPr>
          <p:nvPr/>
        </p:nvCxnSpPr>
        <p:spPr>
          <a:xfrm>
            <a:off x="9625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1B740991-CE65-D357-6D54-09FF5E4CEA67}"/>
              </a:ext>
            </a:extLst>
          </p:cNvPr>
          <p:cNvCxnSpPr>
            <a:cxnSpLocks/>
          </p:cNvCxnSpPr>
          <p:nvPr/>
        </p:nvCxnSpPr>
        <p:spPr>
          <a:xfrm>
            <a:off x="9777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1BBEADAE-0671-7C2B-85E3-E7BA221C36CD}"/>
              </a:ext>
            </a:extLst>
          </p:cNvPr>
          <p:cNvCxnSpPr>
            <a:cxnSpLocks/>
          </p:cNvCxnSpPr>
          <p:nvPr/>
        </p:nvCxnSpPr>
        <p:spPr>
          <a:xfrm>
            <a:off x="9930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3978E559-8F2F-293C-F452-0C2A5D2672E3}"/>
              </a:ext>
            </a:extLst>
          </p:cNvPr>
          <p:cNvCxnSpPr>
            <a:cxnSpLocks/>
          </p:cNvCxnSpPr>
          <p:nvPr/>
        </p:nvCxnSpPr>
        <p:spPr>
          <a:xfrm>
            <a:off x="100824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5F85BC0B-1967-0A3A-B30B-50D8C1980DDF}"/>
              </a:ext>
            </a:extLst>
          </p:cNvPr>
          <p:cNvCxnSpPr>
            <a:cxnSpLocks/>
          </p:cNvCxnSpPr>
          <p:nvPr/>
        </p:nvCxnSpPr>
        <p:spPr>
          <a:xfrm>
            <a:off x="102348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A155D3D9-36D9-EFE6-D825-960B01D94DE0}"/>
              </a:ext>
            </a:extLst>
          </p:cNvPr>
          <p:cNvCxnSpPr>
            <a:cxnSpLocks/>
          </p:cNvCxnSpPr>
          <p:nvPr/>
        </p:nvCxnSpPr>
        <p:spPr>
          <a:xfrm>
            <a:off x="103872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56CAE68D-B89E-927C-DAC8-0F6E5DCE75E4}"/>
              </a:ext>
            </a:extLst>
          </p:cNvPr>
          <p:cNvCxnSpPr>
            <a:cxnSpLocks/>
          </p:cNvCxnSpPr>
          <p:nvPr/>
        </p:nvCxnSpPr>
        <p:spPr>
          <a:xfrm>
            <a:off x="105396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A6DFD3F7-65BA-F9C5-F8F5-4345B47229D9}"/>
              </a:ext>
            </a:extLst>
          </p:cNvPr>
          <p:cNvCxnSpPr>
            <a:cxnSpLocks/>
          </p:cNvCxnSpPr>
          <p:nvPr/>
        </p:nvCxnSpPr>
        <p:spPr>
          <a:xfrm>
            <a:off x="10692057" y="658986"/>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90BBAF7-351A-F873-C4C6-AA630861FEFA}"/>
              </a:ext>
            </a:extLst>
          </p:cNvPr>
          <p:cNvCxnSpPr>
            <a:cxnSpLocks/>
          </p:cNvCxnSpPr>
          <p:nvPr/>
        </p:nvCxnSpPr>
        <p:spPr>
          <a:xfrm>
            <a:off x="10844457" y="658986"/>
            <a:ext cx="0" cy="740122"/>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A8BCC2D6-5DA4-4F28-D398-0ED16C4172A1}"/>
              </a:ext>
            </a:extLst>
          </p:cNvPr>
          <p:cNvCxnSpPr>
            <a:cxnSpLocks/>
          </p:cNvCxnSpPr>
          <p:nvPr/>
        </p:nvCxnSpPr>
        <p:spPr>
          <a:xfrm>
            <a:off x="10996857" y="658986"/>
            <a:ext cx="0" cy="284572"/>
          </a:xfrm>
          <a:prstGeom prst="line">
            <a:avLst/>
          </a:prstGeom>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523E15A3-21A1-9C2F-C945-DC088D3A1844}"/>
              </a:ext>
            </a:extLst>
          </p:cNvPr>
          <p:cNvSpPr txBox="1"/>
          <p:nvPr/>
        </p:nvSpPr>
        <p:spPr>
          <a:xfrm>
            <a:off x="10956861" y="365125"/>
            <a:ext cx="263214" cy="276999"/>
          </a:xfrm>
          <a:prstGeom prst="rect">
            <a:avLst/>
          </a:prstGeom>
          <a:noFill/>
        </p:spPr>
        <p:txBody>
          <a:bodyPr wrap="none" rtlCol="0">
            <a:spAutoFit/>
          </a:bodyPr>
          <a:lstStyle/>
          <a:p>
            <a:r>
              <a:rPr lang="en-US" sz="1200" dirty="0"/>
              <a:t>0</a:t>
            </a:r>
          </a:p>
        </p:txBody>
      </p:sp>
      <p:sp>
        <p:nvSpPr>
          <p:cNvPr id="99" name="TextBox 98">
            <a:extLst>
              <a:ext uri="{FF2B5EF4-FFF2-40B4-BE49-F238E27FC236}">
                <a16:creationId xmlns:a16="http://schemas.microsoft.com/office/drawing/2014/main" id="{A51496CD-F1B3-67FC-948C-7ED7037FC572}"/>
              </a:ext>
            </a:extLst>
          </p:cNvPr>
          <p:cNvSpPr txBox="1"/>
          <p:nvPr/>
        </p:nvSpPr>
        <p:spPr>
          <a:xfrm>
            <a:off x="10802478" y="371582"/>
            <a:ext cx="263214" cy="276999"/>
          </a:xfrm>
          <a:prstGeom prst="rect">
            <a:avLst/>
          </a:prstGeom>
          <a:noFill/>
        </p:spPr>
        <p:txBody>
          <a:bodyPr wrap="none" rtlCol="0">
            <a:spAutoFit/>
          </a:bodyPr>
          <a:lstStyle/>
          <a:p>
            <a:r>
              <a:rPr lang="en-US" sz="1200" dirty="0"/>
              <a:t>1</a:t>
            </a:r>
          </a:p>
        </p:txBody>
      </p:sp>
      <p:sp>
        <p:nvSpPr>
          <p:cNvPr id="101" name="TextBox 100">
            <a:extLst>
              <a:ext uri="{FF2B5EF4-FFF2-40B4-BE49-F238E27FC236}">
                <a16:creationId xmlns:a16="http://schemas.microsoft.com/office/drawing/2014/main" id="{6FCE3752-EB46-B388-8543-38B6F5837478}"/>
              </a:ext>
            </a:extLst>
          </p:cNvPr>
          <p:cNvSpPr txBox="1"/>
          <p:nvPr/>
        </p:nvSpPr>
        <p:spPr>
          <a:xfrm>
            <a:off x="10641713" y="372456"/>
            <a:ext cx="263214" cy="276999"/>
          </a:xfrm>
          <a:prstGeom prst="rect">
            <a:avLst/>
          </a:prstGeom>
          <a:noFill/>
        </p:spPr>
        <p:txBody>
          <a:bodyPr wrap="none" rtlCol="0">
            <a:spAutoFit/>
          </a:bodyPr>
          <a:lstStyle/>
          <a:p>
            <a:r>
              <a:rPr lang="en-US" sz="1200" dirty="0"/>
              <a:t>2</a:t>
            </a:r>
          </a:p>
        </p:txBody>
      </p:sp>
      <p:sp>
        <p:nvSpPr>
          <p:cNvPr id="103" name="TextBox 102">
            <a:extLst>
              <a:ext uri="{FF2B5EF4-FFF2-40B4-BE49-F238E27FC236}">
                <a16:creationId xmlns:a16="http://schemas.microsoft.com/office/drawing/2014/main" id="{ECDF0AE8-DEC0-4EE1-600F-27C82B73198B}"/>
              </a:ext>
            </a:extLst>
          </p:cNvPr>
          <p:cNvSpPr txBox="1"/>
          <p:nvPr/>
        </p:nvSpPr>
        <p:spPr>
          <a:xfrm>
            <a:off x="9784207" y="1065753"/>
            <a:ext cx="659155" cy="276999"/>
          </a:xfrm>
          <a:prstGeom prst="rect">
            <a:avLst/>
          </a:prstGeom>
          <a:noFill/>
        </p:spPr>
        <p:txBody>
          <a:bodyPr wrap="none" rtlCol="0">
            <a:spAutoFit/>
          </a:bodyPr>
          <a:lstStyle/>
          <a:p>
            <a:r>
              <a:rPr lang="en-US" sz="1200" dirty="0"/>
              <a:t>pix[9:0]</a:t>
            </a:r>
          </a:p>
        </p:txBody>
      </p:sp>
      <p:sp>
        <p:nvSpPr>
          <p:cNvPr id="105" name="TextBox 104">
            <a:extLst>
              <a:ext uri="{FF2B5EF4-FFF2-40B4-BE49-F238E27FC236}">
                <a16:creationId xmlns:a16="http://schemas.microsoft.com/office/drawing/2014/main" id="{970538C3-BB95-D9BE-C605-AEB9EB61D179}"/>
              </a:ext>
            </a:extLst>
          </p:cNvPr>
          <p:cNvSpPr txBox="1"/>
          <p:nvPr/>
        </p:nvSpPr>
        <p:spPr>
          <a:xfrm>
            <a:off x="8680532" y="1088726"/>
            <a:ext cx="603050" cy="276999"/>
          </a:xfrm>
          <a:prstGeom prst="rect">
            <a:avLst/>
          </a:prstGeom>
          <a:noFill/>
        </p:spPr>
        <p:txBody>
          <a:bodyPr wrap="none" rtlCol="0">
            <a:spAutoFit/>
          </a:bodyPr>
          <a:lstStyle/>
          <a:p>
            <a:r>
              <a:rPr lang="en-US" sz="1200" dirty="0"/>
              <a:t>fb[3:0]</a:t>
            </a:r>
          </a:p>
        </p:txBody>
      </p:sp>
      <p:sp>
        <p:nvSpPr>
          <p:cNvPr id="106" name="TextBox 105">
            <a:extLst>
              <a:ext uri="{FF2B5EF4-FFF2-40B4-BE49-F238E27FC236}">
                <a16:creationId xmlns:a16="http://schemas.microsoft.com/office/drawing/2014/main" id="{180260BC-2DCF-3192-F1F9-015E1BA15F6A}"/>
              </a:ext>
            </a:extLst>
          </p:cNvPr>
          <p:cNvSpPr txBox="1"/>
          <p:nvPr/>
        </p:nvSpPr>
        <p:spPr>
          <a:xfrm>
            <a:off x="8625326" y="389478"/>
            <a:ext cx="341760" cy="276999"/>
          </a:xfrm>
          <a:prstGeom prst="rect">
            <a:avLst/>
          </a:prstGeom>
          <a:noFill/>
        </p:spPr>
        <p:txBody>
          <a:bodyPr wrap="none" rtlCol="0">
            <a:spAutoFit/>
          </a:bodyPr>
          <a:lstStyle/>
          <a:p>
            <a:r>
              <a:rPr lang="en-US" sz="1200" dirty="0"/>
              <a:t>15</a:t>
            </a:r>
          </a:p>
        </p:txBody>
      </p:sp>
      <p:sp>
        <p:nvSpPr>
          <p:cNvPr id="109" name="TextBox 108">
            <a:extLst>
              <a:ext uri="{FF2B5EF4-FFF2-40B4-BE49-F238E27FC236}">
                <a16:creationId xmlns:a16="http://schemas.microsoft.com/office/drawing/2014/main" id="{F7673CCA-F7E2-339D-AB3B-BD5C72AAB1D1}"/>
              </a:ext>
            </a:extLst>
          </p:cNvPr>
          <p:cNvSpPr txBox="1"/>
          <p:nvPr/>
        </p:nvSpPr>
        <p:spPr>
          <a:xfrm>
            <a:off x="10819679" y="1026372"/>
            <a:ext cx="534121" cy="276999"/>
          </a:xfrm>
          <a:prstGeom prst="rect">
            <a:avLst/>
          </a:prstGeom>
          <a:noFill/>
        </p:spPr>
        <p:txBody>
          <a:bodyPr wrap="none" rtlCol="0">
            <a:spAutoFit/>
          </a:bodyPr>
          <a:lstStyle/>
          <a:p>
            <a:r>
              <a:rPr lang="en-US" sz="1200" dirty="0"/>
              <a:t>2'b00</a:t>
            </a:r>
          </a:p>
        </p:txBody>
      </p:sp>
      <p:sp>
        <p:nvSpPr>
          <p:cNvPr id="110" name="TextBox 109">
            <a:extLst>
              <a:ext uri="{FF2B5EF4-FFF2-40B4-BE49-F238E27FC236}">
                <a16:creationId xmlns:a16="http://schemas.microsoft.com/office/drawing/2014/main" id="{B2D973CB-92AE-43D8-312B-63F3B1AED238}"/>
              </a:ext>
            </a:extLst>
          </p:cNvPr>
          <p:cNvSpPr txBox="1"/>
          <p:nvPr/>
        </p:nvSpPr>
        <p:spPr>
          <a:xfrm>
            <a:off x="7127691" y="1065753"/>
            <a:ext cx="769763" cy="276999"/>
          </a:xfrm>
          <a:prstGeom prst="rect">
            <a:avLst/>
          </a:prstGeom>
          <a:noFill/>
        </p:spPr>
        <p:txBody>
          <a:bodyPr wrap="none" rtlCol="0">
            <a:spAutoFit/>
          </a:bodyPr>
          <a:lstStyle/>
          <a:p>
            <a:r>
              <a:rPr lang="en-US" sz="1200" dirty="0"/>
              <a:t>16'h8001</a:t>
            </a:r>
          </a:p>
        </p:txBody>
      </p:sp>
      <p:sp>
        <p:nvSpPr>
          <p:cNvPr id="111" name="Rectangle 110">
            <a:extLst>
              <a:ext uri="{FF2B5EF4-FFF2-40B4-BE49-F238E27FC236}">
                <a16:creationId xmlns:a16="http://schemas.microsoft.com/office/drawing/2014/main" id="{93E5A631-1CE4-FAAF-AA3D-2318A1E6CCA4}"/>
              </a:ext>
            </a:extLst>
          </p:cNvPr>
          <p:cNvSpPr/>
          <p:nvPr/>
        </p:nvSpPr>
        <p:spPr>
          <a:xfrm>
            <a:off x="6146495" y="3224082"/>
            <a:ext cx="5042992" cy="284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2" name="Straight Connector 111">
            <a:extLst>
              <a:ext uri="{FF2B5EF4-FFF2-40B4-BE49-F238E27FC236}">
                <a16:creationId xmlns:a16="http://schemas.microsoft.com/office/drawing/2014/main" id="{5C921BC9-615D-46D7-63C3-76AC5E4AF75F}"/>
              </a:ext>
            </a:extLst>
          </p:cNvPr>
          <p:cNvCxnSpPr>
            <a:cxnSpLocks/>
          </p:cNvCxnSpPr>
          <p:nvPr/>
        </p:nvCxnSpPr>
        <p:spPr>
          <a:xfrm>
            <a:off x="6298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2A1F8295-D214-548E-5103-28E958B3E231}"/>
              </a:ext>
            </a:extLst>
          </p:cNvPr>
          <p:cNvCxnSpPr>
            <a:cxnSpLocks/>
          </p:cNvCxnSpPr>
          <p:nvPr/>
        </p:nvCxnSpPr>
        <p:spPr>
          <a:xfrm>
            <a:off x="64512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01EBC601-9AE4-0A90-335B-D03769A0E307}"/>
              </a:ext>
            </a:extLst>
          </p:cNvPr>
          <p:cNvCxnSpPr>
            <a:cxnSpLocks/>
          </p:cNvCxnSpPr>
          <p:nvPr/>
        </p:nvCxnSpPr>
        <p:spPr>
          <a:xfrm>
            <a:off x="66036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D99669A2-C4AC-00DD-D48D-E4696153DD24}"/>
              </a:ext>
            </a:extLst>
          </p:cNvPr>
          <p:cNvCxnSpPr>
            <a:cxnSpLocks/>
          </p:cNvCxnSpPr>
          <p:nvPr/>
        </p:nvCxnSpPr>
        <p:spPr>
          <a:xfrm>
            <a:off x="67560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EE672381-15E1-D46E-87C6-C05E9B218AC9}"/>
              </a:ext>
            </a:extLst>
          </p:cNvPr>
          <p:cNvCxnSpPr>
            <a:cxnSpLocks/>
          </p:cNvCxnSpPr>
          <p:nvPr/>
        </p:nvCxnSpPr>
        <p:spPr>
          <a:xfrm>
            <a:off x="6908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D3462E21-F970-950F-29B5-3822ADAE46E9}"/>
              </a:ext>
            </a:extLst>
          </p:cNvPr>
          <p:cNvCxnSpPr>
            <a:cxnSpLocks/>
          </p:cNvCxnSpPr>
          <p:nvPr/>
        </p:nvCxnSpPr>
        <p:spPr>
          <a:xfrm>
            <a:off x="7060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81E50F9C-4F9E-1437-6881-469818183B8F}"/>
              </a:ext>
            </a:extLst>
          </p:cNvPr>
          <p:cNvCxnSpPr>
            <a:cxnSpLocks/>
          </p:cNvCxnSpPr>
          <p:nvPr/>
        </p:nvCxnSpPr>
        <p:spPr>
          <a:xfrm>
            <a:off x="72132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72B9DB04-97A6-D956-5FE3-CCBA2E090DAC}"/>
              </a:ext>
            </a:extLst>
          </p:cNvPr>
          <p:cNvCxnSpPr>
            <a:cxnSpLocks/>
          </p:cNvCxnSpPr>
          <p:nvPr/>
        </p:nvCxnSpPr>
        <p:spPr>
          <a:xfrm>
            <a:off x="73656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F5A2E476-766F-273D-36E6-0F565AF2DBB4}"/>
              </a:ext>
            </a:extLst>
          </p:cNvPr>
          <p:cNvCxnSpPr>
            <a:cxnSpLocks/>
          </p:cNvCxnSpPr>
          <p:nvPr/>
        </p:nvCxnSpPr>
        <p:spPr>
          <a:xfrm>
            <a:off x="75180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1" name="Straight Connector 120">
            <a:extLst>
              <a:ext uri="{FF2B5EF4-FFF2-40B4-BE49-F238E27FC236}">
                <a16:creationId xmlns:a16="http://schemas.microsoft.com/office/drawing/2014/main" id="{CC340406-DB54-31FD-C8BA-B6E8DEE599A1}"/>
              </a:ext>
            </a:extLst>
          </p:cNvPr>
          <p:cNvCxnSpPr>
            <a:cxnSpLocks/>
          </p:cNvCxnSpPr>
          <p:nvPr/>
        </p:nvCxnSpPr>
        <p:spPr>
          <a:xfrm>
            <a:off x="7670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2" name="Straight Connector 121">
            <a:extLst>
              <a:ext uri="{FF2B5EF4-FFF2-40B4-BE49-F238E27FC236}">
                <a16:creationId xmlns:a16="http://schemas.microsoft.com/office/drawing/2014/main" id="{2E9EF6F6-7EE3-1316-FBFB-46E07253C773}"/>
              </a:ext>
            </a:extLst>
          </p:cNvPr>
          <p:cNvCxnSpPr>
            <a:cxnSpLocks/>
          </p:cNvCxnSpPr>
          <p:nvPr/>
        </p:nvCxnSpPr>
        <p:spPr>
          <a:xfrm>
            <a:off x="7822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CB871145-1543-FEB5-5646-6F2C40FFA872}"/>
              </a:ext>
            </a:extLst>
          </p:cNvPr>
          <p:cNvCxnSpPr>
            <a:cxnSpLocks/>
          </p:cNvCxnSpPr>
          <p:nvPr/>
        </p:nvCxnSpPr>
        <p:spPr>
          <a:xfrm>
            <a:off x="79752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6234962B-14AD-D009-7E31-4D4B920415CF}"/>
              </a:ext>
            </a:extLst>
          </p:cNvPr>
          <p:cNvCxnSpPr>
            <a:cxnSpLocks/>
          </p:cNvCxnSpPr>
          <p:nvPr/>
        </p:nvCxnSpPr>
        <p:spPr>
          <a:xfrm>
            <a:off x="81276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4BD6C9E2-A0A5-0937-9149-9F92233054F4}"/>
              </a:ext>
            </a:extLst>
          </p:cNvPr>
          <p:cNvCxnSpPr>
            <a:cxnSpLocks/>
          </p:cNvCxnSpPr>
          <p:nvPr/>
        </p:nvCxnSpPr>
        <p:spPr>
          <a:xfrm>
            <a:off x="82800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BD174DB9-D1BA-6812-31AC-9022908EF4EC}"/>
              </a:ext>
            </a:extLst>
          </p:cNvPr>
          <p:cNvCxnSpPr>
            <a:cxnSpLocks/>
          </p:cNvCxnSpPr>
          <p:nvPr/>
        </p:nvCxnSpPr>
        <p:spPr>
          <a:xfrm>
            <a:off x="8432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9D7175FF-E72F-ECF0-2259-275DE901CADE}"/>
              </a:ext>
            </a:extLst>
          </p:cNvPr>
          <p:cNvCxnSpPr>
            <a:cxnSpLocks/>
          </p:cNvCxnSpPr>
          <p:nvPr/>
        </p:nvCxnSpPr>
        <p:spPr>
          <a:xfrm>
            <a:off x="8584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8BDB1135-DEE7-238A-7061-4DED57B654BA}"/>
              </a:ext>
            </a:extLst>
          </p:cNvPr>
          <p:cNvCxnSpPr>
            <a:cxnSpLocks/>
          </p:cNvCxnSpPr>
          <p:nvPr/>
        </p:nvCxnSpPr>
        <p:spPr>
          <a:xfrm>
            <a:off x="8737295" y="3236995"/>
            <a:ext cx="0" cy="545266"/>
          </a:xfrm>
          <a:prstGeom prst="line">
            <a:avLst/>
          </a:prstGeom>
        </p:spPr>
        <p:style>
          <a:lnRef idx="1">
            <a:schemeClr val="dk1"/>
          </a:lnRef>
          <a:fillRef idx="0">
            <a:schemeClr val="dk1"/>
          </a:fillRef>
          <a:effectRef idx="0">
            <a:schemeClr val="dk1"/>
          </a:effectRef>
          <a:fontRef idx="minor">
            <a:schemeClr val="tx1"/>
          </a:fontRef>
        </p:style>
      </p:cxnSp>
      <p:cxnSp>
        <p:nvCxnSpPr>
          <p:cNvPr id="129" name="Straight Connector 128">
            <a:extLst>
              <a:ext uri="{FF2B5EF4-FFF2-40B4-BE49-F238E27FC236}">
                <a16:creationId xmlns:a16="http://schemas.microsoft.com/office/drawing/2014/main" id="{48808D81-ED1B-DDB7-C636-D3BA03CF5513}"/>
              </a:ext>
            </a:extLst>
          </p:cNvPr>
          <p:cNvCxnSpPr>
            <a:cxnSpLocks/>
          </p:cNvCxnSpPr>
          <p:nvPr/>
        </p:nvCxnSpPr>
        <p:spPr>
          <a:xfrm>
            <a:off x="88896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6F942999-0DA9-CB1E-F3AC-6F6D1C5780CB}"/>
              </a:ext>
            </a:extLst>
          </p:cNvPr>
          <p:cNvCxnSpPr>
            <a:cxnSpLocks/>
          </p:cNvCxnSpPr>
          <p:nvPr/>
        </p:nvCxnSpPr>
        <p:spPr>
          <a:xfrm>
            <a:off x="90420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24FAF95E-B5D7-E061-3844-BF7261AB07F9}"/>
              </a:ext>
            </a:extLst>
          </p:cNvPr>
          <p:cNvCxnSpPr>
            <a:cxnSpLocks/>
          </p:cNvCxnSpPr>
          <p:nvPr/>
        </p:nvCxnSpPr>
        <p:spPr>
          <a:xfrm>
            <a:off x="9194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F8313A0F-AA2F-5A09-F23C-2CABD9FA5E73}"/>
              </a:ext>
            </a:extLst>
          </p:cNvPr>
          <p:cNvCxnSpPr>
            <a:cxnSpLocks/>
          </p:cNvCxnSpPr>
          <p:nvPr/>
        </p:nvCxnSpPr>
        <p:spPr>
          <a:xfrm>
            <a:off x="9346895" y="3236995"/>
            <a:ext cx="0" cy="268267"/>
          </a:xfrm>
          <a:prstGeom prst="line">
            <a:avLst/>
          </a:prstGeom>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08D52965-49AA-98C4-704A-2C3C330C7ABE}"/>
              </a:ext>
            </a:extLst>
          </p:cNvPr>
          <p:cNvCxnSpPr>
            <a:cxnSpLocks/>
          </p:cNvCxnSpPr>
          <p:nvPr/>
        </p:nvCxnSpPr>
        <p:spPr>
          <a:xfrm>
            <a:off x="94992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41D9F2CE-732A-88AB-439B-1BDB1096BD60}"/>
              </a:ext>
            </a:extLst>
          </p:cNvPr>
          <p:cNvCxnSpPr>
            <a:cxnSpLocks/>
          </p:cNvCxnSpPr>
          <p:nvPr/>
        </p:nvCxnSpPr>
        <p:spPr>
          <a:xfrm>
            <a:off x="96516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F5044709-3BA2-A9BF-FAE7-FEE06CD690E3}"/>
              </a:ext>
            </a:extLst>
          </p:cNvPr>
          <p:cNvCxnSpPr>
            <a:cxnSpLocks/>
          </p:cNvCxnSpPr>
          <p:nvPr/>
        </p:nvCxnSpPr>
        <p:spPr>
          <a:xfrm>
            <a:off x="98040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6" name="Straight Connector 135">
            <a:extLst>
              <a:ext uri="{FF2B5EF4-FFF2-40B4-BE49-F238E27FC236}">
                <a16:creationId xmlns:a16="http://schemas.microsoft.com/office/drawing/2014/main" id="{9C0F6B6E-B457-FB8B-9733-D451438E2325}"/>
              </a:ext>
            </a:extLst>
          </p:cNvPr>
          <p:cNvCxnSpPr>
            <a:cxnSpLocks/>
          </p:cNvCxnSpPr>
          <p:nvPr/>
        </p:nvCxnSpPr>
        <p:spPr>
          <a:xfrm>
            <a:off x="9956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7" name="Straight Connector 136">
            <a:extLst>
              <a:ext uri="{FF2B5EF4-FFF2-40B4-BE49-F238E27FC236}">
                <a16:creationId xmlns:a16="http://schemas.microsoft.com/office/drawing/2014/main" id="{C449220F-545C-BAED-BF3C-03EF22D41AB9}"/>
              </a:ext>
            </a:extLst>
          </p:cNvPr>
          <p:cNvCxnSpPr>
            <a:cxnSpLocks/>
          </p:cNvCxnSpPr>
          <p:nvPr/>
        </p:nvCxnSpPr>
        <p:spPr>
          <a:xfrm>
            <a:off x="10108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79C75BFD-12E4-7613-B3AD-32F291481F90}"/>
              </a:ext>
            </a:extLst>
          </p:cNvPr>
          <p:cNvCxnSpPr>
            <a:cxnSpLocks/>
          </p:cNvCxnSpPr>
          <p:nvPr/>
        </p:nvCxnSpPr>
        <p:spPr>
          <a:xfrm>
            <a:off x="102612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9AA93767-C4BD-25DD-9BE4-B07DC0BE8F2F}"/>
              </a:ext>
            </a:extLst>
          </p:cNvPr>
          <p:cNvCxnSpPr>
            <a:cxnSpLocks/>
          </p:cNvCxnSpPr>
          <p:nvPr/>
        </p:nvCxnSpPr>
        <p:spPr>
          <a:xfrm>
            <a:off x="10412312"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40" name="Straight Connector 139">
            <a:extLst>
              <a:ext uri="{FF2B5EF4-FFF2-40B4-BE49-F238E27FC236}">
                <a16:creationId xmlns:a16="http://schemas.microsoft.com/office/drawing/2014/main" id="{2DB046BC-9498-EA44-9C2B-7371E918A90F}"/>
              </a:ext>
            </a:extLst>
          </p:cNvPr>
          <p:cNvCxnSpPr>
            <a:cxnSpLocks/>
          </p:cNvCxnSpPr>
          <p:nvPr/>
        </p:nvCxnSpPr>
        <p:spPr>
          <a:xfrm>
            <a:off x="10566095" y="3236995"/>
            <a:ext cx="0" cy="1185376"/>
          </a:xfrm>
          <a:prstGeom prst="line">
            <a:avLst/>
          </a:prstGeom>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4D1785ED-F173-63E3-16D9-113179EFF06E}"/>
              </a:ext>
            </a:extLst>
          </p:cNvPr>
          <p:cNvCxnSpPr>
            <a:cxnSpLocks/>
          </p:cNvCxnSpPr>
          <p:nvPr/>
        </p:nvCxnSpPr>
        <p:spPr>
          <a:xfrm>
            <a:off x="107184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42" name="Straight Connector 141">
            <a:extLst>
              <a:ext uri="{FF2B5EF4-FFF2-40B4-BE49-F238E27FC236}">
                <a16:creationId xmlns:a16="http://schemas.microsoft.com/office/drawing/2014/main" id="{1B212C3B-D469-6330-B32B-2B49767B383D}"/>
              </a:ext>
            </a:extLst>
          </p:cNvPr>
          <p:cNvCxnSpPr>
            <a:cxnSpLocks/>
          </p:cNvCxnSpPr>
          <p:nvPr/>
        </p:nvCxnSpPr>
        <p:spPr>
          <a:xfrm>
            <a:off x="10870895" y="3236995"/>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43" name="Straight Connector 142">
            <a:extLst>
              <a:ext uri="{FF2B5EF4-FFF2-40B4-BE49-F238E27FC236}">
                <a16:creationId xmlns:a16="http://schemas.microsoft.com/office/drawing/2014/main" id="{BA680829-6024-C70F-FBD9-25D11417FF3E}"/>
              </a:ext>
            </a:extLst>
          </p:cNvPr>
          <p:cNvCxnSpPr>
            <a:cxnSpLocks/>
          </p:cNvCxnSpPr>
          <p:nvPr/>
        </p:nvCxnSpPr>
        <p:spPr>
          <a:xfrm>
            <a:off x="11023295" y="3236995"/>
            <a:ext cx="0" cy="284572"/>
          </a:xfrm>
          <a:prstGeom prst="line">
            <a:avLst/>
          </a:prstGeom>
        </p:spPr>
        <p:style>
          <a:lnRef idx="1">
            <a:schemeClr val="dk1"/>
          </a:lnRef>
          <a:fillRef idx="0">
            <a:schemeClr val="dk1"/>
          </a:fillRef>
          <a:effectRef idx="0">
            <a:schemeClr val="dk1"/>
          </a:effectRef>
          <a:fontRef idx="minor">
            <a:schemeClr val="tx1"/>
          </a:fontRef>
        </p:style>
      </p:cxnSp>
      <p:sp>
        <p:nvSpPr>
          <p:cNvPr id="144" name="TextBox 143">
            <a:extLst>
              <a:ext uri="{FF2B5EF4-FFF2-40B4-BE49-F238E27FC236}">
                <a16:creationId xmlns:a16="http://schemas.microsoft.com/office/drawing/2014/main" id="{8BDCCBAE-3FDB-2E9E-2867-37A64209AB61}"/>
              </a:ext>
            </a:extLst>
          </p:cNvPr>
          <p:cNvSpPr txBox="1"/>
          <p:nvPr/>
        </p:nvSpPr>
        <p:spPr>
          <a:xfrm>
            <a:off x="10983299" y="2943134"/>
            <a:ext cx="263214" cy="276999"/>
          </a:xfrm>
          <a:prstGeom prst="rect">
            <a:avLst/>
          </a:prstGeom>
          <a:noFill/>
        </p:spPr>
        <p:txBody>
          <a:bodyPr wrap="none" rtlCol="0">
            <a:spAutoFit/>
          </a:bodyPr>
          <a:lstStyle/>
          <a:p>
            <a:r>
              <a:rPr lang="en-US" sz="1200" dirty="0"/>
              <a:t>0</a:t>
            </a:r>
          </a:p>
        </p:txBody>
      </p:sp>
      <p:sp>
        <p:nvSpPr>
          <p:cNvPr id="145" name="TextBox 144">
            <a:extLst>
              <a:ext uri="{FF2B5EF4-FFF2-40B4-BE49-F238E27FC236}">
                <a16:creationId xmlns:a16="http://schemas.microsoft.com/office/drawing/2014/main" id="{6A77D5E7-1AFF-0101-FB4C-5772EE0044C1}"/>
              </a:ext>
            </a:extLst>
          </p:cNvPr>
          <p:cNvSpPr txBox="1"/>
          <p:nvPr/>
        </p:nvSpPr>
        <p:spPr>
          <a:xfrm>
            <a:off x="10508321" y="2942901"/>
            <a:ext cx="263214" cy="276999"/>
          </a:xfrm>
          <a:prstGeom prst="rect">
            <a:avLst/>
          </a:prstGeom>
          <a:noFill/>
        </p:spPr>
        <p:txBody>
          <a:bodyPr wrap="none" rtlCol="0">
            <a:spAutoFit/>
          </a:bodyPr>
          <a:lstStyle/>
          <a:p>
            <a:r>
              <a:rPr lang="en-US" sz="1200" dirty="0"/>
              <a:t>3</a:t>
            </a:r>
          </a:p>
        </p:txBody>
      </p:sp>
      <p:sp>
        <p:nvSpPr>
          <p:cNvPr id="146" name="TextBox 145">
            <a:extLst>
              <a:ext uri="{FF2B5EF4-FFF2-40B4-BE49-F238E27FC236}">
                <a16:creationId xmlns:a16="http://schemas.microsoft.com/office/drawing/2014/main" id="{FA2EBF17-2A52-8F96-080B-807F71A21B5F}"/>
              </a:ext>
            </a:extLst>
          </p:cNvPr>
          <p:cNvSpPr txBox="1"/>
          <p:nvPr/>
        </p:nvSpPr>
        <p:spPr>
          <a:xfrm>
            <a:off x="10575738" y="3759507"/>
            <a:ext cx="263214" cy="276999"/>
          </a:xfrm>
          <a:prstGeom prst="rect">
            <a:avLst/>
          </a:prstGeom>
          <a:noFill/>
        </p:spPr>
        <p:txBody>
          <a:bodyPr wrap="none" rtlCol="0">
            <a:spAutoFit/>
          </a:bodyPr>
          <a:lstStyle/>
          <a:p>
            <a:r>
              <a:rPr lang="en-US" sz="1200" dirty="0"/>
              <a:t>1</a:t>
            </a:r>
          </a:p>
        </p:txBody>
      </p:sp>
      <p:sp>
        <p:nvSpPr>
          <p:cNvPr id="149" name="TextBox 148">
            <a:extLst>
              <a:ext uri="{FF2B5EF4-FFF2-40B4-BE49-F238E27FC236}">
                <a16:creationId xmlns:a16="http://schemas.microsoft.com/office/drawing/2014/main" id="{9E060A8A-B095-80F9-E33C-56F48282467C}"/>
              </a:ext>
            </a:extLst>
          </p:cNvPr>
          <p:cNvSpPr txBox="1"/>
          <p:nvPr/>
        </p:nvSpPr>
        <p:spPr>
          <a:xfrm>
            <a:off x="8651764" y="2967487"/>
            <a:ext cx="341760" cy="276999"/>
          </a:xfrm>
          <a:prstGeom prst="rect">
            <a:avLst/>
          </a:prstGeom>
          <a:noFill/>
        </p:spPr>
        <p:txBody>
          <a:bodyPr wrap="none" rtlCol="0">
            <a:spAutoFit/>
          </a:bodyPr>
          <a:lstStyle/>
          <a:p>
            <a:r>
              <a:rPr lang="en-US" sz="1200" dirty="0"/>
              <a:t>15</a:t>
            </a:r>
          </a:p>
        </p:txBody>
      </p:sp>
      <p:sp>
        <p:nvSpPr>
          <p:cNvPr id="150" name="TextBox 149">
            <a:extLst>
              <a:ext uri="{FF2B5EF4-FFF2-40B4-BE49-F238E27FC236}">
                <a16:creationId xmlns:a16="http://schemas.microsoft.com/office/drawing/2014/main" id="{476D0519-1CA4-C77F-5D58-6565CA9B672B}"/>
              </a:ext>
            </a:extLst>
          </p:cNvPr>
          <p:cNvSpPr txBox="1"/>
          <p:nvPr/>
        </p:nvSpPr>
        <p:spPr>
          <a:xfrm>
            <a:off x="10796628" y="3559559"/>
            <a:ext cx="803746" cy="830997"/>
          </a:xfrm>
          <a:prstGeom prst="rect">
            <a:avLst/>
          </a:prstGeom>
          <a:noFill/>
        </p:spPr>
        <p:txBody>
          <a:bodyPr wrap="none" rtlCol="0">
            <a:spAutoFit/>
          </a:bodyPr>
          <a:lstStyle/>
          <a:p>
            <a:r>
              <a:rPr lang="en-US" sz="1200" dirty="0" err="1"/>
              <a:t>seq_reset</a:t>
            </a:r>
            <a:endParaRPr lang="en-US" sz="1200" dirty="0"/>
          </a:p>
          <a:p>
            <a:r>
              <a:rPr lang="en-US" sz="1200" dirty="0" err="1"/>
              <a:t>cnn_reset</a:t>
            </a:r>
            <a:endParaRPr lang="en-US" sz="1200" dirty="0"/>
          </a:p>
          <a:p>
            <a:r>
              <a:rPr lang="en-US" sz="1200" dirty="0" err="1"/>
              <a:t>brl_reset</a:t>
            </a:r>
            <a:endParaRPr lang="en-US" sz="1200" dirty="0"/>
          </a:p>
          <a:p>
            <a:r>
              <a:rPr lang="en-US" sz="1200" dirty="0" err="1"/>
              <a:t>brl_shift</a:t>
            </a:r>
            <a:endParaRPr lang="en-US" sz="1200" dirty="0"/>
          </a:p>
        </p:txBody>
      </p:sp>
      <p:sp>
        <p:nvSpPr>
          <p:cNvPr id="151" name="TextBox 150">
            <a:extLst>
              <a:ext uri="{FF2B5EF4-FFF2-40B4-BE49-F238E27FC236}">
                <a16:creationId xmlns:a16="http://schemas.microsoft.com/office/drawing/2014/main" id="{E3E5F240-CB82-17C9-3292-2C5C7A77AAF6}"/>
              </a:ext>
            </a:extLst>
          </p:cNvPr>
          <p:cNvSpPr txBox="1"/>
          <p:nvPr/>
        </p:nvSpPr>
        <p:spPr>
          <a:xfrm>
            <a:off x="7154129" y="3643762"/>
            <a:ext cx="769763" cy="276999"/>
          </a:xfrm>
          <a:prstGeom prst="rect">
            <a:avLst/>
          </a:prstGeom>
          <a:noFill/>
        </p:spPr>
        <p:txBody>
          <a:bodyPr wrap="none" rtlCol="0">
            <a:spAutoFit/>
          </a:bodyPr>
          <a:lstStyle/>
          <a:p>
            <a:r>
              <a:rPr lang="en-US" sz="1200" dirty="0"/>
              <a:t>16'h8000</a:t>
            </a:r>
          </a:p>
        </p:txBody>
      </p:sp>
      <p:sp>
        <p:nvSpPr>
          <p:cNvPr id="153" name="Rectangle 152">
            <a:extLst>
              <a:ext uri="{FF2B5EF4-FFF2-40B4-BE49-F238E27FC236}">
                <a16:creationId xmlns:a16="http://schemas.microsoft.com/office/drawing/2014/main" id="{6A0F0B74-B0EB-BA29-1E7D-7AE8AC48DF08}"/>
              </a:ext>
            </a:extLst>
          </p:cNvPr>
          <p:cNvSpPr/>
          <p:nvPr/>
        </p:nvSpPr>
        <p:spPr>
          <a:xfrm>
            <a:off x="6158730" y="1649464"/>
            <a:ext cx="5042992" cy="284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4" name="Straight Connector 153">
            <a:extLst>
              <a:ext uri="{FF2B5EF4-FFF2-40B4-BE49-F238E27FC236}">
                <a16:creationId xmlns:a16="http://schemas.microsoft.com/office/drawing/2014/main" id="{4362CC50-2FF9-E8F5-EBA8-7A8D80F779CF}"/>
              </a:ext>
            </a:extLst>
          </p:cNvPr>
          <p:cNvCxnSpPr>
            <a:cxnSpLocks/>
          </p:cNvCxnSpPr>
          <p:nvPr/>
        </p:nvCxnSpPr>
        <p:spPr>
          <a:xfrm>
            <a:off x="6311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BB893C8F-5AE1-856B-5BDB-294313D89EEC}"/>
              </a:ext>
            </a:extLst>
          </p:cNvPr>
          <p:cNvCxnSpPr>
            <a:cxnSpLocks/>
          </p:cNvCxnSpPr>
          <p:nvPr/>
        </p:nvCxnSpPr>
        <p:spPr>
          <a:xfrm>
            <a:off x="64635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6" name="Straight Connector 155">
            <a:extLst>
              <a:ext uri="{FF2B5EF4-FFF2-40B4-BE49-F238E27FC236}">
                <a16:creationId xmlns:a16="http://schemas.microsoft.com/office/drawing/2014/main" id="{EA855D10-0A4B-94C3-E0E2-9A16013353B3}"/>
              </a:ext>
            </a:extLst>
          </p:cNvPr>
          <p:cNvCxnSpPr>
            <a:cxnSpLocks/>
          </p:cNvCxnSpPr>
          <p:nvPr/>
        </p:nvCxnSpPr>
        <p:spPr>
          <a:xfrm>
            <a:off x="6615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3A2D9121-8C1A-6F3B-B1B8-1C634024292E}"/>
              </a:ext>
            </a:extLst>
          </p:cNvPr>
          <p:cNvCxnSpPr>
            <a:cxnSpLocks/>
          </p:cNvCxnSpPr>
          <p:nvPr/>
        </p:nvCxnSpPr>
        <p:spPr>
          <a:xfrm>
            <a:off x="67683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696FBC0C-D53A-0208-19BB-EEE229479476}"/>
              </a:ext>
            </a:extLst>
          </p:cNvPr>
          <p:cNvCxnSpPr>
            <a:cxnSpLocks/>
          </p:cNvCxnSpPr>
          <p:nvPr/>
        </p:nvCxnSpPr>
        <p:spPr>
          <a:xfrm>
            <a:off x="69207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817C0033-C806-9008-FBF8-389FA8F70B97}"/>
              </a:ext>
            </a:extLst>
          </p:cNvPr>
          <p:cNvCxnSpPr>
            <a:cxnSpLocks/>
          </p:cNvCxnSpPr>
          <p:nvPr/>
        </p:nvCxnSpPr>
        <p:spPr>
          <a:xfrm>
            <a:off x="7073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5237E935-88A9-88CB-141A-4ADF4A9FF30A}"/>
              </a:ext>
            </a:extLst>
          </p:cNvPr>
          <p:cNvCxnSpPr>
            <a:cxnSpLocks/>
          </p:cNvCxnSpPr>
          <p:nvPr/>
        </p:nvCxnSpPr>
        <p:spPr>
          <a:xfrm>
            <a:off x="72255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1" name="Straight Connector 160">
            <a:extLst>
              <a:ext uri="{FF2B5EF4-FFF2-40B4-BE49-F238E27FC236}">
                <a16:creationId xmlns:a16="http://schemas.microsoft.com/office/drawing/2014/main" id="{C9D33857-5833-0CE5-80CD-67ACBB5B6794}"/>
              </a:ext>
            </a:extLst>
          </p:cNvPr>
          <p:cNvCxnSpPr>
            <a:cxnSpLocks/>
          </p:cNvCxnSpPr>
          <p:nvPr/>
        </p:nvCxnSpPr>
        <p:spPr>
          <a:xfrm>
            <a:off x="7377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2" name="Straight Connector 161">
            <a:extLst>
              <a:ext uri="{FF2B5EF4-FFF2-40B4-BE49-F238E27FC236}">
                <a16:creationId xmlns:a16="http://schemas.microsoft.com/office/drawing/2014/main" id="{6447C01F-88FB-1F73-C223-9FB7B10146AD}"/>
              </a:ext>
            </a:extLst>
          </p:cNvPr>
          <p:cNvCxnSpPr>
            <a:cxnSpLocks/>
          </p:cNvCxnSpPr>
          <p:nvPr/>
        </p:nvCxnSpPr>
        <p:spPr>
          <a:xfrm>
            <a:off x="75303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3" name="Straight Connector 162">
            <a:extLst>
              <a:ext uri="{FF2B5EF4-FFF2-40B4-BE49-F238E27FC236}">
                <a16:creationId xmlns:a16="http://schemas.microsoft.com/office/drawing/2014/main" id="{F6DBD1A6-0450-9B05-965B-1C9CBEC86582}"/>
              </a:ext>
            </a:extLst>
          </p:cNvPr>
          <p:cNvCxnSpPr>
            <a:cxnSpLocks/>
          </p:cNvCxnSpPr>
          <p:nvPr/>
        </p:nvCxnSpPr>
        <p:spPr>
          <a:xfrm>
            <a:off x="76827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4" name="Straight Connector 163">
            <a:extLst>
              <a:ext uri="{FF2B5EF4-FFF2-40B4-BE49-F238E27FC236}">
                <a16:creationId xmlns:a16="http://schemas.microsoft.com/office/drawing/2014/main" id="{46B8F12D-0274-1365-6E1A-92A2D13E29C2}"/>
              </a:ext>
            </a:extLst>
          </p:cNvPr>
          <p:cNvCxnSpPr>
            <a:cxnSpLocks/>
          </p:cNvCxnSpPr>
          <p:nvPr/>
        </p:nvCxnSpPr>
        <p:spPr>
          <a:xfrm>
            <a:off x="7835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C0E917DB-AF8A-D97A-F2CB-873C4A071825}"/>
              </a:ext>
            </a:extLst>
          </p:cNvPr>
          <p:cNvCxnSpPr>
            <a:cxnSpLocks/>
          </p:cNvCxnSpPr>
          <p:nvPr/>
        </p:nvCxnSpPr>
        <p:spPr>
          <a:xfrm>
            <a:off x="79875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6" name="Straight Connector 165">
            <a:extLst>
              <a:ext uri="{FF2B5EF4-FFF2-40B4-BE49-F238E27FC236}">
                <a16:creationId xmlns:a16="http://schemas.microsoft.com/office/drawing/2014/main" id="{43818E4A-090F-3C0B-FD64-B96E8664F2C8}"/>
              </a:ext>
            </a:extLst>
          </p:cNvPr>
          <p:cNvCxnSpPr>
            <a:cxnSpLocks/>
          </p:cNvCxnSpPr>
          <p:nvPr/>
        </p:nvCxnSpPr>
        <p:spPr>
          <a:xfrm>
            <a:off x="8139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7" name="Straight Connector 166">
            <a:extLst>
              <a:ext uri="{FF2B5EF4-FFF2-40B4-BE49-F238E27FC236}">
                <a16:creationId xmlns:a16="http://schemas.microsoft.com/office/drawing/2014/main" id="{604DCF77-A4F4-F993-829D-345D2877E2C5}"/>
              </a:ext>
            </a:extLst>
          </p:cNvPr>
          <p:cNvCxnSpPr>
            <a:cxnSpLocks/>
          </p:cNvCxnSpPr>
          <p:nvPr/>
        </p:nvCxnSpPr>
        <p:spPr>
          <a:xfrm>
            <a:off x="82923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BAC9C5C5-9AFD-9E5E-26AB-9B4DED7EF833}"/>
              </a:ext>
            </a:extLst>
          </p:cNvPr>
          <p:cNvCxnSpPr>
            <a:cxnSpLocks/>
          </p:cNvCxnSpPr>
          <p:nvPr/>
        </p:nvCxnSpPr>
        <p:spPr>
          <a:xfrm>
            <a:off x="84447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69" name="Straight Connector 168">
            <a:extLst>
              <a:ext uri="{FF2B5EF4-FFF2-40B4-BE49-F238E27FC236}">
                <a16:creationId xmlns:a16="http://schemas.microsoft.com/office/drawing/2014/main" id="{4ED1F949-F1CB-A906-F887-5BD67DDE0F6B}"/>
              </a:ext>
            </a:extLst>
          </p:cNvPr>
          <p:cNvCxnSpPr>
            <a:cxnSpLocks/>
          </p:cNvCxnSpPr>
          <p:nvPr/>
        </p:nvCxnSpPr>
        <p:spPr>
          <a:xfrm>
            <a:off x="8597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0" name="Straight Connector 169">
            <a:extLst>
              <a:ext uri="{FF2B5EF4-FFF2-40B4-BE49-F238E27FC236}">
                <a16:creationId xmlns:a16="http://schemas.microsoft.com/office/drawing/2014/main" id="{A63310CB-E78A-3CBD-428F-9C9A7243A091}"/>
              </a:ext>
            </a:extLst>
          </p:cNvPr>
          <p:cNvCxnSpPr>
            <a:cxnSpLocks/>
          </p:cNvCxnSpPr>
          <p:nvPr/>
        </p:nvCxnSpPr>
        <p:spPr>
          <a:xfrm>
            <a:off x="8749530" y="1662377"/>
            <a:ext cx="0" cy="271650"/>
          </a:xfrm>
          <a:prstGeom prst="line">
            <a:avLst/>
          </a:prstGeom>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284B971A-7F48-8CF3-FB31-E28AAFB37121}"/>
              </a:ext>
            </a:extLst>
          </p:cNvPr>
          <p:cNvCxnSpPr>
            <a:cxnSpLocks/>
          </p:cNvCxnSpPr>
          <p:nvPr/>
        </p:nvCxnSpPr>
        <p:spPr>
          <a:xfrm>
            <a:off x="8901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2" name="Straight Connector 171">
            <a:extLst>
              <a:ext uri="{FF2B5EF4-FFF2-40B4-BE49-F238E27FC236}">
                <a16:creationId xmlns:a16="http://schemas.microsoft.com/office/drawing/2014/main" id="{1D19BFDF-A370-2C64-990C-9570072DFEAF}"/>
              </a:ext>
            </a:extLst>
          </p:cNvPr>
          <p:cNvCxnSpPr>
            <a:cxnSpLocks/>
          </p:cNvCxnSpPr>
          <p:nvPr/>
        </p:nvCxnSpPr>
        <p:spPr>
          <a:xfrm>
            <a:off x="90543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3" name="Straight Connector 172">
            <a:extLst>
              <a:ext uri="{FF2B5EF4-FFF2-40B4-BE49-F238E27FC236}">
                <a16:creationId xmlns:a16="http://schemas.microsoft.com/office/drawing/2014/main" id="{C3A75718-C7F5-7E3F-5581-3AD7455E9A9E}"/>
              </a:ext>
            </a:extLst>
          </p:cNvPr>
          <p:cNvCxnSpPr>
            <a:cxnSpLocks/>
          </p:cNvCxnSpPr>
          <p:nvPr/>
        </p:nvCxnSpPr>
        <p:spPr>
          <a:xfrm>
            <a:off x="92067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BB5D1762-A268-47B1-F085-66F6ECCCBB5E}"/>
              </a:ext>
            </a:extLst>
          </p:cNvPr>
          <p:cNvCxnSpPr>
            <a:cxnSpLocks/>
          </p:cNvCxnSpPr>
          <p:nvPr/>
        </p:nvCxnSpPr>
        <p:spPr>
          <a:xfrm>
            <a:off x="9359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5" name="Straight Connector 174">
            <a:extLst>
              <a:ext uri="{FF2B5EF4-FFF2-40B4-BE49-F238E27FC236}">
                <a16:creationId xmlns:a16="http://schemas.microsoft.com/office/drawing/2014/main" id="{EF25ED1B-31A5-3093-B1CE-3336D28B85A5}"/>
              </a:ext>
            </a:extLst>
          </p:cNvPr>
          <p:cNvCxnSpPr>
            <a:cxnSpLocks/>
          </p:cNvCxnSpPr>
          <p:nvPr/>
        </p:nvCxnSpPr>
        <p:spPr>
          <a:xfrm>
            <a:off x="95115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09533777-67B4-D208-65C9-234CF6ED3B7B}"/>
              </a:ext>
            </a:extLst>
          </p:cNvPr>
          <p:cNvCxnSpPr>
            <a:cxnSpLocks/>
          </p:cNvCxnSpPr>
          <p:nvPr/>
        </p:nvCxnSpPr>
        <p:spPr>
          <a:xfrm>
            <a:off x="9663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77" name="Straight Connector 176">
            <a:extLst>
              <a:ext uri="{FF2B5EF4-FFF2-40B4-BE49-F238E27FC236}">
                <a16:creationId xmlns:a16="http://schemas.microsoft.com/office/drawing/2014/main" id="{DC63B360-0CF7-7DFB-13F4-A65D0FD07468}"/>
              </a:ext>
            </a:extLst>
          </p:cNvPr>
          <p:cNvCxnSpPr>
            <a:cxnSpLocks/>
          </p:cNvCxnSpPr>
          <p:nvPr/>
        </p:nvCxnSpPr>
        <p:spPr>
          <a:xfrm>
            <a:off x="9816330" y="1662377"/>
            <a:ext cx="0" cy="665392"/>
          </a:xfrm>
          <a:prstGeom prst="line">
            <a:avLst/>
          </a:prstGeom>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71FA48A2-7C72-AB4F-863E-96AA38F093E4}"/>
              </a:ext>
            </a:extLst>
          </p:cNvPr>
          <p:cNvCxnSpPr>
            <a:cxnSpLocks/>
          </p:cNvCxnSpPr>
          <p:nvPr/>
        </p:nvCxnSpPr>
        <p:spPr>
          <a:xfrm>
            <a:off x="9968730" y="1662377"/>
            <a:ext cx="0" cy="308797"/>
          </a:xfrm>
          <a:prstGeom prst="line">
            <a:avLst/>
          </a:prstGeom>
        </p:spPr>
        <p:style>
          <a:lnRef idx="1">
            <a:schemeClr val="dk1"/>
          </a:lnRef>
          <a:fillRef idx="0">
            <a:schemeClr val="dk1"/>
          </a:fillRef>
          <a:effectRef idx="0">
            <a:schemeClr val="dk1"/>
          </a:effectRef>
          <a:fontRef idx="minor">
            <a:schemeClr val="tx1"/>
          </a:fontRef>
        </p:style>
      </p:cxnSp>
      <p:cxnSp>
        <p:nvCxnSpPr>
          <p:cNvPr id="179" name="Straight Connector 178">
            <a:extLst>
              <a:ext uri="{FF2B5EF4-FFF2-40B4-BE49-F238E27FC236}">
                <a16:creationId xmlns:a16="http://schemas.microsoft.com/office/drawing/2014/main" id="{82A1EF09-D139-CAB9-90EE-7C159D92E939}"/>
              </a:ext>
            </a:extLst>
          </p:cNvPr>
          <p:cNvCxnSpPr>
            <a:cxnSpLocks/>
          </p:cNvCxnSpPr>
          <p:nvPr/>
        </p:nvCxnSpPr>
        <p:spPr>
          <a:xfrm>
            <a:off x="101211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0" name="Straight Connector 179">
            <a:extLst>
              <a:ext uri="{FF2B5EF4-FFF2-40B4-BE49-F238E27FC236}">
                <a16:creationId xmlns:a16="http://schemas.microsoft.com/office/drawing/2014/main" id="{3EB37D33-1254-D921-C9BB-1445DD85CF7B}"/>
              </a:ext>
            </a:extLst>
          </p:cNvPr>
          <p:cNvCxnSpPr>
            <a:cxnSpLocks/>
          </p:cNvCxnSpPr>
          <p:nvPr/>
        </p:nvCxnSpPr>
        <p:spPr>
          <a:xfrm>
            <a:off x="102735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D41A20D2-716B-C4E8-D4C5-BD15F352EAC6}"/>
              </a:ext>
            </a:extLst>
          </p:cNvPr>
          <p:cNvCxnSpPr>
            <a:cxnSpLocks/>
          </p:cNvCxnSpPr>
          <p:nvPr/>
        </p:nvCxnSpPr>
        <p:spPr>
          <a:xfrm>
            <a:off x="104259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2" name="Straight Connector 181">
            <a:extLst>
              <a:ext uri="{FF2B5EF4-FFF2-40B4-BE49-F238E27FC236}">
                <a16:creationId xmlns:a16="http://schemas.microsoft.com/office/drawing/2014/main" id="{7E79AF69-048E-D4EA-4E4E-779B762A952A}"/>
              </a:ext>
            </a:extLst>
          </p:cNvPr>
          <p:cNvCxnSpPr>
            <a:cxnSpLocks/>
          </p:cNvCxnSpPr>
          <p:nvPr/>
        </p:nvCxnSpPr>
        <p:spPr>
          <a:xfrm>
            <a:off x="105783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3" name="Straight Connector 182">
            <a:extLst>
              <a:ext uri="{FF2B5EF4-FFF2-40B4-BE49-F238E27FC236}">
                <a16:creationId xmlns:a16="http://schemas.microsoft.com/office/drawing/2014/main" id="{64DB9AA4-EDE9-F379-4D32-81D34A0A561F}"/>
              </a:ext>
            </a:extLst>
          </p:cNvPr>
          <p:cNvCxnSpPr>
            <a:cxnSpLocks/>
          </p:cNvCxnSpPr>
          <p:nvPr/>
        </p:nvCxnSpPr>
        <p:spPr>
          <a:xfrm>
            <a:off x="10730730" y="1662377"/>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C2078A10-0D24-4BC2-7116-CFB89FAB66D4}"/>
              </a:ext>
            </a:extLst>
          </p:cNvPr>
          <p:cNvCxnSpPr>
            <a:cxnSpLocks/>
          </p:cNvCxnSpPr>
          <p:nvPr/>
        </p:nvCxnSpPr>
        <p:spPr>
          <a:xfrm>
            <a:off x="10883130" y="1662377"/>
            <a:ext cx="0" cy="271650"/>
          </a:xfrm>
          <a:prstGeom prst="line">
            <a:avLst/>
          </a:prstGeom>
        </p:spPr>
        <p:style>
          <a:lnRef idx="1">
            <a:schemeClr val="dk1"/>
          </a:lnRef>
          <a:fillRef idx="0">
            <a:schemeClr val="dk1"/>
          </a:fillRef>
          <a:effectRef idx="0">
            <a:schemeClr val="dk1"/>
          </a:effectRef>
          <a:fontRef idx="minor">
            <a:schemeClr val="tx1"/>
          </a:fontRef>
        </p:style>
      </p:cxnSp>
      <p:cxnSp>
        <p:nvCxnSpPr>
          <p:cNvPr id="185" name="Straight Connector 184">
            <a:extLst>
              <a:ext uri="{FF2B5EF4-FFF2-40B4-BE49-F238E27FC236}">
                <a16:creationId xmlns:a16="http://schemas.microsoft.com/office/drawing/2014/main" id="{38BA7F66-2A59-14B7-2706-38D17B251A5F}"/>
              </a:ext>
            </a:extLst>
          </p:cNvPr>
          <p:cNvCxnSpPr>
            <a:cxnSpLocks/>
          </p:cNvCxnSpPr>
          <p:nvPr/>
        </p:nvCxnSpPr>
        <p:spPr>
          <a:xfrm>
            <a:off x="11035530" y="1662377"/>
            <a:ext cx="0" cy="284572"/>
          </a:xfrm>
          <a:prstGeom prst="line">
            <a:avLst/>
          </a:prstGeom>
        </p:spPr>
        <p:style>
          <a:lnRef idx="1">
            <a:schemeClr val="dk1"/>
          </a:lnRef>
          <a:fillRef idx="0">
            <a:schemeClr val="dk1"/>
          </a:fillRef>
          <a:effectRef idx="0">
            <a:schemeClr val="dk1"/>
          </a:effectRef>
          <a:fontRef idx="minor">
            <a:schemeClr val="tx1"/>
          </a:fontRef>
        </p:style>
      </p:cxnSp>
      <p:sp>
        <p:nvSpPr>
          <p:cNvPr id="186" name="TextBox 185">
            <a:extLst>
              <a:ext uri="{FF2B5EF4-FFF2-40B4-BE49-F238E27FC236}">
                <a16:creationId xmlns:a16="http://schemas.microsoft.com/office/drawing/2014/main" id="{9A9412CE-C5CB-B8C5-BA01-44722D7271DD}"/>
              </a:ext>
            </a:extLst>
          </p:cNvPr>
          <p:cNvSpPr txBox="1"/>
          <p:nvPr/>
        </p:nvSpPr>
        <p:spPr>
          <a:xfrm>
            <a:off x="10995534" y="1368516"/>
            <a:ext cx="263214" cy="276999"/>
          </a:xfrm>
          <a:prstGeom prst="rect">
            <a:avLst/>
          </a:prstGeom>
          <a:noFill/>
        </p:spPr>
        <p:txBody>
          <a:bodyPr wrap="none" rtlCol="0">
            <a:spAutoFit/>
          </a:bodyPr>
          <a:lstStyle/>
          <a:p>
            <a:r>
              <a:rPr lang="en-US" sz="1200" dirty="0"/>
              <a:t>0</a:t>
            </a:r>
          </a:p>
        </p:txBody>
      </p:sp>
      <p:sp>
        <p:nvSpPr>
          <p:cNvPr id="188" name="TextBox 187">
            <a:extLst>
              <a:ext uri="{FF2B5EF4-FFF2-40B4-BE49-F238E27FC236}">
                <a16:creationId xmlns:a16="http://schemas.microsoft.com/office/drawing/2014/main" id="{FFB8CF2B-B982-B35B-6B77-DD89B15FA6D8}"/>
              </a:ext>
            </a:extLst>
          </p:cNvPr>
          <p:cNvSpPr txBox="1"/>
          <p:nvPr/>
        </p:nvSpPr>
        <p:spPr>
          <a:xfrm>
            <a:off x="9778922" y="1380935"/>
            <a:ext cx="263214" cy="276999"/>
          </a:xfrm>
          <a:prstGeom prst="rect">
            <a:avLst/>
          </a:prstGeom>
          <a:noFill/>
        </p:spPr>
        <p:txBody>
          <a:bodyPr wrap="none" rtlCol="0">
            <a:spAutoFit/>
          </a:bodyPr>
          <a:lstStyle/>
          <a:p>
            <a:r>
              <a:rPr lang="en-US" sz="1200" dirty="0"/>
              <a:t>8</a:t>
            </a:r>
          </a:p>
        </p:txBody>
      </p:sp>
      <p:sp>
        <p:nvSpPr>
          <p:cNvPr id="189" name="TextBox 188">
            <a:extLst>
              <a:ext uri="{FF2B5EF4-FFF2-40B4-BE49-F238E27FC236}">
                <a16:creationId xmlns:a16="http://schemas.microsoft.com/office/drawing/2014/main" id="{9284B3B7-F622-9BCF-C643-D291E8E0970B}"/>
              </a:ext>
            </a:extLst>
          </p:cNvPr>
          <p:cNvSpPr txBox="1"/>
          <p:nvPr/>
        </p:nvSpPr>
        <p:spPr>
          <a:xfrm>
            <a:off x="10282597" y="2050770"/>
            <a:ext cx="752065" cy="276999"/>
          </a:xfrm>
          <a:prstGeom prst="rect">
            <a:avLst/>
          </a:prstGeom>
          <a:noFill/>
        </p:spPr>
        <p:txBody>
          <a:bodyPr wrap="none" rtlCol="0">
            <a:spAutoFit/>
          </a:bodyPr>
          <a:lstStyle/>
          <a:p>
            <a:r>
              <a:rPr lang="en-US" sz="1200" dirty="0"/>
              <a:t>data[8:0]</a:t>
            </a:r>
          </a:p>
        </p:txBody>
      </p:sp>
      <p:sp>
        <p:nvSpPr>
          <p:cNvPr id="191" name="TextBox 190">
            <a:extLst>
              <a:ext uri="{FF2B5EF4-FFF2-40B4-BE49-F238E27FC236}">
                <a16:creationId xmlns:a16="http://schemas.microsoft.com/office/drawing/2014/main" id="{193F639D-2B73-5A2A-F4FC-555C82B63092}"/>
              </a:ext>
            </a:extLst>
          </p:cNvPr>
          <p:cNvSpPr txBox="1"/>
          <p:nvPr/>
        </p:nvSpPr>
        <p:spPr>
          <a:xfrm>
            <a:off x="8663999" y="1392869"/>
            <a:ext cx="341760" cy="276999"/>
          </a:xfrm>
          <a:prstGeom prst="rect">
            <a:avLst/>
          </a:prstGeom>
          <a:noFill/>
        </p:spPr>
        <p:txBody>
          <a:bodyPr wrap="none" rtlCol="0">
            <a:spAutoFit/>
          </a:bodyPr>
          <a:lstStyle/>
          <a:p>
            <a:r>
              <a:rPr lang="en-US" sz="1200" dirty="0"/>
              <a:t>15</a:t>
            </a:r>
          </a:p>
        </p:txBody>
      </p:sp>
      <p:sp>
        <p:nvSpPr>
          <p:cNvPr id="194" name="TextBox 193">
            <a:extLst>
              <a:ext uri="{FF2B5EF4-FFF2-40B4-BE49-F238E27FC236}">
                <a16:creationId xmlns:a16="http://schemas.microsoft.com/office/drawing/2014/main" id="{5A4F3089-8C74-FECC-A384-E5FD4F7714CA}"/>
              </a:ext>
            </a:extLst>
          </p:cNvPr>
          <p:cNvSpPr txBox="1"/>
          <p:nvPr/>
        </p:nvSpPr>
        <p:spPr>
          <a:xfrm>
            <a:off x="4789902" y="555330"/>
            <a:ext cx="902811" cy="369332"/>
          </a:xfrm>
          <a:prstGeom prst="rect">
            <a:avLst/>
          </a:prstGeom>
          <a:noFill/>
        </p:spPr>
        <p:txBody>
          <a:bodyPr wrap="none" rtlCol="0">
            <a:spAutoFit/>
          </a:bodyPr>
          <a:lstStyle/>
          <a:p>
            <a:r>
              <a:rPr lang="en-US" dirty="0"/>
              <a:t>FB </a:t>
            </a:r>
            <a:r>
              <a:rPr lang="en-US" dirty="0" err="1"/>
              <a:t>addr</a:t>
            </a:r>
            <a:endParaRPr lang="en-US" dirty="0"/>
          </a:p>
        </p:txBody>
      </p:sp>
      <p:sp>
        <p:nvSpPr>
          <p:cNvPr id="195" name="TextBox 194">
            <a:extLst>
              <a:ext uri="{FF2B5EF4-FFF2-40B4-BE49-F238E27FC236}">
                <a16:creationId xmlns:a16="http://schemas.microsoft.com/office/drawing/2014/main" id="{17D45325-8A31-4827-CBF2-B6366E23C278}"/>
              </a:ext>
            </a:extLst>
          </p:cNvPr>
          <p:cNvSpPr txBox="1"/>
          <p:nvPr/>
        </p:nvSpPr>
        <p:spPr>
          <a:xfrm>
            <a:off x="4838622" y="1601842"/>
            <a:ext cx="883447" cy="369332"/>
          </a:xfrm>
          <a:prstGeom prst="rect">
            <a:avLst/>
          </a:prstGeom>
          <a:noFill/>
        </p:spPr>
        <p:txBody>
          <a:bodyPr wrap="none" rtlCol="0">
            <a:spAutoFit/>
          </a:bodyPr>
          <a:lstStyle/>
          <a:p>
            <a:r>
              <a:rPr lang="en-US" dirty="0"/>
              <a:t>FB data</a:t>
            </a:r>
          </a:p>
        </p:txBody>
      </p:sp>
      <p:sp>
        <p:nvSpPr>
          <p:cNvPr id="201" name="TextBox 200">
            <a:extLst>
              <a:ext uri="{FF2B5EF4-FFF2-40B4-BE49-F238E27FC236}">
                <a16:creationId xmlns:a16="http://schemas.microsoft.com/office/drawing/2014/main" id="{0DECA8D7-E303-EED4-9883-779AEBE52897}"/>
              </a:ext>
            </a:extLst>
          </p:cNvPr>
          <p:cNvSpPr txBox="1"/>
          <p:nvPr/>
        </p:nvSpPr>
        <p:spPr>
          <a:xfrm>
            <a:off x="4085192" y="2997431"/>
            <a:ext cx="1744388" cy="646331"/>
          </a:xfrm>
          <a:prstGeom prst="rect">
            <a:avLst/>
          </a:prstGeom>
          <a:noFill/>
        </p:spPr>
        <p:txBody>
          <a:bodyPr wrap="none" rtlCol="0">
            <a:spAutoFit/>
          </a:bodyPr>
          <a:lstStyle/>
          <a:p>
            <a:r>
              <a:rPr lang="en-US" dirty="0"/>
              <a:t>CSR 0x80000000</a:t>
            </a:r>
          </a:p>
          <a:p>
            <a:r>
              <a:rPr lang="en-US" dirty="0"/>
              <a:t>CSR data</a:t>
            </a:r>
          </a:p>
        </p:txBody>
      </p:sp>
      <p:sp>
        <p:nvSpPr>
          <p:cNvPr id="9" name="Rectangle 8">
            <a:extLst>
              <a:ext uri="{FF2B5EF4-FFF2-40B4-BE49-F238E27FC236}">
                <a16:creationId xmlns:a16="http://schemas.microsoft.com/office/drawing/2014/main" id="{53DAC560-32B4-C8A8-4834-98F50E441DAA}"/>
              </a:ext>
            </a:extLst>
          </p:cNvPr>
          <p:cNvSpPr/>
          <p:nvPr/>
        </p:nvSpPr>
        <p:spPr>
          <a:xfrm>
            <a:off x="6120057" y="4974160"/>
            <a:ext cx="5042992" cy="284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0B1B9A3E-3908-DE40-1C8A-0A8BFB1D14E3}"/>
              </a:ext>
            </a:extLst>
          </p:cNvPr>
          <p:cNvCxnSpPr>
            <a:cxnSpLocks/>
          </p:cNvCxnSpPr>
          <p:nvPr/>
        </p:nvCxnSpPr>
        <p:spPr>
          <a:xfrm>
            <a:off x="6272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D0508B6-8B04-616D-8CA1-85F9B4480795}"/>
              </a:ext>
            </a:extLst>
          </p:cNvPr>
          <p:cNvCxnSpPr>
            <a:cxnSpLocks/>
          </p:cNvCxnSpPr>
          <p:nvPr/>
        </p:nvCxnSpPr>
        <p:spPr>
          <a:xfrm>
            <a:off x="64248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0B8C074-F9A4-2DF5-52F5-AC8BB9CF571C}"/>
              </a:ext>
            </a:extLst>
          </p:cNvPr>
          <p:cNvCxnSpPr>
            <a:cxnSpLocks/>
          </p:cNvCxnSpPr>
          <p:nvPr/>
        </p:nvCxnSpPr>
        <p:spPr>
          <a:xfrm>
            <a:off x="65772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B3BA798C-1E52-D68E-2263-9F8A6E19C01F}"/>
              </a:ext>
            </a:extLst>
          </p:cNvPr>
          <p:cNvCxnSpPr>
            <a:cxnSpLocks/>
          </p:cNvCxnSpPr>
          <p:nvPr/>
        </p:nvCxnSpPr>
        <p:spPr>
          <a:xfrm>
            <a:off x="6729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9C554FE4-11D1-1B32-2681-60FF4489A04A}"/>
              </a:ext>
            </a:extLst>
          </p:cNvPr>
          <p:cNvCxnSpPr>
            <a:cxnSpLocks/>
          </p:cNvCxnSpPr>
          <p:nvPr/>
        </p:nvCxnSpPr>
        <p:spPr>
          <a:xfrm>
            <a:off x="6882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112CDCDD-8BE7-60E8-D700-3DBCBED07193}"/>
              </a:ext>
            </a:extLst>
          </p:cNvPr>
          <p:cNvCxnSpPr>
            <a:cxnSpLocks/>
          </p:cNvCxnSpPr>
          <p:nvPr/>
        </p:nvCxnSpPr>
        <p:spPr>
          <a:xfrm>
            <a:off x="7034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3CF61F47-4EC8-E1F1-BC76-DA2A494FF4C6}"/>
              </a:ext>
            </a:extLst>
          </p:cNvPr>
          <p:cNvCxnSpPr>
            <a:cxnSpLocks/>
          </p:cNvCxnSpPr>
          <p:nvPr/>
        </p:nvCxnSpPr>
        <p:spPr>
          <a:xfrm>
            <a:off x="71868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5BCE9718-96AC-E793-3782-4177CFC4F56A}"/>
              </a:ext>
            </a:extLst>
          </p:cNvPr>
          <p:cNvCxnSpPr>
            <a:cxnSpLocks/>
          </p:cNvCxnSpPr>
          <p:nvPr/>
        </p:nvCxnSpPr>
        <p:spPr>
          <a:xfrm>
            <a:off x="73392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94F825B9-22FD-59FA-3705-865FE6204FB1}"/>
              </a:ext>
            </a:extLst>
          </p:cNvPr>
          <p:cNvCxnSpPr>
            <a:cxnSpLocks/>
          </p:cNvCxnSpPr>
          <p:nvPr/>
        </p:nvCxnSpPr>
        <p:spPr>
          <a:xfrm>
            <a:off x="7491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410A93E-789D-A86F-88DA-E74CD94DAAB2}"/>
              </a:ext>
            </a:extLst>
          </p:cNvPr>
          <p:cNvCxnSpPr>
            <a:cxnSpLocks/>
          </p:cNvCxnSpPr>
          <p:nvPr/>
        </p:nvCxnSpPr>
        <p:spPr>
          <a:xfrm>
            <a:off x="7644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5809A5BD-35E0-C7AA-1107-123FC189AB78}"/>
              </a:ext>
            </a:extLst>
          </p:cNvPr>
          <p:cNvCxnSpPr>
            <a:cxnSpLocks/>
          </p:cNvCxnSpPr>
          <p:nvPr/>
        </p:nvCxnSpPr>
        <p:spPr>
          <a:xfrm>
            <a:off x="7796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9A17D206-0F96-FE56-EB68-94BE53E4D5DD}"/>
              </a:ext>
            </a:extLst>
          </p:cNvPr>
          <p:cNvCxnSpPr>
            <a:cxnSpLocks/>
          </p:cNvCxnSpPr>
          <p:nvPr/>
        </p:nvCxnSpPr>
        <p:spPr>
          <a:xfrm>
            <a:off x="79488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545F03B9-547C-226C-0454-1269B3CBA75F}"/>
              </a:ext>
            </a:extLst>
          </p:cNvPr>
          <p:cNvCxnSpPr>
            <a:cxnSpLocks/>
          </p:cNvCxnSpPr>
          <p:nvPr/>
        </p:nvCxnSpPr>
        <p:spPr>
          <a:xfrm>
            <a:off x="81012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15DE6F66-F039-47A4-2C71-6A249F0E5D56}"/>
              </a:ext>
            </a:extLst>
          </p:cNvPr>
          <p:cNvCxnSpPr>
            <a:cxnSpLocks/>
          </p:cNvCxnSpPr>
          <p:nvPr/>
        </p:nvCxnSpPr>
        <p:spPr>
          <a:xfrm>
            <a:off x="8253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8221A656-2226-9380-4D55-209E09965F77}"/>
              </a:ext>
            </a:extLst>
          </p:cNvPr>
          <p:cNvCxnSpPr>
            <a:cxnSpLocks/>
          </p:cNvCxnSpPr>
          <p:nvPr/>
        </p:nvCxnSpPr>
        <p:spPr>
          <a:xfrm>
            <a:off x="8406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600B53D9-049D-9BB0-D103-89C8A0BC6C42}"/>
              </a:ext>
            </a:extLst>
          </p:cNvPr>
          <p:cNvCxnSpPr>
            <a:cxnSpLocks/>
          </p:cNvCxnSpPr>
          <p:nvPr/>
        </p:nvCxnSpPr>
        <p:spPr>
          <a:xfrm>
            <a:off x="8558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A53AD191-EB29-EACE-B4AE-58873A6DF0FE}"/>
              </a:ext>
            </a:extLst>
          </p:cNvPr>
          <p:cNvCxnSpPr>
            <a:cxnSpLocks/>
          </p:cNvCxnSpPr>
          <p:nvPr/>
        </p:nvCxnSpPr>
        <p:spPr>
          <a:xfrm>
            <a:off x="88632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B44A61C6-AE24-8F55-D72D-91D4CCBB541A}"/>
              </a:ext>
            </a:extLst>
          </p:cNvPr>
          <p:cNvCxnSpPr>
            <a:cxnSpLocks/>
          </p:cNvCxnSpPr>
          <p:nvPr/>
        </p:nvCxnSpPr>
        <p:spPr>
          <a:xfrm>
            <a:off x="9015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1A2A0F5-DC7F-6E6B-8681-06C1558B3C00}"/>
              </a:ext>
            </a:extLst>
          </p:cNvPr>
          <p:cNvCxnSpPr>
            <a:cxnSpLocks/>
          </p:cNvCxnSpPr>
          <p:nvPr/>
        </p:nvCxnSpPr>
        <p:spPr>
          <a:xfrm>
            <a:off x="9168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4EFC0D80-46CA-F59C-21C1-D0730A30EF58}"/>
              </a:ext>
            </a:extLst>
          </p:cNvPr>
          <p:cNvCxnSpPr>
            <a:cxnSpLocks/>
          </p:cNvCxnSpPr>
          <p:nvPr/>
        </p:nvCxnSpPr>
        <p:spPr>
          <a:xfrm>
            <a:off x="9320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60A2DC3F-0B24-E0E9-A978-82DEA86892CB}"/>
              </a:ext>
            </a:extLst>
          </p:cNvPr>
          <p:cNvCxnSpPr>
            <a:cxnSpLocks/>
          </p:cNvCxnSpPr>
          <p:nvPr/>
        </p:nvCxnSpPr>
        <p:spPr>
          <a:xfrm>
            <a:off x="94728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E6ED376B-7AB9-A95C-C6DE-A27CC5A1BDE3}"/>
              </a:ext>
            </a:extLst>
          </p:cNvPr>
          <p:cNvCxnSpPr>
            <a:cxnSpLocks/>
          </p:cNvCxnSpPr>
          <p:nvPr/>
        </p:nvCxnSpPr>
        <p:spPr>
          <a:xfrm>
            <a:off x="96252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02" name="Straight Connector 101">
            <a:extLst>
              <a:ext uri="{FF2B5EF4-FFF2-40B4-BE49-F238E27FC236}">
                <a16:creationId xmlns:a16="http://schemas.microsoft.com/office/drawing/2014/main" id="{CF2317F6-55C1-FAFC-4ADD-ACC863D9EE9F}"/>
              </a:ext>
            </a:extLst>
          </p:cNvPr>
          <p:cNvCxnSpPr>
            <a:cxnSpLocks/>
          </p:cNvCxnSpPr>
          <p:nvPr/>
        </p:nvCxnSpPr>
        <p:spPr>
          <a:xfrm>
            <a:off x="9777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25B8C4F9-DED7-FE4B-149D-B21BDA7A57BC}"/>
              </a:ext>
            </a:extLst>
          </p:cNvPr>
          <p:cNvCxnSpPr>
            <a:cxnSpLocks/>
          </p:cNvCxnSpPr>
          <p:nvPr/>
        </p:nvCxnSpPr>
        <p:spPr>
          <a:xfrm>
            <a:off x="9930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a:extLst>
              <a:ext uri="{FF2B5EF4-FFF2-40B4-BE49-F238E27FC236}">
                <a16:creationId xmlns:a16="http://schemas.microsoft.com/office/drawing/2014/main" id="{37D5F921-C6C6-F48F-F8EA-8418ACB52905}"/>
              </a:ext>
            </a:extLst>
          </p:cNvPr>
          <p:cNvCxnSpPr>
            <a:cxnSpLocks/>
          </p:cNvCxnSpPr>
          <p:nvPr/>
        </p:nvCxnSpPr>
        <p:spPr>
          <a:xfrm>
            <a:off x="100824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C564DB65-A90A-9E16-B88E-15629EEB4772}"/>
              </a:ext>
            </a:extLst>
          </p:cNvPr>
          <p:cNvCxnSpPr>
            <a:cxnSpLocks/>
          </p:cNvCxnSpPr>
          <p:nvPr/>
        </p:nvCxnSpPr>
        <p:spPr>
          <a:xfrm>
            <a:off x="102348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514DD9D0-6428-3C8E-4391-AC3F8123B04B}"/>
              </a:ext>
            </a:extLst>
          </p:cNvPr>
          <p:cNvCxnSpPr>
            <a:cxnSpLocks/>
          </p:cNvCxnSpPr>
          <p:nvPr/>
        </p:nvCxnSpPr>
        <p:spPr>
          <a:xfrm>
            <a:off x="10387257" y="4987073"/>
            <a:ext cx="0" cy="706739"/>
          </a:xfrm>
          <a:prstGeom prst="line">
            <a:avLst/>
          </a:prstGeom>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BAD0322C-9A4E-2129-8867-3BD403AE6A14}"/>
              </a:ext>
            </a:extLst>
          </p:cNvPr>
          <p:cNvCxnSpPr>
            <a:cxnSpLocks/>
          </p:cNvCxnSpPr>
          <p:nvPr/>
        </p:nvCxnSpPr>
        <p:spPr>
          <a:xfrm>
            <a:off x="105396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C517BD8D-4332-FE7C-8E9D-586A4CDEA172}"/>
              </a:ext>
            </a:extLst>
          </p:cNvPr>
          <p:cNvCxnSpPr>
            <a:cxnSpLocks/>
          </p:cNvCxnSpPr>
          <p:nvPr/>
        </p:nvCxnSpPr>
        <p:spPr>
          <a:xfrm>
            <a:off x="10692057" y="4987073"/>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192" name="Straight Connector 191">
            <a:extLst>
              <a:ext uri="{FF2B5EF4-FFF2-40B4-BE49-F238E27FC236}">
                <a16:creationId xmlns:a16="http://schemas.microsoft.com/office/drawing/2014/main" id="{D85F45B0-FEB0-700C-B189-B422115D452C}"/>
              </a:ext>
            </a:extLst>
          </p:cNvPr>
          <p:cNvCxnSpPr>
            <a:cxnSpLocks/>
          </p:cNvCxnSpPr>
          <p:nvPr/>
        </p:nvCxnSpPr>
        <p:spPr>
          <a:xfrm>
            <a:off x="10844457" y="4987073"/>
            <a:ext cx="0" cy="429740"/>
          </a:xfrm>
          <a:prstGeom prst="line">
            <a:avLst/>
          </a:prstGeom>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A5141A2B-4A2F-C4AC-DBEB-81F19014DC0E}"/>
              </a:ext>
            </a:extLst>
          </p:cNvPr>
          <p:cNvCxnSpPr>
            <a:cxnSpLocks/>
          </p:cNvCxnSpPr>
          <p:nvPr/>
        </p:nvCxnSpPr>
        <p:spPr>
          <a:xfrm>
            <a:off x="10996857" y="4987073"/>
            <a:ext cx="0" cy="284572"/>
          </a:xfrm>
          <a:prstGeom prst="line">
            <a:avLst/>
          </a:prstGeom>
        </p:spPr>
        <p:style>
          <a:lnRef idx="1">
            <a:schemeClr val="dk1"/>
          </a:lnRef>
          <a:fillRef idx="0">
            <a:schemeClr val="dk1"/>
          </a:fillRef>
          <a:effectRef idx="0">
            <a:schemeClr val="dk1"/>
          </a:effectRef>
          <a:fontRef idx="minor">
            <a:schemeClr val="tx1"/>
          </a:fontRef>
        </p:style>
      </p:cxnSp>
      <p:sp>
        <p:nvSpPr>
          <p:cNvPr id="196" name="TextBox 195">
            <a:extLst>
              <a:ext uri="{FF2B5EF4-FFF2-40B4-BE49-F238E27FC236}">
                <a16:creationId xmlns:a16="http://schemas.microsoft.com/office/drawing/2014/main" id="{E60FE9DC-AE4E-6898-5338-7902784045CA}"/>
              </a:ext>
            </a:extLst>
          </p:cNvPr>
          <p:cNvSpPr txBox="1"/>
          <p:nvPr/>
        </p:nvSpPr>
        <p:spPr>
          <a:xfrm>
            <a:off x="10956861" y="4693212"/>
            <a:ext cx="263214" cy="276999"/>
          </a:xfrm>
          <a:prstGeom prst="rect">
            <a:avLst/>
          </a:prstGeom>
          <a:noFill/>
        </p:spPr>
        <p:txBody>
          <a:bodyPr wrap="none" rtlCol="0">
            <a:spAutoFit/>
          </a:bodyPr>
          <a:lstStyle/>
          <a:p>
            <a:r>
              <a:rPr lang="en-US" sz="1200" dirty="0"/>
              <a:t>0</a:t>
            </a:r>
          </a:p>
        </p:txBody>
      </p:sp>
      <p:sp>
        <p:nvSpPr>
          <p:cNvPr id="197" name="TextBox 196">
            <a:extLst>
              <a:ext uri="{FF2B5EF4-FFF2-40B4-BE49-F238E27FC236}">
                <a16:creationId xmlns:a16="http://schemas.microsoft.com/office/drawing/2014/main" id="{3E7818E8-2F17-7D2F-6923-4D2EE19E386D}"/>
              </a:ext>
            </a:extLst>
          </p:cNvPr>
          <p:cNvSpPr txBox="1"/>
          <p:nvPr/>
        </p:nvSpPr>
        <p:spPr>
          <a:xfrm>
            <a:off x="10802478" y="4699669"/>
            <a:ext cx="263214" cy="276999"/>
          </a:xfrm>
          <a:prstGeom prst="rect">
            <a:avLst/>
          </a:prstGeom>
          <a:noFill/>
        </p:spPr>
        <p:txBody>
          <a:bodyPr wrap="none" rtlCol="0">
            <a:spAutoFit/>
          </a:bodyPr>
          <a:lstStyle/>
          <a:p>
            <a:r>
              <a:rPr lang="en-US" sz="1200" dirty="0"/>
              <a:t>1</a:t>
            </a:r>
          </a:p>
        </p:txBody>
      </p:sp>
      <p:sp>
        <p:nvSpPr>
          <p:cNvPr id="198" name="TextBox 197">
            <a:extLst>
              <a:ext uri="{FF2B5EF4-FFF2-40B4-BE49-F238E27FC236}">
                <a16:creationId xmlns:a16="http://schemas.microsoft.com/office/drawing/2014/main" id="{140FABD3-968B-EE10-D6CC-D1BBF6206DD1}"/>
              </a:ext>
            </a:extLst>
          </p:cNvPr>
          <p:cNvSpPr txBox="1"/>
          <p:nvPr/>
        </p:nvSpPr>
        <p:spPr>
          <a:xfrm>
            <a:off x="10641713" y="4700543"/>
            <a:ext cx="263214" cy="276999"/>
          </a:xfrm>
          <a:prstGeom prst="rect">
            <a:avLst/>
          </a:prstGeom>
          <a:noFill/>
        </p:spPr>
        <p:txBody>
          <a:bodyPr wrap="none" rtlCol="0">
            <a:spAutoFit/>
          </a:bodyPr>
          <a:lstStyle/>
          <a:p>
            <a:r>
              <a:rPr lang="en-US" sz="1200" dirty="0"/>
              <a:t>2</a:t>
            </a:r>
          </a:p>
        </p:txBody>
      </p:sp>
      <p:sp>
        <p:nvSpPr>
          <p:cNvPr id="199" name="TextBox 198">
            <a:extLst>
              <a:ext uri="{FF2B5EF4-FFF2-40B4-BE49-F238E27FC236}">
                <a16:creationId xmlns:a16="http://schemas.microsoft.com/office/drawing/2014/main" id="{2AFF56D2-019F-969C-F601-5D15C18C6C92}"/>
              </a:ext>
            </a:extLst>
          </p:cNvPr>
          <p:cNvSpPr txBox="1"/>
          <p:nvPr/>
        </p:nvSpPr>
        <p:spPr>
          <a:xfrm>
            <a:off x="10378269" y="5468723"/>
            <a:ext cx="764505" cy="276999"/>
          </a:xfrm>
          <a:prstGeom prst="rect">
            <a:avLst/>
          </a:prstGeom>
          <a:noFill/>
        </p:spPr>
        <p:txBody>
          <a:bodyPr wrap="none" rtlCol="0">
            <a:spAutoFit/>
          </a:bodyPr>
          <a:lstStyle/>
          <a:p>
            <a:r>
              <a:rPr lang="en-US" sz="1200" dirty="0"/>
              <a:t>pred[2:0]</a:t>
            </a:r>
          </a:p>
        </p:txBody>
      </p:sp>
      <p:sp>
        <p:nvSpPr>
          <p:cNvPr id="202" name="TextBox 201">
            <a:extLst>
              <a:ext uri="{FF2B5EF4-FFF2-40B4-BE49-F238E27FC236}">
                <a16:creationId xmlns:a16="http://schemas.microsoft.com/office/drawing/2014/main" id="{D92C078D-DA8F-A3E9-BD0F-5AE3FB1341C0}"/>
              </a:ext>
            </a:extLst>
          </p:cNvPr>
          <p:cNvSpPr txBox="1"/>
          <p:nvPr/>
        </p:nvSpPr>
        <p:spPr>
          <a:xfrm>
            <a:off x="8625326" y="4717565"/>
            <a:ext cx="341760" cy="276999"/>
          </a:xfrm>
          <a:prstGeom prst="rect">
            <a:avLst/>
          </a:prstGeom>
          <a:noFill/>
        </p:spPr>
        <p:txBody>
          <a:bodyPr wrap="none" rtlCol="0">
            <a:spAutoFit/>
          </a:bodyPr>
          <a:lstStyle/>
          <a:p>
            <a:r>
              <a:rPr lang="en-US" sz="1200" dirty="0"/>
              <a:t>15</a:t>
            </a:r>
          </a:p>
        </p:txBody>
      </p:sp>
      <p:sp>
        <p:nvSpPr>
          <p:cNvPr id="203" name="TextBox 202">
            <a:extLst>
              <a:ext uri="{FF2B5EF4-FFF2-40B4-BE49-F238E27FC236}">
                <a16:creationId xmlns:a16="http://schemas.microsoft.com/office/drawing/2014/main" id="{326516B2-0170-672B-1AF1-6780355BBB5B}"/>
              </a:ext>
            </a:extLst>
          </p:cNvPr>
          <p:cNvSpPr txBox="1"/>
          <p:nvPr/>
        </p:nvSpPr>
        <p:spPr>
          <a:xfrm>
            <a:off x="10812577" y="5255340"/>
            <a:ext cx="534121" cy="276999"/>
          </a:xfrm>
          <a:prstGeom prst="rect">
            <a:avLst/>
          </a:prstGeom>
          <a:noFill/>
        </p:spPr>
        <p:txBody>
          <a:bodyPr wrap="none" rtlCol="0">
            <a:spAutoFit/>
          </a:bodyPr>
          <a:lstStyle/>
          <a:p>
            <a:r>
              <a:rPr lang="en-US" sz="1200" dirty="0"/>
              <a:t>2'b00</a:t>
            </a:r>
          </a:p>
        </p:txBody>
      </p:sp>
      <p:sp>
        <p:nvSpPr>
          <p:cNvPr id="204" name="TextBox 203">
            <a:extLst>
              <a:ext uri="{FF2B5EF4-FFF2-40B4-BE49-F238E27FC236}">
                <a16:creationId xmlns:a16="http://schemas.microsoft.com/office/drawing/2014/main" id="{A0102496-D693-7B4B-93BF-550CEB1E7315}"/>
              </a:ext>
            </a:extLst>
          </p:cNvPr>
          <p:cNvSpPr txBox="1"/>
          <p:nvPr/>
        </p:nvSpPr>
        <p:spPr>
          <a:xfrm>
            <a:off x="7127691" y="5393840"/>
            <a:ext cx="769763" cy="276999"/>
          </a:xfrm>
          <a:prstGeom prst="rect">
            <a:avLst/>
          </a:prstGeom>
          <a:noFill/>
        </p:spPr>
        <p:txBody>
          <a:bodyPr wrap="none" rtlCol="0">
            <a:spAutoFit/>
          </a:bodyPr>
          <a:lstStyle/>
          <a:p>
            <a:r>
              <a:rPr lang="en-US" sz="1200" dirty="0"/>
              <a:t>16'h8002</a:t>
            </a:r>
          </a:p>
        </p:txBody>
      </p:sp>
      <p:sp>
        <p:nvSpPr>
          <p:cNvPr id="205" name="Rectangle 204">
            <a:extLst>
              <a:ext uri="{FF2B5EF4-FFF2-40B4-BE49-F238E27FC236}">
                <a16:creationId xmlns:a16="http://schemas.microsoft.com/office/drawing/2014/main" id="{A9F8D81C-FCE0-EB8B-932E-E0255F9C227B}"/>
              </a:ext>
            </a:extLst>
          </p:cNvPr>
          <p:cNvSpPr/>
          <p:nvPr/>
        </p:nvSpPr>
        <p:spPr>
          <a:xfrm>
            <a:off x="6158730" y="5977551"/>
            <a:ext cx="5042992" cy="2845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6" name="Straight Connector 205">
            <a:extLst>
              <a:ext uri="{FF2B5EF4-FFF2-40B4-BE49-F238E27FC236}">
                <a16:creationId xmlns:a16="http://schemas.microsoft.com/office/drawing/2014/main" id="{755FC4B0-336C-6D11-4406-11A3B0513D89}"/>
              </a:ext>
            </a:extLst>
          </p:cNvPr>
          <p:cNvCxnSpPr>
            <a:cxnSpLocks/>
          </p:cNvCxnSpPr>
          <p:nvPr/>
        </p:nvCxnSpPr>
        <p:spPr>
          <a:xfrm>
            <a:off x="6311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29716E2-FE18-F32A-9F92-C2E9D7F4FEB0}"/>
              </a:ext>
            </a:extLst>
          </p:cNvPr>
          <p:cNvCxnSpPr>
            <a:cxnSpLocks/>
          </p:cNvCxnSpPr>
          <p:nvPr/>
        </p:nvCxnSpPr>
        <p:spPr>
          <a:xfrm>
            <a:off x="64635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08" name="Straight Connector 207">
            <a:extLst>
              <a:ext uri="{FF2B5EF4-FFF2-40B4-BE49-F238E27FC236}">
                <a16:creationId xmlns:a16="http://schemas.microsoft.com/office/drawing/2014/main" id="{82F2008C-041B-6CBE-B2A1-C4EAD91CD78A}"/>
              </a:ext>
            </a:extLst>
          </p:cNvPr>
          <p:cNvCxnSpPr>
            <a:cxnSpLocks/>
          </p:cNvCxnSpPr>
          <p:nvPr/>
        </p:nvCxnSpPr>
        <p:spPr>
          <a:xfrm>
            <a:off x="6615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B2C9B529-A6B3-1F1B-9AFA-10EC6A99820C}"/>
              </a:ext>
            </a:extLst>
          </p:cNvPr>
          <p:cNvCxnSpPr>
            <a:cxnSpLocks/>
          </p:cNvCxnSpPr>
          <p:nvPr/>
        </p:nvCxnSpPr>
        <p:spPr>
          <a:xfrm>
            <a:off x="67683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30B4308-C5C7-ABA8-40FB-3F204FD2EDB1}"/>
              </a:ext>
            </a:extLst>
          </p:cNvPr>
          <p:cNvCxnSpPr>
            <a:cxnSpLocks/>
          </p:cNvCxnSpPr>
          <p:nvPr/>
        </p:nvCxnSpPr>
        <p:spPr>
          <a:xfrm>
            <a:off x="69207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1" name="Straight Connector 210">
            <a:extLst>
              <a:ext uri="{FF2B5EF4-FFF2-40B4-BE49-F238E27FC236}">
                <a16:creationId xmlns:a16="http://schemas.microsoft.com/office/drawing/2014/main" id="{C5543FD2-16FF-5817-D673-8622A509C9AC}"/>
              </a:ext>
            </a:extLst>
          </p:cNvPr>
          <p:cNvCxnSpPr>
            <a:cxnSpLocks/>
          </p:cNvCxnSpPr>
          <p:nvPr/>
        </p:nvCxnSpPr>
        <p:spPr>
          <a:xfrm>
            <a:off x="7073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2" name="Straight Connector 211">
            <a:extLst>
              <a:ext uri="{FF2B5EF4-FFF2-40B4-BE49-F238E27FC236}">
                <a16:creationId xmlns:a16="http://schemas.microsoft.com/office/drawing/2014/main" id="{D12D4A63-6458-E302-C7DC-F70550250A4F}"/>
              </a:ext>
            </a:extLst>
          </p:cNvPr>
          <p:cNvCxnSpPr>
            <a:cxnSpLocks/>
          </p:cNvCxnSpPr>
          <p:nvPr/>
        </p:nvCxnSpPr>
        <p:spPr>
          <a:xfrm>
            <a:off x="72255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715CC3A6-CDBE-2DF0-C7EB-FA8996594721}"/>
              </a:ext>
            </a:extLst>
          </p:cNvPr>
          <p:cNvCxnSpPr>
            <a:cxnSpLocks/>
          </p:cNvCxnSpPr>
          <p:nvPr/>
        </p:nvCxnSpPr>
        <p:spPr>
          <a:xfrm>
            <a:off x="7377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4" name="Straight Connector 213">
            <a:extLst>
              <a:ext uri="{FF2B5EF4-FFF2-40B4-BE49-F238E27FC236}">
                <a16:creationId xmlns:a16="http://schemas.microsoft.com/office/drawing/2014/main" id="{7F0D7D71-93F7-F67A-BEED-5AF59C710F99}"/>
              </a:ext>
            </a:extLst>
          </p:cNvPr>
          <p:cNvCxnSpPr>
            <a:cxnSpLocks/>
          </p:cNvCxnSpPr>
          <p:nvPr/>
        </p:nvCxnSpPr>
        <p:spPr>
          <a:xfrm>
            <a:off x="75303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FC695A92-1FA1-8132-AC72-5FD2C06ABF1C}"/>
              </a:ext>
            </a:extLst>
          </p:cNvPr>
          <p:cNvCxnSpPr>
            <a:cxnSpLocks/>
          </p:cNvCxnSpPr>
          <p:nvPr/>
        </p:nvCxnSpPr>
        <p:spPr>
          <a:xfrm>
            <a:off x="76827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6" name="Straight Connector 215">
            <a:extLst>
              <a:ext uri="{FF2B5EF4-FFF2-40B4-BE49-F238E27FC236}">
                <a16:creationId xmlns:a16="http://schemas.microsoft.com/office/drawing/2014/main" id="{0648BA07-8B97-FBBF-8C14-DB88A74AAF7A}"/>
              </a:ext>
            </a:extLst>
          </p:cNvPr>
          <p:cNvCxnSpPr>
            <a:cxnSpLocks/>
          </p:cNvCxnSpPr>
          <p:nvPr/>
        </p:nvCxnSpPr>
        <p:spPr>
          <a:xfrm>
            <a:off x="7835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7" name="Straight Connector 216">
            <a:extLst>
              <a:ext uri="{FF2B5EF4-FFF2-40B4-BE49-F238E27FC236}">
                <a16:creationId xmlns:a16="http://schemas.microsoft.com/office/drawing/2014/main" id="{BA49F2F0-27FA-D999-AC80-00A7EBD6C856}"/>
              </a:ext>
            </a:extLst>
          </p:cNvPr>
          <p:cNvCxnSpPr>
            <a:cxnSpLocks/>
          </p:cNvCxnSpPr>
          <p:nvPr/>
        </p:nvCxnSpPr>
        <p:spPr>
          <a:xfrm>
            <a:off x="79875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8" name="Straight Connector 217">
            <a:extLst>
              <a:ext uri="{FF2B5EF4-FFF2-40B4-BE49-F238E27FC236}">
                <a16:creationId xmlns:a16="http://schemas.microsoft.com/office/drawing/2014/main" id="{B9128AAD-85C0-B7CE-B4D1-A05D065CE617}"/>
              </a:ext>
            </a:extLst>
          </p:cNvPr>
          <p:cNvCxnSpPr>
            <a:cxnSpLocks/>
          </p:cNvCxnSpPr>
          <p:nvPr/>
        </p:nvCxnSpPr>
        <p:spPr>
          <a:xfrm>
            <a:off x="8139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19" name="Straight Connector 218">
            <a:extLst>
              <a:ext uri="{FF2B5EF4-FFF2-40B4-BE49-F238E27FC236}">
                <a16:creationId xmlns:a16="http://schemas.microsoft.com/office/drawing/2014/main" id="{E60E059B-CE3E-A296-5B57-B84F8DF78AF1}"/>
              </a:ext>
            </a:extLst>
          </p:cNvPr>
          <p:cNvCxnSpPr>
            <a:cxnSpLocks/>
          </p:cNvCxnSpPr>
          <p:nvPr/>
        </p:nvCxnSpPr>
        <p:spPr>
          <a:xfrm>
            <a:off x="82923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0" name="Straight Connector 219">
            <a:extLst>
              <a:ext uri="{FF2B5EF4-FFF2-40B4-BE49-F238E27FC236}">
                <a16:creationId xmlns:a16="http://schemas.microsoft.com/office/drawing/2014/main" id="{15BC6ADB-54F2-24B4-60A4-83E5E61BBB0E}"/>
              </a:ext>
            </a:extLst>
          </p:cNvPr>
          <p:cNvCxnSpPr>
            <a:cxnSpLocks/>
          </p:cNvCxnSpPr>
          <p:nvPr/>
        </p:nvCxnSpPr>
        <p:spPr>
          <a:xfrm>
            <a:off x="84447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20EC9545-BA4A-5371-0448-5F26DFA7EDFC}"/>
              </a:ext>
            </a:extLst>
          </p:cNvPr>
          <p:cNvCxnSpPr>
            <a:cxnSpLocks/>
          </p:cNvCxnSpPr>
          <p:nvPr/>
        </p:nvCxnSpPr>
        <p:spPr>
          <a:xfrm>
            <a:off x="8597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2" name="Straight Connector 221">
            <a:extLst>
              <a:ext uri="{FF2B5EF4-FFF2-40B4-BE49-F238E27FC236}">
                <a16:creationId xmlns:a16="http://schemas.microsoft.com/office/drawing/2014/main" id="{2DC3AE79-E242-9F57-AFC6-9FD207BE2F86}"/>
              </a:ext>
            </a:extLst>
          </p:cNvPr>
          <p:cNvCxnSpPr>
            <a:cxnSpLocks/>
          </p:cNvCxnSpPr>
          <p:nvPr/>
        </p:nvCxnSpPr>
        <p:spPr>
          <a:xfrm>
            <a:off x="8749530" y="5990464"/>
            <a:ext cx="0" cy="526892"/>
          </a:xfrm>
          <a:prstGeom prst="line">
            <a:avLst/>
          </a:prstGeom>
        </p:spPr>
        <p:style>
          <a:lnRef idx="1">
            <a:schemeClr val="dk1"/>
          </a:lnRef>
          <a:fillRef idx="0">
            <a:schemeClr val="dk1"/>
          </a:fillRef>
          <a:effectRef idx="0">
            <a:schemeClr val="dk1"/>
          </a:effectRef>
          <a:fontRef idx="minor">
            <a:schemeClr val="tx1"/>
          </a:fontRef>
        </p:style>
      </p:cxnSp>
      <p:cxnSp>
        <p:nvCxnSpPr>
          <p:cNvPr id="223" name="Straight Connector 222">
            <a:extLst>
              <a:ext uri="{FF2B5EF4-FFF2-40B4-BE49-F238E27FC236}">
                <a16:creationId xmlns:a16="http://schemas.microsoft.com/office/drawing/2014/main" id="{7B2B4983-DCBB-6EF5-A3B2-6D6A15DE24F1}"/>
              </a:ext>
            </a:extLst>
          </p:cNvPr>
          <p:cNvCxnSpPr>
            <a:cxnSpLocks/>
          </p:cNvCxnSpPr>
          <p:nvPr/>
        </p:nvCxnSpPr>
        <p:spPr>
          <a:xfrm>
            <a:off x="8901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4" name="Straight Connector 223">
            <a:extLst>
              <a:ext uri="{FF2B5EF4-FFF2-40B4-BE49-F238E27FC236}">
                <a16:creationId xmlns:a16="http://schemas.microsoft.com/office/drawing/2014/main" id="{30433F3F-2795-B098-05C0-6C84F736F04F}"/>
              </a:ext>
            </a:extLst>
          </p:cNvPr>
          <p:cNvCxnSpPr>
            <a:cxnSpLocks/>
          </p:cNvCxnSpPr>
          <p:nvPr/>
        </p:nvCxnSpPr>
        <p:spPr>
          <a:xfrm>
            <a:off x="90543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5" name="Straight Connector 224">
            <a:extLst>
              <a:ext uri="{FF2B5EF4-FFF2-40B4-BE49-F238E27FC236}">
                <a16:creationId xmlns:a16="http://schemas.microsoft.com/office/drawing/2014/main" id="{7B7CA23A-0146-49F8-5110-C87603CBF9DC}"/>
              </a:ext>
            </a:extLst>
          </p:cNvPr>
          <p:cNvCxnSpPr>
            <a:cxnSpLocks/>
          </p:cNvCxnSpPr>
          <p:nvPr/>
        </p:nvCxnSpPr>
        <p:spPr>
          <a:xfrm>
            <a:off x="92067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6" name="Straight Connector 225">
            <a:extLst>
              <a:ext uri="{FF2B5EF4-FFF2-40B4-BE49-F238E27FC236}">
                <a16:creationId xmlns:a16="http://schemas.microsoft.com/office/drawing/2014/main" id="{D9EE5876-E535-311C-C69A-00466B21CFA4}"/>
              </a:ext>
            </a:extLst>
          </p:cNvPr>
          <p:cNvCxnSpPr>
            <a:cxnSpLocks/>
          </p:cNvCxnSpPr>
          <p:nvPr/>
        </p:nvCxnSpPr>
        <p:spPr>
          <a:xfrm>
            <a:off x="9359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C71029D5-A767-518B-0423-9B0D53BEE0C8}"/>
              </a:ext>
            </a:extLst>
          </p:cNvPr>
          <p:cNvCxnSpPr>
            <a:cxnSpLocks/>
          </p:cNvCxnSpPr>
          <p:nvPr/>
        </p:nvCxnSpPr>
        <p:spPr>
          <a:xfrm>
            <a:off x="95115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8" name="Straight Connector 227">
            <a:extLst>
              <a:ext uri="{FF2B5EF4-FFF2-40B4-BE49-F238E27FC236}">
                <a16:creationId xmlns:a16="http://schemas.microsoft.com/office/drawing/2014/main" id="{356F085D-FCC5-4C28-D081-05653E544923}"/>
              </a:ext>
            </a:extLst>
          </p:cNvPr>
          <p:cNvCxnSpPr>
            <a:cxnSpLocks/>
          </p:cNvCxnSpPr>
          <p:nvPr/>
        </p:nvCxnSpPr>
        <p:spPr>
          <a:xfrm>
            <a:off x="9663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24596B7C-796B-E740-3B53-B0ECE0569D3C}"/>
              </a:ext>
            </a:extLst>
          </p:cNvPr>
          <p:cNvCxnSpPr>
            <a:cxnSpLocks/>
          </p:cNvCxnSpPr>
          <p:nvPr/>
        </p:nvCxnSpPr>
        <p:spPr>
          <a:xfrm>
            <a:off x="9816330" y="5990464"/>
            <a:ext cx="0" cy="598595"/>
          </a:xfrm>
          <a:prstGeom prst="line">
            <a:avLst/>
          </a:prstGeom>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928E364F-F983-5D2D-7F85-1093BF150E60}"/>
              </a:ext>
            </a:extLst>
          </p:cNvPr>
          <p:cNvCxnSpPr>
            <a:cxnSpLocks/>
          </p:cNvCxnSpPr>
          <p:nvPr/>
        </p:nvCxnSpPr>
        <p:spPr>
          <a:xfrm>
            <a:off x="9968730" y="5990464"/>
            <a:ext cx="0" cy="308797"/>
          </a:xfrm>
          <a:prstGeom prst="line">
            <a:avLst/>
          </a:prstGeom>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CC3134CB-4E49-1A3D-A7FE-4CFE412639F6}"/>
              </a:ext>
            </a:extLst>
          </p:cNvPr>
          <p:cNvCxnSpPr>
            <a:cxnSpLocks/>
          </p:cNvCxnSpPr>
          <p:nvPr/>
        </p:nvCxnSpPr>
        <p:spPr>
          <a:xfrm>
            <a:off x="101211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32" name="Straight Connector 231">
            <a:extLst>
              <a:ext uri="{FF2B5EF4-FFF2-40B4-BE49-F238E27FC236}">
                <a16:creationId xmlns:a16="http://schemas.microsoft.com/office/drawing/2014/main" id="{C633D5FE-0AB7-C3C0-8E4B-D87C64735F83}"/>
              </a:ext>
            </a:extLst>
          </p:cNvPr>
          <p:cNvCxnSpPr>
            <a:cxnSpLocks/>
          </p:cNvCxnSpPr>
          <p:nvPr/>
        </p:nvCxnSpPr>
        <p:spPr>
          <a:xfrm>
            <a:off x="102735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33" name="Straight Connector 232">
            <a:extLst>
              <a:ext uri="{FF2B5EF4-FFF2-40B4-BE49-F238E27FC236}">
                <a16:creationId xmlns:a16="http://schemas.microsoft.com/office/drawing/2014/main" id="{8DE6F292-62C5-D47D-EACA-3A3C26476FCE}"/>
              </a:ext>
            </a:extLst>
          </p:cNvPr>
          <p:cNvCxnSpPr>
            <a:cxnSpLocks/>
          </p:cNvCxnSpPr>
          <p:nvPr/>
        </p:nvCxnSpPr>
        <p:spPr>
          <a:xfrm>
            <a:off x="104259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34" name="Straight Connector 233">
            <a:extLst>
              <a:ext uri="{FF2B5EF4-FFF2-40B4-BE49-F238E27FC236}">
                <a16:creationId xmlns:a16="http://schemas.microsoft.com/office/drawing/2014/main" id="{32CD68D1-502E-EEDD-DE25-3B01B898A13B}"/>
              </a:ext>
            </a:extLst>
          </p:cNvPr>
          <p:cNvCxnSpPr>
            <a:cxnSpLocks/>
          </p:cNvCxnSpPr>
          <p:nvPr/>
        </p:nvCxnSpPr>
        <p:spPr>
          <a:xfrm>
            <a:off x="105783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35" name="Straight Connector 234">
            <a:extLst>
              <a:ext uri="{FF2B5EF4-FFF2-40B4-BE49-F238E27FC236}">
                <a16:creationId xmlns:a16="http://schemas.microsoft.com/office/drawing/2014/main" id="{4C21BFD9-40C0-9703-2C65-1403B26D30A2}"/>
              </a:ext>
            </a:extLst>
          </p:cNvPr>
          <p:cNvCxnSpPr>
            <a:cxnSpLocks/>
          </p:cNvCxnSpPr>
          <p:nvPr/>
        </p:nvCxnSpPr>
        <p:spPr>
          <a:xfrm>
            <a:off x="10730730" y="5990464"/>
            <a:ext cx="0" cy="284572"/>
          </a:xfrm>
          <a:prstGeom prst="line">
            <a:avLst/>
          </a:prstGeom>
        </p:spPr>
        <p:style>
          <a:lnRef idx="1">
            <a:schemeClr val="dk1"/>
          </a:lnRef>
          <a:fillRef idx="0">
            <a:schemeClr val="dk1"/>
          </a:fillRef>
          <a:effectRef idx="0">
            <a:schemeClr val="dk1"/>
          </a:effectRef>
          <a:fontRef idx="minor">
            <a:schemeClr val="tx1"/>
          </a:fontRef>
        </p:style>
      </p:cxnSp>
      <p:cxnSp>
        <p:nvCxnSpPr>
          <p:cNvPr id="236" name="Straight Connector 235">
            <a:extLst>
              <a:ext uri="{FF2B5EF4-FFF2-40B4-BE49-F238E27FC236}">
                <a16:creationId xmlns:a16="http://schemas.microsoft.com/office/drawing/2014/main" id="{BC48CB14-6277-465B-9702-C04880C81F47}"/>
              </a:ext>
            </a:extLst>
          </p:cNvPr>
          <p:cNvCxnSpPr>
            <a:cxnSpLocks/>
          </p:cNvCxnSpPr>
          <p:nvPr/>
        </p:nvCxnSpPr>
        <p:spPr>
          <a:xfrm>
            <a:off x="10883130" y="5990464"/>
            <a:ext cx="0" cy="271650"/>
          </a:xfrm>
          <a:prstGeom prst="line">
            <a:avLst/>
          </a:prstGeom>
        </p:spPr>
        <p:style>
          <a:lnRef idx="1">
            <a:schemeClr val="dk1"/>
          </a:lnRef>
          <a:fillRef idx="0">
            <a:schemeClr val="dk1"/>
          </a:fillRef>
          <a:effectRef idx="0">
            <a:schemeClr val="dk1"/>
          </a:effectRef>
          <a:fontRef idx="minor">
            <a:schemeClr val="tx1"/>
          </a:fontRef>
        </p:style>
      </p:cxnSp>
      <p:cxnSp>
        <p:nvCxnSpPr>
          <p:cNvPr id="237" name="Straight Connector 236">
            <a:extLst>
              <a:ext uri="{FF2B5EF4-FFF2-40B4-BE49-F238E27FC236}">
                <a16:creationId xmlns:a16="http://schemas.microsoft.com/office/drawing/2014/main" id="{5DB59D06-DEB2-8572-9870-3A2277BD8C61}"/>
              </a:ext>
            </a:extLst>
          </p:cNvPr>
          <p:cNvCxnSpPr>
            <a:cxnSpLocks/>
          </p:cNvCxnSpPr>
          <p:nvPr/>
        </p:nvCxnSpPr>
        <p:spPr>
          <a:xfrm>
            <a:off x="11035530" y="5990464"/>
            <a:ext cx="0" cy="284572"/>
          </a:xfrm>
          <a:prstGeom prst="line">
            <a:avLst/>
          </a:prstGeom>
        </p:spPr>
        <p:style>
          <a:lnRef idx="1">
            <a:schemeClr val="dk1"/>
          </a:lnRef>
          <a:fillRef idx="0">
            <a:schemeClr val="dk1"/>
          </a:fillRef>
          <a:effectRef idx="0">
            <a:schemeClr val="dk1"/>
          </a:effectRef>
          <a:fontRef idx="minor">
            <a:schemeClr val="tx1"/>
          </a:fontRef>
        </p:style>
      </p:cxnSp>
      <p:sp>
        <p:nvSpPr>
          <p:cNvPr id="238" name="TextBox 237">
            <a:extLst>
              <a:ext uri="{FF2B5EF4-FFF2-40B4-BE49-F238E27FC236}">
                <a16:creationId xmlns:a16="http://schemas.microsoft.com/office/drawing/2014/main" id="{04AE8108-A921-F65B-F57D-E8348F2CE191}"/>
              </a:ext>
            </a:extLst>
          </p:cNvPr>
          <p:cNvSpPr txBox="1"/>
          <p:nvPr/>
        </p:nvSpPr>
        <p:spPr>
          <a:xfrm>
            <a:off x="10995534" y="5696603"/>
            <a:ext cx="263214" cy="276999"/>
          </a:xfrm>
          <a:prstGeom prst="rect">
            <a:avLst/>
          </a:prstGeom>
          <a:noFill/>
        </p:spPr>
        <p:txBody>
          <a:bodyPr wrap="none" rtlCol="0">
            <a:spAutoFit/>
          </a:bodyPr>
          <a:lstStyle/>
          <a:p>
            <a:r>
              <a:rPr lang="en-US" sz="1200" dirty="0"/>
              <a:t>0</a:t>
            </a:r>
          </a:p>
        </p:txBody>
      </p:sp>
      <p:sp>
        <p:nvSpPr>
          <p:cNvPr id="239" name="TextBox 238">
            <a:extLst>
              <a:ext uri="{FF2B5EF4-FFF2-40B4-BE49-F238E27FC236}">
                <a16:creationId xmlns:a16="http://schemas.microsoft.com/office/drawing/2014/main" id="{146AEA27-7C40-9D0D-3274-474200CD4B46}"/>
              </a:ext>
            </a:extLst>
          </p:cNvPr>
          <p:cNvSpPr txBox="1"/>
          <p:nvPr/>
        </p:nvSpPr>
        <p:spPr>
          <a:xfrm>
            <a:off x="9920239" y="5659145"/>
            <a:ext cx="263214" cy="276999"/>
          </a:xfrm>
          <a:prstGeom prst="rect">
            <a:avLst/>
          </a:prstGeom>
          <a:noFill/>
        </p:spPr>
        <p:txBody>
          <a:bodyPr wrap="none" rtlCol="0">
            <a:spAutoFit/>
          </a:bodyPr>
          <a:lstStyle/>
          <a:p>
            <a:r>
              <a:rPr lang="en-US" sz="1200" dirty="0"/>
              <a:t>7</a:t>
            </a:r>
          </a:p>
        </p:txBody>
      </p:sp>
      <p:sp>
        <p:nvSpPr>
          <p:cNvPr id="240" name="TextBox 239">
            <a:extLst>
              <a:ext uri="{FF2B5EF4-FFF2-40B4-BE49-F238E27FC236}">
                <a16:creationId xmlns:a16="http://schemas.microsoft.com/office/drawing/2014/main" id="{F552A15D-CA14-3720-39B1-937F2BCE9091}"/>
              </a:ext>
            </a:extLst>
          </p:cNvPr>
          <p:cNvSpPr txBox="1"/>
          <p:nvPr/>
        </p:nvSpPr>
        <p:spPr>
          <a:xfrm>
            <a:off x="10282597" y="6378857"/>
            <a:ext cx="752065" cy="276999"/>
          </a:xfrm>
          <a:prstGeom prst="rect">
            <a:avLst/>
          </a:prstGeom>
          <a:noFill/>
        </p:spPr>
        <p:txBody>
          <a:bodyPr wrap="none" rtlCol="0">
            <a:spAutoFit/>
          </a:bodyPr>
          <a:lstStyle/>
          <a:p>
            <a:r>
              <a:rPr lang="en-US" sz="1200" dirty="0"/>
              <a:t>data[8:0]</a:t>
            </a:r>
          </a:p>
        </p:txBody>
      </p:sp>
      <p:sp>
        <p:nvSpPr>
          <p:cNvPr id="241" name="TextBox 240">
            <a:extLst>
              <a:ext uri="{FF2B5EF4-FFF2-40B4-BE49-F238E27FC236}">
                <a16:creationId xmlns:a16="http://schemas.microsoft.com/office/drawing/2014/main" id="{72B70C25-B9A2-6225-E52C-56358F3A011D}"/>
              </a:ext>
            </a:extLst>
          </p:cNvPr>
          <p:cNvSpPr txBox="1"/>
          <p:nvPr/>
        </p:nvSpPr>
        <p:spPr>
          <a:xfrm>
            <a:off x="8663999" y="5720956"/>
            <a:ext cx="341760" cy="276999"/>
          </a:xfrm>
          <a:prstGeom prst="rect">
            <a:avLst/>
          </a:prstGeom>
          <a:noFill/>
        </p:spPr>
        <p:txBody>
          <a:bodyPr wrap="none" rtlCol="0">
            <a:spAutoFit/>
          </a:bodyPr>
          <a:lstStyle/>
          <a:p>
            <a:r>
              <a:rPr lang="en-US" sz="1200" dirty="0"/>
              <a:t>15</a:t>
            </a:r>
          </a:p>
        </p:txBody>
      </p:sp>
      <p:sp>
        <p:nvSpPr>
          <p:cNvPr id="242" name="TextBox 241">
            <a:extLst>
              <a:ext uri="{FF2B5EF4-FFF2-40B4-BE49-F238E27FC236}">
                <a16:creationId xmlns:a16="http://schemas.microsoft.com/office/drawing/2014/main" id="{3C65C305-D2D4-72DC-914B-D4BF4415B9DC}"/>
              </a:ext>
            </a:extLst>
          </p:cNvPr>
          <p:cNvSpPr txBox="1"/>
          <p:nvPr/>
        </p:nvSpPr>
        <p:spPr>
          <a:xfrm>
            <a:off x="4789902" y="4883417"/>
            <a:ext cx="1170513" cy="369332"/>
          </a:xfrm>
          <a:prstGeom prst="rect">
            <a:avLst/>
          </a:prstGeom>
          <a:noFill/>
        </p:spPr>
        <p:txBody>
          <a:bodyPr wrap="none" rtlCol="0">
            <a:spAutoFit/>
          </a:bodyPr>
          <a:lstStyle/>
          <a:p>
            <a:r>
              <a:rPr lang="en-US" dirty="0"/>
              <a:t>PRED </a:t>
            </a:r>
            <a:r>
              <a:rPr lang="en-US" dirty="0" err="1"/>
              <a:t>addr</a:t>
            </a:r>
            <a:endParaRPr lang="en-US" dirty="0"/>
          </a:p>
        </p:txBody>
      </p:sp>
      <p:sp>
        <p:nvSpPr>
          <p:cNvPr id="243" name="TextBox 242">
            <a:extLst>
              <a:ext uri="{FF2B5EF4-FFF2-40B4-BE49-F238E27FC236}">
                <a16:creationId xmlns:a16="http://schemas.microsoft.com/office/drawing/2014/main" id="{DDD0BBF5-A286-51A6-4538-D5314AC6FB4A}"/>
              </a:ext>
            </a:extLst>
          </p:cNvPr>
          <p:cNvSpPr txBox="1"/>
          <p:nvPr/>
        </p:nvSpPr>
        <p:spPr>
          <a:xfrm>
            <a:off x="4838622" y="5929929"/>
            <a:ext cx="1151149" cy="369332"/>
          </a:xfrm>
          <a:prstGeom prst="rect">
            <a:avLst/>
          </a:prstGeom>
          <a:noFill/>
        </p:spPr>
        <p:txBody>
          <a:bodyPr wrap="none" rtlCol="0">
            <a:spAutoFit/>
          </a:bodyPr>
          <a:lstStyle/>
          <a:p>
            <a:r>
              <a:rPr lang="en-US" dirty="0"/>
              <a:t>PRED data</a:t>
            </a:r>
          </a:p>
        </p:txBody>
      </p:sp>
      <p:sp>
        <p:nvSpPr>
          <p:cNvPr id="249" name="TextBox 248">
            <a:extLst>
              <a:ext uri="{FF2B5EF4-FFF2-40B4-BE49-F238E27FC236}">
                <a16:creationId xmlns:a16="http://schemas.microsoft.com/office/drawing/2014/main" id="{51CCE797-ECB0-10A3-1043-F2CFF9CFF8D9}"/>
              </a:ext>
            </a:extLst>
          </p:cNvPr>
          <p:cNvSpPr txBox="1"/>
          <p:nvPr/>
        </p:nvSpPr>
        <p:spPr>
          <a:xfrm>
            <a:off x="10349023" y="4683798"/>
            <a:ext cx="263214" cy="276999"/>
          </a:xfrm>
          <a:prstGeom prst="rect">
            <a:avLst/>
          </a:prstGeom>
          <a:noFill/>
        </p:spPr>
        <p:txBody>
          <a:bodyPr wrap="none" rtlCol="0">
            <a:spAutoFit/>
          </a:bodyPr>
          <a:lstStyle/>
          <a:p>
            <a:r>
              <a:rPr lang="en-US" sz="1200" dirty="0"/>
              <a:t>4</a:t>
            </a:r>
          </a:p>
        </p:txBody>
      </p:sp>
      <p:cxnSp>
        <p:nvCxnSpPr>
          <p:cNvPr id="255" name="Straight Connector 254">
            <a:extLst>
              <a:ext uri="{FF2B5EF4-FFF2-40B4-BE49-F238E27FC236}">
                <a16:creationId xmlns:a16="http://schemas.microsoft.com/office/drawing/2014/main" id="{C30675F7-9BEC-FCF9-CBA0-1DCA9AEF6929}"/>
              </a:ext>
            </a:extLst>
          </p:cNvPr>
          <p:cNvCxnSpPr>
            <a:cxnSpLocks/>
          </p:cNvCxnSpPr>
          <p:nvPr/>
        </p:nvCxnSpPr>
        <p:spPr>
          <a:xfrm>
            <a:off x="8719674" y="4987073"/>
            <a:ext cx="0" cy="545266"/>
          </a:xfrm>
          <a:prstGeom prst="line">
            <a:avLst/>
          </a:prstGeom>
        </p:spPr>
        <p:style>
          <a:lnRef idx="1">
            <a:schemeClr val="dk1"/>
          </a:lnRef>
          <a:fillRef idx="0">
            <a:schemeClr val="dk1"/>
          </a:fillRef>
          <a:effectRef idx="0">
            <a:schemeClr val="dk1"/>
          </a:effectRef>
          <a:fontRef idx="minor">
            <a:schemeClr val="tx1"/>
          </a:fontRef>
        </p:style>
      </p:cxnSp>
      <p:sp>
        <p:nvSpPr>
          <p:cNvPr id="260" name="TextBox 259">
            <a:extLst>
              <a:ext uri="{FF2B5EF4-FFF2-40B4-BE49-F238E27FC236}">
                <a16:creationId xmlns:a16="http://schemas.microsoft.com/office/drawing/2014/main" id="{4C98BE7F-F5FB-6D4E-C56C-FA8B1769CEA7}"/>
              </a:ext>
            </a:extLst>
          </p:cNvPr>
          <p:cNvSpPr txBox="1"/>
          <p:nvPr/>
        </p:nvSpPr>
        <p:spPr>
          <a:xfrm>
            <a:off x="8789231" y="6321889"/>
            <a:ext cx="694421" cy="276999"/>
          </a:xfrm>
          <a:prstGeom prst="rect">
            <a:avLst/>
          </a:prstGeom>
          <a:noFill/>
        </p:spPr>
        <p:txBody>
          <a:bodyPr wrap="none" rtlCol="0">
            <a:spAutoFit/>
          </a:bodyPr>
          <a:lstStyle/>
          <a:p>
            <a:r>
              <a:rPr lang="en-US" sz="1200" dirty="0"/>
              <a:t>seq[5:0]</a:t>
            </a:r>
          </a:p>
        </p:txBody>
      </p:sp>
      <p:sp>
        <p:nvSpPr>
          <p:cNvPr id="261" name="TextBox 260">
            <a:extLst>
              <a:ext uri="{FF2B5EF4-FFF2-40B4-BE49-F238E27FC236}">
                <a16:creationId xmlns:a16="http://schemas.microsoft.com/office/drawing/2014/main" id="{E5CF2F6B-0AE5-3250-5262-A2045FFB0A5E}"/>
              </a:ext>
            </a:extLst>
          </p:cNvPr>
          <p:cNvSpPr txBox="1"/>
          <p:nvPr/>
        </p:nvSpPr>
        <p:spPr>
          <a:xfrm flipH="1">
            <a:off x="883919" y="5693812"/>
            <a:ext cx="2590799" cy="646331"/>
          </a:xfrm>
          <a:prstGeom prst="rect">
            <a:avLst/>
          </a:prstGeom>
          <a:noFill/>
        </p:spPr>
        <p:txBody>
          <a:bodyPr wrap="square" rtlCol="0">
            <a:spAutoFit/>
          </a:bodyPr>
          <a:lstStyle/>
          <a:p>
            <a:r>
              <a:rPr lang="en-US" dirty="0"/>
              <a:t>pred seq[5:0] increments every </a:t>
            </a:r>
            <a:r>
              <a:rPr lang="en-US" dirty="0" err="1"/>
              <a:t>m_tdata_valid</a:t>
            </a:r>
            <a:endParaRPr lang="en-US" dirty="0"/>
          </a:p>
        </p:txBody>
      </p:sp>
      <p:sp>
        <p:nvSpPr>
          <p:cNvPr id="262" name="TextBox 261">
            <a:extLst>
              <a:ext uri="{FF2B5EF4-FFF2-40B4-BE49-F238E27FC236}">
                <a16:creationId xmlns:a16="http://schemas.microsoft.com/office/drawing/2014/main" id="{A300624B-0ED9-AF5F-592B-0A1E5C3C194A}"/>
              </a:ext>
            </a:extLst>
          </p:cNvPr>
          <p:cNvSpPr txBox="1"/>
          <p:nvPr/>
        </p:nvSpPr>
        <p:spPr>
          <a:xfrm flipH="1">
            <a:off x="868544" y="3084770"/>
            <a:ext cx="2590799" cy="923330"/>
          </a:xfrm>
          <a:prstGeom prst="rect">
            <a:avLst/>
          </a:prstGeom>
          <a:noFill/>
        </p:spPr>
        <p:txBody>
          <a:bodyPr wrap="square" rtlCol="0">
            <a:spAutoFit/>
          </a:bodyPr>
          <a:lstStyle/>
          <a:p>
            <a:r>
              <a:rPr lang="en-US" dirty="0"/>
              <a:t>chan0[3:0] selects which physical fb is fed to the CNN input as channel 0</a:t>
            </a:r>
          </a:p>
        </p:txBody>
      </p:sp>
      <p:sp>
        <p:nvSpPr>
          <p:cNvPr id="270" name="TextBox 269">
            <a:extLst>
              <a:ext uri="{FF2B5EF4-FFF2-40B4-BE49-F238E27FC236}">
                <a16:creationId xmlns:a16="http://schemas.microsoft.com/office/drawing/2014/main" id="{7A0094AB-57A6-658E-D57E-CEDD150084EE}"/>
              </a:ext>
            </a:extLst>
          </p:cNvPr>
          <p:cNvSpPr txBox="1"/>
          <p:nvPr/>
        </p:nvSpPr>
        <p:spPr>
          <a:xfrm>
            <a:off x="10575738" y="3575861"/>
            <a:ext cx="263214" cy="276999"/>
          </a:xfrm>
          <a:prstGeom prst="rect">
            <a:avLst/>
          </a:prstGeom>
          <a:noFill/>
        </p:spPr>
        <p:txBody>
          <a:bodyPr wrap="none" rtlCol="0">
            <a:spAutoFit/>
          </a:bodyPr>
          <a:lstStyle/>
          <a:p>
            <a:r>
              <a:rPr lang="en-US" sz="1200" dirty="0"/>
              <a:t>0</a:t>
            </a:r>
          </a:p>
        </p:txBody>
      </p:sp>
      <p:sp>
        <p:nvSpPr>
          <p:cNvPr id="271" name="TextBox 270">
            <a:extLst>
              <a:ext uri="{FF2B5EF4-FFF2-40B4-BE49-F238E27FC236}">
                <a16:creationId xmlns:a16="http://schemas.microsoft.com/office/drawing/2014/main" id="{3F8CC92E-8BBC-67BB-8771-E80F56456D23}"/>
              </a:ext>
            </a:extLst>
          </p:cNvPr>
          <p:cNvSpPr txBox="1"/>
          <p:nvPr/>
        </p:nvSpPr>
        <p:spPr>
          <a:xfrm>
            <a:off x="10575738" y="3943153"/>
            <a:ext cx="263214" cy="276999"/>
          </a:xfrm>
          <a:prstGeom prst="rect">
            <a:avLst/>
          </a:prstGeom>
          <a:noFill/>
        </p:spPr>
        <p:txBody>
          <a:bodyPr wrap="none" rtlCol="0">
            <a:spAutoFit/>
          </a:bodyPr>
          <a:lstStyle/>
          <a:p>
            <a:r>
              <a:rPr lang="en-US" sz="1200" dirty="0"/>
              <a:t>2</a:t>
            </a:r>
          </a:p>
        </p:txBody>
      </p:sp>
      <p:sp>
        <p:nvSpPr>
          <p:cNvPr id="272" name="TextBox 271">
            <a:extLst>
              <a:ext uri="{FF2B5EF4-FFF2-40B4-BE49-F238E27FC236}">
                <a16:creationId xmlns:a16="http://schemas.microsoft.com/office/drawing/2014/main" id="{9B7103BE-DB3B-9419-F00B-4690B9B7447E}"/>
              </a:ext>
            </a:extLst>
          </p:cNvPr>
          <p:cNvSpPr txBox="1"/>
          <p:nvPr/>
        </p:nvSpPr>
        <p:spPr>
          <a:xfrm>
            <a:off x="10575738" y="4126799"/>
            <a:ext cx="263214" cy="276999"/>
          </a:xfrm>
          <a:prstGeom prst="rect">
            <a:avLst/>
          </a:prstGeom>
          <a:noFill/>
        </p:spPr>
        <p:txBody>
          <a:bodyPr wrap="none" rtlCol="0">
            <a:spAutoFit/>
          </a:bodyPr>
          <a:lstStyle/>
          <a:p>
            <a:r>
              <a:rPr lang="en-US" sz="1200" dirty="0"/>
              <a:t>3</a:t>
            </a:r>
          </a:p>
        </p:txBody>
      </p:sp>
    </p:spTree>
    <p:extLst>
      <p:ext uri="{BB962C8B-B14F-4D97-AF65-F5344CB8AC3E}">
        <p14:creationId xmlns:p14="http://schemas.microsoft.com/office/powerpoint/2010/main" val="4232462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F6AA38CC-4224-0210-3D68-98639B37C097}"/>
              </a:ext>
            </a:extLst>
          </p:cNvPr>
          <p:cNvGrpSpPr/>
          <p:nvPr/>
        </p:nvGrpSpPr>
        <p:grpSpPr>
          <a:xfrm>
            <a:off x="1256026" y="624769"/>
            <a:ext cx="9121314" cy="2309606"/>
            <a:chOff x="807790" y="777169"/>
            <a:chExt cx="9121314" cy="2309606"/>
          </a:xfrm>
        </p:grpSpPr>
        <p:sp>
          <p:nvSpPr>
            <p:cNvPr id="2" name="Flowchart: Direct Access Storage 1">
              <a:extLst>
                <a:ext uri="{FF2B5EF4-FFF2-40B4-BE49-F238E27FC236}">
                  <a16:creationId xmlns:a16="http://schemas.microsoft.com/office/drawing/2014/main" id="{F8305CA0-600C-E62F-A690-6982638F8D53}"/>
                </a:ext>
              </a:extLst>
            </p:cNvPr>
            <p:cNvSpPr/>
            <p:nvPr/>
          </p:nvSpPr>
          <p:spPr>
            <a:xfrm flipH="1">
              <a:off x="1221972" y="130211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867143D0-DA05-5ADF-765A-882A9158BEFE}"/>
                </a:ext>
              </a:extLst>
            </p:cNvPr>
            <p:cNvSpPr/>
            <p:nvPr/>
          </p:nvSpPr>
          <p:spPr>
            <a:xfrm flipH="1">
              <a:off x="1219201" y="2302409"/>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46C66586-8B7E-7710-0274-82566E541975}"/>
                </a:ext>
              </a:extLst>
            </p:cNvPr>
            <p:cNvSpPr/>
            <p:nvPr/>
          </p:nvSpPr>
          <p:spPr>
            <a:xfrm>
              <a:off x="3682537"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B90F722-D052-68E0-F2C5-ECBB9D7FA1A8}"/>
                </a:ext>
              </a:extLst>
            </p:cNvPr>
            <p:cNvSpPr/>
            <p:nvPr/>
          </p:nvSpPr>
          <p:spPr>
            <a:xfrm>
              <a:off x="3834937"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84CB895D-F7EE-5381-3ADC-632BED04F6B1}"/>
                </a:ext>
              </a:extLst>
            </p:cNvPr>
            <p:cNvSpPr/>
            <p:nvPr/>
          </p:nvSpPr>
          <p:spPr>
            <a:xfrm>
              <a:off x="3987337"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FC3F4AB3-F007-8291-93BB-B4191ED1E977}"/>
                </a:ext>
              </a:extLst>
            </p:cNvPr>
            <p:cNvSpPr/>
            <p:nvPr/>
          </p:nvSpPr>
          <p:spPr>
            <a:xfrm>
              <a:off x="4139737"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E3879904-A40A-5671-F980-EF9B88B45B47}"/>
                </a:ext>
              </a:extLst>
            </p:cNvPr>
            <p:cNvSpPr/>
            <p:nvPr/>
          </p:nvSpPr>
          <p:spPr>
            <a:xfrm>
              <a:off x="4292137"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D24EF58D-368E-A199-CE19-E235F9E9B0DB}"/>
                </a:ext>
              </a:extLst>
            </p:cNvPr>
            <p:cNvSpPr/>
            <p:nvPr/>
          </p:nvSpPr>
          <p:spPr>
            <a:xfrm>
              <a:off x="1891213" y="1657004"/>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interleave</a:t>
              </a:r>
            </a:p>
          </p:txBody>
        </p:sp>
        <p:cxnSp>
          <p:nvCxnSpPr>
            <p:cNvPr id="13" name="Connector: Curved 12">
              <a:extLst>
                <a:ext uri="{FF2B5EF4-FFF2-40B4-BE49-F238E27FC236}">
                  <a16:creationId xmlns:a16="http://schemas.microsoft.com/office/drawing/2014/main" id="{B985D9CE-D54A-4222-0E90-6523CB25BE50}"/>
                </a:ext>
              </a:extLst>
            </p:cNvPr>
            <p:cNvCxnSpPr>
              <a:stCxn id="2" idx="1"/>
            </p:cNvCxnSpPr>
            <p:nvPr/>
          </p:nvCxnSpPr>
          <p:spPr>
            <a:xfrm>
              <a:off x="1421477" y="1464209"/>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or: Curved 14">
              <a:extLst>
                <a:ext uri="{FF2B5EF4-FFF2-40B4-BE49-F238E27FC236}">
                  <a16:creationId xmlns:a16="http://schemas.microsoft.com/office/drawing/2014/main" id="{B9DDAE3A-BC3F-7326-DA56-DF429A36349F}"/>
                </a:ext>
              </a:extLst>
            </p:cNvPr>
            <p:cNvCxnSpPr>
              <a:stCxn id="3" idx="1"/>
            </p:cNvCxnSpPr>
            <p:nvPr/>
          </p:nvCxnSpPr>
          <p:spPr>
            <a:xfrm flipV="1">
              <a:off x="1418706" y="2119745"/>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nector: Curved 17">
              <a:extLst>
                <a:ext uri="{FF2B5EF4-FFF2-40B4-BE49-F238E27FC236}">
                  <a16:creationId xmlns:a16="http://schemas.microsoft.com/office/drawing/2014/main" id="{62A7748F-6B59-5005-B9AA-FCEAC794E7DE}"/>
                </a:ext>
              </a:extLst>
            </p:cNvPr>
            <p:cNvCxnSpPr>
              <a:stCxn id="11" idx="3"/>
              <a:endCxn id="6" idx="1"/>
            </p:cNvCxnSpPr>
            <p:nvPr/>
          </p:nvCxnSpPr>
          <p:spPr>
            <a:xfrm flipV="1">
              <a:off x="2975956" y="197970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or: Curved 19">
              <a:extLst>
                <a:ext uri="{FF2B5EF4-FFF2-40B4-BE49-F238E27FC236}">
                  <a16:creationId xmlns:a16="http://schemas.microsoft.com/office/drawing/2014/main" id="{42DF9EB6-F250-4053-8B4D-7AB770AEB50F}"/>
                </a:ext>
              </a:extLst>
            </p:cNvPr>
            <p:cNvCxnSpPr/>
            <p:nvPr/>
          </p:nvCxnSpPr>
          <p:spPr>
            <a:xfrm flipV="1">
              <a:off x="4389118" y="1979705"/>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AF2051DC-3D56-A531-FB2D-6BE4F99D292E}"/>
                </a:ext>
              </a:extLst>
            </p:cNvPr>
            <p:cNvSpPr/>
            <p:nvPr/>
          </p:nvSpPr>
          <p:spPr>
            <a:xfrm>
              <a:off x="5095699" y="16741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concat</a:t>
              </a:r>
              <a:endParaRPr lang="en-US" sz="1600" dirty="0">
                <a:solidFill>
                  <a:schemeClr val="tx1"/>
                </a:solidFill>
              </a:endParaRPr>
            </a:p>
          </p:txBody>
        </p:sp>
        <p:sp>
          <p:nvSpPr>
            <p:cNvPr id="22" name="TextBox 21">
              <a:extLst>
                <a:ext uri="{FF2B5EF4-FFF2-40B4-BE49-F238E27FC236}">
                  <a16:creationId xmlns:a16="http://schemas.microsoft.com/office/drawing/2014/main" id="{8208C4AA-F927-0D56-DC40-69BC1C9586FD}"/>
                </a:ext>
              </a:extLst>
            </p:cNvPr>
            <p:cNvSpPr txBox="1"/>
            <p:nvPr/>
          </p:nvSpPr>
          <p:spPr>
            <a:xfrm>
              <a:off x="2645557" y="2440444"/>
              <a:ext cx="1260281" cy="646331"/>
            </a:xfrm>
            <a:prstGeom prst="rect">
              <a:avLst/>
            </a:prstGeom>
            <a:noFill/>
          </p:spPr>
          <p:txBody>
            <a:bodyPr wrap="none" rtlCol="0">
              <a:spAutoFit/>
            </a:bodyPr>
            <a:lstStyle/>
            <a:p>
              <a:r>
                <a:rPr lang="en-US" dirty="0"/>
                <a:t>[320,320,6]</a:t>
              </a:r>
            </a:p>
            <a:p>
              <a:r>
                <a:rPr lang="en-US" dirty="0"/>
                <a:t>@120 FPS</a:t>
              </a:r>
            </a:p>
          </p:txBody>
        </p:sp>
        <p:sp>
          <p:nvSpPr>
            <p:cNvPr id="23" name="Rectangle 22">
              <a:extLst>
                <a:ext uri="{FF2B5EF4-FFF2-40B4-BE49-F238E27FC236}">
                  <a16:creationId xmlns:a16="http://schemas.microsoft.com/office/drawing/2014/main" id="{65585559-C4F6-4201-8DA7-5F8A47E3A2EA}"/>
                </a:ext>
              </a:extLst>
            </p:cNvPr>
            <p:cNvSpPr/>
            <p:nvPr/>
          </p:nvSpPr>
          <p:spPr>
            <a:xfrm>
              <a:off x="6887023"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49E66089-DD6B-C98C-DA59-0EE914466E98}"/>
                </a:ext>
              </a:extLst>
            </p:cNvPr>
            <p:cNvSpPr/>
            <p:nvPr/>
          </p:nvSpPr>
          <p:spPr>
            <a:xfrm>
              <a:off x="7039423"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35540F57-6C01-714E-0C44-81E1221E6BA8}"/>
                </a:ext>
              </a:extLst>
            </p:cNvPr>
            <p:cNvSpPr/>
            <p:nvPr/>
          </p:nvSpPr>
          <p:spPr>
            <a:xfrm>
              <a:off x="7191823"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2326EF32-C007-A3CF-85E0-1E525EBDA5B0}"/>
                </a:ext>
              </a:extLst>
            </p:cNvPr>
            <p:cNvSpPr/>
            <p:nvPr/>
          </p:nvSpPr>
          <p:spPr>
            <a:xfrm>
              <a:off x="7344223"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33CDB6CF-C541-7D9E-8751-D9060F29E28A}"/>
                </a:ext>
              </a:extLst>
            </p:cNvPr>
            <p:cNvSpPr/>
            <p:nvPr/>
          </p:nvSpPr>
          <p:spPr>
            <a:xfrm>
              <a:off x="7496623" y="158485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 name="Connector: Curved 27">
              <a:extLst>
                <a:ext uri="{FF2B5EF4-FFF2-40B4-BE49-F238E27FC236}">
                  <a16:creationId xmlns:a16="http://schemas.microsoft.com/office/drawing/2014/main" id="{06978E2F-726F-B1D1-86E1-1B6DD709F270}"/>
                </a:ext>
              </a:extLst>
            </p:cNvPr>
            <p:cNvCxnSpPr>
              <a:endCxn id="23" idx="1"/>
            </p:cNvCxnSpPr>
            <p:nvPr/>
          </p:nvCxnSpPr>
          <p:spPr>
            <a:xfrm flipV="1">
              <a:off x="6180442" y="197970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9" name="Connector: Curved 28">
              <a:extLst>
                <a:ext uri="{FF2B5EF4-FFF2-40B4-BE49-F238E27FC236}">
                  <a16:creationId xmlns:a16="http://schemas.microsoft.com/office/drawing/2014/main" id="{61C7A529-0093-2594-750C-E6479F67EFBB}"/>
                </a:ext>
              </a:extLst>
            </p:cNvPr>
            <p:cNvCxnSpPr/>
            <p:nvPr/>
          </p:nvCxnSpPr>
          <p:spPr>
            <a:xfrm flipV="1">
              <a:off x="7593604" y="1979705"/>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59AF6716-4D74-3558-2F4E-5EACD459B368}"/>
                </a:ext>
              </a:extLst>
            </p:cNvPr>
            <p:cNvSpPr txBox="1"/>
            <p:nvPr/>
          </p:nvSpPr>
          <p:spPr>
            <a:xfrm>
              <a:off x="4189613" y="2440444"/>
              <a:ext cx="1143262" cy="369332"/>
            </a:xfrm>
            <a:prstGeom prst="rect">
              <a:avLst/>
            </a:prstGeom>
            <a:noFill/>
          </p:spPr>
          <p:txBody>
            <a:bodyPr wrap="none" rtlCol="0">
              <a:spAutoFit/>
            </a:bodyPr>
            <a:lstStyle/>
            <a:p>
              <a:r>
                <a:rPr lang="en-US" dirty="0"/>
                <a:t>[64,64,16]</a:t>
              </a:r>
            </a:p>
          </p:txBody>
        </p:sp>
        <p:sp>
          <p:nvSpPr>
            <p:cNvPr id="31" name="TextBox 30">
              <a:extLst>
                <a:ext uri="{FF2B5EF4-FFF2-40B4-BE49-F238E27FC236}">
                  <a16:creationId xmlns:a16="http://schemas.microsoft.com/office/drawing/2014/main" id="{A085EDDD-4645-5AA8-C1C3-9490E7EF9C98}"/>
                </a:ext>
              </a:extLst>
            </p:cNvPr>
            <p:cNvSpPr txBox="1"/>
            <p:nvPr/>
          </p:nvSpPr>
          <p:spPr>
            <a:xfrm>
              <a:off x="5896161" y="2440444"/>
              <a:ext cx="1143262" cy="646331"/>
            </a:xfrm>
            <a:prstGeom prst="rect">
              <a:avLst/>
            </a:prstGeom>
            <a:noFill/>
          </p:spPr>
          <p:txBody>
            <a:bodyPr wrap="none" rtlCol="0">
              <a:spAutoFit/>
            </a:bodyPr>
            <a:lstStyle/>
            <a:p>
              <a:r>
                <a:rPr lang="en-US" dirty="0"/>
                <a:t>[64,64,64]</a:t>
              </a:r>
            </a:p>
            <a:p>
              <a:r>
                <a:rPr lang="en-US" dirty="0"/>
                <a:t>@30 FPS</a:t>
              </a:r>
            </a:p>
          </p:txBody>
        </p:sp>
        <p:sp>
          <p:nvSpPr>
            <p:cNvPr id="32" name="TextBox 31">
              <a:extLst>
                <a:ext uri="{FF2B5EF4-FFF2-40B4-BE49-F238E27FC236}">
                  <a16:creationId xmlns:a16="http://schemas.microsoft.com/office/drawing/2014/main" id="{F4B2E661-1401-F1AD-56CC-DDE0E043425E}"/>
                </a:ext>
              </a:extLst>
            </p:cNvPr>
            <p:cNvSpPr txBox="1"/>
            <p:nvPr/>
          </p:nvSpPr>
          <p:spPr>
            <a:xfrm>
              <a:off x="8314448" y="1795039"/>
              <a:ext cx="1026243" cy="369332"/>
            </a:xfrm>
            <a:prstGeom prst="rect">
              <a:avLst/>
            </a:prstGeom>
            <a:noFill/>
          </p:spPr>
          <p:txBody>
            <a:bodyPr wrap="none" rtlCol="0">
              <a:spAutoFit/>
            </a:bodyPr>
            <a:lstStyle/>
            <a:p>
              <a:r>
                <a:rPr lang="en-US" dirty="0"/>
                <a:t>[16,16,1]</a:t>
              </a:r>
            </a:p>
          </p:txBody>
        </p:sp>
        <p:sp>
          <p:nvSpPr>
            <p:cNvPr id="33" name="TextBox 32">
              <a:extLst>
                <a:ext uri="{FF2B5EF4-FFF2-40B4-BE49-F238E27FC236}">
                  <a16:creationId xmlns:a16="http://schemas.microsoft.com/office/drawing/2014/main" id="{241B7335-6C45-612E-73A2-0C3B5609B36B}"/>
                </a:ext>
              </a:extLst>
            </p:cNvPr>
            <p:cNvSpPr txBox="1"/>
            <p:nvPr/>
          </p:nvSpPr>
          <p:spPr>
            <a:xfrm>
              <a:off x="3572320" y="777169"/>
              <a:ext cx="1334340" cy="646331"/>
            </a:xfrm>
            <a:prstGeom prst="rect">
              <a:avLst/>
            </a:prstGeom>
            <a:noFill/>
          </p:spPr>
          <p:txBody>
            <a:bodyPr wrap="none" rtlCol="0">
              <a:spAutoFit/>
            </a:bodyPr>
            <a:lstStyle/>
            <a:p>
              <a:r>
                <a:rPr lang="en-US" dirty="0"/>
                <a:t>binocular</a:t>
              </a:r>
            </a:p>
            <a:p>
              <a:r>
                <a:rPr lang="en-US" dirty="0"/>
                <a:t>feature map</a:t>
              </a:r>
            </a:p>
          </p:txBody>
        </p:sp>
        <p:sp>
          <p:nvSpPr>
            <p:cNvPr id="35" name="TextBox 34">
              <a:extLst>
                <a:ext uri="{FF2B5EF4-FFF2-40B4-BE49-F238E27FC236}">
                  <a16:creationId xmlns:a16="http://schemas.microsoft.com/office/drawing/2014/main" id="{D0890918-3D8A-4BFB-CB5C-4BCD380D698A}"/>
                </a:ext>
              </a:extLst>
            </p:cNvPr>
            <p:cNvSpPr txBox="1"/>
            <p:nvPr/>
          </p:nvSpPr>
          <p:spPr>
            <a:xfrm>
              <a:off x="6726929" y="812781"/>
              <a:ext cx="1334340" cy="646331"/>
            </a:xfrm>
            <a:prstGeom prst="rect">
              <a:avLst/>
            </a:prstGeom>
            <a:noFill/>
          </p:spPr>
          <p:txBody>
            <a:bodyPr wrap="none" rtlCol="0">
              <a:spAutoFit/>
            </a:bodyPr>
            <a:lstStyle/>
            <a:p>
              <a:r>
                <a:rPr lang="en-US" dirty="0" err="1"/>
                <a:t>multiframe</a:t>
              </a:r>
              <a:endParaRPr lang="en-US" dirty="0"/>
            </a:p>
            <a:p>
              <a:r>
                <a:rPr lang="en-US" dirty="0"/>
                <a:t>feature map</a:t>
              </a:r>
            </a:p>
          </p:txBody>
        </p:sp>
        <p:sp>
          <p:nvSpPr>
            <p:cNvPr id="36" name="TextBox 35">
              <a:extLst>
                <a:ext uri="{FF2B5EF4-FFF2-40B4-BE49-F238E27FC236}">
                  <a16:creationId xmlns:a16="http://schemas.microsoft.com/office/drawing/2014/main" id="{D306B50A-81B0-C952-62F0-588A1B3AD130}"/>
                </a:ext>
              </a:extLst>
            </p:cNvPr>
            <p:cNvSpPr txBox="1"/>
            <p:nvPr/>
          </p:nvSpPr>
          <p:spPr>
            <a:xfrm>
              <a:off x="807790" y="870726"/>
              <a:ext cx="889795" cy="369332"/>
            </a:xfrm>
            <a:prstGeom prst="rect">
              <a:avLst/>
            </a:prstGeom>
            <a:noFill/>
          </p:spPr>
          <p:txBody>
            <a:bodyPr wrap="none" rtlCol="0">
              <a:spAutoFit/>
            </a:bodyPr>
            <a:lstStyle/>
            <a:p>
              <a:r>
                <a:rPr lang="en-US" dirty="0" err="1"/>
                <a:t>NanEye</a:t>
              </a:r>
              <a:endParaRPr lang="en-US" dirty="0"/>
            </a:p>
          </p:txBody>
        </p:sp>
        <p:sp>
          <p:nvSpPr>
            <p:cNvPr id="37" name="TextBox 36">
              <a:extLst>
                <a:ext uri="{FF2B5EF4-FFF2-40B4-BE49-F238E27FC236}">
                  <a16:creationId xmlns:a16="http://schemas.microsoft.com/office/drawing/2014/main" id="{E2EF6884-D2DC-6DFF-512D-AFD989DC666A}"/>
                </a:ext>
              </a:extLst>
            </p:cNvPr>
            <p:cNvSpPr txBox="1"/>
            <p:nvPr/>
          </p:nvSpPr>
          <p:spPr>
            <a:xfrm>
              <a:off x="807790" y="1919822"/>
              <a:ext cx="889795" cy="369332"/>
            </a:xfrm>
            <a:prstGeom prst="rect">
              <a:avLst/>
            </a:prstGeom>
            <a:noFill/>
          </p:spPr>
          <p:txBody>
            <a:bodyPr wrap="none" rtlCol="0">
              <a:spAutoFit/>
            </a:bodyPr>
            <a:lstStyle/>
            <a:p>
              <a:r>
                <a:rPr lang="en-US" dirty="0" err="1"/>
                <a:t>NanEye</a:t>
              </a:r>
              <a:endParaRPr lang="en-US" dirty="0"/>
            </a:p>
          </p:txBody>
        </p:sp>
        <p:sp>
          <p:nvSpPr>
            <p:cNvPr id="38" name="TextBox 37">
              <a:extLst>
                <a:ext uri="{FF2B5EF4-FFF2-40B4-BE49-F238E27FC236}">
                  <a16:creationId xmlns:a16="http://schemas.microsoft.com/office/drawing/2014/main" id="{F7D34F88-A500-2677-3F22-8020498F7044}"/>
                </a:ext>
              </a:extLst>
            </p:cNvPr>
            <p:cNvSpPr txBox="1"/>
            <p:nvPr/>
          </p:nvSpPr>
          <p:spPr>
            <a:xfrm>
              <a:off x="8270188" y="1493109"/>
              <a:ext cx="1658916" cy="369332"/>
            </a:xfrm>
            <a:prstGeom prst="rect">
              <a:avLst/>
            </a:prstGeom>
            <a:noFill/>
          </p:spPr>
          <p:txBody>
            <a:bodyPr wrap="none" rtlCol="0">
              <a:spAutoFit/>
            </a:bodyPr>
            <a:lstStyle/>
            <a:p>
              <a:r>
                <a:rPr lang="en-US" dirty="0"/>
                <a:t>action heatmap</a:t>
              </a:r>
            </a:p>
          </p:txBody>
        </p:sp>
      </p:grpSp>
      <p:grpSp>
        <p:nvGrpSpPr>
          <p:cNvPr id="70" name="Group 69">
            <a:extLst>
              <a:ext uri="{FF2B5EF4-FFF2-40B4-BE49-F238E27FC236}">
                <a16:creationId xmlns:a16="http://schemas.microsoft.com/office/drawing/2014/main" id="{246451D9-1AFC-6AD9-9736-42CC4585A1BD}"/>
              </a:ext>
            </a:extLst>
          </p:cNvPr>
          <p:cNvGrpSpPr/>
          <p:nvPr/>
        </p:nvGrpSpPr>
        <p:grpSpPr>
          <a:xfrm>
            <a:off x="1256026" y="3674320"/>
            <a:ext cx="9121314" cy="2397560"/>
            <a:chOff x="1256026" y="3674320"/>
            <a:chExt cx="9121314" cy="2397560"/>
          </a:xfrm>
        </p:grpSpPr>
        <p:sp>
          <p:nvSpPr>
            <p:cNvPr id="41" name="Flowchart: Direct Access Storage 40">
              <a:extLst>
                <a:ext uri="{FF2B5EF4-FFF2-40B4-BE49-F238E27FC236}">
                  <a16:creationId xmlns:a16="http://schemas.microsoft.com/office/drawing/2014/main" id="{D2185351-BC0C-21DE-C553-483C262659CD}"/>
                </a:ext>
              </a:extLst>
            </p:cNvPr>
            <p:cNvSpPr/>
            <p:nvPr/>
          </p:nvSpPr>
          <p:spPr>
            <a:xfrm flipH="1">
              <a:off x="1670208" y="419926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Flowchart: Direct Access Storage 41">
              <a:extLst>
                <a:ext uri="{FF2B5EF4-FFF2-40B4-BE49-F238E27FC236}">
                  <a16:creationId xmlns:a16="http://schemas.microsoft.com/office/drawing/2014/main" id="{8D505C77-E302-E728-971B-5B08329498EF}"/>
                </a:ext>
              </a:extLst>
            </p:cNvPr>
            <p:cNvSpPr/>
            <p:nvPr/>
          </p:nvSpPr>
          <p:spPr>
            <a:xfrm flipH="1">
              <a:off x="1667437" y="519956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F1B747C-3229-0AAF-FB49-5B507006F2C5}"/>
                </a:ext>
              </a:extLst>
            </p:cNvPr>
            <p:cNvSpPr/>
            <p:nvPr/>
          </p:nvSpPr>
          <p:spPr>
            <a:xfrm>
              <a:off x="41307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1B198AA-31EE-2CF0-47A0-E1FBB2E7BF52}"/>
                </a:ext>
              </a:extLst>
            </p:cNvPr>
            <p:cNvSpPr/>
            <p:nvPr/>
          </p:nvSpPr>
          <p:spPr>
            <a:xfrm>
              <a:off x="42831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89F7E07C-A0F3-B653-996B-4AE588178D0B}"/>
                </a:ext>
              </a:extLst>
            </p:cNvPr>
            <p:cNvSpPr/>
            <p:nvPr/>
          </p:nvSpPr>
          <p:spPr>
            <a:xfrm>
              <a:off x="44355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E2D437CE-3FB3-A450-D676-0F997B46DA15}"/>
                </a:ext>
              </a:extLst>
            </p:cNvPr>
            <p:cNvSpPr/>
            <p:nvPr/>
          </p:nvSpPr>
          <p:spPr>
            <a:xfrm>
              <a:off x="45879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Rectangle 46">
              <a:extLst>
                <a:ext uri="{FF2B5EF4-FFF2-40B4-BE49-F238E27FC236}">
                  <a16:creationId xmlns:a16="http://schemas.microsoft.com/office/drawing/2014/main" id="{D50E04D6-AFE1-A8F9-0B30-6389F1D117E4}"/>
                </a:ext>
              </a:extLst>
            </p:cNvPr>
            <p:cNvSpPr/>
            <p:nvPr/>
          </p:nvSpPr>
          <p:spPr>
            <a:xfrm>
              <a:off x="47403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CC681AD9-DF7E-45CB-BB7A-94C37B367819}"/>
                </a:ext>
              </a:extLst>
            </p:cNvPr>
            <p:cNvSpPr/>
            <p:nvPr/>
          </p:nvSpPr>
          <p:spPr>
            <a:xfrm>
              <a:off x="2339449" y="4554155"/>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interleave</a:t>
              </a:r>
            </a:p>
          </p:txBody>
        </p:sp>
        <p:cxnSp>
          <p:nvCxnSpPr>
            <p:cNvPr id="49" name="Connector: Curved 48">
              <a:extLst>
                <a:ext uri="{FF2B5EF4-FFF2-40B4-BE49-F238E27FC236}">
                  <a16:creationId xmlns:a16="http://schemas.microsoft.com/office/drawing/2014/main" id="{9BB510A5-8AE1-67F7-8566-CD35806B939A}"/>
                </a:ext>
              </a:extLst>
            </p:cNvPr>
            <p:cNvCxnSpPr>
              <a:stCxn id="41" idx="1"/>
            </p:cNvCxnSpPr>
            <p:nvPr/>
          </p:nvCxnSpPr>
          <p:spPr>
            <a:xfrm>
              <a:off x="1869713" y="4361360"/>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0" name="Connector: Curved 49">
              <a:extLst>
                <a:ext uri="{FF2B5EF4-FFF2-40B4-BE49-F238E27FC236}">
                  <a16:creationId xmlns:a16="http://schemas.microsoft.com/office/drawing/2014/main" id="{5381A389-8C8A-32BE-0D6D-48FBBBE4EA9A}"/>
                </a:ext>
              </a:extLst>
            </p:cNvPr>
            <p:cNvCxnSpPr>
              <a:stCxn id="42" idx="1"/>
            </p:cNvCxnSpPr>
            <p:nvPr/>
          </p:nvCxnSpPr>
          <p:spPr>
            <a:xfrm flipV="1">
              <a:off x="1866942" y="5016896"/>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Curved 50">
              <a:extLst>
                <a:ext uri="{FF2B5EF4-FFF2-40B4-BE49-F238E27FC236}">
                  <a16:creationId xmlns:a16="http://schemas.microsoft.com/office/drawing/2014/main" id="{60C76440-5CCB-73B4-FFA8-2A30E29B3C23}"/>
                </a:ext>
              </a:extLst>
            </p:cNvPr>
            <p:cNvCxnSpPr>
              <a:stCxn id="48" idx="3"/>
              <a:endCxn id="43" idx="1"/>
            </p:cNvCxnSpPr>
            <p:nvPr/>
          </p:nvCxnSpPr>
          <p:spPr>
            <a:xfrm flipV="1">
              <a:off x="3424192" y="4876857"/>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Connector: Curved 51">
              <a:extLst>
                <a:ext uri="{FF2B5EF4-FFF2-40B4-BE49-F238E27FC236}">
                  <a16:creationId xmlns:a16="http://schemas.microsoft.com/office/drawing/2014/main" id="{77A0370A-E27F-514C-B80F-93D90A9B396C}"/>
                </a:ext>
              </a:extLst>
            </p:cNvPr>
            <p:cNvCxnSpPr/>
            <p:nvPr/>
          </p:nvCxnSpPr>
          <p:spPr>
            <a:xfrm flipV="1">
              <a:off x="4837354" y="487685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26F174C0-5233-2293-0C79-C4D32F25F770}"/>
                </a:ext>
              </a:extLst>
            </p:cNvPr>
            <p:cNvSpPr/>
            <p:nvPr/>
          </p:nvSpPr>
          <p:spPr>
            <a:xfrm>
              <a:off x="5543935" y="4571297"/>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concat</a:t>
              </a:r>
              <a:endParaRPr lang="en-US" sz="1600" dirty="0">
                <a:solidFill>
                  <a:schemeClr val="tx1"/>
                </a:solidFill>
              </a:endParaRPr>
            </a:p>
          </p:txBody>
        </p:sp>
        <p:sp>
          <p:nvSpPr>
            <p:cNvPr id="54" name="TextBox 53">
              <a:extLst>
                <a:ext uri="{FF2B5EF4-FFF2-40B4-BE49-F238E27FC236}">
                  <a16:creationId xmlns:a16="http://schemas.microsoft.com/office/drawing/2014/main" id="{8771BAF5-F602-3C9B-4FC1-37E2808C65CB}"/>
                </a:ext>
              </a:extLst>
            </p:cNvPr>
            <p:cNvSpPr txBox="1"/>
            <p:nvPr/>
          </p:nvSpPr>
          <p:spPr>
            <a:xfrm>
              <a:off x="2333580" y="5348196"/>
              <a:ext cx="1494320" cy="646331"/>
            </a:xfrm>
            <a:prstGeom prst="rect">
              <a:avLst/>
            </a:prstGeom>
            <a:noFill/>
          </p:spPr>
          <p:txBody>
            <a:bodyPr wrap="none" rtlCol="0">
              <a:spAutoFit/>
            </a:bodyPr>
            <a:lstStyle/>
            <a:p>
              <a:r>
                <a:rPr lang="en-US" dirty="0"/>
                <a:t>[1400,1600,6]</a:t>
              </a:r>
            </a:p>
            <a:p>
              <a:r>
                <a:rPr lang="en-US" dirty="0"/>
                <a:t>@90 FPS</a:t>
              </a:r>
            </a:p>
          </p:txBody>
        </p:sp>
        <p:sp>
          <p:nvSpPr>
            <p:cNvPr id="55" name="Rectangle 54">
              <a:extLst>
                <a:ext uri="{FF2B5EF4-FFF2-40B4-BE49-F238E27FC236}">
                  <a16:creationId xmlns:a16="http://schemas.microsoft.com/office/drawing/2014/main" id="{564E1A47-08F1-30B1-5B3A-82AC5CB7A68C}"/>
                </a:ext>
              </a:extLst>
            </p:cNvPr>
            <p:cNvSpPr/>
            <p:nvPr/>
          </p:nvSpPr>
          <p:spPr>
            <a:xfrm>
              <a:off x="73352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B5A4EB84-D6FE-FC10-136E-C53DD54032B6}"/>
                </a:ext>
              </a:extLst>
            </p:cNvPr>
            <p:cNvSpPr/>
            <p:nvPr/>
          </p:nvSpPr>
          <p:spPr>
            <a:xfrm>
              <a:off x="74876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ectangle 56">
              <a:extLst>
                <a:ext uri="{FF2B5EF4-FFF2-40B4-BE49-F238E27FC236}">
                  <a16:creationId xmlns:a16="http://schemas.microsoft.com/office/drawing/2014/main" id="{0A598DA4-1138-8DF9-C39F-31BFCB239588}"/>
                </a:ext>
              </a:extLst>
            </p:cNvPr>
            <p:cNvSpPr/>
            <p:nvPr/>
          </p:nvSpPr>
          <p:spPr>
            <a:xfrm>
              <a:off x="76400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ectangle 57">
              <a:extLst>
                <a:ext uri="{FF2B5EF4-FFF2-40B4-BE49-F238E27FC236}">
                  <a16:creationId xmlns:a16="http://schemas.microsoft.com/office/drawing/2014/main" id="{A5E15DF3-B7B1-B8BA-D53C-80C89EB9CFFC}"/>
                </a:ext>
              </a:extLst>
            </p:cNvPr>
            <p:cNvSpPr/>
            <p:nvPr/>
          </p:nvSpPr>
          <p:spPr>
            <a:xfrm>
              <a:off x="77924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422FE891-9DC3-7EC6-F747-5800B0D8C4A5}"/>
                </a:ext>
              </a:extLst>
            </p:cNvPr>
            <p:cNvSpPr/>
            <p:nvPr/>
          </p:nvSpPr>
          <p:spPr>
            <a:xfrm>
              <a:off x="79448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 name="Connector: Curved 59">
              <a:extLst>
                <a:ext uri="{FF2B5EF4-FFF2-40B4-BE49-F238E27FC236}">
                  <a16:creationId xmlns:a16="http://schemas.microsoft.com/office/drawing/2014/main" id="{97C414DA-05C0-4667-10D2-3E685559D9B9}"/>
                </a:ext>
              </a:extLst>
            </p:cNvPr>
            <p:cNvCxnSpPr>
              <a:endCxn id="55" idx="1"/>
            </p:cNvCxnSpPr>
            <p:nvPr/>
          </p:nvCxnSpPr>
          <p:spPr>
            <a:xfrm flipV="1">
              <a:off x="6628678" y="4876857"/>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1" name="Connector: Curved 60">
              <a:extLst>
                <a:ext uri="{FF2B5EF4-FFF2-40B4-BE49-F238E27FC236}">
                  <a16:creationId xmlns:a16="http://schemas.microsoft.com/office/drawing/2014/main" id="{04285C7B-351C-7995-A2F3-4DA5A7059886}"/>
                </a:ext>
              </a:extLst>
            </p:cNvPr>
            <p:cNvCxnSpPr/>
            <p:nvPr/>
          </p:nvCxnSpPr>
          <p:spPr>
            <a:xfrm flipV="1">
              <a:off x="8041840" y="487685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A12CE11C-321A-390D-C94F-D4A5ED8052F7}"/>
                </a:ext>
              </a:extLst>
            </p:cNvPr>
            <p:cNvSpPr txBox="1"/>
            <p:nvPr/>
          </p:nvSpPr>
          <p:spPr>
            <a:xfrm>
              <a:off x="4535326" y="5425549"/>
              <a:ext cx="1377300" cy="646331"/>
            </a:xfrm>
            <a:prstGeom prst="rect">
              <a:avLst/>
            </a:prstGeom>
            <a:noFill/>
          </p:spPr>
          <p:txBody>
            <a:bodyPr wrap="none" rtlCol="0">
              <a:spAutoFit/>
            </a:bodyPr>
            <a:lstStyle/>
            <a:p>
              <a:r>
                <a:rPr lang="en-US" dirty="0"/>
                <a:t>[350,400,16]</a:t>
              </a:r>
            </a:p>
            <a:p>
              <a:r>
                <a:rPr lang="en-US" dirty="0"/>
                <a:t>@90 FPS</a:t>
              </a:r>
            </a:p>
          </p:txBody>
        </p:sp>
        <p:sp>
          <p:nvSpPr>
            <p:cNvPr id="63" name="TextBox 62">
              <a:extLst>
                <a:ext uri="{FF2B5EF4-FFF2-40B4-BE49-F238E27FC236}">
                  <a16:creationId xmlns:a16="http://schemas.microsoft.com/office/drawing/2014/main" id="{1370EE7D-FC38-9FFE-D3AA-3D46E086C9BB}"/>
                </a:ext>
              </a:extLst>
            </p:cNvPr>
            <p:cNvSpPr txBox="1"/>
            <p:nvPr/>
          </p:nvSpPr>
          <p:spPr>
            <a:xfrm>
              <a:off x="6394273" y="5425549"/>
              <a:ext cx="1377300" cy="646331"/>
            </a:xfrm>
            <a:prstGeom prst="rect">
              <a:avLst/>
            </a:prstGeom>
            <a:noFill/>
          </p:spPr>
          <p:txBody>
            <a:bodyPr wrap="none" rtlCol="0">
              <a:spAutoFit/>
            </a:bodyPr>
            <a:lstStyle/>
            <a:p>
              <a:r>
                <a:rPr lang="en-US" dirty="0"/>
                <a:t>[350,400,64]</a:t>
              </a:r>
            </a:p>
            <a:p>
              <a:r>
                <a:rPr lang="en-US" dirty="0"/>
                <a:t>@30 FPS</a:t>
              </a:r>
            </a:p>
          </p:txBody>
        </p:sp>
        <p:sp>
          <p:nvSpPr>
            <p:cNvPr id="64" name="TextBox 63">
              <a:extLst>
                <a:ext uri="{FF2B5EF4-FFF2-40B4-BE49-F238E27FC236}">
                  <a16:creationId xmlns:a16="http://schemas.microsoft.com/office/drawing/2014/main" id="{E084D143-7790-BEB0-4645-E7963296CE10}"/>
                </a:ext>
              </a:extLst>
            </p:cNvPr>
            <p:cNvSpPr txBox="1"/>
            <p:nvPr/>
          </p:nvSpPr>
          <p:spPr>
            <a:xfrm>
              <a:off x="8762684" y="4692190"/>
              <a:ext cx="1026243" cy="369332"/>
            </a:xfrm>
            <a:prstGeom prst="rect">
              <a:avLst/>
            </a:prstGeom>
            <a:noFill/>
          </p:spPr>
          <p:txBody>
            <a:bodyPr wrap="none" rtlCol="0">
              <a:spAutoFit/>
            </a:bodyPr>
            <a:lstStyle/>
            <a:p>
              <a:r>
                <a:rPr lang="en-US" dirty="0"/>
                <a:t>[70,80,1]</a:t>
              </a:r>
            </a:p>
          </p:txBody>
        </p:sp>
        <p:sp>
          <p:nvSpPr>
            <p:cNvPr id="65" name="TextBox 64">
              <a:extLst>
                <a:ext uri="{FF2B5EF4-FFF2-40B4-BE49-F238E27FC236}">
                  <a16:creationId xmlns:a16="http://schemas.microsoft.com/office/drawing/2014/main" id="{2C4D0439-03F8-9615-6058-2040DD29D774}"/>
                </a:ext>
              </a:extLst>
            </p:cNvPr>
            <p:cNvSpPr txBox="1"/>
            <p:nvPr/>
          </p:nvSpPr>
          <p:spPr>
            <a:xfrm>
              <a:off x="4020556" y="3674320"/>
              <a:ext cx="1334340" cy="646331"/>
            </a:xfrm>
            <a:prstGeom prst="rect">
              <a:avLst/>
            </a:prstGeom>
            <a:noFill/>
          </p:spPr>
          <p:txBody>
            <a:bodyPr wrap="none" rtlCol="0">
              <a:spAutoFit/>
            </a:bodyPr>
            <a:lstStyle/>
            <a:p>
              <a:r>
                <a:rPr lang="en-US" dirty="0"/>
                <a:t>binocular</a:t>
              </a:r>
            </a:p>
            <a:p>
              <a:r>
                <a:rPr lang="en-US" dirty="0"/>
                <a:t>feature map</a:t>
              </a:r>
            </a:p>
          </p:txBody>
        </p:sp>
        <p:sp>
          <p:nvSpPr>
            <p:cNvPr id="66" name="TextBox 65">
              <a:extLst>
                <a:ext uri="{FF2B5EF4-FFF2-40B4-BE49-F238E27FC236}">
                  <a16:creationId xmlns:a16="http://schemas.microsoft.com/office/drawing/2014/main" id="{AC88C0D1-AD66-EB10-17D2-70145185D0B3}"/>
                </a:ext>
              </a:extLst>
            </p:cNvPr>
            <p:cNvSpPr txBox="1"/>
            <p:nvPr/>
          </p:nvSpPr>
          <p:spPr>
            <a:xfrm>
              <a:off x="7175165" y="3709932"/>
              <a:ext cx="1334340" cy="646331"/>
            </a:xfrm>
            <a:prstGeom prst="rect">
              <a:avLst/>
            </a:prstGeom>
            <a:noFill/>
          </p:spPr>
          <p:txBody>
            <a:bodyPr wrap="none" rtlCol="0">
              <a:spAutoFit/>
            </a:bodyPr>
            <a:lstStyle/>
            <a:p>
              <a:r>
                <a:rPr lang="en-US" dirty="0" err="1"/>
                <a:t>multiframe</a:t>
              </a:r>
              <a:endParaRPr lang="en-US" dirty="0"/>
            </a:p>
            <a:p>
              <a:r>
                <a:rPr lang="en-US" dirty="0"/>
                <a:t>feature map</a:t>
              </a:r>
            </a:p>
          </p:txBody>
        </p:sp>
        <p:sp>
          <p:nvSpPr>
            <p:cNvPr id="67" name="TextBox 66">
              <a:extLst>
                <a:ext uri="{FF2B5EF4-FFF2-40B4-BE49-F238E27FC236}">
                  <a16:creationId xmlns:a16="http://schemas.microsoft.com/office/drawing/2014/main" id="{364A1618-27E5-260D-4F16-72D738C4E8AE}"/>
                </a:ext>
              </a:extLst>
            </p:cNvPr>
            <p:cNvSpPr txBox="1"/>
            <p:nvPr/>
          </p:nvSpPr>
          <p:spPr>
            <a:xfrm>
              <a:off x="1256026" y="3767877"/>
              <a:ext cx="971804" cy="369332"/>
            </a:xfrm>
            <a:prstGeom prst="rect">
              <a:avLst/>
            </a:prstGeom>
            <a:noFill/>
          </p:spPr>
          <p:txBody>
            <a:bodyPr wrap="none" rtlCol="0">
              <a:spAutoFit/>
            </a:bodyPr>
            <a:lstStyle/>
            <a:p>
              <a:r>
                <a:rPr lang="en-US" dirty="0"/>
                <a:t>Mira220</a:t>
              </a:r>
            </a:p>
          </p:txBody>
        </p:sp>
        <p:sp>
          <p:nvSpPr>
            <p:cNvPr id="68" name="TextBox 67">
              <a:extLst>
                <a:ext uri="{FF2B5EF4-FFF2-40B4-BE49-F238E27FC236}">
                  <a16:creationId xmlns:a16="http://schemas.microsoft.com/office/drawing/2014/main" id="{0AF03558-7A01-194A-4588-15EACE7F7BEA}"/>
                </a:ext>
              </a:extLst>
            </p:cNvPr>
            <p:cNvSpPr txBox="1"/>
            <p:nvPr/>
          </p:nvSpPr>
          <p:spPr>
            <a:xfrm>
              <a:off x="1256026" y="4816973"/>
              <a:ext cx="971804" cy="369332"/>
            </a:xfrm>
            <a:prstGeom prst="rect">
              <a:avLst/>
            </a:prstGeom>
            <a:noFill/>
          </p:spPr>
          <p:txBody>
            <a:bodyPr wrap="none" rtlCol="0">
              <a:spAutoFit/>
            </a:bodyPr>
            <a:lstStyle/>
            <a:p>
              <a:r>
                <a:rPr lang="en-US" dirty="0"/>
                <a:t>Mira220</a:t>
              </a:r>
            </a:p>
          </p:txBody>
        </p:sp>
        <p:sp>
          <p:nvSpPr>
            <p:cNvPr id="69" name="TextBox 68">
              <a:extLst>
                <a:ext uri="{FF2B5EF4-FFF2-40B4-BE49-F238E27FC236}">
                  <a16:creationId xmlns:a16="http://schemas.microsoft.com/office/drawing/2014/main" id="{50629CA2-4EB8-E00E-9915-7EBFB3FE82D7}"/>
                </a:ext>
              </a:extLst>
            </p:cNvPr>
            <p:cNvSpPr txBox="1"/>
            <p:nvPr/>
          </p:nvSpPr>
          <p:spPr>
            <a:xfrm>
              <a:off x="8718424" y="4390260"/>
              <a:ext cx="1658916" cy="369332"/>
            </a:xfrm>
            <a:prstGeom prst="rect">
              <a:avLst/>
            </a:prstGeom>
            <a:noFill/>
          </p:spPr>
          <p:txBody>
            <a:bodyPr wrap="none" rtlCol="0">
              <a:spAutoFit/>
            </a:bodyPr>
            <a:lstStyle/>
            <a:p>
              <a:r>
                <a:rPr lang="en-US" dirty="0"/>
                <a:t>action heatmap</a:t>
              </a:r>
            </a:p>
          </p:txBody>
        </p:sp>
      </p:grpSp>
    </p:spTree>
    <p:extLst>
      <p:ext uri="{BB962C8B-B14F-4D97-AF65-F5344CB8AC3E}">
        <p14:creationId xmlns:p14="http://schemas.microsoft.com/office/powerpoint/2010/main" val="3293197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69">
            <a:extLst>
              <a:ext uri="{FF2B5EF4-FFF2-40B4-BE49-F238E27FC236}">
                <a16:creationId xmlns:a16="http://schemas.microsoft.com/office/drawing/2014/main" id="{246451D9-1AFC-6AD9-9736-42CC4585A1BD}"/>
              </a:ext>
            </a:extLst>
          </p:cNvPr>
          <p:cNvGrpSpPr/>
          <p:nvPr/>
        </p:nvGrpSpPr>
        <p:grpSpPr>
          <a:xfrm>
            <a:off x="1275367" y="607608"/>
            <a:ext cx="9121314" cy="2397560"/>
            <a:chOff x="1256026" y="3674320"/>
            <a:chExt cx="9121314" cy="2397560"/>
          </a:xfrm>
        </p:grpSpPr>
        <p:sp>
          <p:nvSpPr>
            <p:cNvPr id="41" name="Flowchart: Direct Access Storage 40">
              <a:extLst>
                <a:ext uri="{FF2B5EF4-FFF2-40B4-BE49-F238E27FC236}">
                  <a16:creationId xmlns:a16="http://schemas.microsoft.com/office/drawing/2014/main" id="{D2185351-BC0C-21DE-C553-483C262659CD}"/>
                </a:ext>
              </a:extLst>
            </p:cNvPr>
            <p:cNvSpPr/>
            <p:nvPr/>
          </p:nvSpPr>
          <p:spPr>
            <a:xfrm flipH="1">
              <a:off x="1670208" y="419926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Flowchart: Direct Access Storage 41">
              <a:extLst>
                <a:ext uri="{FF2B5EF4-FFF2-40B4-BE49-F238E27FC236}">
                  <a16:creationId xmlns:a16="http://schemas.microsoft.com/office/drawing/2014/main" id="{8D505C77-E302-E728-971B-5B08329498EF}"/>
                </a:ext>
              </a:extLst>
            </p:cNvPr>
            <p:cNvSpPr/>
            <p:nvPr/>
          </p:nvSpPr>
          <p:spPr>
            <a:xfrm flipH="1">
              <a:off x="1667437" y="519956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F1B747C-3229-0AAF-FB49-5B507006F2C5}"/>
                </a:ext>
              </a:extLst>
            </p:cNvPr>
            <p:cNvSpPr/>
            <p:nvPr/>
          </p:nvSpPr>
          <p:spPr>
            <a:xfrm>
              <a:off x="41307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1B198AA-31EE-2CF0-47A0-E1FBB2E7BF52}"/>
                </a:ext>
              </a:extLst>
            </p:cNvPr>
            <p:cNvSpPr/>
            <p:nvPr/>
          </p:nvSpPr>
          <p:spPr>
            <a:xfrm>
              <a:off x="42831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89F7E07C-A0F3-B653-996B-4AE588178D0B}"/>
                </a:ext>
              </a:extLst>
            </p:cNvPr>
            <p:cNvSpPr/>
            <p:nvPr/>
          </p:nvSpPr>
          <p:spPr>
            <a:xfrm>
              <a:off x="44355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E2D437CE-3FB3-A450-D676-0F997B46DA15}"/>
                </a:ext>
              </a:extLst>
            </p:cNvPr>
            <p:cNvSpPr/>
            <p:nvPr/>
          </p:nvSpPr>
          <p:spPr>
            <a:xfrm>
              <a:off x="45879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Rectangle 46">
              <a:extLst>
                <a:ext uri="{FF2B5EF4-FFF2-40B4-BE49-F238E27FC236}">
                  <a16:creationId xmlns:a16="http://schemas.microsoft.com/office/drawing/2014/main" id="{D50E04D6-AFE1-A8F9-0B30-6389F1D117E4}"/>
                </a:ext>
              </a:extLst>
            </p:cNvPr>
            <p:cNvSpPr/>
            <p:nvPr/>
          </p:nvSpPr>
          <p:spPr>
            <a:xfrm>
              <a:off x="4740373"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CC681AD9-DF7E-45CB-BB7A-94C37B367819}"/>
                </a:ext>
              </a:extLst>
            </p:cNvPr>
            <p:cNvSpPr/>
            <p:nvPr/>
          </p:nvSpPr>
          <p:spPr>
            <a:xfrm>
              <a:off x="2339449" y="4554155"/>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interleave</a:t>
              </a:r>
            </a:p>
          </p:txBody>
        </p:sp>
        <p:cxnSp>
          <p:nvCxnSpPr>
            <p:cNvPr id="49" name="Connector: Curved 48">
              <a:extLst>
                <a:ext uri="{FF2B5EF4-FFF2-40B4-BE49-F238E27FC236}">
                  <a16:creationId xmlns:a16="http://schemas.microsoft.com/office/drawing/2014/main" id="{9BB510A5-8AE1-67F7-8566-CD35806B939A}"/>
                </a:ext>
              </a:extLst>
            </p:cNvPr>
            <p:cNvCxnSpPr>
              <a:stCxn id="41" idx="1"/>
            </p:cNvCxnSpPr>
            <p:nvPr/>
          </p:nvCxnSpPr>
          <p:spPr>
            <a:xfrm>
              <a:off x="1869713" y="4361360"/>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0" name="Connector: Curved 49">
              <a:extLst>
                <a:ext uri="{FF2B5EF4-FFF2-40B4-BE49-F238E27FC236}">
                  <a16:creationId xmlns:a16="http://schemas.microsoft.com/office/drawing/2014/main" id="{5381A389-8C8A-32BE-0D6D-48FBBBE4EA9A}"/>
                </a:ext>
              </a:extLst>
            </p:cNvPr>
            <p:cNvCxnSpPr>
              <a:stCxn id="42" idx="1"/>
            </p:cNvCxnSpPr>
            <p:nvPr/>
          </p:nvCxnSpPr>
          <p:spPr>
            <a:xfrm flipV="1">
              <a:off x="1866942" y="5016896"/>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Curved 50">
              <a:extLst>
                <a:ext uri="{FF2B5EF4-FFF2-40B4-BE49-F238E27FC236}">
                  <a16:creationId xmlns:a16="http://schemas.microsoft.com/office/drawing/2014/main" id="{60C76440-5CCB-73B4-FFA8-2A30E29B3C23}"/>
                </a:ext>
              </a:extLst>
            </p:cNvPr>
            <p:cNvCxnSpPr>
              <a:stCxn id="48" idx="3"/>
              <a:endCxn id="43" idx="1"/>
            </p:cNvCxnSpPr>
            <p:nvPr/>
          </p:nvCxnSpPr>
          <p:spPr>
            <a:xfrm flipV="1">
              <a:off x="3424192" y="4876857"/>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Connector: Curved 51">
              <a:extLst>
                <a:ext uri="{FF2B5EF4-FFF2-40B4-BE49-F238E27FC236}">
                  <a16:creationId xmlns:a16="http://schemas.microsoft.com/office/drawing/2014/main" id="{77A0370A-E27F-514C-B80F-93D90A9B396C}"/>
                </a:ext>
              </a:extLst>
            </p:cNvPr>
            <p:cNvCxnSpPr/>
            <p:nvPr/>
          </p:nvCxnSpPr>
          <p:spPr>
            <a:xfrm flipV="1">
              <a:off x="4837354" y="487685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26F174C0-5233-2293-0C79-C4D32F25F770}"/>
                </a:ext>
              </a:extLst>
            </p:cNvPr>
            <p:cNvSpPr/>
            <p:nvPr/>
          </p:nvSpPr>
          <p:spPr>
            <a:xfrm>
              <a:off x="5543935" y="4571297"/>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concat</a:t>
              </a:r>
              <a:endParaRPr lang="en-US" sz="1600" dirty="0">
                <a:solidFill>
                  <a:schemeClr val="tx1"/>
                </a:solidFill>
              </a:endParaRPr>
            </a:p>
          </p:txBody>
        </p:sp>
        <p:sp>
          <p:nvSpPr>
            <p:cNvPr id="54" name="TextBox 53">
              <a:extLst>
                <a:ext uri="{FF2B5EF4-FFF2-40B4-BE49-F238E27FC236}">
                  <a16:creationId xmlns:a16="http://schemas.microsoft.com/office/drawing/2014/main" id="{8771BAF5-F602-3C9B-4FC1-37E2808C65CB}"/>
                </a:ext>
              </a:extLst>
            </p:cNvPr>
            <p:cNvSpPr txBox="1"/>
            <p:nvPr/>
          </p:nvSpPr>
          <p:spPr>
            <a:xfrm>
              <a:off x="2333580" y="5348196"/>
              <a:ext cx="1494320" cy="646331"/>
            </a:xfrm>
            <a:prstGeom prst="rect">
              <a:avLst/>
            </a:prstGeom>
            <a:noFill/>
          </p:spPr>
          <p:txBody>
            <a:bodyPr wrap="none" rtlCol="0">
              <a:spAutoFit/>
            </a:bodyPr>
            <a:lstStyle/>
            <a:p>
              <a:r>
                <a:rPr lang="en-US" dirty="0"/>
                <a:t>[1400,1600,6]</a:t>
              </a:r>
            </a:p>
            <a:p>
              <a:r>
                <a:rPr lang="en-US" dirty="0"/>
                <a:t>@90 FPS</a:t>
              </a:r>
            </a:p>
          </p:txBody>
        </p:sp>
        <p:sp>
          <p:nvSpPr>
            <p:cNvPr id="55" name="Rectangle 54">
              <a:extLst>
                <a:ext uri="{FF2B5EF4-FFF2-40B4-BE49-F238E27FC236}">
                  <a16:creationId xmlns:a16="http://schemas.microsoft.com/office/drawing/2014/main" id="{564E1A47-08F1-30B1-5B3A-82AC5CB7A68C}"/>
                </a:ext>
              </a:extLst>
            </p:cNvPr>
            <p:cNvSpPr/>
            <p:nvPr/>
          </p:nvSpPr>
          <p:spPr>
            <a:xfrm>
              <a:off x="73352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B5A4EB84-D6FE-FC10-136E-C53DD54032B6}"/>
                </a:ext>
              </a:extLst>
            </p:cNvPr>
            <p:cNvSpPr/>
            <p:nvPr/>
          </p:nvSpPr>
          <p:spPr>
            <a:xfrm>
              <a:off x="74876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ectangle 56">
              <a:extLst>
                <a:ext uri="{FF2B5EF4-FFF2-40B4-BE49-F238E27FC236}">
                  <a16:creationId xmlns:a16="http://schemas.microsoft.com/office/drawing/2014/main" id="{0A598DA4-1138-8DF9-C39F-31BFCB239588}"/>
                </a:ext>
              </a:extLst>
            </p:cNvPr>
            <p:cNvSpPr/>
            <p:nvPr/>
          </p:nvSpPr>
          <p:spPr>
            <a:xfrm>
              <a:off x="76400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ectangle 57">
              <a:extLst>
                <a:ext uri="{FF2B5EF4-FFF2-40B4-BE49-F238E27FC236}">
                  <a16:creationId xmlns:a16="http://schemas.microsoft.com/office/drawing/2014/main" id="{A5E15DF3-B7B1-B8BA-D53C-80C89EB9CFFC}"/>
                </a:ext>
              </a:extLst>
            </p:cNvPr>
            <p:cNvSpPr/>
            <p:nvPr/>
          </p:nvSpPr>
          <p:spPr>
            <a:xfrm>
              <a:off x="77924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422FE891-9DC3-7EC6-F747-5800B0D8C4A5}"/>
                </a:ext>
              </a:extLst>
            </p:cNvPr>
            <p:cNvSpPr/>
            <p:nvPr/>
          </p:nvSpPr>
          <p:spPr>
            <a:xfrm>
              <a:off x="7944859" y="448200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 name="Connector: Curved 59">
              <a:extLst>
                <a:ext uri="{FF2B5EF4-FFF2-40B4-BE49-F238E27FC236}">
                  <a16:creationId xmlns:a16="http://schemas.microsoft.com/office/drawing/2014/main" id="{97C414DA-05C0-4667-10D2-3E685559D9B9}"/>
                </a:ext>
              </a:extLst>
            </p:cNvPr>
            <p:cNvCxnSpPr>
              <a:endCxn id="55" idx="1"/>
            </p:cNvCxnSpPr>
            <p:nvPr/>
          </p:nvCxnSpPr>
          <p:spPr>
            <a:xfrm flipV="1">
              <a:off x="6628678" y="4876857"/>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1" name="Connector: Curved 60">
              <a:extLst>
                <a:ext uri="{FF2B5EF4-FFF2-40B4-BE49-F238E27FC236}">
                  <a16:creationId xmlns:a16="http://schemas.microsoft.com/office/drawing/2014/main" id="{04285C7B-351C-7995-A2F3-4DA5A7059886}"/>
                </a:ext>
              </a:extLst>
            </p:cNvPr>
            <p:cNvCxnSpPr/>
            <p:nvPr/>
          </p:nvCxnSpPr>
          <p:spPr>
            <a:xfrm flipV="1">
              <a:off x="8041840" y="4876856"/>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A12CE11C-321A-390D-C94F-D4A5ED8052F7}"/>
                </a:ext>
              </a:extLst>
            </p:cNvPr>
            <p:cNvSpPr txBox="1"/>
            <p:nvPr/>
          </p:nvSpPr>
          <p:spPr>
            <a:xfrm>
              <a:off x="4535326" y="5425549"/>
              <a:ext cx="1377300" cy="646331"/>
            </a:xfrm>
            <a:prstGeom prst="rect">
              <a:avLst/>
            </a:prstGeom>
            <a:noFill/>
          </p:spPr>
          <p:txBody>
            <a:bodyPr wrap="none" rtlCol="0">
              <a:spAutoFit/>
            </a:bodyPr>
            <a:lstStyle/>
            <a:p>
              <a:r>
                <a:rPr lang="en-US" dirty="0"/>
                <a:t>[350,400,16]</a:t>
              </a:r>
            </a:p>
            <a:p>
              <a:r>
                <a:rPr lang="en-US" dirty="0"/>
                <a:t>@90 FPS</a:t>
              </a:r>
            </a:p>
          </p:txBody>
        </p:sp>
        <p:sp>
          <p:nvSpPr>
            <p:cNvPr id="63" name="TextBox 62">
              <a:extLst>
                <a:ext uri="{FF2B5EF4-FFF2-40B4-BE49-F238E27FC236}">
                  <a16:creationId xmlns:a16="http://schemas.microsoft.com/office/drawing/2014/main" id="{1370EE7D-FC38-9FFE-D3AA-3D46E086C9BB}"/>
                </a:ext>
              </a:extLst>
            </p:cNvPr>
            <p:cNvSpPr txBox="1"/>
            <p:nvPr/>
          </p:nvSpPr>
          <p:spPr>
            <a:xfrm>
              <a:off x="6394273" y="5425549"/>
              <a:ext cx="1377300" cy="646331"/>
            </a:xfrm>
            <a:prstGeom prst="rect">
              <a:avLst/>
            </a:prstGeom>
            <a:noFill/>
          </p:spPr>
          <p:txBody>
            <a:bodyPr wrap="none" rtlCol="0">
              <a:spAutoFit/>
            </a:bodyPr>
            <a:lstStyle/>
            <a:p>
              <a:r>
                <a:rPr lang="en-US" dirty="0"/>
                <a:t>[350,400,64]</a:t>
              </a:r>
            </a:p>
            <a:p>
              <a:r>
                <a:rPr lang="en-US" dirty="0"/>
                <a:t>@30 FPS</a:t>
              </a:r>
            </a:p>
          </p:txBody>
        </p:sp>
        <p:sp>
          <p:nvSpPr>
            <p:cNvPr id="64" name="TextBox 63">
              <a:extLst>
                <a:ext uri="{FF2B5EF4-FFF2-40B4-BE49-F238E27FC236}">
                  <a16:creationId xmlns:a16="http://schemas.microsoft.com/office/drawing/2014/main" id="{E084D143-7790-BEB0-4645-E7963296CE10}"/>
                </a:ext>
              </a:extLst>
            </p:cNvPr>
            <p:cNvSpPr txBox="1"/>
            <p:nvPr/>
          </p:nvSpPr>
          <p:spPr>
            <a:xfrm>
              <a:off x="8762684" y="4692190"/>
              <a:ext cx="1026243" cy="369332"/>
            </a:xfrm>
            <a:prstGeom prst="rect">
              <a:avLst/>
            </a:prstGeom>
            <a:noFill/>
          </p:spPr>
          <p:txBody>
            <a:bodyPr wrap="none" rtlCol="0">
              <a:spAutoFit/>
            </a:bodyPr>
            <a:lstStyle/>
            <a:p>
              <a:r>
                <a:rPr lang="en-US" dirty="0"/>
                <a:t>[70,80,1]</a:t>
              </a:r>
            </a:p>
          </p:txBody>
        </p:sp>
        <p:sp>
          <p:nvSpPr>
            <p:cNvPr id="65" name="TextBox 64">
              <a:extLst>
                <a:ext uri="{FF2B5EF4-FFF2-40B4-BE49-F238E27FC236}">
                  <a16:creationId xmlns:a16="http://schemas.microsoft.com/office/drawing/2014/main" id="{2C4D0439-03F8-9615-6058-2040DD29D774}"/>
                </a:ext>
              </a:extLst>
            </p:cNvPr>
            <p:cNvSpPr txBox="1"/>
            <p:nvPr/>
          </p:nvSpPr>
          <p:spPr>
            <a:xfrm>
              <a:off x="4020556" y="3674320"/>
              <a:ext cx="1334340" cy="646331"/>
            </a:xfrm>
            <a:prstGeom prst="rect">
              <a:avLst/>
            </a:prstGeom>
            <a:noFill/>
          </p:spPr>
          <p:txBody>
            <a:bodyPr wrap="none" rtlCol="0">
              <a:spAutoFit/>
            </a:bodyPr>
            <a:lstStyle/>
            <a:p>
              <a:r>
                <a:rPr lang="en-US" dirty="0"/>
                <a:t>binocular</a:t>
              </a:r>
            </a:p>
            <a:p>
              <a:r>
                <a:rPr lang="en-US" dirty="0"/>
                <a:t>feature map</a:t>
              </a:r>
            </a:p>
          </p:txBody>
        </p:sp>
        <p:sp>
          <p:nvSpPr>
            <p:cNvPr id="66" name="TextBox 65">
              <a:extLst>
                <a:ext uri="{FF2B5EF4-FFF2-40B4-BE49-F238E27FC236}">
                  <a16:creationId xmlns:a16="http://schemas.microsoft.com/office/drawing/2014/main" id="{AC88C0D1-AD66-EB10-17D2-70145185D0B3}"/>
                </a:ext>
              </a:extLst>
            </p:cNvPr>
            <p:cNvSpPr txBox="1"/>
            <p:nvPr/>
          </p:nvSpPr>
          <p:spPr>
            <a:xfrm>
              <a:off x="7175165" y="3709932"/>
              <a:ext cx="1334340" cy="646331"/>
            </a:xfrm>
            <a:prstGeom prst="rect">
              <a:avLst/>
            </a:prstGeom>
            <a:noFill/>
          </p:spPr>
          <p:txBody>
            <a:bodyPr wrap="none" rtlCol="0">
              <a:spAutoFit/>
            </a:bodyPr>
            <a:lstStyle/>
            <a:p>
              <a:r>
                <a:rPr lang="en-US" dirty="0" err="1"/>
                <a:t>multiframe</a:t>
              </a:r>
              <a:endParaRPr lang="en-US" dirty="0"/>
            </a:p>
            <a:p>
              <a:r>
                <a:rPr lang="en-US" dirty="0"/>
                <a:t>feature map</a:t>
              </a:r>
            </a:p>
          </p:txBody>
        </p:sp>
        <p:sp>
          <p:nvSpPr>
            <p:cNvPr id="67" name="TextBox 66">
              <a:extLst>
                <a:ext uri="{FF2B5EF4-FFF2-40B4-BE49-F238E27FC236}">
                  <a16:creationId xmlns:a16="http://schemas.microsoft.com/office/drawing/2014/main" id="{364A1618-27E5-260D-4F16-72D738C4E8AE}"/>
                </a:ext>
              </a:extLst>
            </p:cNvPr>
            <p:cNvSpPr txBox="1"/>
            <p:nvPr/>
          </p:nvSpPr>
          <p:spPr>
            <a:xfrm>
              <a:off x="1256026" y="3767877"/>
              <a:ext cx="971804" cy="369332"/>
            </a:xfrm>
            <a:prstGeom prst="rect">
              <a:avLst/>
            </a:prstGeom>
            <a:noFill/>
          </p:spPr>
          <p:txBody>
            <a:bodyPr wrap="none" rtlCol="0">
              <a:spAutoFit/>
            </a:bodyPr>
            <a:lstStyle/>
            <a:p>
              <a:r>
                <a:rPr lang="en-US" dirty="0"/>
                <a:t>Mira220</a:t>
              </a:r>
            </a:p>
          </p:txBody>
        </p:sp>
        <p:sp>
          <p:nvSpPr>
            <p:cNvPr id="68" name="TextBox 67">
              <a:extLst>
                <a:ext uri="{FF2B5EF4-FFF2-40B4-BE49-F238E27FC236}">
                  <a16:creationId xmlns:a16="http://schemas.microsoft.com/office/drawing/2014/main" id="{0AF03558-7A01-194A-4588-15EACE7F7BEA}"/>
                </a:ext>
              </a:extLst>
            </p:cNvPr>
            <p:cNvSpPr txBox="1"/>
            <p:nvPr/>
          </p:nvSpPr>
          <p:spPr>
            <a:xfrm>
              <a:off x="1256026" y="4816973"/>
              <a:ext cx="971804" cy="369332"/>
            </a:xfrm>
            <a:prstGeom prst="rect">
              <a:avLst/>
            </a:prstGeom>
            <a:noFill/>
          </p:spPr>
          <p:txBody>
            <a:bodyPr wrap="none" rtlCol="0">
              <a:spAutoFit/>
            </a:bodyPr>
            <a:lstStyle/>
            <a:p>
              <a:r>
                <a:rPr lang="en-US" dirty="0"/>
                <a:t>Mira220</a:t>
              </a:r>
            </a:p>
          </p:txBody>
        </p:sp>
        <p:sp>
          <p:nvSpPr>
            <p:cNvPr id="69" name="TextBox 68">
              <a:extLst>
                <a:ext uri="{FF2B5EF4-FFF2-40B4-BE49-F238E27FC236}">
                  <a16:creationId xmlns:a16="http://schemas.microsoft.com/office/drawing/2014/main" id="{50629CA2-4EB8-E00E-9915-7EBFB3FE82D7}"/>
                </a:ext>
              </a:extLst>
            </p:cNvPr>
            <p:cNvSpPr txBox="1"/>
            <p:nvPr/>
          </p:nvSpPr>
          <p:spPr>
            <a:xfrm>
              <a:off x="8718424" y="4390260"/>
              <a:ext cx="1658916" cy="369332"/>
            </a:xfrm>
            <a:prstGeom prst="rect">
              <a:avLst/>
            </a:prstGeom>
            <a:noFill/>
          </p:spPr>
          <p:txBody>
            <a:bodyPr wrap="none" rtlCol="0">
              <a:spAutoFit/>
            </a:bodyPr>
            <a:lstStyle/>
            <a:p>
              <a:r>
                <a:rPr lang="en-US" dirty="0"/>
                <a:t>action heatmap</a:t>
              </a:r>
            </a:p>
          </p:txBody>
        </p:sp>
      </p:grpSp>
      <p:sp>
        <p:nvSpPr>
          <p:cNvPr id="5" name="Flowchart: Direct Access Storage 4">
            <a:extLst>
              <a:ext uri="{FF2B5EF4-FFF2-40B4-BE49-F238E27FC236}">
                <a16:creationId xmlns:a16="http://schemas.microsoft.com/office/drawing/2014/main" id="{FD45F070-0427-5968-8624-42F52A1EA2FC}"/>
              </a:ext>
            </a:extLst>
          </p:cNvPr>
          <p:cNvSpPr/>
          <p:nvPr/>
        </p:nvSpPr>
        <p:spPr>
          <a:xfrm flipH="1">
            <a:off x="1785492" y="437401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Flowchart: Direct Access Storage 11">
            <a:extLst>
              <a:ext uri="{FF2B5EF4-FFF2-40B4-BE49-F238E27FC236}">
                <a16:creationId xmlns:a16="http://schemas.microsoft.com/office/drawing/2014/main" id="{97631D1F-2322-D40A-EECF-2532FFDEE4F6}"/>
              </a:ext>
            </a:extLst>
          </p:cNvPr>
          <p:cNvSpPr/>
          <p:nvPr/>
        </p:nvSpPr>
        <p:spPr>
          <a:xfrm flipH="1">
            <a:off x="1782721" y="5374315"/>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852A5336-49F8-C241-A40A-807D627896E9}"/>
              </a:ext>
            </a:extLst>
          </p:cNvPr>
          <p:cNvSpPr/>
          <p:nvPr/>
        </p:nvSpPr>
        <p:spPr>
          <a:xfrm>
            <a:off x="4246057"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C2539604-7183-41AB-1BFE-E0BA211165C7}"/>
              </a:ext>
            </a:extLst>
          </p:cNvPr>
          <p:cNvSpPr/>
          <p:nvPr/>
        </p:nvSpPr>
        <p:spPr>
          <a:xfrm>
            <a:off x="4398457"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796F7205-C80A-3C8A-0608-59BCEF777F8B}"/>
              </a:ext>
            </a:extLst>
          </p:cNvPr>
          <p:cNvSpPr/>
          <p:nvPr/>
        </p:nvSpPr>
        <p:spPr>
          <a:xfrm>
            <a:off x="4550857"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DF2ED094-4D5E-64EA-3BFC-0F1D1EBB5590}"/>
              </a:ext>
            </a:extLst>
          </p:cNvPr>
          <p:cNvSpPr/>
          <p:nvPr/>
        </p:nvSpPr>
        <p:spPr>
          <a:xfrm>
            <a:off x="4703257"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46934994-08B6-C9FC-FE7B-339715767997}"/>
              </a:ext>
            </a:extLst>
          </p:cNvPr>
          <p:cNvSpPr/>
          <p:nvPr/>
        </p:nvSpPr>
        <p:spPr>
          <a:xfrm>
            <a:off x="4855657"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0CFC00C3-428F-C956-3A27-A7B275496E4D}"/>
              </a:ext>
            </a:extLst>
          </p:cNvPr>
          <p:cNvSpPr/>
          <p:nvPr/>
        </p:nvSpPr>
        <p:spPr>
          <a:xfrm>
            <a:off x="2454733" y="4728910"/>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interleave</a:t>
            </a:r>
          </a:p>
        </p:txBody>
      </p:sp>
      <p:cxnSp>
        <p:nvCxnSpPr>
          <p:cNvPr id="71" name="Connector: Curved 70">
            <a:extLst>
              <a:ext uri="{FF2B5EF4-FFF2-40B4-BE49-F238E27FC236}">
                <a16:creationId xmlns:a16="http://schemas.microsoft.com/office/drawing/2014/main" id="{DF9E2DA6-3F5D-8052-0346-7F1CA6F74C4F}"/>
              </a:ext>
            </a:extLst>
          </p:cNvPr>
          <p:cNvCxnSpPr>
            <a:stCxn id="5" idx="1"/>
          </p:cNvCxnSpPr>
          <p:nvPr/>
        </p:nvCxnSpPr>
        <p:spPr>
          <a:xfrm>
            <a:off x="1984997" y="4536115"/>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2" name="Connector: Curved 71">
            <a:extLst>
              <a:ext uri="{FF2B5EF4-FFF2-40B4-BE49-F238E27FC236}">
                <a16:creationId xmlns:a16="http://schemas.microsoft.com/office/drawing/2014/main" id="{3A70C305-D346-ED7C-83DC-3EA366B7EAE9}"/>
              </a:ext>
            </a:extLst>
          </p:cNvPr>
          <p:cNvCxnSpPr>
            <a:stCxn id="12" idx="1"/>
          </p:cNvCxnSpPr>
          <p:nvPr/>
        </p:nvCxnSpPr>
        <p:spPr>
          <a:xfrm flipV="1">
            <a:off x="1982226" y="5191651"/>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3" name="Connector: Curved 72">
            <a:extLst>
              <a:ext uri="{FF2B5EF4-FFF2-40B4-BE49-F238E27FC236}">
                <a16:creationId xmlns:a16="http://schemas.microsoft.com/office/drawing/2014/main" id="{C9CDECCC-AA40-1343-E29E-B0A8BE0D95C6}"/>
              </a:ext>
            </a:extLst>
          </p:cNvPr>
          <p:cNvCxnSpPr>
            <a:stCxn id="40" idx="3"/>
            <a:endCxn id="14" idx="1"/>
          </p:cNvCxnSpPr>
          <p:nvPr/>
        </p:nvCxnSpPr>
        <p:spPr>
          <a:xfrm flipV="1">
            <a:off x="3539476" y="5051612"/>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4" name="Connector: Curved 73">
            <a:extLst>
              <a:ext uri="{FF2B5EF4-FFF2-40B4-BE49-F238E27FC236}">
                <a16:creationId xmlns:a16="http://schemas.microsoft.com/office/drawing/2014/main" id="{D4AB47E0-8F1C-11F8-C150-4216A04040F6}"/>
              </a:ext>
            </a:extLst>
          </p:cNvPr>
          <p:cNvCxnSpPr/>
          <p:nvPr/>
        </p:nvCxnSpPr>
        <p:spPr>
          <a:xfrm flipV="1">
            <a:off x="4952638" y="5051611"/>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AA295069-1490-72B4-5D82-FE8582518725}"/>
              </a:ext>
            </a:extLst>
          </p:cNvPr>
          <p:cNvSpPr/>
          <p:nvPr/>
        </p:nvSpPr>
        <p:spPr>
          <a:xfrm>
            <a:off x="5659219" y="4746052"/>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concat</a:t>
            </a:r>
            <a:endParaRPr lang="en-US" sz="1600" dirty="0">
              <a:solidFill>
                <a:schemeClr val="tx1"/>
              </a:solidFill>
            </a:endParaRPr>
          </a:p>
        </p:txBody>
      </p:sp>
      <p:sp>
        <p:nvSpPr>
          <p:cNvPr id="76" name="TextBox 75">
            <a:extLst>
              <a:ext uri="{FF2B5EF4-FFF2-40B4-BE49-F238E27FC236}">
                <a16:creationId xmlns:a16="http://schemas.microsoft.com/office/drawing/2014/main" id="{1ECAF1E9-DD0F-444E-D2F7-CE0877C2AFE5}"/>
              </a:ext>
            </a:extLst>
          </p:cNvPr>
          <p:cNvSpPr txBox="1"/>
          <p:nvPr/>
        </p:nvSpPr>
        <p:spPr>
          <a:xfrm>
            <a:off x="2448864" y="5522951"/>
            <a:ext cx="1494320" cy="646331"/>
          </a:xfrm>
          <a:prstGeom prst="rect">
            <a:avLst/>
          </a:prstGeom>
          <a:noFill/>
        </p:spPr>
        <p:txBody>
          <a:bodyPr wrap="none" rtlCol="0">
            <a:spAutoFit/>
          </a:bodyPr>
          <a:lstStyle/>
          <a:p>
            <a:r>
              <a:rPr lang="en-US" dirty="0"/>
              <a:t>[1400,1600,6]</a:t>
            </a:r>
          </a:p>
          <a:p>
            <a:r>
              <a:rPr lang="en-US" dirty="0"/>
              <a:t>@90 FPS</a:t>
            </a:r>
          </a:p>
        </p:txBody>
      </p:sp>
      <p:sp>
        <p:nvSpPr>
          <p:cNvPr id="77" name="Rectangle 76">
            <a:extLst>
              <a:ext uri="{FF2B5EF4-FFF2-40B4-BE49-F238E27FC236}">
                <a16:creationId xmlns:a16="http://schemas.microsoft.com/office/drawing/2014/main" id="{0AF939C9-1991-0A56-82CC-1CBF553E0F2A}"/>
              </a:ext>
            </a:extLst>
          </p:cNvPr>
          <p:cNvSpPr/>
          <p:nvPr/>
        </p:nvSpPr>
        <p:spPr>
          <a:xfrm>
            <a:off x="7450543"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Rectangle 77">
            <a:extLst>
              <a:ext uri="{FF2B5EF4-FFF2-40B4-BE49-F238E27FC236}">
                <a16:creationId xmlns:a16="http://schemas.microsoft.com/office/drawing/2014/main" id="{DFF5083A-4441-0C90-84C3-F8FA8647305E}"/>
              </a:ext>
            </a:extLst>
          </p:cNvPr>
          <p:cNvSpPr/>
          <p:nvPr/>
        </p:nvSpPr>
        <p:spPr>
          <a:xfrm>
            <a:off x="7602943"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4921D6C8-DB4D-A82C-7C29-DC208CAC415F}"/>
              </a:ext>
            </a:extLst>
          </p:cNvPr>
          <p:cNvSpPr/>
          <p:nvPr/>
        </p:nvSpPr>
        <p:spPr>
          <a:xfrm>
            <a:off x="7755343"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Rectangle 79">
            <a:extLst>
              <a:ext uri="{FF2B5EF4-FFF2-40B4-BE49-F238E27FC236}">
                <a16:creationId xmlns:a16="http://schemas.microsoft.com/office/drawing/2014/main" id="{ECD99405-8081-2028-7321-038A90494E93}"/>
              </a:ext>
            </a:extLst>
          </p:cNvPr>
          <p:cNvSpPr/>
          <p:nvPr/>
        </p:nvSpPr>
        <p:spPr>
          <a:xfrm>
            <a:off x="7907743"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6F3959CB-C622-1943-D9A8-0AFDFA6EB3D3}"/>
              </a:ext>
            </a:extLst>
          </p:cNvPr>
          <p:cNvSpPr/>
          <p:nvPr/>
        </p:nvSpPr>
        <p:spPr>
          <a:xfrm>
            <a:off x="8060143" y="4656757"/>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2" name="Connector: Curved 81">
            <a:extLst>
              <a:ext uri="{FF2B5EF4-FFF2-40B4-BE49-F238E27FC236}">
                <a16:creationId xmlns:a16="http://schemas.microsoft.com/office/drawing/2014/main" id="{043A4B38-9593-82E1-E90D-43F1D03C6879}"/>
              </a:ext>
            </a:extLst>
          </p:cNvPr>
          <p:cNvCxnSpPr>
            <a:endCxn id="77" idx="1"/>
          </p:cNvCxnSpPr>
          <p:nvPr/>
        </p:nvCxnSpPr>
        <p:spPr>
          <a:xfrm flipV="1">
            <a:off x="6743962" y="5051612"/>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F0DAC4FA-65E2-DD82-3418-89A5B19B614C}"/>
              </a:ext>
            </a:extLst>
          </p:cNvPr>
          <p:cNvCxnSpPr/>
          <p:nvPr/>
        </p:nvCxnSpPr>
        <p:spPr>
          <a:xfrm flipV="1">
            <a:off x="8157124" y="5051611"/>
            <a:ext cx="706581"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3EA9DFAC-810A-50F9-6290-692D2CD50BF5}"/>
              </a:ext>
            </a:extLst>
          </p:cNvPr>
          <p:cNvSpPr txBox="1"/>
          <p:nvPr/>
        </p:nvSpPr>
        <p:spPr>
          <a:xfrm>
            <a:off x="4650610" y="5600304"/>
            <a:ext cx="1377300" cy="646331"/>
          </a:xfrm>
          <a:prstGeom prst="rect">
            <a:avLst/>
          </a:prstGeom>
          <a:noFill/>
        </p:spPr>
        <p:txBody>
          <a:bodyPr wrap="none" rtlCol="0">
            <a:spAutoFit/>
          </a:bodyPr>
          <a:lstStyle/>
          <a:p>
            <a:r>
              <a:rPr lang="en-US" dirty="0"/>
              <a:t>[350,400,16]</a:t>
            </a:r>
          </a:p>
          <a:p>
            <a:r>
              <a:rPr lang="en-US" dirty="0"/>
              <a:t>@90 FPS</a:t>
            </a:r>
          </a:p>
        </p:txBody>
      </p:sp>
      <p:sp>
        <p:nvSpPr>
          <p:cNvPr id="85" name="TextBox 84">
            <a:extLst>
              <a:ext uri="{FF2B5EF4-FFF2-40B4-BE49-F238E27FC236}">
                <a16:creationId xmlns:a16="http://schemas.microsoft.com/office/drawing/2014/main" id="{21552885-BE89-CE57-F4E0-BD5A20C68D90}"/>
              </a:ext>
            </a:extLst>
          </p:cNvPr>
          <p:cNvSpPr txBox="1"/>
          <p:nvPr/>
        </p:nvSpPr>
        <p:spPr>
          <a:xfrm>
            <a:off x="6509557" y="5600304"/>
            <a:ext cx="1377300" cy="646331"/>
          </a:xfrm>
          <a:prstGeom prst="rect">
            <a:avLst/>
          </a:prstGeom>
          <a:noFill/>
        </p:spPr>
        <p:txBody>
          <a:bodyPr wrap="none" rtlCol="0">
            <a:spAutoFit/>
          </a:bodyPr>
          <a:lstStyle/>
          <a:p>
            <a:r>
              <a:rPr lang="en-US" dirty="0"/>
              <a:t>[350,400,64]</a:t>
            </a:r>
          </a:p>
          <a:p>
            <a:r>
              <a:rPr lang="en-US" dirty="0"/>
              <a:t>@30 FPS</a:t>
            </a:r>
          </a:p>
        </p:txBody>
      </p:sp>
      <p:sp>
        <p:nvSpPr>
          <p:cNvPr id="87" name="TextBox 86">
            <a:extLst>
              <a:ext uri="{FF2B5EF4-FFF2-40B4-BE49-F238E27FC236}">
                <a16:creationId xmlns:a16="http://schemas.microsoft.com/office/drawing/2014/main" id="{8A9F7AC9-D4E6-FAC6-BDEA-454E7D40CA8E}"/>
              </a:ext>
            </a:extLst>
          </p:cNvPr>
          <p:cNvSpPr txBox="1"/>
          <p:nvPr/>
        </p:nvSpPr>
        <p:spPr>
          <a:xfrm>
            <a:off x="4135840" y="3849075"/>
            <a:ext cx="1334340" cy="646331"/>
          </a:xfrm>
          <a:prstGeom prst="rect">
            <a:avLst/>
          </a:prstGeom>
          <a:noFill/>
        </p:spPr>
        <p:txBody>
          <a:bodyPr wrap="none" rtlCol="0">
            <a:spAutoFit/>
          </a:bodyPr>
          <a:lstStyle/>
          <a:p>
            <a:r>
              <a:rPr lang="en-US" dirty="0"/>
              <a:t>binocular</a:t>
            </a:r>
          </a:p>
          <a:p>
            <a:r>
              <a:rPr lang="en-US" dirty="0"/>
              <a:t>feature map</a:t>
            </a:r>
          </a:p>
        </p:txBody>
      </p:sp>
      <p:sp>
        <p:nvSpPr>
          <p:cNvPr id="88" name="TextBox 87">
            <a:extLst>
              <a:ext uri="{FF2B5EF4-FFF2-40B4-BE49-F238E27FC236}">
                <a16:creationId xmlns:a16="http://schemas.microsoft.com/office/drawing/2014/main" id="{38EEB444-234C-99F6-93EA-C02891A48BA4}"/>
              </a:ext>
            </a:extLst>
          </p:cNvPr>
          <p:cNvSpPr txBox="1"/>
          <p:nvPr/>
        </p:nvSpPr>
        <p:spPr>
          <a:xfrm>
            <a:off x="7290449" y="3884687"/>
            <a:ext cx="1334340" cy="646331"/>
          </a:xfrm>
          <a:prstGeom prst="rect">
            <a:avLst/>
          </a:prstGeom>
          <a:noFill/>
        </p:spPr>
        <p:txBody>
          <a:bodyPr wrap="none" rtlCol="0">
            <a:spAutoFit/>
          </a:bodyPr>
          <a:lstStyle/>
          <a:p>
            <a:r>
              <a:rPr lang="en-US" dirty="0" err="1"/>
              <a:t>multiframe</a:t>
            </a:r>
            <a:endParaRPr lang="en-US" dirty="0"/>
          </a:p>
          <a:p>
            <a:r>
              <a:rPr lang="en-US" dirty="0"/>
              <a:t>feature map</a:t>
            </a:r>
          </a:p>
        </p:txBody>
      </p:sp>
      <p:sp>
        <p:nvSpPr>
          <p:cNvPr id="89" name="TextBox 88">
            <a:extLst>
              <a:ext uri="{FF2B5EF4-FFF2-40B4-BE49-F238E27FC236}">
                <a16:creationId xmlns:a16="http://schemas.microsoft.com/office/drawing/2014/main" id="{FAF09D80-142D-C5DC-523E-1B8805122E5D}"/>
              </a:ext>
            </a:extLst>
          </p:cNvPr>
          <p:cNvSpPr txBox="1"/>
          <p:nvPr/>
        </p:nvSpPr>
        <p:spPr>
          <a:xfrm>
            <a:off x="1371310" y="3942632"/>
            <a:ext cx="971804" cy="369332"/>
          </a:xfrm>
          <a:prstGeom prst="rect">
            <a:avLst/>
          </a:prstGeom>
          <a:noFill/>
        </p:spPr>
        <p:txBody>
          <a:bodyPr wrap="none" rtlCol="0">
            <a:spAutoFit/>
          </a:bodyPr>
          <a:lstStyle/>
          <a:p>
            <a:r>
              <a:rPr lang="en-US" dirty="0"/>
              <a:t>Mira220</a:t>
            </a:r>
          </a:p>
        </p:txBody>
      </p:sp>
      <p:sp>
        <p:nvSpPr>
          <p:cNvPr id="90" name="TextBox 89">
            <a:extLst>
              <a:ext uri="{FF2B5EF4-FFF2-40B4-BE49-F238E27FC236}">
                <a16:creationId xmlns:a16="http://schemas.microsoft.com/office/drawing/2014/main" id="{56F79433-9AEC-8A2F-ADEB-C6726FE71AD1}"/>
              </a:ext>
            </a:extLst>
          </p:cNvPr>
          <p:cNvSpPr txBox="1"/>
          <p:nvPr/>
        </p:nvSpPr>
        <p:spPr>
          <a:xfrm>
            <a:off x="1371310" y="4991728"/>
            <a:ext cx="971804" cy="369332"/>
          </a:xfrm>
          <a:prstGeom prst="rect">
            <a:avLst/>
          </a:prstGeom>
          <a:noFill/>
        </p:spPr>
        <p:txBody>
          <a:bodyPr wrap="none" rtlCol="0">
            <a:spAutoFit/>
          </a:bodyPr>
          <a:lstStyle/>
          <a:p>
            <a:r>
              <a:rPr lang="en-US" dirty="0"/>
              <a:t>Mira220</a:t>
            </a:r>
          </a:p>
        </p:txBody>
      </p:sp>
      <p:sp>
        <p:nvSpPr>
          <p:cNvPr id="91" name="TextBox 90">
            <a:extLst>
              <a:ext uri="{FF2B5EF4-FFF2-40B4-BE49-F238E27FC236}">
                <a16:creationId xmlns:a16="http://schemas.microsoft.com/office/drawing/2014/main" id="{DF57C245-EAE4-438F-F822-45B17857A456}"/>
              </a:ext>
            </a:extLst>
          </p:cNvPr>
          <p:cNvSpPr txBox="1"/>
          <p:nvPr/>
        </p:nvSpPr>
        <p:spPr>
          <a:xfrm>
            <a:off x="10093393" y="4423674"/>
            <a:ext cx="303288" cy="369332"/>
          </a:xfrm>
          <a:prstGeom prst="rect">
            <a:avLst/>
          </a:prstGeom>
          <a:noFill/>
        </p:spPr>
        <p:txBody>
          <a:bodyPr wrap="none" rtlCol="0">
            <a:spAutoFit/>
          </a:bodyPr>
          <a:lstStyle/>
          <a:p>
            <a:r>
              <a:rPr lang="en-US" dirty="0"/>
              <a:t>P</a:t>
            </a:r>
          </a:p>
        </p:txBody>
      </p:sp>
      <p:sp>
        <p:nvSpPr>
          <p:cNvPr id="95" name="Rectangle 94">
            <a:extLst>
              <a:ext uri="{FF2B5EF4-FFF2-40B4-BE49-F238E27FC236}">
                <a16:creationId xmlns:a16="http://schemas.microsoft.com/office/drawing/2014/main" id="{123EDF7C-9188-04A5-ADA5-049F2A75EE32}"/>
              </a:ext>
            </a:extLst>
          </p:cNvPr>
          <p:cNvSpPr/>
          <p:nvPr/>
        </p:nvSpPr>
        <p:spPr>
          <a:xfrm>
            <a:off x="8860933" y="4718410"/>
            <a:ext cx="1278149" cy="8818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pan,tilt,zoom</a:t>
            </a:r>
            <a:endParaRPr lang="en-US" sz="1600" dirty="0">
              <a:solidFill>
                <a:schemeClr val="tx1"/>
              </a:solidFill>
            </a:endParaRPr>
          </a:p>
          <a:p>
            <a:pPr algn="ctr"/>
            <a:r>
              <a:rPr lang="en-US" sz="1600" dirty="0">
                <a:solidFill>
                  <a:schemeClr val="tx1"/>
                </a:solidFill>
              </a:rPr>
              <a:t>control</a:t>
            </a:r>
          </a:p>
        </p:txBody>
      </p:sp>
      <p:cxnSp>
        <p:nvCxnSpPr>
          <p:cNvPr id="99" name="Straight Arrow Connector 98">
            <a:extLst>
              <a:ext uri="{FF2B5EF4-FFF2-40B4-BE49-F238E27FC236}">
                <a16:creationId xmlns:a16="http://schemas.microsoft.com/office/drawing/2014/main" id="{ECC1D818-3DF2-BEFA-E778-1D8415AAC04D}"/>
              </a:ext>
            </a:extLst>
          </p:cNvPr>
          <p:cNvCxnSpPr>
            <a:cxnSpLocks/>
          </p:cNvCxnSpPr>
          <p:nvPr/>
        </p:nvCxnSpPr>
        <p:spPr>
          <a:xfrm>
            <a:off x="10139082" y="4808030"/>
            <a:ext cx="340659" cy="10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0" name="TextBox 99">
            <a:extLst>
              <a:ext uri="{FF2B5EF4-FFF2-40B4-BE49-F238E27FC236}">
                <a16:creationId xmlns:a16="http://schemas.microsoft.com/office/drawing/2014/main" id="{CFD5534A-4891-CDE9-04F6-DC53ED73BD8A}"/>
              </a:ext>
            </a:extLst>
          </p:cNvPr>
          <p:cNvSpPr txBox="1"/>
          <p:nvPr/>
        </p:nvSpPr>
        <p:spPr>
          <a:xfrm>
            <a:off x="10113512" y="4818528"/>
            <a:ext cx="303288" cy="369332"/>
          </a:xfrm>
          <a:prstGeom prst="rect">
            <a:avLst/>
          </a:prstGeom>
          <a:noFill/>
        </p:spPr>
        <p:txBody>
          <a:bodyPr wrap="none" rtlCol="0">
            <a:spAutoFit/>
          </a:bodyPr>
          <a:lstStyle/>
          <a:p>
            <a:r>
              <a:rPr lang="en-US" dirty="0"/>
              <a:t>T</a:t>
            </a:r>
          </a:p>
        </p:txBody>
      </p:sp>
      <p:cxnSp>
        <p:nvCxnSpPr>
          <p:cNvPr id="101" name="Straight Arrow Connector 100">
            <a:extLst>
              <a:ext uri="{FF2B5EF4-FFF2-40B4-BE49-F238E27FC236}">
                <a16:creationId xmlns:a16="http://schemas.microsoft.com/office/drawing/2014/main" id="{FF4A7385-CBBD-43A9-056C-08B1E8FC0EE5}"/>
              </a:ext>
            </a:extLst>
          </p:cNvPr>
          <p:cNvCxnSpPr>
            <a:cxnSpLocks/>
          </p:cNvCxnSpPr>
          <p:nvPr/>
        </p:nvCxnSpPr>
        <p:spPr>
          <a:xfrm>
            <a:off x="10139082" y="5177362"/>
            <a:ext cx="340659" cy="10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C48C281C-6E9E-920B-1B21-A6D06494A9BF}"/>
              </a:ext>
            </a:extLst>
          </p:cNvPr>
          <p:cNvSpPr txBox="1"/>
          <p:nvPr/>
        </p:nvSpPr>
        <p:spPr>
          <a:xfrm>
            <a:off x="10126109" y="5175133"/>
            <a:ext cx="303288" cy="369332"/>
          </a:xfrm>
          <a:prstGeom prst="rect">
            <a:avLst/>
          </a:prstGeom>
          <a:noFill/>
        </p:spPr>
        <p:txBody>
          <a:bodyPr wrap="none" rtlCol="0">
            <a:spAutoFit/>
          </a:bodyPr>
          <a:lstStyle/>
          <a:p>
            <a:r>
              <a:rPr lang="en-US" dirty="0"/>
              <a:t>Z</a:t>
            </a:r>
          </a:p>
        </p:txBody>
      </p:sp>
      <p:cxnSp>
        <p:nvCxnSpPr>
          <p:cNvPr id="103" name="Straight Arrow Connector 102">
            <a:extLst>
              <a:ext uri="{FF2B5EF4-FFF2-40B4-BE49-F238E27FC236}">
                <a16:creationId xmlns:a16="http://schemas.microsoft.com/office/drawing/2014/main" id="{F01A0DA3-C326-9673-1D33-D3B94F54F43D}"/>
              </a:ext>
            </a:extLst>
          </p:cNvPr>
          <p:cNvCxnSpPr>
            <a:cxnSpLocks/>
          </p:cNvCxnSpPr>
          <p:nvPr/>
        </p:nvCxnSpPr>
        <p:spPr>
          <a:xfrm>
            <a:off x="10151680" y="5510099"/>
            <a:ext cx="340659" cy="10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11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0B16F-04A0-CF28-493A-FC50A733C402}"/>
              </a:ext>
            </a:extLst>
          </p:cNvPr>
          <p:cNvSpPr>
            <a:spLocks noGrp="1"/>
          </p:cNvSpPr>
          <p:nvPr>
            <p:ph type="title"/>
          </p:nvPr>
        </p:nvSpPr>
        <p:spPr/>
        <p:txBody>
          <a:bodyPr/>
          <a:lstStyle/>
          <a:p>
            <a:r>
              <a:rPr lang="en-US" dirty="0"/>
              <a:t>High performance demo</a:t>
            </a:r>
          </a:p>
        </p:txBody>
      </p:sp>
      <p:sp>
        <p:nvSpPr>
          <p:cNvPr id="3" name="Rectangle 2">
            <a:extLst>
              <a:ext uri="{FF2B5EF4-FFF2-40B4-BE49-F238E27FC236}">
                <a16:creationId xmlns:a16="http://schemas.microsoft.com/office/drawing/2014/main" id="{90E26A8F-7C02-0ABD-AF41-81C4A3113C8E}"/>
              </a:ext>
            </a:extLst>
          </p:cNvPr>
          <p:cNvSpPr/>
          <p:nvPr/>
        </p:nvSpPr>
        <p:spPr>
          <a:xfrm>
            <a:off x="1562791" y="2651758"/>
            <a:ext cx="1113907" cy="997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MIRA220</a:t>
            </a:r>
          </a:p>
        </p:txBody>
      </p:sp>
      <p:sp>
        <p:nvSpPr>
          <p:cNvPr id="4" name="Rectangle 3">
            <a:extLst>
              <a:ext uri="{FF2B5EF4-FFF2-40B4-BE49-F238E27FC236}">
                <a16:creationId xmlns:a16="http://schemas.microsoft.com/office/drawing/2014/main" id="{FED748BD-1C84-4DE7-31C7-89E5E2A7686B}"/>
              </a:ext>
            </a:extLst>
          </p:cNvPr>
          <p:cNvSpPr/>
          <p:nvPr/>
        </p:nvSpPr>
        <p:spPr>
          <a:xfrm>
            <a:off x="5292436" y="2537458"/>
            <a:ext cx="1501833" cy="122612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XC7VX1140T</a:t>
            </a:r>
          </a:p>
        </p:txBody>
      </p:sp>
      <p:cxnSp>
        <p:nvCxnSpPr>
          <p:cNvPr id="7" name="Straight Arrow Connector 6">
            <a:extLst>
              <a:ext uri="{FF2B5EF4-FFF2-40B4-BE49-F238E27FC236}">
                <a16:creationId xmlns:a16="http://schemas.microsoft.com/office/drawing/2014/main" id="{69CF52CE-BFC7-6773-7C3C-C757A47895D2}"/>
              </a:ext>
            </a:extLst>
          </p:cNvPr>
          <p:cNvCxnSpPr>
            <a:stCxn id="3" idx="3"/>
            <a:endCxn id="4" idx="1"/>
          </p:cNvCxnSpPr>
          <p:nvPr/>
        </p:nvCxnSpPr>
        <p:spPr>
          <a:xfrm>
            <a:off x="2676698" y="3150522"/>
            <a:ext cx="261573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36BC466-43D2-5655-0E76-B9E071EC0262}"/>
              </a:ext>
            </a:extLst>
          </p:cNvPr>
          <p:cNvSpPr txBox="1"/>
          <p:nvPr/>
        </p:nvSpPr>
        <p:spPr>
          <a:xfrm>
            <a:off x="6794269" y="2828357"/>
            <a:ext cx="1687578" cy="369332"/>
          </a:xfrm>
          <a:prstGeom prst="rect">
            <a:avLst/>
          </a:prstGeom>
          <a:noFill/>
        </p:spPr>
        <p:txBody>
          <a:bodyPr wrap="none" rtlCol="0">
            <a:spAutoFit/>
          </a:bodyPr>
          <a:lstStyle/>
          <a:p>
            <a:r>
              <a:rPr lang="en-US" dirty="0"/>
              <a:t>USB or Ethernet</a:t>
            </a:r>
          </a:p>
        </p:txBody>
      </p:sp>
      <p:sp>
        <p:nvSpPr>
          <p:cNvPr id="9" name="TextBox 8">
            <a:extLst>
              <a:ext uri="{FF2B5EF4-FFF2-40B4-BE49-F238E27FC236}">
                <a16:creationId xmlns:a16="http://schemas.microsoft.com/office/drawing/2014/main" id="{F2EEBC76-9076-B2F8-7E31-D9319FC5CD81}"/>
              </a:ext>
            </a:extLst>
          </p:cNvPr>
          <p:cNvSpPr txBox="1"/>
          <p:nvPr/>
        </p:nvSpPr>
        <p:spPr>
          <a:xfrm>
            <a:off x="2690553" y="3162061"/>
            <a:ext cx="2441630" cy="369332"/>
          </a:xfrm>
          <a:prstGeom prst="rect">
            <a:avLst/>
          </a:prstGeom>
          <a:noFill/>
        </p:spPr>
        <p:txBody>
          <a:bodyPr wrap="none" rtlCol="0">
            <a:spAutoFit/>
          </a:bodyPr>
          <a:lstStyle/>
          <a:p>
            <a:r>
              <a:rPr lang="en-US" dirty="0"/>
              <a:t>1600x1400 RGB @60fps</a:t>
            </a:r>
          </a:p>
        </p:txBody>
      </p:sp>
      <p:cxnSp>
        <p:nvCxnSpPr>
          <p:cNvPr id="11" name="Straight Arrow Connector 10">
            <a:extLst>
              <a:ext uri="{FF2B5EF4-FFF2-40B4-BE49-F238E27FC236}">
                <a16:creationId xmlns:a16="http://schemas.microsoft.com/office/drawing/2014/main" id="{1B390D29-FDA2-B505-4836-D4FAA7B8D3DE}"/>
              </a:ext>
            </a:extLst>
          </p:cNvPr>
          <p:cNvCxnSpPr>
            <a:cxnSpLocks/>
            <a:stCxn id="4" idx="3"/>
          </p:cNvCxnSpPr>
          <p:nvPr/>
        </p:nvCxnSpPr>
        <p:spPr>
          <a:xfrm>
            <a:off x="6794269" y="3150523"/>
            <a:ext cx="20670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ADBAA18-A917-2FF9-AA6A-AB0F935666BB}"/>
              </a:ext>
            </a:extLst>
          </p:cNvPr>
          <p:cNvSpPr txBox="1"/>
          <p:nvPr/>
        </p:nvSpPr>
        <p:spPr>
          <a:xfrm>
            <a:off x="9205391" y="2689858"/>
            <a:ext cx="2148409" cy="923330"/>
          </a:xfrm>
          <a:prstGeom prst="rect">
            <a:avLst/>
          </a:prstGeom>
          <a:noFill/>
        </p:spPr>
        <p:txBody>
          <a:bodyPr wrap="none" rtlCol="0">
            <a:spAutoFit/>
          </a:bodyPr>
          <a:lstStyle/>
          <a:p>
            <a:r>
              <a:rPr lang="en-US" dirty="0"/>
              <a:t>feature map</a:t>
            </a:r>
          </a:p>
          <a:p>
            <a:r>
              <a:rPr lang="en-US" dirty="0"/>
              <a:t>classifier heat map</a:t>
            </a:r>
          </a:p>
          <a:p>
            <a:r>
              <a:rPr lang="en-US" dirty="0" err="1"/>
              <a:t>multiframe</a:t>
            </a:r>
            <a:r>
              <a:rPr lang="en-US" dirty="0"/>
              <a:t> classifier </a:t>
            </a:r>
          </a:p>
        </p:txBody>
      </p:sp>
      <p:sp>
        <p:nvSpPr>
          <p:cNvPr id="13" name="TextBox 12">
            <a:extLst>
              <a:ext uri="{FF2B5EF4-FFF2-40B4-BE49-F238E27FC236}">
                <a16:creationId xmlns:a16="http://schemas.microsoft.com/office/drawing/2014/main" id="{15C1B9D3-E950-2CBC-61EE-E87CAB3EB4E1}"/>
              </a:ext>
            </a:extLst>
          </p:cNvPr>
          <p:cNvSpPr txBox="1"/>
          <p:nvPr/>
        </p:nvSpPr>
        <p:spPr>
          <a:xfrm>
            <a:off x="654381" y="4376651"/>
            <a:ext cx="7447552" cy="2862322"/>
          </a:xfrm>
          <a:prstGeom prst="rect">
            <a:avLst/>
          </a:prstGeom>
          <a:noFill/>
        </p:spPr>
        <p:txBody>
          <a:bodyPr wrap="none" rtlCol="0">
            <a:spAutoFit/>
          </a:bodyPr>
          <a:lstStyle/>
          <a:p>
            <a:r>
              <a:rPr lang="en-US" dirty="0"/>
              <a:t>classifier heat map (auto PTZ)</a:t>
            </a:r>
          </a:p>
          <a:p>
            <a:r>
              <a:rPr lang="en-US" dirty="0" err="1"/>
              <a:t>multiframe</a:t>
            </a:r>
            <a:r>
              <a:rPr lang="en-US" dirty="0"/>
              <a:t> classifier (action recognition) </a:t>
            </a:r>
          </a:p>
          <a:p>
            <a:r>
              <a:rPr lang="en-US" dirty="0"/>
              <a:t>stereo vision (RGBD)</a:t>
            </a:r>
          </a:p>
          <a:p>
            <a:r>
              <a:rPr lang="en-US" dirty="0"/>
              <a:t>hyperspectral imaging, feature map based on sensor fusion</a:t>
            </a:r>
          </a:p>
          <a:p>
            <a:r>
              <a:rPr lang="en-US" dirty="0"/>
              <a:t>line scan image sensor with infinite scrolling</a:t>
            </a:r>
          </a:p>
          <a:p>
            <a:r>
              <a:rPr lang="en-US" dirty="0"/>
              <a:t>audio analysis using spectrograms </a:t>
            </a:r>
            <a:r>
              <a:rPr lang="en-US" dirty="0">
                <a:hlinkClick r:id="rId2"/>
              </a:rPr>
              <a:t>https://en.wikipedia.org/wiki/Spectrogram</a:t>
            </a:r>
            <a:endParaRPr lang="en-US" dirty="0"/>
          </a:p>
          <a:p>
            <a:r>
              <a:rPr lang="en-US" dirty="0"/>
              <a:t>self supervised visual feature learning </a:t>
            </a:r>
            <a:r>
              <a:rPr lang="en-US" dirty="0">
                <a:hlinkClick r:id="rId3"/>
              </a:rPr>
              <a:t>https://arxiv.org/pdf/1902.06162.pdf</a:t>
            </a:r>
            <a:endParaRPr lang="en-US" dirty="0"/>
          </a:p>
          <a:p>
            <a:endParaRPr lang="en-US" dirty="0"/>
          </a:p>
          <a:p>
            <a:endParaRPr lang="en-US" dirty="0"/>
          </a:p>
          <a:p>
            <a:endParaRPr lang="en-US" dirty="0"/>
          </a:p>
        </p:txBody>
      </p:sp>
      <p:sp>
        <p:nvSpPr>
          <p:cNvPr id="14" name="TextBox 13">
            <a:extLst>
              <a:ext uri="{FF2B5EF4-FFF2-40B4-BE49-F238E27FC236}">
                <a16:creationId xmlns:a16="http://schemas.microsoft.com/office/drawing/2014/main" id="{FDD87C27-075C-D382-6772-50E7BCDD4A49}"/>
              </a:ext>
            </a:extLst>
          </p:cNvPr>
          <p:cNvSpPr txBox="1"/>
          <p:nvPr/>
        </p:nvSpPr>
        <p:spPr>
          <a:xfrm>
            <a:off x="2775539" y="2521380"/>
            <a:ext cx="1489895" cy="646331"/>
          </a:xfrm>
          <a:prstGeom prst="rect">
            <a:avLst/>
          </a:prstGeom>
          <a:noFill/>
        </p:spPr>
        <p:txBody>
          <a:bodyPr wrap="none" rtlCol="0">
            <a:spAutoFit/>
          </a:bodyPr>
          <a:lstStyle/>
          <a:p>
            <a:r>
              <a:rPr lang="en-US" dirty="0"/>
              <a:t>MIPI CSI-2</a:t>
            </a:r>
          </a:p>
          <a:p>
            <a:r>
              <a:rPr lang="en-US" dirty="0"/>
              <a:t>DPHY 1.5Gb/s</a:t>
            </a:r>
          </a:p>
        </p:txBody>
      </p:sp>
      <p:sp>
        <p:nvSpPr>
          <p:cNvPr id="16" name="TextBox 15">
            <a:extLst>
              <a:ext uri="{FF2B5EF4-FFF2-40B4-BE49-F238E27FC236}">
                <a16:creationId xmlns:a16="http://schemas.microsoft.com/office/drawing/2014/main" id="{69E88F38-7147-041A-58BD-598F2A641B6B}"/>
              </a:ext>
            </a:extLst>
          </p:cNvPr>
          <p:cNvSpPr txBox="1"/>
          <p:nvPr/>
        </p:nvSpPr>
        <p:spPr>
          <a:xfrm>
            <a:off x="6766960" y="3191773"/>
            <a:ext cx="2076659" cy="369332"/>
          </a:xfrm>
          <a:prstGeom prst="rect">
            <a:avLst/>
          </a:prstGeom>
          <a:noFill/>
        </p:spPr>
        <p:txBody>
          <a:bodyPr wrap="none" rtlCol="0">
            <a:spAutoFit/>
          </a:bodyPr>
          <a:lstStyle/>
          <a:p>
            <a:r>
              <a:rPr lang="en-US" dirty="0"/>
              <a:t>89x76 mono@60fps</a:t>
            </a:r>
          </a:p>
        </p:txBody>
      </p:sp>
    </p:spTree>
    <p:extLst>
      <p:ext uri="{BB962C8B-B14F-4D97-AF65-F5344CB8AC3E}">
        <p14:creationId xmlns:p14="http://schemas.microsoft.com/office/powerpoint/2010/main" val="2731711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594B13-F6B1-E672-2944-BF9661E2D0C5}"/>
              </a:ext>
            </a:extLst>
          </p:cNvPr>
          <p:cNvSpPr txBox="1"/>
          <p:nvPr/>
        </p:nvSpPr>
        <p:spPr>
          <a:xfrm>
            <a:off x="490451" y="448887"/>
            <a:ext cx="6743449" cy="923330"/>
          </a:xfrm>
          <a:prstGeom prst="rect">
            <a:avLst/>
          </a:prstGeom>
          <a:noFill/>
        </p:spPr>
        <p:txBody>
          <a:bodyPr wrap="none" rtlCol="0">
            <a:spAutoFit/>
          </a:bodyPr>
          <a:lstStyle/>
          <a:p>
            <a:r>
              <a:rPr lang="en-US" dirty="0"/>
              <a:t>binocular vision demo - self supervised binocular feature map training</a:t>
            </a:r>
          </a:p>
          <a:p>
            <a:r>
              <a:rPr lang="en-US" dirty="0">
                <a:hlinkClick r:id="rId2"/>
              </a:rPr>
              <a:t>https://en.wikipedia.org/wiki/Binocular_vision</a:t>
            </a:r>
            <a:endParaRPr lang="en-US" dirty="0"/>
          </a:p>
          <a:p>
            <a:endParaRPr lang="en-US" dirty="0"/>
          </a:p>
        </p:txBody>
      </p:sp>
      <p:sp>
        <p:nvSpPr>
          <p:cNvPr id="3" name="Cylinder 2">
            <a:extLst>
              <a:ext uri="{FF2B5EF4-FFF2-40B4-BE49-F238E27FC236}">
                <a16:creationId xmlns:a16="http://schemas.microsoft.com/office/drawing/2014/main" id="{3674FC61-8D3B-B5EC-FEF8-8CD6EE95E709}"/>
              </a:ext>
            </a:extLst>
          </p:cNvPr>
          <p:cNvSpPr/>
          <p:nvPr/>
        </p:nvSpPr>
        <p:spPr>
          <a:xfrm rot="754558">
            <a:off x="1088967" y="2618508"/>
            <a:ext cx="390698" cy="133004"/>
          </a:xfrm>
          <a:prstGeom prst="ca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Cylinder 3">
            <a:extLst>
              <a:ext uri="{FF2B5EF4-FFF2-40B4-BE49-F238E27FC236}">
                <a16:creationId xmlns:a16="http://schemas.microsoft.com/office/drawing/2014/main" id="{D64B2196-CF3D-D3E4-2A09-953EE645CFEB}"/>
              </a:ext>
            </a:extLst>
          </p:cNvPr>
          <p:cNvSpPr/>
          <p:nvPr/>
        </p:nvSpPr>
        <p:spPr>
          <a:xfrm rot="20845442" flipH="1">
            <a:off x="2438405" y="2618508"/>
            <a:ext cx="390698" cy="133004"/>
          </a:xfrm>
          <a:prstGeom prst="ca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E948486-E57B-F999-CFBD-562A142759AA}"/>
              </a:ext>
            </a:extLst>
          </p:cNvPr>
          <p:cNvCxnSpPr/>
          <p:nvPr/>
        </p:nvCxnSpPr>
        <p:spPr>
          <a:xfrm flipH="1">
            <a:off x="1172094" y="2352502"/>
            <a:ext cx="199505" cy="723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69309FD-73E6-3F10-B1E5-FC354EAF4EFA}"/>
              </a:ext>
            </a:extLst>
          </p:cNvPr>
          <p:cNvCxnSpPr/>
          <p:nvPr/>
        </p:nvCxnSpPr>
        <p:spPr>
          <a:xfrm>
            <a:off x="2543694" y="2310938"/>
            <a:ext cx="174567" cy="67333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D74AA3F-663E-598B-0ABC-5B68EEA3100E}"/>
              </a:ext>
            </a:extLst>
          </p:cNvPr>
          <p:cNvSpPr txBox="1"/>
          <p:nvPr/>
        </p:nvSpPr>
        <p:spPr>
          <a:xfrm>
            <a:off x="756457" y="3499659"/>
            <a:ext cx="8707127" cy="1477328"/>
          </a:xfrm>
          <a:prstGeom prst="rect">
            <a:avLst/>
          </a:prstGeom>
          <a:noFill/>
        </p:spPr>
        <p:txBody>
          <a:bodyPr wrap="none" rtlCol="0">
            <a:spAutoFit/>
          </a:bodyPr>
          <a:lstStyle/>
          <a:p>
            <a:r>
              <a:rPr lang="en-US" dirty="0"/>
              <a:t>~10 deg vergence angle</a:t>
            </a:r>
          </a:p>
          <a:p>
            <a:r>
              <a:rPr lang="en-US" dirty="0"/>
              <a:t>~10 cm distance between cameras</a:t>
            </a:r>
          </a:p>
          <a:p>
            <a:endParaRPr lang="en-US" dirty="0"/>
          </a:p>
          <a:p>
            <a:r>
              <a:rPr lang="en-US" dirty="0"/>
              <a:t>predict A given B, B given A, sharing weights</a:t>
            </a:r>
          </a:p>
          <a:p>
            <a:r>
              <a:rPr lang="en-US" dirty="0"/>
              <a:t>self supervised "pixels to feature map" learning with binocular inputs, multi-frame features</a:t>
            </a:r>
          </a:p>
        </p:txBody>
      </p:sp>
      <p:sp>
        <p:nvSpPr>
          <p:cNvPr id="10" name="TextBox 9">
            <a:extLst>
              <a:ext uri="{FF2B5EF4-FFF2-40B4-BE49-F238E27FC236}">
                <a16:creationId xmlns:a16="http://schemas.microsoft.com/office/drawing/2014/main" id="{03C3F0F1-2AB7-D1B6-3339-498EFD0A4435}"/>
              </a:ext>
            </a:extLst>
          </p:cNvPr>
          <p:cNvSpPr txBox="1"/>
          <p:nvPr/>
        </p:nvSpPr>
        <p:spPr>
          <a:xfrm>
            <a:off x="920316" y="2692123"/>
            <a:ext cx="317716" cy="369332"/>
          </a:xfrm>
          <a:prstGeom prst="rect">
            <a:avLst/>
          </a:prstGeom>
          <a:noFill/>
        </p:spPr>
        <p:txBody>
          <a:bodyPr wrap="none" rtlCol="0">
            <a:spAutoFit/>
          </a:bodyPr>
          <a:lstStyle/>
          <a:p>
            <a:r>
              <a:rPr lang="en-US" dirty="0"/>
              <a:t>A</a:t>
            </a:r>
          </a:p>
        </p:txBody>
      </p:sp>
      <p:sp>
        <p:nvSpPr>
          <p:cNvPr id="11" name="TextBox 10">
            <a:extLst>
              <a:ext uri="{FF2B5EF4-FFF2-40B4-BE49-F238E27FC236}">
                <a16:creationId xmlns:a16="http://schemas.microsoft.com/office/drawing/2014/main" id="{410C70D8-DD02-6AF3-6DAF-E5F4080E4E13}"/>
              </a:ext>
            </a:extLst>
          </p:cNvPr>
          <p:cNvSpPr txBox="1"/>
          <p:nvPr/>
        </p:nvSpPr>
        <p:spPr>
          <a:xfrm>
            <a:off x="2384836" y="2776723"/>
            <a:ext cx="309700" cy="369332"/>
          </a:xfrm>
          <a:prstGeom prst="rect">
            <a:avLst/>
          </a:prstGeom>
          <a:noFill/>
        </p:spPr>
        <p:txBody>
          <a:bodyPr wrap="none" rtlCol="0">
            <a:spAutoFit/>
          </a:bodyPr>
          <a:lstStyle/>
          <a:p>
            <a:r>
              <a:rPr lang="en-US" dirty="0"/>
              <a:t>B</a:t>
            </a:r>
          </a:p>
        </p:txBody>
      </p:sp>
      <p:cxnSp>
        <p:nvCxnSpPr>
          <p:cNvPr id="13" name="Straight Connector 12">
            <a:extLst>
              <a:ext uri="{FF2B5EF4-FFF2-40B4-BE49-F238E27FC236}">
                <a16:creationId xmlns:a16="http://schemas.microsoft.com/office/drawing/2014/main" id="{2423B3AE-DD0B-272F-3C93-3A0734299C81}"/>
              </a:ext>
            </a:extLst>
          </p:cNvPr>
          <p:cNvCxnSpPr>
            <a:stCxn id="3" idx="0"/>
            <a:endCxn id="4" idx="0"/>
          </p:cNvCxnSpPr>
          <p:nvPr/>
        </p:nvCxnSpPr>
        <p:spPr>
          <a:xfrm>
            <a:off x="1291556" y="2652557"/>
            <a:ext cx="1334958"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80359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8BBB6D-D1AD-83C3-2193-24A2E2D84EEF}"/>
              </a:ext>
            </a:extLst>
          </p:cNvPr>
          <p:cNvPicPr>
            <a:picLocks noChangeAspect="1"/>
          </p:cNvPicPr>
          <p:nvPr/>
        </p:nvPicPr>
        <p:blipFill>
          <a:blip r:embed="rId2"/>
          <a:stretch>
            <a:fillRect/>
          </a:stretch>
        </p:blipFill>
        <p:spPr>
          <a:xfrm>
            <a:off x="933450" y="628650"/>
            <a:ext cx="7653597" cy="4151582"/>
          </a:xfrm>
          <a:prstGeom prst="rect">
            <a:avLst/>
          </a:prstGeom>
        </p:spPr>
      </p:pic>
      <p:sp>
        <p:nvSpPr>
          <p:cNvPr id="5" name="TextBox 4">
            <a:extLst>
              <a:ext uri="{FF2B5EF4-FFF2-40B4-BE49-F238E27FC236}">
                <a16:creationId xmlns:a16="http://schemas.microsoft.com/office/drawing/2014/main" id="{83C8379D-9AFE-83B2-C09E-4C1B5B660775}"/>
              </a:ext>
            </a:extLst>
          </p:cNvPr>
          <p:cNvSpPr txBox="1"/>
          <p:nvPr/>
        </p:nvSpPr>
        <p:spPr>
          <a:xfrm>
            <a:off x="1136765" y="4534584"/>
            <a:ext cx="10325100" cy="646331"/>
          </a:xfrm>
          <a:prstGeom prst="rect">
            <a:avLst/>
          </a:prstGeom>
          <a:noFill/>
        </p:spPr>
        <p:txBody>
          <a:bodyPr wrap="square">
            <a:spAutoFit/>
          </a:bodyPr>
          <a:lstStyle/>
          <a:p>
            <a:r>
              <a:rPr lang="en-US" dirty="0"/>
              <a:t>https://www.sciencedirect.com/science/article/pii/S0020025522013032 </a:t>
            </a:r>
          </a:p>
          <a:p>
            <a:r>
              <a:rPr lang="en-US" dirty="0"/>
              <a:t>https://www.robots.ox.ac.uk/~vgg/publications/2021/Ge21/ge21.pdf</a:t>
            </a:r>
          </a:p>
        </p:txBody>
      </p:sp>
      <p:sp>
        <p:nvSpPr>
          <p:cNvPr id="6" name="TextBox 5">
            <a:extLst>
              <a:ext uri="{FF2B5EF4-FFF2-40B4-BE49-F238E27FC236}">
                <a16:creationId xmlns:a16="http://schemas.microsoft.com/office/drawing/2014/main" id="{1CABD3BB-0613-F8D3-6724-DC43EC3A0B03}"/>
              </a:ext>
            </a:extLst>
          </p:cNvPr>
          <p:cNvSpPr txBox="1"/>
          <p:nvPr/>
        </p:nvSpPr>
        <p:spPr>
          <a:xfrm>
            <a:off x="1271455" y="5494712"/>
            <a:ext cx="7315592" cy="1200329"/>
          </a:xfrm>
          <a:prstGeom prst="rect">
            <a:avLst/>
          </a:prstGeom>
          <a:noFill/>
        </p:spPr>
        <p:txBody>
          <a:bodyPr wrap="none" rtlCol="0">
            <a:spAutoFit/>
          </a:bodyPr>
          <a:lstStyle/>
          <a:p>
            <a:r>
              <a:rPr lang="en-US" dirty="0"/>
              <a:t>self supervised egocentric multicamera representations</a:t>
            </a:r>
          </a:p>
          <a:p>
            <a:pPr marL="285750" indent="-285750">
              <a:buFontTx/>
              <a:buChar char="-"/>
            </a:pPr>
            <a:r>
              <a:rPr lang="en-US" dirty="0"/>
              <a:t>predict camera A feature map given camera B feature map</a:t>
            </a:r>
          </a:p>
          <a:p>
            <a:pPr marL="285750" indent="-285750">
              <a:buFontTx/>
              <a:buChar char="-"/>
            </a:pPr>
            <a:r>
              <a:rPr lang="en-US" dirty="0"/>
              <a:t>predict camera B given camera A, share weights</a:t>
            </a:r>
          </a:p>
          <a:p>
            <a:pPr marL="285750" indent="-285750">
              <a:buFontTx/>
              <a:buChar char="-"/>
            </a:pPr>
            <a:r>
              <a:rPr lang="en-US" dirty="0"/>
              <a:t>can extend to more cameras, </a:t>
            </a:r>
            <a:r>
              <a:rPr lang="en-US" dirty="0" err="1"/>
              <a:t>multiframe</a:t>
            </a:r>
            <a:r>
              <a:rPr lang="en-US" dirty="0"/>
              <a:t> feature maps at high frame rate</a:t>
            </a:r>
          </a:p>
        </p:txBody>
      </p:sp>
    </p:spTree>
    <p:extLst>
      <p:ext uri="{BB962C8B-B14F-4D97-AF65-F5344CB8AC3E}">
        <p14:creationId xmlns:p14="http://schemas.microsoft.com/office/powerpoint/2010/main" val="1587157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1AC8-FD40-76B4-7C67-FC1897432ED9}"/>
              </a:ext>
            </a:extLst>
          </p:cNvPr>
          <p:cNvSpPr>
            <a:spLocks noGrp="1"/>
          </p:cNvSpPr>
          <p:nvPr>
            <p:ph type="title"/>
          </p:nvPr>
        </p:nvSpPr>
        <p:spPr/>
        <p:txBody>
          <a:bodyPr/>
          <a:lstStyle/>
          <a:p>
            <a:r>
              <a:rPr lang="en-US" dirty="0"/>
              <a:t>References</a:t>
            </a:r>
          </a:p>
        </p:txBody>
      </p:sp>
      <p:sp>
        <p:nvSpPr>
          <p:cNvPr id="4" name="TextBox 3">
            <a:extLst>
              <a:ext uri="{FF2B5EF4-FFF2-40B4-BE49-F238E27FC236}">
                <a16:creationId xmlns:a16="http://schemas.microsoft.com/office/drawing/2014/main" id="{0087655F-051B-5860-92B2-BA602660A413}"/>
              </a:ext>
            </a:extLst>
          </p:cNvPr>
          <p:cNvSpPr txBox="1"/>
          <p:nvPr/>
        </p:nvSpPr>
        <p:spPr>
          <a:xfrm>
            <a:off x="838199" y="1857235"/>
            <a:ext cx="10196593" cy="4801314"/>
          </a:xfrm>
          <a:prstGeom prst="rect">
            <a:avLst/>
          </a:prstGeom>
          <a:noFill/>
        </p:spPr>
        <p:txBody>
          <a:bodyPr wrap="square">
            <a:spAutoFit/>
          </a:bodyPr>
          <a:lstStyle/>
          <a:p>
            <a:r>
              <a:rPr lang="en-US" dirty="0"/>
              <a:t>Research</a:t>
            </a:r>
            <a:endParaRPr lang="en-US" dirty="0">
              <a:hlinkClick r:id="rId2"/>
            </a:endParaRPr>
          </a:p>
          <a:p>
            <a:r>
              <a:rPr lang="en-US" dirty="0" err="1">
                <a:hlinkClick r:id="rId2"/>
              </a:rPr>
              <a:t>AoCStream</a:t>
            </a:r>
            <a:r>
              <a:rPr lang="en-US" dirty="0">
                <a:hlinkClick r:id="rId2"/>
              </a:rPr>
              <a:t>: All-on-Chip CNN Accelerator With Stream-Based Line-Buffer Architecture</a:t>
            </a:r>
            <a:endParaRPr lang="en-US" dirty="0"/>
          </a:p>
          <a:p>
            <a:r>
              <a:rPr lang="en-US" dirty="0">
                <a:hlinkClick r:id="rId3"/>
              </a:rPr>
              <a:t>https://github.com/Xilinx/finn</a:t>
            </a:r>
            <a:endParaRPr lang="en-US" dirty="0"/>
          </a:p>
          <a:p>
            <a:r>
              <a:rPr lang="en-US" dirty="0">
                <a:hlinkClick r:id="rId4"/>
              </a:rPr>
              <a:t>A Study on the Intersection of GPU Utilization and CNN Inference</a:t>
            </a:r>
            <a:endParaRPr lang="en-US" dirty="0"/>
          </a:p>
          <a:p>
            <a:endParaRPr lang="en-US" dirty="0"/>
          </a:p>
          <a:p>
            <a:r>
              <a:rPr lang="en-US" dirty="0"/>
              <a:t>Commercial Edge AI</a:t>
            </a:r>
          </a:p>
          <a:p>
            <a:r>
              <a:rPr lang="en-US" dirty="0">
                <a:hlinkClick r:id="rId5"/>
              </a:rPr>
              <a:t>https://www.nvidia.com/en-us/autonomous-machines/embedded-systems/</a:t>
            </a:r>
          </a:p>
          <a:p>
            <a:r>
              <a:rPr lang="en-US" dirty="0">
                <a:hlinkClick r:id="rId5"/>
              </a:rPr>
              <a:t>https://perceive.io/</a:t>
            </a:r>
            <a:endParaRPr lang="en-US" dirty="0"/>
          </a:p>
          <a:p>
            <a:endParaRPr lang="en-US" dirty="0"/>
          </a:p>
          <a:p>
            <a:r>
              <a:rPr lang="en-US" dirty="0" err="1"/>
              <a:t>TFLite</a:t>
            </a:r>
            <a:endParaRPr lang="en-US" dirty="0">
              <a:hlinkClick r:id="rId6"/>
            </a:endParaRPr>
          </a:p>
          <a:p>
            <a:r>
              <a:rPr lang="en-US" dirty="0">
                <a:hlinkClick r:id="rId6"/>
              </a:rPr>
              <a:t>https://www.tensorflow.org/lite/api_docs</a:t>
            </a:r>
            <a:endParaRPr lang="en-US" dirty="0"/>
          </a:p>
          <a:p>
            <a:r>
              <a:rPr lang="en-US" dirty="0">
                <a:hlinkClick r:id="rId7"/>
              </a:rPr>
              <a:t>https://arxiv.org/pdf/1712.05877.pdf</a:t>
            </a:r>
            <a:endParaRPr lang="en-US" dirty="0"/>
          </a:p>
          <a:p>
            <a:r>
              <a:rPr lang="en-US" dirty="0">
                <a:hlinkClick r:id="rId8"/>
              </a:rPr>
              <a:t>https://www.tensorflow.org/lite/performance/quantization_spec</a:t>
            </a:r>
            <a:endParaRPr lang="en-US" dirty="0"/>
          </a:p>
          <a:p>
            <a:r>
              <a:rPr lang="en-US" dirty="0">
                <a:hlinkClick r:id="rId9"/>
              </a:rPr>
              <a:t>https://www.tensorflow.org/lite/performance/post_training_quantization</a:t>
            </a:r>
            <a:endParaRPr lang="en-US" dirty="0"/>
          </a:p>
          <a:p>
            <a:r>
              <a:rPr lang="en-US" dirty="0">
                <a:hlinkClick r:id="rId10"/>
              </a:rPr>
              <a:t>https://github.com/tensorflow/tensorflow/blob/92f84571edb98bdb31f1e7b1e23f17bf2c1438e9/tensorflow/lite/kernels/internal/reference/conv.h#L101</a:t>
            </a:r>
            <a:endParaRPr lang="en-US" dirty="0"/>
          </a:p>
          <a:p>
            <a:r>
              <a:rPr lang="en-US" dirty="0">
                <a:hlinkClick r:id="rId11"/>
              </a:rPr>
              <a:t>https://pypi.org/project/tflite/</a:t>
            </a:r>
            <a:endParaRPr lang="en-US" dirty="0"/>
          </a:p>
        </p:txBody>
      </p:sp>
    </p:spTree>
    <p:extLst>
      <p:ext uri="{BB962C8B-B14F-4D97-AF65-F5344CB8AC3E}">
        <p14:creationId xmlns:p14="http://schemas.microsoft.com/office/powerpoint/2010/main" val="4282038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74B7-D664-09A4-71D3-DDA4B3DC2570}"/>
              </a:ext>
            </a:extLst>
          </p:cNvPr>
          <p:cNvSpPr>
            <a:spLocks noGrp="1"/>
          </p:cNvSpPr>
          <p:nvPr>
            <p:ph type="ctrTitle"/>
          </p:nvPr>
        </p:nvSpPr>
        <p:spPr/>
        <p:txBody>
          <a:bodyPr/>
          <a:lstStyle/>
          <a:p>
            <a:r>
              <a:rPr lang="en-US" dirty="0"/>
              <a:t>Image Encoder Concept</a:t>
            </a:r>
          </a:p>
        </p:txBody>
      </p:sp>
      <p:sp>
        <p:nvSpPr>
          <p:cNvPr id="3" name="Subtitle 2">
            <a:extLst>
              <a:ext uri="{FF2B5EF4-FFF2-40B4-BE49-F238E27FC236}">
                <a16:creationId xmlns:a16="http://schemas.microsoft.com/office/drawing/2014/main" id="{CFD4F7E0-A246-2D1B-22C6-9B49C38F29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75520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54F186-41BC-8CD7-15E1-43ACB2EDA2A5}"/>
              </a:ext>
            </a:extLst>
          </p:cNvPr>
          <p:cNvSpPr txBox="1"/>
          <p:nvPr/>
        </p:nvSpPr>
        <p:spPr>
          <a:xfrm>
            <a:off x="3176633" y="325937"/>
            <a:ext cx="1448009" cy="806334"/>
          </a:xfrm>
          <a:prstGeom prst="rect">
            <a:avLst/>
          </a:prstGeom>
          <a:noFill/>
          <a:ln w="12700">
            <a:solidFill>
              <a:schemeClr val="tx1"/>
            </a:solidFill>
          </a:ln>
        </p:spPr>
        <p:txBody>
          <a:bodyPr wrap="none" rtlCol="0" anchor="ctr" anchorCtr="1">
            <a:noAutofit/>
          </a:bodyPr>
          <a:lstStyle/>
          <a:p>
            <a:pPr algn="ctr"/>
            <a:r>
              <a:rPr lang="en-US" dirty="0"/>
              <a:t>parameters</a:t>
            </a:r>
          </a:p>
          <a:p>
            <a:pPr algn="ctr"/>
            <a:r>
              <a:rPr lang="en-US" dirty="0"/>
              <a:t>(DRAM)</a:t>
            </a:r>
          </a:p>
        </p:txBody>
      </p:sp>
      <p:sp>
        <p:nvSpPr>
          <p:cNvPr id="3" name="TextBox 2">
            <a:extLst>
              <a:ext uri="{FF2B5EF4-FFF2-40B4-BE49-F238E27FC236}">
                <a16:creationId xmlns:a16="http://schemas.microsoft.com/office/drawing/2014/main" id="{F77563B4-07F7-DCC7-459B-D2F09A0A36A4}"/>
              </a:ext>
            </a:extLst>
          </p:cNvPr>
          <p:cNvSpPr txBox="1"/>
          <p:nvPr/>
        </p:nvSpPr>
        <p:spPr>
          <a:xfrm>
            <a:off x="3176634" y="1670706"/>
            <a:ext cx="1448009" cy="966167"/>
          </a:xfrm>
          <a:prstGeom prst="rect">
            <a:avLst/>
          </a:prstGeom>
          <a:noFill/>
          <a:ln w="12700">
            <a:solidFill>
              <a:schemeClr val="tx1"/>
            </a:solidFill>
          </a:ln>
        </p:spPr>
        <p:txBody>
          <a:bodyPr wrap="none" rtlCol="0" anchor="ctr" anchorCtr="1">
            <a:noAutofit/>
          </a:bodyPr>
          <a:lstStyle/>
          <a:p>
            <a:pPr algn="ctr"/>
            <a:r>
              <a:rPr lang="en-US" dirty="0"/>
              <a:t>accelerator</a:t>
            </a:r>
          </a:p>
          <a:p>
            <a:pPr algn="ctr"/>
            <a:r>
              <a:rPr lang="en-US" dirty="0"/>
              <a:t>SOC</a:t>
            </a:r>
          </a:p>
        </p:txBody>
      </p:sp>
      <p:cxnSp>
        <p:nvCxnSpPr>
          <p:cNvPr id="5" name="Straight Arrow Connector 4">
            <a:extLst>
              <a:ext uri="{FF2B5EF4-FFF2-40B4-BE49-F238E27FC236}">
                <a16:creationId xmlns:a16="http://schemas.microsoft.com/office/drawing/2014/main" id="{3E1088F0-A4E5-59D5-DD89-DF3B1DE8FB56}"/>
              </a:ext>
            </a:extLst>
          </p:cNvPr>
          <p:cNvCxnSpPr>
            <a:cxnSpLocks/>
            <a:endCxn id="3" idx="1"/>
          </p:cNvCxnSpPr>
          <p:nvPr/>
        </p:nvCxnSpPr>
        <p:spPr>
          <a:xfrm>
            <a:off x="2269369" y="2153790"/>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7E5DA7BD-4D96-1BB7-E276-BEC5C5AB374F}"/>
              </a:ext>
            </a:extLst>
          </p:cNvPr>
          <p:cNvCxnSpPr>
            <a:cxnSpLocks/>
          </p:cNvCxnSpPr>
          <p:nvPr/>
        </p:nvCxnSpPr>
        <p:spPr>
          <a:xfrm>
            <a:off x="4624642" y="2147301"/>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26C38C6-A7A2-D5F2-4E48-83F714D5F9AA}"/>
              </a:ext>
            </a:extLst>
          </p:cNvPr>
          <p:cNvCxnSpPr>
            <a:cxnSpLocks/>
            <a:stCxn id="2" idx="2"/>
            <a:endCxn id="3" idx="0"/>
          </p:cNvCxnSpPr>
          <p:nvPr/>
        </p:nvCxnSpPr>
        <p:spPr>
          <a:xfrm>
            <a:off x="3900638" y="1132271"/>
            <a:ext cx="1" cy="538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9F7E91A-7780-D123-B188-9BA89678A591}"/>
              </a:ext>
            </a:extLst>
          </p:cNvPr>
          <p:cNvSpPr txBox="1"/>
          <p:nvPr/>
        </p:nvSpPr>
        <p:spPr>
          <a:xfrm>
            <a:off x="681369" y="1962635"/>
            <a:ext cx="1587999" cy="369332"/>
          </a:xfrm>
          <a:prstGeom prst="rect">
            <a:avLst/>
          </a:prstGeom>
          <a:noFill/>
        </p:spPr>
        <p:txBody>
          <a:bodyPr wrap="none" rtlCol="0">
            <a:spAutoFit/>
          </a:bodyPr>
          <a:lstStyle/>
          <a:p>
            <a:r>
              <a:rPr lang="en-US" dirty="0"/>
              <a:t>streaming data</a:t>
            </a:r>
          </a:p>
        </p:txBody>
      </p:sp>
      <p:sp>
        <p:nvSpPr>
          <p:cNvPr id="12" name="TextBox 11">
            <a:extLst>
              <a:ext uri="{FF2B5EF4-FFF2-40B4-BE49-F238E27FC236}">
                <a16:creationId xmlns:a16="http://schemas.microsoft.com/office/drawing/2014/main" id="{C0A2E5CC-6295-2EA0-0686-DDADC9C1CC29}"/>
              </a:ext>
            </a:extLst>
          </p:cNvPr>
          <p:cNvSpPr txBox="1"/>
          <p:nvPr/>
        </p:nvSpPr>
        <p:spPr>
          <a:xfrm>
            <a:off x="5688401" y="1962635"/>
            <a:ext cx="2223109" cy="369332"/>
          </a:xfrm>
          <a:prstGeom prst="rect">
            <a:avLst/>
          </a:prstGeom>
          <a:noFill/>
        </p:spPr>
        <p:txBody>
          <a:bodyPr wrap="none" rtlCol="0">
            <a:spAutoFit/>
          </a:bodyPr>
          <a:lstStyle/>
          <a:p>
            <a:r>
              <a:rPr lang="en-US" dirty="0"/>
              <a:t>streaming predictions</a:t>
            </a:r>
          </a:p>
        </p:txBody>
      </p:sp>
      <p:sp>
        <p:nvSpPr>
          <p:cNvPr id="13" name="TextBox 12">
            <a:extLst>
              <a:ext uri="{FF2B5EF4-FFF2-40B4-BE49-F238E27FC236}">
                <a16:creationId xmlns:a16="http://schemas.microsoft.com/office/drawing/2014/main" id="{174A0FBA-3345-FED6-5E24-0328B436A2B1}"/>
              </a:ext>
            </a:extLst>
          </p:cNvPr>
          <p:cNvSpPr txBox="1"/>
          <p:nvPr/>
        </p:nvSpPr>
        <p:spPr>
          <a:xfrm>
            <a:off x="3176633" y="3446234"/>
            <a:ext cx="1448009" cy="1184548"/>
          </a:xfrm>
          <a:prstGeom prst="rect">
            <a:avLst/>
          </a:prstGeom>
          <a:noFill/>
          <a:ln w="12700">
            <a:solidFill>
              <a:schemeClr val="tx1"/>
            </a:solidFill>
          </a:ln>
        </p:spPr>
        <p:txBody>
          <a:bodyPr wrap="none" rtlCol="0" anchor="ctr" anchorCtr="1">
            <a:noAutofit/>
          </a:bodyPr>
          <a:lstStyle/>
          <a:p>
            <a:pPr algn="ctr"/>
            <a:r>
              <a:rPr lang="en-US" dirty="0"/>
              <a:t>image</a:t>
            </a:r>
          </a:p>
          <a:p>
            <a:pPr algn="ctr"/>
            <a:r>
              <a:rPr lang="en-US" dirty="0"/>
              <a:t>encoder</a:t>
            </a:r>
          </a:p>
          <a:p>
            <a:pPr algn="ctr"/>
            <a:endParaRPr lang="en-US" dirty="0"/>
          </a:p>
          <a:p>
            <a:pPr algn="ctr"/>
            <a:r>
              <a:rPr lang="en-US" dirty="0"/>
              <a:t>(SRAM/ROM)</a:t>
            </a:r>
          </a:p>
        </p:txBody>
      </p:sp>
      <p:cxnSp>
        <p:nvCxnSpPr>
          <p:cNvPr id="15" name="Straight Arrow Connector 14">
            <a:extLst>
              <a:ext uri="{FF2B5EF4-FFF2-40B4-BE49-F238E27FC236}">
                <a16:creationId xmlns:a16="http://schemas.microsoft.com/office/drawing/2014/main" id="{217BAF01-AD50-3C19-F5BE-CF350D1898E3}"/>
              </a:ext>
            </a:extLst>
          </p:cNvPr>
          <p:cNvCxnSpPr>
            <a:cxnSpLocks/>
          </p:cNvCxnSpPr>
          <p:nvPr/>
        </p:nvCxnSpPr>
        <p:spPr>
          <a:xfrm>
            <a:off x="4624641" y="4025872"/>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302A7D0F-7F49-9957-687B-E8002BBC926B}"/>
              </a:ext>
            </a:extLst>
          </p:cNvPr>
          <p:cNvSpPr txBox="1"/>
          <p:nvPr/>
        </p:nvSpPr>
        <p:spPr>
          <a:xfrm>
            <a:off x="549804" y="3834786"/>
            <a:ext cx="1699055" cy="369332"/>
          </a:xfrm>
          <a:prstGeom prst="rect">
            <a:avLst/>
          </a:prstGeom>
          <a:noFill/>
        </p:spPr>
        <p:txBody>
          <a:bodyPr wrap="none" rtlCol="0">
            <a:spAutoFit/>
          </a:bodyPr>
          <a:lstStyle/>
          <a:p>
            <a:r>
              <a:rPr lang="en-US" dirty="0"/>
              <a:t>streaming pixels</a:t>
            </a:r>
          </a:p>
        </p:txBody>
      </p:sp>
      <p:sp>
        <p:nvSpPr>
          <p:cNvPr id="17" name="TextBox 16">
            <a:extLst>
              <a:ext uri="{FF2B5EF4-FFF2-40B4-BE49-F238E27FC236}">
                <a16:creationId xmlns:a16="http://schemas.microsoft.com/office/drawing/2014/main" id="{773DFE4B-A1B4-889E-5AD5-39CFB3B6CC9E}"/>
              </a:ext>
            </a:extLst>
          </p:cNvPr>
          <p:cNvSpPr txBox="1"/>
          <p:nvPr/>
        </p:nvSpPr>
        <p:spPr>
          <a:xfrm>
            <a:off x="5688400" y="3841206"/>
            <a:ext cx="2411238" cy="369332"/>
          </a:xfrm>
          <a:prstGeom prst="rect">
            <a:avLst/>
          </a:prstGeom>
          <a:noFill/>
        </p:spPr>
        <p:txBody>
          <a:bodyPr wrap="none" rtlCol="0">
            <a:spAutoFit/>
          </a:bodyPr>
          <a:lstStyle/>
          <a:p>
            <a:r>
              <a:rPr lang="en-US" dirty="0"/>
              <a:t>streaming feature maps</a:t>
            </a:r>
          </a:p>
        </p:txBody>
      </p:sp>
      <p:cxnSp>
        <p:nvCxnSpPr>
          <p:cNvPr id="19" name="Straight Arrow Connector 18">
            <a:extLst>
              <a:ext uri="{FF2B5EF4-FFF2-40B4-BE49-F238E27FC236}">
                <a16:creationId xmlns:a16="http://schemas.microsoft.com/office/drawing/2014/main" id="{966A91F1-B866-A7D1-8951-B40A52144FD4}"/>
              </a:ext>
            </a:extLst>
          </p:cNvPr>
          <p:cNvCxnSpPr>
            <a:cxnSpLocks/>
          </p:cNvCxnSpPr>
          <p:nvPr/>
        </p:nvCxnSpPr>
        <p:spPr>
          <a:xfrm>
            <a:off x="2269368" y="4032361"/>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BE371E87-6EF4-0F30-2B29-2ABA5EBEBC2D}"/>
              </a:ext>
            </a:extLst>
          </p:cNvPr>
          <p:cNvSpPr txBox="1"/>
          <p:nvPr/>
        </p:nvSpPr>
        <p:spPr>
          <a:xfrm>
            <a:off x="3176632" y="5032417"/>
            <a:ext cx="1448009" cy="1184548"/>
          </a:xfrm>
          <a:prstGeom prst="rect">
            <a:avLst/>
          </a:prstGeom>
          <a:noFill/>
          <a:ln w="12700">
            <a:solidFill>
              <a:schemeClr val="tx1"/>
            </a:solidFill>
          </a:ln>
        </p:spPr>
        <p:txBody>
          <a:bodyPr wrap="none" rtlCol="0" anchor="ctr" anchorCtr="1">
            <a:noAutofit/>
          </a:bodyPr>
          <a:lstStyle/>
          <a:p>
            <a:pPr algn="ctr"/>
            <a:r>
              <a:rPr lang="en-US" dirty="0"/>
              <a:t>MIMO OFDM</a:t>
            </a:r>
          </a:p>
          <a:p>
            <a:pPr algn="ctr"/>
            <a:r>
              <a:rPr lang="en-US" dirty="0"/>
              <a:t>SDR receiver</a:t>
            </a:r>
          </a:p>
          <a:p>
            <a:pPr algn="ctr"/>
            <a:endParaRPr lang="en-US" dirty="0"/>
          </a:p>
          <a:p>
            <a:pPr algn="ctr"/>
            <a:r>
              <a:rPr lang="en-US" dirty="0"/>
              <a:t>(SRAM/ROM)</a:t>
            </a:r>
          </a:p>
        </p:txBody>
      </p:sp>
      <p:cxnSp>
        <p:nvCxnSpPr>
          <p:cNvPr id="21" name="Straight Arrow Connector 20">
            <a:extLst>
              <a:ext uri="{FF2B5EF4-FFF2-40B4-BE49-F238E27FC236}">
                <a16:creationId xmlns:a16="http://schemas.microsoft.com/office/drawing/2014/main" id="{83C92901-4990-86B2-55C6-6D2BE784A1F4}"/>
              </a:ext>
            </a:extLst>
          </p:cNvPr>
          <p:cNvCxnSpPr>
            <a:cxnSpLocks/>
          </p:cNvCxnSpPr>
          <p:nvPr/>
        </p:nvCxnSpPr>
        <p:spPr>
          <a:xfrm>
            <a:off x="4624641" y="5618202"/>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F84281CD-4100-BCA4-1C86-052D41606BB6}"/>
              </a:ext>
            </a:extLst>
          </p:cNvPr>
          <p:cNvSpPr txBox="1"/>
          <p:nvPr/>
        </p:nvSpPr>
        <p:spPr>
          <a:xfrm>
            <a:off x="65687" y="5434128"/>
            <a:ext cx="2203680" cy="369332"/>
          </a:xfrm>
          <a:prstGeom prst="rect">
            <a:avLst/>
          </a:prstGeom>
          <a:noFill/>
        </p:spPr>
        <p:txBody>
          <a:bodyPr wrap="none" rtlCol="0">
            <a:spAutoFit/>
          </a:bodyPr>
          <a:lstStyle/>
          <a:p>
            <a:r>
              <a:rPr lang="en-US" dirty="0"/>
              <a:t>streaming IQ samples</a:t>
            </a:r>
          </a:p>
        </p:txBody>
      </p:sp>
      <p:sp>
        <p:nvSpPr>
          <p:cNvPr id="23" name="TextBox 22">
            <a:extLst>
              <a:ext uri="{FF2B5EF4-FFF2-40B4-BE49-F238E27FC236}">
                <a16:creationId xmlns:a16="http://schemas.microsoft.com/office/drawing/2014/main" id="{35E35C62-AC69-0392-1F14-6C5AA87EC1AA}"/>
              </a:ext>
            </a:extLst>
          </p:cNvPr>
          <p:cNvSpPr txBox="1"/>
          <p:nvPr/>
        </p:nvSpPr>
        <p:spPr>
          <a:xfrm>
            <a:off x="5688400" y="5433536"/>
            <a:ext cx="3118995" cy="369332"/>
          </a:xfrm>
          <a:prstGeom prst="rect">
            <a:avLst/>
          </a:prstGeom>
          <a:noFill/>
        </p:spPr>
        <p:txBody>
          <a:bodyPr wrap="none" rtlCol="0">
            <a:spAutoFit/>
          </a:bodyPr>
          <a:lstStyle/>
          <a:p>
            <a:r>
              <a:rPr lang="en-US" dirty="0"/>
              <a:t>streaming </a:t>
            </a:r>
            <a:r>
              <a:rPr lang="en-US" dirty="0" err="1"/>
              <a:t>demapped</a:t>
            </a:r>
            <a:r>
              <a:rPr lang="en-US" dirty="0"/>
              <a:t> QAM bits</a:t>
            </a:r>
          </a:p>
        </p:txBody>
      </p:sp>
      <p:cxnSp>
        <p:nvCxnSpPr>
          <p:cNvPr id="24" name="Straight Arrow Connector 23">
            <a:extLst>
              <a:ext uri="{FF2B5EF4-FFF2-40B4-BE49-F238E27FC236}">
                <a16:creationId xmlns:a16="http://schemas.microsoft.com/office/drawing/2014/main" id="{4FC16745-9849-A23A-448A-F5197903BF0C}"/>
              </a:ext>
            </a:extLst>
          </p:cNvPr>
          <p:cNvCxnSpPr>
            <a:cxnSpLocks/>
          </p:cNvCxnSpPr>
          <p:nvPr/>
        </p:nvCxnSpPr>
        <p:spPr>
          <a:xfrm>
            <a:off x="2269368" y="5624691"/>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3ED3E213-BDE1-1594-0BD6-78DEE4BC21F1}"/>
              </a:ext>
            </a:extLst>
          </p:cNvPr>
          <p:cNvSpPr txBox="1"/>
          <p:nvPr/>
        </p:nvSpPr>
        <p:spPr>
          <a:xfrm>
            <a:off x="1935706" y="6346325"/>
            <a:ext cx="6782562" cy="369332"/>
          </a:xfrm>
          <a:prstGeom prst="rect">
            <a:avLst/>
          </a:prstGeom>
          <a:noFill/>
        </p:spPr>
        <p:txBody>
          <a:bodyPr wrap="none" rtlCol="0">
            <a:spAutoFit/>
          </a:bodyPr>
          <a:lstStyle/>
          <a:p>
            <a:r>
              <a:rPr lang="en-US" b="1" dirty="0"/>
              <a:t>data/task specific inference architectures ("perception components")</a:t>
            </a:r>
          </a:p>
        </p:txBody>
      </p:sp>
      <p:sp>
        <p:nvSpPr>
          <p:cNvPr id="30" name="TextBox 29">
            <a:extLst>
              <a:ext uri="{FF2B5EF4-FFF2-40B4-BE49-F238E27FC236}">
                <a16:creationId xmlns:a16="http://schemas.microsoft.com/office/drawing/2014/main" id="{2F240483-6E07-9576-2019-78A3BD3E743D}"/>
              </a:ext>
            </a:extLst>
          </p:cNvPr>
          <p:cNvSpPr txBox="1"/>
          <p:nvPr/>
        </p:nvSpPr>
        <p:spPr>
          <a:xfrm>
            <a:off x="2046378" y="2643149"/>
            <a:ext cx="6013249" cy="369332"/>
          </a:xfrm>
          <a:prstGeom prst="rect">
            <a:avLst/>
          </a:prstGeom>
          <a:noFill/>
        </p:spPr>
        <p:txBody>
          <a:bodyPr wrap="none" rtlCol="0">
            <a:spAutoFit/>
          </a:bodyPr>
          <a:lstStyle/>
          <a:p>
            <a:r>
              <a:rPr lang="en-US" b="1" dirty="0"/>
              <a:t>general purpose inference architecture ("compute platform")</a:t>
            </a:r>
          </a:p>
        </p:txBody>
      </p:sp>
      <p:cxnSp>
        <p:nvCxnSpPr>
          <p:cNvPr id="32" name="Straight Connector 31">
            <a:extLst>
              <a:ext uri="{FF2B5EF4-FFF2-40B4-BE49-F238E27FC236}">
                <a16:creationId xmlns:a16="http://schemas.microsoft.com/office/drawing/2014/main" id="{6D8A36EA-83E2-EB63-BB85-5FF00710D0DE}"/>
              </a:ext>
            </a:extLst>
          </p:cNvPr>
          <p:cNvCxnSpPr/>
          <p:nvPr/>
        </p:nvCxnSpPr>
        <p:spPr>
          <a:xfrm>
            <a:off x="0" y="3100647"/>
            <a:ext cx="12192000"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A22A58BC-9FEF-9AF0-8CDE-14CCE65C0D0A}"/>
              </a:ext>
            </a:extLst>
          </p:cNvPr>
          <p:cNvSpPr txBox="1"/>
          <p:nvPr/>
        </p:nvSpPr>
        <p:spPr>
          <a:xfrm>
            <a:off x="8458283" y="158731"/>
            <a:ext cx="3458383" cy="923330"/>
          </a:xfrm>
          <a:custGeom>
            <a:avLst/>
            <a:gdLst>
              <a:gd name="connsiteX0" fmla="*/ 0 w 3458383"/>
              <a:gd name="connsiteY0" fmla="*/ 0 h 923330"/>
              <a:gd name="connsiteX1" fmla="*/ 645565 w 3458383"/>
              <a:gd name="connsiteY1" fmla="*/ 0 h 923330"/>
              <a:gd name="connsiteX2" fmla="*/ 1152794 w 3458383"/>
              <a:gd name="connsiteY2" fmla="*/ 0 h 923330"/>
              <a:gd name="connsiteX3" fmla="*/ 1694608 w 3458383"/>
              <a:gd name="connsiteY3" fmla="*/ 0 h 923330"/>
              <a:gd name="connsiteX4" fmla="*/ 2236421 w 3458383"/>
              <a:gd name="connsiteY4" fmla="*/ 0 h 923330"/>
              <a:gd name="connsiteX5" fmla="*/ 2709067 w 3458383"/>
              <a:gd name="connsiteY5" fmla="*/ 0 h 923330"/>
              <a:gd name="connsiteX6" fmla="*/ 3458383 w 3458383"/>
              <a:gd name="connsiteY6" fmla="*/ 0 h 923330"/>
              <a:gd name="connsiteX7" fmla="*/ 3458383 w 3458383"/>
              <a:gd name="connsiteY7" fmla="*/ 470898 h 923330"/>
              <a:gd name="connsiteX8" fmla="*/ 3458383 w 3458383"/>
              <a:gd name="connsiteY8" fmla="*/ 923330 h 923330"/>
              <a:gd name="connsiteX9" fmla="*/ 2881986 w 3458383"/>
              <a:gd name="connsiteY9" fmla="*/ 923330 h 923330"/>
              <a:gd name="connsiteX10" fmla="*/ 2236421 w 3458383"/>
              <a:gd name="connsiteY10" fmla="*/ 923330 h 923330"/>
              <a:gd name="connsiteX11" fmla="*/ 1694608 w 3458383"/>
              <a:gd name="connsiteY11" fmla="*/ 923330 h 923330"/>
              <a:gd name="connsiteX12" fmla="*/ 1049043 w 3458383"/>
              <a:gd name="connsiteY12" fmla="*/ 923330 h 923330"/>
              <a:gd name="connsiteX13" fmla="*/ 0 w 3458383"/>
              <a:gd name="connsiteY13" fmla="*/ 923330 h 923330"/>
              <a:gd name="connsiteX14" fmla="*/ 0 w 3458383"/>
              <a:gd name="connsiteY14" fmla="*/ 443198 h 923330"/>
              <a:gd name="connsiteX15" fmla="*/ 0 w 3458383"/>
              <a:gd name="connsiteY15" fmla="*/ 0 h 92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58383" h="923330" extrusionOk="0">
                <a:moveTo>
                  <a:pt x="0" y="0"/>
                </a:moveTo>
                <a:cubicBezTo>
                  <a:pt x="302708" y="-51592"/>
                  <a:pt x="444669" y="53404"/>
                  <a:pt x="645565" y="0"/>
                </a:cubicBezTo>
                <a:cubicBezTo>
                  <a:pt x="846461" y="-53404"/>
                  <a:pt x="916902" y="23626"/>
                  <a:pt x="1152794" y="0"/>
                </a:cubicBezTo>
                <a:cubicBezTo>
                  <a:pt x="1388686" y="-23626"/>
                  <a:pt x="1562763" y="18743"/>
                  <a:pt x="1694608" y="0"/>
                </a:cubicBezTo>
                <a:cubicBezTo>
                  <a:pt x="1826453" y="-18743"/>
                  <a:pt x="1987769" y="28843"/>
                  <a:pt x="2236421" y="0"/>
                </a:cubicBezTo>
                <a:cubicBezTo>
                  <a:pt x="2485073" y="-28843"/>
                  <a:pt x="2599119" y="144"/>
                  <a:pt x="2709067" y="0"/>
                </a:cubicBezTo>
                <a:cubicBezTo>
                  <a:pt x="2819015" y="-144"/>
                  <a:pt x="3207222" y="34387"/>
                  <a:pt x="3458383" y="0"/>
                </a:cubicBezTo>
                <a:cubicBezTo>
                  <a:pt x="3480052" y="214577"/>
                  <a:pt x="3411310" y="297435"/>
                  <a:pt x="3458383" y="470898"/>
                </a:cubicBezTo>
                <a:cubicBezTo>
                  <a:pt x="3505456" y="644361"/>
                  <a:pt x="3430556" y="720097"/>
                  <a:pt x="3458383" y="923330"/>
                </a:cubicBezTo>
                <a:cubicBezTo>
                  <a:pt x="3288145" y="979698"/>
                  <a:pt x="3127828" y="866349"/>
                  <a:pt x="2881986" y="923330"/>
                </a:cubicBezTo>
                <a:cubicBezTo>
                  <a:pt x="2636144" y="980311"/>
                  <a:pt x="2545608" y="899902"/>
                  <a:pt x="2236421" y="923330"/>
                </a:cubicBezTo>
                <a:cubicBezTo>
                  <a:pt x="1927235" y="946758"/>
                  <a:pt x="1810894" y="922072"/>
                  <a:pt x="1694608" y="923330"/>
                </a:cubicBezTo>
                <a:cubicBezTo>
                  <a:pt x="1578322" y="924588"/>
                  <a:pt x="1213167" y="863831"/>
                  <a:pt x="1049043" y="923330"/>
                </a:cubicBezTo>
                <a:cubicBezTo>
                  <a:pt x="884920" y="982829"/>
                  <a:pt x="352979" y="864947"/>
                  <a:pt x="0" y="923330"/>
                </a:cubicBezTo>
                <a:cubicBezTo>
                  <a:pt x="-31396" y="705908"/>
                  <a:pt x="55973" y="570967"/>
                  <a:pt x="0" y="443198"/>
                </a:cubicBezTo>
                <a:cubicBezTo>
                  <a:pt x="-55973" y="315429"/>
                  <a:pt x="34073" y="166278"/>
                  <a:pt x="0" y="0"/>
                </a:cubicBezTo>
                <a:close/>
              </a:path>
            </a:pathLst>
          </a:custGeom>
          <a:noFill/>
          <a:ln>
            <a:solidFill>
              <a:schemeClr val="tx1"/>
            </a:solidFill>
            <a:extLst>
              <a:ext uri="{C807C97D-BFC1-408E-A445-0C87EB9F89A2}">
                <ask:lineSketchStyleProps xmlns:ask="http://schemas.microsoft.com/office/drawing/2018/sketchyshapes" sd="2386742019">
                  <a:prstGeom prst="rect">
                    <a:avLst/>
                  </a:prstGeom>
                  <ask:type>
                    <ask:lineSketchScribble/>
                  </ask:type>
                </ask:lineSketchStyleProps>
              </a:ext>
            </a:extLst>
          </a:ln>
        </p:spPr>
        <p:txBody>
          <a:bodyPr wrap="none" rtlCol="0">
            <a:spAutoFit/>
          </a:bodyPr>
          <a:lstStyle/>
          <a:p>
            <a:pPr marL="285750" indent="-285750">
              <a:buFont typeface="Arial" panose="020B0604020202020204" pitchFamily="34" charset="0"/>
              <a:buChar char="•"/>
            </a:pPr>
            <a:r>
              <a:rPr lang="en-US" dirty="0"/>
              <a:t>arbitrary model architecture</a:t>
            </a:r>
          </a:p>
          <a:p>
            <a:pPr marL="285750" indent="-285750">
              <a:buFont typeface="Arial" panose="020B0604020202020204" pitchFamily="34" charset="0"/>
              <a:buChar char="•"/>
            </a:pPr>
            <a:r>
              <a:rPr lang="en-US" dirty="0"/>
              <a:t>arbitrarily large model size</a:t>
            </a:r>
          </a:p>
          <a:p>
            <a:pPr marL="285750" indent="-285750">
              <a:buFont typeface="Arial" panose="020B0604020202020204" pitchFamily="34" charset="0"/>
              <a:buChar char="•"/>
            </a:pPr>
            <a:r>
              <a:rPr lang="en-US" dirty="0"/>
              <a:t>DRAM based model parameters</a:t>
            </a:r>
          </a:p>
        </p:txBody>
      </p:sp>
      <p:sp>
        <p:nvSpPr>
          <p:cNvPr id="34" name="TextBox 33">
            <a:extLst>
              <a:ext uri="{FF2B5EF4-FFF2-40B4-BE49-F238E27FC236}">
                <a16:creationId xmlns:a16="http://schemas.microsoft.com/office/drawing/2014/main" id="{3A708A45-5A38-AE03-1FC6-355DF6C6CDEE}"/>
              </a:ext>
            </a:extLst>
          </p:cNvPr>
          <p:cNvSpPr txBox="1"/>
          <p:nvPr/>
        </p:nvSpPr>
        <p:spPr>
          <a:xfrm>
            <a:off x="8582355" y="3379541"/>
            <a:ext cx="3334311" cy="923330"/>
          </a:xfrm>
          <a:custGeom>
            <a:avLst/>
            <a:gdLst>
              <a:gd name="connsiteX0" fmla="*/ 0 w 3334311"/>
              <a:gd name="connsiteY0" fmla="*/ 0 h 923330"/>
              <a:gd name="connsiteX1" fmla="*/ 489032 w 3334311"/>
              <a:gd name="connsiteY1" fmla="*/ 0 h 923330"/>
              <a:gd name="connsiteX2" fmla="*/ 1078094 w 3334311"/>
              <a:gd name="connsiteY2" fmla="*/ 0 h 923330"/>
              <a:gd name="connsiteX3" fmla="*/ 1667156 w 3334311"/>
              <a:gd name="connsiteY3" fmla="*/ 0 h 923330"/>
              <a:gd name="connsiteX4" fmla="*/ 2189531 w 3334311"/>
              <a:gd name="connsiteY4" fmla="*/ 0 h 923330"/>
              <a:gd name="connsiteX5" fmla="*/ 2811936 w 3334311"/>
              <a:gd name="connsiteY5" fmla="*/ 0 h 923330"/>
              <a:gd name="connsiteX6" fmla="*/ 3334311 w 3334311"/>
              <a:gd name="connsiteY6" fmla="*/ 0 h 923330"/>
              <a:gd name="connsiteX7" fmla="*/ 3334311 w 3334311"/>
              <a:gd name="connsiteY7" fmla="*/ 480132 h 923330"/>
              <a:gd name="connsiteX8" fmla="*/ 3334311 w 3334311"/>
              <a:gd name="connsiteY8" fmla="*/ 923330 h 923330"/>
              <a:gd name="connsiteX9" fmla="*/ 2878622 w 3334311"/>
              <a:gd name="connsiteY9" fmla="*/ 923330 h 923330"/>
              <a:gd name="connsiteX10" fmla="*/ 2389590 w 3334311"/>
              <a:gd name="connsiteY10" fmla="*/ 923330 h 923330"/>
              <a:gd name="connsiteX11" fmla="*/ 1833871 w 3334311"/>
              <a:gd name="connsiteY11" fmla="*/ 923330 h 923330"/>
              <a:gd name="connsiteX12" fmla="*/ 1378182 w 3334311"/>
              <a:gd name="connsiteY12" fmla="*/ 923330 h 923330"/>
              <a:gd name="connsiteX13" fmla="*/ 855806 w 3334311"/>
              <a:gd name="connsiteY13" fmla="*/ 923330 h 923330"/>
              <a:gd name="connsiteX14" fmla="*/ 0 w 3334311"/>
              <a:gd name="connsiteY14" fmla="*/ 923330 h 923330"/>
              <a:gd name="connsiteX15" fmla="*/ 0 w 3334311"/>
              <a:gd name="connsiteY15" fmla="*/ 489365 h 923330"/>
              <a:gd name="connsiteX16" fmla="*/ 0 w 3334311"/>
              <a:gd name="connsiteY16" fmla="*/ 0 h 92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34311" h="923330" extrusionOk="0">
                <a:moveTo>
                  <a:pt x="0" y="0"/>
                </a:moveTo>
                <a:cubicBezTo>
                  <a:pt x="241421" y="-48292"/>
                  <a:pt x="329676" y="9548"/>
                  <a:pt x="489032" y="0"/>
                </a:cubicBezTo>
                <a:cubicBezTo>
                  <a:pt x="648388" y="-9548"/>
                  <a:pt x="804138" y="6674"/>
                  <a:pt x="1078094" y="0"/>
                </a:cubicBezTo>
                <a:cubicBezTo>
                  <a:pt x="1352050" y="-6674"/>
                  <a:pt x="1466631" y="37031"/>
                  <a:pt x="1667156" y="0"/>
                </a:cubicBezTo>
                <a:cubicBezTo>
                  <a:pt x="1867681" y="-37031"/>
                  <a:pt x="2053398" y="50434"/>
                  <a:pt x="2189531" y="0"/>
                </a:cubicBezTo>
                <a:cubicBezTo>
                  <a:pt x="2325664" y="-50434"/>
                  <a:pt x="2539221" y="1865"/>
                  <a:pt x="2811936" y="0"/>
                </a:cubicBezTo>
                <a:cubicBezTo>
                  <a:pt x="3084652" y="-1865"/>
                  <a:pt x="3195352" y="43162"/>
                  <a:pt x="3334311" y="0"/>
                </a:cubicBezTo>
                <a:cubicBezTo>
                  <a:pt x="3365075" y="157228"/>
                  <a:pt x="3324394" y="333027"/>
                  <a:pt x="3334311" y="480132"/>
                </a:cubicBezTo>
                <a:cubicBezTo>
                  <a:pt x="3344228" y="627237"/>
                  <a:pt x="3283454" y="824457"/>
                  <a:pt x="3334311" y="923330"/>
                </a:cubicBezTo>
                <a:cubicBezTo>
                  <a:pt x="3205390" y="957823"/>
                  <a:pt x="2988576" y="874774"/>
                  <a:pt x="2878622" y="923330"/>
                </a:cubicBezTo>
                <a:cubicBezTo>
                  <a:pt x="2768668" y="971886"/>
                  <a:pt x="2577238" y="903894"/>
                  <a:pt x="2389590" y="923330"/>
                </a:cubicBezTo>
                <a:cubicBezTo>
                  <a:pt x="2201942" y="942766"/>
                  <a:pt x="1993105" y="887089"/>
                  <a:pt x="1833871" y="923330"/>
                </a:cubicBezTo>
                <a:cubicBezTo>
                  <a:pt x="1674637" y="959571"/>
                  <a:pt x="1551479" y="874520"/>
                  <a:pt x="1378182" y="923330"/>
                </a:cubicBezTo>
                <a:cubicBezTo>
                  <a:pt x="1204885" y="972140"/>
                  <a:pt x="1079653" y="914669"/>
                  <a:pt x="855806" y="923330"/>
                </a:cubicBezTo>
                <a:cubicBezTo>
                  <a:pt x="631959" y="931991"/>
                  <a:pt x="359015" y="912747"/>
                  <a:pt x="0" y="923330"/>
                </a:cubicBezTo>
                <a:cubicBezTo>
                  <a:pt x="-35537" y="754310"/>
                  <a:pt x="26952" y="598126"/>
                  <a:pt x="0" y="489365"/>
                </a:cubicBezTo>
                <a:cubicBezTo>
                  <a:pt x="-26952" y="380604"/>
                  <a:pt x="6481" y="160173"/>
                  <a:pt x="0" y="0"/>
                </a:cubicBezTo>
                <a:close/>
              </a:path>
            </a:pathLst>
          </a:custGeom>
          <a:noFill/>
          <a:ln>
            <a:solidFill>
              <a:schemeClr val="tx1"/>
            </a:solidFill>
            <a:extLst>
              <a:ext uri="{C807C97D-BFC1-408E-A445-0C87EB9F89A2}">
                <ask:lineSketchStyleProps xmlns:ask="http://schemas.microsoft.com/office/drawing/2018/sketchyshapes" sd="594850627">
                  <a:prstGeom prst="rect">
                    <a:avLst/>
                  </a:prstGeom>
                  <ask:type>
                    <ask:lineSketchScribble/>
                  </ask:type>
                </ask:lineSketchStyleProps>
              </a:ext>
            </a:extLst>
          </a:ln>
        </p:spPr>
        <p:txBody>
          <a:bodyPr wrap="none" rtlCol="0">
            <a:spAutoFit/>
          </a:bodyPr>
          <a:lstStyle/>
          <a:p>
            <a:pPr marL="285750" indent="-285750">
              <a:buFont typeface="Arial" panose="020B0604020202020204" pitchFamily="34" charset="0"/>
              <a:buChar char="•"/>
            </a:pPr>
            <a:r>
              <a:rPr lang="en-US" dirty="0"/>
              <a:t>fixed model architecture</a:t>
            </a:r>
          </a:p>
          <a:p>
            <a:pPr marL="285750" indent="-285750">
              <a:buFont typeface="Arial" panose="020B0604020202020204" pitchFamily="34" charset="0"/>
              <a:buChar char="•"/>
            </a:pPr>
            <a:r>
              <a:rPr lang="en-US" dirty="0"/>
              <a:t>fixed model size</a:t>
            </a:r>
          </a:p>
          <a:p>
            <a:pPr marL="285750" indent="-285750">
              <a:buFont typeface="Arial" panose="020B0604020202020204" pitchFamily="34" charset="0"/>
              <a:buChar char="•"/>
            </a:pPr>
            <a:r>
              <a:rPr lang="en-US" dirty="0"/>
              <a:t>SRAM/ROM based parameters</a:t>
            </a:r>
          </a:p>
        </p:txBody>
      </p:sp>
    </p:spTree>
    <p:extLst>
      <p:ext uri="{BB962C8B-B14F-4D97-AF65-F5344CB8AC3E}">
        <p14:creationId xmlns:p14="http://schemas.microsoft.com/office/powerpoint/2010/main" val="2112739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74A0FBA-3345-FED6-5E24-0328B436A2B1}"/>
              </a:ext>
            </a:extLst>
          </p:cNvPr>
          <p:cNvSpPr txBox="1"/>
          <p:nvPr/>
        </p:nvSpPr>
        <p:spPr>
          <a:xfrm>
            <a:off x="3708582" y="740396"/>
            <a:ext cx="1427500" cy="1384192"/>
          </a:xfrm>
          <a:prstGeom prst="rect">
            <a:avLst/>
          </a:prstGeom>
          <a:noFill/>
          <a:ln w="12700">
            <a:solidFill>
              <a:schemeClr val="tx1"/>
            </a:solidFill>
          </a:ln>
        </p:spPr>
        <p:txBody>
          <a:bodyPr wrap="none" rtlCol="0" anchor="ctr" anchorCtr="1">
            <a:noAutofit/>
          </a:bodyPr>
          <a:lstStyle/>
          <a:p>
            <a:pPr algn="ctr"/>
            <a:r>
              <a:rPr lang="en-US" dirty="0"/>
              <a:t>image</a:t>
            </a:r>
          </a:p>
          <a:p>
            <a:pPr algn="ctr"/>
            <a:r>
              <a:rPr lang="en-US" dirty="0"/>
              <a:t>encoder</a:t>
            </a:r>
          </a:p>
          <a:p>
            <a:pPr algn="ctr"/>
            <a:endParaRPr lang="en-US" dirty="0"/>
          </a:p>
          <a:p>
            <a:pPr algn="ctr"/>
            <a:r>
              <a:rPr lang="en-US" sz="1600" dirty="0"/>
              <a:t>(SRAM/ROM)</a:t>
            </a:r>
          </a:p>
        </p:txBody>
      </p:sp>
      <p:cxnSp>
        <p:nvCxnSpPr>
          <p:cNvPr id="15" name="Straight Arrow Connector 14">
            <a:extLst>
              <a:ext uri="{FF2B5EF4-FFF2-40B4-BE49-F238E27FC236}">
                <a16:creationId xmlns:a16="http://schemas.microsoft.com/office/drawing/2014/main" id="{217BAF01-AD50-3C19-F5BE-CF350D1898E3}"/>
              </a:ext>
            </a:extLst>
          </p:cNvPr>
          <p:cNvCxnSpPr>
            <a:cxnSpLocks/>
            <a:endCxn id="41" idx="1"/>
          </p:cNvCxnSpPr>
          <p:nvPr/>
        </p:nvCxnSpPr>
        <p:spPr>
          <a:xfrm>
            <a:off x="5136080" y="1861967"/>
            <a:ext cx="10901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302A7D0F-7F49-9957-687B-E8002BBC926B}"/>
              </a:ext>
            </a:extLst>
          </p:cNvPr>
          <p:cNvSpPr txBox="1"/>
          <p:nvPr/>
        </p:nvSpPr>
        <p:spPr>
          <a:xfrm>
            <a:off x="1061244" y="1219480"/>
            <a:ext cx="1699055" cy="369332"/>
          </a:xfrm>
          <a:prstGeom prst="rect">
            <a:avLst/>
          </a:prstGeom>
          <a:noFill/>
        </p:spPr>
        <p:txBody>
          <a:bodyPr wrap="none" rtlCol="0">
            <a:spAutoFit/>
          </a:bodyPr>
          <a:lstStyle/>
          <a:p>
            <a:r>
              <a:rPr lang="en-US" dirty="0"/>
              <a:t>streaming pixels</a:t>
            </a:r>
          </a:p>
        </p:txBody>
      </p:sp>
      <p:sp>
        <p:nvSpPr>
          <p:cNvPr id="17" name="TextBox 16">
            <a:extLst>
              <a:ext uri="{FF2B5EF4-FFF2-40B4-BE49-F238E27FC236}">
                <a16:creationId xmlns:a16="http://schemas.microsoft.com/office/drawing/2014/main" id="{773DFE4B-A1B4-889E-5AD5-39CFB3B6CC9E}"/>
              </a:ext>
            </a:extLst>
          </p:cNvPr>
          <p:cNvSpPr txBox="1"/>
          <p:nvPr/>
        </p:nvSpPr>
        <p:spPr>
          <a:xfrm>
            <a:off x="5136080" y="1227891"/>
            <a:ext cx="864660" cy="646331"/>
          </a:xfrm>
          <a:prstGeom prst="rect">
            <a:avLst/>
          </a:prstGeom>
          <a:noFill/>
        </p:spPr>
        <p:txBody>
          <a:bodyPr wrap="none" rtlCol="0">
            <a:spAutoFit/>
          </a:bodyPr>
          <a:lstStyle/>
          <a:p>
            <a:r>
              <a:rPr lang="en-US" dirty="0"/>
              <a:t>feature</a:t>
            </a:r>
          </a:p>
          <a:p>
            <a:r>
              <a:rPr lang="en-US" dirty="0"/>
              <a:t>map</a:t>
            </a:r>
          </a:p>
        </p:txBody>
      </p:sp>
      <p:cxnSp>
        <p:nvCxnSpPr>
          <p:cNvPr id="19" name="Straight Arrow Connector 18">
            <a:extLst>
              <a:ext uri="{FF2B5EF4-FFF2-40B4-BE49-F238E27FC236}">
                <a16:creationId xmlns:a16="http://schemas.microsoft.com/office/drawing/2014/main" id="{966A91F1-B866-A7D1-8951-B40A52144FD4}"/>
              </a:ext>
            </a:extLst>
          </p:cNvPr>
          <p:cNvCxnSpPr>
            <a:cxnSpLocks/>
          </p:cNvCxnSpPr>
          <p:nvPr/>
        </p:nvCxnSpPr>
        <p:spPr>
          <a:xfrm>
            <a:off x="2780808" y="1417055"/>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BE371E87-6EF4-0F30-2B29-2ABA5EBEBC2D}"/>
              </a:ext>
            </a:extLst>
          </p:cNvPr>
          <p:cNvSpPr txBox="1"/>
          <p:nvPr/>
        </p:nvSpPr>
        <p:spPr>
          <a:xfrm>
            <a:off x="3704221" y="4507601"/>
            <a:ext cx="1427500" cy="1384192"/>
          </a:xfrm>
          <a:prstGeom prst="rect">
            <a:avLst/>
          </a:prstGeom>
          <a:noFill/>
          <a:ln w="12700">
            <a:solidFill>
              <a:schemeClr val="tx1"/>
            </a:solidFill>
          </a:ln>
        </p:spPr>
        <p:txBody>
          <a:bodyPr wrap="none" rtlCol="0" anchor="ctr" anchorCtr="1">
            <a:noAutofit/>
          </a:bodyPr>
          <a:lstStyle/>
          <a:p>
            <a:pPr algn="ctr"/>
            <a:r>
              <a:rPr lang="en-US" dirty="0"/>
              <a:t>MIMO OFDM</a:t>
            </a:r>
          </a:p>
          <a:p>
            <a:pPr algn="ctr"/>
            <a:r>
              <a:rPr lang="en-US" dirty="0"/>
              <a:t>wireless</a:t>
            </a:r>
          </a:p>
          <a:p>
            <a:pPr algn="ctr"/>
            <a:endParaRPr lang="en-US" dirty="0"/>
          </a:p>
          <a:p>
            <a:pPr algn="ctr"/>
            <a:r>
              <a:rPr lang="en-US" sz="1600" dirty="0"/>
              <a:t>(SRAM/ROM)</a:t>
            </a:r>
          </a:p>
        </p:txBody>
      </p:sp>
      <p:cxnSp>
        <p:nvCxnSpPr>
          <p:cNvPr id="21" name="Straight Arrow Connector 20">
            <a:extLst>
              <a:ext uri="{FF2B5EF4-FFF2-40B4-BE49-F238E27FC236}">
                <a16:creationId xmlns:a16="http://schemas.microsoft.com/office/drawing/2014/main" id="{83C92901-4990-86B2-55C6-6D2BE784A1F4}"/>
              </a:ext>
            </a:extLst>
          </p:cNvPr>
          <p:cNvCxnSpPr>
            <a:cxnSpLocks/>
          </p:cNvCxnSpPr>
          <p:nvPr/>
        </p:nvCxnSpPr>
        <p:spPr>
          <a:xfrm>
            <a:off x="5131720" y="5177771"/>
            <a:ext cx="1185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F84281CD-4100-BCA4-1C86-052D41606BB6}"/>
              </a:ext>
            </a:extLst>
          </p:cNvPr>
          <p:cNvSpPr txBox="1"/>
          <p:nvPr/>
        </p:nvSpPr>
        <p:spPr>
          <a:xfrm>
            <a:off x="572766" y="4993697"/>
            <a:ext cx="2203680" cy="369332"/>
          </a:xfrm>
          <a:prstGeom prst="rect">
            <a:avLst/>
          </a:prstGeom>
          <a:noFill/>
        </p:spPr>
        <p:txBody>
          <a:bodyPr wrap="none" rtlCol="0">
            <a:spAutoFit/>
          </a:bodyPr>
          <a:lstStyle/>
          <a:p>
            <a:r>
              <a:rPr lang="en-US" dirty="0"/>
              <a:t>streaming IQ samples</a:t>
            </a:r>
          </a:p>
        </p:txBody>
      </p:sp>
      <p:sp>
        <p:nvSpPr>
          <p:cNvPr id="23" name="TextBox 22">
            <a:extLst>
              <a:ext uri="{FF2B5EF4-FFF2-40B4-BE49-F238E27FC236}">
                <a16:creationId xmlns:a16="http://schemas.microsoft.com/office/drawing/2014/main" id="{35E35C62-AC69-0392-1F14-6C5AA87EC1AA}"/>
              </a:ext>
            </a:extLst>
          </p:cNvPr>
          <p:cNvSpPr txBox="1"/>
          <p:nvPr/>
        </p:nvSpPr>
        <p:spPr>
          <a:xfrm>
            <a:off x="5131719" y="4553366"/>
            <a:ext cx="938077" cy="646331"/>
          </a:xfrm>
          <a:prstGeom prst="rect">
            <a:avLst/>
          </a:prstGeom>
          <a:noFill/>
        </p:spPr>
        <p:txBody>
          <a:bodyPr wrap="none" rtlCol="0">
            <a:spAutoFit/>
          </a:bodyPr>
          <a:lstStyle/>
          <a:p>
            <a:r>
              <a:rPr lang="en-US" dirty="0"/>
              <a:t>QAM</a:t>
            </a:r>
          </a:p>
          <a:p>
            <a:r>
              <a:rPr lang="en-US" dirty="0"/>
              <a:t>soft bits</a:t>
            </a:r>
          </a:p>
        </p:txBody>
      </p:sp>
      <p:cxnSp>
        <p:nvCxnSpPr>
          <p:cNvPr id="24" name="Straight Arrow Connector 23">
            <a:extLst>
              <a:ext uri="{FF2B5EF4-FFF2-40B4-BE49-F238E27FC236}">
                <a16:creationId xmlns:a16="http://schemas.microsoft.com/office/drawing/2014/main" id="{4FC16745-9849-A23A-448A-F5197903BF0C}"/>
              </a:ext>
            </a:extLst>
          </p:cNvPr>
          <p:cNvCxnSpPr>
            <a:cxnSpLocks/>
          </p:cNvCxnSpPr>
          <p:nvPr/>
        </p:nvCxnSpPr>
        <p:spPr>
          <a:xfrm>
            <a:off x="2776447" y="5184260"/>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6D8A36EA-83E2-EB63-BB85-5FF00710D0DE}"/>
              </a:ext>
            </a:extLst>
          </p:cNvPr>
          <p:cNvCxnSpPr/>
          <p:nvPr/>
        </p:nvCxnSpPr>
        <p:spPr>
          <a:xfrm>
            <a:off x="0" y="3250276"/>
            <a:ext cx="12192000"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5CDBB538-FEFD-8632-C5F0-C39AB9F2FE02}"/>
              </a:ext>
            </a:extLst>
          </p:cNvPr>
          <p:cNvSpPr txBox="1"/>
          <p:nvPr/>
        </p:nvSpPr>
        <p:spPr>
          <a:xfrm>
            <a:off x="6226233" y="740396"/>
            <a:ext cx="1729047" cy="625963"/>
          </a:xfrm>
          <a:prstGeom prst="rect">
            <a:avLst/>
          </a:prstGeom>
          <a:noFill/>
          <a:ln w="12700">
            <a:solidFill>
              <a:schemeClr val="tx1"/>
            </a:solidFill>
          </a:ln>
        </p:spPr>
        <p:txBody>
          <a:bodyPr wrap="none" rtlCol="0" anchor="ctr" anchorCtr="1">
            <a:noAutofit/>
          </a:bodyPr>
          <a:lstStyle/>
          <a:p>
            <a:pPr algn="ctr"/>
            <a:r>
              <a:rPr lang="en-US" dirty="0"/>
              <a:t>multimodal LLM</a:t>
            </a:r>
          </a:p>
          <a:p>
            <a:pPr algn="ctr"/>
            <a:r>
              <a:rPr lang="en-US" sz="1600" dirty="0"/>
              <a:t>(DRAM)</a:t>
            </a:r>
          </a:p>
        </p:txBody>
      </p:sp>
      <p:sp>
        <p:nvSpPr>
          <p:cNvPr id="41" name="TextBox 40">
            <a:extLst>
              <a:ext uri="{FF2B5EF4-FFF2-40B4-BE49-F238E27FC236}">
                <a16:creationId xmlns:a16="http://schemas.microsoft.com/office/drawing/2014/main" id="{BDE031C0-CB28-87AD-4D7D-FF54CCE94AC1}"/>
              </a:ext>
            </a:extLst>
          </p:cNvPr>
          <p:cNvSpPr txBox="1"/>
          <p:nvPr/>
        </p:nvSpPr>
        <p:spPr>
          <a:xfrm>
            <a:off x="6226233" y="1599346"/>
            <a:ext cx="1208115" cy="525241"/>
          </a:xfrm>
          <a:prstGeom prst="rect">
            <a:avLst/>
          </a:prstGeom>
          <a:noFill/>
          <a:ln w="12700">
            <a:solidFill>
              <a:schemeClr val="tx1"/>
            </a:solidFill>
          </a:ln>
        </p:spPr>
        <p:txBody>
          <a:bodyPr wrap="none" rtlCol="0" anchor="ctr" anchorCtr="1">
            <a:noAutofit/>
          </a:bodyPr>
          <a:lstStyle/>
          <a:p>
            <a:pPr algn="ctr"/>
            <a:r>
              <a:rPr lang="en-US" dirty="0"/>
              <a:t>accelerator</a:t>
            </a:r>
          </a:p>
        </p:txBody>
      </p:sp>
      <p:cxnSp>
        <p:nvCxnSpPr>
          <p:cNvPr id="48" name="Straight Arrow Connector 47">
            <a:extLst>
              <a:ext uri="{FF2B5EF4-FFF2-40B4-BE49-F238E27FC236}">
                <a16:creationId xmlns:a16="http://schemas.microsoft.com/office/drawing/2014/main" id="{987908C4-B1AD-50EA-4809-ACF3704EBF61}"/>
              </a:ext>
            </a:extLst>
          </p:cNvPr>
          <p:cNvCxnSpPr>
            <a:cxnSpLocks/>
          </p:cNvCxnSpPr>
          <p:nvPr/>
        </p:nvCxnSpPr>
        <p:spPr>
          <a:xfrm>
            <a:off x="7428238" y="1861967"/>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79142BE7-5029-5D62-F217-39B9583C66A6}"/>
              </a:ext>
            </a:extLst>
          </p:cNvPr>
          <p:cNvSpPr txBox="1"/>
          <p:nvPr/>
        </p:nvSpPr>
        <p:spPr>
          <a:xfrm>
            <a:off x="8335503" y="1677300"/>
            <a:ext cx="548099" cy="369332"/>
          </a:xfrm>
          <a:prstGeom prst="rect">
            <a:avLst/>
          </a:prstGeom>
          <a:noFill/>
        </p:spPr>
        <p:txBody>
          <a:bodyPr wrap="none" rtlCol="0">
            <a:spAutoFit/>
          </a:bodyPr>
          <a:lstStyle/>
          <a:p>
            <a:r>
              <a:rPr lang="en-US" dirty="0"/>
              <a:t>text</a:t>
            </a:r>
          </a:p>
        </p:txBody>
      </p:sp>
      <p:sp>
        <p:nvSpPr>
          <p:cNvPr id="51" name="TextBox 50">
            <a:extLst>
              <a:ext uri="{FF2B5EF4-FFF2-40B4-BE49-F238E27FC236}">
                <a16:creationId xmlns:a16="http://schemas.microsoft.com/office/drawing/2014/main" id="{067EC35B-8657-8E94-2FA9-B083D3CC572B}"/>
              </a:ext>
            </a:extLst>
          </p:cNvPr>
          <p:cNvSpPr txBox="1"/>
          <p:nvPr/>
        </p:nvSpPr>
        <p:spPr>
          <a:xfrm>
            <a:off x="8433053" y="4989695"/>
            <a:ext cx="924164" cy="369332"/>
          </a:xfrm>
          <a:prstGeom prst="rect">
            <a:avLst/>
          </a:prstGeom>
          <a:noFill/>
        </p:spPr>
        <p:txBody>
          <a:bodyPr wrap="none" rtlCol="0">
            <a:spAutoFit/>
          </a:bodyPr>
          <a:lstStyle/>
          <a:p>
            <a:r>
              <a:rPr lang="en-US" dirty="0"/>
              <a:t>payload</a:t>
            </a:r>
          </a:p>
        </p:txBody>
      </p:sp>
      <p:sp>
        <p:nvSpPr>
          <p:cNvPr id="54" name="TextBox 53">
            <a:extLst>
              <a:ext uri="{FF2B5EF4-FFF2-40B4-BE49-F238E27FC236}">
                <a16:creationId xmlns:a16="http://schemas.microsoft.com/office/drawing/2014/main" id="{043A5F23-714E-5847-C597-DB8E04965C43}"/>
              </a:ext>
            </a:extLst>
          </p:cNvPr>
          <p:cNvSpPr txBox="1"/>
          <p:nvPr/>
        </p:nvSpPr>
        <p:spPr>
          <a:xfrm>
            <a:off x="6317673" y="4911741"/>
            <a:ext cx="1208115" cy="525241"/>
          </a:xfrm>
          <a:prstGeom prst="rect">
            <a:avLst/>
          </a:prstGeom>
          <a:noFill/>
          <a:ln w="12700">
            <a:solidFill>
              <a:schemeClr val="tx1"/>
            </a:solidFill>
          </a:ln>
        </p:spPr>
        <p:txBody>
          <a:bodyPr wrap="none" rtlCol="0" anchor="ctr" anchorCtr="1">
            <a:noAutofit/>
          </a:bodyPr>
          <a:lstStyle/>
          <a:p>
            <a:pPr algn="ctr"/>
            <a:r>
              <a:rPr lang="en-US" dirty="0"/>
              <a:t>FEC DSP</a:t>
            </a:r>
          </a:p>
        </p:txBody>
      </p:sp>
      <p:cxnSp>
        <p:nvCxnSpPr>
          <p:cNvPr id="55" name="Straight Arrow Connector 54">
            <a:extLst>
              <a:ext uri="{FF2B5EF4-FFF2-40B4-BE49-F238E27FC236}">
                <a16:creationId xmlns:a16="http://schemas.microsoft.com/office/drawing/2014/main" id="{B7BAFA3D-6806-4C0B-5AED-8CBAC0B1971F}"/>
              </a:ext>
            </a:extLst>
          </p:cNvPr>
          <p:cNvCxnSpPr>
            <a:cxnSpLocks/>
          </p:cNvCxnSpPr>
          <p:nvPr/>
        </p:nvCxnSpPr>
        <p:spPr>
          <a:xfrm>
            <a:off x="7525788" y="5175431"/>
            <a:ext cx="9072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4C896521-F012-2C3C-372F-4CA93E3D9930}"/>
              </a:ext>
            </a:extLst>
          </p:cNvPr>
          <p:cNvCxnSpPr>
            <a:cxnSpLocks/>
          </p:cNvCxnSpPr>
          <p:nvPr/>
        </p:nvCxnSpPr>
        <p:spPr>
          <a:xfrm>
            <a:off x="6827236" y="1366359"/>
            <a:ext cx="3055" cy="2329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8405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2BCD-439D-399E-93AE-D915951C1E2B}"/>
              </a:ext>
            </a:extLst>
          </p:cNvPr>
          <p:cNvSpPr>
            <a:spLocks noGrp="1"/>
          </p:cNvSpPr>
          <p:nvPr>
            <p:ph type="title"/>
          </p:nvPr>
        </p:nvSpPr>
        <p:spPr/>
        <p:txBody>
          <a:bodyPr/>
          <a:lstStyle/>
          <a:p>
            <a:r>
              <a:rPr lang="en-US" dirty="0"/>
              <a:t>Technology Strategy</a:t>
            </a:r>
          </a:p>
        </p:txBody>
      </p:sp>
      <p:sp>
        <p:nvSpPr>
          <p:cNvPr id="3" name="Content Placeholder 2">
            <a:extLst>
              <a:ext uri="{FF2B5EF4-FFF2-40B4-BE49-F238E27FC236}">
                <a16:creationId xmlns:a16="http://schemas.microsoft.com/office/drawing/2014/main" id="{8E7948FB-66B6-0FC7-6CB8-E0A30D6E4667}"/>
              </a:ext>
            </a:extLst>
          </p:cNvPr>
          <p:cNvSpPr>
            <a:spLocks noGrp="1"/>
          </p:cNvSpPr>
          <p:nvPr>
            <p:ph idx="1"/>
          </p:nvPr>
        </p:nvSpPr>
        <p:spPr>
          <a:xfrm>
            <a:off x="1" y="1825624"/>
            <a:ext cx="12192000" cy="4799620"/>
          </a:xfrm>
        </p:spPr>
        <p:txBody>
          <a:bodyPr>
            <a:normAutofit/>
          </a:bodyPr>
          <a:lstStyle/>
          <a:p>
            <a:pPr marL="514350" indent="-514350">
              <a:buFont typeface="+mj-lt"/>
              <a:buAutoNum type="arabicPeriod"/>
            </a:pPr>
            <a:r>
              <a:rPr lang="en-US" dirty="0"/>
              <a:t>Powerful on-chip models can perform multiple tasks</a:t>
            </a:r>
          </a:p>
          <a:p>
            <a:pPr marL="971550" lvl="1" indent="-514350">
              <a:buFont typeface="+mj-lt"/>
              <a:buAutoNum type="alphaLcPeriod"/>
            </a:pPr>
            <a:r>
              <a:rPr lang="en-US" dirty="0"/>
              <a:t>for a vision convnet feature map pyramid, 8M weights ~ foundation vision model</a:t>
            </a:r>
          </a:p>
          <a:p>
            <a:pPr marL="971550" lvl="1" indent="-514350">
              <a:buFont typeface="+mj-lt"/>
              <a:buAutoNum type="alphaLcPeriod"/>
            </a:pPr>
            <a:r>
              <a:rPr lang="en-US" dirty="0"/>
              <a:t>it is feasible to use fixed model arch w/ params on-chip (SRAM or ROM)</a:t>
            </a:r>
          </a:p>
          <a:p>
            <a:pPr marL="971550" lvl="1" indent="-514350">
              <a:buFont typeface="+mj-lt"/>
              <a:buAutoNum type="alphaLcPeriod"/>
            </a:pPr>
            <a:r>
              <a:rPr lang="en-US" dirty="0"/>
              <a:t>supports image, video, RF and encoder/decoder tasks</a:t>
            </a:r>
          </a:p>
          <a:p>
            <a:pPr marL="514350" indent="-514350">
              <a:buFont typeface="+mj-lt"/>
              <a:buAutoNum type="arabicPeriod"/>
            </a:pPr>
            <a:endParaRPr lang="en-US" dirty="0"/>
          </a:p>
          <a:p>
            <a:pPr marL="514350" indent="-514350">
              <a:buFont typeface="+mj-lt"/>
              <a:buAutoNum type="arabicPeriod"/>
            </a:pPr>
            <a:r>
              <a:rPr lang="en-US" dirty="0"/>
              <a:t>Use existing algorithms, implemented in Verilog</a:t>
            </a:r>
          </a:p>
          <a:p>
            <a:pPr marL="971550" lvl="1" indent="-514350">
              <a:buFont typeface="+mj-lt"/>
              <a:buAutoNum type="alphaLcPeriod"/>
            </a:pPr>
            <a:r>
              <a:rPr lang="en-US" dirty="0"/>
              <a:t>high throughput (&gt;100M samples/s), low latency (&lt;10µs), zero jitter, low power (&lt;2W)</a:t>
            </a:r>
          </a:p>
          <a:p>
            <a:pPr marL="971550" lvl="1" indent="-514350">
              <a:buFont typeface="+mj-lt"/>
              <a:buAutoNum type="alphaLcPeriod"/>
            </a:pPr>
            <a:r>
              <a:rPr lang="en-US" dirty="0"/>
              <a:t>no new algorithms, leverage </a:t>
            </a:r>
            <a:r>
              <a:rPr lang="en-US" dirty="0" err="1"/>
              <a:t>TFLite</a:t>
            </a:r>
            <a:r>
              <a:rPr lang="en-US" dirty="0"/>
              <a:t> framework, correlated with </a:t>
            </a:r>
            <a:r>
              <a:rPr lang="en-US" dirty="0" err="1"/>
              <a:t>TFLite</a:t>
            </a:r>
            <a:r>
              <a:rPr lang="en-US" dirty="0"/>
              <a:t> reference</a:t>
            </a:r>
          </a:p>
          <a:p>
            <a:pPr marL="971550" lvl="1" indent="-514350">
              <a:buFont typeface="+mj-lt"/>
              <a:buAutoNum type="alphaLcPeriod"/>
            </a:pPr>
            <a:r>
              <a:rPr lang="en-US" dirty="0"/>
              <a:t>parameterized Verilog code with Python compiler</a:t>
            </a:r>
          </a:p>
          <a:p>
            <a:pPr marL="971550" lvl="1" indent="-514350">
              <a:buFont typeface="+mj-lt"/>
              <a:buAutoNum type="alphaLcPeriod"/>
            </a:pPr>
            <a:endParaRPr lang="en-US" dirty="0"/>
          </a:p>
        </p:txBody>
      </p:sp>
    </p:spTree>
    <p:extLst>
      <p:ext uri="{BB962C8B-B14F-4D97-AF65-F5344CB8AC3E}">
        <p14:creationId xmlns:p14="http://schemas.microsoft.com/office/powerpoint/2010/main" val="3255177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832C18C-7A04-4DB6-DE51-86442A40BEB2}"/>
              </a:ext>
            </a:extLst>
          </p:cNvPr>
          <p:cNvSpPr/>
          <p:nvPr/>
        </p:nvSpPr>
        <p:spPr>
          <a:xfrm>
            <a:off x="4779934" y="2075933"/>
            <a:ext cx="1672281" cy="1229497"/>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Image Encoder</a:t>
            </a:r>
          </a:p>
        </p:txBody>
      </p:sp>
      <p:sp>
        <p:nvSpPr>
          <p:cNvPr id="3" name="Oval 2">
            <a:extLst>
              <a:ext uri="{FF2B5EF4-FFF2-40B4-BE49-F238E27FC236}">
                <a16:creationId xmlns:a16="http://schemas.microsoft.com/office/drawing/2014/main" id="{2C5ECAE3-DD05-A30F-75B5-CE09C897E014}"/>
              </a:ext>
            </a:extLst>
          </p:cNvPr>
          <p:cNvSpPr/>
          <p:nvPr/>
        </p:nvSpPr>
        <p:spPr>
          <a:xfrm>
            <a:off x="2183609" y="494382"/>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Image Sensors</a:t>
            </a:r>
          </a:p>
        </p:txBody>
      </p:sp>
      <p:sp>
        <p:nvSpPr>
          <p:cNvPr id="4" name="Oval 3">
            <a:extLst>
              <a:ext uri="{FF2B5EF4-FFF2-40B4-BE49-F238E27FC236}">
                <a16:creationId xmlns:a16="http://schemas.microsoft.com/office/drawing/2014/main" id="{D6E75DEE-67A9-D726-85BD-DF8842B42265}"/>
              </a:ext>
            </a:extLst>
          </p:cNvPr>
          <p:cNvSpPr/>
          <p:nvPr/>
        </p:nvSpPr>
        <p:spPr>
          <a:xfrm>
            <a:off x="7393458" y="221388"/>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Robotics</a:t>
            </a:r>
          </a:p>
        </p:txBody>
      </p:sp>
      <p:sp>
        <p:nvSpPr>
          <p:cNvPr id="5" name="Oval 4">
            <a:extLst>
              <a:ext uri="{FF2B5EF4-FFF2-40B4-BE49-F238E27FC236}">
                <a16:creationId xmlns:a16="http://schemas.microsoft.com/office/drawing/2014/main" id="{EDF31553-6160-A718-CB1B-7257AD37E59F}"/>
              </a:ext>
            </a:extLst>
          </p:cNvPr>
          <p:cNvSpPr/>
          <p:nvPr/>
        </p:nvSpPr>
        <p:spPr>
          <a:xfrm>
            <a:off x="8967177" y="2307446"/>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AR/VR</a:t>
            </a:r>
          </a:p>
        </p:txBody>
      </p:sp>
      <p:sp>
        <p:nvSpPr>
          <p:cNvPr id="6" name="Oval 5">
            <a:extLst>
              <a:ext uri="{FF2B5EF4-FFF2-40B4-BE49-F238E27FC236}">
                <a16:creationId xmlns:a16="http://schemas.microsoft.com/office/drawing/2014/main" id="{2C361F7E-4886-2559-A426-4C55E0120D8B}"/>
              </a:ext>
            </a:extLst>
          </p:cNvPr>
          <p:cNvSpPr/>
          <p:nvPr/>
        </p:nvSpPr>
        <p:spPr>
          <a:xfrm>
            <a:off x="6610575" y="4234451"/>
            <a:ext cx="2170668"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Industrial Measurement</a:t>
            </a:r>
          </a:p>
        </p:txBody>
      </p:sp>
      <p:sp>
        <p:nvSpPr>
          <p:cNvPr id="7" name="Oval 6">
            <a:extLst>
              <a:ext uri="{FF2B5EF4-FFF2-40B4-BE49-F238E27FC236}">
                <a16:creationId xmlns:a16="http://schemas.microsoft.com/office/drawing/2014/main" id="{E0BF38FF-2ACC-9F2C-20AC-DB5BC4BE0163}"/>
              </a:ext>
            </a:extLst>
          </p:cNvPr>
          <p:cNvSpPr/>
          <p:nvPr/>
        </p:nvSpPr>
        <p:spPr>
          <a:xfrm>
            <a:off x="2183609" y="3871782"/>
            <a:ext cx="2170668"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Deep Learning Stack</a:t>
            </a:r>
          </a:p>
        </p:txBody>
      </p:sp>
      <p:sp>
        <p:nvSpPr>
          <p:cNvPr id="8" name="TextBox 7">
            <a:extLst>
              <a:ext uri="{FF2B5EF4-FFF2-40B4-BE49-F238E27FC236}">
                <a16:creationId xmlns:a16="http://schemas.microsoft.com/office/drawing/2014/main" id="{44AF985D-26A8-E2ED-81B4-865BB5E4B0E2}"/>
              </a:ext>
            </a:extLst>
          </p:cNvPr>
          <p:cNvSpPr txBox="1"/>
          <p:nvPr/>
        </p:nvSpPr>
        <p:spPr>
          <a:xfrm>
            <a:off x="2326290" y="1783608"/>
            <a:ext cx="1386918" cy="923330"/>
          </a:xfrm>
          <a:prstGeom prst="rect">
            <a:avLst/>
          </a:prstGeom>
          <a:noFill/>
        </p:spPr>
        <p:txBody>
          <a:bodyPr wrap="none" rtlCol="0">
            <a:spAutoFit/>
          </a:bodyPr>
          <a:lstStyle/>
          <a:p>
            <a:r>
              <a:rPr lang="en-US" dirty="0"/>
              <a:t>AMS OSRAM</a:t>
            </a:r>
          </a:p>
          <a:p>
            <a:r>
              <a:rPr lang="en-US" dirty="0" err="1"/>
              <a:t>Onsemi</a:t>
            </a:r>
            <a:endParaRPr lang="en-US" dirty="0"/>
          </a:p>
          <a:p>
            <a:endParaRPr lang="en-US" dirty="0"/>
          </a:p>
        </p:txBody>
      </p:sp>
      <p:sp>
        <p:nvSpPr>
          <p:cNvPr id="9" name="TextBox 8">
            <a:extLst>
              <a:ext uri="{FF2B5EF4-FFF2-40B4-BE49-F238E27FC236}">
                <a16:creationId xmlns:a16="http://schemas.microsoft.com/office/drawing/2014/main" id="{875F0F24-0BDF-F797-A52B-125DE4B81921}"/>
              </a:ext>
            </a:extLst>
          </p:cNvPr>
          <p:cNvSpPr txBox="1"/>
          <p:nvPr/>
        </p:nvSpPr>
        <p:spPr>
          <a:xfrm>
            <a:off x="2537460" y="5169243"/>
            <a:ext cx="1462965" cy="369332"/>
          </a:xfrm>
          <a:prstGeom prst="rect">
            <a:avLst/>
          </a:prstGeom>
          <a:noFill/>
        </p:spPr>
        <p:txBody>
          <a:bodyPr wrap="none" rtlCol="0">
            <a:spAutoFit/>
          </a:bodyPr>
          <a:lstStyle/>
          <a:p>
            <a:r>
              <a:rPr lang="en-US" dirty="0"/>
              <a:t>Google </a:t>
            </a:r>
            <a:r>
              <a:rPr lang="en-US" dirty="0" err="1"/>
              <a:t>TFLite</a:t>
            </a:r>
            <a:endParaRPr lang="en-US" dirty="0"/>
          </a:p>
        </p:txBody>
      </p:sp>
      <p:sp>
        <p:nvSpPr>
          <p:cNvPr id="10" name="TextBox 9">
            <a:extLst>
              <a:ext uri="{FF2B5EF4-FFF2-40B4-BE49-F238E27FC236}">
                <a16:creationId xmlns:a16="http://schemas.microsoft.com/office/drawing/2014/main" id="{8D076BBE-2654-0FEF-F37C-B9A00C0B7FEB}"/>
              </a:ext>
            </a:extLst>
          </p:cNvPr>
          <p:cNvSpPr txBox="1"/>
          <p:nvPr/>
        </p:nvSpPr>
        <p:spPr>
          <a:xfrm>
            <a:off x="10639458" y="2690682"/>
            <a:ext cx="1324530" cy="646331"/>
          </a:xfrm>
          <a:prstGeom prst="rect">
            <a:avLst/>
          </a:prstGeom>
          <a:noFill/>
        </p:spPr>
        <p:txBody>
          <a:bodyPr wrap="none" rtlCol="0">
            <a:spAutoFit/>
          </a:bodyPr>
          <a:lstStyle/>
          <a:p>
            <a:r>
              <a:rPr lang="en-US" i="1" dirty="0"/>
              <a:t>eye tracking</a:t>
            </a:r>
          </a:p>
          <a:p>
            <a:r>
              <a:rPr lang="en-US" i="1" dirty="0"/>
              <a:t>AR overlay</a:t>
            </a:r>
          </a:p>
        </p:txBody>
      </p:sp>
      <p:cxnSp>
        <p:nvCxnSpPr>
          <p:cNvPr id="12" name="Straight Connector 11">
            <a:extLst>
              <a:ext uri="{FF2B5EF4-FFF2-40B4-BE49-F238E27FC236}">
                <a16:creationId xmlns:a16="http://schemas.microsoft.com/office/drawing/2014/main" id="{671CA914-4533-DF36-4ABF-15CD98A1268F}"/>
              </a:ext>
            </a:extLst>
          </p:cNvPr>
          <p:cNvCxnSpPr>
            <a:cxnSpLocks/>
            <a:stCxn id="2" idx="5"/>
            <a:endCxn id="6" idx="1"/>
          </p:cNvCxnSpPr>
          <p:nvPr/>
        </p:nvCxnSpPr>
        <p:spPr>
          <a:xfrm>
            <a:off x="6207315" y="3125374"/>
            <a:ext cx="721147" cy="1289133"/>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65B7BAA-049B-2371-8915-E117E3E73C1B}"/>
              </a:ext>
            </a:extLst>
          </p:cNvPr>
          <p:cNvCxnSpPr>
            <a:cxnSpLocks/>
            <a:stCxn id="2" idx="6"/>
            <a:endCxn id="5" idx="2"/>
          </p:cNvCxnSpPr>
          <p:nvPr/>
        </p:nvCxnSpPr>
        <p:spPr>
          <a:xfrm>
            <a:off x="6452215" y="2690682"/>
            <a:ext cx="2514962" cy="231513"/>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1AB84D-39B6-A833-E25E-EF293A0C3806}"/>
              </a:ext>
            </a:extLst>
          </p:cNvPr>
          <p:cNvCxnSpPr>
            <a:cxnSpLocks/>
            <a:stCxn id="2" idx="7"/>
            <a:endCxn id="4" idx="3"/>
          </p:cNvCxnSpPr>
          <p:nvPr/>
        </p:nvCxnSpPr>
        <p:spPr>
          <a:xfrm flipV="1">
            <a:off x="6207315" y="1270829"/>
            <a:ext cx="1431043" cy="985160"/>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DF71962-BE1D-AA72-A328-06A02FF2F029}"/>
              </a:ext>
            </a:extLst>
          </p:cNvPr>
          <p:cNvCxnSpPr>
            <a:cxnSpLocks/>
            <a:stCxn id="2" idx="1"/>
            <a:endCxn id="3" idx="5"/>
          </p:cNvCxnSpPr>
          <p:nvPr/>
        </p:nvCxnSpPr>
        <p:spPr>
          <a:xfrm flipH="1" flipV="1">
            <a:off x="3610990" y="1543823"/>
            <a:ext cx="1413844" cy="712166"/>
          </a:xfrm>
          <a:prstGeom prst="line">
            <a:avLst/>
          </a:prstGeom>
          <a:ln w="12700">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FC4F1E-11E8-2AED-0A7E-AF9DF0FAB53A}"/>
              </a:ext>
            </a:extLst>
          </p:cNvPr>
          <p:cNvCxnSpPr>
            <a:cxnSpLocks/>
            <a:stCxn id="2" idx="3"/>
            <a:endCxn id="7" idx="7"/>
          </p:cNvCxnSpPr>
          <p:nvPr/>
        </p:nvCxnSpPr>
        <p:spPr>
          <a:xfrm flipH="1">
            <a:off x="4036390" y="3125374"/>
            <a:ext cx="988444" cy="926464"/>
          </a:xfrm>
          <a:prstGeom prst="line">
            <a:avLst/>
          </a:prstGeom>
          <a:ln w="12700">
            <a:headEnd type="triangle" w="lg" len="lg"/>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95A8D91-8577-5B8B-C02E-7C373783125D}"/>
              </a:ext>
            </a:extLst>
          </p:cNvPr>
          <p:cNvSpPr txBox="1"/>
          <p:nvPr/>
        </p:nvSpPr>
        <p:spPr>
          <a:xfrm>
            <a:off x="95231" y="4301864"/>
            <a:ext cx="2076018" cy="369332"/>
          </a:xfrm>
          <a:prstGeom prst="rect">
            <a:avLst/>
          </a:prstGeom>
          <a:noFill/>
        </p:spPr>
        <p:txBody>
          <a:bodyPr wrap="none" rtlCol="0">
            <a:spAutoFit/>
          </a:bodyPr>
          <a:lstStyle/>
          <a:p>
            <a:r>
              <a:rPr lang="en-US" i="1" dirty="0"/>
              <a:t>integer quantization</a:t>
            </a:r>
          </a:p>
        </p:txBody>
      </p:sp>
      <p:sp>
        <p:nvSpPr>
          <p:cNvPr id="33" name="TextBox 32">
            <a:extLst>
              <a:ext uri="{FF2B5EF4-FFF2-40B4-BE49-F238E27FC236}">
                <a16:creationId xmlns:a16="http://schemas.microsoft.com/office/drawing/2014/main" id="{FC2AAB90-E0FB-640B-1A47-6237008D4407}"/>
              </a:ext>
            </a:extLst>
          </p:cNvPr>
          <p:cNvSpPr txBox="1"/>
          <p:nvPr/>
        </p:nvSpPr>
        <p:spPr>
          <a:xfrm>
            <a:off x="7518942" y="1506609"/>
            <a:ext cx="2002581" cy="646331"/>
          </a:xfrm>
          <a:prstGeom prst="rect">
            <a:avLst/>
          </a:prstGeom>
          <a:noFill/>
        </p:spPr>
        <p:txBody>
          <a:bodyPr wrap="square">
            <a:spAutoFit/>
          </a:bodyPr>
          <a:lstStyle/>
          <a:p>
            <a:r>
              <a:rPr lang="en-US" dirty="0">
                <a:hlinkClick r:id="rId3"/>
              </a:rPr>
              <a:t>Cambrian Robotics</a:t>
            </a:r>
            <a:endParaRPr lang="en-US" dirty="0"/>
          </a:p>
          <a:p>
            <a:r>
              <a:rPr lang="en-US" dirty="0">
                <a:hlinkClick r:id="rId4"/>
              </a:rPr>
              <a:t>Omron Automation</a:t>
            </a:r>
            <a:endParaRPr lang="en-US" dirty="0"/>
          </a:p>
        </p:txBody>
      </p:sp>
      <p:sp>
        <p:nvSpPr>
          <p:cNvPr id="34" name="TextBox 33">
            <a:extLst>
              <a:ext uri="{FF2B5EF4-FFF2-40B4-BE49-F238E27FC236}">
                <a16:creationId xmlns:a16="http://schemas.microsoft.com/office/drawing/2014/main" id="{93000064-B873-7A9D-2ED1-A427519F36E8}"/>
              </a:ext>
            </a:extLst>
          </p:cNvPr>
          <p:cNvSpPr txBox="1"/>
          <p:nvPr/>
        </p:nvSpPr>
        <p:spPr>
          <a:xfrm>
            <a:off x="7108962" y="5557660"/>
            <a:ext cx="1710725" cy="923330"/>
          </a:xfrm>
          <a:prstGeom prst="rect">
            <a:avLst/>
          </a:prstGeom>
          <a:noFill/>
        </p:spPr>
        <p:txBody>
          <a:bodyPr wrap="none" rtlCol="0">
            <a:spAutoFit/>
          </a:bodyPr>
          <a:lstStyle/>
          <a:p>
            <a:r>
              <a:rPr lang="en-US" dirty="0">
                <a:hlinkClick r:id="rId5"/>
              </a:rPr>
              <a:t>Cognex</a:t>
            </a:r>
            <a:endParaRPr lang="en-US" dirty="0"/>
          </a:p>
          <a:p>
            <a:r>
              <a:rPr lang="en-US" dirty="0" err="1">
                <a:hlinkClick r:id="rId6"/>
              </a:rPr>
              <a:t>Sensopart</a:t>
            </a:r>
            <a:endParaRPr lang="en-US" dirty="0"/>
          </a:p>
          <a:p>
            <a:r>
              <a:rPr lang="en-US" dirty="0" err="1">
                <a:hlinkClick r:id="rId7"/>
              </a:rPr>
              <a:t>Helmee</a:t>
            </a:r>
            <a:r>
              <a:rPr lang="en-US" dirty="0">
                <a:hlinkClick r:id="rId7"/>
              </a:rPr>
              <a:t> Imaging</a:t>
            </a:r>
            <a:endParaRPr lang="en-US" dirty="0"/>
          </a:p>
        </p:txBody>
      </p:sp>
    </p:spTree>
    <p:extLst>
      <p:ext uri="{BB962C8B-B14F-4D97-AF65-F5344CB8AC3E}">
        <p14:creationId xmlns:p14="http://schemas.microsoft.com/office/powerpoint/2010/main" val="3793830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EF9B7D7-95E3-A5DE-227A-D5C6F63C8ABA}"/>
              </a:ext>
            </a:extLst>
          </p:cNvPr>
          <p:cNvSpPr/>
          <p:nvPr/>
        </p:nvSpPr>
        <p:spPr>
          <a:xfrm>
            <a:off x="1652124" y="1606223"/>
            <a:ext cx="7255933" cy="2472129"/>
          </a:xfrm>
          <a:custGeom>
            <a:avLst/>
            <a:gdLst>
              <a:gd name="connsiteX0" fmla="*/ 0 w 7255933"/>
              <a:gd name="connsiteY0" fmla="*/ 0 h 2472129"/>
              <a:gd name="connsiteX1" fmla="*/ 441952 w 7255933"/>
              <a:gd name="connsiteY1" fmla="*/ 0 h 2472129"/>
              <a:gd name="connsiteX2" fmla="*/ 1101583 w 7255933"/>
              <a:gd name="connsiteY2" fmla="*/ 0 h 2472129"/>
              <a:gd name="connsiteX3" fmla="*/ 1688653 w 7255933"/>
              <a:gd name="connsiteY3" fmla="*/ 0 h 2472129"/>
              <a:gd name="connsiteX4" fmla="*/ 2203165 w 7255933"/>
              <a:gd name="connsiteY4" fmla="*/ 0 h 2472129"/>
              <a:gd name="connsiteX5" fmla="*/ 2790236 w 7255933"/>
              <a:gd name="connsiteY5" fmla="*/ 0 h 2472129"/>
              <a:gd name="connsiteX6" fmla="*/ 3232188 w 7255933"/>
              <a:gd name="connsiteY6" fmla="*/ 0 h 2472129"/>
              <a:gd name="connsiteX7" fmla="*/ 3674141 w 7255933"/>
              <a:gd name="connsiteY7" fmla="*/ 0 h 2472129"/>
              <a:gd name="connsiteX8" fmla="*/ 4406330 w 7255933"/>
              <a:gd name="connsiteY8" fmla="*/ 0 h 2472129"/>
              <a:gd name="connsiteX9" fmla="*/ 4920842 w 7255933"/>
              <a:gd name="connsiteY9" fmla="*/ 0 h 2472129"/>
              <a:gd name="connsiteX10" fmla="*/ 5653031 w 7255933"/>
              <a:gd name="connsiteY10" fmla="*/ 0 h 2472129"/>
              <a:gd name="connsiteX11" fmla="*/ 6240102 w 7255933"/>
              <a:gd name="connsiteY11" fmla="*/ 0 h 2472129"/>
              <a:gd name="connsiteX12" fmla="*/ 7255933 w 7255933"/>
              <a:gd name="connsiteY12" fmla="*/ 0 h 2472129"/>
              <a:gd name="connsiteX13" fmla="*/ 7255933 w 7255933"/>
              <a:gd name="connsiteY13" fmla="*/ 568590 h 2472129"/>
              <a:gd name="connsiteX14" fmla="*/ 7255933 w 7255933"/>
              <a:gd name="connsiteY14" fmla="*/ 1236065 h 2472129"/>
              <a:gd name="connsiteX15" fmla="*/ 7255933 w 7255933"/>
              <a:gd name="connsiteY15" fmla="*/ 1829375 h 2472129"/>
              <a:gd name="connsiteX16" fmla="*/ 7255933 w 7255933"/>
              <a:gd name="connsiteY16" fmla="*/ 2472129 h 2472129"/>
              <a:gd name="connsiteX17" fmla="*/ 6523743 w 7255933"/>
              <a:gd name="connsiteY17" fmla="*/ 2472129 h 2472129"/>
              <a:gd name="connsiteX18" fmla="*/ 5718994 w 7255933"/>
              <a:gd name="connsiteY18" fmla="*/ 2472129 h 2472129"/>
              <a:gd name="connsiteX19" fmla="*/ 5059364 w 7255933"/>
              <a:gd name="connsiteY19" fmla="*/ 2472129 h 2472129"/>
              <a:gd name="connsiteX20" fmla="*/ 4399734 w 7255933"/>
              <a:gd name="connsiteY20" fmla="*/ 2472129 h 2472129"/>
              <a:gd name="connsiteX21" fmla="*/ 3812663 w 7255933"/>
              <a:gd name="connsiteY21" fmla="*/ 2472129 h 2472129"/>
              <a:gd name="connsiteX22" fmla="*/ 3298151 w 7255933"/>
              <a:gd name="connsiteY22" fmla="*/ 2472129 h 2472129"/>
              <a:gd name="connsiteX23" fmla="*/ 2493402 w 7255933"/>
              <a:gd name="connsiteY23" fmla="*/ 2472129 h 2472129"/>
              <a:gd name="connsiteX24" fmla="*/ 1761213 w 7255933"/>
              <a:gd name="connsiteY24" fmla="*/ 2472129 h 2472129"/>
              <a:gd name="connsiteX25" fmla="*/ 1174142 w 7255933"/>
              <a:gd name="connsiteY25" fmla="*/ 2472129 h 2472129"/>
              <a:gd name="connsiteX26" fmla="*/ 0 w 7255933"/>
              <a:gd name="connsiteY26" fmla="*/ 2472129 h 2472129"/>
              <a:gd name="connsiteX27" fmla="*/ 0 w 7255933"/>
              <a:gd name="connsiteY27" fmla="*/ 1829375 h 2472129"/>
              <a:gd name="connsiteX28" fmla="*/ 0 w 7255933"/>
              <a:gd name="connsiteY28" fmla="*/ 1260786 h 2472129"/>
              <a:gd name="connsiteX29" fmla="*/ 0 w 7255933"/>
              <a:gd name="connsiteY29" fmla="*/ 667475 h 2472129"/>
              <a:gd name="connsiteX30" fmla="*/ 0 w 7255933"/>
              <a:gd name="connsiteY30" fmla="*/ 0 h 247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55933" h="2472129" extrusionOk="0">
                <a:moveTo>
                  <a:pt x="0" y="0"/>
                </a:moveTo>
                <a:cubicBezTo>
                  <a:pt x="167006" y="11111"/>
                  <a:pt x="251138" y="-18848"/>
                  <a:pt x="441952" y="0"/>
                </a:cubicBezTo>
                <a:cubicBezTo>
                  <a:pt x="632766" y="18848"/>
                  <a:pt x="964674" y="28675"/>
                  <a:pt x="1101583" y="0"/>
                </a:cubicBezTo>
                <a:cubicBezTo>
                  <a:pt x="1238492" y="-28675"/>
                  <a:pt x="1491487" y="-1408"/>
                  <a:pt x="1688653" y="0"/>
                </a:cubicBezTo>
                <a:cubicBezTo>
                  <a:pt x="1885819" y="1408"/>
                  <a:pt x="2038739" y="19322"/>
                  <a:pt x="2203165" y="0"/>
                </a:cubicBezTo>
                <a:cubicBezTo>
                  <a:pt x="2367591" y="-19322"/>
                  <a:pt x="2647152" y="-11948"/>
                  <a:pt x="2790236" y="0"/>
                </a:cubicBezTo>
                <a:cubicBezTo>
                  <a:pt x="2933320" y="11948"/>
                  <a:pt x="3101956" y="16143"/>
                  <a:pt x="3232188" y="0"/>
                </a:cubicBezTo>
                <a:cubicBezTo>
                  <a:pt x="3362420" y="-16143"/>
                  <a:pt x="3534144" y="16251"/>
                  <a:pt x="3674141" y="0"/>
                </a:cubicBezTo>
                <a:cubicBezTo>
                  <a:pt x="3814138" y="-16251"/>
                  <a:pt x="4166219" y="29529"/>
                  <a:pt x="4406330" y="0"/>
                </a:cubicBezTo>
                <a:cubicBezTo>
                  <a:pt x="4646441" y="-29529"/>
                  <a:pt x="4773219" y="-8047"/>
                  <a:pt x="4920842" y="0"/>
                </a:cubicBezTo>
                <a:cubicBezTo>
                  <a:pt x="5068465" y="8047"/>
                  <a:pt x="5347426" y="-22971"/>
                  <a:pt x="5653031" y="0"/>
                </a:cubicBezTo>
                <a:cubicBezTo>
                  <a:pt x="5958636" y="22971"/>
                  <a:pt x="6000928" y="17528"/>
                  <a:pt x="6240102" y="0"/>
                </a:cubicBezTo>
                <a:cubicBezTo>
                  <a:pt x="6479276" y="-17528"/>
                  <a:pt x="6768494" y="30172"/>
                  <a:pt x="7255933" y="0"/>
                </a:cubicBezTo>
                <a:cubicBezTo>
                  <a:pt x="7229546" y="234953"/>
                  <a:pt x="7242702" y="297810"/>
                  <a:pt x="7255933" y="568590"/>
                </a:cubicBezTo>
                <a:cubicBezTo>
                  <a:pt x="7269165" y="839370"/>
                  <a:pt x="7253805" y="1095657"/>
                  <a:pt x="7255933" y="1236065"/>
                </a:cubicBezTo>
                <a:cubicBezTo>
                  <a:pt x="7258061" y="1376474"/>
                  <a:pt x="7274075" y="1549257"/>
                  <a:pt x="7255933" y="1829375"/>
                </a:cubicBezTo>
                <a:cubicBezTo>
                  <a:pt x="7237792" y="2109493"/>
                  <a:pt x="7250043" y="2311669"/>
                  <a:pt x="7255933" y="2472129"/>
                </a:cubicBezTo>
                <a:cubicBezTo>
                  <a:pt x="6900874" y="2468037"/>
                  <a:pt x="6772837" y="2443155"/>
                  <a:pt x="6523743" y="2472129"/>
                </a:cubicBezTo>
                <a:cubicBezTo>
                  <a:pt x="6274649" y="2501104"/>
                  <a:pt x="6116257" y="2498326"/>
                  <a:pt x="5718994" y="2472129"/>
                </a:cubicBezTo>
                <a:cubicBezTo>
                  <a:pt x="5321731" y="2445932"/>
                  <a:pt x="5192234" y="2464434"/>
                  <a:pt x="5059364" y="2472129"/>
                </a:cubicBezTo>
                <a:cubicBezTo>
                  <a:pt x="4926494" y="2479825"/>
                  <a:pt x="4571150" y="2490226"/>
                  <a:pt x="4399734" y="2472129"/>
                </a:cubicBezTo>
                <a:cubicBezTo>
                  <a:pt x="4228318" y="2454033"/>
                  <a:pt x="3990683" y="2480199"/>
                  <a:pt x="3812663" y="2472129"/>
                </a:cubicBezTo>
                <a:cubicBezTo>
                  <a:pt x="3634643" y="2464059"/>
                  <a:pt x="3540819" y="2473308"/>
                  <a:pt x="3298151" y="2472129"/>
                </a:cubicBezTo>
                <a:cubicBezTo>
                  <a:pt x="3055483" y="2470950"/>
                  <a:pt x="2817910" y="2451445"/>
                  <a:pt x="2493402" y="2472129"/>
                </a:cubicBezTo>
                <a:cubicBezTo>
                  <a:pt x="2168894" y="2492813"/>
                  <a:pt x="2054325" y="2452165"/>
                  <a:pt x="1761213" y="2472129"/>
                </a:cubicBezTo>
                <a:cubicBezTo>
                  <a:pt x="1468101" y="2492093"/>
                  <a:pt x="1466722" y="2472699"/>
                  <a:pt x="1174142" y="2472129"/>
                </a:cubicBezTo>
                <a:cubicBezTo>
                  <a:pt x="881562" y="2471559"/>
                  <a:pt x="445541" y="2473098"/>
                  <a:pt x="0" y="2472129"/>
                </a:cubicBezTo>
                <a:cubicBezTo>
                  <a:pt x="26616" y="2311587"/>
                  <a:pt x="15455" y="2005525"/>
                  <a:pt x="0" y="1829375"/>
                </a:cubicBezTo>
                <a:cubicBezTo>
                  <a:pt x="-15455" y="1653225"/>
                  <a:pt x="-16146" y="1386890"/>
                  <a:pt x="0" y="1260786"/>
                </a:cubicBezTo>
                <a:cubicBezTo>
                  <a:pt x="16146" y="1134682"/>
                  <a:pt x="-21954" y="830451"/>
                  <a:pt x="0" y="667475"/>
                </a:cubicBezTo>
                <a:cubicBezTo>
                  <a:pt x="21954" y="504499"/>
                  <a:pt x="3072" y="215089"/>
                  <a:pt x="0" y="0"/>
                </a:cubicBezTo>
                <a:close/>
              </a:path>
            </a:pathLst>
          </a:custGeom>
          <a:noFill/>
          <a:ln w="12700">
            <a:solidFill>
              <a:schemeClr val="tx1"/>
            </a:solidFill>
            <a:prstDash val="solid"/>
            <a:extLst>
              <a:ext uri="{C807C97D-BFC1-408E-A445-0C87EB9F89A2}">
                <ask:lineSketchStyleProps xmlns:ask="http://schemas.microsoft.com/office/drawing/2018/sketchyshapes" sd="321063642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D22A738-5C84-865E-3745-697FD86A2923}"/>
              </a:ext>
            </a:extLst>
          </p:cNvPr>
          <p:cNvSpPr/>
          <p:nvPr/>
        </p:nvSpPr>
        <p:spPr>
          <a:xfrm>
            <a:off x="303665" y="5047853"/>
            <a:ext cx="8604391" cy="14871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a:xfrm>
            <a:off x="838200" y="60389"/>
            <a:ext cx="10515600" cy="1325563"/>
          </a:xfrm>
        </p:spPr>
        <p:txBody>
          <a:bodyPr/>
          <a:lstStyle/>
          <a:p>
            <a:r>
              <a:rPr lang="en-US" dirty="0"/>
              <a:t>Image Encoder Concept</a:t>
            </a:r>
          </a:p>
        </p:txBody>
      </p:sp>
      <p:sp>
        <p:nvSpPr>
          <p:cNvPr id="4" name="TextBox 3">
            <a:extLst>
              <a:ext uri="{FF2B5EF4-FFF2-40B4-BE49-F238E27FC236}">
                <a16:creationId xmlns:a16="http://schemas.microsoft.com/office/drawing/2014/main" id="{C75FDB22-2081-FE99-9FFE-7DBDB5388C68}"/>
              </a:ext>
            </a:extLst>
          </p:cNvPr>
          <p:cNvSpPr txBox="1"/>
          <p:nvPr/>
        </p:nvSpPr>
        <p:spPr>
          <a:xfrm>
            <a:off x="326725" y="5047853"/>
            <a:ext cx="2303644" cy="1477328"/>
          </a:xfrm>
          <a:prstGeom prst="rect">
            <a:avLst/>
          </a:prstGeom>
          <a:noFill/>
        </p:spPr>
        <p:txBody>
          <a:bodyPr wrap="none" rtlCol="0">
            <a:spAutoFit/>
          </a:bodyPr>
          <a:lstStyle/>
          <a:p>
            <a:r>
              <a:rPr lang="en-US" b="1" dirty="0"/>
              <a:t>MIPI</a:t>
            </a:r>
          </a:p>
          <a:p>
            <a:r>
              <a:rPr lang="en-US" dirty="0"/>
              <a:t>1600x1400 RGB pixels</a:t>
            </a:r>
          </a:p>
          <a:p>
            <a:r>
              <a:rPr lang="en-US" dirty="0"/>
              <a:t>12 bits/pixel</a:t>
            </a:r>
          </a:p>
          <a:p>
            <a:r>
              <a:rPr lang="en-US" dirty="0"/>
              <a:t>30 frames/s</a:t>
            </a:r>
          </a:p>
          <a:p>
            <a:r>
              <a:rPr lang="en-US" dirty="0"/>
              <a:t>= 2.42 Gb/s</a:t>
            </a:r>
          </a:p>
        </p:txBody>
      </p:sp>
      <p:sp>
        <p:nvSpPr>
          <p:cNvPr id="5" name="TextBox 4">
            <a:extLst>
              <a:ext uri="{FF2B5EF4-FFF2-40B4-BE49-F238E27FC236}">
                <a16:creationId xmlns:a16="http://schemas.microsoft.com/office/drawing/2014/main" id="{365D923A-B4BD-2BF3-DAF6-187F6D0FD2A7}"/>
              </a:ext>
            </a:extLst>
          </p:cNvPr>
          <p:cNvSpPr txBox="1"/>
          <p:nvPr/>
        </p:nvSpPr>
        <p:spPr>
          <a:xfrm>
            <a:off x="4450178" y="5047853"/>
            <a:ext cx="2104843" cy="1477328"/>
          </a:xfrm>
          <a:prstGeom prst="rect">
            <a:avLst/>
          </a:prstGeom>
          <a:noFill/>
        </p:spPr>
        <p:txBody>
          <a:bodyPr wrap="square" rtlCol="0">
            <a:spAutoFit/>
          </a:bodyPr>
          <a:lstStyle/>
          <a:p>
            <a:r>
              <a:rPr lang="en-US" b="1" dirty="0"/>
              <a:t>USB</a:t>
            </a:r>
          </a:p>
          <a:p>
            <a:r>
              <a:rPr lang="en-US" dirty="0"/>
              <a:t>[14,18,512] features</a:t>
            </a:r>
          </a:p>
          <a:p>
            <a:r>
              <a:rPr lang="en-US" dirty="0"/>
              <a:t>16 bits/feature</a:t>
            </a:r>
          </a:p>
          <a:p>
            <a:r>
              <a:rPr lang="en-US" dirty="0"/>
              <a:t>30 frames/s</a:t>
            </a:r>
          </a:p>
          <a:p>
            <a:r>
              <a:rPr lang="en-US" dirty="0"/>
              <a:t>= 62 Mb/s</a:t>
            </a:r>
          </a:p>
        </p:txBody>
      </p:sp>
      <p:sp>
        <p:nvSpPr>
          <p:cNvPr id="10" name="Arrow: Right 9">
            <a:extLst>
              <a:ext uri="{FF2B5EF4-FFF2-40B4-BE49-F238E27FC236}">
                <a16:creationId xmlns:a16="http://schemas.microsoft.com/office/drawing/2014/main" id="{05EE4481-36E2-4755-2BF5-E3362FB37B8E}"/>
              </a:ext>
            </a:extLst>
          </p:cNvPr>
          <p:cNvSpPr/>
          <p:nvPr/>
        </p:nvSpPr>
        <p:spPr>
          <a:xfrm>
            <a:off x="2839294" y="5155812"/>
            <a:ext cx="1337981" cy="4857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C7A1039-4D0F-BFE6-8528-65C9D212E3D7}"/>
              </a:ext>
            </a:extLst>
          </p:cNvPr>
          <p:cNvSpPr txBox="1"/>
          <p:nvPr/>
        </p:nvSpPr>
        <p:spPr>
          <a:xfrm>
            <a:off x="2769129" y="5641587"/>
            <a:ext cx="1394421" cy="646331"/>
          </a:xfrm>
          <a:prstGeom prst="rect">
            <a:avLst/>
          </a:prstGeom>
          <a:noFill/>
        </p:spPr>
        <p:txBody>
          <a:bodyPr wrap="none" rtlCol="0">
            <a:spAutoFit/>
          </a:bodyPr>
          <a:lstStyle/>
          <a:p>
            <a:pPr algn="ctr"/>
            <a:r>
              <a:rPr lang="en-US" b="1" dirty="0"/>
              <a:t>30X</a:t>
            </a:r>
          </a:p>
          <a:p>
            <a:pPr algn="ctr"/>
            <a:r>
              <a:rPr lang="en-US" b="1" dirty="0"/>
              <a:t>compression</a:t>
            </a:r>
          </a:p>
        </p:txBody>
      </p:sp>
      <p:sp>
        <p:nvSpPr>
          <p:cNvPr id="48" name="Flowchart: Direct Access Storage 47">
            <a:extLst>
              <a:ext uri="{FF2B5EF4-FFF2-40B4-BE49-F238E27FC236}">
                <a16:creationId xmlns:a16="http://schemas.microsoft.com/office/drawing/2014/main" id="{C6B41A42-AC9F-BAB3-662C-7317B811F0E7}"/>
              </a:ext>
            </a:extLst>
          </p:cNvPr>
          <p:cNvSpPr/>
          <p:nvPr/>
        </p:nvSpPr>
        <p:spPr>
          <a:xfrm flipH="1">
            <a:off x="588057" y="232764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3DDC73B3-2686-A5B4-C305-5747085D13D7}"/>
              </a:ext>
            </a:extLst>
          </p:cNvPr>
          <p:cNvSpPr txBox="1"/>
          <p:nvPr/>
        </p:nvSpPr>
        <p:spPr>
          <a:xfrm>
            <a:off x="1063936" y="2159941"/>
            <a:ext cx="582211" cy="338554"/>
          </a:xfrm>
          <a:prstGeom prst="rect">
            <a:avLst/>
          </a:prstGeom>
          <a:noFill/>
        </p:spPr>
        <p:txBody>
          <a:bodyPr wrap="none" rtlCol="0">
            <a:spAutoFit/>
          </a:bodyPr>
          <a:lstStyle/>
          <a:p>
            <a:r>
              <a:rPr lang="en-US" sz="1600" dirty="0"/>
              <a:t>MIPI</a:t>
            </a:r>
          </a:p>
        </p:txBody>
      </p:sp>
      <p:sp>
        <p:nvSpPr>
          <p:cNvPr id="79" name="TextBox 78">
            <a:extLst>
              <a:ext uri="{FF2B5EF4-FFF2-40B4-BE49-F238E27FC236}">
                <a16:creationId xmlns:a16="http://schemas.microsoft.com/office/drawing/2014/main" id="{1B894546-9408-A5CA-2393-C73F03C5447E}"/>
              </a:ext>
            </a:extLst>
          </p:cNvPr>
          <p:cNvSpPr txBox="1"/>
          <p:nvPr/>
        </p:nvSpPr>
        <p:spPr>
          <a:xfrm>
            <a:off x="1652124" y="2114544"/>
            <a:ext cx="1494320" cy="369332"/>
          </a:xfrm>
          <a:prstGeom prst="rect">
            <a:avLst/>
          </a:prstGeom>
          <a:noFill/>
        </p:spPr>
        <p:txBody>
          <a:bodyPr wrap="none" rtlCol="0">
            <a:spAutoFit/>
          </a:bodyPr>
          <a:lstStyle/>
          <a:p>
            <a:r>
              <a:rPr lang="en-US" dirty="0"/>
              <a:t>[1400,1600,3]</a:t>
            </a:r>
          </a:p>
        </p:txBody>
      </p:sp>
      <p:cxnSp>
        <p:nvCxnSpPr>
          <p:cNvPr id="82" name="Straight Arrow Connector 81">
            <a:extLst>
              <a:ext uri="{FF2B5EF4-FFF2-40B4-BE49-F238E27FC236}">
                <a16:creationId xmlns:a16="http://schemas.microsoft.com/office/drawing/2014/main" id="{E212AC0E-DF84-BE0A-ADBD-EDECB81889EE}"/>
              </a:ext>
            </a:extLst>
          </p:cNvPr>
          <p:cNvCxnSpPr>
            <a:cxnSpLocks/>
            <a:stCxn id="40" idx="0"/>
          </p:cNvCxnSpPr>
          <p:nvPr/>
        </p:nvCxnSpPr>
        <p:spPr>
          <a:xfrm>
            <a:off x="8575120" y="2592559"/>
            <a:ext cx="12000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753D280-D853-2DAF-7604-EB7A6DC92D5A}"/>
              </a:ext>
            </a:extLst>
          </p:cNvPr>
          <p:cNvSpPr txBox="1"/>
          <p:nvPr/>
        </p:nvSpPr>
        <p:spPr>
          <a:xfrm>
            <a:off x="8930606" y="2256755"/>
            <a:ext cx="627095" cy="338554"/>
          </a:xfrm>
          <a:prstGeom prst="rect">
            <a:avLst/>
          </a:prstGeom>
          <a:noFill/>
        </p:spPr>
        <p:txBody>
          <a:bodyPr wrap="none" rtlCol="0">
            <a:spAutoFit/>
          </a:bodyPr>
          <a:lstStyle/>
          <a:p>
            <a:r>
              <a:rPr lang="en-US" sz="1600" dirty="0"/>
              <a:t>USB2</a:t>
            </a:r>
          </a:p>
        </p:txBody>
      </p:sp>
      <p:sp>
        <p:nvSpPr>
          <p:cNvPr id="84" name="TextBox 83">
            <a:extLst>
              <a:ext uri="{FF2B5EF4-FFF2-40B4-BE49-F238E27FC236}">
                <a16:creationId xmlns:a16="http://schemas.microsoft.com/office/drawing/2014/main" id="{C1810739-B938-7208-7BBE-ADFE0CD6549F}"/>
              </a:ext>
            </a:extLst>
          </p:cNvPr>
          <p:cNvSpPr txBox="1"/>
          <p:nvPr/>
        </p:nvSpPr>
        <p:spPr>
          <a:xfrm>
            <a:off x="6105864" y="2095307"/>
            <a:ext cx="1260281" cy="369332"/>
          </a:xfrm>
          <a:prstGeom prst="rect">
            <a:avLst/>
          </a:prstGeom>
          <a:noFill/>
        </p:spPr>
        <p:txBody>
          <a:bodyPr wrap="none" rtlCol="0">
            <a:spAutoFit/>
          </a:bodyPr>
          <a:lstStyle/>
          <a:p>
            <a:r>
              <a:rPr lang="en-US" dirty="0"/>
              <a:t>[14,18,512]</a:t>
            </a:r>
          </a:p>
        </p:txBody>
      </p:sp>
      <p:sp>
        <p:nvSpPr>
          <p:cNvPr id="88" name="TextBox 87">
            <a:extLst>
              <a:ext uri="{FF2B5EF4-FFF2-40B4-BE49-F238E27FC236}">
                <a16:creationId xmlns:a16="http://schemas.microsoft.com/office/drawing/2014/main" id="{6254C64E-D12B-0BBB-6905-66F9C2873B88}"/>
              </a:ext>
            </a:extLst>
          </p:cNvPr>
          <p:cNvSpPr txBox="1"/>
          <p:nvPr/>
        </p:nvSpPr>
        <p:spPr>
          <a:xfrm>
            <a:off x="2399284" y="4095098"/>
            <a:ext cx="5062540" cy="646331"/>
          </a:xfrm>
          <a:prstGeom prst="rect">
            <a:avLst/>
          </a:prstGeom>
          <a:noFill/>
        </p:spPr>
        <p:txBody>
          <a:bodyPr wrap="none" rtlCol="0">
            <a:spAutoFit/>
          </a:bodyPr>
          <a:lstStyle/>
          <a:p>
            <a:r>
              <a:rPr lang="en-US" i="1" dirty="0"/>
              <a:t>scalable</a:t>
            </a:r>
            <a:r>
              <a:rPr lang="en-US" dirty="0"/>
              <a:t> foundation vision CNN with 8M parameters</a:t>
            </a:r>
          </a:p>
          <a:p>
            <a:r>
              <a:rPr lang="en-US" i="1" dirty="0"/>
              <a:t>reconfigurable</a:t>
            </a:r>
            <a:r>
              <a:rPr lang="en-US" dirty="0"/>
              <a:t> SRAM-based weights</a:t>
            </a:r>
          </a:p>
        </p:txBody>
      </p:sp>
      <p:sp>
        <p:nvSpPr>
          <p:cNvPr id="91" name="TextBox 90">
            <a:extLst>
              <a:ext uri="{FF2B5EF4-FFF2-40B4-BE49-F238E27FC236}">
                <a16:creationId xmlns:a16="http://schemas.microsoft.com/office/drawing/2014/main" id="{456329FB-7C7B-D373-E323-4EAE0BC75310}"/>
              </a:ext>
            </a:extLst>
          </p:cNvPr>
          <p:cNvSpPr txBox="1"/>
          <p:nvPr/>
        </p:nvSpPr>
        <p:spPr>
          <a:xfrm>
            <a:off x="9463111" y="4858846"/>
            <a:ext cx="2391809" cy="1477328"/>
          </a:xfrm>
          <a:custGeom>
            <a:avLst/>
            <a:gdLst>
              <a:gd name="connsiteX0" fmla="*/ 0 w 2391809"/>
              <a:gd name="connsiteY0" fmla="*/ 0 h 1477328"/>
              <a:gd name="connsiteX1" fmla="*/ 597952 w 2391809"/>
              <a:gd name="connsiteY1" fmla="*/ 0 h 1477328"/>
              <a:gd name="connsiteX2" fmla="*/ 1171986 w 2391809"/>
              <a:gd name="connsiteY2" fmla="*/ 0 h 1477328"/>
              <a:gd name="connsiteX3" fmla="*/ 1698184 w 2391809"/>
              <a:gd name="connsiteY3" fmla="*/ 0 h 1477328"/>
              <a:gd name="connsiteX4" fmla="*/ 2391809 w 2391809"/>
              <a:gd name="connsiteY4" fmla="*/ 0 h 1477328"/>
              <a:gd name="connsiteX5" fmla="*/ 2391809 w 2391809"/>
              <a:gd name="connsiteY5" fmla="*/ 492443 h 1477328"/>
              <a:gd name="connsiteX6" fmla="*/ 2391809 w 2391809"/>
              <a:gd name="connsiteY6" fmla="*/ 984885 h 1477328"/>
              <a:gd name="connsiteX7" fmla="*/ 2391809 w 2391809"/>
              <a:gd name="connsiteY7" fmla="*/ 1477328 h 1477328"/>
              <a:gd name="connsiteX8" fmla="*/ 1817775 w 2391809"/>
              <a:gd name="connsiteY8" fmla="*/ 1477328 h 1477328"/>
              <a:gd name="connsiteX9" fmla="*/ 1243741 w 2391809"/>
              <a:gd name="connsiteY9" fmla="*/ 1477328 h 1477328"/>
              <a:gd name="connsiteX10" fmla="*/ 645788 w 2391809"/>
              <a:gd name="connsiteY10" fmla="*/ 1477328 h 1477328"/>
              <a:gd name="connsiteX11" fmla="*/ 0 w 2391809"/>
              <a:gd name="connsiteY11" fmla="*/ 1477328 h 1477328"/>
              <a:gd name="connsiteX12" fmla="*/ 0 w 2391809"/>
              <a:gd name="connsiteY12" fmla="*/ 1029205 h 1477328"/>
              <a:gd name="connsiteX13" fmla="*/ 0 w 2391809"/>
              <a:gd name="connsiteY13" fmla="*/ 507216 h 1477328"/>
              <a:gd name="connsiteX14" fmla="*/ 0 w 2391809"/>
              <a:gd name="connsiteY14" fmla="*/ 0 h 1477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1809" h="1477328" extrusionOk="0">
                <a:moveTo>
                  <a:pt x="0" y="0"/>
                </a:moveTo>
                <a:cubicBezTo>
                  <a:pt x="260364" y="-20410"/>
                  <a:pt x="437856" y="-4887"/>
                  <a:pt x="597952" y="0"/>
                </a:cubicBezTo>
                <a:cubicBezTo>
                  <a:pt x="758048" y="4887"/>
                  <a:pt x="1022183" y="22260"/>
                  <a:pt x="1171986" y="0"/>
                </a:cubicBezTo>
                <a:cubicBezTo>
                  <a:pt x="1321789" y="-22260"/>
                  <a:pt x="1532201" y="10963"/>
                  <a:pt x="1698184" y="0"/>
                </a:cubicBezTo>
                <a:cubicBezTo>
                  <a:pt x="1864167" y="-10963"/>
                  <a:pt x="2055033" y="18610"/>
                  <a:pt x="2391809" y="0"/>
                </a:cubicBezTo>
                <a:cubicBezTo>
                  <a:pt x="2383966" y="235100"/>
                  <a:pt x="2375906" y="297844"/>
                  <a:pt x="2391809" y="492443"/>
                </a:cubicBezTo>
                <a:cubicBezTo>
                  <a:pt x="2407712" y="687042"/>
                  <a:pt x="2395418" y="866794"/>
                  <a:pt x="2391809" y="984885"/>
                </a:cubicBezTo>
                <a:cubicBezTo>
                  <a:pt x="2388200" y="1102976"/>
                  <a:pt x="2375283" y="1342145"/>
                  <a:pt x="2391809" y="1477328"/>
                </a:cubicBezTo>
                <a:cubicBezTo>
                  <a:pt x="2272299" y="1464922"/>
                  <a:pt x="1990110" y="1477366"/>
                  <a:pt x="1817775" y="1477328"/>
                </a:cubicBezTo>
                <a:cubicBezTo>
                  <a:pt x="1645440" y="1477290"/>
                  <a:pt x="1419493" y="1466539"/>
                  <a:pt x="1243741" y="1477328"/>
                </a:cubicBezTo>
                <a:cubicBezTo>
                  <a:pt x="1067989" y="1488117"/>
                  <a:pt x="863718" y="1470068"/>
                  <a:pt x="645788" y="1477328"/>
                </a:cubicBezTo>
                <a:cubicBezTo>
                  <a:pt x="427858" y="1484588"/>
                  <a:pt x="177121" y="1453197"/>
                  <a:pt x="0" y="1477328"/>
                </a:cubicBezTo>
                <a:cubicBezTo>
                  <a:pt x="16596" y="1367626"/>
                  <a:pt x="-12781" y="1121083"/>
                  <a:pt x="0" y="1029205"/>
                </a:cubicBezTo>
                <a:cubicBezTo>
                  <a:pt x="12781" y="937327"/>
                  <a:pt x="11626" y="726769"/>
                  <a:pt x="0" y="507216"/>
                </a:cubicBezTo>
                <a:cubicBezTo>
                  <a:pt x="-11626" y="287663"/>
                  <a:pt x="7343" y="195944"/>
                  <a:pt x="0" y="0"/>
                </a:cubicBezTo>
                <a:close/>
              </a:path>
            </a:pathLst>
          </a:custGeom>
          <a:noFill/>
          <a:ln>
            <a:solidFill>
              <a:schemeClr val="tx1"/>
            </a:solidFill>
            <a:extLst>
              <a:ext uri="{C807C97D-BFC1-408E-A445-0C87EB9F89A2}">
                <ask:lineSketchStyleProps xmlns:ask="http://schemas.microsoft.com/office/drawing/2018/sketchyshapes" sd="1268069992">
                  <a:prstGeom prst="rect">
                    <a:avLst/>
                  </a:prstGeom>
                  <ask:type>
                    <ask:lineSketchFreehand/>
                  </ask:type>
                </ask:lineSketchStyleProps>
              </a:ext>
            </a:extLst>
          </a:ln>
        </p:spPr>
        <p:txBody>
          <a:bodyPr wrap="none" rtlCol="0">
            <a:spAutoFit/>
          </a:bodyPr>
          <a:lstStyle/>
          <a:p>
            <a:r>
              <a:rPr lang="en-US" u="sng" dirty="0"/>
              <a:t>NV-IE100</a:t>
            </a:r>
          </a:p>
          <a:p>
            <a:r>
              <a:rPr lang="en-US" dirty="0"/>
              <a:t>500MHz clock</a:t>
            </a:r>
          </a:p>
          <a:p>
            <a:r>
              <a:rPr lang="en-US" dirty="0"/>
              <a:t>3840 integer MAC units</a:t>
            </a:r>
          </a:p>
          <a:p>
            <a:r>
              <a:rPr lang="en-US" dirty="0"/>
              <a:t>64Mb SRAM (weights)</a:t>
            </a:r>
          </a:p>
          <a:p>
            <a:r>
              <a:rPr lang="en-US" dirty="0"/>
              <a:t>20Mb SRAM (</a:t>
            </a:r>
            <a:r>
              <a:rPr lang="en-US" dirty="0" err="1"/>
              <a:t>rowbuf</a:t>
            </a:r>
            <a:r>
              <a:rPr lang="en-US" dirty="0"/>
              <a:t>)</a:t>
            </a:r>
          </a:p>
        </p:txBody>
      </p:sp>
      <p:sp>
        <p:nvSpPr>
          <p:cNvPr id="95" name="TextBox 94">
            <a:extLst>
              <a:ext uri="{FF2B5EF4-FFF2-40B4-BE49-F238E27FC236}">
                <a16:creationId xmlns:a16="http://schemas.microsoft.com/office/drawing/2014/main" id="{7BE9D050-62B9-A9E2-3A59-28EF33236259}"/>
              </a:ext>
            </a:extLst>
          </p:cNvPr>
          <p:cNvSpPr txBox="1"/>
          <p:nvPr/>
        </p:nvSpPr>
        <p:spPr>
          <a:xfrm>
            <a:off x="9775181" y="2156548"/>
            <a:ext cx="1631922" cy="861660"/>
          </a:xfrm>
          <a:prstGeom prst="rect">
            <a:avLst/>
          </a:prstGeom>
          <a:noFill/>
          <a:ln>
            <a:solidFill>
              <a:schemeClr val="tx1"/>
            </a:solidFill>
          </a:ln>
        </p:spPr>
        <p:txBody>
          <a:bodyPr wrap="none" rtlCol="0" anchor="ctr" anchorCtr="1">
            <a:noAutofit/>
          </a:bodyPr>
          <a:lstStyle/>
          <a:p>
            <a:r>
              <a:rPr lang="en-US" dirty="0"/>
              <a:t>microcontroller</a:t>
            </a:r>
          </a:p>
        </p:txBody>
      </p:sp>
      <p:grpSp>
        <p:nvGrpSpPr>
          <p:cNvPr id="3" name="Group 2">
            <a:extLst>
              <a:ext uri="{FF2B5EF4-FFF2-40B4-BE49-F238E27FC236}">
                <a16:creationId xmlns:a16="http://schemas.microsoft.com/office/drawing/2014/main" id="{8827445C-698E-1720-D79A-6B1B2AEF11F9}"/>
              </a:ext>
            </a:extLst>
          </p:cNvPr>
          <p:cNvGrpSpPr/>
          <p:nvPr/>
        </p:nvGrpSpPr>
        <p:grpSpPr>
          <a:xfrm>
            <a:off x="3315184" y="1920845"/>
            <a:ext cx="404553" cy="1126066"/>
            <a:chOff x="2509727" y="2528977"/>
            <a:chExt cx="404553" cy="513285"/>
          </a:xfrm>
          <a:noFill/>
        </p:grpSpPr>
        <p:sp>
          <p:nvSpPr>
            <p:cNvPr id="6" name="Rectangle 5">
              <a:extLst>
                <a:ext uri="{FF2B5EF4-FFF2-40B4-BE49-F238E27FC236}">
                  <a16:creationId xmlns:a16="http://schemas.microsoft.com/office/drawing/2014/main" id="{8130E59B-34AF-0725-2123-A0CCD6C2899B}"/>
                </a:ext>
              </a:extLst>
            </p:cNvPr>
            <p:cNvSpPr/>
            <p:nvPr/>
          </p:nvSpPr>
          <p:spPr>
            <a:xfrm>
              <a:off x="25097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C63BEA5-8163-CA7A-B910-2B16CFC420E4}"/>
                </a:ext>
              </a:extLst>
            </p:cNvPr>
            <p:cNvSpPr/>
            <p:nvPr/>
          </p:nvSpPr>
          <p:spPr>
            <a:xfrm>
              <a:off x="26621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43B845ED-DF82-8653-694E-5614B02885FC}"/>
                </a:ext>
              </a:extLst>
            </p:cNvPr>
            <p:cNvSpPr/>
            <p:nvPr/>
          </p:nvSpPr>
          <p:spPr>
            <a:xfrm>
              <a:off x="28145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4E739C-4AFB-62B3-B56A-15327584C7B7}"/>
              </a:ext>
            </a:extLst>
          </p:cNvPr>
          <p:cNvGrpSpPr/>
          <p:nvPr/>
        </p:nvGrpSpPr>
        <p:grpSpPr>
          <a:xfrm>
            <a:off x="3772384" y="2069012"/>
            <a:ext cx="425550" cy="829733"/>
            <a:chOff x="2966927" y="2528976"/>
            <a:chExt cx="425550" cy="513286"/>
          </a:xfrm>
          <a:noFill/>
        </p:grpSpPr>
        <p:sp>
          <p:nvSpPr>
            <p:cNvPr id="11" name="Rectangle 10">
              <a:extLst>
                <a:ext uri="{FF2B5EF4-FFF2-40B4-BE49-F238E27FC236}">
                  <a16:creationId xmlns:a16="http://schemas.microsoft.com/office/drawing/2014/main" id="{9AC0BAC5-1332-7D1B-6768-B5D2912363DE}"/>
                </a:ext>
              </a:extLst>
            </p:cNvPr>
            <p:cNvSpPr/>
            <p:nvPr/>
          </p:nvSpPr>
          <p:spPr>
            <a:xfrm>
              <a:off x="29669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891E53E-823A-C5A8-4E88-C42F31EF9F3D}"/>
                </a:ext>
              </a:extLst>
            </p:cNvPr>
            <p:cNvSpPr/>
            <p:nvPr/>
          </p:nvSpPr>
          <p:spPr>
            <a:xfrm>
              <a:off x="31193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3C9A6F8D-B7DB-5802-5C71-2960560AA267}"/>
                </a:ext>
              </a:extLst>
            </p:cNvPr>
            <p:cNvSpPr/>
            <p:nvPr/>
          </p:nvSpPr>
          <p:spPr>
            <a:xfrm>
              <a:off x="32927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FB908E7-0C11-556A-25C1-5B9CB5C35921}"/>
              </a:ext>
            </a:extLst>
          </p:cNvPr>
          <p:cNvGrpSpPr/>
          <p:nvPr/>
        </p:nvGrpSpPr>
        <p:grpSpPr>
          <a:xfrm>
            <a:off x="4250581" y="2156548"/>
            <a:ext cx="404553" cy="654661"/>
            <a:chOff x="3445124" y="2528976"/>
            <a:chExt cx="404553" cy="513285"/>
          </a:xfrm>
          <a:noFill/>
        </p:grpSpPr>
        <p:sp>
          <p:nvSpPr>
            <p:cNvPr id="15" name="Rectangle 14">
              <a:extLst>
                <a:ext uri="{FF2B5EF4-FFF2-40B4-BE49-F238E27FC236}">
                  <a16:creationId xmlns:a16="http://schemas.microsoft.com/office/drawing/2014/main" id="{F5E74B43-C17D-F568-9305-C84085271A42}"/>
                </a:ext>
              </a:extLst>
            </p:cNvPr>
            <p:cNvSpPr/>
            <p:nvPr/>
          </p:nvSpPr>
          <p:spPr>
            <a:xfrm>
              <a:off x="34451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CF4916B-197B-3B2C-78F2-C329420A7FA9}"/>
                </a:ext>
              </a:extLst>
            </p:cNvPr>
            <p:cNvSpPr/>
            <p:nvPr/>
          </p:nvSpPr>
          <p:spPr>
            <a:xfrm>
              <a:off x="35975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8B5C50B3-087E-7C41-ECD7-17B60BBCFE8E}"/>
                </a:ext>
              </a:extLst>
            </p:cNvPr>
            <p:cNvSpPr/>
            <p:nvPr/>
          </p:nvSpPr>
          <p:spPr>
            <a:xfrm>
              <a:off x="37499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F0830D-F010-F9F5-EDC3-FD3C2EEAB5B3}"/>
              </a:ext>
            </a:extLst>
          </p:cNvPr>
          <p:cNvGrpSpPr/>
          <p:nvPr/>
        </p:nvGrpSpPr>
        <p:grpSpPr>
          <a:xfrm>
            <a:off x="5635482" y="2372448"/>
            <a:ext cx="404553" cy="222861"/>
            <a:chOff x="4830025" y="2528976"/>
            <a:chExt cx="404553" cy="513285"/>
          </a:xfrm>
          <a:noFill/>
        </p:grpSpPr>
        <p:sp>
          <p:nvSpPr>
            <p:cNvPr id="19" name="Rectangle 18">
              <a:extLst>
                <a:ext uri="{FF2B5EF4-FFF2-40B4-BE49-F238E27FC236}">
                  <a16:creationId xmlns:a16="http://schemas.microsoft.com/office/drawing/2014/main" id="{503DB9FE-457F-E816-7560-03B0F07B727E}"/>
                </a:ext>
              </a:extLst>
            </p:cNvPr>
            <p:cNvSpPr/>
            <p:nvPr/>
          </p:nvSpPr>
          <p:spPr>
            <a:xfrm>
              <a:off x="48300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94873393-AAF5-45D8-E47E-5456FA1E7506}"/>
                </a:ext>
              </a:extLst>
            </p:cNvPr>
            <p:cNvSpPr/>
            <p:nvPr/>
          </p:nvSpPr>
          <p:spPr>
            <a:xfrm>
              <a:off x="49824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D7A3EB63-FE51-88C4-F35B-E0E320D6C733}"/>
                </a:ext>
              </a:extLst>
            </p:cNvPr>
            <p:cNvSpPr/>
            <p:nvPr/>
          </p:nvSpPr>
          <p:spPr>
            <a:xfrm>
              <a:off x="51348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828CE8F0-33DD-2BB4-9D2B-32EA948BDCBF}"/>
              </a:ext>
            </a:extLst>
          </p:cNvPr>
          <p:cNvGrpSpPr/>
          <p:nvPr/>
        </p:nvGrpSpPr>
        <p:grpSpPr>
          <a:xfrm>
            <a:off x="4707781" y="2227236"/>
            <a:ext cx="425550" cy="513285"/>
            <a:chOff x="3902324" y="2528976"/>
            <a:chExt cx="425550" cy="513285"/>
          </a:xfrm>
          <a:noFill/>
        </p:grpSpPr>
        <p:sp>
          <p:nvSpPr>
            <p:cNvPr id="24" name="Rectangle 23">
              <a:extLst>
                <a:ext uri="{FF2B5EF4-FFF2-40B4-BE49-F238E27FC236}">
                  <a16:creationId xmlns:a16="http://schemas.microsoft.com/office/drawing/2014/main" id="{34AA38AB-8FF6-253D-7598-8786C59942EC}"/>
                </a:ext>
              </a:extLst>
            </p:cNvPr>
            <p:cNvSpPr/>
            <p:nvPr/>
          </p:nvSpPr>
          <p:spPr>
            <a:xfrm>
              <a:off x="39023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5A8EC015-B20A-B424-95FC-15D314FB95FF}"/>
                </a:ext>
              </a:extLst>
            </p:cNvPr>
            <p:cNvSpPr/>
            <p:nvPr/>
          </p:nvSpPr>
          <p:spPr>
            <a:xfrm>
              <a:off x="40757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276E0842-254A-2199-0CAD-0EACECC31ABC}"/>
                </a:ext>
              </a:extLst>
            </p:cNvPr>
            <p:cNvSpPr/>
            <p:nvPr/>
          </p:nvSpPr>
          <p:spPr>
            <a:xfrm>
              <a:off x="42281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1982D469-1E5E-CB5A-3D06-01402F4BBC60}"/>
              </a:ext>
            </a:extLst>
          </p:cNvPr>
          <p:cNvGrpSpPr/>
          <p:nvPr/>
        </p:nvGrpSpPr>
        <p:grpSpPr>
          <a:xfrm>
            <a:off x="5185978" y="2287781"/>
            <a:ext cx="404553" cy="392194"/>
            <a:chOff x="4380521" y="2528976"/>
            <a:chExt cx="404553" cy="513285"/>
          </a:xfrm>
          <a:noFill/>
        </p:grpSpPr>
        <p:sp>
          <p:nvSpPr>
            <p:cNvPr id="28" name="Rectangle 27">
              <a:extLst>
                <a:ext uri="{FF2B5EF4-FFF2-40B4-BE49-F238E27FC236}">
                  <a16:creationId xmlns:a16="http://schemas.microsoft.com/office/drawing/2014/main" id="{8A8C8462-458D-B217-5458-C19A9E037212}"/>
                </a:ext>
              </a:extLst>
            </p:cNvPr>
            <p:cNvSpPr/>
            <p:nvPr/>
          </p:nvSpPr>
          <p:spPr>
            <a:xfrm>
              <a:off x="43805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07D1A64F-B28E-2C8C-B89E-F9A62C8E3CD1}"/>
                </a:ext>
              </a:extLst>
            </p:cNvPr>
            <p:cNvSpPr/>
            <p:nvPr/>
          </p:nvSpPr>
          <p:spPr>
            <a:xfrm>
              <a:off x="45329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2FCE8BC-F3E2-15ED-9953-4BB3DE77EA3A}"/>
                </a:ext>
              </a:extLst>
            </p:cNvPr>
            <p:cNvSpPr/>
            <p:nvPr/>
          </p:nvSpPr>
          <p:spPr>
            <a:xfrm>
              <a:off x="46853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2" name="TextBox 31">
            <a:extLst>
              <a:ext uri="{FF2B5EF4-FFF2-40B4-BE49-F238E27FC236}">
                <a16:creationId xmlns:a16="http://schemas.microsoft.com/office/drawing/2014/main" id="{EE13BB3B-EB10-4BD8-CA31-4DD92C41D6D5}"/>
              </a:ext>
            </a:extLst>
          </p:cNvPr>
          <p:cNvSpPr txBox="1"/>
          <p:nvPr/>
        </p:nvSpPr>
        <p:spPr>
          <a:xfrm>
            <a:off x="7908636" y="3757011"/>
            <a:ext cx="962123" cy="338554"/>
          </a:xfrm>
          <a:prstGeom prst="rect">
            <a:avLst/>
          </a:prstGeom>
          <a:noFill/>
        </p:spPr>
        <p:txBody>
          <a:bodyPr wrap="none" rtlCol="0">
            <a:spAutoFit/>
          </a:bodyPr>
          <a:lstStyle/>
          <a:p>
            <a:r>
              <a:rPr lang="en-US" sz="1600" dirty="0"/>
              <a:t>NV-IE100</a:t>
            </a:r>
          </a:p>
        </p:txBody>
      </p:sp>
      <p:cxnSp>
        <p:nvCxnSpPr>
          <p:cNvPr id="33" name="Straight Arrow Connector 32">
            <a:extLst>
              <a:ext uri="{FF2B5EF4-FFF2-40B4-BE49-F238E27FC236}">
                <a16:creationId xmlns:a16="http://schemas.microsoft.com/office/drawing/2014/main" id="{B0993BBA-051B-AA71-E9DA-6CD9B77A8CB9}"/>
              </a:ext>
            </a:extLst>
          </p:cNvPr>
          <p:cNvCxnSpPr>
            <a:cxnSpLocks/>
            <a:stCxn id="48" idx="1"/>
            <a:endCxn id="6" idx="1"/>
          </p:cNvCxnSpPr>
          <p:nvPr/>
        </p:nvCxnSpPr>
        <p:spPr>
          <a:xfrm flipV="1">
            <a:off x="787562" y="2483878"/>
            <a:ext cx="2527622" cy="5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rapezoid 39">
            <a:extLst>
              <a:ext uri="{FF2B5EF4-FFF2-40B4-BE49-F238E27FC236}">
                <a16:creationId xmlns:a16="http://schemas.microsoft.com/office/drawing/2014/main" id="{AEB69ACA-F038-9D4A-9979-9C0CA8F8C894}"/>
              </a:ext>
            </a:extLst>
          </p:cNvPr>
          <p:cNvSpPr/>
          <p:nvPr/>
        </p:nvSpPr>
        <p:spPr>
          <a:xfrm rot="5400000">
            <a:off x="8135249" y="2475480"/>
            <a:ext cx="645585" cy="234156"/>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60B03803-4EEE-FE0E-6826-43E2281FAEC2}"/>
              </a:ext>
            </a:extLst>
          </p:cNvPr>
          <p:cNvCxnSpPr>
            <a:cxnSpLocks/>
            <a:stCxn id="22" idx="3"/>
          </p:cNvCxnSpPr>
          <p:nvPr/>
        </p:nvCxnSpPr>
        <p:spPr>
          <a:xfrm flipV="1">
            <a:off x="6040035" y="2467178"/>
            <a:ext cx="2300928" cy="16701"/>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175DC536-2033-C943-AA2E-85135CF5D06E}"/>
              </a:ext>
            </a:extLst>
          </p:cNvPr>
          <p:cNvSpPr txBox="1"/>
          <p:nvPr/>
        </p:nvSpPr>
        <p:spPr>
          <a:xfrm>
            <a:off x="3315184" y="3414640"/>
            <a:ext cx="2686755" cy="331855"/>
          </a:xfrm>
          <a:prstGeom prst="rect">
            <a:avLst/>
          </a:prstGeom>
          <a:noFill/>
          <a:ln>
            <a:solidFill>
              <a:schemeClr val="tx1"/>
            </a:solidFill>
          </a:ln>
        </p:spPr>
        <p:txBody>
          <a:bodyPr wrap="none" rtlCol="0" anchor="ctr" anchorCtr="1">
            <a:noAutofit/>
          </a:bodyPr>
          <a:lstStyle/>
          <a:p>
            <a:r>
              <a:rPr lang="en-US" dirty="0"/>
              <a:t>RGB rescale</a:t>
            </a:r>
          </a:p>
        </p:txBody>
      </p:sp>
      <p:cxnSp>
        <p:nvCxnSpPr>
          <p:cNvPr id="47" name="Connector: Elbow 46">
            <a:extLst>
              <a:ext uri="{FF2B5EF4-FFF2-40B4-BE49-F238E27FC236}">
                <a16:creationId xmlns:a16="http://schemas.microsoft.com/office/drawing/2014/main" id="{907739B5-864D-E824-C13F-C4763D6EEF77}"/>
              </a:ext>
            </a:extLst>
          </p:cNvPr>
          <p:cNvCxnSpPr>
            <a:cxnSpLocks/>
            <a:endCxn id="45" idx="1"/>
          </p:cNvCxnSpPr>
          <p:nvPr/>
        </p:nvCxnSpPr>
        <p:spPr>
          <a:xfrm rot="16200000" flipH="1">
            <a:off x="2595709" y="2861093"/>
            <a:ext cx="1096690" cy="34226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AAA09883-8954-D3B0-0EA1-7B20C66A5D69}"/>
              </a:ext>
            </a:extLst>
          </p:cNvPr>
          <p:cNvCxnSpPr>
            <a:cxnSpLocks/>
            <a:stCxn id="45" idx="3"/>
          </p:cNvCxnSpPr>
          <p:nvPr/>
        </p:nvCxnSpPr>
        <p:spPr>
          <a:xfrm flipV="1">
            <a:off x="6001939" y="2740521"/>
            <a:ext cx="2339024" cy="840047"/>
          </a:xfrm>
          <a:prstGeom prst="bentConnector3">
            <a:avLst>
              <a:gd name="adj1" fmla="val 84388"/>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648E9213-23BF-6B44-A886-78B565E57ADE}"/>
              </a:ext>
            </a:extLst>
          </p:cNvPr>
          <p:cNvSpPr txBox="1"/>
          <p:nvPr/>
        </p:nvSpPr>
        <p:spPr>
          <a:xfrm>
            <a:off x="6105864" y="3211439"/>
            <a:ext cx="1260281" cy="369332"/>
          </a:xfrm>
          <a:prstGeom prst="rect">
            <a:avLst/>
          </a:prstGeom>
          <a:noFill/>
        </p:spPr>
        <p:txBody>
          <a:bodyPr wrap="none" rtlCol="0">
            <a:spAutoFit/>
          </a:bodyPr>
          <a:lstStyle/>
          <a:p>
            <a:r>
              <a:rPr lang="en-US" dirty="0"/>
              <a:t>[140,160,3]</a:t>
            </a:r>
          </a:p>
        </p:txBody>
      </p:sp>
      <p:sp>
        <p:nvSpPr>
          <p:cNvPr id="59" name="TextBox 58">
            <a:extLst>
              <a:ext uri="{FF2B5EF4-FFF2-40B4-BE49-F238E27FC236}">
                <a16:creationId xmlns:a16="http://schemas.microsoft.com/office/drawing/2014/main" id="{9A95C60A-C116-9228-893D-3FE2408E78D3}"/>
              </a:ext>
            </a:extLst>
          </p:cNvPr>
          <p:cNvSpPr txBox="1"/>
          <p:nvPr/>
        </p:nvSpPr>
        <p:spPr>
          <a:xfrm>
            <a:off x="6641955" y="5047853"/>
            <a:ext cx="2266102" cy="1477328"/>
          </a:xfrm>
          <a:prstGeom prst="rect">
            <a:avLst/>
          </a:prstGeom>
          <a:noFill/>
        </p:spPr>
        <p:txBody>
          <a:bodyPr wrap="square" rtlCol="0">
            <a:spAutoFit/>
          </a:bodyPr>
          <a:lstStyle/>
          <a:p>
            <a:r>
              <a:rPr lang="en-US" b="1" dirty="0"/>
              <a:t>USB</a:t>
            </a:r>
          </a:p>
          <a:p>
            <a:r>
              <a:rPr lang="en-US" dirty="0"/>
              <a:t>[140,160,3] thumbnail</a:t>
            </a:r>
          </a:p>
          <a:p>
            <a:r>
              <a:rPr lang="en-US" dirty="0"/>
              <a:t>8 bits/pixel</a:t>
            </a:r>
          </a:p>
          <a:p>
            <a:r>
              <a:rPr lang="en-US" dirty="0"/>
              <a:t>30 frames/s</a:t>
            </a:r>
          </a:p>
          <a:p>
            <a:r>
              <a:rPr lang="en-US" dirty="0"/>
              <a:t>= 16 Mb/s</a:t>
            </a:r>
          </a:p>
        </p:txBody>
      </p:sp>
      <p:sp>
        <p:nvSpPr>
          <p:cNvPr id="60" name="TextBox 59">
            <a:extLst>
              <a:ext uri="{FF2B5EF4-FFF2-40B4-BE49-F238E27FC236}">
                <a16:creationId xmlns:a16="http://schemas.microsoft.com/office/drawing/2014/main" id="{66151207-02B6-A690-6EBB-FCB8F99DDA15}"/>
              </a:ext>
            </a:extLst>
          </p:cNvPr>
          <p:cNvSpPr txBox="1"/>
          <p:nvPr/>
        </p:nvSpPr>
        <p:spPr>
          <a:xfrm>
            <a:off x="1652124" y="2498495"/>
            <a:ext cx="1113190" cy="369332"/>
          </a:xfrm>
          <a:prstGeom prst="rect">
            <a:avLst/>
          </a:prstGeom>
          <a:noFill/>
        </p:spPr>
        <p:txBody>
          <a:bodyPr wrap="none" rtlCol="0">
            <a:spAutoFit/>
          </a:bodyPr>
          <a:lstStyle/>
          <a:p>
            <a:r>
              <a:rPr lang="en-US" dirty="0"/>
              <a:t>raw pixels</a:t>
            </a:r>
          </a:p>
        </p:txBody>
      </p:sp>
      <p:sp>
        <p:nvSpPr>
          <p:cNvPr id="61" name="TextBox 60">
            <a:extLst>
              <a:ext uri="{FF2B5EF4-FFF2-40B4-BE49-F238E27FC236}">
                <a16:creationId xmlns:a16="http://schemas.microsoft.com/office/drawing/2014/main" id="{A9A1095D-30E3-B70C-7D6B-7D773C14604F}"/>
              </a:ext>
            </a:extLst>
          </p:cNvPr>
          <p:cNvSpPr txBox="1"/>
          <p:nvPr/>
        </p:nvSpPr>
        <p:spPr>
          <a:xfrm>
            <a:off x="6105864" y="2489746"/>
            <a:ext cx="1334340" cy="369332"/>
          </a:xfrm>
          <a:prstGeom prst="rect">
            <a:avLst/>
          </a:prstGeom>
          <a:noFill/>
        </p:spPr>
        <p:txBody>
          <a:bodyPr wrap="none" rtlCol="0">
            <a:spAutoFit/>
          </a:bodyPr>
          <a:lstStyle/>
          <a:p>
            <a:r>
              <a:rPr lang="en-US" dirty="0"/>
              <a:t>feature map</a:t>
            </a:r>
          </a:p>
        </p:txBody>
      </p:sp>
      <p:sp>
        <p:nvSpPr>
          <p:cNvPr id="62" name="TextBox 61">
            <a:extLst>
              <a:ext uri="{FF2B5EF4-FFF2-40B4-BE49-F238E27FC236}">
                <a16:creationId xmlns:a16="http://schemas.microsoft.com/office/drawing/2014/main" id="{6FF5D424-01C3-C8D8-62EE-E994C2EB3BA5}"/>
              </a:ext>
            </a:extLst>
          </p:cNvPr>
          <p:cNvSpPr txBox="1"/>
          <p:nvPr/>
        </p:nvSpPr>
        <p:spPr>
          <a:xfrm>
            <a:off x="6105864" y="3588390"/>
            <a:ext cx="1149674" cy="369332"/>
          </a:xfrm>
          <a:prstGeom prst="rect">
            <a:avLst/>
          </a:prstGeom>
          <a:noFill/>
        </p:spPr>
        <p:txBody>
          <a:bodyPr wrap="none" rtlCol="0">
            <a:spAutoFit/>
          </a:bodyPr>
          <a:lstStyle/>
          <a:p>
            <a:r>
              <a:rPr lang="en-US" dirty="0"/>
              <a:t>thumbnail</a:t>
            </a:r>
          </a:p>
        </p:txBody>
      </p:sp>
    </p:spTree>
    <p:extLst>
      <p:ext uri="{BB962C8B-B14F-4D97-AF65-F5344CB8AC3E}">
        <p14:creationId xmlns:p14="http://schemas.microsoft.com/office/powerpoint/2010/main" val="956342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DDE4-AE2B-F078-9B26-8E21BDC1CA78}"/>
              </a:ext>
            </a:extLst>
          </p:cNvPr>
          <p:cNvSpPr>
            <a:spLocks noGrp="1"/>
          </p:cNvSpPr>
          <p:nvPr>
            <p:ph type="title"/>
          </p:nvPr>
        </p:nvSpPr>
        <p:spPr/>
        <p:txBody>
          <a:bodyPr/>
          <a:lstStyle/>
          <a:p>
            <a:r>
              <a:rPr lang="en-US" dirty="0"/>
              <a:t>Reference Board Concept</a:t>
            </a:r>
          </a:p>
        </p:txBody>
      </p:sp>
      <p:sp>
        <p:nvSpPr>
          <p:cNvPr id="4" name="Cube 3">
            <a:extLst>
              <a:ext uri="{FF2B5EF4-FFF2-40B4-BE49-F238E27FC236}">
                <a16:creationId xmlns:a16="http://schemas.microsoft.com/office/drawing/2014/main" id="{4A96EA44-38E0-6ED4-3900-30EC590319DF}"/>
              </a:ext>
            </a:extLst>
          </p:cNvPr>
          <p:cNvSpPr/>
          <p:nvPr/>
        </p:nvSpPr>
        <p:spPr>
          <a:xfrm>
            <a:off x="3352799" y="3006154"/>
            <a:ext cx="812800" cy="245535"/>
          </a:xfrm>
          <a:prstGeom prst="cube">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ylinder 2">
            <a:extLst>
              <a:ext uri="{FF2B5EF4-FFF2-40B4-BE49-F238E27FC236}">
                <a16:creationId xmlns:a16="http://schemas.microsoft.com/office/drawing/2014/main" id="{2EF227AC-F5DF-9085-F9C4-768ECABD0026}"/>
              </a:ext>
            </a:extLst>
          </p:cNvPr>
          <p:cNvSpPr/>
          <p:nvPr/>
        </p:nvSpPr>
        <p:spPr>
          <a:xfrm>
            <a:off x="3598332" y="2882356"/>
            <a:ext cx="304800" cy="369332"/>
          </a:xfrm>
          <a:prstGeom prst="can">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D1FF3D-1866-B57D-12D3-287045F5DD40}"/>
              </a:ext>
            </a:extLst>
          </p:cNvPr>
          <p:cNvSpPr txBox="1"/>
          <p:nvPr/>
        </p:nvSpPr>
        <p:spPr>
          <a:xfrm>
            <a:off x="3276600" y="3242733"/>
            <a:ext cx="965201" cy="866245"/>
          </a:xfrm>
          <a:prstGeom prst="rect">
            <a:avLst/>
          </a:prstGeom>
          <a:noFill/>
          <a:ln>
            <a:solidFill>
              <a:schemeClr val="tx1"/>
            </a:solidFill>
          </a:ln>
        </p:spPr>
        <p:txBody>
          <a:bodyPr wrap="none" rtlCol="0" anchor="ctr" anchorCtr="1">
            <a:noAutofit/>
          </a:bodyPr>
          <a:lstStyle/>
          <a:p>
            <a:r>
              <a:rPr lang="en-US" sz="1600" dirty="0"/>
              <a:t>Mira220</a:t>
            </a:r>
          </a:p>
        </p:txBody>
      </p:sp>
      <p:sp>
        <p:nvSpPr>
          <p:cNvPr id="6" name="TextBox 5">
            <a:extLst>
              <a:ext uri="{FF2B5EF4-FFF2-40B4-BE49-F238E27FC236}">
                <a16:creationId xmlns:a16="http://schemas.microsoft.com/office/drawing/2014/main" id="{3C7E050B-EEB3-211D-0AED-AD35B9F803BF}"/>
              </a:ext>
            </a:extLst>
          </p:cNvPr>
          <p:cNvSpPr txBox="1"/>
          <p:nvPr/>
        </p:nvSpPr>
        <p:spPr>
          <a:xfrm>
            <a:off x="3138131" y="2414798"/>
            <a:ext cx="1242135" cy="369332"/>
          </a:xfrm>
          <a:prstGeom prst="rect">
            <a:avLst/>
          </a:prstGeom>
          <a:noFill/>
        </p:spPr>
        <p:txBody>
          <a:bodyPr wrap="none" rtlCol="0">
            <a:spAutoFit/>
          </a:bodyPr>
          <a:lstStyle/>
          <a:p>
            <a:r>
              <a:rPr lang="en-US" dirty="0"/>
              <a:t>lens mount</a:t>
            </a:r>
          </a:p>
        </p:txBody>
      </p:sp>
      <p:sp>
        <p:nvSpPr>
          <p:cNvPr id="10" name="TextBox 9">
            <a:extLst>
              <a:ext uri="{FF2B5EF4-FFF2-40B4-BE49-F238E27FC236}">
                <a16:creationId xmlns:a16="http://schemas.microsoft.com/office/drawing/2014/main" id="{28ABFA08-0C07-EE48-8894-25822182C189}"/>
              </a:ext>
            </a:extLst>
          </p:cNvPr>
          <p:cNvSpPr txBox="1"/>
          <p:nvPr/>
        </p:nvSpPr>
        <p:spPr>
          <a:xfrm>
            <a:off x="1345901" y="3666592"/>
            <a:ext cx="1524649" cy="923330"/>
          </a:xfrm>
          <a:prstGeom prst="rect">
            <a:avLst/>
          </a:prstGeom>
          <a:noFill/>
        </p:spPr>
        <p:txBody>
          <a:bodyPr wrap="none" rtlCol="0">
            <a:spAutoFit/>
          </a:bodyPr>
          <a:lstStyle/>
          <a:p>
            <a:pPr algn="r"/>
            <a:r>
              <a:rPr lang="en-US" dirty="0"/>
              <a:t>MIPI CSI-2</a:t>
            </a:r>
          </a:p>
          <a:p>
            <a:pPr algn="r"/>
            <a:r>
              <a:rPr lang="en-US" dirty="0"/>
              <a:t>DPHY 1.5Ghz</a:t>
            </a:r>
          </a:p>
          <a:p>
            <a:pPr algn="r"/>
            <a:r>
              <a:rPr lang="en-US" dirty="0"/>
              <a:t>2 data, 1 clock</a:t>
            </a:r>
          </a:p>
        </p:txBody>
      </p:sp>
      <p:sp>
        <p:nvSpPr>
          <p:cNvPr id="13" name="TextBox 12">
            <a:extLst>
              <a:ext uri="{FF2B5EF4-FFF2-40B4-BE49-F238E27FC236}">
                <a16:creationId xmlns:a16="http://schemas.microsoft.com/office/drawing/2014/main" id="{C95D2A71-7EA5-1CAA-C2DC-EB1E41ADD2BD}"/>
              </a:ext>
            </a:extLst>
          </p:cNvPr>
          <p:cNvSpPr txBox="1"/>
          <p:nvPr/>
        </p:nvSpPr>
        <p:spPr>
          <a:xfrm>
            <a:off x="3276599" y="4215917"/>
            <a:ext cx="965201" cy="866245"/>
          </a:xfrm>
          <a:prstGeom prst="rect">
            <a:avLst/>
          </a:prstGeom>
          <a:noFill/>
          <a:ln>
            <a:solidFill>
              <a:schemeClr val="tx1"/>
            </a:solidFill>
          </a:ln>
        </p:spPr>
        <p:txBody>
          <a:bodyPr wrap="none" rtlCol="0" anchor="ctr" anchorCtr="1">
            <a:noAutofit/>
          </a:bodyPr>
          <a:lstStyle/>
          <a:p>
            <a:r>
              <a:rPr lang="en-US" sz="1600" dirty="0"/>
              <a:t>IE100</a:t>
            </a:r>
          </a:p>
        </p:txBody>
      </p:sp>
      <p:cxnSp>
        <p:nvCxnSpPr>
          <p:cNvPr id="17" name="Connector: Elbow 16">
            <a:extLst>
              <a:ext uri="{FF2B5EF4-FFF2-40B4-BE49-F238E27FC236}">
                <a16:creationId xmlns:a16="http://schemas.microsoft.com/office/drawing/2014/main" id="{B313A7D4-7DAC-27AB-AD30-6BF387AAA1C0}"/>
              </a:ext>
            </a:extLst>
          </p:cNvPr>
          <p:cNvCxnSpPr>
            <a:stCxn id="5" idx="1"/>
            <a:endCxn id="13" idx="1"/>
          </p:cNvCxnSpPr>
          <p:nvPr/>
        </p:nvCxnSpPr>
        <p:spPr>
          <a:xfrm rot="10800000" flipV="1">
            <a:off x="3276600" y="3675856"/>
            <a:ext cx="1" cy="973184"/>
          </a:xfrm>
          <a:prstGeom prst="bentConnector3">
            <a:avLst>
              <a:gd name="adj1" fmla="val 22860100000"/>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770F165-C2D3-AB2D-338E-F44DFC4248E9}"/>
              </a:ext>
            </a:extLst>
          </p:cNvPr>
          <p:cNvSpPr txBox="1"/>
          <p:nvPr/>
        </p:nvSpPr>
        <p:spPr>
          <a:xfrm>
            <a:off x="3419201" y="5600162"/>
            <a:ext cx="679994" cy="369332"/>
          </a:xfrm>
          <a:prstGeom prst="rect">
            <a:avLst/>
          </a:prstGeom>
          <a:noFill/>
        </p:spPr>
        <p:txBody>
          <a:bodyPr wrap="none" rtlCol="0">
            <a:spAutoFit/>
          </a:bodyPr>
          <a:lstStyle/>
          <a:p>
            <a:r>
              <a:rPr lang="en-US" dirty="0"/>
              <a:t>USB2</a:t>
            </a:r>
          </a:p>
        </p:txBody>
      </p:sp>
      <p:sp>
        <p:nvSpPr>
          <p:cNvPr id="21" name="Rectangle 20">
            <a:extLst>
              <a:ext uri="{FF2B5EF4-FFF2-40B4-BE49-F238E27FC236}">
                <a16:creationId xmlns:a16="http://schemas.microsoft.com/office/drawing/2014/main" id="{A9087F8D-987C-E335-746B-27DEF56A7CCB}"/>
              </a:ext>
            </a:extLst>
          </p:cNvPr>
          <p:cNvSpPr/>
          <p:nvPr/>
        </p:nvSpPr>
        <p:spPr>
          <a:xfrm>
            <a:off x="2878667" y="2414798"/>
            <a:ext cx="1861748" cy="2919202"/>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DD82C07-7C13-AAC9-E491-F0AE152E5DAD}"/>
              </a:ext>
            </a:extLst>
          </p:cNvPr>
          <p:cNvSpPr txBox="1"/>
          <p:nvPr/>
        </p:nvSpPr>
        <p:spPr>
          <a:xfrm>
            <a:off x="6917388" y="2096932"/>
            <a:ext cx="4273542" cy="1754326"/>
          </a:xfrm>
          <a:prstGeom prst="rect">
            <a:avLst/>
          </a:prstGeom>
          <a:noFill/>
        </p:spPr>
        <p:txBody>
          <a:bodyPr wrap="none" rtlCol="0">
            <a:spAutoFit/>
          </a:bodyPr>
          <a:lstStyle/>
          <a:p>
            <a:pPr marL="285750" indent="-285750">
              <a:buFont typeface="Arial" panose="020B0604020202020204" pitchFamily="34" charset="0"/>
              <a:buChar char="•"/>
            </a:pPr>
            <a:r>
              <a:rPr lang="en-US" dirty="0"/>
              <a:t>real time image encoder</a:t>
            </a:r>
          </a:p>
          <a:p>
            <a:pPr marL="285750" indent="-285750">
              <a:buFont typeface="Arial" panose="020B0604020202020204" pitchFamily="34" charset="0"/>
              <a:buChar char="•"/>
            </a:pPr>
            <a:r>
              <a:rPr lang="en-US" dirty="0"/>
              <a:t>compact form factor, USB powered</a:t>
            </a:r>
          </a:p>
          <a:p>
            <a:pPr marL="285750" indent="-285750">
              <a:buFont typeface="Arial" panose="020B0604020202020204" pitchFamily="34" charset="0"/>
              <a:buChar char="•"/>
            </a:pPr>
            <a:r>
              <a:rPr lang="en-US" dirty="0"/>
              <a:t>supports a broad range of applications</a:t>
            </a:r>
          </a:p>
          <a:p>
            <a:pPr marL="285750" indent="-285750">
              <a:buFont typeface="Arial" panose="020B0604020202020204" pitchFamily="34" charset="0"/>
              <a:buChar char="•"/>
            </a:pPr>
            <a:r>
              <a:rPr lang="en-US" dirty="0"/>
              <a:t>low pin count interfaces</a:t>
            </a:r>
          </a:p>
          <a:p>
            <a:pPr marL="285750" indent="-285750">
              <a:buFont typeface="Arial" panose="020B0604020202020204" pitchFamily="34" charset="0"/>
              <a:buChar char="•"/>
            </a:pPr>
            <a:r>
              <a:rPr lang="en-US" dirty="0"/>
              <a:t>includes USB to I2C for configuration</a:t>
            </a:r>
          </a:p>
          <a:p>
            <a:pPr marL="285750" indent="-285750">
              <a:buFont typeface="Arial" panose="020B0604020202020204" pitchFamily="34" charset="0"/>
              <a:buChar char="•"/>
            </a:pPr>
            <a:r>
              <a:rPr lang="en-US" dirty="0"/>
              <a:t>memory map provides access to weights</a:t>
            </a:r>
          </a:p>
        </p:txBody>
      </p:sp>
      <p:cxnSp>
        <p:nvCxnSpPr>
          <p:cNvPr id="24" name="Straight Arrow Connector 23">
            <a:extLst>
              <a:ext uri="{FF2B5EF4-FFF2-40B4-BE49-F238E27FC236}">
                <a16:creationId xmlns:a16="http://schemas.microsoft.com/office/drawing/2014/main" id="{83496CA1-AC9D-04A7-00F8-9986C89E2E24}"/>
              </a:ext>
            </a:extLst>
          </p:cNvPr>
          <p:cNvCxnSpPr>
            <a:cxnSpLocks/>
            <a:stCxn id="13" idx="2"/>
          </p:cNvCxnSpPr>
          <p:nvPr/>
        </p:nvCxnSpPr>
        <p:spPr>
          <a:xfrm>
            <a:off x="3759200" y="5082162"/>
            <a:ext cx="0" cy="5175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550AF0AD-BA1D-35B6-21EF-8BF5E537E93D}"/>
              </a:ext>
            </a:extLst>
          </p:cNvPr>
          <p:cNvCxnSpPr>
            <a:stCxn id="13" idx="3"/>
            <a:endCxn id="5" idx="3"/>
          </p:cNvCxnSpPr>
          <p:nvPr/>
        </p:nvCxnSpPr>
        <p:spPr>
          <a:xfrm flipV="1">
            <a:off x="4241800" y="3675856"/>
            <a:ext cx="1" cy="973184"/>
          </a:xfrm>
          <a:prstGeom prst="bentConnector3">
            <a:avLst>
              <a:gd name="adj1" fmla="val 228601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1C5E14C-0738-4AC8-54C7-A829235620B8}"/>
              </a:ext>
            </a:extLst>
          </p:cNvPr>
          <p:cNvSpPr txBox="1"/>
          <p:nvPr/>
        </p:nvSpPr>
        <p:spPr>
          <a:xfrm>
            <a:off x="4249696" y="3274629"/>
            <a:ext cx="482824" cy="369332"/>
          </a:xfrm>
          <a:prstGeom prst="rect">
            <a:avLst/>
          </a:prstGeom>
          <a:noFill/>
        </p:spPr>
        <p:txBody>
          <a:bodyPr wrap="none" rtlCol="0">
            <a:spAutoFit/>
          </a:bodyPr>
          <a:lstStyle/>
          <a:p>
            <a:r>
              <a:rPr lang="en-US" dirty="0"/>
              <a:t>I2C</a:t>
            </a:r>
          </a:p>
        </p:txBody>
      </p:sp>
      <p:graphicFrame>
        <p:nvGraphicFramePr>
          <p:cNvPr id="29" name="Table 28">
            <a:extLst>
              <a:ext uri="{FF2B5EF4-FFF2-40B4-BE49-F238E27FC236}">
                <a16:creationId xmlns:a16="http://schemas.microsoft.com/office/drawing/2014/main" id="{5F3B48E4-7E1D-2E39-5B43-98D1B47B1549}"/>
              </a:ext>
            </a:extLst>
          </p:cNvPr>
          <p:cNvGraphicFramePr>
            <a:graphicFrameLocks noGrp="1"/>
          </p:cNvGraphicFramePr>
          <p:nvPr/>
        </p:nvGraphicFramePr>
        <p:xfrm>
          <a:off x="6993588" y="4290512"/>
          <a:ext cx="3098802" cy="1854200"/>
        </p:xfrm>
        <a:graphic>
          <a:graphicData uri="http://schemas.openxmlformats.org/drawingml/2006/table">
            <a:tbl>
              <a:tblPr firstRow="1" bandRow="1">
                <a:tableStyleId>{073A0DAA-6AF3-43AB-8588-CEC1D06C72B9}</a:tableStyleId>
              </a:tblPr>
              <a:tblGrid>
                <a:gridCol w="2345145">
                  <a:extLst>
                    <a:ext uri="{9D8B030D-6E8A-4147-A177-3AD203B41FA5}">
                      <a16:colId xmlns:a16="http://schemas.microsoft.com/office/drawing/2014/main" val="2423484232"/>
                    </a:ext>
                  </a:extLst>
                </a:gridCol>
                <a:gridCol w="753657">
                  <a:extLst>
                    <a:ext uri="{9D8B030D-6E8A-4147-A177-3AD203B41FA5}">
                      <a16:colId xmlns:a16="http://schemas.microsoft.com/office/drawing/2014/main" val="3189902417"/>
                    </a:ext>
                  </a:extLst>
                </a:gridCol>
              </a:tblGrid>
              <a:tr h="370840">
                <a:tc>
                  <a:txBody>
                    <a:bodyPr/>
                    <a:lstStyle/>
                    <a:p>
                      <a:r>
                        <a:rPr lang="en-US" dirty="0"/>
                        <a:t>NV-IE USB endpoint</a:t>
                      </a:r>
                    </a:p>
                  </a:txBody>
                  <a:tcPr/>
                </a:tc>
                <a:tc>
                  <a:txBody>
                    <a:bodyPr/>
                    <a:lstStyle/>
                    <a:p>
                      <a:r>
                        <a:rPr lang="en-US" dirty="0"/>
                        <a:t>M/S</a:t>
                      </a:r>
                    </a:p>
                  </a:txBody>
                  <a:tcPr/>
                </a:tc>
                <a:extLst>
                  <a:ext uri="{0D108BD9-81ED-4DB2-BD59-A6C34878D82A}">
                    <a16:rowId xmlns:a16="http://schemas.microsoft.com/office/drawing/2014/main" val="2383711284"/>
                  </a:ext>
                </a:extLst>
              </a:tr>
              <a:tr h="370840">
                <a:tc>
                  <a:txBody>
                    <a:bodyPr/>
                    <a:lstStyle/>
                    <a:p>
                      <a:r>
                        <a:rPr lang="en-US" dirty="0"/>
                        <a:t>feature pipe</a:t>
                      </a:r>
                    </a:p>
                  </a:txBody>
                  <a:tcPr/>
                </a:tc>
                <a:tc>
                  <a:txBody>
                    <a:bodyPr/>
                    <a:lstStyle/>
                    <a:p>
                      <a:r>
                        <a:rPr lang="en-US" dirty="0"/>
                        <a:t>M</a:t>
                      </a:r>
                    </a:p>
                  </a:txBody>
                  <a:tcPr/>
                </a:tc>
                <a:extLst>
                  <a:ext uri="{0D108BD9-81ED-4DB2-BD59-A6C34878D82A}">
                    <a16:rowId xmlns:a16="http://schemas.microsoft.com/office/drawing/2014/main" val="689210983"/>
                  </a:ext>
                </a:extLst>
              </a:tr>
              <a:tr h="370840">
                <a:tc>
                  <a:txBody>
                    <a:bodyPr/>
                    <a:lstStyle/>
                    <a:p>
                      <a:r>
                        <a:rPr lang="en-US" dirty="0"/>
                        <a:t>thumbnail pipe</a:t>
                      </a:r>
                    </a:p>
                  </a:txBody>
                  <a:tcPr/>
                </a:tc>
                <a:tc>
                  <a:txBody>
                    <a:bodyPr/>
                    <a:lstStyle/>
                    <a:p>
                      <a:r>
                        <a:rPr lang="en-US" dirty="0"/>
                        <a:t>M</a:t>
                      </a:r>
                    </a:p>
                  </a:txBody>
                  <a:tcPr/>
                </a:tc>
                <a:extLst>
                  <a:ext uri="{0D108BD9-81ED-4DB2-BD59-A6C34878D82A}">
                    <a16:rowId xmlns:a16="http://schemas.microsoft.com/office/drawing/2014/main" val="4148914824"/>
                  </a:ext>
                </a:extLst>
              </a:tr>
              <a:tr h="370840">
                <a:tc>
                  <a:txBody>
                    <a:bodyPr/>
                    <a:lstStyle/>
                    <a:p>
                      <a:r>
                        <a:rPr lang="en-US" dirty="0"/>
                        <a:t>I2C bridge</a:t>
                      </a:r>
                    </a:p>
                  </a:txBody>
                  <a:tcPr/>
                </a:tc>
                <a:tc>
                  <a:txBody>
                    <a:bodyPr/>
                    <a:lstStyle/>
                    <a:p>
                      <a:r>
                        <a:rPr lang="en-US" dirty="0"/>
                        <a:t>S</a:t>
                      </a:r>
                    </a:p>
                  </a:txBody>
                  <a:tcPr/>
                </a:tc>
                <a:extLst>
                  <a:ext uri="{0D108BD9-81ED-4DB2-BD59-A6C34878D82A}">
                    <a16:rowId xmlns:a16="http://schemas.microsoft.com/office/drawing/2014/main" val="2529374447"/>
                  </a:ext>
                </a:extLst>
              </a:tr>
              <a:tr h="370840">
                <a:tc>
                  <a:txBody>
                    <a:bodyPr/>
                    <a:lstStyle/>
                    <a:p>
                      <a:r>
                        <a:rPr lang="en-US" dirty="0"/>
                        <a:t>NV-IE memory map</a:t>
                      </a:r>
                    </a:p>
                  </a:txBody>
                  <a:tcPr/>
                </a:tc>
                <a:tc>
                  <a:txBody>
                    <a:bodyPr/>
                    <a:lstStyle/>
                    <a:p>
                      <a:r>
                        <a:rPr lang="en-US" dirty="0"/>
                        <a:t>S</a:t>
                      </a:r>
                    </a:p>
                  </a:txBody>
                  <a:tcPr/>
                </a:tc>
                <a:extLst>
                  <a:ext uri="{0D108BD9-81ED-4DB2-BD59-A6C34878D82A}">
                    <a16:rowId xmlns:a16="http://schemas.microsoft.com/office/drawing/2014/main" val="1501503809"/>
                  </a:ext>
                </a:extLst>
              </a:tr>
            </a:tbl>
          </a:graphicData>
        </a:graphic>
      </p:graphicFrame>
    </p:spTree>
    <p:extLst>
      <p:ext uri="{BB962C8B-B14F-4D97-AF65-F5344CB8AC3E}">
        <p14:creationId xmlns:p14="http://schemas.microsoft.com/office/powerpoint/2010/main" val="875832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2DEAF372-2198-45ED-3BD5-2D47921E9F3A}"/>
              </a:ext>
            </a:extLst>
          </p:cNvPr>
          <p:cNvSpPr/>
          <p:nvPr/>
        </p:nvSpPr>
        <p:spPr>
          <a:xfrm>
            <a:off x="838201" y="1685807"/>
            <a:ext cx="10515600" cy="1077391"/>
          </a:xfrm>
          <a:prstGeom prst="rect">
            <a:avLst/>
          </a:prstGeom>
          <a:solidFill>
            <a:srgbClr val="7030A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6D552DF-E265-DDDA-4B8A-AEECA0005051}"/>
              </a:ext>
            </a:extLst>
          </p:cNvPr>
          <p:cNvSpPr/>
          <p:nvPr/>
        </p:nvSpPr>
        <p:spPr>
          <a:xfrm>
            <a:off x="838201" y="2748917"/>
            <a:ext cx="10515600" cy="1059347"/>
          </a:xfrm>
          <a:prstGeom prst="rect">
            <a:avLst/>
          </a:prstGeom>
          <a:solidFill>
            <a:srgbClr val="0066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7E5F9D7-6A6C-4822-2034-7B53F2646901}"/>
              </a:ext>
            </a:extLst>
          </p:cNvPr>
          <p:cNvSpPr/>
          <p:nvPr/>
        </p:nvSpPr>
        <p:spPr>
          <a:xfrm>
            <a:off x="838200" y="3808264"/>
            <a:ext cx="10515600" cy="1059346"/>
          </a:xfrm>
          <a:prstGeom prst="rect">
            <a:avLst/>
          </a:prstGeom>
          <a:solidFill>
            <a:srgbClr val="33CC3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E8D7EA-B5E8-3991-7375-06208E447A22}"/>
              </a:ext>
            </a:extLst>
          </p:cNvPr>
          <p:cNvSpPr>
            <a:spLocks noGrp="1"/>
          </p:cNvSpPr>
          <p:nvPr>
            <p:ph type="title"/>
          </p:nvPr>
        </p:nvSpPr>
        <p:spPr/>
        <p:txBody>
          <a:bodyPr/>
          <a:lstStyle/>
          <a:p>
            <a:r>
              <a:rPr lang="en-US" dirty="0"/>
              <a:t>Execution Plan</a:t>
            </a:r>
          </a:p>
        </p:txBody>
      </p:sp>
      <p:sp>
        <p:nvSpPr>
          <p:cNvPr id="3" name="TextBox 2">
            <a:extLst>
              <a:ext uri="{FF2B5EF4-FFF2-40B4-BE49-F238E27FC236}">
                <a16:creationId xmlns:a16="http://schemas.microsoft.com/office/drawing/2014/main" id="{38387C03-1688-76D2-ECFA-7046CDC0F6A2}"/>
              </a:ext>
            </a:extLst>
          </p:cNvPr>
          <p:cNvSpPr txBox="1"/>
          <p:nvPr/>
        </p:nvSpPr>
        <p:spPr>
          <a:xfrm>
            <a:off x="10256742" y="499767"/>
            <a:ext cx="579005" cy="369332"/>
          </a:xfrm>
          <a:prstGeom prst="rect">
            <a:avLst/>
          </a:prstGeom>
          <a:noFill/>
        </p:spPr>
        <p:txBody>
          <a:bodyPr wrap="none" rtlCol="0">
            <a:spAutoFit/>
          </a:bodyPr>
          <a:lstStyle/>
          <a:p>
            <a:pPr algn="r"/>
            <a:r>
              <a:rPr lang="en-US" dirty="0"/>
              <a:t>chip</a:t>
            </a:r>
          </a:p>
        </p:txBody>
      </p:sp>
      <p:sp>
        <p:nvSpPr>
          <p:cNvPr id="4" name="TextBox 3">
            <a:extLst>
              <a:ext uri="{FF2B5EF4-FFF2-40B4-BE49-F238E27FC236}">
                <a16:creationId xmlns:a16="http://schemas.microsoft.com/office/drawing/2014/main" id="{7F2B6298-02FE-7FC9-D045-F546417F7DD6}"/>
              </a:ext>
            </a:extLst>
          </p:cNvPr>
          <p:cNvSpPr txBox="1"/>
          <p:nvPr/>
        </p:nvSpPr>
        <p:spPr>
          <a:xfrm>
            <a:off x="10194537" y="859517"/>
            <a:ext cx="1688924" cy="369332"/>
          </a:xfrm>
          <a:prstGeom prst="rect">
            <a:avLst/>
          </a:prstGeom>
          <a:noFill/>
        </p:spPr>
        <p:txBody>
          <a:bodyPr wrap="none" rtlCol="0">
            <a:spAutoFit/>
          </a:bodyPr>
          <a:lstStyle/>
          <a:p>
            <a:pPr algn="r"/>
            <a:r>
              <a:rPr lang="en-US" dirty="0"/>
              <a:t>reference board</a:t>
            </a:r>
          </a:p>
        </p:txBody>
      </p:sp>
      <p:sp>
        <p:nvSpPr>
          <p:cNvPr id="5" name="TextBox 4">
            <a:extLst>
              <a:ext uri="{FF2B5EF4-FFF2-40B4-BE49-F238E27FC236}">
                <a16:creationId xmlns:a16="http://schemas.microsoft.com/office/drawing/2014/main" id="{687358DF-4258-D1B0-5412-C45C7BD5C4A0}"/>
              </a:ext>
            </a:extLst>
          </p:cNvPr>
          <p:cNvSpPr txBox="1"/>
          <p:nvPr/>
        </p:nvSpPr>
        <p:spPr>
          <a:xfrm>
            <a:off x="10210453" y="130435"/>
            <a:ext cx="1312347" cy="369332"/>
          </a:xfrm>
          <a:prstGeom prst="rect">
            <a:avLst/>
          </a:prstGeom>
          <a:noFill/>
        </p:spPr>
        <p:txBody>
          <a:bodyPr wrap="none" rtlCol="0">
            <a:spAutoFit/>
          </a:bodyPr>
          <a:lstStyle/>
          <a:p>
            <a:pPr algn="r"/>
            <a:r>
              <a:rPr lang="en-US" dirty="0"/>
              <a:t>applications</a:t>
            </a:r>
          </a:p>
        </p:txBody>
      </p:sp>
      <p:sp>
        <p:nvSpPr>
          <p:cNvPr id="6" name="TextBox 5">
            <a:extLst>
              <a:ext uri="{FF2B5EF4-FFF2-40B4-BE49-F238E27FC236}">
                <a16:creationId xmlns:a16="http://schemas.microsoft.com/office/drawing/2014/main" id="{CA33460B-B985-AC3D-3EC1-9B161F0A4FAC}"/>
              </a:ext>
            </a:extLst>
          </p:cNvPr>
          <p:cNvSpPr txBox="1"/>
          <p:nvPr/>
        </p:nvSpPr>
        <p:spPr>
          <a:xfrm>
            <a:off x="909968" y="3132224"/>
            <a:ext cx="609462" cy="369332"/>
          </a:xfrm>
          <a:prstGeom prst="rect">
            <a:avLst/>
          </a:prstGeom>
          <a:noFill/>
        </p:spPr>
        <p:txBody>
          <a:bodyPr wrap="none" rtlCol="0">
            <a:spAutoFit/>
          </a:bodyPr>
          <a:lstStyle/>
          <a:p>
            <a:pPr algn="r"/>
            <a:r>
              <a:rPr lang="en-US" dirty="0"/>
              <a:t>spec</a:t>
            </a:r>
          </a:p>
        </p:txBody>
      </p:sp>
      <p:sp>
        <p:nvSpPr>
          <p:cNvPr id="7" name="TextBox 6">
            <a:extLst>
              <a:ext uri="{FF2B5EF4-FFF2-40B4-BE49-F238E27FC236}">
                <a16:creationId xmlns:a16="http://schemas.microsoft.com/office/drawing/2014/main" id="{882B1E84-CB3F-3452-1B93-98E3CFA1F04D}"/>
              </a:ext>
            </a:extLst>
          </p:cNvPr>
          <p:cNvSpPr txBox="1"/>
          <p:nvPr/>
        </p:nvSpPr>
        <p:spPr>
          <a:xfrm>
            <a:off x="1740943" y="3132224"/>
            <a:ext cx="795411" cy="369332"/>
          </a:xfrm>
          <a:prstGeom prst="rect">
            <a:avLst/>
          </a:prstGeom>
          <a:noFill/>
        </p:spPr>
        <p:txBody>
          <a:bodyPr wrap="none" rtlCol="0">
            <a:spAutoFit/>
          </a:bodyPr>
          <a:lstStyle/>
          <a:p>
            <a:pPr algn="r"/>
            <a:r>
              <a:rPr lang="en-US" dirty="0"/>
              <a:t>design</a:t>
            </a:r>
          </a:p>
        </p:txBody>
      </p:sp>
      <p:sp>
        <p:nvSpPr>
          <p:cNvPr id="8" name="TextBox 7">
            <a:extLst>
              <a:ext uri="{FF2B5EF4-FFF2-40B4-BE49-F238E27FC236}">
                <a16:creationId xmlns:a16="http://schemas.microsoft.com/office/drawing/2014/main" id="{056F97F9-A6EC-DDC0-5078-2A46838DD39D}"/>
              </a:ext>
            </a:extLst>
          </p:cNvPr>
          <p:cNvSpPr txBox="1"/>
          <p:nvPr/>
        </p:nvSpPr>
        <p:spPr>
          <a:xfrm>
            <a:off x="3005750" y="3132224"/>
            <a:ext cx="456087" cy="369332"/>
          </a:xfrm>
          <a:prstGeom prst="rect">
            <a:avLst/>
          </a:prstGeom>
          <a:noFill/>
        </p:spPr>
        <p:txBody>
          <a:bodyPr wrap="none" rtlCol="0">
            <a:spAutoFit/>
          </a:bodyPr>
          <a:lstStyle/>
          <a:p>
            <a:pPr algn="r"/>
            <a:r>
              <a:rPr lang="en-US" dirty="0"/>
              <a:t>DV</a:t>
            </a:r>
          </a:p>
        </p:txBody>
      </p:sp>
      <p:sp>
        <p:nvSpPr>
          <p:cNvPr id="9" name="TextBox 8">
            <a:extLst>
              <a:ext uri="{FF2B5EF4-FFF2-40B4-BE49-F238E27FC236}">
                <a16:creationId xmlns:a16="http://schemas.microsoft.com/office/drawing/2014/main" id="{28F2F3CD-4FF7-EEE5-510D-5BC41063F2C5}"/>
              </a:ext>
            </a:extLst>
          </p:cNvPr>
          <p:cNvSpPr txBox="1"/>
          <p:nvPr/>
        </p:nvSpPr>
        <p:spPr>
          <a:xfrm>
            <a:off x="4106544" y="3132224"/>
            <a:ext cx="445956" cy="369332"/>
          </a:xfrm>
          <a:prstGeom prst="rect">
            <a:avLst/>
          </a:prstGeom>
          <a:noFill/>
        </p:spPr>
        <p:txBody>
          <a:bodyPr wrap="none" rtlCol="0">
            <a:spAutoFit/>
          </a:bodyPr>
          <a:lstStyle/>
          <a:p>
            <a:pPr algn="r"/>
            <a:r>
              <a:rPr lang="en-US" dirty="0"/>
              <a:t>PD</a:t>
            </a:r>
          </a:p>
        </p:txBody>
      </p:sp>
      <p:sp>
        <p:nvSpPr>
          <p:cNvPr id="10" name="TextBox 9">
            <a:extLst>
              <a:ext uri="{FF2B5EF4-FFF2-40B4-BE49-F238E27FC236}">
                <a16:creationId xmlns:a16="http://schemas.microsoft.com/office/drawing/2014/main" id="{AB5D34D3-BDCD-2C49-5A3E-9EB2B7BDE1B6}"/>
              </a:ext>
            </a:extLst>
          </p:cNvPr>
          <p:cNvSpPr txBox="1"/>
          <p:nvPr/>
        </p:nvSpPr>
        <p:spPr>
          <a:xfrm>
            <a:off x="6775191" y="3132224"/>
            <a:ext cx="927242" cy="369332"/>
          </a:xfrm>
          <a:prstGeom prst="rect">
            <a:avLst/>
          </a:prstGeom>
          <a:noFill/>
        </p:spPr>
        <p:txBody>
          <a:bodyPr wrap="none" rtlCol="0">
            <a:spAutoFit/>
          </a:bodyPr>
          <a:lstStyle/>
          <a:p>
            <a:pPr algn="r"/>
            <a:r>
              <a:rPr lang="en-US" dirty="0" err="1"/>
              <a:t>tapeout</a:t>
            </a:r>
            <a:endParaRPr lang="en-US" dirty="0"/>
          </a:p>
        </p:txBody>
      </p:sp>
      <p:sp>
        <p:nvSpPr>
          <p:cNvPr id="11" name="TextBox 10">
            <a:extLst>
              <a:ext uri="{FF2B5EF4-FFF2-40B4-BE49-F238E27FC236}">
                <a16:creationId xmlns:a16="http://schemas.microsoft.com/office/drawing/2014/main" id="{1772CA34-0058-EC73-907C-C8BA30BC3635}"/>
              </a:ext>
            </a:extLst>
          </p:cNvPr>
          <p:cNvSpPr txBox="1"/>
          <p:nvPr/>
        </p:nvSpPr>
        <p:spPr>
          <a:xfrm>
            <a:off x="915176" y="4245604"/>
            <a:ext cx="609462" cy="369332"/>
          </a:xfrm>
          <a:prstGeom prst="rect">
            <a:avLst/>
          </a:prstGeom>
          <a:noFill/>
        </p:spPr>
        <p:txBody>
          <a:bodyPr wrap="none" rtlCol="0">
            <a:spAutoFit/>
          </a:bodyPr>
          <a:lstStyle/>
          <a:p>
            <a:pPr algn="r"/>
            <a:r>
              <a:rPr lang="en-US" dirty="0"/>
              <a:t>spec</a:t>
            </a:r>
          </a:p>
        </p:txBody>
      </p:sp>
      <p:sp>
        <p:nvSpPr>
          <p:cNvPr id="12" name="TextBox 11">
            <a:extLst>
              <a:ext uri="{FF2B5EF4-FFF2-40B4-BE49-F238E27FC236}">
                <a16:creationId xmlns:a16="http://schemas.microsoft.com/office/drawing/2014/main" id="{6FB2359C-52B7-E547-4879-BF71427CC956}"/>
              </a:ext>
            </a:extLst>
          </p:cNvPr>
          <p:cNvSpPr txBox="1"/>
          <p:nvPr/>
        </p:nvSpPr>
        <p:spPr>
          <a:xfrm>
            <a:off x="1845475" y="4245604"/>
            <a:ext cx="1129925" cy="369332"/>
          </a:xfrm>
          <a:prstGeom prst="rect">
            <a:avLst/>
          </a:prstGeom>
          <a:noFill/>
        </p:spPr>
        <p:txBody>
          <a:bodyPr wrap="none" rtlCol="0">
            <a:spAutoFit/>
          </a:bodyPr>
          <a:lstStyle/>
          <a:p>
            <a:pPr algn="r"/>
            <a:r>
              <a:rPr lang="en-US" dirty="0"/>
              <a:t>schematic</a:t>
            </a:r>
          </a:p>
        </p:txBody>
      </p:sp>
      <p:sp>
        <p:nvSpPr>
          <p:cNvPr id="13" name="TextBox 12">
            <a:extLst>
              <a:ext uri="{FF2B5EF4-FFF2-40B4-BE49-F238E27FC236}">
                <a16:creationId xmlns:a16="http://schemas.microsoft.com/office/drawing/2014/main" id="{F8790C7D-1835-60AE-9C7B-BB24F604B838}"/>
              </a:ext>
            </a:extLst>
          </p:cNvPr>
          <p:cNvSpPr txBox="1"/>
          <p:nvPr/>
        </p:nvSpPr>
        <p:spPr>
          <a:xfrm>
            <a:off x="3244533" y="4245604"/>
            <a:ext cx="765979" cy="369332"/>
          </a:xfrm>
          <a:prstGeom prst="rect">
            <a:avLst/>
          </a:prstGeom>
          <a:noFill/>
        </p:spPr>
        <p:txBody>
          <a:bodyPr wrap="none" rtlCol="0">
            <a:spAutoFit/>
          </a:bodyPr>
          <a:lstStyle/>
          <a:p>
            <a:pPr algn="r"/>
            <a:r>
              <a:rPr lang="en-US" dirty="0"/>
              <a:t>layout</a:t>
            </a:r>
          </a:p>
        </p:txBody>
      </p:sp>
      <p:sp>
        <p:nvSpPr>
          <p:cNvPr id="14" name="TextBox 13">
            <a:extLst>
              <a:ext uri="{FF2B5EF4-FFF2-40B4-BE49-F238E27FC236}">
                <a16:creationId xmlns:a16="http://schemas.microsoft.com/office/drawing/2014/main" id="{0868AC37-068B-1634-5BEC-AD7B289D82C6}"/>
              </a:ext>
            </a:extLst>
          </p:cNvPr>
          <p:cNvSpPr txBox="1"/>
          <p:nvPr/>
        </p:nvSpPr>
        <p:spPr>
          <a:xfrm>
            <a:off x="6856007" y="4245604"/>
            <a:ext cx="655950" cy="369332"/>
          </a:xfrm>
          <a:prstGeom prst="rect">
            <a:avLst/>
          </a:prstGeom>
          <a:noFill/>
        </p:spPr>
        <p:txBody>
          <a:bodyPr wrap="none" rtlCol="0">
            <a:spAutoFit/>
          </a:bodyPr>
          <a:lstStyle/>
          <a:p>
            <a:pPr algn="r"/>
            <a:r>
              <a:rPr lang="en-US" dirty="0"/>
              <a:t>build</a:t>
            </a:r>
          </a:p>
        </p:txBody>
      </p:sp>
      <p:sp>
        <p:nvSpPr>
          <p:cNvPr id="15" name="TextBox 14">
            <a:extLst>
              <a:ext uri="{FF2B5EF4-FFF2-40B4-BE49-F238E27FC236}">
                <a16:creationId xmlns:a16="http://schemas.microsoft.com/office/drawing/2014/main" id="{688274A9-383B-205A-1EC7-1EFDB24AE978}"/>
              </a:ext>
            </a:extLst>
          </p:cNvPr>
          <p:cNvSpPr txBox="1"/>
          <p:nvPr/>
        </p:nvSpPr>
        <p:spPr>
          <a:xfrm>
            <a:off x="8511025" y="4245604"/>
            <a:ext cx="914033" cy="369332"/>
          </a:xfrm>
          <a:prstGeom prst="rect">
            <a:avLst/>
          </a:prstGeom>
          <a:noFill/>
        </p:spPr>
        <p:txBody>
          <a:bodyPr wrap="none" rtlCol="0">
            <a:spAutoFit/>
          </a:bodyPr>
          <a:lstStyle/>
          <a:p>
            <a:pPr algn="r"/>
            <a:r>
              <a:rPr lang="en-US" dirty="0" err="1"/>
              <a:t>bringup</a:t>
            </a:r>
            <a:endParaRPr lang="en-US" dirty="0"/>
          </a:p>
        </p:txBody>
      </p:sp>
      <p:sp>
        <p:nvSpPr>
          <p:cNvPr id="16" name="TextBox 15">
            <a:extLst>
              <a:ext uri="{FF2B5EF4-FFF2-40B4-BE49-F238E27FC236}">
                <a16:creationId xmlns:a16="http://schemas.microsoft.com/office/drawing/2014/main" id="{BA5C15F8-E929-C337-A734-5C20D5AF4255}"/>
              </a:ext>
            </a:extLst>
          </p:cNvPr>
          <p:cNvSpPr txBox="1"/>
          <p:nvPr/>
        </p:nvSpPr>
        <p:spPr>
          <a:xfrm>
            <a:off x="909968" y="1744259"/>
            <a:ext cx="1526507" cy="369332"/>
          </a:xfrm>
          <a:prstGeom prst="rect">
            <a:avLst/>
          </a:prstGeom>
          <a:noFill/>
        </p:spPr>
        <p:txBody>
          <a:bodyPr wrap="none" rtlCol="0">
            <a:spAutoFit/>
          </a:bodyPr>
          <a:lstStyle/>
          <a:p>
            <a:pPr algn="r"/>
            <a:r>
              <a:rPr lang="en-US" dirty="0"/>
              <a:t>image capture</a:t>
            </a:r>
          </a:p>
        </p:txBody>
      </p:sp>
      <p:sp>
        <p:nvSpPr>
          <p:cNvPr id="17" name="TextBox 16">
            <a:extLst>
              <a:ext uri="{FF2B5EF4-FFF2-40B4-BE49-F238E27FC236}">
                <a16:creationId xmlns:a16="http://schemas.microsoft.com/office/drawing/2014/main" id="{E18ACDF9-267B-2399-6F5A-574553B254D1}"/>
              </a:ext>
            </a:extLst>
          </p:cNvPr>
          <p:cNvSpPr txBox="1"/>
          <p:nvPr/>
        </p:nvSpPr>
        <p:spPr>
          <a:xfrm>
            <a:off x="909968" y="2204033"/>
            <a:ext cx="1747787" cy="369332"/>
          </a:xfrm>
          <a:prstGeom prst="rect">
            <a:avLst/>
          </a:prstGeom>
          <a:noFill/>
        </p:spPr>
        <p:txBody>
          <a:bodyPr wrap="none" rtlCol="0">
            <a:spAutoFit/>
          </a:bodyPr>
          <a:lstStyle/>
          <a:p>
            <a:pPr algn="r"/>
            <a:r>
              <a:rPr lang="en-US" dirty="0"/>
              <a:t>synthetic images</a:t>
            </a:r>
          </a:p>
        </p:txBody>
      </p:sp>
      <p:sp>
        <p:nvSpPr>
          <p:cNvPr id="18" name="TextBox 17">
            <a:extLst>
              <a:ext uri="{FF2B5EF4-FFF2-40B4-BE49-F238E27FC236}">
                <a16:creationId xmlns:a16="http://schemas.microsoft.com/office/drawing/2014/main" id="{0EB71C44-C0EA-8967-DE28-B1D4B34710F5}"/>
              </a:ext>
            </a:extLst>
          </p:cNvPr>
          <p:cNvSpPr txBox="1"/>
          <p:nvPr/>
        </p:nvSpPr>
        <p:spPr>
          <a:xfrm>
            <a:off x="3064864" y="1973200"/>
            <a:ext cx="1555299" cy="369332"/>
          </a:xfrm>
          <a:prstGeom prst="rect">
            <a:avLst/>
          </a:prstGeom>
          <a:noFill/>
        </p:spPr>
        <p:txBody>
          <a:bodyPr wrap="none" rtlCol="0">
            <a:spAutoFit/>
          </a:bodyPr>
          <a:lstStyle/>
          <a:p>
            <a:pPr algn="r"/>
            <a:r>
              <a:rPr lang="en-US" dirty="0"/>
              <a:t>model training</a:t>
            </a:r>
          </a:p>
        </p:txBody>
      </p:sp>
      <p:sp>
        <p:nvSpPr>
          <p:cNvPr id="19" name="TextBox 18">
            <a:extLst>
              <a:ext uri="{FF2B5EF4-FFF2-40B4-BE49-F238E27FC236}">
                <a16:creationId xmlns:a16="http://schemas.microsoft.com/office/drawing/2014/main" id="{2BF72224-2F35-08C7-FC3B-0F05C4E3B2D5}"/>
              </a:ext>
            </a:extLst>
          </p:cNvPr>
          <p:cNvSpPr txBox="1"/>
          <p:nvPr/>
        </p:nvSpPr>
        <p:spPr>
          <a:xfrm>
            <a:off x="5013457" y="1834700"/>
            <a:ext cx="1106649" cy="646331"/>
          </a:xfrm>
          <a:prstGeom prst="rect">
            <a:avLst/>
          </a:prstGeom>
          <a:noFill/>
        </p:spPr>
        <p:txBody>
          <a:bodyPr wrap="none" rtlCol="0">
            <a:spAutoFit/>
          </a:bodyPr>
          <a:lstStyle/>
          <a:p>
            <a:pPr algn="ctr"/>
            <a:r>
              <a:rPr lang="en-US" dirty="0"/>
              <a:t>simulated</a:t>
            </a:r>
          </a:p>
          <a:p>
            <a:pPr algn="ctr"/>
            <a:r>
              <a:rPr lang="en-US" dirty="0"/>
              <a:t>demo</a:t>
            </a:r>
          </a:p>
        </p:txBody>
      </p:sp>
      <p:sp>
        <p:nvSpPr>
          <p:cNvPr id="20" name="TextBox 19">
            <a:extLst>
              <a:ext uri="{FF2B5EF4-FFF2-40B4-BE49-F238E27FC236}">
                <a16:creationId xmlns:a16="http://schemas.microsoft.com/office/drawing/2014/main" id="{11D398A1-8187-6D99-E2E8-4CE47B49378A}"/>
              </a:ext>
            </a:extLst>
          </p:cNvPr>
          <p:cNvSpPr txBox="1"/>
          <p:nvPr/>
        </p:nvSpPr>
        <p:spPr>
          <a:xfrm>
            <a:off x="10120635" y="1834700"/>
            <a:ext cx="1023229" cy="646331"/>
          </a:xfrm>
          <a:prstGeom prst="rect">
            <a:avLst/>
          </a:prstGeom>
          <a:noFill/>
        </p:spPr>
        <p:txBody>
          <a:bodyPr wrap="none" rtlCol="0">
            <a:spAutoFit/>
          </a:bodyPr>
          <a:lstStyle/>
          <a:p>
            <a:pPr algn="ctr"/>
            <a:r>
              <a:rPr lang="en-US" dirty="0"/>
              <a:t>real time</a:t>
            </a:r>
          </a:p>
          <a:p>
            <a:pPr algn="ctr"/>
            <a:r>
              <a:rPr lang="en-US" dirty="0"/>
              <a:t>demo</a:t>
            </a:r>
          </a:p>
        </p:txBody>
      </p:sp>
      <p:cxnSp>
        <p:nvCxnSpPr>
          <p:cNvPr id="22" name="Straight Arrow Connector 21">
            <a:extLst>
              <a:ext uri="{FF2B5EF4-FFF2-40B4-BE49-F238E27FC236}">
                <a16:creationId xmlns:a16="http://schemas.microsoft.com/office/drawing/2014/main" id="{96188B2E-9E7E-49DC-6168-1E855A278D48}"/>
              </a:ext>
            </a:extLst>
          </p:cNvPr>
          <p:cNvCxnSpPr>
            <a:cxnSpLocks/>
            <a:stCxn id="16" idx="3"/>
            <a:endCxn id="18" idx="1"/>
          </p:cNvCxnSpPr>
          <p:nvPr/>
        </p:nvCxnSpPr>
        <p:spPr>
          <a:xfrm>
            <a:off x="2436475" y="1928925"/>
            <a:ext cx="628389" cy="2289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9FFB7103-78BC-5678-40C8-73B865425825}"/>
              </a:ext>
            </a:extLst>
          </p:cNvPr>
          <p:cNvCxnSpPr>
            <a:cxnSpLocks/>
            <a:stCxn id="17" idx="3"/>
          </p:cNvCxnSpPr>
          <p:nvPr/>
        </p:nvCxnSpPr>
        <p:spPr>
          <a:xfrm flipV="1">
            <a:off x="2657755" y="2209510"/>
            <a:ext cx="387005" cy="179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3E3DC530-AD80-05CB-4C33-9E7D38E536E5}"/>
              </a:ext>
            </a:extLst>
          </p:cNvPr>
          <p:cNvCxnSpPr>
            <a:cxnSpLocks/>
            <a:stCxn id="18" idx="3"/>
            <a:endCxn id="19" idx="1"/>
          </p:cNvCxnSpPr>
          <p:nvPr/>
        </p:nvCxnSpPr>
        <p:spPr>
          <a:xfrm>
            <a:off x="4620163" y="2157866"/>
            <a:ext cx="3932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98D47BB-BD07-F9DC-F17F-E9F071D804CF}"/>
              </a:ext>
            </a:extLst>
          </p:cNvPr>
          <p:cNvCxnSpPr>
            <a:cxnSpLocks/>
            <a:stCxn id="19" idx="3"/>
            <a:endCxn id="20" idx="1"/>
          </p:cNvCxnSpPr>
          <p:nvPr/>
        </p:nvCxnSpPr>
        <p:spPr>
          <a:xfrm>
            <a:off x="6120106" y="2157866"/>
            <a:ext cx="40005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7EEE837-BAC0-B88F-FC2C-64242176E665}"/>
              </a:ext>
            </a:extLst>
          </p:cNvPr>
          <p:cNvCxnSpPr>
            <a:cxnSpLocks/>
            <a:stCxn id="6" idx="3"/>
            <a:endCxn id="7" idx="1"/>
          </p:cNvCxnSpPr>
          <p:nvPr/>
        </p:nvCxnSpPr>
        <p:spPr>
          <a:xfrm>
            <a:off x="1519430" y="3316890"/>
            <a:ext cx="2215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CF879054-A3A5-61D5-4138-15E1F56CB65A}"/>
              </a:ext>
            </a:extLst>
          </p:cNvPr>
          <p:cNvCxnSpPr>
            <a:cxnSpLocks/>
            <a:stCxn id="7" idx="3"/>
            <a:endCxn id="8" idx="1"/>
          </p:cNvCxnSpPr>
          <p:nvPr/>
        </p:nvCxnSpPr>
        <p:spPr>
          <a:xfrm>
            <a:off x="2536354" y="3316890"/>
            <a:ext cx="469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73E1AFDF-E98E-7587-41A9-FC375C7F2C24}"/>
              </a:ext>
            </a:extLst>
          </p:cNvPr>
          <p:cNvCxnSpPr>
            <a:cxnSpLocks/>
            <a:stCxn id="8" idx="3"/>
            <a:endCxn id="9" idx="1"/>
          </p:cNvCxnSpPr>
          <p:nvPr/>
        </p:nvCxnSpPr>
        <p:spPr>
          <a:xfrm>
            <a:off x="3461837" y="3316890"/>
            <a:ext cx="6447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E6C9D8E1-5AF9-90C7-B323-C10EB20C46CE}"/>
              </a:ext>
            </a:extLst>
          </p:cNvPr>
          <p:cNvCxnSpPr>
            <a:cxnSpLocks/>
            <a:stCxn id="9" idx="3"/>
            <a:endCxn id="10" idx="1"/>
          </p:cNvCxnSpPr>
          <p:nvPr/>
        </p:nvCxnSpPr>
        <p:spPr>
          <a:xfrm>
            <a:off x="4552500" y="3316890"/>
            <a:ext cx="22226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A1269C25-0CD1-7A9F-DEEB-FA0BFDFF379A}"/>
              </a:ext>
            </a:extLst>
          </p:cNvPr>
          <p:cNvCxnSpPr>
            <a:cxnSpLocks/>
            <a:stCxn id="19" idx="3"/>
          </p:cNvCxnSpPr>
          <p:nvPr/>
        </p:nvCxnSpPr>
        <p:spPr>
          <a:xfrm>
            <a:off x="6120106" y="2157866"/>
            <a:ext cx="698634" cy="1040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5B7C46F6-F6FD-4835-64B4-EFF4A024D120}"/>
              </a:ext>
            </a:extLst>
          </p:cNvPr>
          <p:cNvCxnSpPr>
            <a:cxnSpLocks/>
            <a:stCxn id="11" idx="3"/>
            <a:endCxn id="12" idx="1"/>
          </p:cNvCxnSpPr>
          <p:nvPr/>
        </p:nvCxnSpPr>
        <p:spPr>
          <a:xfrm>
            <a:off x="1524638" y="4430270"/>
            <a:ext cx="3208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AD354315-7E11-7B56-B67F-128D3193423A}"/>
              </a:ext>
            </a:extLst>
          </p:cNvPr>
          <p:cNvCxnSpPr>
            <a:cxnSpLocks/>
            <a:stCxn id="12" idx="3"/>
            <a:endCxn id="13" idx="1"/>
          </p:cNvCxnSpPr>
          <p:nvPr/>
        </p:nvCxnSpPr>
        <p:spPr>
          <a:xfrm>
            <a:off x="2975400" y="4430270"/>
            <a:ext cx="2691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5EB3CD22-7EB7-11CE-B63E-3B8553FDEE88}"/>
              </a:ext>
            </a:extLst>
          </p:cNvPr>
          <p:cNvCxnSpPr>
            <a:cxnSpLocks/>
            <a:stCxn id="13" idx="3"/>
            <a:endCxn id="14" idx="1"/>
          </p:cNvCxnSpPr>
          <p:nvPr/>
        </p:nvCxnSpPr>
        <p:spPr>
          <a:xfrm>
            <a:off x="4010512" y="4430270"/>
            <a:ext cx="28454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18CF2E55-5FDA-3711-4F49-59D8136F5EBE}"/>
              </a:ext>
            </a:extLst>
          </p:cNvPr>
          <p:cNvCxnSpPr>
            <a:cxnSpLocks/>
            <a:stCxn id="14" idx="3"/>
            <a:endCxn id="15" idx="1"/>
          </p:cNvCxnSpPr>
          <p:nvPr/>
        </p:nvCxnSpPr>
        <p:spPr>
          <a:xfrm>
            <a:off x="7511957" y="4430270"/>
            <a:ext cx="9990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F049A568-00F1-6A91-3109-4EAF91E9B2ED}"/>
              </a:ext>
            </a:extLst>
          </p:cNvPr>
          <p:cNvCxnSpPr>
            <a:cxnSpLocks/>
            <a:stCxn id="10" idx="3"/>
          </p:cNvCxnSpPr>
          <p:nvPr/>
        </p:nvCxnSpPr>
        <p:spPr>
          <a:xfrm>
            <a:off x="7702433" y="3316890"/>
            <a:ext cx="828729" cy="10123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01828D27-21BC-8B27-D3FF-57CB1E6A793B}"/>
              </a:ext>
            </a:extLst>
          </p:cNvPr>
          <p:cNvCxnSpPr>
            <a:cxnSpLocks/>
            <a:stCxn id="15" idx="3"/>
          </p:cNvCxnSpPr>
          <p:nvPr/>
        </p:nvCxnSpPr>
        <p:spPr>
          <a:xfrm flipV="1">
            <a:off x="9425058" y="2384077"/>
            <a:ext cx="776962" cy="20461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2" name="Group 81">
            <a:extLst>
              <a:ext uri="{FF2B5EF4-FFF2-40B4-BE49-F238E27FC236}">
                <a16:creationId xmlns:a16="http://schemas.microsoft.com/office/drawing/2014/main" id="{4D825708-3F0C-C564-9F43-10426F4C38F8}"/>
              </a:ext>
            </a:extLst>
          </p:cNvPr>
          <p:cNvGrpSpPr/>
          <p:nvPr/>
        </p:nvGrpSpPr>
        <p:grpSpPr>
          <a:xfrm>
            <a:off x="10210453" y="135700"/>
            <a:ext cx="1818165" cy="1055716"/>
            <a:chOff x="988296" y="2105891"/>
            <a:chExt cx="10515601" cy="3181802"/>
          </a:xfrm>
        </p:grpSpPr>
        <p:sp>
          <p:nvSpPr>
            <p:cNvPr id="79" name="Rectangle 78">
              <a:extLst>
                <a:ext uri="{FF2B5EF4-FFF2-40B4-BE49-F238E27FC236}">
                  <a16:creationId xmlns:a16="http://schemas.microsoft.com/office/drawing/2014/main" id="{138C63D8-CF09-53A4-B0DC-119AFC91DD7A}"/>
                </a:ext>
              </a:extLst>
            </p:cNvPr>
            <p:cNvSpPr/>
            <p:nvPr/>
          </p:nvSpPr>
          <p:spPr>
            <a:xfrm>
              <a:off x="988297" y="2105891"/>
              <a:ext cx="10515600" cy="1055716"/>
            </a:xfrm>
            <a:prstGeom prst="rect">
              <a:avLst/>
            </a:prstGeom>
            <a:solidFill>
              <a:srgbClr val="7030A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C3963227-332F-12D9-BA37-652C61E8AF0C}"/>
                </a:ext>
              </a:extLst>
            </p:cNvPr>
            <p:cNvSpPr/>
            <p:nvPr/>
          </p:nvSpPr>
          <p:spPr>
            <a:xfrm>
              <a:off x="988297" y="3172631"/>
              <a:ext cx="10515600" cy="1055716"/>
            </a:xfrm>
            <a:prstGeom prst="rect">
              <a:avLst/>
            </a:prstGeom>
            <a:solidFill>
              <a:srgbClr val="0066FF">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87D33A2D-733F-11E6-A5A1-7673DFB5F851}"/>
                </a:ext>
              </a:extLst>
            </p:cNvPr>
            <p:cNvSpPr/>
            <p:nvPr/>
          </p:nvSpPr>
          <p:spPr>
            <a:xfrm>
              <a:off x="988296" y="4231977"/>
              <a:ext cx="10515600" cy="1055716"/>
            </a:xfrm>
            <a:prstGeom prst="rect">
              <a:avLst/>
            </a:prstGeom>
            <a:solidFill>
              <a:srgbClr val="33CC33">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5387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F20DC2-50CD-655F-9131-5049364F6FF2}"/>
              </a:ext>
            </a:extLst>
          </p:cNvPr>
          <p:cNvSpPr txBox="1"/>
          <p:nvPr/>
        </p:nvSpPr>
        <p:spPr>
          <a:xfrm>
            <a:off x="7630134" y="1862667"/>
            <a:ext cx="3901453" cy="923330"/>
          </a:xfrm>
          <a:prstGeom prst="rect">
            <a:avLst/>
          </a:prstGeom>
          <a:noFill/>
        </p:spPr>
        <p:txBody>
          <a:bodyPr wrap="none" rtlCol="0">
            <a:spAutoFit/>
          </a:bodyPr>
          <a:lstStyle/>
          <a:p>
            <a:r>
              <a:rPr lang="en-US" dirty="0"/>
              <a:t>randomly populate 16x14 grid locations</a:t>
            </a:r>
          </a:p>
          <a:p>
            <a:r>
              <a:rPr lang="en-US" dirty="0"/>
              <a:t>label is '0' if empty, '1' if colored ball</a:t>
            </a:r>
          </a:p>
          <a:p>
            <a:r>
              <a:rPr lang="en-US" dirty="0"/>
              <a:t>224 binary labels</a:t>
            </a:r>
          </a:p>
        </p:txBody>
      </p:sp>
      <p:grpSp>
        <p:nvGrpSpPr>
          <p:cNvPr id="12" name="Group 11">
            <a:extLst>
              <a:ext uri="{FF2B5EF4-FFF2-40B4-BE49-F238E27FC236}">
                <a16:creationId xmlns:a16="http://schemas.microsoft.com/office/drawing/2014/main" id="{740F7C3E-70C9-7A24-8ABF-13EFEE5431A7}"/>
              </a:ext>
            </a:extLst>
          </p:cNvPr>
          <p:cNvGrpSpPr/>
          <p:nvPr/>
        </p:nvGrpSpPr>
        <p:grpSpPr>
          <a:xfrm>
            <a:off x="3194462" y="4860516"/>
            <a:ext cx="404553" cy="1126066"/>
            <a:chOff x="2509727" y="2528977"/>
            <a:chExt cx="404553" cy="513285"/>
          </a:xfrm>
          <a:noFill/>
        </p:grpSpPr>
        <p:sp>
          <p:nvSpPr>
            <p:cNvPr id="13" name="Rectangle 12">
              <a:extLst>
                <a:ext uri="{FF2B5EF4-FFF2-40B4-BE49-F238E27FC236}">
                  <a16:creationId xmlns:a16="http://schemas.microsoft.com/office/drawing/2014/main" id="{19C503E4-24F7-2326-2BE3-4B71B2F7D4AB}"/>
                </a:ext>
              </a:extLst>
            </p:cNvPr>
            <p:cNvSpPr/>
            <p:nvPr/>
          </p:nvSpPr>
          <p:spPr>
            <a:xfrm>
              <a:off x="25097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D46740BF-D394-9E3A-A6A0-2DEB4EAFC662}"/>
                </a:ext>
              </a:extLst>
            </p:cNvPr>
            <p:cNvSpPr/>
            <p:nvPr/>
          </p:nvSpPr>
          <p:spPr>
            <a:xfrm>
              <a:off x="26621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C6D16909-CF22-84FC-FC5E-A0FBAC858CF4}"/>
                </a:ext>
              </a:extLst>
            </p:cNvPr>
            <p:cNvSpPr/>
            <p:nvPr/>
          </p:nvSpPr>
          <p:spPr>
            <a:xfrm>
              <a:off x="28145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753A8C2-662C-0641-D30F-BD7D9204BC67}"/>
              </a:ext>
            </a:extLst>
          </p:cNvPr>
          <p:cNvGrpSpPr/>
          <p:nvPr/>
        </p:nvGrpSpPr>
        <p:grpSpPr>
          <a:xfrm>
            <a:off x="3651662" y="5008683"/>
            <a:ext cx="425550" cy="829733"/>
            <a:chOff x="2966927" y="2528976"/>
            <a:chExt cx="425550" cy="513286"/>
          </a:xfrm>
          <a:noFill/>
        </p:grpSpPr>
        <p:sp>
          <p:nvSpPr>
            <p:cNvPr id="17" name="Rectangle 16">
              <a:extLst>
                <a:ext uri="{FF2B5EF4-FFF2-40B4-BE49-F238E27FC236}">
                  <a16:creationId xmlns:a16="http://schemas.microsoft.com/office/drawing/2014/main" id="{84F45351-E786-CB30-6C6A-EA6523C11BC6}"/>
                </a:ext>
              </a:extLst>
            </p:cNvPr>
            <p:cNvSpPr/>
            <p:nvPr/>
          </p:nvSpPr>
          <p:spPr>
            <a:xfrm>
              <a:off x="29669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64EEA5C-5C9D-BE3E-73D9-E9343B0F3007}"/>
                </a:ext>
              </a:extLst>
            </p:cNvPr>
            <p:cNvSpPr/>
            <p:nvPr/>
          </p:nvSpPr>
          <p:spPr>
            <a:xfrm>
              <a:off x="31193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E1A70887-B56E-6C75-8499-C87BCC90EEF4}"/>
                </a:ext>
              </a:extLst>
            </p:cNvPr>
            <p:cNvSpPr/>
            <p:nvPr/>
          </p:nvSpPr>
          <p:spPr>
            <a:xfrm>
              <a:off x="32927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E0808B44-A349-F005-71C9-F2CCC7A4D696}"/>
              </a:ext>
            </a:extLst>
          </p:cNvPr>
          <p:cNvGrpSpPr/>
          <p:nvPr/>
        </p:nvGrpSpPr>
        <p:grpSpPr>
          <a:xfrm>
            <a:off x="4129859" y="5096219"/>
            <a:ext cx="404553" cy="654661"/>
            <a:chOff x="3445124" y="2528976"/>
            <a:chExt cx="404553" cy="513285"/>
          </a:xfrm>
          <a:noFill/>
        </p:grpSpPr>
        <p:sp>
          <p:nvSpPr>
            <p:cNvPr id="21" name="Rectangle 20">
              <a:extLst>
                <a:ext uri="{FF2B5EF4-FFF2-40B4-BE49-F238E27FC236}">
                  <a16:creationId xmlns:a16="http://schemas.microsoft.com/office/drawing/2014/main" id="{FFAA159F-BF7D-3D42-9E00-56C10B091849}"/>
                </a:ext>
              </a:extLst>
            </p:cNvPr>
            <p:cNvSpPr/>
            <p:nvPr/>
          </p:nvSpPr>
          <p:spPr>
            <a:xfrm>
              <a:off x="34451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FD113915-0033-EA28-D0AA-938685124F54}"/>
                </a:ext>
              </a:extLst>
            </p:cNvPr>
            <p:cNvSpPr/>
            <p:nvPr/>
          </p:nvSpPr>
          <p:spPr>
            <a:xfrm>
              <a:off x="35975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4D313543-1FB7-A79F-72FB-BA7B3CE854B1}"/>
                </a:ext>
              </a:extLst>
            </p:cNvPr>
            <p:cNvSpPr/>
            <p:nvPr/>
          </p:nvSpPr>
          <p:spPr>
            <a:xfrm>
              <a:off x="37499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96ECEFC2-7C9E-33C6-B2E6-F87801517273}"/>
              </a:ext>
            </a:extLst>
          </p:cNvPr>
          <p:cNvSpPr/>
          <p:nvPr/>
        </p:nvSpPr>
        <p:spPr>
          <a:xfrm>
            <a:off x="55147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C41DAC3E-6B78-F990-3F35-55FE321D79A5}"/>
              </a:ext>
            </a:extLst>
          </p:cNvPr>
          <p:cNvSpPr/>
          <p:nvPr/>
        </p:nvSpPr>
        <p:spPr>
          <a:xfrm>
            <a:off x="56671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6EE750B0-8DBC-16F0-2251-CD86240C34BA}"/>
              </a:ext>
            </a:extLst>
          </p:cNvPr>
          <p:cNvSpPr/>
          <p:nvPr/>
        </p:nvSpPr>
        <p:spPr>
          <a:xfrm>
            <a:off x="58195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28" name="Group 27">
            <a:extLst>
              <a:ext uri="{FF2B5EF4-FFF2-40B4-BE49-F238E27FC236}">
                <a16:creationId xmlns:a16="http://schemas.microsoft.com/office/drawing/2014/main" id="{0FBD8A4E-D477-78BF-71E6-2D9E568DFB64}"/>
              </a:ext>
            </a:extLst>
          </p:cNvPr>
          <p:cNvGrpSpPr/>
          <p:nvPr/>
        </p:nvGrpSpPr>
        <p:grpSpPr>
          <a:xfrm>
            <a:off x="4587059" y="5166907"/>
            <a:ext cx="425550" cy="513285"/>
            <a:chOff x="3902324" y="2528976"/>
            <a:chExt cx="425550" cy="513285"/>
          </a:xfrm>
          <a:noFill/>
        </p:grpSpPr>
        <p:sp>
          <p:nvSpPr>
            <p:cNvPr id="29" name="Rectangle 28">
              <a:extLst>
                <a:ext uri="{FF2B5EF4-FFF2-40B4-BE49-F238E27FC236}">
                  <a16:creationId xmlns:a16="http://schemas.microsoft.com/office/drawing/2014/main" id="{613FF11A-0D18-E567-9BFC-98828D069A0A}"/>
                </a:ext>
              </a:extLst>
            </p:cNvPr>
            <p:cNvSpPr/>
            <p:nvPr/>
          </p:nvSpPr>
          <p:spPr>
            <a:xfrm>
              <a:off x="39023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5017953B-B848-E005-7BF5-26DE2A6E4B4E}"/>
                </a:ext>
              </a:extLst>
            </p:cNvPr>
            <p:cNvSpPr/>
            <p:nvPr/>
          </p:nvSpPr>
          <p:spPr>
            <a:xfrm>
              <a:off x="40757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0F28DAF9-3DA6-8E28-C7C9-11964E6B2E10}"/>
                </a:ext>
              </a:extLst>
            </p:cNvPr>
            <p:cNvSpPr/>
            <p:nvPr/>
          </p:nvSpPr>
          <p:spPr>
            <a:xfrm>
              <a:off x="42281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9CFA8CB6-6ABE-A4E8-3EEF-0E8896F3D77E}"/>
              </a:ext>
            </a:extLst>
          </p:cNvPr>
          <p:cNvGrpSpPr/>
          <p:nvPr/>
        </p:nvGrpSpPr>
        <p:grpSpPr>
          <a:xfrm>
            <a:off x="5065256" y="5227452"/>
            <a:ext cx="404553" cy="392194"/>
            <a:chOff x="4380521" y="2528976"/>
            <a:chExt cx="404553" cy="513285"/>
          </a:xfrm>
          <a:noFill/>
        </p:grpSpPr>
        <p:sp>
          <p:nvSpPr>
            <p:cNvPr id="33" name="Rectangle 32">
              <a:extLst>
                <a:ext uri="{FF2B5EF4-FFF2-40B4-BE49-F238E27FC236}">
                  <a16:creationId xmlns:a16="http://schemas.microsoft.com/office/drawing/2014/main" id="{0EDEA3FA-D27D-2EFF-0772-D02577FE3CEC}"/>
                </a:ext>
              </a:extLst>
            </p:cNvPr>
            <p:cNvSpPr/>
            <p:nvPr/>
          </p:nvSpPr>
          <p:spPr>
            <a:xfrm>
              <a:off x="43805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2FE2A427-3B16-431B-7528-124A5F6CA0B0}"/>
                </a:ext>
              </a:extLst>
            </p:cNvPr>
            <p:cNvSpPr/>
            <p:nvPr/>
          </p:nvSpPr>
          <p:spPr>
            <a:xfrm>
              <a:off x="45329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BEAED51A-EDE9-B54D-7C66-83B0D3D19E84}"/>
                </a:ext>
              </a:extLst>
            </p:cNvPr>
            <p:cNvSpPr/>
            <p:nvPr/>
          </p:nvSpPr>
          <p:spPr>
            <a:xfrm>
              <a:off x="46853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DAE6670-621B-D88A-5A66-FC2114BEDCA6}"/>
              </a:ext>
            </a:extLst>
          </p:cNvPr>
          <p:cNvSpPr/>
          <p:nvPr/>
        </p:nvSpPr>
        <p:spPr>
          <a:xfrm>
            <a:off x="8381082" y="4860515"/>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BD7B9FBB-9B6E-A449-3B0C-4D9CAE63F029}"/>
              </a:ext>
            </a:extLst>
          </p:cNvPr>
          <p:cNvSpPr/>
          <p:nvPr/>
        </p:nvSpPr>
        <p:spPr>
          <a:xfrm>
            <a:off x="8533482" y="4860515"/>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73BE7C4F-07E5-E063-1404-90B6019D8C65}"/>
              </a:ext>
            </a:extLst>
          </p:cNvPr>
          <p:cNvCxnSpPr>
            <a:cxnSpLocks/>
            <a:stCxn id="27" idx="3"/>
            <a:endCxn id="51" idx="1"/>
          </p:cNvCxnSpPr>
          <p:nvPr/>
        </p:nvCxnSpPr>
        <p:spPr>
          <a:xfrm flipV="1">
            <a:off x="5919313" y="5423547"/>
            <a:ext cx="2208376"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8C88C259-D78F-A3B5-B977-19A8BB1D7548}"/>
              </a:ext>
            </a:extLst>
          </p:cNvPr>
          <p:cNvCxnSpPr/>
          <p:nvPr/>
        </p:nvCxnSpPr>
        <p:spPr>
          <a:xfrm flipV="1">
            <a:off x="8854618" y="5426714"/>
            <a:ext cx="1107100"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DF08745F-CAB9-3793-0817-71C7CBF07FB5}"/>
              </a:ext>
            </a:extLst>
          </p:cNvPr>
          <p:cNvCxnSpPr>
            <a:cxnSpLocks/>
          </p:cNvCxnSpPr>
          <p:nvPr/>
        </p:nvCxnSpPr>
        <p:spPr>
          <a:xfrm>
            <a:off x="1460140" y="5426716"/>
            <a:ext cx="17390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4FAD53F-E1E7-7A51-E65A-22BCA84869E1}"/>
              </a:ext>
            </a:extLst>
          </p:cNvPr>
          <p:cNvSpPr txBox="1"/>
          <p:nvPr/>
        </p:nvSpPr>
        <p:spPr>
          <a:xfrm>
            <a:off x="3650782" y="6124411"/>
            <a:ext cx="1180131" cy="369332"/>
          </a:xfrm>
          <a:prstGeom prst="rect">
            <a:avLst/>
          </a:prstGeom>
          <a:noFill/>
        </p:spPr>
        <p:txBody>
          <a:bodyPr wrap="none" rtlCol="0">
            <a:spAutoFit/>
          </a:bodyPr>
          <a:lstStyle/>
          <a:p>
            <a:r>
              <a:rPr lang="en-US" dirty="0"/>
              <a:t>IE100 CNN</a:t>
            </a:r>
          </a:p>
        </p:txBody>
      </p:sp>
      <p:sp>
        <p:nvSpPr>
          <p:cNvPr id="48" name="TextBox 47">
            <a:extLst>
              <a:ext uri="{FF2B5EF4-FFF2-40B4-BE49-F238E27FC236}">
                <a16:creationId xmlns:a16="http://schemas.microsoft.com/office/drawing/2014/main" id="{D5173D4F-EC96-D4AB-9DDA-79E0BDC6862B}"/>
              </a:ext>
            </a:extLst>
          </p:cNvPr>
          <p:cNvSpPr txBox="1"/>
          <p:nvPr/>
        </p:nvSpPr>
        <p:spPr>
          <a:xfrm>
            <a:off x="7983009" y="6083430"/>
            <a:ext cx="3484031" cy="646331"/>
          </a:xfrm>
          <a:prstGeom prst="rect">
            <a:avLst/>
          </a:prstGeom>
          <a:noFill/>
        </p:spPr>
        <p:txBody>
          <a:bodyPr wrap="none" rtlCol="0">
            <a:spAutoFit/>
          </a:bodyPr>
          <a:lstStyle/>
          <a:p>
            <a:r>
              <a:rPr lang="en-US" dirty="0"/>
              <a:t>1x1 conv, 2x1000 dense, 224 dense</a:t>
            </a:r>
          </a:p>
          <a:p>
            <a:r>
              <a:rPr lang="en-US" dirty="0"/>
              <a:t>binary </a:t>
            </a:r>
            <a:r>
              <a:rPr lang="en-US" dirty="0" err="1"/>
              <a:t>crossentropy</a:t>
            </a:r>
            <a:r>
              <a:rPr lang="en-US" dirty="0"/>
              <a:t> loss</a:t>
            </a:r>
          </a:p>
        </p:txBody>
      </p:sp>
      <p:sp>
        <p:nvSpPr>
          <p:cNvPr id="49" name="Rectangle 48">
            <a:extLst>
              <a:ext uri="{FF2B5EF4-FFF2-40B4-BE49-F238E27FC236}">
                <a16:creationId xmlns:a16="http://schemas.microsoft.com/office/drawing/2014/main" id="{9A7FD5D0-F070-D8FA-1851-AB2223F8ECE2}"/>
              </a:ext>
            </a:extLst>
          </p:cNvPr>
          <p:cNvSpPr/>
          <p:nvPr/>
        </p:nvSpPr>
        <p:spPr>
          <a:xfrm>
            <a:off x="8754865" y="5306825"/>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7F6C9375-686B-2EA5-BB76-DDF1BE2F1520}"/>
              </a:ext>
            </a:extLst>
          </p:cNvPr>
          <p:cNvSpPr/>
          <p:nvPr/>
        </p:nvSpPr>
        <p:spPr>
          <a:xfrm>
            <a:off x="8127689" y="4860514"/>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0688041-3601-541D-466C-D6214F617FD5}"/>
              </a:ext>
            </a:extLst>
          </p:cNvPr>
          <p:cNvCxnSpPr>
            <a:stCxn id="51" idx="3"/>
            <a:endCxn id="38" idx="1"/>
          </p:cNvCxnSpPr>
          <p:nvPr/>
        </p:nvCxnSpPr>
        <p:spPr>
          <a:xfrm>
            <a:off x="8227442" y="5423547"/>
            <a:ext cx="153640" cy="1"/>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E158F8E-2006-4DAF-8437-7AA936154BC9}"/>
              </a:ext>
            </a:extLst>
          </p:cNvPr>
          <p:cNvCxnSpPr>
            <a:cxnSpLocks/>
            <a:stCxn id="49" idx="1"/>
          </p:cNvCxnSpPr>
          <p:nvPr/>
        </p:nvCxnSpPr>
        <p:spPr>
          <a:xfrm flipH="1">
            <a:off x="8635271" y="5418256"/>
            <a:ext cx="119594" cy="5292"/>
          </a:xfrm>
          <a:prstGeom prst="line">
            <a:avLst/>
          </a:prstGeom>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35542F1A-6C02-C7B2-F31B-BC8C9E53A847}"/>
              </a:ext>
            </a:extLst>
          </p:cNvPr>
          <p:cNvSpPr txBox="1"/>
          <p:nvPr/>
        </p:nvSpPr>
        <p:spPr>
          <a:xfrm>
            <a:off x="1688727" y="5063080"/>
            <a:ext cx="1494320" cy="369332"/>
          </a:xfrm>
          <a:prstGeom prst="rect">
            <a:avLst/>
          </a:prstGeom>
          <a:noFill/>
        </p:spPr>
        <p:txBody>
          <a:bodyPr wrap="none" rtlCol="0">
            <a:spAutoFit/>
          </a:bodyPr>
          <a:lstStyle/>
          <a:p>
            <a:r>
              <a:rPr lang="en-US" dirty="0"/>
              <a:t>[1400,1600,3]</a:t>
            </a:r>
          </a:p>
        </p:txBody>
      </p:sp>
      <p:sp>
        <p:nvSpPr>
          <p:cNvPr id="60" name="TextBox 59">
            <a:extLst>
              <a:ext uri="{FF2B5EF4-FFF2-40B4-BE49-F238E27FC236}">
                <a16:creationId xmlns:a16="http://schemas.microsoft.com/office/drawing/2014/main" id="{3624EFFD-B6D8-37CF-67C8-9171069CF95E}"/>
              </a:ext>
            </a:extLst>
          </p:cNvPr>
          <p:cNvSpPr txBox="1"/>
          <p:nvPr/>
        </p:nvSpPr>
        <p:spPr>
          <a:xfrm>
            <a:off x="5923456" y="5063080"/>
            <a:ext cx="1260281" cy="369332"/>
          </a:xfrm>
          <a:prstGeom prst="rect">
            <a:avLst/>
          </a:prstGeom>
          <a:noFill/>
        </p:spPr>
        <p:txBody>
          <a:bodyPr wrap="none" rtlCol="0">
            <a:spAutoFit/>
          </a:bodyPr>
          <a:lstStyle/>
          <a:p>
            <a:r>
              <a:rPr lang="en-US" dirty="0"/>
              <a:t>[14,18,512]</a:t>
            </a:r>
          </a:p>
        </p:txBody>
      </p:sp>
      <p:sp>
        <p:nvSpPr>
          <p:cNvPr id="61" name="TextBox 60">
            <a:extLst>
              <a:ext uri="{FF2B5EF4-FFF2-40B4-BE49-F238E27FC236}">
                <a16:creationId xmlns:a16="http://schemas.microsoft.com/office/drawing/2014/main" id="{49F1E84A-76DD-B5D7-55C5-A352786AE120}"/>
              </a:ext>
            </a:extLst>
          </p:cNvPr>
          <p:cNvSpPr txBox="1"/>
          <p:nvPr/>
        </p:nvSpPr>
        <p:spPr>
          <a:xfrm>
            <a:off x="8867454" y="5063080"/>
            <a:ext cx="676788" cy="369332"/>
          </a:xfrm>
          <a:prstGeom prst="rect">
            <a:avLst/>
          </a:prstGeom>
          <a:noFill/>
        </p:spPr>
        <p:txBody>
          <a:bodyPr wrap="none" rtlCol="0">
            <a:spAutoFit/>
          </a:bodyPr>
          <a:lstStyle/>
          <a:p>
            <a:r>
              <a:rPr lang="en-US" dirty="0"/>
              <a:t>[224]</a:t>
            </a:r>
          </a:p>
        </p:txBody>
      </p:sp>
      <p:sp>
        <p:nvSpPr>
          <p:cNvPr id="63" name="TextBox 62">
            <a:extLst>
              <a:ext uri="{FF2B5EF4-FFF2-40B4-BE49-F238E27FC236}">
                <a16:creationId xmlns:a16="http://schemas.microsoft.com/office/drawing/2014/main" id="{6E3B3C4F-AE2A-713B-2678-20240CCB802A}"/>
              </a:ext>
            </a:extLst>
          </p:cNvPr>
          <p:cNvSpPr txBox="1"/>
          <p:nvPr/>
        </p:nvSpPr>
        <p:spPr>
          <a:xfrm>
            <a:off x="1916783" y="4017064"/>
            <a:ext cx="2379947" cy="369332"/>
          </a:xfrm>
          <a:prstGeom prst="rect">
            <a:avLst/>
          </a:prstGeom>
          <a:noFill/>
        </p:spPr>
        <p:txBody>
          <a:bodyPr wrap="none" rtlCol="0">
            <a:spAutoFit/>
          </a:bodyPr>
          <a:lstStyle/>
          <a:p>
            <a:r>
              <a:rPr lang="en-US" dirty="0"/>
              <a:t>1600x1400 RGB images</a:t>
            </a:r>
          </a:p>
        </p:txBody>
      </p:sp>
      <p:sp>
        <p:nvSpPr>
          <p:cNvPr id="72" name="Arrow: Right 71">
            <a:extLst>
              <a:ext uri="{FF2B5EF4-FFF2-40B4-BE49-F238E27FC236}">
                <a16:creationId xmlns:a16="http://schemas.microsoft.com/office/drawing/2014/main" id="{65B3EE3C-26DF-FF62-0F8C-7D5985509D19}"/>
              </a:ext>
            </a:extLst>
          </p:cNvPr>
          <p:cNvSpPr/>
          <p:nvPr/>
        </p:nvSpPr>
        <p:spPr>
          <a:xfrm>
            <a:off x="5923456" y="1897145"/>
            <a:ext cx="1260281" cy="76834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9DE1F51A-804E-2575-052F-D6CD6C918DC7}"/>
              </a:ext>
            </a:extLst>
          </p:cNvPr>
          <p:cNvSpPr txBox="1"/>
          <p:nvPr/>
        </p:nvSpPr>
        <p:spPr>
          <a:xfrm>
            <a:off x="10005459" y="5231991"/>
            <a:ext cx="1352743" cy="369332"/>
          </a:xfrm>
          <a:prstGeom prst="rect">
            <a:avLst/>
          </a:prstGeom>
          <a:noFill/>
        </p:spPr>
        <p:txBody>
          <a:bodyPr wrap="none" rtlCol="0">
            <a:spAutoFit/>
          </a:bodyPr>
          <a:lstStyle/>
          <a:p>
            <a:r>
              <a:rPr lang="en-US" dirty="0"/>
              <a:t>probabilities</a:t>
            </a:r>
          </a:p>
        </p:txBody>
      </p:sp>
      <p:sp>
        <p:nvSpPr>
          <p:cNvPr id="76" name="TextBox 75">
            <a:extLst>
              <a:ext uri="{FF2B5EF4-FFF2-40B4-BE49-F238E27FC236}">
                <a16:creationId xmlns:a16="http://schemas.microsoft.com/office/drawing/2014/main" id="{AB4C93E6-08D2-71AA-69BF-45C4F5A9D165}"/>
              </a:ext>
            </a:extLst>
          </p:cNvPr>
          <p:cNvSpPr txBox="1"/>
          <p:nvPr/>
        </p:nvSpPr>
        <p:spPr>
          <a:xfrm>
            <a:off x="692420" y="5227452"/>
            <a:ext cx="710772" cy="369332"/>
          </a:xfrm>
          <a:prstGeom prst="rect">
            <a:avLst/>
          </a:prstGeom>
          <a:noFill/>
        </p:spPr>
        <p:txBody>
          <a:bodyPr wrap="none" rtlCol="0">
            <a:spAutoFit/>
          </a:bodyPr>
          <a:lstStyle/>
          <a:p>
            <a:r>
              <a:rPr lang="en-US" dirty="0"/>
              <a:t>pixels</a:t>
            </a:r>
          </a:p>
        </p:txBody>
      </p:sp>
      <p:sp>
        <p:nvSpPr>
          <p:cNvPr id="77" name="TextBox 76">
            <a:extLst>
              <a:ext uri="{FF2B5EF4-FFF2-40B4-BE49-F238E27FC236}">
                <a16:creationId xmlns:a16="http://schemas.microsoft.com/office/drawing/2014/main" id="{3DA30B9A-A53B-C400-3153-8439E08A1A09}"/>
              </a:ext>
            </a:extLst>
          </p:cNvPr>
          <p:cNvSpPr txBox="1"/>
          <p:nvPr/>
        </p:nvSpPr>
        <p:spPr>
          <a:xfrm>
            <a:off x="9583253" y="142322"/>
            <a:ext cx="2419317" cy="369332"/>
          </a:xfrm>
          <a:prstGeom prst="rect">
            <a:avLst/>
          </a:prstGeom>
          <a:noFill/>
        </p:spPr>
        <p:txBody>
          <a:bodyPr wrap="none" rtlCol="0">
            <a:spAutoFit/>
          </a:bodyPr>
          <a:lstStyle/>
          <a:p>
            <a:r>
              <a:rPr lang="en-US" dirty="0"/>
              <a:t>Receptive field unit test</a:t>
            </a:r>
          </a:p>
        </p:txBody>
      </p:sp>
      <p:pic>
        <p:nvPicPr>
          <p:cNvPr id="5" name="Picture 4">
            <a:extLst>
              <a:ext uri="{FF2B5EF4-FFF2-40B4-BE49-F238E27FC236}">
                <a16:creationId xmlns:a16="http://schemas.microsoft.com/office/drawing/2014/main" id="{342F8988-5B34-1CEA-0840-9B3E7917CD47}"/>
              </a:ext>
            </a:extLst>
          </p:cNvPr>
          <p:cNvPicPr>
            <a:picLocks noChangeAspect="1"/>
          </p:cNvPicPr>
          <p:nvPr/>
        </p:nvPicPr>
        <p:blipFill>
          <a:blip r:embed="rId2"/>
          <a:stretch>
            <a:fillRect/>
          </a:stretch>
        </p:blipFill>
        <p:spPr>
          <a:xfrm>
            <a:off x="1403192" y="734849"/>
            <a:ext cx="3548502" cy="3212654"/>
          </a:xfrm>
          <a:prstGeom prst="rect">
            <a:avLst/>
          </a:prstGeom>
        </p:spPr>
      </p:pic>
      <p:sp>
        <p:nvSpPr>
          <p:cNvPr id="6" name="Left Brace 5">
            <a:extLst>
              <a:ext uri="{FF2B5EF4-FFF2-40B4-BE49-F238E27FC236}">
                <a16:creationId xmlns:a16="http://schemas.microsoft.com/office/drawing/2014/main" id="{6DC390AC-753A-808C-9531-B8E313C0A259}"/>
              </a:ext>
            </a:extLst>
          </p:cNvPr>
          <p:cNvSpPr/>
          <p:nvPr/>
        </p:nvSpPr>
        <p:spPr>
          <a:xfrm>
            <a:off x="956795" y="732750"/>
            <a:ext cx="228538" cy="321265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703BED78-4785-843F-51DF-55F358186599}"/>
              </a:ext>
            </a:extLst>
          </p:cNvPr>
          <p:cNvSpPr txBox="1"/>
          <p:nvPr/>
        </p:nvSpPr>
        <p:spPr>
          <a:xfrm>
            <a:off x="53172" y="2139666"/>
            <a:ext cx="921791" cy="369332"/>
          </a:xfrm>
          <a:prstGeom prst="rect">
            <a:avLst/>
          </a:prstGeom>
          <a:noFill/>
        </p:spPr>
        <p:txBody>
          <a:bodyPr wrap="none" rtlCol="0">
            <a:spAutoFit/>
          </a:bodyPr>
          <a:lstStyle/>
          <a:p>
            <a:r>
              <a:rPr lang="en-US" dirty="0"/>
              <a:t>14 rows</a:t>
            </a:r>
          </a:p>
        </p:txBody>
      </p:sp>
      <p:sp>
        <p:nvSpPr>
          <p:cNvPr id="8" name="Left Brace 7">
            <a:extLst>
              <a:ext uri="{FF2B5EF4-FFF2-40B4-BE49-F238E27FC236}">
                <a16:creationId xmlns:a16="http://schemas.microsoft.com/office/drawing/2014/main" id="{1418DEF7-3944-52C4-5951-8A30927D06A7}"/>
              </a:ext>
            </a:extLst>
          </p:cNvPr>
          <p:cNvSpPr/>
          <p:nvPr/>
        </p:nvSpPr>
        <p:spPr>
          <a:xfrm rot="5400000" flipV="1">
            <a:off x="3044205" y="-1353518"/>
            <a:ext cx="249949" cy="352741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987572A5-CFFF-D6C8-452E-9611CB28C70C}"/>
              </a:ext>
            </a:extLst>
          </p:cNvPr>
          <p:cNvSpPr txBox="1"/>
          <p:nvPr/>
        </p:nvSpPr>
        <p:spPr>
          <a:xfrm>
            <a:off x="2515830" y="-967"/>
            <a:ext cx="1259960" cy="369332"/>
          </a:xfrm>
          <a:prstGeom prst="rect">
            <a:avLst/>
          </a:prstGeom>
          <a:noFill/>
        </p:spPr>
        <p:txBody>
          <a:bodyPr wrap="none" rtlCol="0">
            <a:spAutoFit/>
          </a:bodyPr>
          <a:lstStyle/>
          <a:p>
            <a:r>
              <a:rPr lang="en-US" dirty="0"/>
              <a:t>16 columns</a:t>
            </a:r>
          </a:p>
        </p:txBody>
      </p:sp>
    </p:spTree>
    <p:extLst>
      <p:ext uri="{BB962C8B-B14F-4D97-AF65-F5344CB8AC3E}">
        <p14:creationId xmlns:p14="http://schemas.microsoft.com/office/powerpoint/2010/main" val="3243269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46B6E5-AE33-9736-97CA-66342BECA746}"/>
              </a:ext>
            </a:extLst>
          </p:cNvPr>
          <p:cNvSpPr txBox="1"/>
          <p:nvPr/>
        </p:nvSpPr>
        <p:spPr>
          <a:xfrm>
            <a:off x="84667" y="93134"/>
            <a:ext cx="4866269" cy="369332"/>
          </a:xfrm>
          <a:prstGeom prst="rect">
            <a:avLst/>
          </a:prstGeom>
          <a:noFill/>
        </p:spPr>
        <p:txBody>
          <a:bodyPr wrap="none" rtlCol="0">
            <a:spAutoFit/>
          </a:bodyPr>
          <a:lstStyle/>
          <a:p>
            <a:r>
              <a:rPr lang="en-US" dirty="0"/>
              <a:t>thumbnail gallery of 1600x1400 RGB input images</a:t>
            </a:r>
          </a:p>
        </p:txBody>
      </p:sp>
      <p:pic>
        <p:nvPicPr>
          <p:cNvPr id="10" name="Picture 9" descr="A collage of multiple squares&#10;&#10;Description automatically generated">
            <a:extLst>
              <a:ext uri="{FF2B5EF4-FFF2-40B4-BE49-F238E27FC236}">
                <a16:creationId xmlns:a16="http://schemas.microsoft.com/office/drawing/2014/main" id="{28B51897-D2D4-E975-05E6-A8453A812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3132"/>
            <a:ext cx="12192000" cy="6414868"/>
          </a:xfrm>
          <a:prstGeom prst="rect">
            <a:avLst/>
          </a:prstGeom>
        </p:spPr>
      </p:pic>
      <p:pic>
        <p:nvPicPr>
          <p:cNvPr id="2" name="Picture 1">
            <a:extLst>
              <a:ext uri="{FF2B5EF4-FFF2-40B4-BE49-F238E27FC236}">
                <a16:creationId xmlns:a16="http://schemas.microsoft.com/office/drawing/2014/main" id="{E9FD7EE8-237D-24E1-509C-3BE105623D81}"/>
              </a:ext>
            </a:extLst>
          </p:cNvPr>
          <p:cNvPicPr>
            <a:picLocks noChangeAspect="1"/>
          </p:cNvPicPr>
          <p:nvPr/>
        </p:nvPicPr>
        <p:blipFill>
          <a:blip r:embed="rId3"/>
          <a:stretch>
            <a:fillRect/>
          </a:stretch>
        </p:blipFill>
        <p:spPr>
          <a:xfrm>
            <a:off x="0" y="443132"/>
            <a:ext cx="12192000" cy="6414868"/>
          </a:xfrm>
          <a:prstGeom prst="rect">
            <a:avLst/>
          </a:prstGeom>
        </p:spPr>
      </p:pic>
    </p:spTree>
    <p:extLst>
      <p:ext uri="{BB962C8B-B14F-4D97-AF65-F5344CB8AC3E}">
        <p14:creationId xmlns:p14="http://schemas.microsoft.com/office/powerpoint/2010/main" val="3617763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81B4A-F732-984B-C5FE-42D6F8F9C867}"/>
              </a:ext>
            </a:extLst>
          </p:cNvPr>
          <p:cNvSpPr>
            <a:spLocks noGrp="1"/>
          </p:cNvSpPr>
          <p:nvPr>
            <p:ph type="title"/>
          </p:nvPr>
        </p:nvSpPr>
        <p:spPr/>
        <p:txBody>
          <a:bodyPr/>
          <a:lstStyle/>
          <a:p>
            <a:r>
              <a:rPr lang="en-US" dirty="0"/>
              <a:t>Product Planning</a:t>
            </a:r>
          </a:p>
        </p:txBody>
      </p:sp>
      <p:graphicFrame>
        <p:nvGraphicFramePr>
          <p:cNvPr id="3" name="Table 2">
            <a:extLst>
              <a:ext uri="{FF2B5EF4-FFF2-40B4-BE49-F238E27FC236}">
                <a16:creationId xmlns:a16="http://schemas.microsoft.com/office/drawing/2014/main" id="{A1C111B1-0BBF-73CE-1385-1BE3A391403A}"/>
              </a:ext>
            </a:extLst>
          </p:cNvPr>
          <p:cNvGraphicFramePr>
            <a:graphicFrameLocks noGrp="1"/>
          </p:cNvGraphicFramePr>
          <p:nvPr>
            <p:extLst>
              <p:ext uri="{D42A27DB-BD31-4B8C-83A1-F6EECF244321}">
                <p14:modId xmlns:p14="http://schemas.microsoft.com/office/powerpoint/2010/main" val="1170018868"/>
              </p:ext>
            </p:extLst>
          </p:nvPr>
        </p:nvGraphicFramePr>
        <p:xfrm>
          <a:off x="838200" y="1540932"/>
          <a:ext cx="10515600" cy="202692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3278635289"/>
                    </a:ext>
                  </a:extLst>
                </a:gridCol>
                <a:gridCol w="4655345">
                  <a:extLst>
                    <a:ext uri="{9D8B030D-6E8A-4147-A177-3AD203B41FA5}">
                      <a16:colId xmlns:a16="http://schemas.microsoft.com/office/drawing/2014/main" val="2766243056"/>
                    </a:ext>
                  </a:extLst>
                </a:gridCol>
                <a:gridCol w="2355055">
                  <a:extLst>
                    <a:ext uri="{9D8B030D-6E8A-4147-A177-3AD203B41FA5}">
                      <a16:colId xmlns:a16="http://schemas.microsoft.com/office/drawing/2014/main" val="657990752"/>
                    </a:ext>
                  </a:extLst>
                </a:gridCol>
              </a:tblGrid>
              <a:tr h="370840">
                <a:tc>
                  <a:txBody>
                    <a:bodyPr/>
                    <a:lstStyle/>
                    <a:p>
                      <a:r>
                        <a:rPr lang="en-US" dirty="0"/>
                        <a:t>Milestone</a:t>
                      </a:r>
                    </a:p>
                  </a:txBody>
                  <a:tcPr/>
                </a:tc>
                <a:tc>
                  <a:txBody>
                    <a:bodyPr/>
                    <a:lstStyle/>
                    <a:p>
                      <a:r>
                        <a:rPr lang="en-US" dirty="0"/>
                        <a:t>Dependencies</a:t>
                      </a:r>
                    </a:p>
                  </a:txBody>
                  <a:tcPr/>
                </a:tc>
                <a:tc>
                  <a:txBody>
                    <a:bodyPr/>
                    <a:lstStyle/>
                    <a:p>
                      <a:r>
                        <a:rPr lang="en-US" dirty="0"/>
                        <a:t>Status</a:t>
                      </a:r>
                    </a:p>
                  </a:txBody>
                  <a:tcPr/>
                </a:tc>
                <a:extLst>
                  <a:ext uri="{0D108BD9-81ED-4DB2-BD59-A6C34878D82A}">
                    <a16:rowId xmlns:a16="http://schemas.microsoft.com/office/drawing/2014/main" val="759049646"/>
                  </a:ext>
                </a:extLst>
              </a:tr>
              <a:tr h="370840">
                <a:tc>
                  <a:txBody>
                    <a:bodyPr/>
                    <a:lstStyle/>
                    <a:p>
                      <a:r>
                        <a:rPr lang="en-US" dirty="0"/>
                        <a:t>Concept Commit</a:t>
                      </a:r>
                    </a:p>
                  </a:txBody>
                  <a:tcPr/>
                </a:tc>
                <a:tc>
                  <a:txBody>
                    <a:bodyPr/>
                    <a:lstStyle/>
                    <a:p>
                      <a:r>
                        <a:rPr lang="en-US" dirty="0"/>
                        <a:t>PRD/datasheet</a:t>
                      </a:r>
                      <a:br>
                        <a:rPr lang="en-US" dirty="0"/>
                      </a:br>
                      <a:r>
                        <a:rPr lang="en-US" dirty="0"/>
                        <a:t>die size/power estimate</a:t>
                      </a:r>
                      <a:br>
                        <a:rPr lang="en-US" dirty="0"/>
                      </a:br>
                      <a:r>
                        <a:rPr lang="en-US" dirty="0"/>
                        <a:t>preliminary budget/schedule</a:t>
                      </a:r>
                    </a:p>
                  </a:txBody>
                  <a:tcPr/>
                </a:tc>
                <a:tc>
                  <a:txBody>
                    <a:bodyPr/>
                    <a:lstStyle/>
                    <a:p>
                      <a:r>
                        <a:rPr lang="en-US" dirty="0"/>
                        <a:t>needed for joint development proposal</a:t>
                      </a:r>
                    </a:p>
                  </a:txBody>
                  <a:tcPr/>
                </a:tc>
                <a:extLst>
                  <a:ext uri="{0D108BD9-81ED-4DB2-BD59-A6C34878D82A}">
                    <a16:rowId xmlns:a16="http://schemas.microsoft.com/office/drawing/2014/main" val="1237036835"/>
                  </a:ext>
                </a:extLst>
              </a:tr>
              <a:tr h="370840">
                <a:tc>
                  <a:txBody>
                    <a:bodyPr/>
                    <a:lstStyle/>
                    <a:p>
                      <a:r>
                        <a:rPr lang="en-US" dirty="0"/>
                        <a:t>Execution Commit</a:t>
                      </a:r>
                    </a:p>
                  </a:txBody>
                  <a:tcPr/>
                </a:tc>
                <a:tc>
                  <a:txBody>
                    <a:bodyPr/>
                    <a:lstStyle/>
                    <a:p>
                      <a:r>
                        <a:rPr lang="en-US" dirty="0"/>
                        <a:t>complete program plan to FCS</a:t>
                      </a:r>
                    </a:p>
                  </a:txBody>
                  <a:tcPr/>
                </a:tc>
                <a:tc>
                  <a:txBody>
                    <a:bodyPr/>
                    <a:lstStyle/>
                    <a:p>
                      <a:endParaRPr lang="en-US" dirty="0"/>
                    </a:p>
                  </a:txBody>
                  <a:tcPr/>
                </a:tc>
                <a:extLst>
                  <a:ext uri="{0D108BD9-81ED-4DB2-BD59-A6C34878D82A}">
                    <a16:rowId xmlns:a16="http://schemas.microsoft.com/office/drawing/2014/main" val="3372917164"/>
                  </a:ext>
                </a:extLst>
              </a:tr>
              <a:tr h="370840">
                <a:tc>
                  <a:txBody>
                    <a:bodyPr/>
                    <a:lstStyle/>
                    <a:p>
                      <a:r>
                        <a:rPr lang="en-US" dirty="0"/>
                        <a:t>FCS</a:t>
                      </a:r>
                    </a:p>
                  </a:txBody>
                  <a:tcPr/>
                </a:tc>
                <a:tc>
                  <a:txBody>
                    <a:bodyPr/>
                    <a:lstStyle/>
                    <a:p>
                      <a:r>
                        <a:rPr lang="en-US" dirty="0"/>
                        <a:t>standard SoC development process</a:t>
                      </a:r>
                    </a:p>
                  </a:txBody>
                  <a:tcPr/>
                </a:tc>
                <a:tc>
                  <a:txBody>
                    <a:bodyPr/>
                    <a:lstStyle/>
                    <a:p>
                      <a:endParaRPr lang="en-US" dirty="0"/>
                    </a:p>
                  </a:txBody>
                  <a:tcPr/>
                </a:tc>
                <a:extLst>
                  <a:ext uri="{0D108BD9-81ED-4DB2-BD59-A6C34878D82A}">
                    <a16:rowId xmlns:a16="http://schemas.microsoft.com/office/drawing/2014/main" val="4283467276"/>
                  </a:ext>
                </a:extLst>
              </a:tr>
            </a:tbl>
          </a:graphicData>
        </a:graphic>
      </p:graphicFrame>
      <p:graphicFrame>
        <p:nvGraphicFramePr>
          <p:cNvPr id="4" name="Table 3">
            <a:extLst>
              <a:ext uri="{FF2B5EF4-FFF2-40B4-BE49-F238E27FC236}">
                <a16:creationId xmlns:a16="http://schemas.microsoft.com/office/drawing/2014/main" id="{740526ED-71AA-0682-698C-81F7F554E161}"/>
              </a:ext>
            </a:extLst>
          </p:cNvPr>
          <p:cNvGraphicFramePr>
            <a:graphicFrameLocks noGrp="1"/>
          </p:cNvGraphicFramePr>
          <p:nvPr/>
        </p:nvGraphicFramePr>
        <p:xfrm>
          <a:off x="838200" y="3801531"/>
          <a:ext cx="10515600" cy="2768600"/>
        </p:xfrm>
        <a:graphic>
          <a:graphicData uri="http://schemas.openxmlformats.org/drawingml/2006/table">
            <a:tbl>
              <a:tblPr firstRow="1" bandRow="1">
                <a:tableStyleId>{073A0DAA-6AF3-43AB-8588-CEC1D06C72B9}</a:tableStyleId>
              </a:tblPr>
              <a:tblGrid>
                <a:gridCol w="6849533">
                  <a:extLst>
                    <a:ext uri="{9D8B030D-6E8A-4147-A177-3AD203B41FA5}">
                      <a16:colId xmlns:a16="http://schemas.microsoft.com/office/drawing/2014/main" val="3278635289"/>
                    </a:ext>
                  </a:extLst>
                </a:gridCol>
                <a:gridCol w="1311012">
                  <a:extLst>
                    <a:ext uri="{9D8B030D-6E8A-4147-A177-3AD203B41FA5}">
                      <a16:colId xmlns:a16="http://schemas.microsoft.com/office/drawing/2014/main" val="2766243056"/>
                    </a:ext>
                  </a:extLst>
                </a:gridCol>
                <a:gridCol w="2355055">
                  <a:extLst>
                    <a:ext uri="{9D8B030D-6E8A-4147-A177-3AD203B41FA5}">
                      <a16:colId xmlns:a16="http://schemas.microsoft.com/office/drawing/2014/main" val="657990752"/>
                    </a:ext>
                  </a:extLst>
                </a:gridCol>
              </a:tblGrid>
              <a:tr h="370840">
                <a:tc>
                  <a:txBody>
                    <a:bodyPr/>
                    <a:lstStyle/>
                    <a:p>
                      <a:r>
                        <a:rPr lang="en-US" dirty="0"/>
                        <a:t>PRD Feature</a:t>
                      </a:r>
                    </a:p>
                  </a:txBody>
                  <a:tcPr/>
                </a:tc>
                <a:tc>
                  <a:txBody>
                    <a:bodyPr/>
                    <a:lstStyle/>
                    <a:p>
                      <a:r>
                        <a:rPr lang="en-US" dirty="0"/>
                        <a:t>Priority</a:t>
                      </a:r>
                    </a:p>
                  </a:txBody>
                  <a:tcPr/>
                </a:tc>
                <a:tc>
                  <a:txBody>
                    <a:bodyPr/>
                    <a:lstStyle/>
                    <a:p>
                      <a:r>
                        <a:rPr lang="en-US" dirty="0"/>
                        <a:t>Schedule</a:t>
                      </a:r>
                    </a:p>
                  </a:txBody>
                  <a:tcPr/>
                </a:tc>
                <a:extLst>
                  <a:ext uri="{0D108BD9-81ED-4DB2-BD59-A6C34878D82A}">
                    <a16:rowId xmlns:a16="http://schemas.microsoft.com/office/drawing/2014/main" val="759049646"/>
                  </a:ext>
                </a:extLst>
              </a:tr>
              <a:tr h="370840">
                <a:tc>
                  <a:txBody>
                    <a:bodyPr/>
                    <a:lstStyle/>
                    <a:p>
                      <a:r>
                        <a:rPr lang="en-US" dirty="0"/>
                        <a:t>MIPI CSI-2, DPHY RX, 1C 2D, 1.5GHz</a:t>
                      </a:r>
                    </a:p>
                  </a:txBody>
                  <a:tcPr/>
                </a:tc>
                <a:tc>
                  <a:txBody>
                    <a:bodyPr/>
                    <a:lstStyle/>
                    <a:p>
                      <a:r>
                        <a:rPr lang="en-US" dirty="0"/>
                        <a:t>P1</a:t>
                      </a:r>
                    </a:p>
                  </a:txBody>
                  <a:tcPr/>
                </a:tc>
                <a:tc>
                  <a:txBody>
                    <a:bodyPr/>
                    <a:lstStyle/>
                    <a:p>
                      <a:r>
                        <a:rPr lang="en-US" dirty="0"/>
                        <a:t>MVP, fastest TTM</a:t>
                      </a:r>
                    </a:p>
                  </a:txBody>
                  <a:tcPr/>
                </a:tc>
                <a:extLst>
                  <a:ext uri="{0D108BD9-81ED-4DB2-BD59-A6C34878D82A}">
                    <a16:rowId xmlns:a16="http://schemas.microsoft.com/office/drawing/2014/main" val="1237036835"/>
                  </a:ext>
                </a:extLst>
              </a:tr>
              <a:tr h="370840">
                <a:tc>
                  <a:txBody>
                    <a:bodyPr/>
                    <a:lstStyle/>
                    <a:p>
                      <a:r>
                        <a:rPr lang="en-US" dirty="0"/>
                        <a:t>[1400,1600,3] input shape (frame)</a:t>
                      </a:r>
                      <a:br>
                        <a:rPr lang="en-US" dirty="0"/>
                      </a:br>
                      <a:r>
                        <a:rPr lang="en-US" dirty="0"/>
                        <a:t>12 bits/pixel</a:t>
                      </a:r>
                    </a:p>
                    <a:p>
                      <a:r>
                        <a:rPr lang="en-US" dirty="0"/>
                        <a:t>30 frames/s</a:t>
                      </a:r>
                    </a:p>
                  </a:txBody>
                  <a:tcPr/>
                </a:tc>
                <a:tc>
                  <a:txBody>
                    <a:bodyPr/>
                    <a:lstStyle/>
                    <a:p>
                      <a:r>
                        <a:rPr lang="en-US" dirty="0"/>
                        <a:t>P1</a:t>
                      </a:r>
                    </a:p>
                  </a:txBody>
                  <a:tcPr/>
                </a:tc>
                <a:tc>
                  <a:txBody>
                    <a:bodyPr/>
                    <a:lstStyle/>
                    <a:p>
                      <a:r>
                        <a:rPr lang="en-US" dirty="0"/>
                        <a:t>Mira220 RGB</a:t>
                      </a:r>
                    </a:p>
                  </a:txBody>
                  <a:tcPr/>
                </a:tc>
                <a:extLst>
                  <a:ext uri="{0D108BD9-81ED-4DB2-BD59-A6C34878D82A}">
                    <a16:rowId xmlns:a16="http://schemas.microsoft.com/office/drawing/2014/main" val="3372917164"/>
                  </a:ext>
                </a:extLst>
              </a:tr>
              <a:tr h="370840">
                <a:tc>
                  <a:txBody>
                    <a:bodyPr/>
                    <a:lstStyle/>
                    <a:p>
                      <a:r>
                        <a:rPr lang="en-US" dirty="0"/>
                        <a:t>[14,18,512] output shape (feature map)</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62910246"/>
                  </a:ext>
                </a:extLst>
              </a:tr>
              <a:tr h="370840">
                <a:tc>
                  <a:txBody>
                    <a:bodyPr/>
                    <a:lstStyle/>
                    <a:p>
                      <a:r>
                        <a:rPr lang="en-US" dirty="0"/>
                        <a:t>[140,160,3] output shape (thumbnail)</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4283467276"/>
                  </a:ext>
                </a:extLst>
              </a:tr>
              <a:tr h="370840">
                <a:tc>
                  <a:txBody>
                    <a:bodyPr/>
                    <a:lstStyle/>
                    <a:p>
                      <a:r>
                        <a:rPr lang="en-US" dirty="0"/>
                        <a:t>USB 2.0 PHY, controller</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1333573620"/>
                  </a:ext>
                </a:extLst>
              </a:tr>
            </a:tbl>
          </a:graphicData>
        </a:graphic>
      </p:graphicFrame>
    </p:spTree>
    <p:extLst>
      <p:ext uri="{BB962C8B-B14F-4D97-AF65-F5344CB8AC3E}">
        <p14:creationId xmlns:p14="http://schemas.microsoft.com/office/powerpoint/2010/main" val="2863364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7FBD9EAC-3213-14F0-D062-CF6BB8B73219}"/>
              </a:ext>
            </a:extLst>
          </p:cNvPr>
          <p:cNvSpPr txBox="1"/>
          <p:nvPr/>
        </p:nvSpPr>
        <p:spPr>
          <a:xfrm>
            <a:off x="4223528" y="2494058"/>
            <a:ext cx="1928384" cy="724796"/>
          </a:xfrm>
          <a:prstGeom prst="rect">
            <a:avLst/>
          </a:prstGeom>
          <a:noFill/>
          <a:ln w="12700">
            <a:solidFill>
              <a:schemeClr val="tx1"/>
            </a:solidFill>
          </a:ln>
        </p:spPr>
        <p:txBody>
          <a:bodyPr wrap="none" rtlCol="0" anchor="ctr" anchorCtr="1">
            <a:noAutofit/>
          </a:bodyPr>
          <a:lstStyle/>
          <a:p>
            <a:r>
              <a:rPr lang="en-US" dirty="0"/>
              <a:t>CNN top</a:t>
            </a:r>
          </a:p>
        </p:txBody>
      </p:sp>
      <p:sp>
        <p:nvSpPr>
          <p:cNvPr id="42" name="TextBox 41">
            <a:extLst>
              <a:ext uri="{FF2B5EF4-FFF2-40B4-BE49-F238E27FC236}">
                <a16:creationId xmlns:a16="http://schemas.microsoft.com/office/drawing/2014/main" id="{EDEC56A5-EA89-87FB-CE26-A5CA36EFD8E0}"/>
              </a:ext>
            </a:extLst>
          </p:cNvPr>
          <p:cNvSpPr txBox="1"/>
          <p:nvPr/>
        </p:nvSpPr>
        <p:spPr>
          <a:xfrm>
            <a:off x="4218767" y="3657600"/>
            <a:ext cx="1922869" cy="711440"/>
          </a:xfrm>
          <a:prstGeom prst="rect">
            <a:avLst/>
          </a:prstGeom>
          <a:noFill/>
          <a:ln w="12700">
            <a:solidFill>
              <a:schemeClr val="tx1"/>
            </a:solidFill>
          </a:ln>
        </p:spPr>
        <p:txBody>
          <a:bodyPr wrap="none" rtlCol="0" anchor="ctr" anchorCtr="1">
            <a:noAutofit/>
          </a:bodyPr>
          <a:lstStyle/>
          <a:p>
            <a:r>
              <a:rPr lang="en-US" dirty="0"/>
              <a:t>RGB </a:t>
            </a:r>
            <a:r>
              <a:rPr lang="en-US" dirty="0" err="1"/>
              <a:t>rescaler</a:t>
            </a:r>
            <a:endParaRPr lang="en-US" dirty="0"/>
          </a:p>
        </p:txBody>
      </p:sp>
      <p:cxnSp>
        <p:nvCxnSpPr>
          <p:cNvPr id="46" name="Connector: Elbow 45">
            <a:extLst>
              <a:ext uri="{FF2B5EF4-FFF2-40B4-BE49-F238E27FC236}">
                <a16:creationId xmlns:a16="http://schemas.microsoft.com/office/drawing/2014/main" id="{9AAB609F-31F0-83BB-DD3B-7F2981994830}"/>
              </a:ext>
            </a:extLst>
          </p:cNvPr>
          <p:cNvCxnSpPr>
            <a:cxnSpLocks/>
            <a:endCxn id="42" idx="1"/>
          </p:cNvCxnSpPr>
          <p:nvPr/>
        </p:nvCxnSpPr>
        <p:spPr>
          <a:xfrm>
            <a:off x="2735341" y="2869156"/>
            <a:ext cx="1483426" cy="11441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BBF0A29A-DEA3-2461-A996-822DC5759395}"/>
              </a:ext>
            </a:extLst>
          </p:cNvPr>
          <p:cNvSpPr txBox="1"/>
          <p:nvPr/>
        </p:nvSpPr>
        <p:spPr>
          <a:xfrm>
            <a:off x="2697857" y="2509185"/>
            <a:ext cx="671979" cy="369332"/>
          </a:xfrm>
          <a:prstGeom prst="rect">
            <a:avLst/>
          </a:prstGeom>
          <a:noFill/>
        </p:spPr>
        <p:txBody>
          <a:bodyPr wrap="none" rtlCol="0">
            <a:spAutoFit/>
          </a:bodyPr>
          <a:lstStyle/>
          <a:p>
            <a:r>
              <a:rPr lang="en-US" dirty="0"/>
              <a:t>AXI-S</a:t>
            </a:r>
          </a:p>
        </p:txBody>
      </p:sp>
      <p:cxnSp>
        <p:nvCxnSpPr>
          <p:cNvPr id="50" name="Straight Arrow Connector 49">
            <a:extLst>
              <a:ext uri="{FF2B5EF4-FFF2-40B4-BE49-F238E27FC236}">
                <a16:creationId xmlns:a16="http://schemas.microsoft.com/office/drawing/2014/main" id="{5E3B76D2-BF65-2B75-A43B-92119CDC8074}"/>
              </a:ext>
            </a:extLst>
          </p:cNvPr>
          <p:cNvCxnSpPr>
            <a:cxnSpLocks/>
          </p:cNvCxnSpPr>
          <p:nvPr/>
        </p:nvCxnSpPr>
        <p:spPr>
          <a:xfrm>
            <a:off x="6151912" y="2693173"/>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FF1D214C-3916-D352-7AC1-F0FA1E20F683}"/>
              </a:ext>
            </a:extLst>
          </p:cNvPr>
          <p:cNvCxnSpPr/>
          <p:nvPr/>
        </p:nvCxnSpPr>
        <p:spPr>
          <a:xfrm>
            <a:off x="6141636" y="3810559"/>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309F4B7F-68E7-F0B7-75ED-ABFD10C3BD21}"/>
              </a:ext>
            </a:extLst>
          </p:cNvPr>
          <p:cNvSpPr txBox="1"/>
          <p:nvPr/>
        </p:nvSpPr>
        <p:spPr>
          <a:xfrm>
            <a:off x="4218884" y="4683177"/>
            <a:ext cx="1928384" cy="426544"/>
          </a:xfrm>
          <a:prstGeom prst="rect">
            <a:avLst/>
          </a:prstGeom>
          <a:noFill/>
          <a:ln w="12700">
            <a:solidFill>
              <a:schemeClr val="tx1"/>
            </a:solidFill>
          </a:ln>
        </p:spPr>
        <p:txBody>
          <a:bodyPr wrap="none" rtlCol="0" anchor="ctr" anchorCtr="1">
            <a:noAutofit/>
          </a:bodyPr>
          <a:lstStyle/>
          <a:p>
            <a:r>
              <a:rPr lang="en-US" dirty="0"/>
              <a:t>I2C controller</a:t>
            </a:r>
          </a:p>
        </p:txBody>
      </p:sp>
      <p:cxnSp>
        <p:nvCxnSpPr>
          <p:cNvPr id="54" name="Straight Arrow Connector 53">
            <a:extLst>
              <a:ext uri="{FF2B5EF4-FFF2-40B4-BE49-F238E27FC236}">
                <a16:creationId xmlns:a16="http://schemas.microsoft.com/office/drawing/2014/main" id="{A577ACC0-174B-4946-82F2-4263B581657A}"/>
              </a:ext>
            </a:extLst>
          </p:cNvPr>
          <p:cNvCxnSpPr>
            <a:cxnSpLocks/>
          </p:cNvCxnSpPr>
          <p:nvPr/>
        </p:nvCxnSpPr>
        <p:spPr>
          <a:xfrm flipH="1">
            <a:off x="6141636" y="4905477"/>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369A5103-D931-19B4-6B45-0570F592EA9C}"/>
              </a:ext>
            </a:extLst>
          </p:cNvPr>
          <p:cNvCxnSpPr>
            <a:stCxn id="52" idx="1"/>
          </p:cNvCxnSpPr>
          <p:nvPr/>
        </p:nvCxnSpPr>
        <p:spPr>
          <a:xfrm flipH="1">
            <a:off x="922868" y="4896449"/>
            <a:ext cx="3296016" cy="9028"/>
          </a:xfrm>
          <a:prstGeom prst="line">
            <a:avLst/>
          </a:prstGeom>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4D266F41-77AC-414C-B480-BE89E2FEB464}"/>
              </a:ext>
            </a:extLst>
          </p:cNvPr>
          <p:cNvSpPr txBox="1"/>
          <p:nvPr/>
        </p:nvSpPr>
        <p:spPr>
          <a:xfrm>
            <a:off x="415998" y="4573283"/>
            <a:ext cx="506870" cy="646331"/>
          </a:xfrm>
          <a:prstGeom prst="rect">
            <a:avLst/>
          </a:prstGeom>
          <a:noFill/>
        </p:spPr>
        <p:txBody>
          <a:bodyPr wrap="none" rtlCol="0">
            <a:spAutoFit/>
          </a:bodyPr>
          <a:lstStyle/>
          <a:p>
            <a:r>
              <a:rPr lang="en-US" dirty="0" err="1"/>
              <a:t>sda</a:t>
            </a:r>
            <a:endParaRPr lang="en-US" dirty="0"/>
          </a:p>
          <a:p>
            <a:r>
              <a:rPr lang="en-US" dirty="0" err="1"/>
              <a:t>scl</a:t>
            </a:r>
            <a:endParaRPr lang="en-US" dirty="0"/>
          </a:p>
        </p:txBody>
      </p:sp>
      <p:sp>
        <p:nvSpPr>
          <p:cNvPr id="60" name="TextBox 59">
            <a:extLst>
              <a:ext uri="{FF2B5EF4-FFF2-40B4-BE49-F238E27FC236}">
                <a16:creationId xmlns:a16="http://schemas.microsoft.com/office/drawing/2014/main" id="{D6D1CAD9-ED6A-5333-9D06-79465270BB79}"/>
              </a:ext>
            </a:extLst>
          </p:cNvPr>
          <p:cNvSpPr txBox="1"/>
          <p:nvPr/>
        </p:nvSpPr>
        <p:spPr>
          <a:xfrm>
            <a:off x="201851" y="2196740"/>
            <a:ext cx="716735" cy="923330"/>
          </a:xfrm>
          <a:prstGeom prst="rect">
            <a:avLst/>
          </a:prstGeom>
          <a:noFill/>
        </p:spPr>
        <p:txBody>
          <a:bodyPr wrap="none" rtlCol="0">
            <a:spAutoFit/>
          </a:bodyPr>
          <a:lstStyle/>
          <a:p>
            <a:r>
              <a:rPr lang="en-US" dirty="0"/>
              <a:t>clock</a:t>
            </a:r>
          </a:p>
          <a:p>
            <a:r>
              <a:rPr lang="en-US" dirty="0"/>
              <a:t>data0</a:t>
            </a:r>
          </a:p>
          <a:p>
            <a:r>
              <a:rPr lang="en-US" dirty="0"/>
              <a:t>data1</a:t>
            </a:r>
          </a:p>
        </p:txBody>
      </p:sp>
      <p:sp>
        <p:nvSpPr>
          <p:cNvPr id="61" name="TextBox 60">
            <a:extLst>
              <a:ext uri="{FF2B5EF4-FFF2-40B4-BE49-F238E27FC236}">
                <a16:creationId xmlns:a16="http://schemas.microsoft.com/office/drawing/2014/main" id="{FD3F8199-08BA-F16F-81C4-438546918AA9}"/>
              </a:ext>
            </a:extLst>
          </p:cNvPr>
          <p:cNvSpPr txBox="1"/>
          <p:nvPr/>
        </p:nvSpPr>
        <p:spPr>
          <a:xfrm>
            <a:off x="6349536" y="4573283"/>
            <a:ext cx="861839" cy="369332"/>
          </a:xfrm>
          <a:prstGeom prst="rect">
            <a:avLst/>
          </a:prstGeom>
          <a:noFill/>
        </p:spPr>
        <p:txBody>
          <a:bodyPr wrap="none" rtlCol="0">
            <a:spAutoFit/>
          </a:bodyPr>
          <a:lstStyle/>
          <a:p>
            <a:r>
              <a:rPr lang="en-US" dirty="0"/>
              <a:t>AXI-lite</a:t>
            </a:r>
          </a:p>
        </p:txBody>
      </p:sp>
      <p:cxnSp>
        <p:nvCxnSpPr>
          <p:cNvPr id="67" name="Straight Connector 66">
            <a:extLst>
              <a:ext uri="{FF2B5EF4-FFF2-40B4-BE49-F238E27FC236}">
                <a16:creationId xmlns:a16="http://schemas.microsoft.com/office/drawing/2014/main" id="{5E3F87C2-C012-0CD3-6FBF-AD94779FE7DF}"/>
              </a:ext>
            </a:extLst>
          </p:cNvPr>
          <p:cNvCxnSpPr>
            <a:cxnSpLocks/>
          </p:cNvCxnSpPr>
          <p:nvPr/>
        </p:nvCxnSpPr>
        <p:spPr>
          <a:xfrm flipH="1" flipV="1">
            <a:off x="907167" y="2653944"/>
            <a:ext cx="592666" cy="1"/>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A8F51860-7527-463F-FB9F-DABB83C2297B}"/>
              </a:ext>
            </a:extLst>
          </p:cNvPr>
          <p:cNvCxnSpPr>
            <a:cxnSpLocks/>
          </p:cNvCxnSpPr>
          <p:nvPr/>
        </p:nvCxnSpPr>
        <p:spPr>
          <a:xfrm flipH="1">
            <a:off x="2728319" y="2171331"/>
            <a:ext cx="47028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5FBFEA1-1CA9-B07F-758D-72C8E3E5EB54}"/>
              </a:ext>
            </a:extLst>
          </p:cNvPr>
          <p:cNvSpPr txBox="1"/>
          <p:nvPr/>
        </p:nvSpPr>
        <p:spPr>
          <a:xfrm>
            <a:off x="6349536" y="1839137"/>
            <a:ext cx="861839" cy="369332"/>
          </a:xfrm>
          <a:prstGeom prst="rect">
            <a:avLst/>
          </a:prstGeom>
          <a:noFill/>
        </p:spPr>
        <p:txBody>
          <a:bodyPr wrap="none" rtlCol="0">
            <a:spAutoFit/>
          </a:bodyPr>
          <a:lstStyle/>
          <a:p>
            <a:r>
              <a:rPr lang="en-US" dirty="0"/>
              <a:t>AXI-lite</a:t>
            </a:r>
          </a:p>
        </p:txBody>
      </p:sp>
      <p:sp>
        <p:nvSpPr>
          <p:cNvPr id="73" name="TextBox 72">
            <a:extLst>
              <a:ext uri="{FF2B5EF4-FFF2-40B4-BE49-F238E27FC236}">
                <a16:creationId xmlns:a16="http://schemas.microsoft.com/office/drawing/2014/main" id="{1ED5938E-1928-6E6F-0EFA-100976298B11}"/>
              </a:ext>
            </a:extLst>
          </p:cNvPr>
          <p:cNvSpPr txBox="1"/>
          <p:nvPr/>
        </p:nvSpPr>
        <p:spPr>
          <a:xfrm>
            <a:off x="6450417" y="2337585"/>
            <a:ext cx="671979" cy="369332"/>
          </a:xfrm>
          <a:prstGeom prst="rect">
            <a:avLst/>
          </a:prstGeom>
          <a:noFill/>
        </p:spPr>
        <p:txBody>
          <a:bodyPr wrap="none" rtlCol="0">
            <a:spAutoFit/>
          </a:bodyPr>
          <a:lstStyle/>
          <a:p>
            <a:r>
              <a:rPr lang="en-US" dirty="0"/>
              <a:t>AXI-S</a:t>
            </a:r>
          </a:p>
        </p:txBody>
      </p:sp>
      <p:cxnSp>
        <p:nvCxnSpPr>
          <p:cNvPr id="74" name="Straight Arrow Connector 73">
            <a:extLst>
              <a:ext uri="{FF2B5EF4-FFF2-40B4-BE49-F238E27FC236}">
                <a16:creationId xmlns:a16="http://schemas.microsoft.com/office/drawing/2014/main" id="{F53697A5-93C5-7820-35EE-16AA7D9E6915}"/>
              </a:ext>
            </a:extLst>
          </p:cNvPr>
          <p:cNvCxnSpPr>
            <a:cxnSpLocks/>
          </p:cNvCxnSpPr>
          <p:nvPr/>
        </p:nvCxnSpPr>
        <p:spPr>
          <a:xfrm flipH="1">
            <a:off x="6163814" y="3072297"/>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BA08C7B4-CE2F-F5A0-CBA4-B75548677128}"/>
              </a:ext>
            </a:extLst>
          </p:cNvPr>
          <p:cNvSpPr txBox="1"/>
          <p:nvPr/>
        </p:nvSpPr>
        <p:spPr>
          <a:xfrm>
            <a:off x="6371714" y="2740103"/>
            <a:ext cx="861839" cy="369332"/>
          </a:xfrm>
          <a:prstGeom prst="rect">
            <a:avLst/>
          </a:prstGeom>
          <a:noFill/>
        </p:spPr>
        <p:txBody>
          <a:bodyPr wrap="none" rtlCol="0">
            <a:spAutoFit/>
          </a:bodyPr>
          <a:lstStyle/>
          <a:p>
            <a:r>
              <a:rPr lang="en-US" dirty="0"/>
              <a:t>AXI-lite</a:t>
            </a:r>
          </a:p>
        </p:txBody>
      </p:sp>
      <p:sp>
        <p:nvSpPr>
          <p:cNvPr id="76" name="TextBox 75">
            <a:extLst>
              <a:ext uri="{FF2B5EF4-FFF2-40B4-BE49-F238E27FC236}">
                <a16:creationId xmlns:a16="http://schemas.microsoft.com/office/drawing/2014/main" id="{75902173-79A3-BA06-3DED-5DBD2D1AAD37}"/>
              </a:ext>
            </a:extLst>
          </p:cNvPr>
          <p:cNvSpPr txBox="1"/>
          <p:nvPr/>
        </p:nvSpPr>
        <p:spPr>
          <a:xfrm>
            <a:off x="6423210" y="3446769"/>
            <a:ext cx="671979" cy="369332"/>
          </a:xfrm>
          <a:prstGeom prst="rect">
            <a:avLst/>
          </a:prstGeom>
          <a:noFill/>
        </p:spPr>
        <p:txBody>
          <a:bodyPr wrap="none" rtlCol="0">
            <a:spAutoFit/>
          </a:bodyPr>
          <a:lstStyle/>
          <a:p>
            <a:r>
              <a:rPr lang="en-US" dirty="0"/>
              <a:t>AXI-S</a:t>
            </a:r>
          </a:p>
        </p:txBody>
      </p:sp>
      <p:cxnSp>
        <p:nvCxnSpPr>
          <p:cNvPr id="77" name="Straight Arrow Connector 76">
            <a:extLst>
              <a:ext uri="{FF2B5EF4-FFF2-40B4-BE49-F238E27FC236}">
                <a16:creationId xmlns:a16="http://schemas.microsoft.com/office/drawing/2014/main" id="{FA5F63D2-3DE6-0B72-7A77-CD4E7DBA1F87}"/>
              </a:ext>
            </a:extLst>
          </p:cNvPr>
          <p:cNvCxnSpPr>
            <a:cxnSpLocks/>
          </p:cNvCxnSpPr>
          <p:nvPr/>
        </p:nvCxnSpPr>
        <p:spPr>
          <a:xfrm flipH="1">
            <a:off x="6131360" y="4204352"/>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451F5164-9927-234C-108C-69715474948E}"/>
              </a:ext>
            </a:extLst>
          </p:cNvPr>
          <p:cNvSpPr txBox="1"/>
          <p:nvPr/>
        </p:nvSpPr>
        <p:spPr>
          <a:xfrm>
            <a:off x="6339260" y="3872158"/>
            <a:ext cx="861839" cy="369332"/>
          </a:xfrm>
          <a:prstGeom prst="rect">
            <a:avLst/>
          </a:prstGeom>
          <a:noFill/>
        </p:spPr>
        <p:txBody>
          <a:bodyPr wrap="none" rtlCol="0">
            <a:spAutoFit/>
          </a:bodyPr>
          <a:lstStyle/>
          <a:p>
            <a:r>
              <a:rPr lang="en-US" dirty="0"/>
              <a:t>AXI-lite</a:t>
            </a:r>
          </a:p>
        </p:txBody>
      </p:sp>
      <p:cxnSp>
        <p:nvCxnSpPr>
          <p:cNvPr id="79" name="Straight Connector 78">
            <a:extLst>
              <a:ext uri="{FF2B5EF4-FFF2-40B4-BE49-F238E27FC236}">
                <a16:creationId xmlns:a16="http://schemas.microsoft.com/office/drawing/2014/main" id="{9AB5AE33-018E-B826-773F-818D8CF50D90}"/>
              </a:ext>
            </a:extLst>
          </p:cNvPr>
          <p:cNvCxnSpPr/>
          <p:nvPr/>
        </p:nvCxnSpPr>
        <p:spPr>
          <a:xfrm flipH="1" flipV="1">
            <a:off x="9069610" y="3553636"/>
            <a:ext cx="861044" cy="1"/>
          </a:xfrm>
          <a:prstGeom prst="line">
            <a:avLst/>
          </a:prstGeom>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A7B03E52-8E3A-BEB4-16FD-AA75032E9A36}"/>
              </a:ext>
            </a:extLst>
          </p:cNvPr>
          <p:cNvSpPr txBox="1"/>
          <p:nvPr/>
        </p:nvSpPr>
        <p:spPr>
          <a:xfrm>
            <a:off x="10064440" y="3158505"/>
            <a:ext cx="364202" cy="646331"/>
          </a:xfrm>
          <a:prstGeom prst="rect">
            <a:avLst/>
          </a:prstGeom>
          <a:noFill/>
        </p:spPr>
        <p:txBody>
          <a:bodyPr wrap="none" rtlCol="0">
            <a:spAutoFit/>
          </a:bodyPr>
          <a:lstStyle/>
          <a:p>
            <a:r>
              <a:rPr lang="en-US" dirty="0" err="1"/>
              <a:t>rx</a:t>
            </a:r>
            <a:endParaRPr lang="en-US" dirty="0"/>
          </a:p>
          <a:p>
            <a:r>
              <a:rPr lang="en-US" dirty="0" err="1"/>
              <a:t>tx</a:t>
            </a:r>
            <a:endParaRPr lang="en-US" dirty="0"/>
          </a:p>
        </p:txBody>
      </p:sp>
      <p:sp>
        <p:nvSpPr>
          <p:cNvPr id="84" name="TextBox 83">
            <a:extLst>
              <a:ext uri="{FF2B5EF4-FFF2-40B4-BE49-F238E27FC236}">
                <a16:creationId xmlns:a16="http://schemas.microsoft.com/office/drawing/2014/main" id="{89BC0793-0B0C-23CB-8946-F2C324868F43}"/>
              </a:ext>
            </a:extLst>
          </p:cNvPr>
          <p:cNvSpPr txBox="1"/>
          <p:nvPr/>
        </p:nvSpPr>
        <p:spPr>
          <a:xfrm>
            <a:off x="1792473" y="4069572"/>
            <a:ext cx="652400" cy="426544"/>
          </a:xfrm>
          <a:prstGeom prst="rect">
            <a:avLst/>
          </a:prstGeom>
          <a:noFill/>
          <a:ln>
            <a:solidFill>
              <a:schemeClr val="tx1"/>
            </a:solidFill>
          </a:ln>
        </p:spPr>
        <p:txBody>
          <a:bodyPr wrap="none" rtlCol="0" anchor="ctr" anchorCtr="1">
            <a:noAutofit/>
          </a:bodyPr>
          <a:lstStyle/>
          <a:p>
            <a:r>
              <a:rPr lang="en-US" dirty="0"/>
              <a:t>PLL</a:t>
            </a:r>
          </a:p>
        </p:txBody>
      </p:sp>
      <p:sp>
        <p:nvSpPr>
          <p:cNvPr id="85" name="TextBox 84">
            <a:extLst>
              <a:ext uri="{FF2B5EF4-FFF2-40B4-BE49-F238E27FC236}">
                <a16:creationId xmlns:a16="http://schemas.microsoft.com/office/drawing/2014/main" id="{0BE0130B-30F6-FD52-4369-C1D968302532}"/>
              </a:ext>
            </a:extLst>
          </p:cNvPr>
          <p:cNvSpPr txBox="1"/>
          <p:nvPr/>
        </p:nvSpPr>
        <p:spPr>
          <a:xfrm>
            <a:off x="1512281" y="1857193"/>
            <a:ext cx="1212785" cy="1503340"/>
          </a:xfrm>
          <a:prstGeom prst="rect">
            <a:avLst/>
          </a:prstGeom>
          <a:noFill/>
          <a:ln w="12700">
            <a:solidFill>
              <a:schemeClr val="tx1"/>
            </a:solidFill>
          </a:ln>
        </p:spPr>
        <p:txBody>
          <a:bodyPr wrap="none" rtlCol="0" anchor="ctr" anchorCtr="1">
            <a:noAutofit/>
          </a:bodyPr>
          <a:lstStyle/>
          <a:p>
            <a:r>
              <a:rPr lang="en-US" u="sng" dirty="0"/>
              <a:t>MIPI</a:t>
            </a:r>
          </a:p>
          <a:p>
            <a:r>
              <a:rPr lang="en-US" dirty="0"/>
              <a:t>DPHY</a:t>
            </a:r>
          </a:p>
          <a:p>
            <a:r>
              <a:rPr lang="en-US" dirty="0"/>
              <a:t>CSI-2</a:t>
            </a:r>
          </a:p>
          <a:p>
            <a:r>
              <a:rPr lang="en-US" dirty="0"/>
              <a:t>AXI-S FIFO</a:t>
            </a:r>
          </a:p>
        </p:txBody>
      </p:sp>
      <p:sp>
        <p:nvSpPr>
          <p:cNvPr id="86" name="TextBox 85">
            <a:extLst>
              <a:ext uri="{FF2B5EF4-FFF2-40B4-BE49-F238E27FC236}">
                <a16:creationId xmlns:a16="http://schemas.microsoft.com/office/drawing/2014/main" id="{501420E7-52E8-9522-5A48-2DB291B464A7}"/>
              </a:ext>
            </a:extLst>
          </p:cNvPr>
          <p:cNvSpPr txBox="1"/>
          <p:nvPr/>
        </p:nvSpPr>
        <p:spPr>
          <a:xfrm>
            <a:off x="7441453" y="1839137"/>
            <a:ext cx="1628157" cy="3428999"/>
          </a:xfrm>
          <a:prstGeom prst="rect">
            <a:avLst/>
          </a:prstGeom>
          <a:noFill/>
          <a:ln w="12700">
            <a:solidFill>
              <a:schemeClr val="tx1"/>
            </a:solidFill>
          </a:ln>
        </p:spPr>
        <p:txBody>
          <a:bodyPr wrap="none" rtlCol="0" anchor="ctr" anchorCtr="1">
            <a:noAutofit/>
          </a:bodyPr>
          <a:lstStyle/>
          <a:p>
            <a:r>
              <a:rPr lang="en-US" u="sng" dirty="0"/>
              <a:t>USB</a:t>
            </a:r>
          </a:p>
          <a:p>
            <a:r>
              <a:rPr lang="en-US" dirty="0"/>
              <a:t>2.x, 480Mb/s</a:t>
            </a:r>
          </a:p>
          <a:p>
            <a:r>
              <a:rPr lang="en-US" dirty="0"/>
              <a:t>PHY, controller</a:t>
            </a:r>
          </a:p>
          <a:p>
            <a:r>
              <a:rPr lang="en-US" dirty="0"/>
              <a:t>AXI-S FIFO</a:t>
            </a:r>
          </a:p>
          <a:p>
            <a:r>
              <a:rPr lang="en-US" dirty="0"/>
              <a:t>AXI-lite master</a:t>
            </a:r>
          </a:p>
        </p:txBody>
      </p:sp>
      <p:sp>
        <p:nvSpPr>
          <p:cNvPr id="87" name="Rectangle 86">
            <a:extLst>
              <a:ext uri="{FF2B5EF4-FFF2-40B4-BE49-F238E27FC236}">
                <a16:creationId xmlns:a16="http://schemas.microsoft.com/office/drawing/2014/main" id="{CB1FB082-39C0-7725-BA26-B24BEC0F6B56}"/>
              </a:ext>
            </a:extLst>
          </p:cNvPr>
          <p:cNvSpPr/>
          <p:nvPr/>
        </p:nvSpPr>
        <p:spPr>
          <a:xfrm>
            <a:off x="1296147" y="1202267"/>
            <a:ext cx="8051053" cy="4682065"/>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435424A6-A5D5-E0DA-3312-3C3561080A8C}"/>
              </a:ext>
            </a:extLst>
          </p:cNvPr>
          <p:cNvSpPr txBox="1"/>
          <p:nvPr/>
        </p:nvSpPr>
        <p:spPr>
          <a:xfrm>
            <a:off x="0" y="26756"/>
            <a:ext cx="2806409" cy="369332"/>
          </a:xfrm>
          <a:prstGeom prst="rect">
            <a:avLst/>
          </a:prstGeom>
          <a:noFill/>
        </p:spPr>
        <p:txBody>
          <a:bodyPr wrap="none" rtlCol="0">
            <a:spAutoFit/>
          </a:bodyPr>
          <a:lstStyle/>
          <a:p>
            <a:r>
              <a:rPr lang="en-US" dirty="0"/>
              <a:t>NV-IE100 top level diagram</a:t>
            </a:r>
          </a:p>
        </p:txBody>
      </p:sp>
      <p:cxnSp>
        <p:nvCxnSpPr>
          <p:cNvPr id="6" name="Straight Arrow Connector 5">
            <a:extLst>
              <a:ext uri="{FF2B5EF4-FFF2-40B4-BE49-F238E27FC236}">
                <a16:creationId xmlns:a16="http://schemas.microsoft.com/office/drawing/2014/main" id="{8490E1C6-5C54-7068-2807-1728C14A56AD}"/>
              </a:ext>
            </a:extLst>
          </p:cNvPr>
          <p:cNvCxnSpPr>
            <a:cxnSpLocks/>
          </p:cNvCxnSpPr>
          <p:nvPr/>
        </p:nvCxnSpPr>
        <p:spPr>
          <a:xfrm>
            <a:off x="2832283" y="2869156"/>
            <a:ext cx="13925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9" name="Table 8">
            <a:extLst>
              <a:ext uri="{FF2B5EF4-FFF2-40B4-BE49-F238E27FC236}">
                <a16:creationId xmlns:a16="http://schemas.microsoft.com/office/drawing/2014/main" id="{5A45E45A-666D-542B-D335-30E3FEEC0053}"/>
              </a:ext>
            </a:extLst>
          </p:cNvPr>
          <p:cNvGraphicFramePr>
            <a:graphicFrameLocks noGrp="1"/>
          </p:cNvGraphicFramePr>
          <p:nvPr/>
        </p:nvGraphicFramePr>
        <p:xfrm>
          <a:off x="10279054" y="211422"/>
          <a:ext cx="1648708" cy="2225040"/>
        </p:xfrm>
        <a:graphic>
          <a:graphicData uri="http://schemas.openxmlformats.org/drawingml/2006/table">
            <a:tbl>
              <a:tblPr firstRow="1" bandRow="1">
                <a:tableStyleId>{073A0DAA-6AF3-43AB-8588-CEC1D06C72B9}</a:tableStyleId>
              </a:tblPr>
              <a:tblGrid>
                <a:gridCol w="824354">
                  <a:extLst>
                    <a:ext uri="{9D8B030D-6E8A-4147-A177-3AD203B41FA5}">
                      <a16:colId xmlns:a16="http://schemas.microsoft.com/office/drawing/2014/main" val="4184057003"/>
                    </a:ext>
                  </a:extLst>
                </a:gridCol>
                <a:gridCol w="824354">
                  <a:extLst>
                    <a:ext uri="{9D8B030D-6E8A-4147-A177-3AD203B41FA5}">
                      <a16:colId xmlns:a16="http://schemas.microsoft.com/office/drawing/2014/main" val="876860463"/>
                    </a:ext>
                  </a:extLst>
                </a:gridCol>
              </a:tblGrid>
              <a:tr h="370840">
                <a:tc>
                  <a:txBody>
                    <a:bodyPr/>
                    <a:lstStyle/>
                    <a:p>
                      <a:r>
                        <a:rPr lang="en-US" dirty="0"/>
                        <a:t>Block</a:t>
                      </a:r>
                    </a:p>
                  </a:txBody>
                  <a:tcPr/>
                </a:tc>
                <a:tc>
                  <a:txBody>
                    <a:bodyPr/>
                    <a:lstStyle/>
                    <a:p>
                      <a:r>
                        <a:rPr lang="en-US" dirty="0"/>
                        <a:t>Owner</a:t>
                      </a:r>
                    </a:p>
                  </a:txBody>
                  <a:tcPr/>
                </a:tc>
                <a:extLst>
                  <a:ext uri="{0D108BD9-81ED-4DB2-BD59-A6C34878D82A}">
                    <a16:rowId xmlns:a16="http://schemas.microsoft.com/office/drawing/2014/main" val="992022663"/>
                  </a:ext>
                </a:extLst>
              </a:tr>
              <a:tr h="370840">
                <a:tc>
                  <a:txBody>
                    <a:bodyPr/>
                    <a:lstStyle/>
                    <a:p>
                      <a:r>
                        <a:rPr lang="en-US" dirty="0"/>
                        <a:t>MIPI</a:t>
                      </a:r>
                    </a:p>
                  </a:txBody>
                  <a:tcPr/>
                </a:tc>
                <a:tc>
                  <a:txBody>
                    <a:bodyPr/>
                    <a:lstStyle/>
                    <a:p>
                      <a:endParaRPr lang="en-US" dirty="0"/>
                    </a:p>
                  </a:txBody>
                  <a:tcPr/>
                </a:tc>
                <a:extLst>
                  <a:ext uri="{0D108BD9-81ED-4DB2-BD59-A6C34878D82A}">
                    <a16:rowId xmlns:a16="http://schemas.microsoft.com/office/drawing/2014/main" val="1767330420"/>
                  </a:ext>
                </a:extLst>
              </a:tr>
              <a:tr h="370840">
                <a:tc>
                  <a:txBody>
                    <a:bodyPr/>
                    <a:lstStyle/>
                    <a:p>
                      <a:r>
                        <a:rPr lang="en-US" dirty="0"/>
                        <a:t>USB</a:t>
                      </a:r>
                    </a:p>
                  </a:txBody>
                  <a:tcPr/>
                </a:tc>
                <a:tc>
                  <a:txBody>
                    <a:bodyPr/>
                    <a:lstStyle/>
                    <a:p>
                      <a:endParaRPr lang="en-US" dirty="0"/>
                    </a:p>
                  </a:txBody>
                  <a:tcPr/>
                </a:tc>
                <a:extLst>
                  <a:ext uri="{0D108BD9-81ED-4DB2-BD59-A6C34878D82A}">
                    <a16:rowId xmlns:a16="http://schemas.microsoft.com/office/drawing/2014/main" val="430936860"/>
                  </a:ext>
                </a:extLst>
              </a:tr>
              <a:tr h="370840">
                <a:tc>
                  <a:txBody>
                    <a:bodyPr/>
                    <a:lstStyle/>
                    <a:p>
                      <a:r>
                        <a:rPr lang="en-US" dirty="0"/>
                        <a:t>RGB</a:t>
                      </a:r>
                    </a:p>
                  </a:txBody>
                  <a:tcPr/>
                </a:tc>
                <a:tc>
                  <a:txBody>
                    <a:bodyPr/>
                    <a:lstStyle/>
                    <a:p>
                      <a:endParaRPr lang="en-US" dirty="0"/>
                    </a:p>
                  </a:txBody>
                  <a:tcPr/>
                </a:tc>
                <a:extLst>
                  <a:ext uri="{0D108BD9-81ED-4DB2-BD59-A6C34878D82A}">
                    <a16:rowId xmlns:a16="http://schemas.microsoft.com/office/drawing/2014/main" val="3555235719"/>
                  </a:ext>
                </a:extLst>
              </a:tr>
              <a:tr h="370840">
                <a:tc>
                  <a:txBody>
                    <a:bodyPr/>
                    <a:lstStyle/>
                    <a:p>
                      <a:r>
                        <a:rPr lang="en-US" dirty="0"/>
                        <a:t>CNN</a:t>
                      </a:r>
                    </a:p>
                  </a:txBody>
                  <a:tcPr/>
                </a:tc>
                <a:tc>
                  <a:txBody>
                    <a:bodyPr/>
                    <a:lstStyle/>
                    <a:p>
                      <a:endParaRPr lang="en-US" dirty="0"/>
                    </a:p>
                  </a:txBody>
                  <a:tcPr/>
                </a:tc>
                <a:extLst>
                  <a:ext uri="{0D108BD9-81ED-4DB2-BD59-A6C34878D82A}">
                    <a16:rowId xmlns:a16="http://schemas.microsoft.com/office/drawing/2014/main" val="4258468100"/>
                  </a:ext>
                </a:extLst>
              </a:tr>
              <a:tr h="370840">
                <a:tc>
                  <a:txBody>
                    <a:bodyPr/>
                    <a:lstStyle/>
                    <a:p>
                      <a:r>
                        <a:rPr lang="en-US" dirty="0"/>
                        <a:t>I2C</a:t>
                      </a:r>
                    </a:p>
                  </a:txBody>
                  <a:tcPr/>
                </a:tc>
                <a:tc>
                  <a:txBody>
                    <a:bodyPr/>
                    <a:lstStyle/>
                    <a:p>
                      <a:endParaRPr lang="en-US" dirty="0"/>
                    </a:p>
                  </a:txBody>
                  <a:tcPr/>
                </a:tc>
                <a:extLst>
                  <a:ext uri="{0D108BD9-81ED-4DB2-BD59-A6C34878D82A}">
                    <a16:rowId xmlns:a16="http://schemas.microsoft.com/office/drawing/2014/main" val="572608327"/>
                  </a:ext>
                </a:extLst>
              </a:tr>
            </a:tbl>
          </a:graphicData>
        </a:graphic>
      </p:graphicFrame>
    </p:spTree>
    <p:extLst>
      <p:ext uri="{BB962C8B-B14F-4D97-AF65-F5344CB8AC3E}">
        <p14:creationId xmlns:p14="http://schemas.microsoft.com/office/powerpoint/2010/main" val="3392283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DABEB27-C7A3-0772-272E-F352D2B3C39E}"/>
              </a:ext>
            </a:extLst>
          </p:cNvPr>
          <p:cNvGraphicFramePr>
            <a:graphicFrameLocks noGrp="1"/>
          </p:cNvGraphicFramePr>
          <p:nvPr>
            <p:extLst>
              <p:ext uri="{D42A27DB-BD31-4B8C-83A1-F6EECF244321}">
                <p14:modId xmlns:p14="http://schemas.microsoft.com/office/powerpoint/2010/main" val="1259578981"/>
              </p:ext>
            </p:extLst>
          </p:nvPr>
        </p:nvGraphicFramePr>
        <p:xfrm>
          <a:off x="-2" y="819171"/>
          <a:ext cx="12192000" cy="6035040"/>
        </p:xfrm>
        <a:graphic>
          <a:graphicData uri="http://schemas.openxmlformats.org/drawingml/2006/table">
            <a:tbl>
              <a:tblPr firstRow="1" bandRow="1">
                <a:tableStyleId>{073A0DAA-6AF3-43AB-8588-CEC1D06C72B9}</a:tableStyleId>
              </a:tblPr>
              <a:tblGrid>
                <a:gridCol w="2523066">
                  <a:extLst>
                    <a:ext uri="{9D8B030D-6E8A-4147-A177-3AD203B41FA5}">
                      <a16:colId xmlns:a16="http://schemas.microsoft.com/office/drawing/2014/main" val="708962605"/>
                    </a:ext>
                  </a:extLst>
                </a:gridCol>
                <a:gridCol w="7332136">
                  <a:extLst>
                    <a:ext uri="{9D8B030D-6E8A-4147-A177-3AD203B41FA5}">
                      <a16:colId xmlns:a16="http://schemas.microsoft.com/office/drawing/2014/main" val="3024566007"/>
                    </a:ext>
                  </a:extLst>
                </a:gridCol>
                <a:gridCol w="2336798">
                  <a:extLst>
                    <a:ext uri="{9D8B030D-6E8A-4147-A177-3AD203B41FA5}">
                      <a16:colId xmlns:a16="http://schemas.microsoft.com/office/drawing/2014/main" val="1698432264"/>
                    </a:ext>
                  </a:extLst>
                </a:gridCol>
              </a:tblGrid>
              <a:tr h="229536">
                <a:tc>
                  <a:txBody>
                    <a:bodyPr/>
                    <a:lstStyle/>
                    <a:p>
                      <a:r>
                        <a:rPr lang="en-US" dirty="0"/>
                        <a:t>Function</a:t>
                      </a:r>
                    </a:p>
                  </a:txBody>
                  <a:tcPr/>
                </a:tc>
                <a:tc>
                  <a:txBody>
                    <a:bodyPr/>
                    <a:lstStyle/>
                    <a:p>
                      <a:r>
                        <a:rPr lang="en-US" dirty="0"/>
                        <a:t>Tasks</a:t>
                      </a:r>
                    </a:p>
                  </a:txBody>
                  <a:tcPr/>
                </a:tc>
                <a:tc>
                  <a:txBody>
                    <a:bodyPr/>
                    <a:lstStyle/>
                    <a:p>
                      <a:r>
                        <a:rPr lang="en-US" dirty="0"/>
                        <a:t>Lead</a:t>
                      </a:r>
                    </a:p>
                  </a:txBody>
                  <a:tcPr/>
                </a:tc>
                <a:extLst>
                  <a:ext uri="{0D108BD9-81ED-4DB2-BD59-A6C34878D82A}">
                    <a16:rowId xmlns:a16="http://schemas.microsoft.com/office/drawing/2014/main" val="278443500"/>
                  </a:ext>
                </a:extLst>
              </a:tr>
              <a:tr h="573840">
                <a:tc>
                  <a:txBody>
                    <a:bodyPr/>
                    <a:lstStyle/>
                    <a:p>
                      <a:r>
                        <a:rPr lang="en-US" dirty="0"/>
                        <a:t>CNN compiler</a:t>
                      </a:r>
                    </a:p>
                  </a:txBody>
                  <a:tcPr/>
                </a:tc>
                <a:tc>
                  <a:txBody>
                    <a:bodyPr/>
                    <a:lstStyle/>
                    <a:p>
                      <a:r>
                        <a:rPr lang="en-US" dirty="0"/>
                        <a:t>add level of hierarchy for inferred SRAM</a:t>
                      </a:r>
                    </a:p>
                    <a:p>
                      <a:r>
                        <a:rPr lang="en-US" dirty="0"/>
                        <a:t>add SRAM option to replace weight ROM (SPI config)</a:t>
                      </a:r>
                    </a:p>
                    <a:p>
                      <a:r>
                        <a:rPr lang="en-US" dirty="0"/>
                        <a:t>enhancements and fixes as needed (</a:t>
                      </a:r>
                      <a:r>
                        <a:rPr lang="en-US" dirty="0" err="1"/>
                        <a:t>DAG,TFLite</a:t>
                      </a:r>
                      <a:r>
                        <a:rPr lang="en-US" dirty="0"/>
                        <a:t> </a:t>
                      </a:r>
                      <a:r>
                        <a:rPr lang="en-US" dirty="0" err="1"/>
                        <a:t>metadata,quantization</a:t>
                      </a:r>
                      <a:r>
                        <a:rPr lang="en-US" dirty="0"/>
                        <a:t>)</a:t>
                      </a:r>
                    </a:p>
                  </a:txBody>
                  <a:tcPr/>
                </a:tc>
                <a:tc>
                  <a:txBody>
                    <a:bodyPr/>
                    <a:lstStyle/>
                    <a:p>
                      <a:endParaRPr lang="en-US" dirty="0"/>
                    </a:p>
                  </a:txBody>
                  <a:tcPr/>
                </a:tc>
                <a:extLst>
                  <a:ext uri="{0D108BD9-81ED-4DB2-BD59-A6C34878D82A}">
                    <a16:rowId xmlns:a16="http://schemas.microsoft.com/office/drawing/2014/main" val="3246018806"/>
                  </a:ext>
                </a:extLst>
              </a:tr>
              <a:tr h="918143">
                <a:tc>
                  <a:txBody>
                    <a:bodyPr/>
                    <a:lstStyle/>
                    <a:p>
                      <a:r>
                        <a:rPr lang="en-US" dirty="0"/>
                        <a:t>RTL design</a:t>
                      </a:r>
                    </a:p>
                  </a:txBody>
                  <a:tcPr/>
                </a:tc>
                <a:tc>
                  <a:txBody>
                    <a:bodyPr/>
                    <a:lstStyle/>
                    <a:p>
                      <a:r>
                        <a:rPr lang="en-US" dirty="0"/>
                        <a:t>MIPI CSI-2 RX with DPHY</a:t>
                      </a:r>
                      <a:br>
                        <a:rPr lang="en-US" dirty="0"/>
                      </a:br>
                      <a:r>
                        <a:rPr lang="en-US" dirty="0"/>
                        <a:t>USB PHY and controller</a:t>
                      </a:r>
                    </a:p>
                    <a:p>
                      <a:r>
                        <a:rPr lang="en-US" dirty="0"/>
                        <a:t>CNN top input/output interfaces and FIFO</a:t>
                      </a:r>
                      <a:br>
                        <a:rPr lang="en-US" dirty="0"/>
                      </a:br>
                      <a:r>
                        <a:rPr lang="en-US" dirty="0"/>
                        <a:t>RGB image </a:t>
                      </a:r>
                      <a:r>
                        <a:rPr lang="en-US" dirty="0" err="1"/>
                        <a:t>rescaler</a:t>
                      </a:r>
                      <a:r>
                        <a:rPr lang="en-US" dirty="0"/>
                        <a:t> and FIFO</a:t>
                      </a:r>
                      <a:br>
                        <a:rPr lang="en-US" dirty="0"/>
                      </a:br>
                      <a:r>
                        <a:rPr lang="en-US" dirty="0"/>
                        <a:t>I2C controller for image sensor configuration</a:t>
                      </a:r>
                    </a:p>
                  </a:txBody>
                  <a:tcPr/>
                </a:tc>
                <a:tc>
                  <a:txBody>
                    <a:bodyPr/>
                    <a:lstStyle/>
                    <a:p>
                      <a:endParaRPr lang="en-US" dirty="0"/>
                    </a:p>
                  </a:txBody>
                  <a:tcPr/>
                </a:tc>
                <a:extLst>
                  <a:ext uri="{0D108BD9-81ED-4DB2-BD59-A6C34878D82A}">
                    <a16:rowId xmlns:a16="http://schemas.microsoft.com/office/drawing/2014/main" val="1556822716"/>
                  </a:ext>
                </a:extLst>
              </a:tr>
              <a:tr h="401688">
                <a:tc>
                  <a:txBody>
                    <a:bodyPr/>
                    <a:lstStyle/>
                    <a:p>
                      <a:r>
                        <a:rPr lang="en-US" dirty="0"/>
                        <a:t>Verification (simulation)</a:t>
                      </a:r>
                    </a:p>
                  </a:txBody>
                  <a:tcPr/>
                </a:tc>
                <a:tc>
                  <a:txBody>
                    <a:bodyPr/>
                    <a:lstStyle/>
                    <a:p>
                      <a:r>
                        <a:rPr lang="en-US" dirty="0"/>
                        <a:t>End to end unit tests, pixels to predictions</a:t>
                      </a:r>
                    </a:p>
                    <a:p>
                      <a:r>
                        <a:rPr lang="en-US" dirty="0"/>
                        <a:t>Also correlate predictions with </a:t>
                      </a:r>
                      <a:r>
                        <a:rPr lang="en-US" dirty="0" err="1"/>
                        <a:t>TFLite</a:t>
                      </a:r>
                      <a:r>
                        <a:rPr lang="en-US" dirty="0"/>
                        <a:t> reference interpreter</a:t>
                      </a:r>
                    </a:p>
                  </a:txBody>
                  <a:tcPr/>
                </a:tc>
                <a:tc>
                  <a:txBody>
                    <a:bodyPr/>
                    <a:lstStyle/>
                    <a:p>
                      <a:endParaRPr lang="en-US" dirty="0"/>
                    </a:p>
                  </a:txBody>
                  <a:tcPr/>
                </a:tc>
                <a:extLst>
                  <a:ext uri="{0D108BD9-81ED-4DB2-BD59-A6C34878D82A}">
                    <a16:rowId xmlns:a16="http://schemas.microsoft.com/office/drawing/2014/main" val="2925789976"/>
                  </a:ext>
                </a:extLst>
              </a:tr>
              <a:tr h="401688">
                <a:tc>
                  <a:txBody>
                    <a:bodyPr/>
                    <a:lstStyle/>
                    <a:p>
                      <a:r>
                        <a:rPr lang="en-US" dirty="0"/>
                        <a:t>Physical implementation</a:t>
                      </a:r>
                    </a:p>
                  </a:txBody>
                  <a:tcPr/>
                </a:tc>
                <a:tc>
                  <a:txBody>
                    <a:bodyPr/>
                    <a:lstStyle/>
                    <a:p>
                      <a:r>
                        <a:rPr lang="en-US" dirty="0"/>
                        <a:t>Standard ASIC flow with 500MHz core clock, 16nm libraries</a:t>
                      </a:r>
                    </a:p>
                    <a:p>
                      <a:r>
                        <a:rPr lang="en-US" dirty="0"/>
                        <a:t>Run initial flat P&amp;R experiment on compiled CNN with 18 layers</a:t>
                      </a:r>
                    </a:p>
                  </a:txBody>
                  <a:tcPr/>
                </a:tc>
                <a:tc>
                  <a:txBody>
                    <a:bodyPr/>
                    <a:lstStyle/>
                    <a:p>
                      <a:endParaRPr lang="en-US" dirty="0"/>
                    </a:p>
                  </a:txBody>
                  <a:tcPr/>
                </a:tc>
                <a:extLst>
                  <a:ext uri="{0D108BD9-81ED-4DB2-BD59-A6C34878D82A}">
                    <a16:rowId xmlns:a16="http://schemas.microsoft.com/office/drawing/2014/main" val="1595160276"/>
                  </a:ext>
                </a:extLst>
              </a:tr>
              <a:tr h="229536">
                <a:tc>
                  <a:txBody>
                    <a:bodyPr/>
                    <a:lstStyle/>
                    <a:p>
                      <a:r>
                        <a:rPr lang="en-US" dirty="0"/>
                        <a:t>Tools / Automation</a:t>
                      </a:r>
                    </a:p>
                  </a:txBody>
                  <a:tcPr/>
                </a:tc>
                <a:tc>
                  <a:txBody>
                    <a:bodyPr/>
                    <a:lstStyle/>
                    <a:p>
                      <a:r>
                        <a:rPr lang="en-US" dirty="0"/>
                        <a:t>Automate SRAM physical memory compiler for arbitrary size CNN instances</a:t>
                      </a:r>
                    </a:p>
                  </a:txBody>
                  <a:tcPr/>
                </a:tc>
                <a:tc>
                  <a:txBody>
                    <a:bodyPr/>
                    <a:lstStyle/>
                    <a:p>
                      <a:endParaRPr lang="en-US" dirty="0"/>
                    </a:p>
                  </a:txBody>
                  <a:tcPr/>
                </a:tc>
                <a:extLst>
                  <a:ext uri="{0D108BD9-81ED-4DB2-BD59-A6C34878D82A}">
                    <a16:rowId xmlns:a16="http://schemas.microsoft.com/office/drawing/2014/main" val="2230386433"/>
                  </a:ext>
                </a:extLst>
              </a:tr>
              <a:tr h="229536">
                <a:tc>
                  <a:txBody>
                    <a:bodyPr/>
                    <a:lstStyle/>
                    <a:p>
                      <a:r>
                        <a:rPr lang="en-US" dirty="0"/>
                        <a:t>Verification (emulation)</a:t>
                      </a:r>
                    </a:p>
                  </a:txBody>
                  <a:tcPr/>
                </a:tc>
                <a:tc>
                  <a:txBody>
                    <a:bodyPr/>
                    <a:lstStyle/>
                    <a:p>
                      <a:r>
                        <a:rPr lang="en-US" dirty="0"/>
                        <a:t>Prototype full chip at 200MHz, partition across multiple FPGAs</a:t>
                      </a:r>
                    </a:p>
                  </a:txBody>
                  <a:tcPr/>
                </a:tc>
                <a:tc>
                  <a:txBody>
                    <a:bodyPr/>
                    <a:lstStyle/>
                    <a:p>
                      <a:endParaRPr lang="en-US" dirty="0"/>
                    </a:p>
                  </a:txBody>
                  <a:tcPr/>
                </a:tc>
                <a:extLst>
                  <a:ext uri="{0D108BD9-81ED-4DB2-BD59-A6C34878D82A}">
                    <a16:rowId xmlns:a16="http://schemas.microsoft.com/office/drawing/2014/main" val="583291041"/>
                  </a:ext>
                </a:extLst>
              </a:tr>
              <a:tr h="229536">
                <a:tc>
                  <a:txBody>
                    <a:bodyPr/>
                    <a:lstStyle/>
                    <a:p>
                      <a:r>
                        <a:rPr lang="en-US" dirty="0"/>
                        <a:t>Reference board</a:t>
                      </a:r>
                    </a:p>
                  </a:txBody>
                  <a:tcPr/>
                </a:tc>
                <a:tc>
                  <a:txBody>
                    <a:bodyPr/>
                    <a:lstStyle/>
                    <a:p>
                      <a:r>
                        <a:rPr lang="en-US" dirty="0"/>
                        <a:t>Mira220 RGB + NV-IE100, compact </a:t>
                      </a:r>
                      <a:r>
                        <a:rPr lang="en-US" dirty="0" err="1"/>
                        <a:t>fanless</a:t>
                      </a:r>
                      <a:r>
                        <a:rPr lang="en-US" dirty="0"/>
                        <a:t> form factor, USB powered</a:t>
                      </a:r>
                    </a:p>
                  </a:txBody>
                  <a:tcPr/>
                </a:tc>
                <a:tc>
                  <a:txBody>
                    <a:bodyPr/>
                    <a:lstStyle/>
                    <a:p>
                      <a:endParaRPr lang="en-US" dirty="0"/>
                    </a:p>
                  </a:txBody>
                  <a:tcPr/>
                </a:tc>
                <a:extLst>
                  <a:ext uri="{0D108BD9-81ED-4DB2-BD59-A6C34878D82A}">
                    <a16:rowId xmlns:a16="http://schemas.microsoft.com/office/drawing/2014/main" val="2746039808"/>
                  </a:ext>
                </a:extLst>
              </a:tr>
              <a:tr h="573840">
                <a:tc>
                  <a:txBody>
                    <a:bodyPr/>
                    <a:lstStyle/>
                    <a:p>
                      <a:r>
                        <a:rPr lang="en-US" dirty="0"/>
                        <a:t>Applications/Models</a:t>
                      </a:r>
                      <a:br>
                        <a:rPr lang="en-US" dirty="0"/>
                      </a:br>
                      <a:r>
                        <a:rPr lang="en-US" dirty="0"/>
                        <a:t>Documentation</a:t>
                      </a:r>
                      <a:br>
                        <a:rPr lang="en-US" dirty="0"/>
                      </a:br>
                      <a:r>
                        <a:rPr lang="en-US" dirty="0"/>
                        <a:t>FAE Support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Mira220+ Opal Kelly </a:t>
                      </a:r>
                      <a:r>
                        <a:rPr lang="en-US" dirty="0" err="1"/>
                        <a:t>Artix</a:t>
                      </a:r>
                      <a:r>
                        <a:rPr lang="en-US" dirty="0"/>
                        <a:t> US+ data capture and demo</a:t>
                      </a:r>
                      <a:br>
                        <a:rPr lang="en-US" dirty="0"/>
                      </a:br>
                      <a:r>
                        <a:rPr lang="en-US" dirty="0"/>
                        <a:t>Build reference apps/models </a:t>
                      </a:r>
                      <a:r>
                        <a:rPr lang="en-US" dirty="0" err="1"/>
                        <a:t>e.g</a:t>
                      </a:r>
                      <a:r>
                        <a:rPr lang="en-US" dirty="0"/>
                        <a:t> facial </a:t>
                      </a:r>
                      <a:r>
                        <a:rPr lang="en-US" dirty="0" err="1"/>
                        <a:t>keypoint</a:t>
                      </a:r>
                      <a:r>
                        <a:rPr lang="en-US" dirty="0"/>
                        <a:t> detection, image super resolution, support </a:t>
                      </a:r>
                      <a:r>
                        <a:rPr lang="en-US" dirty="0" err="1"/>
                        <a:t>HuggingFace</a:t>
                      </a:r>
                      <a:r>
                        <a:rPr lang="en-US" dirty="0"/>
                        <a:t> model community</a:t>
                      </a:r>
                    </a:p>
                  </a:txBody>
                  <a:tcPr/>
                </a:tc>
                <a:tc>
                  <a:txBody>
                    <a:bodyPr/>
                    <a:lstStyle/>
                    <a:p>
                      <a:endParaRPr lang="en-US" dirty="0"/>
                    </a:p>
                  </a:txBody>
                  <a:tcPr/>
                </a:tc>
                <a:extLst>
                  <a:ext uri="{0D108BD9-81ED-4DB2-BD59-A6C34878D82A}">
                    <a16:rowId xmlns:a16="http://schemas.microsoft.com/office/drawing/2014/main" val="3058765298"/>
                  </a:ext>
                </a:extLst>
              </a:tr>
            </a:tbl>
          </a:graphicData>
        </a:graphic>
      </p:graphicFrame>
      <p:sp>
        <p:nvSpPr>
          <p:cNvPr id="5" name="Title 4">
            <a:extLst>
              <a:ext uri="{FF2B5EF4-FFF2-40B4-BE49-F238E27FC236}">
                <a16:creationId xmlns:a16="http://schemas.microsoft.com/office/drawing/2014/main" id="{32B5F3A5-9AEF-3BDE-CBBD-3D82BC1CB28F}"/>
              </a:ext>
            </a:extLst>
          </p:cNvPr>
          <p:cNvSpPr>
            <a:spLocks noGrp="1"/>
          </p:cNvSpPr>
          <p:nvPr>
            <p:ph type="title"/>
          </p:nvPr>
        </p:nvSpPr>
        <p:spPr>
          <a:xfrm>
            <a:off x="-2" y="111116"/>
            <a:ext cx="12191999" cy="546544"/>
          </a:xfrm>
        </p:spPr>
        <p:txBody>
          <a:bodyPr>
            <a:normAutofit fontScale="90000"/>
          </a:bodyPr>
          <a:lstStyle/>
          <a:p>
            <a:r>
              <a:rPr lang="en-US" dirty="0"/>
              <a:t>Execution Planning</a:t>
            </a:r>
          </a:p>
        </p:txBody>
      </p:sp>
    </p:spTree>
    <p:extLst>
      <p:ext uri="{BB962C8B-B14F-4D97-AF65-F5344CB8AC3E}">
        <p14:creationId xmlns:p14="http://schemas.microsoft.com/office/powerpoint/2010/main" val="1030848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3F27-64FD-EBBB-2BBB-D57796792AB8}"/>
              </a:ext>
            </a:extLst>
          </p:cNvPr>
          <p:cNvSpPr>
            <a:spLocks noGrp="1"/>
          </p:cNvSpPr>
          <p:nvPr>
            <p:ph type="title"/>
          </p:nvPr>
        </p:nvSpPr>
        <p:spPr/>
        <p:txBody>
          <a:bodyPr/>
          <a:lstStyle/>
          <a:p>
            <a:r>
              <a:rPr lang="en-US" dirty="0"/>
              <a:t>Roadmap</a:t>
            </a:r>
          </a:p>
        </p:txBody>
      </p:sp>
      <p:sp>
        <p:nvSpPr>
          <p:cNvPr id="3" name="Flowchart: Direct Access Storage 2">
            <a:extLst>
              <a:ext uri="{FF2B5EF4-FFF2-40B4-BE49-F238E27FC236}">
                <a16:creationId xmlns:a16="http://schemas.microsoft.com/office/drawing/2014/main" id="{AF7819CD-6589-0C66-CDA7-7D9EAD519F06}"/>
              </a:ext>
            </a:extLst>
          </p:cNvPr>
          <p:cNvSpPr/>
          <p:nvPr/>
        </p:nvSpPr>
        <p:spPr>
          <a:xfrm flipH="1">
            <a:off x="1234668" y="295887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1C235C5D-1240-5651-6C4D-8146E7D453B5}"/>
              </a:ext>
            </a:extLst>
          </p:cNvPr>
          <p:cNvSpPr/>
          <p:nvPr/>
        </p:nvSpPr>
        <p:spPr>
          <a:xfrm>
            <a:off x="40593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551CE89F-1552-0A25-3672-7D81D3456E2D}"/>
              </a:ext>
            </a:extLst>
          </p:cNvPr>
          <p:cNvSpPr/>
          <p:nvPr/>
        </p:nvSpPr>
        <p:spPr>
          <a:xfrm>
            <a:off x="42117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7EF2A7B2-85EB-4AD2-E6CA-CF3F4D019E33}"/>
              </a:ext>
            </a:extLst>
          </p:cNvPr>
          <p:cNvSpPr/>
          <p:nvPr/>
        </p:nvSpPr>
        <p:spPr>
          <a:xfrm>
            <a:off x="43641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206C16A-8ADD-9AC5-86D9-613F9696F37E}"/>
              </a:ext>
            </a:extLst>
          </p:cNvPr>
          <p:cNvSpPr/>
          <p:nvPr/>
        </p:nvSpPr>
        <p:spPr>
          <a:xfrm>
            <a:off x="45165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BF289881-83DE-52E6-08B9-C1A1C9485CF6}"/>
              </a:ext>
            </a:extLst>
          </p:cNvPr>
          <p:cNvSpPr/>
          <p:nvPr/>
        </p:nvSpPr>
        <p:spPr>
          <a:xfrm>
            <a:off x="46689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C8E35E6F-3F2B-EEF0-06D3-A8916494A870}"/>
              </a:ext>
            </a:extLst>
          </p:cNvPr>
          <p:cNvSpPr txBox="1"/>
          <p:nvPr/>
        </p:nvSpPr>
        <p:spPr>
          <a:xfrm>
            <a:off x="1917939" y="2058879"/>
            <a:ext cx="1467914" cy="338554"/>
          </a:xfrm>
          <a:prstGeom prst="rect">
            <a:avLst/>
          </a:prstGeom>
          <a:noFill/>
        </p:spPr>
        <p:txBody>
          <a:bodyPr wrap="square" rtlCol="0">
            <a:spAutoFit/>
          </a:bodyPr>
          <a:lstStyle/>
          <a:p>
            <a:r>
              <a:rPr lang="en-US" sz="1600" dirty="0"/>
              <a:t>image encoder</a:t>
            </a:r>
          </a:p>
        </p:txBody>
      </p:sp>
      <p:sp>
        <p:nvSpPr>
          <p:cNvPr id="10" name="Right Brace 9">
            <a:extLst>
              <a:ext uri="{FF2B5EF4-FFF2-40B4-BE49-F238E27FC236}">
                <a16:creationId xmlns:a16="http://schemas.microsoft.com/office/drawing/2014/main" id="{55B1247C-FE86-6EE1-1669-C336E6202F27}"/>
              </a:ext>
            </a:extLst>
          </p:cNvPr>
          <p:cNvSpPr/>
          <p:nvPr/>
        </p:nvSpPr>
        <p:spPr>
          <a:xfrm rot="16200000">
            <a:off x="4101739" y="1895899"/>
            <a:ext cx="147655" cy="121382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lowchart: Direct Access Storage 10">
            <a:extLst>
              <a:ext uri="{FF2B5EF4-FFF2-40B4-BE49-F238E27FC236}">
                <a16:creationId xmlns:a16="http://schemas.microsoft.com/office/drawing/2014/main" id="{D4EF88E4-5782-5A4B-BE21-20F6F70C9FB9}"/>
              </a:ext>
            </a:extLst>
          </p:cNvPr>
          <p:cNvSpPr/>
          <p:nvPr/>
        </p:nvSpPr>
        <p:spPr>
          <a:xfrm flipH="1">
            <a:off x="1031605" y="332819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Flowchart: Direct Access Storage 11">
            <a:extLst>
              <a:ext uri="{FF2B5EF4-FFF2-40B4-BE49-F238E27FC236}">
                <a16:creationId xmlns:a16="http://schemas.microsoft.com/office/drawing/2014/main" id="{7DB88A1E-ACE9-44EC-CE6A-582BBAF82078}"/>
              </a:ext>
            </a:extLst>
          </p:cNvPr>
          <p:cNvSpPr/>
          <p:nvPr/>
        </p:nvSpPr>
        <p:spPr>
          <a:xfrm flipH="1">
            <a:off x="1201872" y="374917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6A056C4D-BDE9-AC60-EA80-496AE36B4236}"/>
              </a:ext>
            </a:extLst>
          </p:cNvPr>
          <p:cNvSpPr txBox="1"/>
          <p:nvPr/>
        </p:nvSpPr>
        <p:spPr>
          <a:xfrm>
            <a:off x="7100757" y="4785892"/>
            <a:ext cx="764376" cy="338554"/>
          </a:xfrm>
          <a:prstGeom prst="rect">
            <a:avLst/>
          </a:prstGeom>
          <a:noFill/>
        </p:spPr>
        <p:txBody>
          <a:bodyPr wrap="none" rtlCol="0">
            <a:spAutoFit/>
          </a:bodyPr>
          <a:lstStyle/>
          <a:p>
            <a:pPr algn="ctr"/>
            <a:r>
              <a:rPr lang="en-US" sz="1600" dirty="0"/>
              <a:t>Verilog</a:t>
            </a:r>
          </a:p>
        </p:txBody>
      </p:sp>
      <p:sp>
        <p:nvSpPr>
          <p:cNvPr id="14" name="Cloud 13">
            <a:extLst>
              <a:ext uri="{FF2B5EF4-FFF2-40B4-BE49-F238E27FC236}">
                <a16:creationId xmlns:a16="http://schemas.microsoft.com/office/drawing/2014/main" id="{BD3D2DD0-7064-7729-1799-37C2DEEC3527}"/>
              </a:ext>
            </a:extLst>
          </p:cNvPr>
          <p:cNvSpPr/>
          <p:nvPr/>
        </p:nvSpPr>
        <p:spPr>
          <a:xfrm>
            <a:off x="8916413" y="3323791"/>
            <a:ext cx="1700373" cy="1209699"/>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154EE5-46DF-4C5A-2283-715C5506C3DE}"/>
              </a:ext>
            </a:extLst>
          </p:cNvPr>
          <p:cNvSpPr txBox="1"/>
          <p:nvPr/>
        </p:nvSpPr>
        <p:spPr>
          <a:xfrm>
            <a:off x="1450578" y="2787120"/>
            <a:ext cx="567784" cy="338554"/>
          </a:xfrm>
          <a:prstGeom prst="rect">
            <a:avLst/>
          </a:prstGeom>
          <a:noFill/>
        </p:spPr>
        <p:txBody>
          <a:bodyPr wrap="none" rtlCol="0">
            <a:spAutoFit/>
          </a:bodyPr>
          <a:lstStyle/>
          <a:p>
            <a:r>
              <a:rPr lang="en-US" sz="1600" dirty="0"/>
              <a:t>MIPI</a:t>
            </a:r>
          </a:p>
        </p:txBody>
      </p:sp>
      <p:grpSp>
        <p:nvGrpSpPr>
          <p:cNvPr id="68" name="Group 67">
            <a:extLst>
              <a:ext uri="{FF2B5EF4-FFF2-40B4-BE49-F238E27FC236}">
                <a16:creationId xmlns:a16="http://schemas.microsoft.com/office/drawing/2014/main" id="{2460381E-D184-395A-859C-ABB7CA59346E}"/>
              </a:ext>
            </a:extLst>
          </p:cNvPr>
          <p:cNvGrpSpPr/>
          <p:nvPr/>
        </p:nvGrpSpPr>
        <p:grpSpPr>
          <a:xfrm>
            <a:off x="2334653" y="2943732"/>
            <a:ext cx="709353" cy="513285"/>
            <a:chOff x="2334653" y="2943732"/>
            <a:chExt cx="709353" cy="513285"/>
          </a:xfrm>
        </p:grpSpPr>
        <p:sp>
          <p:nvSpPr>
            <p:cNvPr id="17" name="Rectangle 16">
              <a:extLst>
                <a:ext uri="{FF2B5EF4-FFF2-40B4-BE49-F238E27FC236}">
                  <a16:creationId xmlns:a16="http://schemas.microsoft.com/office/drawing/2014/main" id="{06555DD2-D25D-DD55-186D-4E8BE7210C5E}"/>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CF7ECD62-96F7-D6C0-9E64-06DB26CF82B0}"/>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7DCB3419-8921-745D-5C8A-3E5DDA345CC9}"/>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21895D3-322E-D81D-1C7F-F824FBAF407B}"/>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7DEB2991-AE30-A666-B44A-C3897D6DD874}"/>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34" name="Straight Arrow Connector 33">
            <a:extLst>
              <a:ext uri="{FF2B5EF4-FFF2-40B4-BE49-F238E27FC236}">
                <a16:creationId xmlns:a16="http://schemas.microsoft.com/office/drawing/2014/main" id="{F493E3B7-139A-D04D-7014-96AF80568320}"/>
              </a:ext>
            </a:extLst>
          </p:cNvPr>
          <p:cNvCxnSpPr>
            <a:cxnSpLocks/>
          </p:cNvCxnSpPr>
          <p:nvPr/>
        </p:nvCxnSpPr>
        <p:spPr>
          <a:xfrm>
            <a:off x="3682432" y="3933100"/>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24730724-F518-3620-D487-BAE76099BC20}"/>
              </a:ext>
            </a:extLst>
          </p:cNvPr>
          <p:cNvSpPr/>
          <p:nvPr/>
        </p:nvSpPr>
        <p:spPr>
          <a:xfrm>
            <a:off x="3568651"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13276A90-592D-9BAF-2070-E0E3E4817F9E}"/>
              </a:ext>
            </a:extLst>
          </p:cNvPr>
          <p:cNvCxnSpPr>
            <a:cxnSpLocks/>
            <a:stCxn id="21" idx="3"/>
          </p:cNvCxnSpPr>
          <p:nvPr/>
        </p:nvCxnSpPr>
        <p:spPr>
          <a:xfrm>
            <a:off x="3044006" y="3200375"/>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06E10F-DBC0-C11E-412D-639D770E982C}"/>
              </a:ext>
            </a:extLst>
          </p:cNvPr>
          <p:cNvCxnSpPr>
            <a:cxnSpLocks/>
          </p:cNvCxnSpPr>
          <p:nvPr/>
        </p:nvCxnSpPr>
        <p:spPr>
          <a:xfrm flipV="1">
            <a:off x="3044072" y="4206175"/>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6B8AC44F-FB6D-5C68-506A-50F6ABB6AE26}"/>
              </a:ext>
            </a:extLst>
          </p:cNvPr>
          <p:cNvCxnSpPr>
            <a:stCxn id="3" idx="1"/>
            <a:endCxn id="17" idx="1"/>
          </p:cNvCxnSpPr>
          <p:nvPr/>
        </p:nvCxnSpPr>
        <p:spPr>
          <a:xfrm>
            <a:off x="1434173" y="3120976"/>
            <a:ext cx="900480" cy="7939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39" name="Connector: Curved 38">
            <a:extLst>
              <a:ext uri="{FF2B5EF4-FFF2-40B4-BE49-F238E27FC236}">
                <a16:creationId xmlns:a16="http://schemas.microsoft.com/office/drawing/2014/main" id="{C9B16882-C189-3AD7-C7AF-91D6D0BA044F}"/>
              </a:ext>
            </a:extLst>
          </p:cNvPr>
          <p:cNvCxnSpPr>
            <a:cxnSpLocks/>
            <a:stCxn id="11" idx="1"/>
          </p:cNvCxnSpPr>
          <p:nvPr/>
        </p:nvCxnSpPr>
        <p:spPr>
          <a:xfrm>
            <a:off x="1231110" y="3490289"/>
            <a:ext cx="1103543" cy="419050"/>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0" name="Connector: Curved 39">
            <a:extLst>
              <a:ext uri="{FF2B5EF4-FFF2-40B4-BE49-F238E27FC236}">
                <a16:creationId xmlns:a16="http://schemas.microsoft.com/office/drawing/2014/main" id="{FBBD295F-64BB-2880-EF58-167C39925356}"/>
              </a:ext>
            </a:extLst>
          </p:cNvPr>
          <p:cNvCxnSpPr>
            <a:cxnSpLocks/>
            <a:stCxn id="12" idx="1"/>
          </p:cNvCxnSpPr>
          <p:nvPr/>
        </p:nvCxnSpPr>
        <p:spPr>
          <a:xfrm>
            <a:off x="1401377" y="3911270"/>
            <a:ext cx="933342" cy="789344"/>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5AE89AEF-34D4-E337-C886-1CACC62821A4}"/>
              </a:ext>
            </a:extLst>
          </p:cNvPr>
          <p:cNvSpPr txBox="1"/>
          <p:nvPr/>
        </p:nvSpPr>
        <p:spPr>
          <a:xfrm>
            <a:off x="3618527" y="2067188"/>
            <a:ext cx="1240622" cy="338554"/>
          </a:xfrm>
          <a:prstGeom prst="rect">
            <a:avLst/>
          </a:prstGeom>
          <a:noFill/>
        </p:spPr>
        <p:txBody>
          <a:bodyPr wrap="square" rtlCol="0">
            <a:spAutoFit/>
          </a:bodyPr>
          <a:lstStyle/>
          <a:p>
            <a:r>
              <a:rPr lang="en-US" sz="1600" dirty="0"/>
              <a:t>image fusion</a:t>
            </a:r>
          </a:p>
        </p:txBody>
      </p:sp>
      <p:sp>
        <p:nvSpPr>
          <p:cNvPr id="42" name="Right Brace 41">
            <a:extLst>
              <a:ext uri="{FF2B5EF4-FFF2-40B4-BE49-F238E27FC236}">
                <a16:creationId xmlns:a16="http://schemas.microsoft.com/office/drawing/2014/main" id="{4E26868A-A7EA-A417-279E-7E6AAA9EDEE5}"/>
              </a:ext>
            </a:extLst>
          </p:cNvPr>
          <p:cNvSpPr/>
          <p:nvPr/>
        </p:nvSpPr>
        <p:spPr>
          <a:xfrm rot="16200000">
            <a:off x="2538136" y="2126289"/>
            <a:ext cx="231974" cy="77976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A4D6D895-48D8-1B4C-8528-3CCAE7081448}"/>
              </a:ext>
            </a:extLst>
          </p:cNvPr>
          <p:cNvCxnSpPr>
            <a:cxnSpLocks/>
            <a:endCxn id="35" idx="1"/>
          </p:cNvCxnSpPr>
          <p:nvPr/>
        </p:nvCxnSpPr>
        <p:spPr>
          <a:xfrm>
            <a:off x="3044006" y="3909339"/>
            <a:ext cx="52464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4C2B6695-BDF9-FA5A-67DD-91435E424AD6}"/>
              </a:ext>
            </a:extLst>
          </p:cNvPr>
          <p:cNvSpPr/>
          <p:nvPr/>
        </p:nvSpPr>
        <p:spPr>
          <a:xfrm rot="5400000">
            <a:off x="5664937" y="320614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43EC3FDA-9974-FD77-E872-0FC27FB5F694}"/>
              </a:ext>
            </a:extLst>
          </p:cNvPr>
          <p:cNvSpPr/>
          <p:nvPr/>
        </p:nvSpPr>
        <p:spPr>
          <a:xfrm rot="5400000">
            <a:off x="5664936" y="3514483"/>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5D5F703E-D9C5-0252-EC56-FE4C043D1416}"/>
              </a:ext>
            </a:extLst>
          </p:cNvPr>
          <p:cNvSpPr/>
          <p:nvPr/>
        </p:nvSpPr>
        <p:spPr>
          <a:xfrm rot="5400000">
            <a:off x="5662719" y="382365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0B008F91-389F-0E4C-8F94-A7A60722DAC1}"/>
              </a:ext>
            </a:extLst>
          </p:cNvPr>
          <p:cNvSpPr txBox="1"/>
          <p:nvPr/>
        </p:nvSpPr>
        <p:spPr>
          <a:xfrm>
            <a:off x="5053211" y="1820967"/>
            <a:ext cx="1371849" cy="584775"/>
          </a:xfrm>
          <a:prstGeom prst="rect">
            <a:avLst/>
          </a:prstGeom>
          <a:noFill/>
        </p:spPr>
        <p:txBody>
          <a:bodyPr wrap="square" rtlCol="0">
            <a:spAutoFit/>
          </a:bodyPr>
          <a:lstStyle/>
          <a:p>
            <a:pPr algn="ctr"/>
            <a:r>
              <a:rPr lang="en-US" sz="1600" dirty="0"/>
              <a:t>feature map history</a:t>
            </a:r>
          </a:p>
        </p:txBody>
      </p:sp>
      <p:sp>
        <p:nvSpPr>
          <p:cNvPr id="48" name="Right Brace 47">
            <a:extLst>
              <a:ext uri="{FF2B5EF4-FFF2-40B4-BE49-F238E27FC236}">
                <a16:creationId xmlns:a16="http://schemas.microsoft.com/office/drawing/2014/main" id="{B47651F7-F24F-AD21-8170-79E4092428D6}"/>
              </a:ext>
            </a:extLst>
          </p:cNvPr>
          <p:cNvSpPr/>
          <p:nvPr/>
        </p:nvSpPr>
        <p:spPr>
          <a:xfrm rot="16200000">
            <a:off x="5649523" y="213073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0C134C8A-144E-4870-5333-EB4A23FC0C54}"/>
              </a:ext>
            </a:extLst>
          </p:cNvPr>
          <p:cNvCxnSpPr>
            <a:cxnSpLocks/>
            <a:stCxn id="8" idx="3"/>
          </p:cNvCxnSpPr>
          <p:nvPr/>
        </p:nvCxnSpPr>
        <p:spPr>
          <a:xfrm flipV="1">
            <a:off x="4768671" y="3601003"/>
            <a:ext cx="585713" cy="30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D357F6EC-42E5-5B8D-68D1-E11FDE8F9288}"/>
              </a:ext>
            </a:extLst>
          </p:cNvPr>
          <p:cNvCxnSpPr>
            <a:cxnSpLocks/>
            <a:stCxn id="8" idx="3"/>
            <a:endCxn id="45" idx="2"/>
          </p:cNvCxnSpPr>
          <p:nvPr/>
        </p:nvCxnSpPr>
        <p:spPr>
          <a:xfrm flipV="1">
            <a:off x="4768671" y="3909338"/>
            <a:ext cx="58793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BD0AC1E-492A-76A0-9757-CFF91C83B975}"/>
              </a:ext>
            </a:extLst>
          </p:cNvPr>
          <p:cNvCxnSpPr>
            <a:cxnSpLocks/>
            <a:stCxn id="8" idx="3"/>
          </p:cNvCxnSpPr>
          <p:nvPr/>
        </p:nvCxnSpPr>
        <p:spPr>
          <a:xfrm>
            <a:off x="4768671" y="3909339"/>
            <a:ext cx="585713" cy="305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0A804C03-B664-35AE-D37F-DF4F104E8DF7}"/>
              </a:ext>
            </a:extLst>
          </p:cNvPr>
          <p:cNvSpPr/>
          <p:nvPr/>
        </p:nvSpPr>
        <p:spPr>
          <a:xfrm>
            <a:off x="70783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Rectangle 52">
            <a:extLst>
              <a:ext uri="{FF2B5EF4-FFF2-40B4-BE49-F238E27FC236}">
                <a16:creationId xmlns:a16="http://schemas.microsoft.com/office/drawing/2014/main" id="{E5D82F10-19E9-1914-E6EE-276BAB3D391A}"/>
              </a:ext>
            </a:extLst>
          </p:cNvPr>
          <p:cNvSpPr/>
          <p:nvPr/>
        </p:nvSpPr>
        <p:spPr>
          <a:xfrm>
            <a:off x="72307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C218930D-D495-0117-33DE-0D198F4F52DC}"/>
              </a:ext>
            </a:extLst>
          </p:cNvPr>
          <p:cNvSpPr/>
          <p:nvPr/>
        </p:nvSpPr>
        <p:spPr>
          <a:xfrm>
            <a:off x="73831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 name="Rectangle 54">
            <a:extLst>
              <a:ext uri="{FF2B5EF4-FFF2-40B4-BE49-F238E27FC236}">
                <a16:creationId xmlns:a16="http://schemas.microsoft.com/office/drawing/2014/main" id="{C0C73AE6-035E-752A-7787-0AC4A332D04B}"/>
              </a:ext>
            </a:extLst>
          </p:cNvPr>
          <p:cNvSpPr/>
          <p:nvPr/>
        </p:nvSpPr>
        <p:spPr>
          <a:xfrm>
            <a:off x="75355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63B56D08-84DC-1E26-3008-F735CF457D48}"/>
              </a:ext>
            </a:extLst>
          </p:cNvPr>
          <p:cNvSpPr/>
          <p:nvPr/>
        </p:nvSpPr>
        <p:spPr>
          <a:xfrm>
            <a:off x="76879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ight Brace 56">
            <a:extLst>
              <a:ext uri="{FF2B5EF4-FFF2-40B4-BE49-F238E27FC236}">
                <a16:creationId xmlns:a16="http://schemas.microsoft.com/office/drawing/2014/main" id="{EE979C8D-1260-5DF9-7AED-74CFCCBCD2C6}"/>
              </a:ext>
            </a:extLst>
          </p:cNvPr>
          <p:cNvSpPr/>
          <p:nvPr/>
        </p:nvSpPr>
        <p:spPr>
          <a:xfrm rot="16200000">
            <a:off x="7094236" y="1922474"/>
            <a:ext cx="200808" cy="12138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BBAC24DC-1013-EB27-D5D2-073CC5F63A5F}"/>
              </a:ext>
            </a:extLst>
          </p:cNvPr>
          <p:cNvCxnSpPr>
            <a:cxnSpLocks/>
          </p:cNvCxnSpPr>
          <p:nvPr/>
        </p:nvCxnSpPr>
        <p:spPr>
          <a:xfrm>
            <a:off x="6701506" y="3937481"/>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7FDC1DC3-EAE3-8539-8812-D044B4659061}"/>
              </a:ext>
            </a:extLst>
          </p:cNvPr>
          <p:cNvSpPr/>
          <p:nvPr/>
        </p:nvSpPr>
        <p:spPr>
          <a:xfrm>
            <a:off x="6587725"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034D72B5-BA2B-EDA9-48A0-4A3051D19B5F}"/>
              </a:ext>
            </a:extLst>
          </p:cNvPr>
          <p:cNvCxnSpPr>
            <a:stCxn id="44" idx="0"/>
          </p:cNvCxnSpPr>
          <p:nvPr/>
        </p:nvCxnSpPr>
        <p:spPr>
          <a:xfrm flipV="1">
            <a:off x="6146311" y="3601003"/>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8A4FDA9C-C504-6B13-6787-90DA2130EC67}"/>
              </a:ext>
            </a:extLst>
          </p:cNvPr>
          <p:cNvCxnSpPr/>
          <p:nvPr/>
        </p:nvCxnSpPr>
        <p:spPr>
          <a:xfrm flipV="1">
            <a:off x="6134708" y="3909337"/>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6DC40B6E-FAAA-2884-383E-23B560EBD009}"/>
              </a:ext>
            </a:extLst>
          </p:cNvPr>
          <p:cNvCxnSpPr/>
          <p:nvPr/>
        </p:nvCxnSpPr>
        <p:spPr>
          <a:xfrm flipV="1">
            <a:off x="6140607" y="4214402"/>
            <a:ext cx="441414" cy="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47B64232-8740-3D22-19F8-B669DF178E5F}"/>
              </a:ext>
            </a:extLst>
          </p:cNvPr>
          <p:cNvSpPr txBox="1"/>
          <p:nvPr/>
        </p:nvSpPr>
        <p:spPr>
          <a:xfrm>
            <a:off x="6500892" y="2067188"/>
            <a:ext cx="1546701" cy="338554"/>
          </a:xfrm>
          <a:prstGeom prst="rect">
            <a:avLst/>
          </a:prstGeom>
          <a:noFill/>
        </p:spPr>
        <p:txBody>
          <a:bodyPr wrap="square" rtlCol="0">
            <a:spAutoFit/>
          </a:bodyPr>
          <a:lstStyle/>
          <a:p>
            <a:r>
              <a:rPr lang="en-US" sz="1600" dirty="0"/>
              <a:t>motion encoder</a:t>
            </a:r>
          </a:p>
        </p:txBody>
      </p:sp>
      <p:cxnSp>
        <p:nvCxnSpPr>
          <p:cNvPr id="64" name="Straight Arrow Connector 63">
            <a:extLst>
              <a:ext uri="{FF2B5EF4-FFF2-40B4-BE49-F238E27FC236}">
                <a16:creationId xmlns:a16="http://schemas.microsoft.com/office/drawing/2014/main" id="{95D83623-DAB2-60C9-2526-85F2D396A69D}"/>
              </a:ext>
            </a:extLst>
          </p:cNvPr>
          <p:cNvCxnSpPr>
            <a:cxnSpLocks/>
          </p:cNvCxnSpPr>
          <p:nvPr/>
        </p:nvCxnSpPr>
        <p:spPr>
          <a:xfrm>
            <a:off x="7787745" y="3909337"/>
            <a:ext cx="11495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Rectangle 64">
            <a:extLst>
              <a:ext uri="{FF2B5EF4-FFF2-40B4-BE49-F238E27FC236}">
                <a16:creationId xmlns:a16="http://schemas.microsoft.com/office/drawing/2014/main" id="{2D5E1645-AFC4-156B-633E-43E0849F0E61}"/>
              </a:ext>
            </a:extLst>
          </p:cNvPr>
          <p:cNvSpPr/>
          <p:nvPr/>
        </p:nvSpPr>
        <p:spPr>
          <a:xfrm>
            <a:off x="2151282" y="2694229"/>
            <a:ext cx="5797892" cy="2458018"/>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1F02C1D1-2037-C331-ECA2-67B275D43C85}"/>
              </a:ext>
            </a:extLst>
          </p:cNvPr>
          <p:cNvSpPr txBox="1"/>
          <p:nvPr/>
        </p:nvSpPr>
        <p:spPr>
          <a:xfrm>
            <a:off x="1031605" y="5794118"/>
            <a:ext cx="8889228" cy="923330"/>
          </a:xfrm>
          <a:prstGeom prst="rect">
            <a:avLst/>
          </a:prstGeom>
          <a:noFill/>
        </p:spPr>
        <p:txBody>
          <a:bodyPr wrap="none" rtlCol="0">
            <a:spAutoFit/>
          </a:bodyPr>
          <a:lstStyle/>
          <a:p>
            <a:pPr marL="285750" indent="-285750">
              <a:buFont typeface="Arial" panose="020B0604020202020204" pitchFamily="34" charset="0"/>
              <a:buChar char="•"/>
            </a:pPr>
            <a:r>
              <a:rPr lang="en-US" dirty="0"/>
              <a:t>integrate image fusion and motion encoder into the chip</a:t>
            </a:r>
          </a:p>
          <a:p>
            <a:pPr marL="285750" indent="-285750">
              <a:buFont typeface="Arial" panose="020B0604020202020204" pitchFamily="34" charset="0"/>
              <a:buChar char="•"/>
            </a:pPr>
            <a:r>
              <a:rPr lang="en-US" dirty="0"/>
              <a:t>output feature maps will contain motion information which reduces the frame rate</a:t>
            </a:r>
          </a:p>
          <a:p>
            <a:pPr marL="285750" indent="-285750">
              <a:buFont typeface="Arial" panose="020B0604020202020204" pitchFamily="34" charset="0"/>
              <a:buChar char="•"/>
            </a:pPr>
            <a:r>
              <a:rPr lang="en-US" dirty="0"/>
              <a:t>100M IQ baseband samples/s for wireless sensing and communication e.g. MIMO OFDMA</a:t>
            </a:r>
          </a:p>
        </p:txBody>
      </p:sp>
      <p:grpSp>
        <p:nvGrpSpPr>
          <p:cNvPr id="69" name="Group 68">
            <a:extLst>
              <a:ext uri="{FF2B5EF4-FFF2-40B4-BE49-F238E27FC236}">
                <a16:creationId xmlns:a16="http://schemas.microsoft.com/office/drawing/2014/main" id="{F98F5BB9-EFA2-02C7-883B-8CAA53E229A2}"/>
              </a:ext>
            </a:extLst>
          </p:cNvPr>
          <p:cNvGrpSpPr/>
          <p:nvPr/>
        </p:nvGrpSpPr>
        <p:grpSpPr>
          <a:xfrm>
            <a:off x="2341412" y="3655988"/>
            <a:ext cx="709353" cy="513285"/>
            <a:chOff x="2334653" y="2943732"/>
            <a:chExt cx="709353" cy="513285"/>
          </a:xfrm>
        </p:grpSpPr>
        <p:sp>
          <p:nvSpPr>
            <p:cNvPr id="70" name="Rectangle 69">
              <a:extLst>
                <a:ext uri="{FF2B5EF4-FFF2-40B4-BE49-F238E27FC236}">
                  <a16:creationId xmlns:a16="http://schemas.microsoft.com/office/drawing/2014/main" id="{513270F4-38AE-E1FC-9DC9-E75031698330}"/>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85D1DF74-4395-8AE1-97E2-73E9CE0E1017}"/>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DD686411-1BED-F4FB-BFFE-41036F5FF42C}"/>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4B4EB9B9-0FB2-8A7A-8D77-FB3FEB77E11F}"/>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09B1AFBD-88C0-454E-A6EE-1F6EF231DA49}"/>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1B67E951-540A-67A5-6D3D-73C7F9BF44BE}"/>
              </a:ext>
            </a:extLst>
          </p:cNvPr>
          <p:cNvGrpSpPr/>
          <p:nvPr/>
        </p:nvGrpSpPr>
        <p:grpSpPr>
          <a:xfrm>
            <a:off x="2332270" y="4444590"/>
            <a:ext cx="709353" cy="513285"/>
            <a:chOff x="2334653" y="2943732"/>
            <a:chExt cx="709353" cy="513285"/>
          </a:xfrm>
        </p:grpSpPr>
        <p:sp>
          <p:nvSpPr>
            <p:cNvPr id="76" name="Rectangle 75">
              <a:extLst>
                <a:ext uri="{FF2B5EF4-FFF2-40B4-BE49-F238E27FC236}">
                  <a16:creationId xmlns:a16="http://schemas.microsoft.com/office/drawing/2014/main" id="{87E8672C-3CBD-1169-91CE-EE101A29BB5A}"/>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821948C3-CD70-607F-060A-531647991306}"/>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Rectangle 77">
              <a:extLst>
                <a:ext uri="{FF2B5EF4-FFF2-40B4-BE49-F238E27FC236}">
                  <a16:creationId xmlns:a16="http://schemas.microsoft.com/office/drawing/2014/main" id="{9C0955DE-DEF4-98EC-F6F9-8B229A718CEE}"/>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B9EC4CC7-39BB-519A-D060-EB7836682C64}"/>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Rectangle 79">
              <a:extLst>
                <a:ext uri="{FF2B5EF4-FFF2-40B4-BE49-F238E27FC236}">
                  <a16:creationId xmlns:a16="http://schemas.microsoft.com/office/drawing/2014/main" id="{553DA47C-6D28-6F2A-D51F-7B4BE8D7511F}"/>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704475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E6CF25-A975-58D2-905D-296D7A221CA0}"/>
              </a:ext>
            </a:extLst>
          </p:cNvPr>
          <p:cNvGraphicFramePr>
            <a:graphicFrameLocks noGrp="1"/>
          </p:cNvGraphicFramePr>
          <p:nvPr/>
        </p:nvGraphicFramePr>
        <p:xfrm>
          <a:off x="838200" y="2110202"/>
          <a:ext cx="11038703" cy="1854200"/>
        </p:xfrm>
        <a:graphic>
          <a:graphicData uri="http://schemas.openxmlformats.org/drawingml/2006/table">
            <a:tbl>
              <a:tblPr firstRow="1" bandRow="1">
                <a:tableStyleId>{073A0DAA-6AF3-43AB-8588-CEC1D06C72B9}</a:tableStyleId>
              </a:tblPr>
              <a:tblGrid>
                <a:gridCol w="7068065">
                  <a:extLst>
                    <a:ext uri="{9D8B030D-6E8A-4147-A177-3AD203B41FA5}">
                      <a16:colId xmlns:a16="http://schemas.microsoft.com/office/drawing/2014/main" val="863589550"/>
                    </a:ext>
                  </a:extLst>
                </a:gridCol>
                <a:gridCol w="889687">
                  <a:extLst>
                    <a:ext uri="{9D8B030D-6E8A-4147-A177-3AD203B41FA5}">
                      <a16:colId xmlns:a16="http://schemas.microsoft.com/office/drawing/2014/main" val="1383062994"/>
                    </a:ext>
                  </a:extLst>
                </a:gridCol>
                <a:gridCol w="3080951">
                  <a:extLst>
                    <a:ext uri="{9D8B030D-6E8A-4147-A177-3AD203B41FA5}">
                      <a16:colId xmlns:a16="http://schemas.microsoft.com/office/drawing/2014/main" val="3523149373"/>
                    </a:ext>
                  </a:extLst>
                </a:gridCol>
              </a:tblGrid>
              <a:tr h="370840">
                <a:tc>
                  <a:txBody>
                    <a:bodyPr/>
                    <a:lstStyle/>
                    <a:p>
                      <a:r>
                        <a:rPr lang="en-US" dirty="0"/>
                        <a:t>Paper</a:t>
                      </a:r>
                    </a:p>
                  </a:txBody>
                  <a:tcPr/>
                </a:tc>
                <a:tc>
                  <a:txBody>
                    <a:bodyPr/>
                    <a:lstStyle/>
                    <a:p>
                      <a:r>
                        <a:rPr lang="en-US" dirty="0"/>
                        <a:t>Year</a:t>
                      </a:r>
                    </a:p>
                  </a:txBody>
                  <a:tcPr/>
                </a:tc>
                <a:tc>
                  <a:txBody>
                    <a:bodyPr/>
                    <a:lstStyle/>
                    <a:p>
                      <a:endParaRPr lang="en-US" dirty="0"/>
                    </a:p>
                  </a:txBody>
                  <a:tcPr/>
                </a:tc>
                <a:extLst>
                  <a:ext uri="{0D108BD9-81ED-4DB2-BD59-A6C34878D82A}">
                    <a16:rowId xmlns:a16="http://schemas.microsoft.com/office/drawing/2014/main" val="4248461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A Simple Framework for Contrastive Learning of Visual Representations</a:t>
                      </a:r>
                      <a:endParaRPr lang="en-US" dirty="0"/>
                    </a:p>
                  </a:txBody>
                  <a:tcPr/>
                </a:tc>
                <a:tc>
                  <a:txBody>
                    <a:bodyPr/>
                    <a:lstStyle/>
                    <a:p>
                      <a:r>
                        <a:rPr lang="en-US" dirty="0"/>
                        <a:t>2020</a:t>
                      </a:r>
                    </a:p>
                  </a:txBody>
                  <a:tcPr/>
                </a:tc>
                <a:tc>
                  <a:txBody>
                    <a:bodyPr/>
                    <a:lstStyle/>
                    <a:p>
                      <a:r>
                        <a:rPr lang="en-US" dirty="0"/>
                        <a:t>random crop and rescale</a:t>
                      </a:r>
                    </a:p>
                  </a:txBody>
                  <a:tcPr/>
                </a:tc>
                <a:extLst>
                  <a:ext uri="{0D108BD9-81ED-4DB2-BD59-A6C34878D82A}">
                    <a16:rowId xmlns:a16="http://schemas.microsoft.com/office/drawing/2014/main" val="32860172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Bootstrap Your Own Latent A New Approach to Self-Supervised Learning</a:t>
                      </a:r>
                      <a:endParaRPr lang="en-US" dirty="0"/>
                    </a:p>
                  </a:txBody>
                  <a:tcPr/>
                </a:tc>
                <a:tc>
                  <a:txBody>
                    <a:bodyPr/>
                    <a:lstStyle/>
                    <a:p>
                      <a:r>
                        <a:rPr lang="en-US" dirty="0"/>
                        <a:t>2020</a:t>
                      </a:r>
                    </a:p>
                  </a:txBody>
                  <a:tcPr/>
                </a:tc>
                <a:tc>
                  <a:txBody>
                    <a:bodyPr/>
                    <a:lstStyle/>
                    <a:p>
                      <a:r>
                        <a:rPr lang="en-US" dirty="0"/>
                        <a:t>positive pairs only</a:t>
                      </a:r>
                    </a:p>
                  </a:txBody>
                  <a:tcPr/>
                </a:tc>
                <a:extLst>
                  <a:ext uri="{0D108BD9-81ED-4DB2-BD59-A6C34878D82A}">
                    <a16:rowId xmlns:a16="http://schemas.microsoft.com/office/drawing/2014/main" val="1402044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5"/>
                        </a:rPr>
                        <a:t>Emerging Properties in Self-Supervised Vision Transformers</a:t>
                      </a:r>
                      <a:endParaRPr lang="en-US" dirty="0"/>
                    </a:p>
                  </a:txBody>
                  <a:tcPr/>
                </a:tc>
                <a:tc>
                  <a:txBody>
                    <a:bodyPr/>
                    <a:lstStyle/>
                    <a:p>
                      <a:r>
                        <a:rPr lang="en-US" dirty="0"/>
                        <a:t>2021</a:t>
                      </a:r>
                    </a:p>
                  </a:txBody>
                  <a:tcPr/>
                </a:tc>
                <a:tc>
                  <a:txBody>
                    <a:bodyPr/>
                    <a:lstStyle/>
                    <a:p>
                      <a:r>
                        <a:rPr lang="en-US" dirty="0"/>
                        <a:t>our baseline method (DINO)</a:t>
                      </a:r>
                    </a:p>
                  </a:txBody>
                  <a:tcPr/>
                </a:tc>
                <a:extLst>
                  <a:ext uri="{0D108BD9-81ED-4DB2-BD59-A6C34878D82A}">
                    <a16:rowId xmlns:a16="http://schemas.microsoft.com/office/drawing/2014/main" val="10978321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6"/>
                        </a:rPr>
                        <a:t>The (Un)Surprising Effectiveness of Pre-Trained Vision Models for Control</a:t>
                      </a:r>
                      <a:endParaRPr lang="en-US" dirty="0"/>
                    </a:p>
                  </a:txBody>
                  <a:tcPr/>
                </a:tc>
                <a:tc>
                  <a:txBody>
                    <a:bodyPr/>
                    <a:lstStyle/>
                    <a:p>
                      <a:r>
                        <a:rPr lang="en-US" dirty="0"/>
                        <a:t>2022</a:t>
                      </a:r>
                    </a:p>
                  </a:txBody>
                  <a:tcPr/>
                </a:tc>
                <a:tc>
                  <a:txBody>
                    <a:bodyPr/>
                    <a:lstStyle/>
                    <a:p>
                      <a:r>
                        <a:rPr lang="en-US" dirty="0"/>
                        <a:t>robot demo</a:t>
                      </a:r>
                    </a:p>
                  </a:txBody>
                  <a:tcPr/>
                </a:tc>
                <a:extLst>
                  <a:ext uri="{0D108BD9-81ED-4DB2-BD59-A6C34878D82A}">
                    <a16:rowId xmlns:a16="http://schemas.microsoft.com/office/drawing/2014/main" val="4112363682"/>
                  </a:ext>
                </a:extLst>
              </a:tr>
            </a:tbl>
          </a:graphicData>
        </a:graphic>
      </p:graphicFrame>
      <p:pic>
        <p:nvPicPr>
          <p:cNvPr id="5" name="Picture 4">
            <a:extLst>
              <a:ext uri="{FF2B5EF4-FFF2-40B4-BE49-F238E27FC236}">
                <a16:creationId xmlns:a16="http://schemas.microsoft.com/office/drawing/2014/main" id="{B85B9572-7D13-ECE5-AD79-3DC2823626C3}"/>
              </a:ext>
            </a:extLst>
          </p:cNvPr>
          <p:cNvPicPr>
            <a:picLocks noChangeAspect="1"/>
          </p:cNvPicPr>
          <p:nvPr/>
        </p:nvPicPr>
        <p:blipFill>
          <a:blip r:embed="rId7"/>
          <a:stretch>
            <a:fillRect/>
          </a:stretch>
        </p:blipFill>
        <p:spPr>
          <a:xfrm>
            <a:off x="8830060" y="4536316"/>
            <a:ext cx="2427975" cy="1584077"/>
          </a:xfrm>
          <a:prstGeom prst="rect">
            <a:avLst/>
          </a:prstGeom>
        </p:spPr>
      </p:pic>
      <p:pic>
        <p:nvPicPr>
          <p:cNvPr id="8" name="Picture 7">
            <a:extLst>
              <a:ext uri="{FF2B5EF4-FFF2-40B4-BE49-F238E27FC236}">
                <a16:creationId xmlns:a16="http://schemas.microsoft.com/office/drawing/2014/main" id="{27862358-90FB-11AF-9A74-F142B5706F64}"/>
              </a:ext>
            </a:extLst>
          </p:cNvPr>
          <p:cNvPicPr>
            <a:picLocks noChangeAspect="1"/>
          </p:cNvPicPr>
          <p:nvPr/>
        </p:nvPicPr>
        <p:blipFill>
          <a:blip r:embed="rId8"/>
          <a:stretch>
            <a:fillRect/>
          </a:stretch>
        </p:blipFill>
        <p:spPr>
          <a:xfrm>
            <a:off x="4538146" y="4278782"/>
            <a:ext cx="2666871" cy="2301641"/>
          </a:xfrm>
          <a:prstGeom prst="rect">
            <a:avLst/>
          </a:prstGeom>
        </p:spPr>
      </p:pic>
      <p:pic>
        <p:nvPicPr>
          <p:cNvPr id="10" name="Picture 9">
            <a:extLst>
              <a:ext uri="{FF2B5EF4-FFF2-40B4-BE49-F238E27FC236}">
                <a16:creationId xmlns:a16="http://schemas.microsoft.com/office/drawing/2014/main" id="{7B4D38FC-42D6-F8A9-B15C-B040602FACA6}"/>
              </a:ext>
            </a:extLst>
          </p:cNvPr>
          <p:cNvPicPr>
            <a:picLocks noChangeAspect="1"/>
          </p:cNvPicPr>
          <p:nvPr/>
        </p:nvPicPr>
        <p:blipFill>
          <a:blip r:embed="rId9"/>
          <a:stretch>
            <a:fillRect/>
          </a:stretch>
        </p:blipFill>
        <p:spPr>
          <a:xfrm>
            <a:off x="1119830" y="4752011"/>
            <a:ext cx="2254593" cy="1152686"/>
          </a:xfrm>
          <a:prstGeom prst="rect">
            <a:avLst/>
          </a:prstGeom>
        </p:spPr>
      </p:pic>
      <p:sp>
        <p:nvSpPr>
          <p:cNvPr id="11" name="Title 10">
            <a:extLst>
              <a:ext uri="{FF2B5EF4-FFF2-40B4-BE49-F238E27FC236}">
                <a16:creationId xmlns:a16="http://schemas.microsoft.com/office/drawing/2014/main" id="{43F44C2A-3A95-D7EF-EAEB-ED08998DE991}"/>
              </a:ext>
            </a:extLst>
          </p:cNvPr>
          <p:cNvSpPr>
            <a:spLocks noGrp="1"/>
          </p:cNvSpPr>
          <p:nvPr>
            <p:ph type="title"/>
          </p:nvPr>
        </p:nvSpPr>
        <p:spPr/>
        <p:txBody>
          <a:bodyPr/>
          <a:lstStyle/>
          <a:p>
            <a:r>
              <a:rPr lang="en-US" dirty="0" err="1"/>
              <a:t>NeuVision</a:t>
            </a:r>
            <a:r>
              <a:rPr lang="en-US" dirty="0"/>
              <a:t> Robotics Demo Application</a:t>
            </a:r>
          </a:p>
        </p:txBody>
      </p:sp>
    </p:spTree>
    <p:extLst>
      <p:ext uri="{BB962C8B-B14F-4D97-AF65-F5344CB8AC3E}">
        <p14:creationId xmlns:p14="http://schemas.microsoft.com/office/powerpoint/2010/main" val="3893982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F3577-2000-A95F-6422-94B8607246B2}"/>
              </a:ext>
            </a:extLst>
          </p:cNvPr>
          <p:cNvSpPr>
            <a:spLocks noGrp="1"/>
          </p:cNvSpPr>
          <p:nvPr>
            <p:ph type="title"/>
          </p:nvPr>
        </p:nvSpPr>
        <p:spPr/>
        <p:txBody>
          <a:bodyPr/>
          <a:lstStyle/>
          <a:p>
            <a:r>
              <a:rPr lang="en-US" dirty="0"/>
              <a:t>APPENDIX</a:t>
            </a:r>
          </a:p>
        </p:txBody>
      </p:sp>
      <p:sp>
        <p:nvSpPr>
          <p:cNvPr id="3" name="Text Placeholder 2">
            <a:extLst>
              <a:ext uri="{FF2B5EF4-FFF2-40B4-BE49-F238E27FC236}">
                <a16:creationId xmlns:a16="http://schemas.microsoft.com/office/drawing/2014/main" id="{EF24DDCA-46BC-161F-612C-8209E7E2A10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43722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A1DC4-9997-AFF0-446C-058B2C5BB7C5}"/>
              </a:ext>
            </a:extLst>
          </p:cNvPr>
          <p:cNvSpPr>
            <a:spLocks noGrp="1"/>
          </p:cNvSpPr>
          <p:nvPr>
            <p:ph type="title"/>
          </p:nvPr>
        </p:nvSpPr>
        <p:spPr/>
        <p:txBody>
          <a:bodyPr/>
          <a:lstStyle/>
          <a:p>
            <a:r>
              <a:rPr lang="en-US"/>
              <a:t>Risks</a:t>
            </a:r>
            <a:endParaRPr lang="en-US" i="1" dirty="0"/>
          </a:p>
        </p:txBody>
      </p:sp>
      <p:graphicFrame>
        <p:nvGraphicFramePr>
          <p:cNvPr id="4" name="Content Placeholder 3">
            <a:extLst>
              <a:ext uri="{FF2B5EF4-FFF2-40B4-BE49-F238E27FC236}">
                <a16:creationId xmlns:a16="http://schemas.microsoft.com/office/drawing/2014/main" id="{94ED1F59-D305-D556-9615-FE4919B3CC01}"/>
              </a:ext>
            </a:extLst>
          </p:cNvPr>
          <p:cNvGraphicFramePr>
            <a:graphicFrameLocks noGrp="1"/>
          </p:cNvGraphicFramePr>
          <p:nvPr>
            <p:ph idx="1"/>
            <p:extLst>
              <p:ext uri="{D42A27DB-BD31-4B8C-83A1-F6EECF244321}">
                <p14:modId xmlns:p14="http://schemas.microsoft.com/office/powerpoint/2010/main" val="3597371076"/>
              </p:ext>
            </p:extLst>
          </p:nvPr>
        </p:nvGraphicFramePr>
        <p:xfrm>
          <a:off x="838200" y="1825625"/>
          <a:ext cx="10769600" cy="2570480"/>
        </p:xfrm>
        <a:graphic>
          <a:graphicData uri="http://schemas.openxmlformats.org/drawingml/2006/table">
            <a:tbl>
              <a:tblPr firstRow="1" bandRow="1">
                <a:tableStyleId>{5C22544A-7EE6-4342-B048-85BDC9FD1C3A}</a:tableStyleId>
              </a:tblPr>
              <a:tblGrid>
                <a:gridCol w="4309575">
                  <a:extLst>
                    <a:ext uri="{9D8B030D-6E8A-4147-A177-3AD203B41FA5}">
                      <a16:colId xmlns:a16="http://schemas.microsoft.com/office/drawing/2014/main" val="3529871074"/>
                    </a:ext>
                  </a:extLst>
                </a:gridCol>
                <a:gridCol w="823763">
                  <a:extLst>
                    <a:ext uri="{9D8B030D-6E8A-4147-A177-3AD203B41FA5}">
                      <a16:colId xmlns:a16="http://schemas.microsoft.com/office/drawing/2014/main" val="150137383"/>
                    </a:ext>
                  </a:extLst>
                </a:gridCol>
                <a:gridCol w="5636262">
                  <a:extLst>
                    <a:ext uri="{9D8B030D-6E8A-4147-A177-3AD203B41FA5}">
                      <a16:colId xmlns:a16="http://schemas.microsoft.com/office/drawing/2014/main" val="602681749"/>
                    </a:ext>
                  </a:extLst>
                </a:gridCol>
              </a:tblGrid>
              <a:tr h="370840">
                <a:tc>
                  <a:txBody>
                    <a:bodyPr/>
                    <a:lstStyle/>
                    <a:p>
                      <a:r>
                        <a:rPr lang="en-US" dirty="0"/>
                        <a:t>Risk</a:t>
                      </a:r>
                    </a:p>
                  </a:txBody>
                  <a:tcPr/>
                </a:tc>
                <a:tc>
                  <a:txBody>
                    <a:bodyPr/>
                    <a:lstStyle/>
                    <a:p>
                      <a:r>
                        <a:rPr lang="en-US" dirty="0" err="1"/>
                        <a:t>Sev</a:t>
                      </a:r>
                      <a:endParaRPr lang="en-US" dirty="0"/>
                    </a:p>
                  </a:txBody>
                  <a:tcPr/>
                </a:tc>
                <a:tc>
                  <a:txBody>
                    <a:bodyPr/>
                    <a:lstStyle/>
                    <a:p>
                      <a:r>
                        <a:rPr lang="en-US" dirty="0"/>
                        <a:t>Mitigation</a:t>
                      </a:r>
                    </a:p>
                  </a:txBody>
                  <a:tcPr/>
                </a:tc>
                <a:extLst>
                  <a:ext uri="{0D108BD9-81ED-4DB2-BD59-A6C34878D82A}">
                    <a16:rowId xmlns:a16="http://schemas.microsoft.com/office/drawing/2014/main" val="1232074156"/>
                  </a:ext>
                </a:extLst>
              </a:tr>
              <a:tr h="370840">
                <a:tc>
                  <a:txBody>
                    <a:bodyPr/>
                    <a:lstStyle/>
                    <a:p>
                      <a:r>
                        <a:rPr lang="en-US" dirty="0"/>
                        <a:t>negative effects of integer quantization </a:t>
                      </a:r>
                    </a:p>
                  </a:txBody>
                  <a:tcPr/>
                </a:tc>
                <a:tc>
                  <a:txBody>
                    <a:bodyPr/>
                    <a:lstStyle/>
                    <a:p>
                      <a:endParaRPr lang="en-US"/>
                    </a:p>
                  </a:txBody>
                  <a:tcPr/>
                </a:tc>
                <a:tc>
                  <a:txBody>
                    <a:bodyPr/>
                    <a:lstStyle/>
                    <a:p>
                      <a:r>
                        <a:rPr lang="en-US" dirty="0"/>
                        <a:t>POR use </a:t>
                      </a:r>
                      <a:r>
                        <a:rPr lang="en-US" dirty="0" err="1"/>
                        <a:t>TFLite</a:t>
                      </a:r>
                      <a:r>
                        <a:rPr lang="en-US" dirty="0"/>
                        <a:t> signed integer 8b weights, 16b activations</a:t>
                      </a:r>
                      <a:br>
                        <a:rPr lang="en-US" dirty="0"/>
                      </a:br>
                      <a:r>
                        <a:rPr lang="en-US" dirty="0"/>
                        <a:t>Straightforward to switch to 8b/16b floating point as a fallback</a:t>
                      </a:r>
                    </a:p>
                  </a:txBody>
                  <a:tcPr/>
                </a:tc>
                <a:extLst>
                  <a:ext uri="{0D108BD9-81ED-4DB2-BD59-A6C34878D82A}">
                    <a16:rowId xmlns:a16="http://schemas.microsoft.com/office/drawing/2014/main" val="1399929031"/>
                  </a:ext>
                </a:extLst>
              </a:tr>
              <a:tr h="370840">
                <a:tc>
                  <a:txBody>
                    <a:bodyPr/>
                    <a:lstStyle/>
                    <a:p>
                      <a:r>
                        <a:rPr lang="en-US" dirty="0"/>
                        <a:t>no batch normalization or skip connections</a:t>
                      </a:r>
                    </a:p>
                  </a:txBody>
                  <a:tcPr/>
                </a:tc>
                <a:tc>
                  <a:txBody>
                    <a:bodyPr/>
                    <a:lstStyle/>
                    <a:p>
                      <a:endParaRPr lang="en-US" dirty="0"/>
                    </a:p>
                  </a:txBody>
                  <a:tcPr/>
                </a:tc>
                <a:tc>
                  <a:txBody>
                    <a:bodyPr/>
                    <a:lstStyle/>
                    <a:p>
                      <a:r>
                        <a:rPr lang="en-US" dirty="0"/>
                        <a:t>POR use RELU activations with reduced learning rate</a:t>
                      </a:r>
                      <a:br>
                        <a:rPr lang="en-US" dirty="0"/>
                      </a:br>
                      <a:r>
                        <a:rPr lang="en-US" dirty="0"/>
                        <a:t>Straightforward to support SELU using 64Kx16 SRAM LUT as a fallback</a:t>
                      </a:r>
                    </a:p>
                  </a:txBody>
                  <a:tcPr/>
                </a:tc>
                <a:extLst>
                  <a:ext uri="{0D108BD9-81ED-4DB2-BD59-A6C34878D82A}">
                    <a16:rowId xmlns:a16="http://schemas.microsoft.com/office/drawing/2014/main" val="3109872149"/>
                  </a:ext>
                </a:extLst>
              </a:tr>
              <a:tr h="370840">
                <a:tc>
                  <a:txBody>
                    <a:bodyPr/>
                    <a:lstStyle/>
                    <a:p>
                      <a:r>
                        <a:rPr lang="en-US" dirty="0"/>
                        <a:t>MIPI burstiness due to vertical blanking</a:t>
                      </a:r>
                    </a:p>
                  </a:txBody>
                  <a:tcPr/>
                </a:tc>
                <a:tc>
                  <a:txBody>
                    <a:bodyPr/>
                    <a:lstStyle/>
                    <a:p>
                      <a:endParaRPr lang="en-US" dirty="0"/>
                    </a:p>
                  </a:txBody>
                  <a:tcPr/>
                </a:tc>
                <a:tc>
                  <a:txBody>
                    <a:bodyPr/>
                    <a:lstStyle/>
                    <a:p>
                      <a:r>
                        <a:rPr lang="en-US" dirty="0"/>
                        <a:t>CNN throughput is specified as a row time, not frame time</a:t>
                      </a:r>
                    </a:p>
                  </a:txBody>
                  <a:tcPr/>
                </a:tc>
                <a:extLst>
                  <a:ext uri="{0D108BD9-81ED-4DB2-BD59-A6C34878D82A}">
                    <a16:rowId xmlns:a16="http://schemas.microsoft.com/office/drawing/2014/main" val="3406955404"/>
                  </a:ext>
                </a:extLst>
              </a:tr>
            </a:tbl>
          </a:graphicData>
        </a:graphic>
      </p:graphicFrame>
    </p:spTree>
    <p:extLst>
      <p:ext uri="{BB962C8B-B14F-4D97-AF65-F5344CB8AC3E}">
        <p14:creationId xmlns:p14="http://schemas.microsoft.com/office/powerpoint/2010/main" val="152701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658F-1A4B-7C7F-06D2-9C80F4B23081}"/>
              </a:ext>
            </a:extLst>
          </p:cNvPr>
          <p:cNvSpPr>
            <a:spLocks noGrp="1"/>
          </p:cNvSpPr>
          <p:nvPr>
            <p:ph type="title"/>
          </p:nvPr>
        </p:nvSpPr>
        <p:spPr/>
        <p:txBody>
          <a:bodyPr/>
          <a:lstStyle/>
          <a:p>
            <a:r>
              <a:rPr lang="en-US" dirty="0"/>
              <a:t>MIPI SoC platforms exceed the cost of the image sensor</a:t>
            </a:r>
          </a:p>
        </p:txBody>
      </p:sp>
      <p:pic>
        <p:nvPicPr>
          <p:cNvPr id="3" name="Picture 2">
            <a:extLst>
              <a:ext uri="{FF2B5EF4-FFF2-40B4-BE49-F238E27FC236}">
                <a16:creationId xmlns:a16="http://schemas.microsoft.com/office/drawing/2014/main" id="{4ACE2CE4-831E-4CED-B83D-9C245D7E5C74}"/>
              </a:ext>
            </a:extLst>
          </p:cNvPr>
          <p:cNvPicPr>
            <a:picLocks noChangeAspect="1"/>
          </p:cNvPicPr>
          <p:nvPr/>
        </p:nvPicPr>
        <p:blipFill>
          <a:blip r:embed="rId2"/>
          <a:stretch>
            <a:fillRect/>
          </a:stretch>
        </p:blipFill>
        <p:spPr>
          <a:xfrm>
            <a:off x="2467412" y="2215642"/>
            <a:ext cx="2460731" cy="3978613"/>
          </a:xfrm>
          <a:prstGeom prst="rect">
            <a:avLst/>
          </a:prstGeom>
        </p:spPr>
      </p:pic>
    </p:spTree>
    <p:extLst>
      <p:ext uri="{BB962C8B-B14F-4D97-AF65-F5344CB8AC3E}">
        <p14:creationId xmlns:p14="http://schemas.microsoft.com/office/powerpoint/2010/main" val="938464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41B49-19DA-027D-C03B-8423E8A9524A}"/>
              </a:ext>
            </a:extLst>
          </p:cNvPr>
          <p:cNvSpPr>
            <a:spLocks noGrp="1"/>
          </p:cNvSpPr>
          <p:nvPr>
            <p:ph type="title"/>
          </p:nvPr>
        </p:nvSpPr>
        <p:spPr/>
        <p:txBody>
          <a:bodyPr/>
          <a:lstStyle/>
          <a:p>
            <a:r>
              <a:rPr lang="en-US" dirty="0"/>
              <a:t>Image Encoder Product Options</a:t>
            </a:r>
          </a:p>
        </p:txBody>
      </p:sp>
      <p:graphicFrame>
        <p:nvGraphicFramePr>
          <p:cNvPr id="3" name="Table 2">
            <a:extLst>
              <a:ext uri="{FF2B5EF4-FFF2-40B4-BE49-F238E27FC236}">
                <a16:creationId xmlns:a16="http://schemas.microsoft.com/office/drawing/2014/main" id="{7F61ADF7-9A05-6D2A-E429-FD20047F4277}"/>
              </a:ext>
            </a:extLst>
          </p:cNvPr>
          <p:cNvGraphicFramePr>
            <a:graphicFrameLocks noGrp="1"/>
          </p:cNvGraphicFramePr>
          <p:nvPr>
            <p:extLst>
              <p:ext uri="{D42A27DB-BD31-4B8C-83A1-F6EECF244321}">
                <p14:modId xmlns:p14="http://schemas.microsoft.com/office/powerpoint/2010/main" val="4235505310"/>
              </p:ext>
            </p:extLst>
          </p:nvPr>
        </p:nvGraphicFramePr>
        <p:xfrm>
          <a:off x="839585" y="2157941"/>
          <a:ext cx="10123690" cy="1483360"/>
        </p:xfrm>
        <a:graphic>
          <a:graphicData uri="http://schemas.openxmlformats.org/drawingml/2006/table">
            <a:tbl>
              <a:tblPr firstRow="1" bandRow="1">
                <a:tableStyleId>{073A0DAA-6AF3-43AB-8588-CEC1D06C72B9}</a:tableStyleId>
              </a:tblPr>
              <a:tblGrid>
                <a:gridCol w="2284615">
                  <a:extLst>
                    <a:ext uri="{9D8B030D-6E8A-4147-A177-3AD203B41FA5}">
                      <a16:colId xmlns:a16="http://schemas.microsoft.com/office/drawing/2014/main" val="2677282155"/>
                    </a:ext>
                  </a:extLst>
                </a:gridCol>
                <a:gridCol w="2114550">
                  <a:extLst>
                    <a:ext uri="{9D8B030D-6E8A-4147-A177-3AD203B41FA5}">
                      <a16:colId xmlns:a16="http://schemas.microsoft.com/office/drawing/2014/main" val="3297906449"/>
                    </a:ext>
                  </a:extLst>
                </a:gridCol>
                <a:gridCol w="2276476">
                  <a:extLst>
                    <a:ext uri="{9D8B030D-6E8A-4147-A177-3AD203B41FA5}">
                      <a16:colId xmlns:a16="http://schemas.microsoft.com/office/drawing/2014/main" val="624642170"/>
                    </a:ext>
                  </a:extLst>
                </a:gridCol>
                <a:gridCol w="3448049">
                  <a:extLst>
                    <a:ext uri="{9D8B030D-6E8A-4147-A177-3AD203B41FA5}">
                      <a16:colId xmlns:a16="http://schemas.microsoft.com/office/drawing/2014/main" val="246442033"/>
                    </a:ext>
                  </a:extLst>
                </a:gridCol>
              </a:tblGrid>
              <a:tr h="370840">
                <a:tc>
                  <a:txBody>
                    <a:bodyPr/>
                    <a:lstStyle/>
                    <a:p>
                      <a:r>
                        <a:rPr lang="en-US" dirty="0" err="1"/>
                        <a:t>NeuVision</a:t>
                      </a:r>
                      <a:r>
                        <a:rPr lang="en-US" dirty="0"/>
                        <a:t> Product</a:t>
                      </a:r>
                    </a:p>
                  </a:txBody>
                  <a:tcPr/>
                </a:tc>
                <a:tc>
                  <a:txBody>
                    <a:bodyPr/>
                    <a:lstStyle/>
                    <a:p>
                      <a:r>
                        <a:rPr lang="en-US" dirty="0"/>
                        <a:t>Model Architecture</a:t>
                      </a:r>
                    </a:p>
                  </a:txBody>
                  <a:tcPr/>
                </a:tc>
                <a:tc>
                  <a:txBody>
                    <a:bodyPr/>
                    <a:lstStyle/>
                    <a:p>
                      <a:r>
                        <a:rPr lang="en-US" dirty="0"/>
                        <a:t>Model Weights</a:t>
                      </a:r>
                    </a:p>
                  </a:txBody>
                  <a:tcPr/>
                </a:tc>
                <a:tc>
                  <a:txBody>
                    <a:bodyPr/>
                    <a:lstStyle/>
                    <a:p>
                      <a:r>
                        <a:rPr lang="en-US" dirty="0"/>
                        <a:t>Scalability</a:t>
                      </a:r>
                    </a:p>
                  </a:txBody>
                  <a:tcPr/>
                </a:tc>
                <a:extLst>
                  <a:ext uri="{0D108BD9-81ED-4DB2-BD59-A6C34878D82A}">
                    <a16:rowId xmlns:a16="http://schemas.microsoft.com/office/drawing/2014/main" val="1811109416"/>
                  </a:ext>
                </a:extLst>
              </a:tr>
              <a:tr h="370840">
                <a:tc>
                  <a:txBody>
                    <a:bodyPr/>
                    <a:lstStyle/>
                    <a:p>
                      <a:r>
                        <a:rPr lang="en-US" dirty="0"/>
                        <a:t>IE-FPGA</a:t>
                      </a:r>
                    </a:p>
                  </a:txBody>
                  <a:tcPr/>
                </a:tc>
                <a:tc>
                  <a:txBody>
                    <a:bodyPr/>
                    <a:lstStyle/>
                    <a:p>
                      <a:r>
                        <a:rPr lang="en-US" dirty="0">
                          <a:highlight>
                            <a:srgbClr val="00FF00"/>
                          </a:highlight>
                        </a:rPr>
                        <a:t>reconfigurable</a:t>
                      </a:r>
                    </a:p>
                  </a:txBody>
                  <a:tcPr/>
                </a:tc>
                <a:tc>
                  <a:txBody>
                    <a:bodyPr/>
                    <a:lstStyle/>
                    <a:p>
                      <a:r>
                        <a:rPr lang="en-US" dirty="0">
                          <a:highlight>
                            <a:srgbClr val="00FF00"/>
                          </a:highlight>
                        </a:rPr>
                        <a:t>reconfigurable</a:t>
                      </a:r>
                    </a:p>
                  </a:txBody>
                  <a:tcPr/>
                </a:tc>
                <a:tc>
                  <a:txBody>
                    <a:bodyPr/>
                    <a:lstStyle/>
                    <a:p>
                      <a:r>
                        <a:rPr lang="en-US" dirty="0">
                          <a:highlight>
                            <a:srgbClr val="FFFF00"/>
                          </a:highlight>
                        </a:rPr>
                        <a:t>&lt;1M weights, &lt;1 TOP, </a:t>
                      </a:r>
                      <a:r>
                        <a:rPr lang="en-US" dirty="0" err="1">
                          <a:highlight>
                            <a:srgbClr val="FFFF00"/>
                          </a:highlight>
                        </a:rPr>
                        <a:t>chiplets</a:t>
                      </a:r>
                      <a:r>
                        <a:rPr lang="en-US" dirty="0">
                          <a:highlight>
                            <a:srgbClr val="FFFF00"/>
                          </a:highlight>
                        </a:rPr>
                        <a:t>?</a:t>
                      </a:r>
                    </a:p>
                  </a:txBody>
                  <a:tcPr/>
                </a:tc>
                <a:extLst>
                  <a:ext uri="{0D108BD9-81ED-4DB2-BD59-A6C34878D82A}">
                    <a16:rowId xmlns:a16="http://schemas.microsoft.com/office/drawing/2014/main" val="3941515938"/>
                  </a:ext>
                </a:extLst>
              </a:tr>
              <a:tr h="370840">
                <a:tc>
                  <a:txBody>
                    <a:bodyPr/>
                    <a:lstStyle/>
                    <a:p>
                      <a:r>
                        <a:rPr lang="en-US" b="1" dirty="0"/>
                        <a:t>IE-100-RAM</a:t>
                      </a:r>
                    </a:p>
                  </a:txBody>
                  <a:tcPr/>
                </a:tc>
                <a:tc>
                  <a:txBody>
                    <a:bodyPr/>
                    <a:lstStyle/>
                    <a:p>
                      <a:r>
                        <a:rPr lang="en-US" b="1" dirty="0"/>
                        <a:t>fixed VGG18</a:t>
                      </a:r>
                    </a:p>
                  </a:txBody>
                  <a:tcPr/>
                </a:tc>
                <a:tc>
                  <a:txBody>
                    <a:bodyPr/>
                    <a:lstStyle/>
                    <a:p>
                      <a:r>
                        <a:rPr lang="en-US" b="1" dirty="0">
                          <a:highlight>
                            <a:srgbClr val="00FF00"/>
                          </a:highlight>
                        </a:rPr>
                        <a:t>reconfigurable (RAM)</a:t>
                      </a:r>
                    </a:p>
                  </a:txBody>
                  <a:tcPr/>
                </a:tc>
                <a:tc>
                  <a:txBody>
                    <a:bodyPr/>
                    <a:lstStyle/>
                    <a:p>
                      <a:r>
                        <a:rPr lang="en-US" b="1" dirty="0">
                          <a:highlight>
                            <a:srgbClr val="00FF00"/>
                          </a:highlight>
                        </a:rPr>
                        <a:t>8M weights, 2 TOP</a:t>
                      </a:r>
                    </a:p>
                  </a:txBody>
                  <a:tcPr/>
                </a:tc>
                <a:extLst>
                  <a:ext uri="{0D108BD9-81ED-4DB2-BD59-A6C34878D82A}">
                    <a16:rowId xmlns:a16="http://schemas.microsoft.com/office/drawing/2014/main" val="2012967372"/>
                  </a:ext>
                </a:extLst>
              </a:tr>
              <a:tr h="370840">
                <a:tc>
                  <a:txBody>
                    <a:bodyPr/>
                    <a:lstStyle/>
                    <a:p>
                      <a:r>
                        <a:rPr lang="en-US" dirty="0"/>
                        <a:t>IE-100-ROM</a:t>
                      </a:r>
                    </a:p>
                  </a:txBody>
                  <a:tcPr/>
                </a:tc>
                <a:tc>
                  <a:txBody>
                    <a:bodyPr/>
                    <a:lstStyle/>
                    <a:p>
                      <a:r>
                        <a:rPr lang="en-US" dirty="0"/>
                        <a:t>fixed VGG18</a:t>
                      </a:r>
                    </a:p>
                  </a:txBody>
                  <a:tcPr/>
                </a:tc>
                <a:tc>
                  <a:txBody>
                    <a:bodyPr/>
                    <a:lstStyle/>
                    <a:p>
                      <a:r>
                        <a:rPr lang="en-US" dirty="0">
                          <a:highlight>
                            <a:srgbClr val="FFFF00"/>
                          </a:highlight>
                        </a:rPr>
                        <a:t>fixed (ROM)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00FF00"/>
                          </a:highlight>
                        </a:rPr>
                        <a:t>8M weights, 2 TOP</a:t>
                      </a:r>
                    </a:p>
                  </a:txBody>
                  <a:tcPr/>
                </a:tc>
                <a:extLst>
                  <a:ext uri="{0D108BD9-81ED-4DB2-BD59-A6C34878D82A}">
                    <a16:rowId xmlns:a16="http://schemas.microsoft.com/office/drawing/2014/main" val="2732294797"/>
                  </a:ext>
                </a:extLst>
              </a:tr>
            </a:tbl>
          </a:graphicData>
        </a:graphic>
      </p:graphicFrame>
      <p:sp>
        <p:nvSpPr>
          <p:cNvPr id="4" name="TextBox 3">
            <a:extLst>
              <a:ext uri="{FF2B5EF4-FFF2-40B4-BE49-F238E27FC236}">
                <a16:creationId xmlns:a16="http://schemas.microsoft.com/office/drawing/2014/main" id="{4CDEC7FF-A48F-2DAA-F732-B8A18EE855A7}"/>
              </a:ext>
            </a:extLst>
          </p:cNvPr>
          <p:cNvSpPr txBox="1"/>
          <p:nvPr/>
        </p:nvSpPr>
        <p:spPr>
          <a:xfrm>
            <a:off x="838199" y="4457700"/>
            <a:ext cx="10374378" cy="1200329"/>
          </a:xfrm>
          <a:prstGeom prst="rect">
            <a:avLst/>
          </a:prstGeom>
          <a:noFill/>
        </p:spPr>
        <p:txBody>
          <a:bodyPr wrap="none" rtlCol="0">
            <a:spAutoFit/>
          </a:bodyPr>
          <a:lstStyle/>
          <a:p>
            <a:pPr marL="285750" indent="-285750">
              <a:buFont typeface="Arial" panose="020B0604020202020204" pitchFamily="34" charset="0"/>
              <a:buChar char="•"/>
            </a:pPr>
            <a:r>
              <a:rPr lang="en-US" dirty="0"/>
              <a:t>Image Encoder performs the initial convolutional pyramid using a VGG-like architecture.</a:t>
            </a:r>
          </a:p>
          <a:p>
            <a:pPr marL="285750" indent="-285750">
              <a:buFont typeface="Arial" panose="020B0604020202020204" pitchFamily="34" charset="0"/>
              <a:buChar char="•"/>
            </a:pPr>
            <a:r>
              <a:rPr lang="en-US" dirty="0"/>
              <a:t>The proposed 8M weight VGG18 architecture is a strong foundation vision model with broad application.</a:t>
            </a:r>
          </a:p>
          <a:p>
            <a:pPr marL="285750" indent="-285750">
              <a:buFont typeface="Arial" panose="020B0604020202020204" pitchFamily="34" charset="0"/>
              <a:buChar char="•"/>
            </a:pPr>
            <a:r>
              <a:rPr lang="en-US" dirty="0"/>
              <a:t>The image encoder also performs a valuable compression function.</a:t>
            </a:r>
          </a:p>
          <a:p>
            <a:pPr marL="285750" indent="-285750">
              <a:buFont typeface="Arial" panose="020B0604020202020204" pitchFamily="34" charset="0"/>
              <a:buChar char="•"/>
            </a:pPr>
            <a:r>
              <a:rPr lang="en-US" dirty="0"/>
              <a:t>Weights are 8 bits, so 64Mb SRAM (weights) + 20Mb SRAM (row buffers) + standard cell logic</a:t>
            </a:r>
          </a:p>
        </p:txBody>
      </p:sp>
    </p:spTree>
    <p:extLst>
      <p:ext uri="{BB962C8B-B14F-4D97-AF65-F5344CB8AC3E}">
        <p14:creationId xmlns:p14="http://schemas.microsoft.com/office/powerpoint/2010/main" val="9063178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21AF3-8AAD-D124-D082-57E6AD6DD4CE}"/>
              </a:ext>
            </a:extLst>
          </p:cNvPr>
          <p:cNvSpPr txBox="1"/>
          <p:nvPr/>
        </p:nvSpPr>
        <p:spPr>
          <a:xfrm>
            <a:off x="6096000" y="0"/>
            <a:ext cx="6094378" cy="7171194"/>
          </a:xfrm>
          <a:prstGeom prst="rect">
            <a:avLst/>
          </a:prstGeom>
          <a:noFill/>
        </p:spPr>
        <p:txBody>
          <a:bodyPr wrap="square">
            <a:spAutoFit/>
          </a:bodyPr>
          <a:lstStyle/>
          <a:p>
            <a:r>
              <a:rPr lang="en-US" sz="1000" dirty="0">
                <a:latin typeface="Consolas" panose="020B0609020204030204" pitchFamily="49" charset="0"/>
              </a:rPr>
              <a:t>_________________________________________________________________</a:t>
            </a:r>
          </a:p>
          <a:p>
            <a:r>
              <a:rPr lang="en-US" sz="1000" dirty="0">
                <a:latin typeface="Consolas" panose="020B0609020204030204" pitchFamily="49" charset="0"/>
              </a:rPr>
              <a:t> Layer (type)                Output Shape              Param #   </a:t>
            </a:r>
          </a:p>
          <a:p>
            <a:r>
              <a:rPr lang="en-US" sz="1000" dirty="0">
                <a:latin typeface="Consolas" panose="020B0609020204030204" pitchFamily="49" charset="0"/>
              </a:rPr>
              <a:t>=================================================================</a:t>
            </a:r>
          </a:p>
          <a:p>
            <a:r>
              <a:rPr lang="en-US" sz="1000" dirty="0">
                <a:latin typeface="Consolas" panose="020B0609020204030204" pitchFamily="49" charset="0"/>
              </a:rPr>
              <a:t> input_1 (</a:t>
            </a:r>
            <a:r>
              <a:rPr lang="en-US" sz="1000" dirty="0" err="1">
                <a:latin typeface="Consolas" panose="020B0609020204030204" pitchFamily="49" charset="0"/>
              </a:rPr>
              <a:t>InputLayer</a:t>
            </a:r>
            <a:r>
              <a:rPr lang="en-US" sz="1000" dirty="0">
                <a:latin typeface="Consolas" panose="020B0609020204030204" pitchFamily="49" charset="0"/>
              </a:rPr>
              <a:t>)        [(None, 1400, 1600, 3)]   0         </a:t>
            </a:r>
          </a:p>
          <a:p>
            <a:r>
              <a:rPr lang="en-US" sz="1000" dirty="0">
                <a:latin typeface="Consolas" panose="020B0609020204030204" pitchFamily="49" charset="0"/>
              </a:rPr>
              <a:t>                                                                 </a:t>
            </a:r>
          </a:p>
          <a:p>
            <a:r>
              <a:rPr lang="en-US" sz="1000" dirty="0">
                <a:latin typeface="Consolas" panose="020B0609020204030204" pitchFamily="49" charset="0"/>
              </a:rPr>
              <a:t> conv2d (Conv2D)             (None, 1398, 1598, 16)    448       </a:t>
            </a:r>
          </a:p>
          <a:p>
            <a:r>
              <a:rPr lang="en-US" sz="1000" dirty="0">
                <a:latin typeface="Consolas" panose="020B0609020204030204" pitchFamily="49" charset="0"/>
              </a:rPr>
              <a:t>                                                                 </a:t>
            </a:r>
          </a:p>
          <a:p>
            <a:r>
              <a:rPr lang="en-US" sz="1000" dirty="0">
                <a:latin typeface="Consolas" panose="020B0609020204030204" pitchFamily="49" charset="0"/>
              </a:rPr>
              <a:t> conv2d_1 (Conv2D)           (None, 698, 798, 16)      2320      </a:t>
            </a:r>
          </a:p>
          <a:p>
            <a:r>
              <a:rPr lang="en-US" sz="1000" dirty="0">
                <a:latin typeface="Consolas" panose="020B0609020204030204" pitchFamily="49" charset="0"/>
              </a:rPr>
              <a:t>                                                                 </a:t>
            </a:r>
          </a:p>
          <a:p>
            <a:r>
              <a:rPr lang="en-US" sz="1000" dirty="0">
                <a:latin typeface="Consolas" panose="020B0609020204030204" pitchFamily="49" charset="0"/>
              </a:rPr>
              <a:t> conv2d_2 (Conv2D)           (None, 696, 796, 16)      2320      </a:t>
            </a:r>
          </a:p>
          <a:p>
            <a:r>
              <a:rPr lang="en-US" sz="1000" dirty="0">
                <a:latin typeface="Consolas" panose="020B0609020204030204" pitchFamily="49" charset="0"/>
              </a:rPr>
              <a:t>                                                                 </a:t>
            </a:r>
          </a:p>
          <a:p>
            <a:r>
              <a:rPr lang="en-US" sz="1000" dirty="0">
                <a:latin typeface="Consolas" panose="020B0609020204030204" pitchFamily="49" charset="0"/>
              </a:rPr>
              <a:t> conv2d_3 (Conv2D)           (None, 694, 794, 32)      4640      </a:t>
            </a:r>
          </a:p>
          <a:p>
            <a:r>
              <a:rPr lang="en-US" sz="1000" dirty="0">
                <a:latin typeface="Consolas" panose="020B0609020204030204" pitchFamily="49" charset="0"/>
              </a:rPr>
              <a:t>                                                                 </a:t>
            </a:r>
          </a:p>
          <a:p>
            <a:r>
              <a:rPr lang="en-US" sz="1000" dirty="0">
                <a:latin typeface="Consolas" panose="020B0609020204030204" pitchFamily="49" charset="0"/>
              </a:rPr>
              <a:t> conv2d_4 (Conv2D)           (None, 346, 396, 32)      9248      </a:t>
            </a:r>
          </a:p>
          <a:p>
            <a:r>
              <a:rPr lang="en-US" sz="1000" dirty="0">
                <a:latin typeface="Consolas" panose="020B0609020204030204" pitchFamily="49" charset="0"/>
              </a:rPr>
              <a:t>                                                                 </a:t>
            </a:r>
          </a:p>
          <a:p>
            <a:r>
              <a:rPr lang="en-US" sz="1000" dirty="0">
                <a:latin typeface="Consolas" panose="020B0609020204030204" pitchFamily="49" charset="0"/>
              </a:rPr>
              <a:t> conv2d_5 (Conv2D)           (None, 344, 394, 32)      9248      </a:t>
            </a:r>
          </a:p>
          <a:p>
            <a:r>
              <a:rPr lang="en-US" sz="1000" dirty="0">
                <a:latin typeface="Consolas" panose="020B0609020204030204" pitchFamily="49" charset="0"/>
              </a:rPr>
              <a:t>                                                                 </a:t>
            </a:r>
          </a:p>
          <a:p>
            <a:r>
              <a:rPr lang="en-US" sz="1000" dirty="0">
                <a:latin typeface="Consolas" panose="020B0609020204030204" pitchFamily="49" charset="0"/>
              </a:rPr>
              <a:t> conv2d_6 (Conv2D)           (None, 342, 392, 64)      18496     </a:t>
            </a:r>
          </a:p>
          <a:p>
            <a:r>
              <a:rPr lang="en-US" sz="1000" dirty="0">
                <a:latin typeface="Consolas" panose="020B0609020204030204" pitchFamily="49" charset="0"/>
              </a:rPr>
              <a:t>                                                                 </a:t>
            </a:r>
          </a:p>
          <a:p>
            <a:r>
              <a:rPr lang="en-US" sz="1000" dirty="0">
                <a:latin typeface="Consolas" panose="020B0609020204030204" pitchFamily="49" charset="0"/>
              </a:rPr>
              <a:t> conv2d_7 (Conv2D)           (None, 170, 195, 64)      36928     </a:t>
            </a:r>
          </a:p>
          <a:p>
            <a:r>
              <a:rPr lang="en-US" sz="1000" dirty="0">
                <a:latin typeface="Consolas" panose="020B0609020204030204" pitchFamily="49" charset="0"/>
              </a:rPr>
              <a:t>                                                                 </a:t>
            </a:r>
          </a:p>
          <a:p>
            <a:r>
              <a:rPr lang="en-US" sz="1000" dirty="0">
                <a:latin typeface="Consolas" panose="020B0609020204030204" pitchFamily="49" charset="0"/>
              </a:rPr>
              <a:t> conv2d_8 (Conv2D)           (None, 168, 193, 64)      36928     </a:t>
            </a:r>
          </a:p>
          <a:p>
            <a:r>
              <a:rPr lang="en-US" sz="1000" dirty="0">
                <a:latin typeface="Consolas" panose="020B0609020204030204" pitchFamily="49" charset="0"/>
              </a:rPr>
              <a:t>                                                                 </a:t>
            </a:r>
          </a:p>
          <a:p>
            <a:r>
              <a:rPr lang="en-US" sz="1000" dirty="0">
                <a:latin typeface="Consolas" panose="020B0609020204030204" pitchFamily="49" charset="0"/>
              </a:rPr>
              <a:t> conv2d_9 (Conv2D)           (None, 166, 191, 128)     73856     </a:t>
            </a:r>
          </a:p>
          <a:p>
            <a:r>
              <a:rPr lang="en-US" sz="1000" dirty="0">
                <a:latin typeface="Consolas" panose="020B0609020204030204" pitchFamily="49" charset="0"/>
              </a:rPr>
              <a:t>                                                                 </a:t>
            </a:r>
          </a:p>
          <a:p>
            <a:r>
              <a:rPr lang="en-US" sz="1000" dirty="0">
                <a:latin typeface="Consolas" panose="020B0609020204030204" pitchFamily="49" charset="0"/>
              </a:rPr>
              <a:t> conv2d_10 (Conv2D)          (None, 82, 95, 128)       147584    </a:t>
            </a:r>
          </a:p>
          <a:p>
            <a:r>
              <a:rPr lang="en-US" sz="1000" dirty="0">
                <a:latin typeface="Consolas" panose="020B0609020204030204" pitchFamily="49" charset="0"/>
              </a:rPr>
              <a:t>                                                                 </a:t>
            </a:r>
          </a:p>
          <a:p>
            <a:r>
              <a:rPr lang="en-US" sz="1000" dirty="0">
                <a:latin typeface="Consolas" panose="020B0609020204030204" pitchFamily="49" charset="0"/>
              </a:rPr>
              <a:t> conv2d_11 (Conv2D)          (None, 80, 93, 128)       147584    </a:t>
            </a:r>
          </a:p>
          <a:p>
            <a:r>
              <a:rPr lang="en-US" sz="1000" dirty="0">
                <a:latin typeface="Consolas" panose="020B0609020204030204" pitchFamily="49" charset="0"/>
              </a:rPr>
              <a:t>                                                                 </a:t>
            </a:r>
          </a:p>
          <a:p>
            <a:r>
              <a:rPr lang="en-US" sz="1000" dirty="0">
                <a:latin typeface="Consolas" panose="020B0609020204030204" pitchFamily="49" charset="0"/>
              </a:rPr>
              <a:t> conv2d_12 (Conv2D)          (None, 78, 91, 256)       295168    </a:t>
            </a:r>
          </a:p>
          <a:p>
            <a:r>
              <a:rPr lang="en-US" sz="1000" dirty="0">
                <a:latin typeface="Consolas" panose="020B0609020204030204" pitchFamily="49" charset="0"/>
              </a:rPr>
              <a:t>                                                                 </a:t>
            </a:r>
          </a:p>
          <a:p>
            <a:r>
              <a:rPr lang="en-US" sz="1000" dirty="0">
                <a:latin typeface="Consolas" panose="020B0609020204030204" pitchFamily="49" charset="0"/>
              </a:rPr>
              <a:t> conv2d_13 (Conv2D)          (None, 38, 45, 256)       590080    </a:t>
            </a:r>
          </a:p>
          <a:p>
            <a:r>
              <a:rPr lang="en-US" sz="1000" dirty="0">
                <a:latin typeface="Consolas" panose="020B0609020204030204" pitchFamily="49" charset="0"/>
              </a:rPr>
              <a:t>                                                                 </a:t>
            </a:r>
          </a:p>
          <a:p>
            <a:r>
              <a:rPr lang="en-US" sz="1000" dirty="0">
                <a:latin typeface="Consolas" panose="020B0609020204030204" pitchFamily="49" charset="0"/>
              </a:rPr>
              <a:t> conv2d_14 (Conv2D)          (None, 36, 43, 256)       590080    </a:t>
            </a:r>
          </a:p>
          <a:p>
            <a:r>
              <a:rPr lang="en-US" sz="1000" dirty="0">
                <a:latin typeface="Consolas" panose="020B0609020204030204" pitchFamily="49" charset="0"/>
              </a:rPr>
              <a:t>                                                                 </a:t>
            </a:r>
          </a:p>
          <a:p>
            <a:r>
              <a:rPr lang="en-US" sz="1000" dirty="0">
                <a:latin typeface="Consolas" panose="020B0609020204030204" pitchFamily="49" charset="0"/>
              </a:rPr>
              <a:t> conv2d_15 (Conv2D)          (None, 34, 41, 512)       1180160   </a:t>
            </a:r>
          </a:p>
          <a:p>
            <a:r>
              <a:rPr lang="en-US" sz="1000" dirty="0">
                <a:latin typeface="Consolas" panose="020B0609020204030204" pitchFamily="49" charset="0"/>
              </a:rPr>
              <a:t>                                                                 </a:t>
            </a:r>
          </a:p>
          <a:p>
            <a:r>
              <a:rPr lang="en-US" sz="1000" dirty="0">
                <a:latin typeface="Consolas" panose="020B0609020204030204" pitchFamily="49" charset="0"/>
              </a:rPr>
              <a:t> conv2d_16 (Conv2D)          (None, 16, 20, 512)       2359808   </a:t>
            </a:r>
          </a:p>
          <a:p>
            <a:r>
              <a:rPr lang="en-US" sz="1000" dirty="0">
                <a:latin typeface="Consolas" panose="020B0609020204030204" pitchFamily="49" charset="0"/>
              </a:rPr>
              <a:t>                                                                 </a:t>
            </a:r>
          </a:p>
          <a:p>
            <a:r>
              <a:rPr lang="en-US" sz="1000" dirty="0">
                <a:latin typeface="Consolas" panose="020B0609020204030204" pitchFamily="49" charset="0"/>
              </a:rPr>
              <a:t> conv2d_17 (Conv2D)          (None, 14, 18, 512)       2359808   </a:t>
            </a:r>
          </a:p>
          <a:p>
            <a:r>
              <a:rPr lang="en-US" sz="1000" dirty="0">
                <a:latin typeface="Consolas" panose="020B0609020204030204" pitchFamily="49" charset="0"/>
              </a:rPr>
              <a:t>                                                                 </a:t>
            </a:r>
          </a:p>
          <a:p>
            <a:r>
              <a:rPr lang="en-US" sz="1000" dirty="0">
                <a:latin typeface="Consolas" panose="020B0609020204030204" pitchFamily="49" charset="0"/>
              </a:rPr>
              <a:t>=================================================================</a:t>
            </a:r>
          </a:p>
          <a:p>
            <a:r>
              <a:rPr lang="en-US" sz="1000" dirty="0">
                <a:latin typeface="Consolas" panose="020B0609020204030204" pitchFamily="49" charset="0"/>
              </a:rPr>
              <a:t>Total params: 7,864,704</a:t>
            </a:r>
          </a:p>
          <a:p>
            <a:r>
              <a:rPr lang="en-US" sz="1000" dirty="0">
                <a:latin typeface="Consolas" panose="020B0609020204030204" pitchFamily="49" charset="0"/>
              </a:rPr>
              <a:t>Trainable params: 7,864,704</a:t>
            </a:r>
          </a:p>
          <a:p>
            <a:r>
              <a:rPr lang="en-US" sz="1000" dirty="0">
                <a:latin typeface="Consolas" panose="020B0609020204030204" pitchFamily="49" charset="0"/>
              </a:rPr>
              <a:t>Non-trainable params: 0</a:t>
            </a:r>
          </a:p>
          <a:p>
            <a:r>
              <a:rPr lang="en-US" sz="1000" dirty="0">
                <a:latin typeface="Consolas" panose="020B0609020204030204" pitchFamily="49" charset="0"/>
              </a:rPr>
              <a:t>_________________________________________________________________</a:t>
            </a:r>
          </a:p>
        </p:txBody>
      </p:sp>
      <p:sp>
        <p:nvSpPr>
          <p:cNvPr id="4" name="TextBox 3">
            <a:extLst>
              <a:ext uri="{FF2B5EF4-FFF2-40B4-BE49-F238E27FC236}">
                <a16:creationId xmlns:a16="http://schemas.microsoft.com/office/drawing/2014/main" id="{62FD7441-4EEF-9702-8331-A0FF49095791}"/>
              </a:ext>
            </a:extLst>
          </p:cNvPr>
          <p:cNvSpPr txBox="1"/>
          <p:nvPr/>
        </p:nvSpPr>
        <p:spPr>
          <a:xfrm>
            <a:off x="389106" y="963038"/>
            <a:ext cx="4534896" cy="1754326"/>
          </a:xfrm>
          <a:prstGeom prst="rect">
            <a:avLst/>
          </a:prstGeom>
          <a:noFill/>
        </p:spPr>
        <p:txBody>
          <a:bodyPr wrap="none" rtlCol="0">
            <a:spAutoFit/>
          </a:bodyPr>
          <a:lstStyle/>
          <a:p>
            <a:r>
              <a:rPr lang="en-US" u="sng" dirty="0"/>
              <a:t>proposed VGG-like CNN</a:t>
            </a:r>
          </a:p>
          <a:p>
            <a:r>
              <a:rPr lang="en-US" dirty="0"/>
              <a:t>uses conv2d layer only</a:t>
            </a:r>
          </a:p>
          <a:p>
            <a:r>
              <a:rPr lang="en-US" dirty="0" err="1"/>
              <a:t>downsample</a:t>
            </a:r>
            <a:r>
              <a:rPr lang="en-US" dirty="0"/>
              <a:t> using stride=2</a:t>
            </a:r>
          </a:p>
          <a:p>
            <a:r>
              <a:rPr lang="en-US" dirty="0"/>
              <a:t>padding=valid</a:t>
            </a:r>
          </a:p>
          <a:p>
            <a:r>
              <a:rPr lang="en-US" dirty="0"/>
              <a:t>activation nonlinearity=RELU, last layer=None</a:t>
            </a:r>
          </a:p>
          <a:p>
            <a:r>
              <a:rPr lang="en-US" dirty="0"/>
              <a:t>8 bit integer weights, 16 bit integer activations</a:t>
            </a:r>
          </a:p>
        </p:txBody>
      </p:sp>
    </p:spTree>
    <p:extLst>
      <p:ext uri="{BB962C8B-B14F-4D97-AF65-F5344CB8AC3E}">
        <p14:creationId xmlns:p14="http://schemas.microsoft.com/office/powerpoint/2010/main" val="548061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6D22A738-5C84-865E-3745-697FD86A2923}"/>
              </a:ext>
            </a:extLst>
          </p:cNvPr>
          <p:cNvSpPr/>
          <p:nvPr/>
        </p:nvSpPr>
        <p:spPr>
          <a:xfrm>
            <a:off x="1173825" y="4749581"/>
            <a:ext cx="9648825" cy="17049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a:xfrm>
            <a:off x="1070957" y="445863"/>
            <a:ext cx="10515600" cy="1325563"/>
          </a:xfrm>
        </p:spPr>
        <p:txBody>
          <a:bodyPr/>
          <a:lstStyle/>
          <a:p>
            <a:r>
              <a:rPr lang="en-US" dirty="0"/>
              <a:t>Proposed Image Encoder</a:t>
            </a:r>
          </a:p>
        </p:txBody>
      </p:sp>
      <p:sp>
        <p:nvSpPr>
          <p:cNvPr id="4" name="TextBox 3">
            <a:extLst>
              <a:ext uri="{FF2B5EF4-FFF2-40B4-BE49-F238E27FC236}">
                <a16:creationId xmlns:a16="http://schemas.microsoft.com/office/drawing/2014/main" id="{C75FDB22-2081-FE99-9FFE-7DBDB5388C68}"/>
              </a:ext>
            </a:extLst>
          </p:cNvPr>
          <p:cNvSpPr txBox="1"/>
          <p:nvPr/>
        </p:nvSpPr>
        <p:spPr>
          <a:xfrm>
            <a:off x="1854122" y="4823838"/>
            <a:ext cx="2245936" cy="1477328"/>
          </a:xfrm>
          <a:prstGeom prst="rect">
            <a:avLst/>
          </a:prstGeom>
          <a:noFill/>
        </p:spPr>
        <p:txBody>
          <a:bodyPr wrap="none" rtlCol="0">
            <a:spAutoFit/>
          </a:bodyPr>
          <a:lstStyle/>
          <a:p>
            <a:r>
              <a:rPr lang="en-US" b="1" dirty="0"/>
              <a:t>MIPI</a:t>
            </a:r>
          </a:p>
          <a:p>
            <a:r>
              <a:rPr lang="en-US" dirty="0"/>
              <a:t>1600x1400 RGB pixels</a:t>
            </a:r>
          </a:p>
          <a:p>
            <a:r>
              <a:rPr lang="en-US" dirty="0"/>
              <a:t>12 bits/pixel</a:t>
            </a:r>
          </a:p>
          <a:p>
            <a:r>
              <a:rPr lang="en-US" dirty="0"/>
              <a:t>110 frames/s</a:t>
            </a:r>
          </a:p>
          <a:p>
            <a:r>
              <a:rPr lang="en-US" dirty="0"/>
              <a:t>= 8.87 Gb/s</a:t>
            </a:r>
          </a:p>
        </p:txBody>
      </p:sp>
      <p:sp>
        <p:nvSpPr>
          <p:cNvPr id="5" name="TextBox 4">
            <a:extLst>
              <a:ext uri="{FF2B5EF4-FFF2-40B4-BE49-F238E27FC236}">
                <a16:creationId xmlns:a16="http://schemas.microsoft.com/office/drawing/2014/main" id="{365D923A-B4BD-2BF3-DAF6-187F6D0FD2A7}"/>
              </a:ext>
            </a:extLst>
          </p:cNvPr>
          <p:cNvSpPr txBox="1"/>
          <p:nvPr/>
        </p:nvSpPr>
        <p:spPr>
          <a:xfrm>
            <a:off x="7721722" y="4823838"/>
            <a:ext cx="2082943" cy="1477328"/>
          </a:xfrm>
          <a:prstGeom prst="rect">
            <a:avLst/>
          </a:prstGeom>
          <a:noFill/>
        </p:spPr>
        <p:txBody>
          <a:bodyPr wrap="none" rtlCol="0">
            <a:spAutoFit/>
          </a:bodyPr>
          <a:lstStyle/>
          <a:p>
            <a:r>
              <a:rPr lang="en-US" b="1" dirty="0"/>
              <a:t>USB</a:t>
            </a:r>
          </a:p>
          <a:p>
            <a:r>
              <a:rPr lang="en-US" dirty="0"/>
              <a:t>[14,18,512] features</a:t>
            </a:r>
          </a:p>
          <a:p>
            <a:r>
              <a:rPr lang="en-US" dirty="0"/>
              <a:t>16 bits/feature</a:t>
            </a:r>
          </a:p>
          <a:p>
            <a:r>
              <a:rPr lang="en-US" dirty="0"/>
              <a:t>110 frames/s</a:t>
            </a:r>
          </a:p>
          <a:p>
            <a:r>
              <a:rPr lang="en-US" dirty="0"/>
              <a:t>= 0.227 Gb/s</a:t>
            </a:r>
          </a:p>
        </p:txBody>
      </p:sp>
      <p:sp>
        <p:nvSpPr>
          <p:cNvPr id="10" name="Arrow: Right 9">
            <a:extLst>
              <a:ext uri="{FF2B5EF4-FFF2-40B4-BE49-F238E27FC236}">
                <a16:creationId xmlns:a16="http://schemas.microsoft.com/office/drawing/2014/main" id="{05EE4481-36E2-4755-2BF5-E3362FB37B8E}"/>
              </a:ext>
            </a:extLst>
          </p:cNvPr>
          <p:cNvSpPr/>
          <p:nvPr/>
        </p:nvSpPr>
        <p:spPr>
          <a:xfrm>
            <a:off x="4646250" y="5379270"/>
            <a:ext cx="1914525" cy="4857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C7A1039-4D0F-BFE6-8528-65C9D212E3D7}"/>
              </a:ext>
            </a:extLst>
          </p:cNvPr>
          <p:cNvSpPr txBox="1"/>
          <p:nvPr/>
        </p:nvSpPr>
        <p:spPr>
          <a:xfrm>
            <a:off x="4635392" y="5035939"/>
            <a:ext cx="1784335" cy="369332"/>
          </a:xfrm>
          <a:prstGeom prst="rect">
            <a:avLst/>
          </a:prstGeom>
          <a:noFill/>
        </p:spPr>
        <p:txBody>
          <a:bodyPr wrap="none" rtlCol="0">
            <a:spAutoFit/>
          </a:bodyPr>
          <a:lstStyle/>
          <a:p>
            <a:r>
              <a:rPr lang="en-US" dirty="0"/>
              <a:t>39X compression</a:t>
            </a:r>
          </a:p>
        </p:txBody>
      </p:sp>
      <p:sp>
        <p:nvSpPr>
          <p:cNvPr id="48" name="Flowchart: Direct Access Storage 47">
            <a:extLst>
              <a:ext uri="{FF2B5EF4-FFF2-40B4-BE49-F238E27FC236}">
                <a16:creationId xmlns:a16="http://schemas.microsoft.com/office/drawing/2014/main" id="{C6B41A42-AC9F-BAB3-662C-7317B811F0E7}"/>
              </a:ext>
            </a:extLst>
          </p:cNvPr>
          <p:cNvSpPr/>
          <p:nvPr/>
        </p:nvSpPr>
        <p:spPr>
          <a:xfrm flipH="1">
            <a:off x="637735" y="255468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3DDC73B3-2686-A5B4-C305-5747085D13D7}"/>
              </a:ext>
            </a:extLst>
          </p:cNvPr>
          <p:cNvSpPr txBox="1"/>
          <p:nvPr/>
        </p:nvSpPr>
        <p:spPr>
          <a:xfrm>
            <a:off x="1738121" y="2376324"/>
            <a:ext cx="582211" cy="338554"/>
          </a:xfrm>
          <a:prstGeom prst="rect">
            <a:avLst/>
          </a:prstGeom>
          <a:noFill/>
        </p:spPr>
        <p:txBody>
          <a:bodyPr wrap="none" rtlCol="0">
            <a:spAutoFit/>
          </a:bodyPr>
          <a:lstStyle/>
          <a:p>
            <a:r>
              <a:rPr lang="en-US" sz="1600" b="1" dirty="0"/>
              <a:t>MIPI</a:t>
            </a:r>
          </a:p>
        </p:txBody>
      </p:sp>
      <p:sp>
        <p:nvSpPr>
          <p:cNvPr id="79" name="TextBox 78">
            <a:extLst>
              <a:ext uri="{FF2B5EF4-FFF2-40B4-BE49-F238E27FC236}">
                <a16:creationId xmlns:a16="http://schemas.microsoft.com/office/drawing/2014/main" id="{1B894546-9408-A5CA-2393-C73F03C5447E}"/>
              </a:ext>
            </a:extLst>
          </p:cNvPr>
          <p:cNvSpPr txBox="1"/>
          <p:nvPr/>
        </p:nvSpPr>
        <p:spPr>
          <a:xfrm>
            <a:off x="841025" y="2756124"/>
            <a:ext cx="1494320" cy="369332"/>
          </a:xfrm>
          <a:prstGeom prst="rect">
            <a:avLst/>
          </a:prstGeom>
          <a:noFill/>
        </p:spPr>
        <p:txBody>
          <a:bodyPr wrap="none" rtlCol="0">
            <a:spAutoFit/>
          </a:bodyPr>
          <a:lstStyle/>
          <a:p>
            <a:r>
              <a:rPr lang="en-US" dirty="0"/>
              <a:t>[1400,1600,3]</a:t>
            </a:r>
          </a:p>
        </p:txBody>
      </p:sp>
      <p:cxnSp>
        <p:nvCxnSpPr>
          <p:cNvPr id="82" name="Straight Arrow Connector 81">
            <a:extLst>
              <a:ext uri="{FF2B5EF4-FFF2-40B4-BE49-F238E27FC236}">
                <a16:creationId xmlns:a16="http://schemas.microsoft.com/office/drawing/2014/main" id="{E212AC0E-DF84-BE0A-ADBD-EDECB81889EE}"/>
              </a:ext>
            </a:extLst>
          </p:cNvPr>
          <p:cNvCxnSpPr>
            <a:cxnSpLocks/>
          </p:cNvCxnSpPr>
          <p:nvPr/>
        </p:nvCxnSpPr>
        <p:spPr>
          <a:xfrm>
            <a:off x="5234578" y="2709416"/>
            <a:ext cx="19320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753D280-D853-2DAF-7604-EB7A6DC92D5A}"/>
              </a:ext>
            </a:extLst>
          </p:cNvPr>
          <p:cNvSpPr txBox="1"/>
          <p:nvPr/>
        </p:nvSpPr>
        <p:spPr>
          <a:xfrm>
            <a:off x="5507201" y="2370861"/>
            <a:ext cx="532518" cy="338554"/>
          </a:xfrm>
          <a:prstGeom prst="rect">
            <a:avLst/>
          </a:prstGeom>
          <a:noFill/>
        </p:spPr>
        <p:txBody>
          <a:bodyPr wrap="none" rtlCol="0">
            <a:spAutoFit/>
          </a:bodyPr>
          <a:lstStyle/>
          <a:p>
            <a:r>
              <a:rPr lang="en-US" sz="1600" b="1" dirty="0"/>
              <a:t>USB</a:t>
            </a:r>
          </a:p>
        </p:txBody>
      </p:sp>
      <p:sp>
        <p:nvSpPr>
          <p:cNvPr id="84" name="TextBox 83">
            <a:extLst>
              <a:ext uri="{FF2B5EF4-FFF2-40B4-BE49-F238E27FC236}">
                <a16:creationId xmlns:a16="http://schemas.microsoft.com/office/drawing/2014/main" id="{C1810739-B938-7208-7BBE-ADFE0CD6549F}"/>
              </a:ext>
            </a:extLst>
          </p:cNvPr>
          <p:cNvSpPr txBox="1"/>
          <p:nvPr/>
        </p:nvSpPr>
        <p:spPr>
          <a:xfrm>
            <a:off x="5458797" y="2716786"/>
            <a:ext cx="1260281" cy="369332"/>
          </a:xfrm>
          <a:prstGeom prst="rect">
            <a:avLst/>
          </a:prstGeom>
          <a:noFill/>
        </p:spPr>
        <p:txBody>
          <a:bodyPr wrap="none" rtlCol="0">
            <a:spAutoFit/>
          </a:bodyPr>
          <a:lstStyle/>
          <a:p>
            <a:r>
              <a:rPr lang="en-US" dirty="0"/>
              <a:t>[14,18,512]</a:t>
            </a:r>
          </a:p>
        </p:txBody>
      </p:sp>
      <p:sp>
        <p:nvSpPr>
          <p:cNvPr id="88" name="TextBox 87">
            <a:extLst>
              <a:ext uri="{FF2B5EF4-FFF2-40B4-BE49-F238E27FC236}">
                <a16:creationId xmlns:a16="http://schemas.microsoft.com/office/drawing/2014/main" id="{6254C64E-D12B-0BBB-6905-66F9C2873B88}"/>
              </a:ext>
            </a:extLst>
          </p:cNvPr>
          <p:cNvSpPr txBox="1"/>
          <p:nvPr/>
        </p:nvSpPr>
        <p:spPr>
          <a:xfrm>
            <a:off x="2104122" y="3451387"/>
            <a:ext cx="5062540" cy="646331"/>
          </a:xfrm>
          <a:prstGeom prst="rect">
            <a:avLst/>
          </a:prstGeom>
          <a:noFill/>
        </p:spPr>
        <p:txBody>
          <a:bodyPr wrap="none" rtlCol="0">
            <a:spAutoFit/>
          </a:bodyPr>
          <a:lstStyle/>
          <a:p>
            <a:r>
              <a:rPr lang="en-US" i="1" dirty="0"/>
              <a:t>scalable</a:t>
            </a:r>
            <a:r>
              <a:rPr lang="en-US" dirty="0"/>
              <a:t> foundation vision CNN with 8M parameters</a:t>
            </a:r>
          </a:p>
          <a:p>
            <a:r>
              <a:rPr lang="en-US" i="1" dirty="0"/>
              <a:t>reconfigurable</a:t>
            </a:r>
            <a:r>
              <a:rPr lang="en-US" dirty="0"/>
              <a:t> SRAM-based weights</a:t>
            </a:r>
          </a:p>
        </p:txBody>
      </p:sp>
      <p:sp>
        <p:nvSpPr>
          <p:cNvPr id="91" name="TextBox 90">
            <a:extLst>
              <a:ext uri="{FF2B5EF4-FFF2-40B4-BE49-F238E27FC236}">
                <a16:creationId xmlns:a16="http://schemas.microsoft.com/office/drawing/2014/main" id="{456329FB-7C7B-D373-E323-4EAE0BC75310}"/>
              </a:ext>
            </a:extLst>
          </p:cNvPr>
          <p:cNvSpPr txBox="1"/>
          <p:nvPr/>
        </p:nvSpPr>
        <p:spPr>
          <a:xfrm>
            <a:off x="9388826" y="150743"/>
            <a:ext cx="2391809" cy="1477328"/>
          </a:xfrm>
          <a:custGeom>
            <a:avLst/>
            <a:gdLst>
              <a:gd name="connsiteX0" fmla="*/ 0 w 2391809"/>
              <a:gd name="connsiteY0" fmla="*/ 0 h 1477328"/>
              <a:gd name="connsiteX1" fmla="*/ 597952 w 2391809"/>
              <a:gd name="connsiteY1" fmla="*/ 0 h 1477328"/>
              <a:gd name="connsiteX2" fmla="*/ 1171986 w 2391809"/>
              <a:gd name="connsiteY2" fmla="*/ 0 h 1477328"/>
              <a:gd name="connsiteX3" fmla="*/ 1698184 w 2391809"/>
              <a:gd name="connsiteY3" fmla="*/ 0 h 1477328"/>
              <a:gd name="connsiteX4" fmla="*/ 2391809 w 2391809"/>
              <a:gd name="connsiteY4" fmla="*/ 0 h 1477328"/>
              <a:gd name="connsiteX5" fmla="*/ 2391809 w 2391809"/>
              <a:gd name="connsiteY5" fmla="*/ 492443 h 1477328"/>
              <a:gd name="connsiteX6" fmla="*/ 2391809 w 2391809"/>
              <a:gd name="connsiteY6" fmla="*/ 984885 h 1477328"/>
              <a:gd name="connsiteX7" fmla="*/ 2391809 w 2391809"/>
              <a:gd name="connsiteY7" fmla="*/ 1477328 h 1477328"/>
              <a:gd name="connsiteX8" fmla="*/ 1817775 w 2391809"/>
              <a:gd name="connsiteY8" fmla="*/ 1477328 h 1477328"/>
              <a:gd name="connsiteX9" fmla="*/ 1243741 w 2391809"/>
              <a:gd name="connsiteY9" fmla="*/ 1477328 h 1477328"/>
              <a:gd name="connsiteX10" fmla="*/ 645788 w 2391809"/>
              <a:gd name="connsiteY10" fmla="*/ 1477328 h 1477328"/>
              <a:gd name="connsiteX11" fmla="*/ 0 w 2391809"/>
              <a:gd name="connsiteY11" fmla="*/ 1477328 h 1477328"/>
              <a:gd name="connsiteX12" fmla="*/ 0 w 2391809"/>
              <a:gd name="connsiteY12" fmla="*/ 1029205 h 1477328"/>
              <a:gd name="connsiteX13" fmla="*/ 0 w 2391809"/>
              <a:gd name="connsiteY13" fmla="*/ 507216 h 1477328"/>
              <a:gd name="connsiteX14" fmla="*/ 0 w 2391809"/>
              <a:gd name="connsiteY14" fmla="*/ 0 h 1477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1809" h="1477328" extrusionOk="0">
                <a:moveTo>
                  <a:pt x="0" y="0"/>
                </a:moveTo>
                <a:cubicBezTo>
                  <a:pt x="260364" y="-20410"/>
                  <a:pt x="437856" y="-4887"/>
                  <a:pt x="597952" y="0"/>
                </a:cubicBezTo>
                <a:cubicBezTo>
                  <a:pt x="758048" y="4887"/>
                  <a:pt x="1022183" y="22260"/>
                  <a:pt x="1171986" y="0"/>
                </a:cubicBezTo>
                <a:cubicBezTo>
                  <a:pt x="1321789" y="-22260"/>
                  <a:pt x="1532201" y="10963"/>
                  <a:pt x="1698184" y="0"/>
                </a:cubicBezTo>
                <a:cubicBezTo>
                  <a:pt x="1864167" y="-10963"/>
                  <a:pt x="2055033" y="18610"/>
                  <a:pt x="2391809" y="0"/>
                </a:cubicBezTo>
                <a:cubicBezTo>
                  <a:pt x="2383966" y="235100"/>
                  <a:pt x="2375906" y="297844"/>
                  <a:pt x="2391809" y="492443"/>
                </a:cubicBezTo>
                <a:cubicBezTo>
                  <a:pt x="2407712" y="687042"/>
                  <a:pt x="2395418" y="866794"/>
                  <a:pt x="2391809" y="984885"/>
                </a:cubicBezTo>
                <a:cubicBezTo>
                  <a:pt x="2388200" y="1102976"/>
                  <a:pt x="2375283" y="1342145"/>
                  <a:pt x="2391809" y="1477328"/>
                </a:cubicBezTo>
                <a:cubicBezTo>
                  <a:pt x="2272299" y="1464922"/>
                  <a:pt x="1990110" y="1477366"/>
                  <a:pt x="1817775" y="1477328"/>
                </a:cubicBezTo>
                <a:cubicBezTo>
                  <a:pt x="1645440" y="1477290"/>
                  <a:pt x="1419493" y="1466539"/>
                  <a:pt x="1243741" y="1477328"/>
                </a:cubicBezTo>
                <a:cubicBezTo>
                  <a:pt x="1067989" y="1488117"/>
                  <a:pt x="863718" y="1470068"/>
                  <a:pt x="645788" y="1477328"/>
                </a:cubicBezTo>
                <a:cubicBezTo>
                  <a:pt x="427858" y="1484588"/>
                  <a:pt x="177121" y="1453197"/>
                  <a:pt x="0" y="1477328"/>
                </a:cubicBezTo>
                <a:cubicBezTo>
                  <a:pt x="16596" y="1367626"/>
                  <a:pt x="-12781" y="1121083"/>
                  <a:pt x="0" y="1029205"/>
                </a:cubicBezTo>
                <a:cubicBezTo>
                  <a:pt x="12781" y="937327"/>
                  <a:pt x="11626" y="726769"/>
                  <a:pt x="0" y="507216"/>
                </a:cubicBezTo>
                <a:cubicBezTo>
                  <a:pt x="-11626" y="287663"/>
                  <a:pt x="7343" y="195944"/>
                  <a:pt x="0" y="0"/>
                </a:cubicBezTo>
                <a:close/>
              </a:path>
            </a:pathLst>
          </a:custGeom>
          <a:noFill/>
          <a:ln>
            <a:solidFill>
              <a:schemeClr val="tx1"/>
            </a:solidFill>
            <a:extLst>
              <a:ext uri="{C807C97D-BFC1-408E-A445-0C87EB9F89A2}">
                <ask:lineSketchStyleProps xmlns:ask="http://schemas.microsoft.com/office/drawing/2018/sketchyshapes" sd="1268069992">
                  <a:prstGeom prst="rect">
                    <a:avLst/>
                  </a:prstGeom>
                  <ask:type>
                    <ask:lineSketchFreehand/>
                  </ask:type>
                </ask:lineSketchStyleProps>
              </a:ext>
            </a:extLst>
          </a:ln>
        </p:spPr>
        <p:txBody>
          <a:bodyPr wrap="none" rtlCol="0">
            <a:spAutoFit/>
          </a:bodyPr>
          <a:lstStyle/>
          <a:p>
            <a:r>
              <a:rPr lang="en-US" u="sng" dirty="0"/>
              <a:t>NV-IE-MIRA220</a:t>
            </a:r>
          </a:p>
          <a:p>
            <a:r>
              <a:rPr lang="en-US" dirty="0"/>
              <a:t>500MHz clock</a:t>
            </a:r>
          </a:p>
          <a:p>
            <a:r>
              <a:rPr lang="en-US" dirty="0"/>
              <a:t>7500 integer MAC units</a:t>
            </a:r>
          </a:p>
          <a:p>
            <a:r>
              <a:rPr lang="en-US" dirty="0"/>
              <a:t>64Mb SRAM (weights)</a:t>
            </a:r>
          </a:p>
          <a:p>
            <a:r>
              <a:rPr lang="en-US" dirty="0"/>
              <a:t>20Mb SRAM (</a:t>
            </a:r>
            <a:r>
              <a:rPr lang="en-US" dirty="0" err="1"/>
              <a:t>rowbuf</a:t>
            </a:r>
            <a:r>
              <a:rPr lang="en-US" dirty="0"/>
              <a:t>)</a:t>
            </a:r>
          </a:p>
        </p:txBody>
      </p:sp>
      <p:sp>
        <p:nvSpPr>
          <p:cNvPr id="95" name="TextBox 94">
            <a:extLst>
              <a:ext uri="{FF2B5EF4-FFF2-40B4-BE49-F238E27FC236}">
                <a16:creationId xmlns:a16="http://schemas.microsoft.com/office/drawing/2014/main" id="{7BE9D050-62B9-A9E2-3A59-28EF33236259}"/>
              </a:ext>
            </a:extLst>
          </p:cNvPr>
          <p:cNvSpPr txBox="1"/>
          <p:nvPr/>
        </p:nvSpPr>
        <p:spPr>
          <a:xfrm>
            <a:off x="7183764" y="2280252"/>
            <a:ext cx="1631922" cy="861660"/>
          </a:xfrm>
          <a:prstGeom prst="rect">
            <a:avLst/>
          </a:prstGeom>
          <a:noFill/>
          <a:ln>
            <a:solidFill>
              <a:schemeClr val="tx1"/>
            </a:solidFill>
          </a:ln>
        </p:spPr>
        <p:txBody>
          <a:bodyPr wrap="none" rtlCol="0" anchor="ctr" anchorCtr="1">
            <a:noAutofit/>
          </a:bodyPr>
          <a:lstStyle/>
          <a:p>
            <a:r>
              <a:rPr lang="en-US" dirty="0"/>
              <a:t>microcontroller</a:t>
            </a:r>
          </a:p>
        </p:txBody>
      </p:sp>
      <p:grpSp>
        <p:nvGrpSpPr>
          <p:cNvPr id="3" name="Group 2">
            <a:extLst>
              <a:ext uri="{FF2B5EF4-FFF2-40B4-BE49-F238E27FC236}">
                <a16:creationId xmlns:a16="http://schemas.microsoft.com/office/drawing/2014/main" id="{8827445C-698E-1720-D79A-6B1B2AEF11F9}"/>
              </a:ext>
            </a:extLst>
          </p:cNvPr>
          <p:cNvGrpSpPr/>
          <p:nvPr/>
        </p:nvGrpSpPr>
        <p:grpSpPr>
          <a:xfrm>
            <a:off x="2509727" y="2147885"/>
            <a:ext cx="404553" cy="1126066"/>
            <a:chOff x="2509727" y="2528977"/>
            <a:chExt cx="404553" cy="513285"/>
          </a:xfrm>
        </p:grpSpPr>
        <p:sp>
          <p:nvSpPr>
            <p:cNvPr id="6" name="Rectangle 5">
              <a:extLst>
                <a:ext uri="{FF2B5EF4-FFF2-40B4-BE49-F238E27FC236}">
                  <a16:creationId xmlns:a16="http://schemas.microsoft.com/office/drawing/2014/main" id="{8130E59B-34AF-0725-2123-A0CCD6C2899B}"/>
                </a:ext>
              </a:extLst>
            </p:cNvPr>
            <p:cNvSpPr/>
            <p:nvPr/>
          </p:nvSpPr>
          <p:spPr>
            <a:xfrm>
              <a:off x="25097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C63BEA5-8163-CA7A-B910-2B16CFC420E4}"/>
                </a:ext>
              </a:extLst>
            </p:cNvPr>
            <p:cNvSpPr/>
            <p:nvPr/>
          </p:nvSpPr>
          <p:spPr>
            <a:xfrm>
              <a:off x="26621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43B845ED-DF82-8653-694E-5614B02885FC}"/>
                </a:ext>
              </a:extLst>
            </p:cNvPr>
            <p:cNvSpPr/>
            <p:nvPr/>
          </p:nvSpPr>
          <p:spPr>
            <a:xfrm>
              <a:off x="28145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4E739C-4AFB-62B3-B56A-15327584C7B7}"/>
              </a:ext>
            </a:extLst>
          </p:cNvPr>
          <p:cNvGrpSpPr/>
          <p:nvPr/>
        </p:nvGrpSpPr>
        <p:grpSpPr>
          <a:xfrm>
            <a:off x="2966927" y="2296052"/>
            <a:ext cx="425550" cy="829733"/>
            <a:chOff x="2966927" y="2528976"/>
            <a:chExt cx="425550" cy="513286"/>
          </a:xfrm>
        </p:grpSpPr>
        <p:sp>
          <p:nvSpPr>
            <p:cNvPr id="11" name="Rectangle 10">
              <a:extLst>
                <a:ext uri="{FF2B5EF4-FFF2-40B4-BE49-F238E27FC236}">
                  <a16:creationId xmlns:a16="http://schemas.microsoft.com/office/drawing/2014/main" id="{9AC0BAC5-1332-7D1B-6768-B5D2912363DE}"/>
                </a:ext>
              </a:extLst>
            </p:cNvPr>
            <p:cNvSpPr/>
            <p:nvPr/>
          </p:nvSpPr>
          <p:spPr>
            <a:xfrm>
              <a:off x="29669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891E53E-823A-C5A8-4E88-C42F31EF9F3D}"/>
                </a:ext>
              </a:extLst>
            </p:cNvPr>
            <p:cNvSpPr/>
            <p:nvPr/>
          </p:nvSpPr>
          <p:spPr>
            <a:xfrm>
              <a:off x="31193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3C9A6F8D-B7DB-5802-5C71-2960560AA267}"/>
                </a:ext>
              </a:extLst>
            </p:cNvPr>
            <p:cNvSpPr/>
            <p:nvPr/>
          </p:nvSpPr>
          <p:spPr>
            <a:xfrm>
              <a:off x="32927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FB908E7-0C11-556A-25C1-5B9CB5C35921}"/>
              </a:ext>
            </a:extLst>
          </p:cNvPr>
          <p:cNvGrpSpPr/>
          <p:nvPr/>
        </p:nvGrpSpPr>
        <p:grpSpPr>
          <a:xfrm>
            <a:off x="3445124" y="2383588"/>
            <a:ext cx="404553" cy="654661"/>
            <a:chOff x="3445124" y="2528976"/>
            <a:chExt cx="404553" cy="513285"/>
          </a:xfrm>
        </p:grpSpPr>
        <p:sp>
          <p:nvSpPr>
            <p:cNvPr id="15" name="Rectangle 14">
              <a:extLst>
                <a:ext uri="{FF2B5EF4-FFF2-40B4-BE49-F238E27FC236}">
                  <a16:creationId xmlns:a16="http://schemas.microsoft.com/office/drawing/2014/main" id="{F5E74B43-C17D-F568-9305-C84085271A42}"/>
                </a:ext>
              </a:extLst>
            </p:cNvPr>
            <p:cNvSpPr/>
            <p:nvPr/>
          </p:nvSpPr>
          <p:spPr>
            <a:xfrm>
              <a:off x="34451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CF4916B-197B-3B2C-78F2-C329420A7FA9}"/>
                </a:ext>
              </a:extLst>
            </p:cNvPr>
            <p:cNvSpPr/>
            <p:nvPr/>
          </p:nvSpPr>
          <p:spPr>
            <a:xfrm>
              <a:off x="35975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8B5C50B3-087E-7C41-ECD7-17B60BBCFE8E}"/>
                </a:ext>
              </a:extLst>
            </p:cNvPr>
            <p:cNvSpPr/>
            <p:nvPr/>
          </p:nvSpPr>
          <p:spPr>
            <a:xfrm>
              <a:off x="37499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F0830D-F010-F9F5-EDC3-FD3C2EEAB5B3}"/>
              </a:ext>
            </a:extLst>
          </p:cNvPr>
          <p:cNvGrpSpPr/>
          <p:nvPr/>
        </p:nvGrpSpPr>
        <p:grpSpPr>
          <a:xfrm>
            <a:off x="4830025" y="2599488"/>
            <a:ext cx="404553" cy="222861"/>
            <a:chOff x="4830025" y="2528976"/>
            <a:chExt cx="404553" cy="513285"/>
          </a:xfrm>
        </p:grpSpPr>
        <p:sp>
          <p:nvSpPr>
            <p:cNvPr id="19" name="Rectangle 18">
              <a:extLst>
                <a:ext uri="{FF2B5EF4-FFF2-40B4-BE49-F238E27FC236}">
                  <a16:creationId xmlns:a16="http://schemas.microsoft.com/office/drawing/2014/main" id="{503DB9FE-457F-E816-7560-03B0F07B727E}"/>
                </a:ext>
              </a:extLst>
            </p:cNvPr>
            <p:cNvSpPr/>
            <p:nvPr/>
          </p:nvSpPr>
          <p:spPr>
            <a:xfrm>
              <a:off x="48300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94873393-AAF5-45D8-E47E-5456FA1E7506}"/>
                </a:ext>
              </a:extLst>
            </p:cNvPr>
            <p:cNvSpPr/>
            <p:nvPr/>
          </p:nvSpPr>
          <p:spPr>
            <a:xfrm>
              <a:off x="49824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D7A3EB63-FE51-88C4-F35B-E0E320D6C733}"/>
                </a:ext>
              </a:extLst>
            </p:cNvPr>
            <p:cNvSpPr/>
            <p:nvPr/>
          </p:nvSpPr>
          <p:spPr>
            <a:xfrm>
              <a:off x="51348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828CE8F0-33DD-2BB4-9D2B-32EA948BDCBF}"/>
              </a:ext>
            </a:extLst>
          </p:cNvPr>
          <p:cNvGrpSpPr/>
          <p:nvPr/>
        </p:nvGrpSpPr>
        <p:grpSpPr>
          <a:xfrm>
            <a:off x="3902324" y="2454276"/>
            <a:ext cx="425550" cy="513285"/>
            <a:chOff x="3902324" y="2528976"/>
            <a:chExt cx="425550" cy="513285"/>
          </a:xfrm>
        </p:grpSpPr>
        <p:sp>
          <p:nvSpPr>
            <p:cNvPr id="24" name="Rectangle 23">
              <a:extLst>
                <a:ext uri="{FF2B5EF4-FFF2-40B4-BE49-F238E27FC236}">
                  <a16:creationId xmlns:a16="http://schemas.microsoft.com/office/drawing/2014/main" id="{34AA38AB-8FF6-253D-7598-8786C59942EC}"/>
                </a:ext>
              </a:extLst>
            </p:cNvPr>
            <p:cNvSpPr/>
            <p:nvPr/>
          </p:nvSpPr>
          <p:spPr>
            <a:xfrm>
              <a:off x="39023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5A8EC015-B20A-B424-95FC-15D314FB95FF}"/>
                </a:ext>
              </a:extLst>
            </p:cNvPr>
            <p:cNvSpPr/>
            <p:nvPr/>
          </p:nvSpPr>
          <p:spPr>
            <a:xfrm>
              <a:off x="40757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276E0842-254A-2199-0CAD-0EACECC31ABC}"/>
                </a:ext>
              </a:extLst>
            </p:cNvPr>
            <p:cNvSpPr/>
            <p:nvPr/>
          </p:nvSpPr>
          <p:spPr>
            <a:xfrm>
              <a:off x="42281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1982D469-1E5E-CB5A-3D06-01402F4BBC60}"/>
              </a:ext>
            </a:extLst>
          </p:cNvPr>
          <p:cNvGrpSpPr/>
          <p:nvPr/>
        </p:nvGrpSpPr>
        <p:grpSpPr>
          <a:xfrm>
            <a:off x="4380521" y="2514821"/>
            <a:ext cx="404553" cy="392194"/>
            <a:chOff x="4380521" y="2528976"/>
            <a:chExt cx="404553" cy="513285"/>
          </a:xfrm>
        </p:grpSpPr>
        <p:sp>
          <p:nvSpPr>
            <p:cNvPr id="28" name="Rectangle 27">
              <a:extLst>
                <a:ext uri="{FF2B5EF4-FFF2-40B4-BE49-F238E27FC236}">
                  <a16:creationId xmlns:a16="http://schemas.microsoft.com/office/drawing/2014/main" id="{8A8C8462-458D-B217-5458-C19A9E037212}"/>
                </a:ext>
              </a:extLst>
            </p:cNvPr>
            <p:cNvSpPr/>
            <p:nvPr/>
          </p:nvSpPr>
          <p:spPr>
            <a:xfrm>
              <a:off x="43805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07D1A64F-B28E-2C8C-B89E-F9A62C8E3CD1}"/>
                </a:ext>
              </a:extLst>
            </p:cNvPr>
            <p:cNvSpPr/>
            <p:nvPr/>
          </p:nvSpPr>
          <p:spPr>
            <a:xfrm>
              <a:off x="45329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2FCE8BC-F3E2-15ED-9953-4BB3DE77EA3A}"/>
                </a:ext>
              </a:extLst>
            </p:cNvPr>
            <p:cNvSpPr/>
            <p:nvPr/>
          </p:nvSpPr>
          <p:spPr>
            <a:xfrm>
              <a:off x="46853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7EF9B7D7-95E3-A5DE-227A-D5C6F63C8ABA}"/>
              </a:ext>
            </a:extLst>
          </p:cNvPr>
          <p:cNvSpPr/>
          <p:nvPr/>
        </p:nvSpPr>
        <p:spPr>
          <a:xfrm>
            <a:off x="2300800" y="2036245"/>
            <a:ext cx="3140895" cy="13493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E13BB3B-EB10-4BD8-CA31-4DD92C41D6D5}"/>
              </a:ext>
            </a:extLst>
          </p:cNvPr>
          <p:cNvSpPr txBox="1"/>
          <p:nvPr/>
        </p:nvSpPr>
        <p:spPr>
          <a:xfrm>
            <a:off x="3891926" y="2075984"/>
            <a:ext cx="1481496" cy="338554"/>
          </a:xfrm>
          <a:prstGeom prst="rect">
            <a:avLst/>
          </a:prstGeom>
          <a:noFill/>
        </p:spPr>
        <p:txBody>
          <a:bodyPr wrap="none" rtlCol="0">
            <a:spAutoFit/>
          </a:bodyPr>
          <a:lstStyle/>
          <a:p>
            <a:r>
              <a:rPr lang="en-US" sz="1600" dirty="0"/>
              <a:t>NV-IE-MIRA220</a:t>
            </a:r>
          </a:p>
        </p:txBody>
      </p:sp>
      <p:cxnSp>
        <p:nvCxnSpPr>
          <p:cNvPr id="33" name="Straight Arrow Connector 32">
            <a:extLst>
              <a:ext uri="{FF2B5EF4-FFF2-40B4-BE49-F238E27FC236}">
                <a16:creationId xmlns:a16="http://schemas.microsoft.com/office/drawing/2014/main" id="{B0993BBA-051B-AA71-E9DA-6CD9B77A8CB9}"/>
              </a:ext>
            </a:extLst>
          </p:cNvPr>
          <p:cNvCxnSpPr>
            <a:cxnSpLocks/>
            <a:stCxn id="48" idx="1"/>
            <a:endCxn id="6" idx="1"/>
          </p:cNvCxnSpPr>
          <p:nvPr/>
        </p:nvCxnSpPr>
        <p:spPr>
          <a:xfrm flipV="1">
            <a:off x="837240" y="2710918"/>
            <a:ext cx="1672487" cy="5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775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p:txBody>
          <a:bodyPr/>
          <a:lstStyle/>
          <a:p>
            <a:r>
              <a:rPr lang="en-US" dirty="0"/>
              <a:t>Smart Sensor Silicon Segmentation</a:t>
            </a:r>
          </a:p>
        </p:txBody>
      </p:sp>
      <p:sp>
        <p:nvSpPr>
          <p:cNvPr id="6" name="TextBox 5">
            <a:extLst>
              <a:ext uri="{FF2B5EF4-FFF2-40B4-BE49-F238E27FC236}">
                <a16:creationId xmlns:a16="http://schemas.microsoft.com/office/drawing/2014/main" id="{528D03D8-9412-E06F-6ECE-568652A7E07E}"/>
              </a:ext>
            </a:extLst>
          </p:cNvPr>
          <p:cNvSpPr txBox="1"/>
          <p:nvPr/>
        </p:nvSpPr>
        <p:spPr>
          <a:xfrm>
            <a:off x="2322130" y="3910722"/>
            <a:ext cx="3535743" cy="2054207"/>
          </a:xfrm>
          <a:prstGeom prst="rect">
            <a:avLst/>
          </a:prstGeom>
          <a:noFill/>
          <a:ln w="25400">
            <a:solidFill>
              <a:schemeClr val="tx1"/>
            </a:solidFill>
          </a:ln>
        </p:spPr>
        <p:txBody>
          <a:bodyPr wrap="none" rtlCol="0" anchor="ctr" anchorCtr="0">
            <a:noAutofit/>
          </a:bodyPr>
          <a:lstStyle/>
          <a:p>
            <a:r>
              <a:rPr lang="en-US" b="1" dirty="0"/>
              <a:t>Sensing</a:t>
            </a:r>
          </a:p>
          <a:p>
            <a:r>
              <a:rPr lang="en-US" dirty="0"/>
              <a:t>- RISC-V SoC</a:t>
            </a:r>
          </a:p>
          <a:p>
            <a:r>
              <a:rPr lang="en-US" dirty="0"/>
              <a:t>- Vector ISA</a:t>
            </a:r>
          </a:p>
          <a:p>
            <a:r>
              <a:rPr lang="en-US" dirty="0"/>
              <a:t>- general purpose connectivity</a:t>
            </a:r>
          </a:p>
        </p:txBody>
      </p:sp>
      <p:sp>
        <p:nvSpPr>
          <p:cNvPr id="7" name="TextBox 6">
            <a:extLst>
              <a:ext uri="{FF2B5EF4-FFF2-40B4-BE49-F238E27FC236}">
                <a16:creationId xmlns:a16="http://schemas.microsoft.com/office/drawing/2014/main" id="{6D071812-4C31-300F-EA06-DAC9C80F2710}"/>
              </a:ext>
            </a:extLst>
          </p:cNvPr>
          <p:cNvSpPr txBox="1"/>
          <p:nvPr/>
        </p:nvSpPr>
        <p:spPr>
          <a:xfrm>
            <a:off x="2322129" y="1856515"/>
            <a:ext cx="3535745" cy="2054207"/>
          </a:xfrm>
          <a:prstGeom prst="rect">
            <a:avLst/>
          </a:prstGeom>
          <a:noFill/>
          <a:ln w="25400">
            <a:solidFill>
              <a:schemeClr val="tx1"/>
            </a:solidFill>
          </a:ln>
        </p:spPr>
        <p:txBody>
          <a:bodyPr wrap="none" rtlCol="0" anchor="ctr" anchorCtr="0">
            <a:noAutofit/>
          </a:bodyPr>
          <a:lstStyle/>
          <a:p>
            <a:r>
              <a:rPr lang="en-US" b="1" dirty="0"/>
              <a:t>Vision</a:t>
            </a:r>
          </a:p>
          <a:p>
            <a:r>
              <a:rPr lang="en-US" dirty="0"/>
              <a:t>- model size versions</a:t>
            </a:r>
          </a:p>
          <a:p>
            <a:r>
              <a:rPr lang="en-US" dirty="0"/>
              <a:t>e.g. 1M,5M,10M ROM weights</a:t>
            </a:r>
          </a:p>
          <a:p>
            <a:r>
              <a:rPr lang="en-US" dirty="0"/>
              <a:t>- image fusion versions</a:t>
            </a:r>
          </a:p>
          <a:p>
            <a:r>
              <a:rPr lang="en-US" dirty="0"/>
              <a:t>e.g. 1,2,3 MIPI inputs</a:t>
            </a:r>
          </a:p>
          <a:p>
            <a:r>
              <a:rPr lang="en-US" dirty="0"/>
              <a:t>- image resolution versions</a:t>
            </a:r>
          </a:p>
          <a:p>
            <a:r>
              <a:rPr lang="en-US" dirty="0"/>
              <a:t>e.g. [3840,2160,3], [1600,1400,1] </a:t>
            </a:r>
          </a:p>
        </p:txBody>
      </p:sp>
      <p:sp>
        <p:nvSpPr>
          <p:cNvPr id="8" name="Arrow: Up 7">
            <a:extLst>
              <a:ext uri="{FF2B5EF4-FFF2-40B4-BE49-F238E27FC236}">
                <a16:creationId xmlns:a16="http://schemas.microsoft.com/office/drawing/2014/main" id="{123B73B2-480E-9DFB-9D90-0336B975A0C8}"/>
              </a:ext>
            </a:extLst>
          </p:cNvPr>
          <p:cNvSpPr/>
          <p:nvPr/>
        </p:nvSpPr>
        <p:spPr>
          <a:xfrm>
            <a:off x="1270530" y="1856515"/>
            <a:ext cx="535021" cy="4038649"/>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90C460-9AA3-6821-3B46-2F8D4C03072C}"/>
              </a:ext>
            </a:extLst>
          </p:cNvPr>
          <p:cNvSpPr txBox="1"/>
          <p:nvPr/>
        </p:nvSpPr>
        <p:spPr>
          <a:xfrm>
            <a:off x="838200" y="5964929"/>
            <a:ext cx="1399679" cy="369332"/>
          </a:xfrm>
          <a:prstGeom prst="rect">
            <a:avLst/>
          </a:prstGeom>
          <a:noFill/>
        </p:spPr>
        <p:txBody>
          <a:bodyPr wrap="none" rtlCol="0">
            <a:spAutoFit/>
          </a:bodyPr>
          <a:lstStyle/>
          <a:p>
            <a:r>
              <a:rPr lang="en-US" dirty="0"/>
              <a:t>performance</a:t>
            </a:r>
          </a:p>
        </p:txBody>
      </p:sp>
      <p:sp>
        <p:nvSpPr>
          <p:cNvPr id="11" name="TextBox 10">
            <a:extLst>
              <a:ext uri="{FF2B5EF4-FFF2-40B4-BE49-F238E27FC236}">
                <a16:creationId xmlns:a16="http://schemas.microsoft.com/office/drawing/2014/main" id="{91FDA001-35FB-A8D8-B231-75F736BA55EC}"/>
              </a:ext>
            </a:extLst>
          </p:cNvPr>
          <p:cNvSpPr txBox="1"/>
          <p:nvPr/>
        </p:nvSpPr>
        <p:spPr>
          <a:xfrm>
            <a:off x="3583548" y="5964929"/>
            <a:ext cx="1012906" cy="369332"/>
          </a:xfrm>
          <a:prstGeom prst="rect">
            <a:avLst/>
          </a:prstGeom>
          <a:noFill/>
        </p:spPr>
        <p:txBody>
          <a:bodyPr wrap="none" rtlCol="0">
            <a:spAutoFit/>
          </a:bodyPr>
          <a:lstStyle/>
          <a:p>
            <a:r>
              <a:rPr lang="en-US" dirty="0"/>
              <a:t>products</a:t>
            </a:r>
          </a:p>
        </p:txBody>
      </p:sp>
      <p:sp>
        <p:nvSpPr>
          <p:cNvPr id="12" name="Flowchart: Direct Access Storage 11">
            <a:extLst>
              <a:ext uri="{FF2B5EF4-FFF2-40B4-BE49-F238E27FC236}">
                <a16:creationId xmlns:a16="http://schemas.microsoft.com/office/drawing/2014/main" id="{895C9EB2-D326-F588-16CD-34548B4CE09C}"/>
              </a:ext>
            </a:extLst>
          </p:cNvPr>
          <p:cNvSpPr/>
          <p:nvPr/>
        </p:nvSpPr>
        <p:spPr>
          <a:xfrm flipH="1">
            <a:off x="6382471" y="2233256"/>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580E26B0-1A4C-DF47-AFF1-205B2E32A0AF}"/>
              </a:ext>
            </a:extLst>
          </p:cNvPr>
          <p:cNvSpPr/>
          <p:nvPr/>
        </p:nvSpPr>
        <p:spPr>
          <a:xfrm>
            <a:off x="8627165"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A953E917-31BF-7287-3BF9-2BE471F2C89F}"/>
              </a:ext>
            </a:extLst>
          </p:cNvPr>
          <p:cNvSpPr/>
          <p:nvPr/>
        </p:nvSpPr>
        <p:spPr>
          <a:xfrm>
            <a:off x="8735873"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EEC83447-51B6-7E9A-AC67-F1267119B1BA}"/>
              </a:ext>
            </a:extLst>
          </p:cNvPr>
          <p:cNvSpPr/>
          <p:nvPr/>
        </p:nvSpPr>
        <p:spPr>
          <a:xfrm>
            <a:off x="8844581"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79C52BE3-9FAB-C623-1AC0-CDA3CFDEBA0C}"/>
              </a:ext>
            </a:extLst>
          </p:cNvPr>
          <p:cNvSpPr/>
          <p:nvPr/>
        </p:nvSpPr>
        <p:spPr>
          <a:xfrm>
            <a:off x="8953289"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CC0FF156-8A10-1C64-A7D2-295DF81FC096}"/>
              </a:ext>
            </a:extLst>
          </p:cNvPr>
          <p:cNvSpPr/>
          <p:nvPr/>
        </p:nvSpPr>
        <p:spPr>
          <a:xfrm>
            <a:off x="9061996"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B69CBBB2-06AE-4F94-17C8-F298FE6D9D5B}"/>
              </a:ext>
            </a:extLst>
          </p:cNvPr>
          <p:cNvSpPr/>
          <p:nvPr/>
        </p:nvSpPr>
        <p:spPr>
          <a:xfrm flipH="1">
            <a:off x="6237625" y="2496689"/>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D3880FF4-6CB7-9184-0185-8108291369B1}"/>
              </a:ext>
            </a:extLst>
          </p:cNvPr>
          <p:cNvSpPr/>
          <p:nvPr/>
        </p:nvSpPr>
        <p:spPr>
          <a:xfrm flipH="1">
            <a:off x="6359078" y="2796978"/>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7997236-0A78-96B1-CC7E-1BD2B37D69B2}"/>
              </a:ext>
            </a:extLst>
          </p:cNvPr>
          <p:cNvSpPr txBox="1"/>
          <p:nvPr/>
        </p:nvSpPr>
        <p:spPr>
          <a:xfrm>
            <a:off x="6570423" y="2002340"/>
            <a:ext cx="405004" cy="241493"/>
          </a:xfrm>
          <a:prstGeom prst="rect">
            <a:avLst/>
          </a:prstGeom>
          <a:noFill/>
        </p:spPr>
        <p:txBody>
          <a:bodyPr wrap="none" rtlCol="0">
            <a:spAutoFit/>
          </a:bodyPr>
          <a:lstStyle/>
          <a:p>
            <a:r>
              <a:rPr lang="en-US" sz="1600" dirty="0"/>
              <a:t>MIPI</a:t>
            </a:r>
          </a:p>
        </p:txBody>
      </p:sp>
      <p:grpSp>
        <p:nvGrpSpPr>
          <p:cNvPr id="22" name="Group 21">
            <a:extLst>
              <a:ext uri="{FF2B5EF4-FFF2-40B4-BE49-F238E27FC236}">
                <a16:creationId xmlns:a16="http://schemas.microsoft.com/office/drawing/2014/main" id="{499470DB-F36D-7C47-D687-30ACA7157693}"/>
              </a:ext>
            </a:extLst>
          </p:cNvPr>
          <p:cNvGrpSpPr/>
          <p:nvPr/>
        </p:nvGrpSpPr>
        <p:grpSpPr>
          <a:xfrm>
            <a:off x="7396950" y="2222452"/>
            <a:ext cx="505986" cy="366129"/>
            <a:chOff x="8804791" y="1900252"/>
            <a:chExt cx="709353" cy="789709"/>
          </a:xfrm>
        </p:grpSpPr>
        <p:sp>
          <p:nvSpPr>
            <p:cNvPr id="23" name="Rectangle 22">
              <a:extLst>
                <a:ext uri="{FF2B5EF4-FFF2-40B4-BE49-F238E27FC236}">
                  <a16:creationId xmlns:a16="http://schemas.microsoft.com/office/drawing/2014/main" id="{9BE48D56-3CED-000A-DBE0-E119B15D402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DE21E6CD-8882-7306-A69A-536C842A0BC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C54F5BE2-987B-FEEC-C4CC-7ADECE70A96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920FD993-1221-69BE-BB20-EB0431FA91E3}"/>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A678560E-31AA-EA4C-8D98-4F1A466C3493}"/>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8158D559-DE85-A385-3750-122ADE4E0DA8}"/>
              </a:ext>
            </a:extLst>
          </p:cNvPr>
          <p:cNvGrpSpPr/>
          <p:nvPr/>
        </p:nvGrpSpPr>
        <p:grpSpPr>
          <a:xfrm>
            <a:off x="7396950" y="2728161"/>
            <a:ext cx="505986" cy="366129"/>
            <a:chOff x="8804791" y="1900252"/>
            <a:chExt cx="709353" cy="789709"/>
          </a:xfrm>
        </p:grpSpPr>
        <p:sp>
          <p:nvSpPr>
            <p:cNvPr id="29" name="Rectangle 28">
              <a:extLst>
                <a:ext uri="{FF2B5EF4-FFF2-40B4-BE49-F238E27FC236}">
                  <a16:creationId xmlns:a16="http://schemas.microsoft.com/office/drawing/2014/main" id="{DF36EF94-ABCD-0FFE-8364-04AAB8138CB6}"/>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50A4B744-5E77-16DF-E21A-AF0C766A4146}"/>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CF3F74A3-A363-06D0-7754-A08E71A8A20D}"/>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1B1AB54D-3276-4959-7E31-05B2B3E13EDC}"/>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ACFE6FFB-3B52-879B-2C8E-D97EEB3D9FD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631D016-D79D-FF73-9044-78C58EE13FF4}"/>
              </a:ext>
            </a:extLst>
          </p:cNvPr>
          <p:cNvGrpSpPr/>
          <p:nvPr/>
        </p:nvGrpSpPr>
        <p:grpSpPr>
          <a:xfrm>
            <a:off x="7396998" y="3292582"/>
            <a:ext cx="505986" cy="366129"/>
            <a:chOff x="8804791" y="1900252"/>
            <a:chExt cx="709353" cy="789709"/>
          </a:xfrm>
        </p:grpSpPr>
        <p:sp>
          <p:nvSpPr>
            <p:cNvPr id="35" name="Rectangle 34">
              <a:extLst>
                <a:ext uri="{FF2B5EF4-FFF2-40B4-BE49-F238E27FC236}">
                  <a16:creationId xmlns:a16="http://schemas.microsoft.com/office/drawing/2014/main" id="{EA6D101B-FD72-92BA-C492-7DE3B286ACE9}"/>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59576F1B-284D-B988-4670-9C43C9EEECFE}"/>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422C1760-31C9-28D5-2487-361210B462DA}"/>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36525E51-BC30-467D-9B07-AAF109411B2D}"/>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0341C8FC-0A11-B5BE-E32C-B2AB6C0DE574}"/>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1FE291FF-BCB6-200B-3917-F779E5C61472}"/>
              </a:ext>
            </a:extLst>
          </p:cNvPr>
          <p:cNvCxnSpPr>
            <a:cxnSpLocks/>
          </p:cNvCxnSpPr>
          <p:nvPr/>
        </p:nvCxnSpPr>
        <p:spPr>
          <a:xfrm>
            <a:off x="8358330" y="2928175"/>
            <a:ext cx="2688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Rectangle 40">
            <a:extLst>
              <a:ext uri="{FF2B5EF4-FFF2-40B4-BE49-F238E27FC236}">
                <a16:creationId xmlns:a16="http://schemas.microsoft.com/office/drawing/2014/main" id="{8C76E75F-BE2E-3F08-F0A6-2F62B5F8D198}"/>
              </a:ext>
            </a:extLst>
          </p:cNvPr>
          <p:cNvSpPr/>
          <p:nvPr/>
        </p:nvSpPr>
        <p:spPr>
          <a:xfrm>
            <a:off x="8277169"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2" name="Connector: Elbow 41">
            <a:extLst>
              <a:ext uri="{FF2B5EF4-FFF2-40B4-BE49-F238E27FC236}">
                <a16:creationId xmlns:a16="http://schemas.microsoft.com/office/drawing/2014/main" id="{7E46AACC-97C5-BA14-10D7-2880FAD11D51}"/>
              </a:ext>
            </a:extLst>
          </p:cNvPr>
          <p:cNvCxnSpPr>
            <a:cxnSpLocks/>
            <a:stCxn id="27" idx="3"/>
          </p:cNvCxnSpPr>
          <p:nvPr/>
        </p:nvCxnSpPr>
        <p:spPr>
          <a:xfrm>
            <a:off x="7902936" y="2405517"/>
            <a:ext cx="352474" cy="35134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2B0D030D-7D80-353B-FF73-128F477B0C3F}"/>
              </a:ext>
            </a:extLst>
          </p:cNvPr>
          <p:cNvCxnSpPr>
            <a:cxnSpLocks/>
            <a:stCxn id="39" idx="3"/>
          </p:cNvCxnSpPr>
          <p:nvPr/>
        </p:nvCxnSpPr>
        <p:spPr>
          <a:xfrm flipV="1">
            <a:off x="7902984" y="3122961"/>
            <a:ext cx="362993" cy="35268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4084A114-962B-4A60-F2B9-F57912D971BF}"/>
              </a:ext>
            </a:extLst>
          </p:cNvPr>
          <p:cNvCxnSpPr>
            <a:stCxn id="12" idx="1"/>
            <a:endCxn id="23" idx="1"/>
          </p:cNvCxnSpPr>
          <p:nvPr/>
        </p:nvCxnSpPr>
        <p:spPr>
          <a:xfrm>
            <a:off x="6524779" y="2348882"/>
            <a:ext cx="872171" cy="56635"/>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5" name="Connector: Curved 44">
            <a:extLst>
              <a:ext uri="{FF2B5EF4-FFF2-40B4-BE49-F238E27FC236}">
                <a16:creationId xmlns:a16="http://schemas.microsoft.com/office/drawing/2014/main" id="{22A491D0-E30D-9C79-C252-7C1B3F5C6BE0}"/>
              </a:ext>
            </a:extLst>
          </p:cNvPr>
          <p:cNvCxnSpPr>
            <a:cxnSpLocks/>
            <a:stCxn id="18" idx="1"/>
            <a:endCxn id="29" idx="1"/>
          </p:cNvCxnSpPr>
          <p:nvPr/>
        </p:nvCxnSpPr>
        <p:spPr>
          <a:xfrm>
            <a:off x="6379933" y="2612315"/>
            <a:ext cx="1017017" cy="298911"/>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6" name="Connector: Curved 45">
            <a:extLst>
              <a:ext uri="{FF2B5EF4-FFF2-40B4-BE49-F238E27FC236}">
                <a16:creationId xmlns:a16="http://schemas.microsoft.com/office/drawing/2014/main" id="{382EEA59-73DC-8345-5D3C-9660E4596F39}"/>
              </a:ext>
            </a:extLst>
          </p:cNvPr>
          <p:cNvCxnSpPr>
            <a:cxnSpLocks/>
            <a:stCxn id="19" idx="1"/>
            <a:endCxn id="35" idx="1"/>
          </p:cNvCxnSpPr>
          <p:nvPr/>
        </p:nvCxnSpPr>
        <p:spPr>
          <a:xfrm>
            <a:off x="6501386" y="2912604"/>
            <a:ext cx="895612" cy="563043"/>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0E749587-91BF-BF01-EAD3-311139A5E092}"/>
              </a:ext>
            </a:extLst>
          </p:cNvPr>
          <p:cNvCxnSpPr>
            <a:stCxn id="33" idx="3"/>
            <a:endCxn id="41" idx="1"/>
          </p:cNvCxnSpPr>
          <p:nvPr/>
        </p:nvCxnSpPr>
        <p:spPr>
          <a:xfrm>
            <a:off x="7902936" y="2911226"/>
            <a:ext cx="374233"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928ED922-DAF3-8444-E6EE-AA2E405A4D36}"/>
              </a:ext>
            </a:extLst>
          </p:cNvPr>
          <p:cNvCxnSpPr>
            <a:cxnSpLocks/>
            <a:stCxn id="17" idx="3"/>
          </p:cNvCxnSpPr>
          <p:nvPr/>
        </p:nvCxnSpPr>
        <p:spPr>
          <a:xfrm>
            <a:off x="9133150" y="2911225"/>
            <a:ext cx="123432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3322F8A5-F61E-23C9-02A1-1B0210127F70}"/>
              </a:ext>
            </a:extLst>
          </p:cNvPr>
          <p:cNvSpPr/>
          <p:nvPr/>
        </p:nvSpPr>
        <p:spPr>
          <a:xfrm>
            <a:off x="7176704" y="1807366"/>
            <a:ext cx="2409295" cy="1986677"/>
          </a:xfrm>
          <a:prstGeom prst="rect">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61EB6D03-24F4-6F61-9793-FBD9A8E6A10A}"/>
              </a:ext>
            </a:extLst>
          </p:cNvPr>
          <p:cNvSpPr txBox="1"/>
          <p:nvPr/>
        </p:nvSpPr>
        <p:spPr>
          <a:xfrm>
            <a:off x="9667152" y="2555485"/>
            <a:ext cx="372988" cy="241493"/>
          </a:xfrm>
          <a:prstGeom prst="rect">
            <a:avLst/>
          </a:prstGeom>
          <a:noFill/>
        </p:spPr>
        <p:txBody>
          <a:bodyPr wrap="none" rtlCol="0">
            <a:spAutoFit/>
          </a:bodyPr>
          <a:lstStyle/>
          <a:p>
            <a:r>
              <a:rPr lang="en-US" sz="1600" dirty="0"/>
              <a:t>USB</a:t>
            </a:r>
          </a:p>
        </p:txBody>
      </p:sp>
      <p:sp>
        <p:nvSpPr>
          <p:cNvPr id="68" name="TextBox 67">
            <a:extLst>
              <a:ext uri="{FF2B5EF4-FFF2-40B4-BE49-F238E27FC236}">
                <a16:creationId xmlns:a16="http://schemas.microsoft.com/office/drawing/2014/main" id="{51EFF5AD-660C-E61A-D766-031B9C86BAAA}"/>
              </a:ext>
            </a:extLst>
          </p:cNvPr>
          <p:cNvSpPr txBox="1"/>
          <p:nvPr/>
        </p:nvSpPr>
        <p:spPr>
          <a:xfrm>
            <a:off x="7236098" y="1810938"/>
            <a:ext cx="2349901" cy="338554"/>
          </a:xfrm>
          <a:prstGeom prst="rect">
            <a:avLst/>
          </a:prstGeom>
          <a:noFill/>
        </p:spPr>
        <p:txBody>
          <a:bodyPr wrap="square" rtlCol="0">
            <a:spAutoFit/>
          </a:bodyPr>
          <a:lstStyle/>
          <a:p>
            <a:r>
              <a:rPr lang="en-US" sz="1600" dirty="0" err="1"/>
              <a:t>NeuVision</a:t>
            </a:r>
            <a:r>
              <a:rPr lang="en-US" sz="1600" dirty="0"/>
              <a:t> Image Encoder</a:t>
            </a:r>
          </a:p>
        </p:txBody>
      </p:sp>
    </p:spTree>
    <p:extLst>
      <p:ext uri="{BB962C8B-B14F-4D97-AF65-F5344CB8AC3E}">
        <p14:creationId xmlns:p14="http://schemas.microsoft.com/office/powerpoint/2010/main" val="39142657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2F086E-11CE-D236-803A-DA1CCD9B604C}"/>
              </a:ext>
            </a:extLst>
          </p:cNvPr>
          <p:cNvSpPr txBox="1"/>
          <p:nvPr/>
        </p:nvSpPr>
        <p:spPr>
          <a:xfrm>
            <a:off x="444843" y="566678"/>
            <a:ext cx="7405361" cy="4247317"/>
          </a:xfrm>
          <a:prstGeom prst="rect">
            <a:avLst/>
          </a:prstGeom>
          <a:noFill/>
        </p:spPr>
        <p:txBody>
          <a:bodyPr wrap="none" rtlCol="0">
            <a:spAutoFit/>
          </a:bodyPr>
          <a:lstStyle/>
          <a:p>
            <a:pPr marL="342900" indent="-342900">
              <a:buFont typeface="+mj-lt"/>
              <a:buAutoNum type="arabicPeriod"/>
            </a:pPr>
            <a:r>
              <a:rPr lang="en-US" dirty="0"/>
              <a:t>collect unlabeled dataset</a:t>
            </a:r>
          </a:p>
          <a:p>
            <a:pPr marL="800100" lvl="1" indent="-342900">
              <a:buFont typeface="+mj-lt"/>
              <a:buAutoNum type="alphaLcPeriod"/>
            </a:pPr>
            <a:r>
              <a:rPr lang="en-US" dirty="0"/>
              <a:t>synchronized frame capture from multiple image sensors</a:t>
            </a:r>
          </a:p>
          <a:p>
            <a:pPr marL="800100" lvl="1" indent="-342900">
              <a:buFont typeface="+mj-lt"/>
              <a:buAutoNum type="alphaLcPeriod"/>
            </a:pPr>
            <a:r>
              <a:rPr lang="en-US" dirty="0"/>
              <a:t>synchronized metadata e.g. robot servo angles</a:t>
            </a:r>
          </a:p>
          <a:p>
            <a:pPr marL="342900" indent="-342900">
              <a:buFont typeface="+mj-lt"/>
              <a:buAutoNum type="arabicPeriod"/>
            </a:pPr>
            <a:r>
              <a:rPr lang="en-US" dirty="0"/>
              <a:t>self supervised pretraining using unlabeled dataset</a:t>
            </a:r>
          </a:p>
          <a:p>
            <a:pPr marL="800100" lvl="1" indent="-342900">
              <a:buFont typeface="+mj-lt"/>
              <a:buAutoNum type="alphaLcPeriod"/>
            </a:pPr>
            <a:r>
              <a:rPr lang="en-US" dirty="0"/>
              <a:t>BYOL, DINO</a:t>
            </a:r>
          </a:p>
          <a:p>
            <a:pPr marL="342900" indent="-342900">
              <a:buFont typeface="+mj-lt"/>
              <a:buAutoNum type="arabicPeriod"/>
            </a:pPr>
            <a:r>
              <a:rPr lang="en-US" dirty="0"/>
              <a:t>few shot learning using pretrained vision model</a:t>
            </a:r>
          </a:p>
          <a:p>
            <a:pPr marL="800100" lvl="1" indent="-342900">
              <a:buFont typeface="+mj-lt"/>
              <a:buAutoNum type="alphaLcPeriod"/>
            </a:pPr>
            <a:r>
              <a:rPr lang="en-US" dirty="0"/>
              <a:t>imitation learning for robotics</a:t>
            </a:r>
          </a:p>
          <a:p>
            <a:pPr marL="800100" lvl="1" indent="-342900">
              <a:buFont typeface="+mj-lt"/>
              <a:buAutoNum type="alphaLcPeriod"/>
            </a:pPr>
            <a:r>
              <a:rPr lang="en-US" dirty="0"/>
              <a:t>classifier for object detection</a:t>
            </a:r>
          </a:p>
          <a:p>
            <a:pPr marL="800100" lvl="1" indent="-342900">
              <a:buFont typeface="+mj-lt"/>
              <a:buAutoNum type="alphaLcPeriod"/>
            </a:pPr>
            <a:r>
              <a:rPr lang="en-US" dirty="0"/>
              <a:t>image decoder for object segmentation</a:t>
            </a:r>
          </a:p>
          <a:p>
            <a:pPr marL="800100" lvl="1" indent="-342900">
              <a:buFont typeface="+mj-lt"/>
              <a:buAutoNum type="alphaLcPeriod"/>
            </a:pPr>
            <a:r>
              <a:rPr lang="en-US" dirty="0"/>
              <a:t>patch embeddings for multimodal LLM</a:t>
            </a:r>
          </a:p>
          <a:p>
            <a:pPr marL="800100" lvl="1" indent="-342900">
              <a:buFont typeface="+mj-lt"/>
              <a:buAutoNum type="alphaLcPeriod"/>
            </a:pPr>
            <a:endParaRPr lang="en-US" dirty="0"/>
          </a:p>
          <a:p>
            <a:pPr marL="342900" indent="-342900">
              <a:buFont typeface="+mj-lt"/>
              <a:buAutoNum type="arabicPeriod"/>
            </a:pPr>
            <a:r>
              <a:rPr lang="en-US" dirty="0"/>
              <a:t>data sheet for {100K,1M,5M,20M parameter VGG-like CNN}, {FPGA, ASIC}</a:t>
            </a:r>
          </a:p>
          <a:p>
            <a:pPr marL="800100" lvl="1" indent="-342900">
              <a:buFont typeface="+mj-lt"/>
              <a:buAutoNum type="alphaLcPeriod"/>
            </a:pPr>
            <a:r>
              <a:rPr lang="en-US" dirty="0"/>
              <a:t>area, ROM area, clock frequency</a:t>
            </a:r>
          </a:p>
          <a:p>
            <a:pPr marL="342900" indent="-342900">
              <a:buFont typeface="+mj-lt"/>
              <a:buAutoNum type="arabicPeriod"/>
            </a:pP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458712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E6CF25-A975-58D2-905D-296D7A221CA0}"/>
              </a:ext>
            </a:extLst>
          </p:cNvPr>
          <p:cNvGraphicFramePr>
            <a:graphicFrameLocks noGrp="1"/>
          </p:cNvGraphicFramePr>
          <p:nvPr/>
        </p:nvGraphicFramePr>
        <p:xfrm>
          <a:off x="699701" y="1783915"/>
          <a:ext cx="11038703" cy="2595880"/>
        </p:xfrm>
        <a:graphic>
          <a:graphicData uri="http://schemas.openxmlformats.org/drawingml/2006/table">
            <a:tbl>
              <a:tblPr firstRow="1" bandRow="1">
                <a:tableStyleId>{073A0DAA-6AF3-43AB-8588-CEC1D06C72B9}</a:tableStyleId>
              </a:tblPr>
              <a:tblGrid>
                <a:gridCol w="7068065">
                  <a:extLst>
                    <a:ext uri="{9D8B030D-6E8A-4147-A177-3AD203B41FA5}">
                      <a16:colId xmlns:a16="http://schemas.microsoft.com/office/drawing/2014/main" val="863589550"/>
                    </a:ext>
                  </a:extLst>
                </a:gridCol>
                <a:gridCol w="889687">
                  <a:extLst>
                    <a:ext uri="{9D8B030D-6E8A-4147-A177-3AD203B41FA5}">
                      <a16:colId xmlns:a16="http://schemas.microsoft.com/office/drawing/2014/main" val="1383062994"/>
                    </a:ext>
                  </a:extLst>
                </a:gridCol>
                <a:gridCol w="3080951">
                  <a:extLst>
                    <a:ext uri="{9D8B030D-6E8A-4147-A177-3AD203B41FA5}">
                      <a16:colId xmlns:a16="http://schemas.microsoft.com/office/drawing/2014/main" val="3523149373"/>
                    </a:ext>
                  </a:extLst>
                </a:gridCol>
              </a:tblGrid>
              <a:tr h="370840">
                <a:tc>
                  <a:txBody>
                    <a:bodyPr/>
                    <a:lstStyle/>
                    <a:p>
                      <a:r>
                        <a:rPr lang="en-US" dirty="0"/>
                        <a:t>Paper</a:t>
                      </a:r>
                    </a:p>
                  </a:txBody>
                  <a:tcPr/>
                </a:tc>
                <a:tc>
                  <a:txBody>
                    <a:bodyPr/>
                    <a:lstStyle/>
                    <a:p>
                      <a:r>
                        <a:rPr lang="en-US" dirty="0"/>
                        <a:t>Year</a:t>
                      </a:r>
                    </a:p>
                  </a:txBody>
                  <a:tcPr/>
                </a:tc>
                <a:tc>
                  <a:txBody>
                    <a:bodyPr/>
                    <a:lstStyle/>
                    <a:p>
                      <a:endParaRPr lang="en-US" dirty="0"/>
                    </a:p>
                  </a:txBody>
                  <a:tcPr/>
                </a:tc>
                <a:extLst>
                  <a:ext uri="{0D108BD9-81ED-4DB2-BD59-A6C34878D82A}">
                    <a16:rowId xmlns:a16="http://schemas.microsoft.com/office/drawing/2014/main" val="4248461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A Simple Framework for Contrastive Learning of Visual Representations</a:t>
                      </a:r>
                      <a:endParaRPr lang="en-US" dirty="0"/>
                    </a:p>
                  </a:txBody>
                  <a:tcPr/>
                </a:tc>
                <a:tc>
                  <a:txBody>
                    <a:bodyPr/>
                    <a:lstStyle/>
                    <a:p>
                      <a:r>
                        <a:rPr lang="en-US" dirty="0"/>
                        <a:t>2020</a:t>
                      </a:r>
                    </a:p>
                  </a:txBody>
                  <a:tcPr/>
                </a:tc>
                <a:tc>
                  <a:txBody>
                    <a:bodyPr/>
                    <a:lstStyle/>
                    <a:p>
                      <a:r>
                        <a:rPr lang="en-US" dirty="0"/>
                        <a:t>random crop and rescale</a:t>
                      </a:r>
                    </a:p>
                  </a:txBody>
                  <a:tcPr/>
                </a:tc>
                <a:extLst>
                  <a:ext uri="{0D108BD9-81ED-4DB2-BD59-A6C34878D82A}">
                    <a16:rowId xmlns:a16="http://schemas.microsoft.com/office/drawing/2014/main" val="32860172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Bootstrap Your Own Latent A New Approach to Self-Supervised Learning</a:t>
                      </a:r>
                      <a:endParaRPr lang="en-US" dirty="0"/>
                    </a:p>
                  </a:txBody>
                  <a:tcPr/>
                </a:tc>
                <a:tc>
                  <a:txBody>
                    <a:bodyPr/>
                    <a:lstStyle/>
                    <a:p>
                      <a:r>
                        <a:rPr lang="en-US" dirty="0"/>
                        <a:t>2020</a:t>
                      </a:r>
                    </a:p>
                  </a:txBody>
                  <a:tcPr/>
                </a:tc>
                <a:tc>
                  <a:txBody>
                    <a:bodyPr/>
                    <a:lstStyle/>
                    <a:p>
                      <a:r>
                        <a:rPr lang="en-US" dirty="0"/>
                        <a:t>positive pairs only</a:t>
                      </a:r>
                    </a:p>
                  </a:txBody>
                  <a:tcPr/>
                </a:tc>
                <a:extLst>
                  <a:ext uri="{0D108BD9-81ED-4DB2-BD59-A6C34878D82A}">
                    <a16:rowId xmlns:a16="http://schemas.microsoft.com/office/drawing/2014/main" val="1402044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5"/>
                        </a:rPr>
                        <a:t>Emerging Properties in Self-Supervised Vision Transformers</a:t>
                      </a:r>
                      <a:endParaRPr lang="en-US" dirty="0"/>
                    </a:p>
                  </a:txBody>
                  <a:tcPr/>
                </a:tc>
                <a:tc>
                  <a:txBody>
                    <a:bodyPr/>
                    <a:lstStyle/>
                    <a:p>
                      <a:r>
                        <a:rPr lang="en-US" dirty="0"/>
                        <a:t>2021</a:t>
                      </a:r>
                    </a:p>
                  </a:txBody>
                  <a:tcPr/>
                </a:tc>
                <a:tc>
                  <a:txBody>
                    <a:bodyPr/>
                    <a:lstStyle/>
                    <a:p>
                      <a:r>
                        <a:rPr lang="en-US" dirty="0"/>
                        <a:t>our baseline method (DINO)</a:t>
                      </a:r>
                    </a:p>
                  </a:txBody>
                  <a:tcPr/>
                </a:tc>
                <a:extLst>
                  <a:ext uri="{0D108BD9-81ED-4DB2-BD59-A6C34878D82A}">
                    <a16:rowId xmlns:a16="http://schemas.microsoft.com/office/drawing/2014/main" val="10978321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6"/>
                        </a:rPr>
                        <a:t>DINOv2: Learning Robust Visual Features without Supervision</a:t>
                      </a:r>
                      <a:endParaRPr lang="en-US" dirty="0"/>
                    </a:p>
                  </a:txBody>
                  <a:tcPr/>
                </a:tc>
                <a:tc>
                  <a:txBody>
                    <a:bodyPr/>
                    <a:lstStyle/>
                    <a:p>
                      <a:r>
                        <a:rPr lang="en-US" dirty="0"/>
                        <a:t>2023</a:t>
                      </a:r>
                    </a:p>
                  </a:txBody>
                  <a:tcPr/>
                </a:tc>
                <a:tc>
                  <a:txBody>
                    <a:bodyPr/>
                    <a:lstStyle/>
                    <a:p>
                      <a:endParaRPr lang="en-US" dirty="0"/>
                    </a:p>
                  </a:txBody>
                  <a:tcPr/>
                </a:tc>
                <a:extLst>
                  <a:ext uri="{0D108BD9-81ED-4DB2-BD59-A6C34878D82A}">
                    <a16:rowId xmlns:a16="http://schemas.microsoft.com/office/drawing/2014/main" val="7628316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7"/>
                        </a:rPr>
                        <a:t>Masked Autoencoders As Spatiotemporal Learners</a:t>
                      </a:r>
                      <a:endParaRPr lang="en-US" dirty="0"/>
                    </a:p>
                  </a:txBody>
                  <a:tcPr/>
                </a:tc>
                <a:tc>
                  <a:txBody>
                    <a:bodyPr/>
                    <a:lstStyle/>
                    <a:p>
                      <a:r>
                        <a:rPr lang="en-US" dirty="0"/>
                        <a:t>2022</a:t>
                      </a:r>
                    </a:p>
                  </a:txBody>
                  <a:tcPr/>
                </a:tc>
                <a:tc>
                  <a:txBody>
                    <a:bodyPr/>
                    <a:lstStyle/>
                    <a:p>
                      <a:endParaRPr lang="en-US" dirty="0"/>
                    </a:p>
                  </a:txBody>
                  <a:tcPr/>
                </a:tc>
                <a:extLst>
                  <a:ext uri="{0D108BD9-81ED-4DB2-BD59-A6C34878D82A}">
                    <a16:rowId xmlns:a16="http://schemas.microsoft.com/office/drawing/2014/main" val="4408565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8"/>
                        </a:rPr>
                        <a:t>The (Un)Surprising Effectiveness of Pre-Trained Vision Models for Control</a:t>
                      </a:r>
                      <a:endParaRPr lang="en-US" dirty="0"/>
                    </a:p>
                  </a:txBody>
                  <a:tcPr/>
                </a:tc>
                <a:tc>
                  <a:txBody>
                    <a:bodyPr/>
                    <a:lstStyle/>
                    <a:p>
                      <a:r>
                        <a:rPr lang="en-US" dirty="0"/>
                        <a:t>2022</a:t>
                      </a:r>
                    </a:p>
                  </a:txBody>
                  <a:tcPr/>
                </a:tc>
                <a:tc>
                  <a:txBody>
                    <a:bodyPr/>
                    <a:lstStyle/>
                    <a:p>
                      <a:r>
                        <a:rPr lang="en-US" dirty="0"/>
                        <a:t>robot demo</a:t>
                      </a:r>
                    </a:p>
                  </a:txBody>
                  <a:tcPr/>
                </a:tc>
                <a:extLst>
                  <a:ext uri="{0D108BD9-81ED-4DB2-BD59-A6C34878D82A}">
                    <a16:rowId xmlns:a16="http://schemas.microsoft.com/office/drawing/2014/main" val="4112363682"/>
                  </a:ext>
                </a:extLst>
              </a:tr>
            </a:tbl>
          </a:graphicData>
        </a:graphic>
      </p:graphicFrame>
      <p:pic>
        <p:nvPicPr>
          <p:cNvPr id="5" name="Picture 4">
            <a:extLst>
              <a:ext uri="{FF2B5EF4-FFF2-40B4-BE49-F238E27FC236}">
                <a16:creationId xmlns:a16="http://schemas.microsoft.com/office/drawing/2014/main" id="{B85B9572-7D13-ECE5-AD79-3DC2823626C3}"/>
              </a:ext>
            </a:extLst>
          </p:cNvPr>
          <p:cNvPicPr>
            <a:picLocks noChangeAspect="1"/>
          </p:cNvPicPr>
          <p:nvPr/>
        </p:nvPicPr>
        <p:blipFill>
          <a:blip r:embed="rId9"/>
          <a:stretch>
            <a:fillRect/>
          </a:stretch>
        </p:blipFill>
        <p:spPr>
          <a:xfrm>
            <a:off x="8830060" y="4688716"/>
            <a:ext cx="2427975" cy="1584077"/>
          </a:xfrm>
          <a:prstGeom prst="rect">
            <a:avLst/>
          </a:prstGeom>
        </p:spPr>
      </p:pic>
      <p:pic>
        <p:nvPicPr>
          <p:cNvPr id="8" name="Picture 7">
            <a:extLst>
              <a:ext uri="{FF2B5EF4-FFF2-40B4-BE49-F238E27FC236}">
                <a16:creationId xmlns:a16="http://schemas.microsoft.com/office/drawing/2014/main" id="{27862358-90FB-11AF-9A74-F142B5706F64}"/>
              </a:ext>
            </a:extLst>
          </p:cNvPr>
          <p:cNvPicPr>
            <a:picLocks noChangeAspect="1"/>
          </p:cNvPicPr>
          <p:nvPr/>
        </p:nvPicPr>
        <p:blipFill>
          <a:blip r:embed="rId10"/>
          <a:stretch>
            <a:fillRect/>
          </a:stretch>
        </p:blipFill>
        <p:spPr>
          <a:xfrm>
            <a:off x="4538146" y="4431182"/>
            <a:ext cx="2666871" cy="2301641"/>
          </a:xfrm>
          <a:prstGeom prst="rect">
            <a:avLst/>
          </a:prstGeom>
        </p:spPr>
      </p:pic>
      <p:pic>
        <p:nvPicPr>
          <p:cNvPr id="10" name="Picture 9">
            <a:extLst>
              <a:ext uri="{FF2B5EF4-FFF2-40B4-BE49-F238E27FC236}">
                <a16:creationId xmlns:a16="http://schemas.microsoft.com/office/drawing/2014/main" id="{7B4D38FC-42D6-F8A9-B15C-B040602FACA6}"/>
              </a:ext>
            </a:extLst>
          </p:cNvPr>
          <p:cNvPicPr>
            <a:picLocks noChangeAspect="1"/>
          </p:cNvPicPr>
          <p:nvPr/>
        </p:nvPicPr>
        <p:blipFill>
          <a:blip r:embed="rId11"/>
          <a:stretch>
            <a:fillRect/>
          </a:stretch>
        </p:blipFill>
        <p:spPr>
          <a:xfrm>
            <a:off x="1119830" y="4904411"/>
            <a:ext cx="2254593" cy="1152686"/>
          </a:xfrm>
          <a:prstGeom prst="rect">
            <a:avLst/>
          </a:prstGeom>
        </p:spPr>
      </p:pic>
      <p:sp>
        <p:nvSpPr>
          <p:cNvPr id="11" name="Title 10">
            <a:extLst>
              <a:ext uri="{FF2B5EF4-FFF2-40B4-BE49-F238E27FC236}">
                <a16:creationId xmlns:a16="http://schemas.microsoft.com/office/drawing/2014/main" id="{43F44C2A-3A95-D7EF-EAEB-ED08998DE99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03542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0B3653B8-A142-3F18-42B6-AA7B107467DA}"/>
              </a:ext>
            </a:extLst>
          </p:cNvPr>
          <p:cNvSpPr/>
          <p:nvPr/>
        </p:nvSpPr>
        <p:spPr>
          <a:xfrm flipH="1">
            <a:off x="691743" y="221592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17DD95E-882D-BA05-6CEE-83C61CC23654}"/>
              </a:ext>
            </a:extLst>
          </p:cNvPr>
          <p:cNvSpPr/>
          <p:nvPr/>
        </p:nvSpPr>
        <p:spPr>
          <a:xfrm>
            <a:off x="35163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C75B101-AA06-656A-D463-08A095A9A77E}"/>
              </a:ext>
            </a:extLst>
          </p:cNvPr>
          <p:cNvSpPr/>
          <p:nvPr/>
        </p:nvSpPr>
        <p:spPr>
          <a:xfrm>
            <a:off x="36687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7581250-D1B6-561B-2D4D-F8A3F736F43D}"/>
              </a:ext>
            </a:extLst>
          </p:cNvPr>
          <p:cNvSpPr/>
          <p:nvPr/>
        </p:nvSpPr>
        <p:spPr>
          <a:xfrm>
            <a:off x="38211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BB6725F-9B3E-7359-DBA2-72729CAE2F21}"/>
              </a:ext>
            </a:extLst>
          </p:cNvPr>
          <p:cNvSpPr/>
          <p:nvPr/>
        </p:nvSpPr>
        <p:spPr>
          <a:xfrm>
            <a:off x="39735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B6B5D98-B050-6ABB-A7A3-989A1C0BCC5E}"/>
              </a:ext>
            </a:extLst>
          </p:cNvPr>
          <p:cNvSpPr/>
          <p:nvPr/>
        </p:nvSpPr>
        <p:spPr>
          <a:xfrm>
            <a:off x="41259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C6BB13CF-DA0C-10D1-B042-5E3DC2E04370}"/>
              </a:ext>
            </a:extLst>
          </p:cNvPr>
          <p:cNvSpPr txBox="1"/>
          <p:nvPr/>
        </p:nvSpPr>
        <p:spPr>
          <a:xfrm>
            <a:off x="3087236" y="1324238"/>
            <a:ext cx="1467914" cy="338554"/>
          </a:xfrm>
          <a:prstGeom prst="rect">
            <a:avLst/>
          </a:prstGeom>
          <a:noFill/>
        </p:spPr>
        <p:txBody>
          <a:bodyPr wrap="square" rtlCol="0">
            <a:spAutoFit/>
          </a:bodyPr>
          <a:lstStyle/>
          <a:p>
            <a:r>
              <a:rPr lang="en-US" sz="1600" dirty="0"/>
              <a:t>image encoder</a:t>
            </a:r>
          </a:p>
        </p:txBody>
      </p:sp>
      <p:sp>
        <p:nvSpPr>
          <p:cNvPr id="16" name="Right Brace 15">
            <a:extLst>
              <a:ext uri="{FF2B5EF4-FFF2-40B4-BE49-F238E27FC236}">
                <a16:creationId xmlns:a16="http://schemas.microsoft.com/office/drawing/2014/main" id="{D226EB25-8095-8369-31C9-63D88DD53699}"/>
              </a:ext>
            </a:extLst>
          </p:cNvPr>
          <p:cNvSpPr/>
          <p:nvPr/>
        </p:nvSpPr>
        <p:spPr>
          <a:xfrm rot="16200000">
            <a:off x="3758036" y="138778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C30B92ED-09D7-ADE5-70D2-B995F5336562}"/>
              </a:ext>
            </a:extLst>
          </p:cNvPr>
          <p:cNvSpPr/>
          <p:nvPr/>
        </p:nvSpPr>
        <p:spPr>
          <a:xfrm flipH="1">
            <a:off x="488680" y="258524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F7D34333-854D-7698-A537-4A5ADF9FE99D}"/>
              </a:ext>
            </a:extLst>
          </p:cNvPr>
          <p:cNvSpPr/>
          <p:nvPr/>
        </p:nvSpPr>
        <p:spPr>
          <a:xfrm flipH="1">
            <a:off x="658947" y="300622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1526E9B0-ABEA-8667-67F7-692EAC782AA2}"/>
              </a:ext>
            </a:extLst>
          </p:cNvPr>
          <p:cNvSpPr txBox="1"/>
          <p:nvPr/>
        </p:nvSpPr>
        <p:spPr>
          <a:xfrm>
            <a:off x="6557832" y="4042942"/>
            <a:ext cx="764376" cy="338554"/>
          </a:xfrm>
          <a:prstGeom prst="rect">
            <a:avLst/>
          </a:prstGeom>
          <a:noFill/>
        </p:spPr>
        <p:txBody>
          <a:bodyPr wrap="none" rtlCol="0">
            <a:spAutoFit/>
          </a:bodyPr>
          <a:lstStyle/>
          <a:p>
            <a:pPr algn="ctr"/>
            <a:r>
              <a:rPr lang="en-US" sz="1600" dirty="0"/>
              <a:t>Verilog</a:t>
            </a:r>
          </a:p>
        </p:txBody>
      </p:sp>
      <p:sp>
        <p:nvSpPr>
          <p:cNvPr id="28" name="Cloud 27">
            <a:extLst>
              <a:ext uri="{FF2B5EF4-FFF2-40B4-BE49-F238E27FC236}">
                <a16:creationId xmlns:a16="http://schemas.microsoft.com/office/drawing/2014/main" id="{13DFAFA2-F8B5-F34E-34C8-DFEEDB86C6A1}"/>
              </a:ext>
            </a:extLst>
          </p:cNvPr>
          <p:cNvSpPr/>
          <p:nvPr/>
        </p:nvSpPr>
        <p:spPr>
          <a:xfrm>
            <a:off x="8373488" y="2580841"/>
            <a:ext cx="1700373" cy="1209699"/>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2A2B218-E99A-09C3-302D-D544D6174498}"/>
              </a:ext>
            </a:extLst>
          </p:cNvPr>
          <p:cNvGrpSpPr/>
          <p:nvPr/>
        </p:nvGrpSpPr>
        <p:grpSpPr>
          <a:xfrm>
            <a:off x="2376391" y="5578698"/>
            <a:ext cx="709353" cy="789709"/>
            <a:chOff x="8804791" y="1900252"/>
            <a:chExt cx="709353" cy="789709"/>
          </a:xfrm>
        </p:grpSpPr>
        <p:sp>
          <p:nvSpPr>
            <p:cNvPr id="29" name="Rectangle 28">
              <a:extLst>
                <a:ext uri="{FF2B5EF4-FFF2-40B4-BE49-F238E27FC236}">
                  <a16:creationId xmlns:a16="http://schemas.microsoft.com/office/drawing/2014/main" id="{E4DBEE92-FE85-F2EB-59F6-A46846FBF68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4E03CB4-B521-9AE3-8135-17D05177D073}"/>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F66C779B-2654-5257-9691-8F33A932ED15}"/>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C0E17127-BC4D-911C-7C37-9DE1F9EF8C49}"/>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D6663E42-288C-EE39-4F53-1FA6A52D468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4" name="TextBox 33">
            <a:extLst>
              <a:ext uri="{FF2B5EF4-FFF2-40B4-BE49-F238E27FC236}">
                <a16:creationId xmlns:a16="http://schemas.microsoft.com/office/drawing/2014/main" id="{9DEE632A-6310-93D3-E438-0297812C6D57}"/>
              </a:ext>
            </a:extLst>
          </p:cNvPr>
          <p:cNvSpPr txBox="1"/>
          <p:nvPr/>
        </p:nvSpPr>
        <p:spPr>
          <a:xfrm>
            <a:off x="2098142" y="4888476"/>
            <a:ext cx="1670404" cy="338554"/>
          </a:xfrm>
          <a:prstGeom prst="rect">
            <a:avLst/>
          </a:prstGeom>
          <a:noFill/>
        </p:spPr>
        <p:txBody>
          <a:bodyPr wrap="square" rtlCol="0">
            <a:spAutoFit/>
          </a:bodyPr>
          <a:lstStyle/>
          <a:p>
            <a:r>
              <a:rPr lang="en-US" sz="1600" dirty="0"/>
              <a:t>motion decoder</a:t>
            </a:r>
          </a:p>
        </p:txBody>
      </p:sp>
      <p:sp>
        <p:nvSpPr>
          <p:cNvPr id="35" name="Right Brace 34">
            <a:extLst>
              <a:ext uri="{FF2B5EF4-FFF2-40B4-BE49-F238E27FC236}">
                <a16:creationId xmlns:a16="http://schemas.microsoft.com/office/drawing/2014/main" id="{D89C2991-C8A7-AC70-2341-0D9722CCDC74}"/>
              </a:ext>
            </a:extLst>
          </p:cNvPr>
          <p:cNvSpPr/>
          <p:nvPr/>
        </p:nvSpPr>
        <p:spPr>
          <a:xfrm rot="16200000">
            <a:off x="2640906" y="4997710"/>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88AC3BE2-6734-488F-63D4-F8F7E951EAC1}"/>
              </a:ext>
            </a:extLst>
          </p:cNvPr>
          <p:cNvSpPr txBox="1"/>
          <p:nvPr/>
        </p:nvSpPr>
        <p:spPr>
          <a:xfrm>
            <a:off x="7134744" y="6459770"/>
            <a:ext cx="5057256" cy="338554"/>
          </a:xfrm>
          <a:prstGeom prst="rect">
            <a:avLst/>
          </a:prstGeom>
          <a:noFill/>
        </p:spPr>
        <p:txBody>
          <a:bodyPr wrap="square" rtlCol="0">
            <a:spAutoFit/>
          </a:bodyPr>
          <a:lstStyle/>
          <a:p>
            <a:r>
              <a:rPr lang="en-US" sz="1600" dirty="0"/>
              <a:t>patch embeddings for multimodal LLM, e.g. </a:t>
            </a:r>
            <a:r>
              <a:rPr lang="en-US" sz="1600" dirty="0">
                <a:hlinkClick r:id="rId2"/>
              </a:rPr>
              <a:t>SIMVLM</a:t>
            </a:r>
            <a:endParaRPr lang="en-US" sz="1600" dirty="0"/>
          </a:p>
        </p:txBody>
      </p:sp>
      <p:sp>
        <p:nvSpPr>
          <p:cNvPr id="49" name="TextBox 48">
            <a:extLst>
              <a:ext uri="{FF2B5EF4-FFF2-40B4-BE49-F238E27FC236}">
                <a16:creationId xmlns:a16="http://schemas.microsoft.com/office/drawing/2014/main" id="{48CCB4F4-644D-7127-06F8-9F7B3368496D}"/>
              </a:ext>
            </a:extLst>
          </p:cNvPr>
          <p:cNvSpPr txBox="1"/>
          <p:nvPr/>
        </p:nvSpPr>
        <p:spPr>
          <a:xfrm>
            <a:off x="907653" y="2044170"/>
            <a:ext cx="567784" cy="338554"/>
          </a:xfrm>
          <a:prstGeom prst="rect">
            <a:avLst/>
          </a:prstGeom>
          <a:noFill/>
        </p:spPr>
        <p:txBody>
          <a:bodyPr wrap="none" rtlCol="0">
            <a:spAutoFit/>
          </a:bodyPr>
          <a:lstStyle/>
          <a:p>
            <a:r>
              <a:rPr lang="en-US" sz="1600" dirty="0"/>
              <a:t>MIPI</a:t>
            </a:r>
          </a:p>
        </p:txBody>
      </p:sp>
      <p:cxnSp>
        <p:nvCxnSpPr>
          <p:cNvPr id="53" name="Straight Arrow Connector 52">
            <a:extLst>
              <a:ext uri="{FF2B5EF4-FFF2-40B4-BE49-F238E27FC236}">
                <a16:creationId xmlns:a16="http://schemas.microsoft.com/office/drawing/2014/main" id="{65AF6504-576E-9E4F-BF57-820B1622C73E}"/>
              </a:ext>
            </a:extLst>
          </p:cNvPr>
          <p:cNvCxnSpPr>
            <a:cxnSpLocks/>
            <a:endCxn id="29" idx="1"/>
          </p:cNvCxnSpPr>
          <p:nvPr/>
        </p:nvCxnSpPr>
        <p:spPr>
          <a:xfrm>
            <a:off x="1940364" y="5968893"/>
            <a:ext cx="436027" cy="4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80793B32-E8D6-02CF-0011-65E05055AC62}"/>
              </a:ext>
            </a:extLst>
          </p:cNvPr>
          <p:cNvCxnSpPr>
            <a:stCxn id="33" idx="3"/>
          </p:cNvCxnSpPr>
          <p:nvPr/>
        </p:nvCxnSpPr>
        <p:spPr>
          <a:xfrm flipV="1">
            <a:off x="3085744" y="5973552"/>
            <a:ext cx="53040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8F0F854D-335A-7AF4-C381-086EBA5EA345}"/>
              </a:ext>
            </a:extLst>
          </p:cNvPr>
          <p:cNvSpPr txBox="1"/>
          <p:nvPr/>
        </p:nvSpPr>
        <p:spPr>
          <a:xfrm>
            <a:off x="3623721" y="5479228"/>
            <a:ext cx="1726114" cy="1077218"/>
          </a:xfrm>
          <a:prstGeom prst="rect">
            <a:avLst/>
          </a:prstGeom>
          <a:noFill/>
        </p:spPr>
        <p:txBody>
          <a:bodyPr wrap="none" rtlCol="0">
            <a:spAutoFit/>
          </a:bodyPr>
          <a:lstStyle/>
          <a:p>
            <a:r>
              <a:rPr lang="en-US" sz="1600" dirty="0"/>
              <a:t>depth map</a:t>
            </a:r>
          </a:p>
          <a:p>
            <a:r>
              <a:rPr lang="en-US" sz="1600" dirty="0"/>
              <a:t>object detection</a:t>
            </a:r>
          </a:p>
          <a:p>
            <a:r>
              <a:rPr lang="en-US" sz="1600" dirty="0"/>
              <a:t>semantic heatmap</a:t>
            </a:r>
          </a:p>
          <a:p>
            <a:r>
              <a:rPr lang="en-US" sz="1600" dirty="0"/>
              <a:t>optical flow</a:t>
            </a:r>
          </a:p>
        </p:txBody>
      </p:sp>
      <p:pic>
        <p:nvPicPr>
          <p:cNvPr id="67" name="Picture 66">
            <a:extLst>
              <a:ext uri="{FF2B5EF4-FFF2-40B4-BE49-F238E27FC236}">
                <a16:creationId xmlns:a16="http://schemas.microsoft.com/office/drawing/2014/main" id="{CEBFB62D-AB10-BEFF-5071-4C96B1622FA3}"/>
              </a:ext>
            </a:extLst>
          </p:cNvPr>
          <p:cNvPicPr>
            <a:picLocks noChangeAspect="1"/>
          </p:cNvPicPr>
          <p:nvPr/>
        </p:nvPicPr>
        <p:blipFill>
          <a:blip r:embed="rId3"/>
          <a:stretch>
            <a:fillRect/>
          </a:stretch>
        </p:blipFill>
        <p:spPr>
          <a:xfrm>
            <a:off x="8353122" y="4669594"/>
            <a:ext cx="3084471" cy="1673033"/>
          </a:xfrm>
          <a:prstGeom prst="rect">
            <a:avLst/>
          </a:prstGeom>
        </p:spPr>
      </p:pic>
      <p:grpSp>
        <p:nvGrpSpPr>
          <p:cNvPr id="23" name="Group 22">
            <a:extLst>
              <a:ext uri="{FF2B5EF4-FFF2-40B4-BE49-F238E27FC236}">
                <a16:creationId xmlns:a16="http://schemas.microsoft.com/office/drawing/2014/main" id="{F3D94B6D-905C-4BAA-D301-693A4EA6541F}"/>
              </a:ext>
            </a:extLst>
          </p:cNvPr>
          <p:cNvGrpSpPr/>
          <p:nvPr/>
        </p:nvGrpSpPr>
        <p:grpSpPr>
          <a:xfrm>
            <a:off x="1791728" y="2200782"/>
            <a:ext cx="709353" cy="513285"/>
            <a:chOff x="8804791" y="1900252"/>
            <a:chExt cx="709353" cy="789709"/>
          </a:xfrm>
        </p:grpSpPr>
        <p:sp>
          <p:nvSpPr>
            <p:cNvPr id="27" name="Rectangle 26">
              <a:extLst>
                <a:ext uri="{FF2B5EF4-FFF2-40B4-BE49-F238E27FC236}">
                  <a16:creationId xmlns:a16="http://schemas.microsoft.com/office/drawing/2014/main" id="{8BC5470B-729E-BBAC-439B-9F7D85E92D6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316C0DF8-B8E5-B6BC-8533-85AE0A055DA0}"/>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655D7DEB-A66D-9554-0562-3E501300D60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4C61CF20-462B-07BC-82CC-5C30D7199167}"/>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67BD4DD5-3417-490A-7FAD-AF592C11EEA5}"/>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B04C4327-E585-EF74-640D-1CEF9EE54B53}"/>
              </a:ext>
            </a:extLst>
          </p:cNvPr>
          <p:cNvGrpSpPr/>
          <p:nvPr/>
        </p:nvGrpSpPr>
        <p:grpSpPr>
          <a:xfrm>
            <a:off x="1791728" y="2909746"/>
            <a:ext cx="709353" cy="513285"/>
            <a:chOff x="8804791" y="1900252"/>
            <a:chExt cx="709353" cy="789709"/>
          </a:xfrm>
        </p:grpSpPr>
        <p:sp>
          <p:nvSpPr>
            <p:cNvPr id="42" name="Rectangle 41">
              <a:extLst>
                <a:ext uri="{FF2B5EF4-FFF2-40B4-BE49-F238E27FC236}">
                  <a16:creationId xmlns:a16="http://schemas.microsoft.com/office/drawing/2014/main" id="{34817C44-B10C-7D4E-3251-E17EFB8C366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18750CF-77F6-6655-BB66-77093198D882}"/>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830A373-41EC-584E-C035-B9261243CBA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7E375A2A-6E52-D634-999B-E601A43376A0}"/>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D93F92DB-FD00-AB0D-25C1-D3D1066A167E}"/>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56ED155-DE47-0894-2D19-2FBAB73A3A84}"/>
              </a:ext>
            </a:extLst>
          </p:cNvPr>
          <p:cNvGrpSpPr/>
          <p:nvPr/>
        </p:nvGrpSpPr>
        <p:grpSpPr>
          <a:xfrm>
            <a:off x="1791794" y="3701021"/>
            <a:ext cx="709353" cy="513285"/>
            <a:chOff x="8804791" y="1900252"/>
            <a:chExt cx="709353" cy="789709"/>
          </a:xfrm>
        </p:grpSpPr>
        <p:sp>
          <p:nvSpPr>
            <p:cNvPr id="48" name="Rectangle 47">
              <a:extLst>
                <a:ext uri="{FF2B5EF4-FFF2-40B4-BE49-F238E27FC236}">
                  <a16:creationId xmlns:a16="http://schemas.microsoft.com/office/drawing/2014/main" id="{5933603E-11D1-D420-A258-DA3C08CC15AA}"/>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49244FF-D2CF-C15F-CAA7-D7F75D363EE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26F86C1B-4FB3-2239-3CE6-F2BC60CE4609}"/>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E89F8F3-A1A1-0091-7669-470C914D6B78}"/>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9CC7A30B-6103-8131-A80C-BDE34B1B5BB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A1AC7286-EE9A-854B-BF42-2D5CA549CFBB}"/>
              </a:ext>
            </a:extLst>
          </p:cNvPr>
          <p:cNvCxnSpPr>
            <a:cxnSpLocks/>
          </p:cNvCxnSpPr>
          <p:nvPr/>
        </p:nvCxnSpPr>
        <p:spPr>
          <a:xfrm>
            <a:off x="3139507" y="3190150"/>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FBEF82EA-F88A-8768-42E9-689679FBD004}"/>
              </a:ext>
            </a:extLst>
          </p:cNvPr>
          <p:cNvSpPr/>
          <p:nvPr/>
        </p:nvSpPr>
        <p:spPr>
          <a:xfrm>
            <a:off x="3025726"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A689FFEF-3F84-AD63-BA52-61FAF91178F0}"/>
              </a:ext>
            </a:extLst>
          </p:cNvPr>
          <p:cNvCxnSpPr>
            <a:cxnSpLocks/>
            <a:stCxn id="40" idx="3"/>
          </p:cNvCxnSpPr>
          <p:nvPr/>
        </p:nvCxnSpPr>
        <p:spPr>
          <a:xfrm>
            <a:off x="2501081" y="2457425"/>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BD5AE548-84CD-71F8-DEE2-4512D9492263}"/>
              </a:ext>
            </a:extLst>
          </p:cNvPr>
          <p:cNvCxnSpPr>
            <a:cxnSpLocks/>
            <a:stCxn id="54" idx="3"/>
          </p:cNvCxnSpPr>
          <p:nvPr/>
        </p:nvCxnSpPr>
        <p:spPr>
          <a:xfrm flipV="1">
            <a:off x="2501147" y="3463225"/>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or: Curved 79">
            <a:extLst>
              <a:ext uri="{FF2B5EF4-FFF2-40B4-BE49-F238E27FC236}">
                <a16:creationId xmlns:a16="http://schemas.microsoft.com/office/drawing/2014/main" id="{0655E199-1EA2-F06D-E8B5-F6369E8F19C5}"/>
              </a:ext>
            </a:extLst>
          </p:cNvPr>
          <p:cNvCxnSpPr>
            <a:stCxn id="2" idx="1"/>
            <a:endCxn id="27" idx="1"/>
          </p:cNvCxnSpPr>
          <p:nvPr/>
        </p:nvCxnSpPr>
        <p:spPr>
          <a:xfrm>
            <a:off x="891248" y="2378026"/>
            <a:ext cx="900480" cy="7939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42C891BC-79E9-C245-D04D-17C6CF2A3F6B}"/>
              </a:ext>
            </a:extLst>
          </p:cNvPr>
          <p:cNvCxnSpPr>
            <a:cxnSpLocks/>
            <a:stCxn id="18" idx="1"/>
            <a:endCxn id="42" idx="1"/>
          </p:cNvCxnSpPr>
          <p:nvPr/>
        </p:nvCxnSpPr>
        <p:spPr>
          <a:xfrm>
            <a:off x="688185" y="2747339"/>
            <a:ext cx="1103543" cy="419050"/>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449969F0-BA8B-F1EB-154B-08D0D52F308C}"/>
              </a:ext>
            </a:extLst>
          </p:cNvPr>
          <p:cNvCxnSpPr>
            <a:cxnSpLocks/>
            <a:stCxn id="19" idx="1"/>
            <a:endCxn id="48" idx="1"/>
          </p:cNvCxnSpPr>
          <p:nvPr/>
        </p:nvCxnSpPr>
        <p:spPr>
          <a:xfrm>
            <a:off x="858452" y="3168320"/>
            <a:ext cx="933342" cy="789344"/>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12921986-3DC0-AE12-6F62-1FDF7A930948}"/>
              </a:ext>
            </a:extLst>
          </p:cNvPr>
          <p:cNvSpPr txBox="1"/>
          <p:nvPr/>
        </p:nvSpPr>
        <p:spPr>
          <a:xfrm>
            <a:off x="1754600" y="1324238"/>
            <a:ext cx="1240622" cy="338554"/>
          </a:xfrm>
          <a:prstGeom prst="rect">
            <a:avLst/>
          </a:prstGeom>
          <a:noFill/>
        </p:spPr>
        <p:txBody>
          <a:bodyPr wrap="square" rtlCol="0">
            <a:spAutoFit/>
          </a:bodyPr>
          <a:lstStyle/>
          <a:p>
            <a:r>
              <a:rPr lang="en-US" sz="1600" dirty="0"/>
              <a:t>image fusion</a:t>
            </a:r>
          </a:p>
        </p:txBody>
      </p:sp>
      <p:sp>
        <p:nvSpPr>
          <p:cNvPr id="91" name="Right Brace 90">
            <a:extLst>
              <a:ext uri="{FF2B5EF4-FFF2-40B4-BE49-F238E27FC236}">
                <a16:creationId xmlns:a16="http://schemas.microsoft.com/office/drawing/2014/main" id="{E609D02F-4EAF-45A3-268E-56751F60EABD}"/>
              </a:ext>
            </a:extLst>
          </p:cNvPr>
          <p:cNvSpPr/>
          <p:nvPr/>
        </p:nvSpPr>
        <p:spPr>
          <a:xfrm rot="16200000">
            <a:off x="2348082" y="1095415"/>
            <a:ext cx="200809" cy="138204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EB59546D-B658-3375-B289-0D2926C9A1AD}"/>
              </a:ext>
            </a:extLst>
          </p:cNvPr>
          <p:cNvCxnSpPr>
            <a:stCxn id="46" idx="3"/>
            <a:endCxn id="61" idx="1"/>
          </p:cNvCxnSpPr>
          <p:nvPr/>
        </p:nvCxnSpPr>
        <p:spPr>
          <a:xfrm>
            <a:off x="2501081" y="3166389"/>
            <a:ext cx="52464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A679800B-C5F6-DF3B-9D7C-FBCE74E3E056}"/>
              </a:ext>
            </a:extLst>
          </p:cNvPr>
          <p:cNvSpPr/>
          <p:nvPr/>
        </p:nvSpPr>
        <p:spPr>
          <a:xfrm rot="5400000">
            <a:off x="5122012" y="246319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2EC6B10B-2E82-B6F0-317F-EA2ACB1A5A1A}"/>
              </a:ext>
            </a:extLst>
          </p:cNvPr>
          <p:cNvSpPr/>
          <p:nvPr/>
        </p:nvSpPr>
        <p:spPr>
          <a:xfrm rot="5400000">
            <a:off x="5122011" y="2771533"/>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a:extLst>
              <a:ext uri="{FF2B5EF4-FFF2-40B4-BE49-F238E27FC236}">
                <a16:creationId xmlns:a16="http://schemas.microsoft.com/office/drawing/2014/main" id="{2ABC0D4E-FED0-F589-FC82-D154373F626F}"/>
              </a:ext>
            </a:extLst>
          </p:cNvPr>
          <p:cNvSpPr/>
          <p:nvPr/>
        </p:nvSpPr>
        <p:spPr>
          <a:xfrm rot="5400000">
            <a:off x="5119794" y="308070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TextBox 61">
            <a:extLst>
              <a:ext uri="{FF2B5EF4-FFF2-40B4-BE49-F238E27FC236}">
                <a16:creationId xmlns:a16="http://schemas.microsoft.com/office/drawing/2014/main" id="{4F1D7DBE-E527-FD36-5918-62D1C86EE6D3}"/>
              </a:ext>
            </a:extLst>
          </p:cNvPr>
          <p:cNvSpPr txBox="1"/>
          <p:nvPr/>
        </p:nvSpPr>
        <p:spPr>
          <a:xfrm>
            <a:off x="4510286" y="1078017"/>
            <a:ext cx="1371849" cy="584775"/>
          </a:xfrm>
          <a:prstGeom prst="rect">
            <a:avLst/>
          </a:prstGeom>
          <a:noFill/>
        </p:spPr>
        <p:txBody>
          <a:bodyPr wrap="square" rtlCol="0">
            <a:spAutoFit/>
          </a:bodyPr>
          <a:lstStyle/>
          <a:p>
            <a:pPr algn="ctr"/>
            <a:r>
              <a:rPr lang="en-US" sz="1600" dirty="0"/>
              <a:t>feature map history</a:t>
            </a:r>
          </a:p>
        </p:txBody>
      </p:sp>
      <p:sp>
        <p:nvSpPr>
          <p:cNvPr id="63" name="Right Brace 62">
            <a:extLst>
              <a:ext uri="{FF2B5EF4-FFF2-40B4-BE49-F238E27FC236}">
                <a16:creationId xmlns:a16="http://schemas.microsoft.com/office/drawing/2014/main" id="{873632B1-4D7D-CA20-39FC-43F24DF99690}"/>
              </a:ext>
            </a:extLst>
          </p:cNvPr>
          <p:cNvSpPr/>
          <p:nvPr/>
        </p:nvSpPr>
        <p:spPr>
          <a:xfrm rot="16200000">
            <a:off x="5106598" y="138778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2C824A25-7B2B-1F18-A5E1-DD0C46D64A94}"/>
              </a:ext>
            </a:extLst>
          </p:cNvPr>
          <p:cNvCxnSpPr>
            <a:cxnSpLocks/>
            <a:stCxn id="8" idx="3"/>
          </p:cNvCxnSpPr>
          <p:nvPr/>
        </p:nvCxnSpPr>
        <p:spPr>
          <a:xfrm flipV="1">
            <a:off x="4225746" y="2858053"/>
            <a:ext cx="585713" cy="30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3F7E458D-E747-D006-4894-5BA3102508F4}"/>
              </a:ext>
            </a:extLst>
          </p:cNvPr>
          <p:cNvCxnSpPr>
            <a:cxnSpLocks/>
            <a:stCxn id="8" idx="3"/>
            <a:endCxn id="59" idx="2"/>
          </p:cNvCxnSpPr>
          <p:nvPr/>
        </p:nvCxnSpPr>
        <p:spPr>
          <a:xfrm flipV="1">
            <a:off x="4225746" y="3166388"/>
            <a:ext cx="58793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D037E5E6-C592-9CCF-7CCD-458A4A241E3E}"/>
              </a:ext>
            </a:extLst>
          </p:cNvPr>
          <p:cNvCxnSpPr>
            <a:cxnSpLocks/>
            <a:stCxn id="8" idx="3"/>
          </p:cNvCxnSpPr>
          <p:nvPr/>
        </p:nvCxnSpPr>
        <p:spPr>
          <a:xfrm>
            <a:off x="4225746" y="3166389"/>
            <a:ext cx="585713" cy="305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81">
            <a:extLst>
              <a:ext uri="{FF2B5EF4-FFF2-40B4-BE49-F238E27FC236}">
                <a16:creationId xmlns:a16="http://schemas.microsoft.com/office/drawing/2014/main" id="{46BDC507-59D0-6957-B247-DF6A75406FFF}"/>
              </a:ext>
            </a:extLst>
          </p:cNvPr>
          <p:cNvSpPr/>
          <p:nvPr/>
        </p:nvSpPr>
        <p:spPr>
          <a:xfrm>
            <a:off x="65354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F394A514-58EE-A284-94F3-92F8E90E19B3}"/>
              </a:ext>
            </a:extLst>
          </p:cNvPr>
          <p:cNvSpPr/>
          <p:nvPr/>
        </p:nvSpPr>
        <p:spPr>
          <a:xfrm>
            <a:off x="66878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 name="Rectangle 84">
            <a:extLst>
              <a:ext uri="{FF2B5EF4-FFF2-40B4-BE49-F238E27FC236}">
                <a16:creationId xmlns:a16="http://schemas.microsoft.com/office/drawing/2014/main" id="{9255F291-8BE5-5A19-2FD7-76213A47C9A1}"/>
              </a:ext>
            </a:extLst>
          </p:cNvPr>
          <p:cNvSpPr/>
          <p:nvPr/>
        </p:nvSpPr>
        <p:spPr>
          <a:xfrm>
            <a:off x="68402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 name="Rectangle 86">
            <a:extLst>
              <a:ext uri="{FF2B5EF4-FFF2-40B4-BE49-F238E27FC236}">
                <a16:creationId xmlns:a16="http://schemas.microsoft.com/office/drawing/2014/main" id="{23797268-442B-8294-9841-55B2F59AD9F4}"/>
              </a:ext>
            </a:extLst>
          </p:cNvPr>
          <p:cNvSpPr/>
          <p:nvPr/>
        </p:nvSpPr>
        <p:spPr>
          <a:xfrm>
            <a:off x="69926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 name="Rectangle 87">
            <a:extLst>
              <a:ext uri="{FF2B5EF4-FFF2-40B4-BE49-F238E27FC236}">
                <a16:creationId xmlns:a16="http://schemas.microsoft.com/office/drawing/2014/main" id="{B8FF2C5A-E258-5C2E-5D5F-F9ABCD34958A}"/>
              </a:ext>
            </a:extLst>
          </p:cNvPr>
          <p:cNvSpPr/>
          <p:nvPr/>
        </p:nvSpPr>
        <p:spPr>
          <a:xfrm>
            <a:off x="71450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 name="Right Brace 88">
            <a:extLst>
              <a:ext uri="{FF2B5EF4-FFF2-40B4-BE49-F238E27FC236}">
                <a16:creationId xmlns:a16="http://schemas.microsoft.com/office/drawing/2014/main" id="{C79935AC-8B6A-76F3-A28B-B78CDC5C9607}"/>
              </a:ext>
            </a:extLst>
          </p:cNvPr>
          <p:cNvSpPr/>
          <p:nvPr/>
        </p:nvSpPr>
        <p:spPr>
          <a:xfrm rot="16200000">
            <a:off x="6551311" y="1179524"/>
            <a:ext cx="200808" cy="12138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D5288CC7-80D6-13C4-FC47-4E51483EBCAB}"/>
              </a:ext>
            </a:extLst>
          </p:cNvPr>
          <p:cNvCxnSpPr>
            <a:cxnSpLocks/>
          </p:cNvCxnSpPr>
          <p:nvPr/>
        </p:nvCxnSpPr>
        <p:spPr>
          <a:xfrm>
            <a:off x="6158581" y="3194531"/>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Rectangle 92">
            <a:extLst>
              <a:ext uri="{FF2B5EF4-FFF2-40B4-BE49-F238E27FC236}">
                <a16:creationId xmlns:a16="http://schemas.microsoft.com/office/drawing/2014/main" id="{358C9FF9-BB17-0CA1-5282-E514287C82FB}"/>
              </a:ext>
            </a:extLst>
          </p:cNvPr>
          <p:cNvSpPr/>
          <p:nvPr/>
        </p:nvSpPr>
        <p:spPr>
          <a:xfrm>
            <a:off x="6044800"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8A1F6027-BA30-5061-5455-9EC09C12B70F}"/>
              </a:ext>
            </a:extLst>
          </p:cNvPr>
          <p:cNvCxnSpPr>
            <a:stCxn id="22" idx="0"/>
          </p:cNvCxnSpPr>
          <p:nvPr/>
        </p:nvCxnSpPr>
        <p:spPr>
          <a:xfrm flipV="1">
            <a:off x="5603386" y="2858053"/>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26F15081-C3E8-4256-FAB7-F601A47BE448}"/>
              </a:ext>
            </a:extLst>
          </p:cNvPr>
          <p:cNvCxnSpPr/>
          <p:nvPr/>
        </p:nvCxnSpPr>
        <p:spPr>
          <a:xfrm flipV="1">
            <a:off x="5591783" y="3166387"/>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DFD3BDEE-44DF-E6A4-0692-B34F2223E9BF}"/>
              </a:ext>
            </a:extLst>
          </p:cNvPr>
          <p:cNvCxnSpPr/>
          <p:nvPr/>
        </p:nvCxnSpPr>
        <p:spPr>
          <a:xfrm flipV="1">
            <a:off x="5597682" y="3471452"/>
            <a:ext cx="441414" cy="1"/>
          </a:xfrm>
          <a:prstGeom prst="line">
            <a:avLst/>
          </a:prstGeom>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CBA64485-28B6-0282-FF5E-AEA380630FE6}"/>
              </a:ext>
            </a:extLst>
          </p:cNvPr>
          <p:cNvSpPr txBox="1"/>
          <p:nvPr/>
        </p:nvSpPr>
        <p:spPr>
          <a:xfrm>
            <a:off x="5957967" y="1324238"/>
            <a:ext cx="1546701" cy="338554"/>
          </a:xfrm>
          <a:prstGeom prst="rect">
            <a:avLst/>
          </a:prstGeom>
          <a:noFill/>
        </p:spPr>
        <p:txBody>
          <a:bodyPr wrap="square" rtlCol="0">
            <a:spAutoFit/>
          </a:bodyPr>
          <a:lstStyle/>
          <a:p>
            <a:r>
              <a:rPr lang="en-US" sz="1600" dirty="0"/>
              <a:t>motion encoder</a:t>
            </a:r>
          </a:p>
        </p:txBody>
      </p:sp>
      <p:cxnSp>
        <p:nvCxnSpPr>
          <p:cNvPr id="115" name="Straight Arrow Connector 114">
            <a:extLst>
              <a:ext uri="{FF2B5EF4-FFF2-40B4-BE49-F238E27FC236}">
                <a16:creationId xmlns:a16="http://schemas.microsoft.com/office/drawing/2014/main" id="{5F7AD2D9-7E32-7419-0BAD-0A5D00A91D78}"/>
              </a:ext>
            </a:extLst>
          </p:cNvPr>
          <p:cNvCxnSpPr>
            <a:cxnSpLocks/>
          </p:cNvCxnSpPr>
          <p:nvPr/>
        </p:nvCxnSpPr>
        <p:spPr>
          <a:xfrm>
            <a:off x="7244820" y="3166387"/>
            <a:ext cx="11495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9" name="Rectangle 118">
            <a:extLst>
              <a:ext uri="{FF2B5EF4-FFF2-40B4-BE49-F238E27FC236}">
                <a16:creationId xmlns:a16="http://schemas.microsoft.com/office/drawing/2014/main" id="{A936C654-874B-692A-A9F8-7064C2ECE832}"/>
              </a:ext>
            </a:extLst>
          </p:cNvPr>
          <p:cNvSpPr/>
          <p:nvPr/>
        </p:nvSpPr>
        <p:spPr>
          <a:xfrm>
            <a:off x="1608357" y="1951279"/>
            <a:ext cx="5797892" cy="2458018"/>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Cloud 123">
            <a:extLst>
              <a:ext uri="{FF2B5EF4-FFF2-40B4-BE49-F238E27FC236}">
                <a16:creationId xmlns:a16="http://schemas.microsoft.com/office/drawing/2014/main" id="{7683F0C0-C0BD-CC5F-8326-945613B95442}"/>
              </a:ext>
            </a:extLst>
          </p:cNvPr>
          <p:cNvSpPr/>
          <p:nvPr/>
        </p:nvSpPr>
        <p:spPr>
          <a:xfrm>
            <a:off x="805333" y="5593528"/>
            <a:ext cx="1141659" cy="827891"/>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25" name="Straight Arrow Connector 124">
            <a:extLst>
              <a:ext uri="{FF2B5EF4-FFF2-40B4-BE49-F238E27FC236}">
                <a16:creationId xmlns:a16="http://schemas.microsoft.com/office/drawing/2014/main" id="{AE68BC1A-922F-16B6-BCC5-5D9380EF5901}"/>
              </a:ext>
            </a:extLst>
          </p:cNvPr>
          <p:cNvCxnSpPr>
            <a:cxnSpLocks/>
          </p:cNvCxnSpPr>
          <p:nvPr/>
        </p:nvCxnSpPr>
        <p:spPr>
          <a:xfrm>
            <a:off x="8035957" y="5933938"/>
            <a:ext cx="436027" cy="4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Cloud 125">
            <a:extLst>
              <a:ext uri="{FF2B5EF4-FFF2-40B4-BE49-F238E27FC236}">
                <a16:creationId xmlns:a16="http://schemas.microsoft.com/office/drawing/2014/main" id="{A6AED9A8-8349-47C8-76B8-14ACCB81B3A2}"/>
              </a:ext>
            </a:extLst>
          </p:cNvPr>
          <p:cNvSpPr/>
          <p:nvPr/>
        </p:nvSpPr>
        <p:spPr>
          <a:xfrm>
            <a:off x="6900926" y="5558573"/>
            <a:ext cx="1141659" cy="827891"/>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E34CFDB8-7CB8-2C67-48EE-B03507C9A1C8}"/>
              </a:ext>
            </a:extLst>
          </p:cNvPr>
          <p:cNvSpPr txBox="1"/>
          <p:nvPr/>
        </p:nvSpPr>
        <p:spPr>
          <a:xfrm>
            <a:off x="131521" y="326964"/>
            <a:ext cx="1350050" cy="584775"/>
          </a:xfrm>
          <a:prstGeom prst="rect">
            <a:avLst/>
          </a:prstGeom>
          <a:noFill/>
        </p:spPr>
        <p:txBody>
          <a:bodyPr wrap="none" rtlCol="0">
            <a:spAutoFit/>
          </a:bodyPr>
          <a:lstStyle/>
          <a:p>
            <a:r>
              <a:rPr lang="en-US" sz="1600" dirty="0"/>
              <a:t>[1120,1280,3]</a:t>
            </a:r>
          </a:p>
          <a:p>
            <a:r>
              <a:rPr lang="en-US" sz="1600" dirty="0"/>
              <a:t>@110 FPS</a:t>
            </a:r>
          </a:p>
        </p:txBody>
      </p:sp>
      <p:sp>
        <p:nvSpPr>
          <p:cNvPr id="128" name="TextBox 127">
            <a:extLst>
              <a:ext uri="{FF2B5EF4-FFF2-40B4-BE49-F238E27FC236}">
                <a16:creationId xmlns:a16="http://schemas.microsoft.com/office/drawing/2014/main" id="{B5DCA0A5-1074-6120-0025-367323945531}"/>
              </a:ext>
            </a:extLst>
          </p:cNvPr>
          <p:cNvSpPr txBox="1"/>
          <p:nvPr/>
        </p:nvSpPr>
        <p:spPr>
          <a:xfrm>
            <a:off x="7519602" y="287587"/>
            <a:ext cx="1141659" cy="584775"/>
          </a:xfrm>
          <a:prstGeom prst="rect">
            <a:avLst/>
          </a:prstGeom>
          <a:noFill/>
        </p:spPr>
        <p:txBody>
          <a:bodyPr wrap="none" rtlCol="0">
            <a:spAutoFit/>
          </a:bodyPr>
          <a:lstStyle/>
          <a:p>
            <a:r>
              <a:rPr lang="en-US" sz="1600" dirty="0"/>
              <a:t>[16,19,256]</a:t>
            </a:r>
          </a:p>
          <a:p>
            <a:r>
              <a:rPr lang="en-US" sz="1600" dirty="0"/>
              <a:t>@10 FPS</a:t>
            </a:r>
          </a:p>
        </p:txBody>
      </p:sp>
      <p:sp>
        <p:nvSpPr>
          <p:cNvPr id="129" name="Arrow: Right 128">
            <a:extLst>
              <a:ext uri="{FF2B5EF4-FFF2-40B4-BE49-F238E27FC236}">
                <a16:creationId xmlns:a16="http://schemas.microsoft.com/office/drawing/2014/main" id="{5A6097AB-0F18-A3DD-6379-FF785EB9C9CC}"/>
              </a:ext>
            </a:extLst>
          </p:cNvPr>
          <p:cNvSpPr/>
          <p:nvPr/>
        </p:nvSpPr>
        <p:spPr>
          <a:xfrm>
            <a:off x="1656204" y="224710"/>
            <a:ext cx="5797892" cy="693219"/>
          </a:xfrm>
          <a:prstGeom prst="rightArrow">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E41855AF-D07B-4571-602E-1F4300E7747C}"/>
              </a:ext>
            </a:extLst>
          </p:cNvPr>
          <p:cNvSpPr txBox="1"/>
          <p:nvPr/>
        </p:nvSpPr>
        <p:spPr>
          <a:xfrm>
            <a:off x="2750368" y="395710"/>
            <a:ext cx="3535225" cy="338554"/>
          </a:xfrm>
          <a:prstGeom prst="rect">
            <a:avLst/>
          </a:prstGeom>
          <a:noFill/>
        </p:spPr>
        <p:txBody>
          <a:bodyPr wrap="square" rtlCol="0">
            <a:spAutoFit/>
          </a:bodyPr>
          <a:lstStyle/>
          <a:p>
            <a:r>
              <a:rPr lang="en-US" sz="1600" dirty="0"/>
              <a:t>1000X compression</a:t>
            </a:r>
          </a:p>
        </p:txBody>
      </p:sp>
    </p:spTree>
    <p:extLst>
      <p:ext uri="{BB962C8B-B14F-4D97-AF65-F5344CB8AC3E}">
        <p14:creationId xmlns:p14="http://schemas.microsoft.com/office/powerpoint/2010/main" val="1824993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0B3653B8-A142-3F18-42B6-AA7B107467DA}"/>
              </a:ext>
            </a:extLst>
          </p:cNvPr>
          <p:cNvSpPr/>
          <p:nvPr/>
        </p:nvSpPr>
        <p:spPr>
          <a:xfrm flipH="1">
            <a:off x="987419" y="263767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17DD95E-882D-BA05-6CEE-83C61CC23654}"/>
              </a:ext>
            </a:extLst>
          </p:cNvPr>
          <p:cNvSpPr/>
          <p:nvPr/>
        </p:nvSpPr>
        <p:spPr>
          <a:xfrm>
            <a:off x="41334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C75B101-AA06-656A-D463-08A095A9A77E}"/>
              </a:ext>
            </a:extLst>
          </p:cNvPr>
          <p:cNvSpPr/>
          <p:nvPr/>
        </p:nvSpPr>
        <p:spPr>
          <a:xfrm>
            <a:off x="42858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7581250-D1B6-561B-2D4D-F8A3F736F43D}"/>
              </a:ext>
            </a:extLst>
          </p:cNvPr>
          <p:cNvSpPr/>
          <p:nvPr/>
        </p:nvSpPr>
        <p:spPr>
          <a:xfrm>
            <a:off x="44382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BB6725F-9B3E-7359-DBA2-72729CAE2F21}"/>
              </a:ext>
            </a:extLst>
          </p:cNvPr>
          <p:cNvSpPr/>
          <p:nvPr/>
        </p:nvSpPr>
        <p:spPr>
          <a:xfrm>
            <a:off x="45906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B6B5D98-B050-6ABB-A7A3-989A1C0BCC5E}"/>
              </a:ext>
            </a:extLst>
          </p:cNvPr>
          <p:cNvSpPr/>
          <p:nvPr/>
        </p:nvSpPr>
        <p:spPr>
          <a:xfrm>
            <a:off x="47430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Connector: Curved 10">
            <a:extLst>
              <a:ext uri="{FF2B5EF4-FFF2-40B4-BE49-F238E27FC236}">
                <a16:creationId xmlns:a16="http://schemas.microsoft.com/office/drawing/2014/main" id="{94F00598-E7F5-E074-65F4-6F1F32F489F6}"/>
              </a:ext>
            </a:extLst>
          </p:cNvPr>
          <p:cNvCxnSpPr>
            <a:cxnSpLocks/>
            <a:stCxn id="8" idx="3"/>
            <a:endCxn id="28" idx="2"/>
          </p:cNvCxnSpPr>
          <p:nvPr/>
        </p:nvCxnSpPr>
        <p:spPr>
          <a:xfrm flipV="1">
            <a:off x="4842758" y="3420685"/>
            <a:ext cx="1266795" cy="46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C60D8E92-79AC-3310-E919-C694662711D4}"/>
              </a:ext>
            </a:extLst>
          </p:cNvPr>
          <p:cNvSpPr txBox="1"/>
          <p:nvPr/>
        </p:nvSpPr>
        <p:spPr>
          <a:xfrm>
            <a:off x="1058690" y="4255745"/>
            <a:ext cx="1350050" cy="584775"/>
          </a:xfrm>
          <a:prstGeom prst="rect">
            <a:avLst/>
          </a:prstGeom>
          <a:noFill/>
        </p:spPr>
        <p:txBody>
          <a:bodyPr wrap="none" rtlCol="0">
            <a:spAutoFit/>
          </a:bodyPr>
          <a:lstStyle/>
          <a:p>
            <a:r>
              <a:rPr lang="en-US" sz="1600" dirty="0"/>
              <a:t>[1120,1280,3]</a:t>
            </a:r>
          </a:p>
          <a:p>
            <a:r>
              <a:rPr lang="en-US" sz="1600" dirty="0"/>
              <a:t>@110 FPS</a:t>
            </a:r>
          </a:p>
        </p:txBody>
      </p:sp>
      <p:sp>
        <p:nvSpPr>
          <p:cNvPr id="13" name="TextBox 12">
            <a:extLst>
              <a:ext uri="{FF2B5EF4-FFF2-40B4-BE49-F238E27FC236}">
                <a16:creationId xmlns:a16="http://schemas.microsoft.com/office/drawing/2014/main" id="{9378BA20-FF14-B61B-DFC3-4C719D10853B}"/>
              </a:ext>
            </a:extLst>
          </p:cNvPr>
          <p:cNvSpPr txBox="1"/>
          <p:nvPr/>
        </p:nvSpPr>
        <p:spPr>
          <a:xfrm>
            <a:off x="4848274" y="3420685"/>
            <a:ext cx="1141659" cy="584775"/>
          </a:xfrm>
          <a:prstGeom prst="rect">
            <a:avLst/>
          </a:prstGeom>
          <a:noFill/>
        </p:spPr>
        <p:txBody>
          <a:bodyPr wrap="none" rtlCol="0">
            <a:spAutoFit/>
          </a:bodyPr>
          <a:lstStyle/>
          <a:p>
            <a:r>
              <a:rPr lang="en-US" sz="1600" dirty="0"/>
              <a:t>[16,19,256]</a:t>
            </a:r>
          </a:p>
          <a:p>
            <a:r>
              <a:rPr lang="en-US" sz="1600" dirty="0"/>
              <a:t>@110 FPS</a:t>
            </a:r>
          </a:p>
        </p:txBody>
      </p:sp>
      <p:sp>
        <p:nvSpPr>
          <p:cNvPr id="14" name="TextBox 13">
            <a:extLst>
              <a:ext uri="{FF2B5EF4-FFF2-40B4-BE49-F238E27FC236}">
                <a16:creationId xmlns:a16="http://schemas.microsoft.com/office/drawing/2014/main" id="{C6BB13CF-DA0C-10D1-B042-5E3DC2E04370}"/>
              </a:ext>
            </a:extLst>
          </p:cNvPr>
          <p:cNvSpPr txBox="1"/>
          <p:nvPr/>
        </p:nvSpPr>
        <p:spPr>
          <a:xfrm>
            <a:off x="3679884" y="2272704"/>
            <a:ext cx="1670404" cy="338554"/>
          </a:xfrm>
          <a:prstGeom prst="rect">
            <a:avLst/>
          </a:prstGeom>
          <a:noFill/>
        </p:spPr>
        <p:txBody>
          <a:bodyPr wrap="square" rtlCol="0">
            <a:spAutoFit/>
          </a:bodyPr>
          <a:lstStyle/>
          <a:p>
            <a:r>
              <a:rPr lang="en-US" sz="1600" dirty="0"/>
              <a:t>image encoder</a:t>
            </a:r>
          </a:p>
        </p:txBody>
      </p:sp>
      <p:sp>
        <p:nvSpPr>
          <p:cNvPr id="15" name="TextBox 14">
            <a:extLst>
              <a:ext uri="{FF2B5EF4-FFF2-40B4-BE49-F238E27FC236}">
                <a16:creationId xmlns:a16="http://schemas.microsoft.com/office/drawing/2014/main" id="{5554AA9F-F3F1-F615-63ED-233A03FF9698}"/>
              </a:ext>
            </a:extLst>
          </p:cNvPr>
          <p:cNvSpPr txBox="1"/>
          <p:nvPr/>
        </p:nvSpPr>
        <p:spPr>
          <a:xfrm>
            <a:off x="272609" y="2019234"/>
            <a:ext cx="1364028" cy="338554"/>
          </a:xfrm>
          <a:prstGeom prst="rect">
            <a:avLst/>
          </a:prstGeom>
          <a:noFill/>
        </p:spPr>
        <p:txBody>
          <a:bodyPr wrap="none" rtlCol="0">
            <a:spAutoFit/>
          </a:bodyPr>
          <a:lstStyle/>
          <a:p>
            <a:r>
              <a:rPr lang="en-US" sz="1600" dirty="0"/>
              <a:t>image sensors</a:t>
            </a:r>
          </a:p>
        </p:txBody>
      </p:sp>
      <p:sp>
        <p:nvSpPr>
          <p:cNvPr id="16" name="Right Brace 15">
            <a:extLst>
              <a:ext uri="{FF2B5EF4-FFF2-40B4-BE49-F238E27FC236}">
                <a16:creationId xmlns:a16="http://schemas.microsoft.com/office/drawing/2014/main" id="{D226EB25-8095-8369-31C9-63D88DD53699}"/>
              </a:ext>
            </a:extLst>
          </p:cNvPr>
          <p:cNvSpPr/>
          <p:nvPr/>
        </p:nvSpPr>
        <p:spPr>
          <a:xfrm rot="16200000">
            <a:off x="4375048" y="2374279"/>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C30B92ED-09D7-ADE5-70D2-B995F5336562}"/>
              </a:ext>
            </a:extLst>
          </p:cNvPr>
          <p:cNvSpPr/>
          <p:nvPr/>
        </p:nvSpPr>
        <p:spPr>
          <a:xfrm flipH="1">
            <a:off x="784356" y="3006989"/>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F7D34333-854D-7698-A537-4A5ADF9FE99D}"/>
              </a:ext>
            </a:extLst>
          </p:cNvPr>
          <p:cNvSpPr/>
          <p:nvPr/>
        </p:nvSpPr>
        <p:spPr>
          <a:xfrm flipH="1">
            <a:off x="954623" y="342797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1526E9B0-ABEA-8667-67F7-692EAC782AA2}"/>
              </a:ext>
            </a:extLst>
          </p:cNvPr>
          <p:cNvSpPr txBox="1"/>
          <p:nvPr/>
        </p:nvSpPr>
        <p:spPr>
          <a:xfrm>
            <a:off x="3509341" y="4047895"/>
            <a:ext cx="764375" cy="584775"/>
          </a:xfrm>
          <a:prstGeom prst="rect">
            <a:avLst/>
          </a:prstGeom>
          <a:noFill/>
        </p:spPr>
        <p:txBody>
          <a:bodyPr wrap="none" rtlCol="0">
            <a:spAutoFit/>
          </a:bodyPr>
          <a:lstStyle/>
          <a:p>
            <a:pPr algn="ctr"/>
            <a:r>
              <a:rPr lang="en-US" sz="1600" dirty="0"/>
              <a:t>Verilog</a:t>
            </a:r>
          </a:p>
          <a:p>
            <a:pPr algn="ctr"/>
            <a:r>
              <a:rPr lang="en-US" sz="1600" dirty="0"/>
              <a:t>CNN</a:t>
            </a:r>
          </a:p>
        </p:txBody>
      </p:sp>
      <p:sp>
        <p:nvSpPr>
          <p:cNvPr id="25" name="Arrow: Right 24">
            <a:extLst>
              <a:ext uri="{FF2B5EF4-FFF2-40B4-BE49-F238E27FC236}">
                <a16:creationId xmlns:a16="http://schemas.microsoft.com/office/drawing/2014/main" id="{35AE212A-BBA1-0DB8-8D8B-533B58F368C8}"/>
              </a:ext>
            </a:extLst>
          </p:cNvPr>
          <p:cNvSpPr/>
          <p:nvPr/>
        </p:nvSpPr>
        <p:spPr>
          <a:xfrm>
            <a:off x="2408740" y="5028628"/>
            <a:ext cx="3063057" cy="693219"/>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015DFC1-3203-6484-CAD4-9B553216D7B2}"/>
              </a:ext>
            </a:extLst>
          </p:cNvPr>
          <p:cNvSpPr txBox="1"/>
          <p:nvPr/>
        </p:nvSpPr>
        <p:spPr>
          <a:xfrm>
            <a:off x="3017979" y="5199628"/>
            <a:ext cx="1867678" cy="338554"/>
          </a:xfrm>
          <a:prstGeom prst="rect">
            <a:avLst/>
          </a:prstGeom>
          <a:noFill/>
        </p:spPr>
        <p:txBody>
          <a:bodyPr wrap="square" rtlCol="0">
            <a:spAutoFit/>
          </a:bodyPr>
          <a:lstStyle/>
          <a:p>
            <a:r>
              <a:rPr lang="en-US" sz="1600" dirty="0"/>
              <a:t>100X compression</a:t>
            </a:r>
          </a:p>
        </p:txBody>
      </p:sp>
      <p:sp>
        <p:nvSpPr>
          <p:cNvPr id="28" name="Cloud 27">
            <a:extLst>
              <a:ext uri="{FF2B5EF4-FFF2-40B4-BE49-F238E27FC236}">
                <a16:creationId xmlns:a16="http://schemas.microsoft.com/office/drawing/2014/main" id="{13DFAFA2-F8B5-F34E-34C8-DFEEDB86C6A1}"/>
              </a:ext>
            </a:extLst>
          </p:cNvPr>
          <p:cNvSpPr/>
          <p:nvPr/>
        </p:nvSpPr>
        <p:spPr>
          <a:xfrm>
            <a:off x="6105725" y="2990881"/>
            <a:ext cx="1234189" cy="859607"/>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2A2B218-E99A-09C3-302D-D544D6174498}"/>
              </a:ext>
            </a:extLst>
          </p:cNvPr>
          <p:cNvGrpSpPr/>
          <p:nvPr/>
        </p:nvGrpSpPr>
        <p:grpSpPr>
          <a:xfrm>
            <a:off x="8804791" y="1900252"/>
            <a:ext cx="709353" cy="789709"/>
            <a:chOff x="8804791" y="1900252"/>
            <a:chExt cx="709353" cy="789709"/>
          </a:xfrm>
        </p:grpSpPr>
        <p:sp>
          <p:nvSpPr>
            <p:cNvPr id="29" name="Rectangle 28">
              <a:extLst>
                <a:ext uri="{FF2B5EF4-FFF2-40B4-BE49-F238E27FC236}">
                  <a16:creationId xmlns:a16="http://schemas.microsoft.com/office/drawing/2014/main" id="{E4DBEE92-FE85-F2EB-59F6-A46846FBF68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4E03CB4-B521-9AE3-8135-17D05177D073}"/>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F66C779B-2654-5257-9691-8F33A932ED15}"/>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C0E17127-BC4D-911C-7C37-9DE1F9EF8C49}"/>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D6663E42-288C-EE39-4F53-1FA6A52D468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4" name="TextBox 33">
            <a:extLst>
              <a:ext uri="{FF2B5EF4-FFF2-40B4-BE49-F238E27FC236}">
                <a16:creationId xmlns:a16="http://schemas.microsoft.com/office/drawing/2014/main" id="{9DEE632A-6310-93D3-E438-0297812C6D57}"/>
              </a:ext>
            </a:extLst>
          </p:cNvPr>
          <p:cNvSpPr txBox="1"/>
          <p:nvPr/>
        </p:nvSpPr>
        <p:spPr>
          <a:xfrm>
            <a:off x="8374142" y="1217689"/>
            <a:ext cx="1670404" cy="338554"/>
          </a:xfrm>
          <a:prstGeom prst="rect">
            <a:avLst/>
          </a:prstGeom>
          <a:noFill/>
        </p:spPr>
        <p:txBody>
          <a:bodyPr wrap="square" rtlCol="0">
            <a:spAutoFit/>
          </a:bodyPr>
          <a:lstStyle/>
          <a:p>
            <a:r>
              <a:rPr lang="en-US" sz="1600" dirty="0"/>
              <a:t>image decoder</a:t>
            </a:r>
          </a:p>
        </p:txBody>
      </p:sp>
      <p:sp>
        <p:nvSpPr>
          <p:cNvPr id="35" name="Right Brace 34">
            <a:extLst>
              <a:ext uri="{FF2B5EF4-FFF2-40B4-BE49-F238E27FC236}">
                <a16:creationId xmlns:a16="http://schemas.microsoft.com/office/drawing/2014/main" id="{D89C2991-C8A7-AC70-2341-0D9722CCDC74}"/>
              </a:ext>
            </a:extLst>
          </p:cNvPr>
          <p:cNvSpPr/>
          <p:nvPr/>
        </p:nvSpPr>
        <p:spPr>
          <a:xfrm rot="16200000">
            <a:off x="9069306" y="1319264"/>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88AC3BE2-6734-488F-63D4-F8F7E951EAC1}"/>
              </a:ext>
            </a:extLst>
          </p:cNvPr>
          <p:cNvSpPr txBox="1"/>
          <p:nvPr/>
        </p:nvSpPr>
        <p:spPr>
          <a:xfrm>
            <a:off x="8170970" y="3714102"/>
            <a:ext cx="3426609" cy="338554"/>
          </a:xfrm>
          <a:prstGeom prst="rect">
            <a:avLst/>
          </a:prstGeom>
          <a:noFill/>
        </p:spPr>
        <p:txBody>
          <a:bodyPr wrap="square" rtlCol="0">
            <a:spAutoFit/>
          </a:bodyPr>
          <a:lstStyle/>
          <a:p>
            <a:r>
              <a:rPr lang="en-US" sz="1600" dirty="0"/>
              <a:t>multimodal LLM, e.g. </a:t>
            </a:r>
            <a:r>
              <a:rPr lang="en-US" sz="1600" dirty="0">
                <a:hlinkClick r:id="rId2"/>
              </a:rPr>
              <a:t>SIMVLM</a:t>
            </a:r>
            <a:endParaRPr lang="en-US" sz="1600" dirty="0"/>
          </a:p>
        </p:txBody>
      </p:sp>
      <p:sp>
        <p:nvSpPr>
          <p:cNvPr id="49" name="TextBox 48">
            <a:extLst>
              <a:ext uri="{FF2B5EF4-FFF2-40B4-BE49-F238E27FC236}">
                <a16:creationId xmlns:a16="http://schemas.microsoft.com/office/drawing/2014/main" id="{48CCB4F4-644D-7127-06F8-9F7B3368496D}"/>
              </a:ext>
            </a:extLst>
          </p:cNvPr>
          <p:cNvSpPr txBox="1"/>
          <p:nvPr/>
        </p:nvSpPr>
        <p:spPr>
          <a:xfrm>
            <a:off x="1173675" y="3315805"/>
            <a:ext cx="567784" cy="338554"/>
          </a:xfrm>
          <a:prstGeom prst="rect">
            <a:avLst/>
          </a:prstGeom>
          <a:noFill/>
        </p:spPr>
        <p:txBody>
          <a:bodyPr wrap="none" rtlCol="0">
            <a:spAutoFit/>
          </a:bodyPr>
          <a:lstStyle/>
          <a:p>
            <a:r>
              <a:rPr lang="en-US" sz="1600" dirty="0"/>
              <a:t>MIPI</a:t>
            </a:r>
          </a:p>
        </p:txBody>
      </p:sp>
      <p:cxnSp>
        <p:nvCxnSpPr>
          <p:cNvPr id="53" name="Straight Arrow Connector 52">
            <a:extLst>
              <a:ext uri="{FF2B5EF4-FFF2-40B4-BE49-F238E27FC236}">
                <a16:creationId xmlns:a16="http://schemas.microsoft.com/office/drawing/2014/main" id="{65AF6504-576E-9E4F-BF57-820B1622C73E}"/>
              </a:ext>
            </a:extLst>
          </p:cNvPr>
          <p:cNvCxnSpPr>
            <a:cxnSpLocks/>
          </p:cNvCxnSpPr>
          <p:nvPr/>
        </p:nvCxnSpPr>
        <p:spPr>
          <a:xfrm flipV="1">
            <a:off x="7252900" y="2315750"/>
            <a:ext cx="1502381" cy="853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80793B32-E8D6-02CF-0011-65E05055AC62}"/>
              </a:ext>
            </a:extLst>
          </p:cNvPr>
          <p:cNvCxnSpPr>
            <a:stCxn id="33" idx="3"/>
          </p:cNvCxnSpPr>
          <p:nvPr/>
        </p:nvCxnSpPr>
        <p:spPr>
          <a:xfrm flipV="1">
            <a:off x="9514144" y="2295106"/>
            <a:ext cx="53040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8F0F854D-335A-7AF4-C381-086EBA5EA345}"/>
              </a:ext>
            </a:extLst>
          </p:cNvPr>
          <p:cNvSpPr txBox="1"/>
          <p:nvPr/>
        </p:nvSpPr>
        <p:spPr>
          <a:xfrm>
            <a:off x="10015833" y="1900252"/>
            <a:ext cx="1726114" cy="830997"/>
          </a:xfrm>
          <a:prstGeom prst="rect">
            <a:avLst/>
          </a:prstGeom>
          <a:noFill/>
        </p:spPr>
        <p:txBody>
          <a:bodyPr wrap="none" rtlCol="0">
            <a:spAutoFit/>
          </a:bodyPr>
          <a:lstStyle/>
          <a:p>
            <a:r>
              <a:rPr lang="en-US" sz="1600" dirty="0"/>
              <a:t>depth map</a:t>
            </a:r>
          </a:p>
          <a:p>
            <a:r>
              <a:rPr lang="en-US" sz="1600" dirty="0"/>
              <a:t>object detection</a:t>
            </a:r>
          </a:p>
          <a:p>
            <a:r>
              <a:rPr lang="en-US" sz="1600" dirty="0"/>
              <a:t>semantic heatmap</a:t>
            </a:r>
          </a:p>
        </p:txBody>
      </p:sp>
      <p:pic>
        <p:nvPicPr>
          <p:cNvPr id="67" name="Picture 66">
            <a:extLst>
              <a:ext uri="{FF2B5EF4-FFF2-40B4-BE49-F238E27FC236}">
                <a16:creationId xmlns:a16="http://schemas.microsoft.com/office/drawing/2014/main" id="{CEBFB62D-AB10-BEFF-5071-4C96B1622FA3}"/>
              </a:ext>
            </a:extLst>
          </p:cNvPr>
          <p:cNvPicPr>
            <a:picLocks noChangeAspect="1"/>
          </p:cNvPicPr>
          <p:nvPr/>
        </p:nvPicPr>
        <p:blipFill>
          <a:blip r:embed="rId3"/>
          <a:stretch>
            <a:fillRect/>
          </a:stretch>
        </p:blipFill>
        <p:spPr>
          <a:xfrm>
            <a:off x="8028845" y="4005460"/>
            <a:ext cx="3710861" cy="2012790"/>
          </a:xfrm>
          <a:prstGeom prst="rect">
            <a:avLst/>
          </a:prstGeom>
        </p:spPr>
      </p:pic>
      <p:cxnSp>
        <p:nvCxnSpPr>
          <p:cNvPr id="68" name="Straight Arrow Connector 67">
            <a:extLst>
              <a:ext uri="{FF2B5EF4-FFF2-40B4-BE49-F238E27FC236}">
                <a16:creationId xmlns:a16="http://schemas.microsoft.com/office/drawing/2014/main" id="{655E61A5-8A13-BF99-FF9F-B9B9F10CCF93}"/>
              </a:ext>
            </a:extLst>
          </p:cNvPr>
          <p:cNvCxnSpPr>
            <a:cxnSpLocks/>
          </p:cNvCxnSpPr>
          <p:nvPr/>
        </p:nvCxnSpPr>
        <p:spPr>
          <a:xfrm>
            <a:off x="7035114" y="3723503"/>
            <a:ext cx="1222332" cy="1916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74383C9-4D6C-6503-A16D-5E50C2308E75}"/>
              </a:ext>
            </a:extLst>
          </p:cNvPr>
          <p:cNvSpPr txBox="1"/>
          <p:nvPr/>
        </p:nvSpPr>
        <p:spPr>
          <a:xfrm>
            <a:off x="7906735" y="5848973"/>
            <a:ext cx="1796111" cy="338554"/>
          </a:xfrm>
          <a:prstGeom prst="rect">
            <a:avLst/>
          </a:prstGeom>
          <a:noFill/>
        </p:spPr>
        <p:txBody>
          <a:bodyPr wrap="square" rtlCol="0">
            <a:spAutoFit/>
          </a:bodyPr>
          <a:lstStyle/>
          <a:p>
            <a:r>
              <a:rPr lang="en-US" sz="1600" dirty="0"/>
              <a:t>patch embeddings</a:t>
            </a:r>
          </a:p>
        </p:txBody>
      </p:sp>
      <p:grpSp>
        <p:nvGrpSpPr>
          <p:cNvPr id="23" name="Group 22">
            <a:extLst>
              <a:ext uri="{FF2B5EF4-FFF2-40B4-BE49-F238E27FC236}">
                <a16:creationId xmlns:a16="http://schemas.microsoft.com/office/drawing/2014/main" id="{F3D94B6D-905C-4BAA-D301-693A4EA6541F}"/>
              </a:ext>
            </a:extLst>
          </p:cNvPr>
          <p:cNvGrpSpPr/>
          <p:nvPr/>
        </p:nvGrpSpPr>
        <p:grpSpPr>
          <a:xfrm>
            <a:off x="2408740" y="2455078"/>
            <a:ext cx="709353" cy="513285"/>
            <a:chOff x="8804791" y="1900252"/>
            <a:chExt cx="709353" cy="789709"/>
          </a:xfrm>
        </p:grpSpPr>
        <p:sp>
          <p:nvSpPr>
            <p:cNvPr id="27" name="Rectangle 26">
              <a:extLst>
                <a:ext uri="{FF2B5EF4-FFF2-40B4-BE49-F238E27FC236}">
                  <a16:creationId xmlns:a16="http://schemas.microsoft.com/office/drawing/2014/main" id="{8BC5470B-729E-BBAC-439B-9F7D85E92D6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316C0DF8-B8E5-B6BC-8533-85AE0A055DA0}"/>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655D7DEB-A66D-9554-0562-3E501300D60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4C61CF20-462B-07BC-82CC-5C30D7199167}"/>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67BD4DD5-3417-490A-7FAD-AF592C11EEA5}"/>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B04C4327-E585-EF74-640D-1CEF9EE54B53}"/>
              </a:ext>
            </a:extLst>
          </p:cNvPr>
          <p:cNvGrpSpPr/>
          <p:nvPr/>
        </p:nvGrpSpPr>
        <p:grpSpPr>
          <a:xfrm>
            <a:off x="2408740" y="3187803"/>
            <a:ext cx="709353" cy="513285"/>
            <a:chOff x="8804791" y="1900252"/>
            <a:chExt cx="709353" cy="789709"/>
          </a:xfrm>
        </p:grpSpPr>
        <p:sp>
          <p:nvSpPr>
            <p:cNvPr id="42" name="Rectangle 41">
              <a:extLst>
                <a:ext uri="{FF2B5EF4-FFF2-40B4-BE49-F238E27FC236}">
                  <a16:creationId xmlns:a16="http://schemas.microsoft.com/office/drawing/2014/main" id="{34817C44-B10C-7D4E-3251-E17EFB8C366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18750CF-77F6-6655-BB66-77093198D882}"/>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830A373-41EC-584E-C035-B9261243CBA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7E375A2A-6E52-D634-999B-E601A43376A0}"/>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D93F92DB-FD00-AB0D-25C1-D3D1066A167E}"/>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56ED155-DE47-0894-2D19-2FBAB73A3A84}"/>
              </a:ext>
            </a:extLst>
          </p:cNvPr>
          <p:cNvGrpSpPr/>
          <p:nvPr/>
        </p:nvGrpSpPr>
        <p:grpSpPr>
          <a:xfrm>
            <a:off x="2408806" y="3955317"/>
            <a:ext cx="709353" cy="513285"/>
            <a:chOff x="8804791" y="1900252"/>
            <a:chExt cx="709353" cy="789709"/>
          </a:xfrm>
        </p:grpSpPr>
        <p:sp>
          <p:nvSpPr>
            <p:cNvPr id="48" name="Rectangle 47">
              <a:extLst>
                <a:ext uri="{FF2B5EF4-FFF2-40B4-BE49-F238E27FC236}">
                  <a16:creationId xmlns:a16="http://schemas.microsoft.com/office/drawing/2014/main" id="{5933603E-11D1-D420-A258-DA3C08CC15AA}"/>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49244FF-D2CF-C15F-CAA7-D7F75D363EE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26F86C1B-4FB3-2239-3CE6-F2BC60CE4609}"/>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E89F8F3-A1A1-0091-7669-470C914D6B78}"/>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9CC7A30B-6103-8131-A80C-BDE34B1B5BB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A1AC7286-EE9A-854B-BF42-2D5CA549CFBB}"/>
              </a:ext>
            </a:extLst>
          </p:cNvPr>
          <p:cNvCxnSpPr>
            <a:cxnSpLocks/>
          </p:cNvCxnSpPr>
          <p:nvPr/>
        </p:nvCxnSpPr>
        <p:spPr>
          <a:xfrm>
            <a:off x="3756519" y="3444446"/>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FBEF82EA-F88A-8768-42E9-689679FBD004}"/>
              </a:ext>
            </a:extLst>
          </p:cNvPr>
          <p:cNvSpPr/>
          <p:nvPr/>
        </p:nvSpPr>
        <p:spPr>
          <a:xfrm>
            <a:off x="3642738" y="304959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A689FFEF-3F84-AD63-BA52-61FAF91178F0}"/>
              </a:ext>
            </a:extLst>
          </p:cNvPr>
          <p:cNvCxnSpPr>
            <a:cxnSpLocks/>
            <a:stCxn id="40" idx="3"/>
          </p:cNvCxnSpPr>
          <p:nvPr/>
        </p:nvCxnSpPr>
        <p:spPr>
          <a:xfrm>
            <a:off x="3118093" y="2711721"/>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4E748E05-0C70-76EA-0BB4-3C4D6BFD0A5F}"/>
              </a:ext>
            </a:extLst>
          </p:cNvPr>
          <p:cNvCxnSpPr>
            <a:cxnSpLocks/>
            <a:stCxn id="46" idx="3"/>
            <a:endCxn id="61" idx="1"/>
          </p:cNvCxnSpPr>
          <p:nvPr/>
        </p:nvCxnSpPr>
        <p:spPr>
          <a:xfrm>
            <a:off x="3118093" y="3444446"/>
            <a:ext cx="524645" cy="1270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BD5AE548-84CD-71F8-DEE2-4512D9492263}"/>
              </a:ext>
            </a:extLst>
          </p:cNvPr>
          <p:cNvCxnSpPr>
            <a:cxnSpLocks/>
            <a:stCxn id="54" idx="3"/>
          </p:cNvCxnSpPr>
          <p:nvPr/>
        </p:nvCxnSpPr>
        <p:spPr>
          <a:xfrm flipV="1">
            <a:off x="3118159" y="3717521"/>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or: Curved 79">
            <a:extLst>
              <a:ext uri="{FF2B5EF4-FFF2-40B4-BE49-F238E27FC236}">
                <a16:creationId xmlns:a16="http://schemas.microsoft.com/office/drawing/2014/main" id="{0655E199-1EA2-F06D-E8B5-F6369E8F19C5}"/>
              </a:ext>
            </a:extLst>
          </p:cNvPr>
          <p:cNvCxnSpPr>
            <a:stCxn id="2" idx="1"/>
            <a:endCxn id="27" idx="1"/>
          </p:cNvCxnSpPr>
          <p:nvPr/>
        </p:nvCxnSpPr>
        <p:spPr>
          <a:xfrm flipV="1">
            <a:off x="1186924" y="2711721"/>
            <a:ext cx="1221816" cy="88053"/>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42C891BC-79E9-C245-D04D-17C6CF2A3F6B}"/>
              </a:ext>
            </a:extLst>
          </p:cNvPr>
          <p:cNvCxnSpPr>
            <a:cxnSpLocks/>
            <a:stCxn id="18" idx="1"/>
            <a:endCxn id="42" idx="1"/>
          </p:cNvCxnSpPr>
          <p:nvPr/>
        </p:nvCxnSpPr>
        <p:spPr>
          <a:xfrm>
            <a:off x="983861" y="3169087"/>
            <a:ext cx="1424879" cy="27535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449969F0-BA8B-F1EB-154B-08D0D52F308C}"/>
              </a:ext>
            </a:extLst>
          </p:cNvPr>
          <p:cNvCxnSpPr>
            <a:cxnSpLocks/>
            <a:stCxn id="19" idx="1"/>
            <a:endCxn id="48" idx="1"/>
          </p:cNvCxnSpPr>
          <p:nvPr/>
        </p:nvCxnSpPr>
        <p:spPr>
          <a:xfrm>
            <a:off x="1154128" y="3590068"/>
            <a:ext cx="1254678" cy="621892"/>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12921986-3DC0-AE12-6F62-1FDF7A930948}"/>
              </a:ext>
            </a:extLst>
          </p:cNvPr>
          <p:cNvSpPr txBox="1"/>
          <p:nvPr/>
        </p:nvSpPr>
        <p:spPr>
          <a:xfrm>
            <a:off x="2127615" y="1672741"/>
            <a:ext cx="1240622" cy="338554"/>
          </a:xfrm>
          <a:prstGeom prst="rect">
            <a:avLst/>
          </a:prstGeom>
          <a:noFill/>
        </p:spPr>
        <p:txBody>
          <a:bodyPr wrap="square" rtlCol="0">
            <a:spAutoFit/>
          </a:bodyPr>
          <a:lstStyle/>
          <a:p>
            <a:r>
              <a:rPr lang="en-US" sz="1600" dirty="0"/>
              <a:t>image fusion</a:t>
            </a:r>
          </a:p>
        </p:txBody>
      </p:sp>
      <p:sp>
        <p:nvSpPr>
          <p:cNvPr id="91" name="Right Brace 90">
            <a:extLst>
              <a:ext uri="{FF2B5EF4-FFF2-40B4-BE49-F238E27FC236}">
                <a16:creationId xmlns:a16="http://schemas.microsoft.com/office/drawing/2014/main" id="{E609D02F-4EAF-45A3-268E-56751F60EABD}"/>
              </a:ext>
            </a:extLst>
          </p:cNvPr>
          <p:cNvSpPr/>
          <p:nvPr/>
        </p:nvSpPr>
        <p:spPr>
          <a:xfrm rot="16200000">
            <a:off x="2672723" y="1757412"/>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266687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4" name="Connector: Elbow 1143">
            <a:extLst>
              <a:ext uri="{FF2B5EF4-FFF2-40B4-BE49-F238E27FC236}">
                <a16:creationId xmlns:a16="http://schemas.microsoft.com/office/drawing/2014/main" id="{B19D1991-4873-221A-F629-1A37A2748576}"/>
              </a:ext>
            </a:extLst>
          </p:cNvPr>
          <p:cNvCxnSpPr>
            <a:cxnSpLocks/>
            <a:stCxn id="1136" idx="3"/>
          </p:cNvCxnSpPr>
          <p:nvPr/>
        </p:nvCxnSpPr>
        <p:spPr>
          <a:xfrm flipV="1">
            <a:off x="3857215" y="5320428"/>
            <a:ext cx="2348130" cy="294765"/>
          </a:xfrm>
          <a:prstGeom prst="bentConnector3">
            <a:avLst>
              <a:gd name="adj1" fmla="val 8648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3" name="Connector: Elbow 1142">
            <a:extLst>
              <a:ext uri="{FF2B5EF4-FFF2-40B4-BE49-F238E27FC236}">
                <a16:creationId xmlns:a16="http://schemas.microsoft.com/office/drawing/2014/main" id="{D090092C-4EEE-6F60-0F01-CB6004D007C4}"/>
              </a:ext>
            </a:extLst>
          </p:cNvPr>
          <p:cNvCxnSpPr>
            <a:cxnSpLocks/>
            <a:stCxn id="1091" idx="3"/>
          </p:cNvCxnSpPr>
          <p:nvPr/>
        </p:nvCxnSpPr>
        <p:spPr>
          <a:xfrm>
            <a:off x="3868313" y="4630769"/>
            <a:ext cx="2346307" cy="271851"/>
          </a:xfrm>
          <a:prstGeom prst="bentConnector3">
            <a:avLst>
              <a:gd name="adj1" fmla="val 8721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1" name="Straight Arrow Connector 1140">
            <a:extLst>
              <a:ext uri="{FF2B5EF4-FFF2-40B4-BE49-F238E27FC236}">
                <a16:creationId xmlns:a16="http://schemas.microsoft.com/office/drawing/2014/main" id="{4C40AD0A-3251-3B78-FAA0-C321F699574A}"/>
              </a:ext>
            </a:extLst>
          </p:cNvPr>
          <p:cNvCxnSpPr>
            <a:cxnSpLocks/>
            <a:stCxn id="1107" idx="3"/>
          </p:cNvCxnSpPr>
          <p:nvPr/>
        </p:nvCxnSpPr>
        <p:spPr>
          <a:xfrm flipV="1">
            <a:off x="6396900" y="5075613"/>
            <a:ext cx="2329909" cy="21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 name="Group 1">
            <a:extLst>
              <a:ext uri="{FF2B5EF4-FFF2-40B4-BE49-F238E27FC236}">
                <a16:creationId xmlns:a16="http://schemas.microsoft.com/office/drawing/2014/main" id="{04D936CF-155F-8FDF-E606-5C7981F8C2FB}"/>
              </a:ext>
            </a:extLst>
          </p:cNvPr>
          <p:cNvGrpSpPr/>
          <p:nvPr/>
        </p:nvGrpSpPr>
        <p:grpSpPr>
          <a:xfrm>
            <a:off x="6909576" y="721030"/>
            <a:ext cx="2923047" cy="1893552"/>
            <a:chOff x="7469278" y="1689684"/>
            <a:chExt cx="3204507" cy="2075882"/>
          </a:xfrm>
        </p:grpSpPr>
        <p:grpSp>
          <p:nvGrpSpPr>
            <p:cNvPr id="3" name="Group 2">
              <a:extLst>
                <a:ext uri="{FF2B5EF4-FFF2-40B4-BE49-F238E27FC236}">
                  <a16:creationId xmlns:a16="http://schemas.microsoft.com/office/drawing/2014/main" id="{0CC8C61A-26C2-6B64-591F-1275097ADA96}"/>
                </a:ext>
              </a:extLst>
            </p:cNvPr>
            <p:cNvGrpSpPr/>
            <p:nvPr/>
          </p:nvGrpSpPr>
          <p:grpSpPr>
            <a:xfrm flipH="1">
              <a:off x="7469278" y="1689684"/>
              <a:ext cx="3015866" cy="366278"/>
              <a:chOff x="7520118" y="3982298"/>
              <a:chExt cx="3312757" cy="402336"/>
            </a:xfrm>
          </p:grpSpPr>
          <p:sp>
            <p:nvSpPr>
              <p:cNvPr id="792" name="Rectangle 791">
                <a:extLst>
                  <a:ext uri="{FF2B5EF4-FFF2-40B4-BE49-F238E27FC236}">
                    <a16:creationId xmlns:a16="http://schemas.microsoft.com/office/drawing/2014/main" id="{7BD144A2-B051-7C32-DDE7-6BF4A7B7B87A}"/>
                  </a:ext>
                </a:extLst>
              </p:cNvPr>
              <p:cNvSpPr/>
              <p:nvPr/>
            </p:nvSpPr>
            <p:spPr>
              <a:xfrm rot="10800000">
                <a:off x="1033196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F31EE830-89A4-DF2A-965C-07A2155AE37B}"/>
                  </a:ext>
                </a:extLst>
              </p:cNvPr>
              <p:cNvSpPr/>
              <p:nvPr/>
            </p:nvSpPr>
            <p:spPr>
              <a:xfrm rot="10800000">
                <a:off x="1023153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462E9EE4-690A-2EC4-3665-8F41CDF3B75E}"/>
                  </a:ext>
                </a:extLst>
              </p:cNvPr>
              <p:cNvSpPr/>
              <p:nvPr/>
            </p:nvSpPr>
            <p:spPr>
              <a:xfrm rot="10800000">
                <a:off x="1013111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81467752-FA34-4C21-DB9B-9A48B5C3111D}"/>
                  </a:ext>
                </a:extLst>
              </p:cNvPr>
              <p:cNvSpPr/>
              <p:nvPr/>
            </p:nvSpPr>
            <p:spPr>
              <a:xfrm rot="10800000">
                <a:off x="1003069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73C3746D-69A0-EE4A-BDDF-BBB2420598AB}"/>
                  </a:ext>
                </a:extLst>
              </p:cNvPr>
              <p:cNvSpPr/>
              <p:nvPr/>
            </p:nvSpPr>
            <p:spPr>
              <a:xfrm rot="10800000">
                <a:off x="993026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6AAEF3C3-8E16-B15E-367F-A2A14F089611}"/>
                  </a:ext>
                </a:extLst>
              </p:cNvPr>
              <p:cNvSpPr/>
              <p:nvPr/>
            </p:nvSpPr>
            <p:spPr>
              <a:xfrm rot="10800000">
                <a:off x="982984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6E0C0B93-818C-7900-20C3-C86540221B7C}"/>
                  </a:ext>
                </a:extLst>
              </p:cNvPr>
              <p:cNvSpPr/>
              <p:nvPr/>
            </p:nvSpPr>
            <p:spPr>
              <a:xfrm rot="10800000">
                <a:off x="972942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ED5FB0F5-4FBF-9929-8D7F-E18F3179065E}"/>
                  </a:ext>
                </a:extLst>
              </p:cNvPr>
              <p:cNvSpPr/>
              <p:nvPr/>
            </p:nvSpPr>
            <p:spPr>
              <a:xfrm rot="10800000">
                <a:off x="962900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B53C5092-5FB1-0E73-B5FE-B1A351506238}"/>
                  </a:ext>
                </a:extLst>
              </p:cNvPr>
              <p:cNvSpPr/>
              <p:nvPr/>
            </p:nvSpPr>
            <p:spPr>
              <a:xfrm rot="10800000">
                <a:off x="952857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Rectangle 800">
                <a:extLst>
                  <a:ext uri="{FF2B5EF4-FFF2-40B4-BE49-F238E27FC236}">
                    <a16:creationId xmlns:a16="http://schemas.microsoft.com/office/drawing/2014/main" id="{19CF8232-A2D7-42D8-B889-B66E271573E0}"/>
                  </a:ext>
                </a:extLst>
              </p:cNvPr>
              <p:cNvSpPr/>
              <p:nvPr/>
            </p:nvSpPr>
            <p:spPr>
              <a:xfrm rot="10800000">
                <a:off x="942815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5091DBDD-CB73-75D4-51F0-18D7333AE244}"/>
                  </a:ext>
                </a:extLst>
              </p:cNvPr>
              <p:cNvSpPr/>
              <p:nvPr/>
            </p:nvSpPr>
            <p:spPr>
              <a:xfrm rot="10800000">
                <a:off x="932773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5FB4D9FB-B0FD-43D2-3699-CDF6A61B1B10}"/>
                  </a:ext>
                </a:extLst>
              </p:cNvPr>
              <p:cNvSpPr/>
              <p:nvPr/>
            </p:nvSpPr>
            <p:spPr>
              <a:xfrm rot="10800000">
                <a:off x="922730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C2AB3345-0A3F-AB3A-2EA0-DF48DF5EE542}"/>
                  </a:ext>
                </a:extLst>
              </p:cNvPr>
              <p:cNvSpPr/>
              <p:nvPr/>
            </p:nvSpPr>
            <p:spPr>
              <a:xfrm rot="10800000">
                <a:off x="912688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6904387E-17CA-47D5-0E91-F0738E8B6EE8}"/>
                  </a:ext>
                </a:extLst>
              </p:cNvPr>
              <p:cNvSpPr/>
              <p:nvPr/>
            </p:nvSpPr>
            <p:spPr>
              <a:xfrm rot="10800000">
                <a:off x="902646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55A9ADD7-41F7-5A79-D6D4-0510A06B51D3}"/>
                  </a:ext>
                </a:extLst>
              </p:cNvPr>
              <p:cNvSpPr/>
              <p:nvPr/>
            </p:nvSpPr>
            <p:spPr>
              <a:xfrm rot="10800000">
                <a:off x="892603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BD8FF63A-F976-E902-7F45-699C3E61F290}"/>
                  </a:ext>
                </a:extLst>
              </p:cNvPr>
              <p:cNvSpPr/>
              <p:nvPr/>
            </p:nvSpPr>
            <p:spPr>
              <a:xfrm rot="10800000">
                <a:off x="882561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B412AF97-33BB-384A-D350-AB9BEACBE88D}"/>
                  </a:ext>
                </a:extLst>
              </p:cNvPr>
              <p:cNvSpPr/>
              <p:nvPr/>
            </p:nvSpPr>
            <p:spPr>
              <a:xfrm rot="10800000">
                <a:off x="872519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E9AD5105-798E-5506-60B4-5970F54263F4}"/>
                  </a:ext>
                </a:extLst>
              </p:cNvPr>
              <p:cNvSpPr/>
              <p:nvPr/>
            </p:nvSpPr>
            <p:spPr>
              <a:xfrm rot="10800000">
                <a:off x="862477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371CB175-50BD-845F-E001-EFBFA60A228D}"/>
                  </a:ext>
                </a:extLst>
              </p:cNvPr>
              <p:cNvSpPr/>
              <p:nvPr/>
            </p:nvSpPr>
            <p:spPr>
              <a:xfrm rot="10800000">
                <a:off x="852434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3A514C9A-2E74-BCFE-2C4B-E560C4F79DE2}"/>
                  </a:ext>
                </a:extLst>
              </p:cNvPr>
              <p:cNvSpPr/>
              <p:nvPr/>
            </p:nvSpPr>
            <p:spPr>
              <a:xfrm rot="10800000">
                <a:off x="842392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13ECC841-5D59-215C-6560-3A3B88966656}"/>
                  </a:ext>
                </a:extLst>
              </p:cNvPr>
              <p:cNvSpPr/>
              <p:nvPr/>
            </p:nvSpPr>
            <p:spPr>
              <a:xfrm rot="10800000">
                <a:off x="832350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694F3CEA-8DDE-900A-AE6D-88B742DF60DE}"/>
                  </a:ext>
                </a:extLst>
              </p:cNvPr>
              <p:cNvSpPr/>
              <p:nvPr/>
            </p:nvSpPr>
            <p:spPr>
              <a:xfrm rot="10800000">
                <a:off x="822307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D7B91173-3362-97AF-E56B-B4DC25871762}"/>
                  </a:ext>
                </a:extLst>
              </p:cNvPr>
              <p:cNvSpPr/>
              <p:nvPr/>
            </p:nvSpPr>
            <p:spPr>
              <a:xfrm rot="10800000">
                <a:off x="812265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578FE431-E293-A6B8-2297-A6966954B6D1}"/>
                  </a:ext>
                </a:extLst>
              </p:cNvPr>
              <p:cNvSpPr/>
              <p:nvPr/>
            </p:nvSpPr>
            <p:spPr>
              <a:xfrm rot="10800000">
                <a:off x="802223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F58F3C2D-69FC-AE5B-1DF9-02CCE043E2EF}"/>
                  </a:ext>
                </a:extLst>
              </p:cNvPr>
              <p:cNvSpPr/>
              <p:nvPr/>
            </p:nvSpPr>
            <p:spPr>
              <a:xfrm rot="10800000">
                <a:off x="792181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FFFFD4F5-6579-68D8-01E5-36DA871BE301}"/>
                  </a:ext>
                </a:extLst>
              </p:cNvPr>
              <p:cNvSpPr/>
              <p:nvPr/>
            </p:nvSpPr>
            <p:spPr>
              <a:xfrm rot="10800000">
                <a:off x="782138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773AA2F8-D2E8-2A71-C25D-0D2724B30864}"/>
                  </a:ext>
                </a:extLst>
              </p:cNvPr>
              <p:cNvSpPr/>
              <p:nvPr/>
            </p:nvSpPr>
            <p:spPr>
              <a:xfrm rot="10800000">
                <a:off x="772096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4212D2A4-FCD3-725A-AB77-A86FBAA3CCDA}"/>
                  </a:ext>
                </a:extLst>
              </p:cNvPr>
              <p:cNvSpPr/>
              <p:nvPr/>
            </p:nvSpPr>
            <p:spPr>
              <a:xfrm rot="10800000">
                <a:off x="762054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8A4EA86C-ACDB-F572-76D5-B3E92E8460A6}"/>
                  </a:ext>
                </a:extLst>
              </p:cNvPr>
              <p:cNvSpPr/>
              <p:nvPr/>
            </p:nvSpPr>
            <p:spPr>
              <a:xfrm rot="10800000">
                <a:off x="752011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1" name="Group 820">
                <a:extLst>
                  <a:ext uri="{FF2B5EF4-FFF2-40B4-BE49-F238E27FC236}">
                    <a16:creationId xmlns:a16="http://schemas.microsoft.com/office/drawing/2014/main" id="{D1EAF8C9-E324-EC79-E2DA-37CD645FC2C7}"/>
                  </a:ext>
                </a:extLst>
              </p:cNvPr>
              <p:cNvGrpSpPr/>
              <p:nvPr/>
            </p:nvGrpSpPr>
            <p:grpSpPr>
              <a:xfrm rot="10800000">
                <a:off x="7520118" y="4183922"/>
                <a:ext cx="3213534" cy="100423"/>
                <a:chOff x="1743959" y="2564091"/>
                <a:chExt cx="6334816" cy="197963"/>
              </a:xfrm>
              <a:solidFill>
                <a:schemeClr val="bg1"/>
              </a:solidFill>
            </p:grpSpPr>
            <p:sp>
              <p:nvSpPr>
                <p:cNvPr id="1054" name="Rectangle 1053">
                  <a:extLst>
                    <a:ext uri="{FF2B5EF4-FFF2-40B4-BE49-F238E27FC236}">
                      <a16:creationId xmlns:a16="http://schemas.microsoft.com/office/drawing/2014/main" id="{37A97AF2-3059-BC67-4ECC-902CFBDCEAF2}"/>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BE429655-4AC4-1FDE-0CE2-DE20CB71B0D1}"/>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660846FA-BC4D-CBE3-170F-388E746BA71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D667D5A6-DD63-9DC4-9C38-3048A1019E91}"/>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0ACD92A4-C995-E9B7-09CA-0A0B2976A60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F33348A0-7765-9400-2B0B-9E6DAA6A7025}"/>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F04D4E54-8BEE-2BC7-1B88-F7E0AF5F49D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209AD87A-FB4B-7B78-916E-6684838BD4E3}"/>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F8D745F3-EBAA-071A-6B93-EF907AD0282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616ECE7A-EC99-5B92-D797-B8D0FC79023C}"/>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95FCD6BF-C9AA-744B-2CF4-BEB666E62362}"/>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D05374D0-9C70-F8F4-B9A3-C7B9F598CAB1}"/>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23D57A54-5BFC-FFAE-15D3-C91B580F481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6">
                  <a:extLst>
                    <a:ext uri="{FF2B5EF4-FFF2-40B4-BE49-F238E27FC236}">
                      <a16:creationId xmlns:a16="http://schemas.microsoft.com/office/drawing/2014/main" id="{0675D1A7-D1F6-0700-9858-18855E116D0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FD22DD64-8162-81F2-DC2A-EE5FB609849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B6665F4C-45DC-3CDF-9CCF-01294A7CC36A}"/>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532B49C2-6388-6DAB-CF71-25B66A0C28F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D99F5CA6-1885-AF8C-F772-C69C810AA019}"/>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DC250B27-9DC7-CE9D-0427-838BE46FF85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1072">
                  <a:extLst>
                    <a:ext uri="{FF2B5EF4-FFF2-40B4-BE49-F238E27FC236}">
                      <a16:creationId xmlns:a16="http://schemas.microsoft.com/office/drawing/2014/main" id="{E65B799B-88A6-4219-8236-EB425A50FBD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71C1D994-1F4E-B446-F938-64463DD114DC}"/>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422CA080-D2CA-4AF8-609E-05517FDDA7FA}"/>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a:extLst>
                    <a:ext uri="{FF2B5EF4-FFF2-40B4-BE49-F238E27FC236}">
                      <a16:creationId xmlns:a16="http://schemas.microsoft.com/office/drawing/2014/main" id="{3956DF7B-A7EC-DF97-877D-36E4B1F9FF32}"/>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a:extLst>
                    <a:ext uri="{FF2B5EF4-FFF2-40B4-BE49-F238E27FC236}">
                      <a16:creationId xmlns:a16="http://schemas.microsoft.com/office/drawing/2014/main" id="{A4EC12A8-8484-5B00-12D0-081444660E8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8DEB2B43-ED0B-C2D4-BED5-1B3C8E33C6E5}"/>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id="{BC18B3F5-DCAF-6470-7839-D12BDFDA9F5D}"/>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033C8C3B-0E63-1329-227C-A9A3871B0E0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Rectangle 1080">
                  <a:extLst>
                    <a:ext uri="{FF2B5EF4-FFF2-40B4-BE49-F238E27FC236}">
                      <a16:creationId xmlns:a16="http://schemas.microsoft.com/office/drawing/2014/main" id="{EC690CE0-6590-475B-5C0C-C3B2ED04999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Rectangle 1081">
                  <a:extLst>
                    <a:ext uri="{FF2B5EF4-FFF2-40B4-BE49-F238E27FC236}">
                      <a16:creationId xmlns:a16="http://schemas.microsoft.com/office/drawing/2014/main" id="{9DD6BB84-E29C-D2E9-666E-DDC6EC62297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EAC0922C-B809-6644-63FA-24A967A7EC96}"/>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191E622B-2249-519D-9660-CC9B88B9FED5}"/>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53D5EA92-4419-4487-69F6-E2A0D8A319AD}"/>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2" name="Group 821">
                <a:extLst>
                  <a:ext uri="{FF2B5EF4-FFF2-40B4-BE49-F238E27FC236}">
                    <a16:creationId xmlns:a16="http://schemas.microsoft.com/office/drawing/2014/main" id="{2CE987DE-40EC-479C-6B03-B2C30654DD18}"/>
                  </a:ext>
                </a:extLst>
              </p:cNvPr>
              <p:cNvGrpSpPr/>
              <p:nvPr/>
            </p:nvGrpSpPr>
            <p:grpSpPr>
              <a:xfrm rot="10800000">
                <a:off x="7520118" y="4083499"/>
                <a:ext cx="3213534" cy="100423"/>
                <a:chOff x="1743959" y="2564091"/>
                <a:chExt cx="6334816" cy="197963"/>
              </a:xfrm>
              <a:solidFill>
                <a:schemeClr val="bg1"/>
              </a:solidFill>
            </p:grpSpPr>
            <p:sp>
              <p:nvSpPr>
                <p:cNvPr id="1022" name="Rectangle 1021">
                  <a:extLst>
                    <a:ext uri="{FF2B5EF4-FFF2-40B4-BE49-F238E27FC236}">
                      <a16:creationId xmlns:a16="http://schemas.microsoft.com/office/drawing/2014/main" id="{CEC4271E-BAB4-5BEF-E409-6B76C0F70BA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A4AAE326-5B6A-F886-2818-855210B92D2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ED67EC08-CD04-61CB-7920-90B584F722B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2F3177AD-8F70-4546-A25E-807FFB83B8D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B18160E2-33B0-7C01-366F-65A5C848E860}"/>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a16="http://schemas.microsoft.com/office/drawing/2014/main" id="{C32FDCA1-4A14-6279-B712-1B90AB2A613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86295A96-5335-2C68-EB7F-E17C2C35A76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D8C661C1-CFC7-0DEB-A84D-D5F9FEBE74A7}"/>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AFB95AC5-AB64-1952-3B91-520206506F2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1030">
                  <a:extLst>
                    <a:ext uri="{FF2B5EF4-FFF2-40B4-BE49-F238E27FC236}">
                      <a16:creationId xmlns:a16="http://schemas.microsoft.com/office/drawing/2014/main" id="{554E2BF5-7FD6-7E17-E646-8C913090B45D}"/>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8B9A3237-2272-E879-BF65-1F2ADB2D0181}"/>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AFECFBA-59C3-E575-C86B-97D5A652AE5E}"/>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52C75AEA-2A76-B31C-0EC2-AB7CE9FE3467}"/>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56C8D1E-1C0A-8DA2-CE3F-9220BC9E6330}"/>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98BFA531-B77D-031B-D441-931778E65EDB}"/>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C88BE655-460F-0A2C-23B1-01693B2924E1}"/>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7BFF9841-26D3-363B-AE7B-114E656A3112}"/>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EEBFE1C0-63E2-62A8-2BD8-05B039F41EA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E5D301C1-FC81-930C-198E-4708983D5BFE}"/>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2E47042-6D09-3E94-8EBB-DF96C8269ADD}"/>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8CD00C9F-198B-E908-EF23-7AAAA56D3F0B}"/>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85EB33DB-3AF2-025D-3536-52EA26779B2E}"/>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C9C94CDD-C0B1-CCD0-BCEF-25BFCDEE947D}"/>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0C26B461-069E-918C-A95C-26C9FFFED56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C80F937-1925-802C-7958-8DFE197B8E59}"/>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3936832A-095C-F24B-30FF-16EE2468712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9781E6B2-AE9E-20DB-4D3F-578EA565F5F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5F7226CC-DFCC-5AC5-9CDD-88965A59B098}"/>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CF97CFBF-FC13-444A-67C6-BDEB98D97B3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9365B3FF-B61E-BDC4-D906-9E10B80207F7}"/>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645F1CE6-13B7-06EC-4C9F-317ED99EE626}"/>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46C02302-3BF5-C4D0-E64B-145B5E57B89D}"/>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3" name="Group 822">
                <a:extLst>
                  <a:ext uri="{FF2B5EF4-FFF2-40B4-BE49-F238E27FC236}">
                    <a16:creationId xmlns:a16="http://schemas.microsoft.com/office/drawing/2014/main" id="{F14FF0F7-B1C8-B827-DDC2-D8AB1DFE36DC}"/>
                  </a:ext>
                </a:extLst>
              </p:cNvPr>
              <p:cNvGrpSpPr/>
              <p:nvPr/>
            </p:nvGrpSpPr>
            <p:grpSpPr>
              <a:xfrm rot="10800000">
                <a:off x="10432383" y="4238626"/>
                <a:ext cx="350300" cy="146008"/>
                <a:chOff x="1150032" y="5207038"/>
                <a:chExt cx="690543" cy="287825"/>
              </a:xfrm>
            </p:grpSpPr>
            <p:sp>
              <p:nvSpPr>
                <p:cNvPr id="1016" name="Rectangle 1015">
                  <a:extLst>
                    <a:ext uri="{FF2B5EF4-FFF2-40B4-BE49-F238E27FC236}">
                      <a16:creationId xmlns:a16="http://schemas.microsoft.com/office/drawing/2014/main" id="{181EA1C8-7875-77BE-D900-1A56C37908FA}"/>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CD33905A-E851-BAC1-4FE8-8C847ACBC5E3}"/>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14D7D65A-7F08-8894-F7E4-E9F06A3BA59B}"/>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1FB9AAA6-9F57-4BE1-90DC-14BFB86F9497}"/>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D2078655-8C64-70D4-9179-B544684F3803}"/>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595B11A2-18E5-40BF-FF32-618A250D77F0}"/>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4" name="Rectangle 823">
                <a:extLst>
                  <a:ext uri="{FF2B5EF4-FFF2-40B4-BE49-F238E27FC236}">
                    <a16:creationId xmlns:a16="http://schemas.microsoft.com/office/drawing/2014/main" id="{1BC7ABB6-F324-A5CE-97F2-681EA8F0348B}"/>
                  </a:ext>
                </a:extLst>
              </p:cNvPr>
              <p:cNvSpPr/>
              <p:nvPr/>
            </p:nvSpPr>
            <p:spPr>
              <a:xfrm rot="10800000">
                <a:off x="1038099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E44429A6-CA74-4DD3-BC77-B67FA1696B5A}"/>
                  </a:ext>
                </a:extLst>
              </p:cNvPr>
              <p:cNvSpPr/>
              <p:nvPr/>
            </p:nvSpPr>
            <p:spPr>
              <a:xfrm rot="10800000">
                <a:off x="1028056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FA789891-F6D0-3D62-5ECE-DA7E29F0C25B}"/>
                  </a:ext>
                </a:extLst>
              </p:cNvPr>
              <p:cNvSpPr/>
              <p:nvPr/>
            </p:nvSpPr>
            <p:spPr>
              <a:xfrm rot="10800000">
                <a:off x="1018014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70ADA212-9EB0-137C-95F6-84EC0500664E}"/>
                  </a:ext>
                </a:extLst>
              </p:cNvPr>
              <p:cNvSpPr/>
              <p:nvPr/>
            </p:nvSpPr>
            <p:spPr>
              <a:xfrm rot="10800000">
                <a:off x="1007972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8AB2EAB4-AD7E-CBB0-DF75-41F2CB528033}"/>
                  </a:ext>
                </a:extLst>
              </p:cNvPr>
              <p:cNvSpPr/>
              <p:nvPr/>
            </p:nvSpPr>
            <p:spPr>
              <a:xfrm rot="10800000">
                <a:off x="997929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2FE79156-0A40-EC1D-C29D-CB1DEA5ADCDF}"/>
                  </a:ext>
                </a:extLst>
              </p:cNvPr>
              <p:cNvSpPr/>
              <p:nvPr/>
            </p:nvSpPr>
            <p:spPr>
              <a:xfrm rot="10800000">
                <a:off x="987887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A1EB31FC-809C-BA7F-03DE-CD7A90233CEB}"/>
                  </a:ext>
                </a:extLst>
              </p:cNvPr>
              <p:cNvSpPr/>
              <p:nvPr/>
            </p:nvSpPr>
            <p:spPr>
              <a:xfrm rot="10800000">
                <a:off x="977845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6DC22BA2-8F81-7313-9DD4-2318B1B121B1}"/>
                  </a:ext>
                </a:extLst>
              </p:cNvPr>
              <p:cNvSpPr/>
              <p:nvPr/>
            </p:nvSpPr>
            <p:spPr>
              <a:xfrm rot="10800000">
                <a:off x="967803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F9140D92-2B4F-4A30-4751-3D0A78766C76}"/>
                  </a:ext>
                </a:extLst>
              </p:cNvPr>
              <p:cNvSpPr/>
              <p:nvPr/>
            </p:nvSpPr>
            <p:spPr>
              <a:xfrm rot="10800000">
                <a:off x="957760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ECBF111D-1842-01D7-7223-E899CAE99F5A}"/>
                  </a:ext>
                </a:extLst>
              </p:cNvPr>
              <p:cNvSpPr/>
              <p:nvPr/>
            </p:nvSpPr>
            <p:spPr>
              <a:xfrm rot="10800000">
                <a:off x="947718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1923A186-C528-A5A1-3710-AB5EC89A5304}"/>
                  </a:ext>
                </a:extLst>
              </p:cNvPr>
              <p:cNvSpPr/>
              <p:nvPr/>
            </p:nvSpPr>
            <p:spPr>
              <a:xfrm rot="10800000">
                <a:off x="937676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F5C56C6D-D6C2-6F1A-8015-CA1974A84B00}"/>
                  </a:ext>
                </a:extLst>
              </p:cNvPr>
              <p:cNvSpPr/>
              <p:nvPr/>
            </p:nvSpPr>
            <p:spPr>
              <a:xfrm rot="10800000">
                <a:off x="927633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B4AAD837-265F-E19B-27A1-AAA1445AFC89}"/>
                  </a:ext>
                </a:extLst>
              </p:cNvPr>
              <p:cNvSpPr/>
              <p:nvPr/>
            </p:nvSpPr>
            <p:spPr>
              <a:xfrm rot="10800000">
                <a:off x="917591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5AC28110-7C38-1AB2-C090-3C3F4684DC22}"/>
                  </a:ext>
                </a:extLst>
              </p:cNvPr>
              <p:cNvSpPr/>
              <p:nvPr/>
            </p:nvSpPr>
            <p:spPr>
              <a:xfrm rot="10800000">
                <a:off x="907549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A25F4F97-D2C7-BB07-E95A-B32F8892E1EE}"/>
                  </a:ext>
                </a:extLst>
              </p:cNvPr>
              <p:cNvSpPr/>
              <p:nvPr/>
            </p:nvSpPr>
            <p:spPr>
              <a:xfrm rot="10800000">
                <a:off x="897507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34DACDAD-41F6-5E36-5448-019995CDDF3B}"/>
                  </a:ext>
                </a:extLst>
              </p:cNvPr>
              <p:cNvSpPr/>
              <p:nvPr/>
            </p:nvSpPr>
            <p:spPr>
              <a:xfrm rot="10800000">
                <a:off x="887464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BFE14950-B03B-5EE9-2759-30661FF1AD60}"/>
                  </a:ext>
                </a:extLst>
              </p:cNvPr>
              <p:cNvSpPr/>
              <p:nvPr/>
            </p:nvSpPr>
            <p:spPr>
              <a:xfrm rot="10800000">
                <a:off x="877422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6BAB7650-3D50-2A45-A055-51B4DE7BD960}"/>
                  </a:ext>
                </a:extLst>
              </p:cNvPr>
              <p:cNvSpPr/>
              <p:nvPr/>
            </p:nvSpPr>
            <p:spPr>
              <a:xfrm rot="10800000">
                <a:off x="867380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77995E76-A748-137F-337B-B680C75A4121}"/>
                  </a:ext>
                </a:extLst>
              </p:cNvPr>
              <p:cNvSpPr/>
              <p:nvPr/>
            </p:nvSpPr>
            <p:spPr>
              <a:xfrm rot="10800000">
                <a:off x="857337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DE5D9C6F-1E9A-365F-7993-D8B9EA48377E}"/>
                  </a:ext>
                </a:extLst>
              </p:cNvPr>
              <p:cNvSpPr/>
              <p:nvPr/>
            </p:nvSpPr>
            <p:spPr>
              <a:xfrm rot="10800000">
                <a:off x="847295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65ECF7AD-3FB4-6ABF-945D-4132508E34BA}"/>
                  </a:ext>
                </a:extLst>
              </p:cNvPr>
              <p:cNvSpPr/>
              <p:nvPr/>
            </p:nvSpPr>
            <p:spPr>
              <a:xfrm rot="10800000">
                <a:off x="837253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086CD21C-361D-E973-3FD0-B904752CE34C}"/>
                  </a:ext>
                </a:extLst>
              </p:cNvPr>
              <p:cNvSpPr/>
              <p:nvPr/>
            </p:nvSpPr>
            <p:spPr>
              <a:xfrm rot="10800000">
                <a:off x="827210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0320EDFD-FA79-041F-830C-00C49E3156C4}"/>
                  </a:ext>
                </a:extLst>
              </p:cNvPr>
              <p:cNvSpPr/>
              <p:nvPr/>
            </p:nvSpPr>
            <p:spPr>
              <a:xfrm rot="10800000">
                <a:off x="817168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AE989C65-5CFE-D74D-FE74-CB4418552B7D}"/>
                  </a:ext>
                </a:extLst>
              </p:cNvPr>
              <p:cNvSpPr/>
              <p:nvPr/>
            </p:nvSpPr>
            <p:spPr>
              <a:xfrm rot="10800000">
                <a:off x="807126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9ADF94B8-15A5-CED0-3F1E-90EA552A118E}"/>
                  </a:ext>
                </a:extLst>
              </p:cNvPr>
              <p:cNvSpPr/>
              <p:nvPr/>
            </p:nvSpPr>
            <p:spPr>
              <a:xfrm rot="10800000">
                <a:off x="797084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42627F54-7D38-01B5-36F2-F1BF0312054C}"/>
                  </a:ext>
                </a:extLst>
              </p:cNvPr>
              <p:cNvSpPr/>
              <p:nvPr/>
            </p:nvSpPr>
            <p:spPr>
              <a:xfrm rot="10800000">
                <a:off x="787041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59EF11A3-35BD-804F-246E-4961C3EF9385}"/>
                  </a:ext>
                </a:extLst>
              </p:cNvPr>
              <p:cNvSpPr/>
              <p:nvPr/>
            </p:nvSpPr>
            <p:spPr>
              <a:xfrm rot="10800000">
                <a:off x="776999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C96F80EA-6554-EE05-C551-C5F885E9CCF7}"/>
                  </a:ext>
                </a:extLst>
              </p:cNvPr>
              <p:cNvSpPr/>
              <p:nvPr/>
            </p:nvSpPr>
            <p:spPr>
              <a:xfrm rot="10800000">
                <a:off x="766957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Rectangle 851">
                <a:extLst>
                  <a:ext uri="{FF2B5EF4-FFF2-40B4-BE49-F238E27FC236}">
                    <a16:creationId xmlns:a16="http://schemas.microsoft.com/office/drawing/2014/main" id="{F463107E-2149-9A38-5DDD-3F662089567C}"/>
                  </a:ext>
                </a:extLst>
              </p:cNvPr>
              <p:cNvSpPr/>
              <p:nvPr/>
            </p:nvSpPr>
            <p:spPr>
              <a:xfrm rot="10800000">
                <a:off x="756914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3" name="Group 852">
                <a:extLst>
                  <a:ext uri="{FF2B5EF4-FFF2-40B4-BE49-F238E27FC236}">
                    <a16:creationId xmlns:a16="http://schemas.microsoft.com/office/drawing/2014/main" id="{826C372D-37DD-5C7C-3891-AEF5A8F1A2E6}"/>
                  </a:ext>
                </a:extLst>
              </p:cNvPr>
              <p:cNvGrpSpPr/>
              <p:nvPr/>
            </p:nvGrpSpPr>
            <p:grpSpPr>
              <a:xfrm rot="10800000">
                <a:off x="7569149" y="4138336"/>
                <a:ext cx="3213534" cy="100423"/>
                <a:chOff x="1743959" y="2564091"/>
                <a:chExt cx="6334816" cy="197963"/>
              </a:xfrm>
              <a:solidFill>
                <a:schemeClr val="bg1"/>
              </a:solidFill>
            </p:grpSpPr>
            <p:sp>
              <p:nvSpPr>
                <p:cNvPr id="984" name="Rectangle 983">
                  <a:extLst>
                    <a:ext uri="{FF2B5EF4-FFF2-40B4-BE49-F238E27FC236}">
                      <a16:creationId xmlns:a16="http://schemas.microsoft.com/office/drawing/2014/main" id="{2C22D06E-8ECE-65DF-0349-EEC1E1085806}"/>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2D4904A7-1FFA-1A0F-4874-C1CF353E00CD}"/>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Rectangle 985">
                  <a:extLst>
                    <a:ext uri="{FF2B5EF4-FFF2-40B4-BE49-F238E27FC236}">
                      <a16:creationId xmlns:a16="http://schemas.microsoft.com/office/drawing/2014/main" id="{797D6C67-3F3C-C074-BC16-CAB0A66E5AF6}"/>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Rectangle 986">
                  <a:extLst>
                    <a:ext uri="{FF2B5EF4-FFF2-40B4-BE49-F238E27FC236}">
                      <a16:creationId xmlns:a16="http://schemas.microsoft.com/office/drawing/2014/main" id="{5AF9DA82-B4EC-DFA4-1619-F76CDABA056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Rectangle 987">
                  <a:extLst>
                    <a:ext uri="{FF2B5EF4-FFF2-40B4-BE49-F238E27FC236}">
                      <a16:creationId xmlns:a16="http://schemas.microsoft.com/office/drawing/2014/main" id="{2A9D7C9C-8283-3CC9-5051-407C8586428A}"/>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Rectangle 988">
                  <a:extLst>
                    <a:ext uri="{FF2B5EF4-FFF2-40B4-BE49-F238E27FC236}">
                      <a16:creationId xmlns:a16="http://schemas.microsoft.com/office/drawing/2014/main" id="{052B5E4B-4505-1A44-03CF-BEB94045000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Rectangle 989">
                  <a:extLst>
                    <a:ext uri="{FF2B5EF4-FFF2-40B4-BE49-F238E27FC236}">
                      <a16:creationId xmlns:a16="http://schemas.microsoft.com/office/drawing/2014/main" id="{07C98CAE-C919-707E-E9CC-041A7B1BE06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Rectangle 990">
                  <a:extLst>
                    <a:ext uri="{FF2B5EF4-FFF2-40B4-BE49-F238E27FC236}">
                      <a16:creationId xmlns:a16="http://schemas.microsoft.com/office/drawing/2014/main" id="{A5887251-0980-954D-4809-8E5FC668800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Rectangle 991">
                  <a:extLst>
                    <a:ext uri="{FF2B5EF4-FFF2-40B4-BE49-F238E27FC236}">
                      <a16:creationId xmlns:a16="http://schemas.microsoft.com/office/drawing/2014/main" id="{9876BE4D-9CF6-043F-D598-FA6E3432F1E9}"/>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Rectangle 992">
                  <a:extLst>
                    <a:ext uri="{FF2B5EF4-FFF2-40B4-BE49-F238E27FC236}">
                      <a16:creationId xmlns:a16="http://schemas.microsoft.com/office/drawing/2014/main" id="{9EB7663A-AE9B-8D47-8860-4BBC91BDE09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Rectangle 993">
                  <a:extLst>
                    <a:ext uri="{FF2B5EF4-FFF2-40B4-BE49-F238E27FC236}">
                      <a16:creationId xmlns:a16="http://schemas.microsoft.com/office/drawing/2014/main" id="{8B41E924-5433-1BBC-E23D-75ED50E1C34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Rectangle 994">
                  <a:extLst>
                    <a:ext uri="{FF2B5EF4-FFF2-40B4-BE49-F238E27FC236}">
                      <a16:creationId xmlns:a16="http://schemas.microsoft.com/office/drawing/2014/main" id="{0F09830A-6C52-1BCE-1939-B2A55BBCB52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Rectangle 995">
                  <a:extLst>
                    <a:ext uri="{FF2B5EF4-FFF2-40B4-BE49-F238E27FC236}">
                      <a16:creationId xmlns:a16="http://schemas.microsoft.com/office/drawing/2014/main" id="{3AF91EF0-A43C-6C65-513F-9067497CF50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Rectangle 996">
                  <a:extLst>
                    <a:ext uri="{FF2B5EF4-FFF2-40B4-BE49-F238E27FC236}">
                      <a16:creationId xmlns:a16="http://schemas.microsoft.com/office/drawing/2014/main" id="{7D8624CF-8CC4-F10A-F10B-C3C1826DC86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Rectangle 997">
                  <a:extLst>
                    <a:ext uri="{FF2B5EF4-FFF2-40B4-BE49-F238E27FC236}">
                      <a16:creationId xmlns:a16="http://schemas.microsoft.com/office/drawing/2014/main" id="{991F3263-DF4D-A91A-223F-FB12683ADE0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7604AEC2-FE2D-F902-2094-50294CA89B59}"/>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Rectangle 999">
                  <a:extLst>
                    <a:ext uri="{FF2B5EF4-FFF2-40B4-BE49-F238E27FC236}">
                      <a16:creationId xmlns:a16="http://schemas.microsoft.com/office/drawing/2014/main" id="{25FA3084-9E5E-F9A4-3056-003A97BE484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Rectangle 1000">
                  <a:extLst>
                    <a:ext uri="{FF2B5EF4-FFF2-40B4-BE49-F238E27FC236}">
                      <a16:creationId xmlns:a16="http://schemas.microsoft.com/office/drawing/2014/main" id="{4283E734-3426-E05A-623C-E77C52580B8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Rectangle 1001">
                  <a:extLst>
                    <a:ext uri="{FF2B5EF4-FFF2-40B4-BE49-F238E27FC236}">
                      <a16:creationId xmlns:a16="http://schemas.microsoft.com/office/drawing/2014/main" id="{E29BAB4E-6EA9-EC34-E95A-70A8BFC4BA5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 name="Rectangle 1002">
                  <a:extLst>
                    <a:ext uri="{FF2B5EF4-FFF2-40B4-BE49-F238E27FC236}">
                      <a16:creationId xmlns:a16="http://schemas.microsoft.com/office/drawing/2014/main" id="{27B028C3-95DE-9EF4-E68E-AAA5F3FEC962}"/>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Rectangle 1003">
                  <a:extLst>
                    <a:ext uri="{FF2B5EF4-FFF2-40B4-BE49-F238E27FC236}">
                      <a16:creationId xmlns:a16="http://schemas.microsoft.com/office/drawing/2014/main" id="{75A7DEDA-600B-6BCB-0180-A29310853271}"/>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Rectangle 1004">
                  <a:extLst>
                    <a:ext uri="{FF2B5EF4-FFF2-40B4-BE49-F238E27FC236}">
                      <a16:creationId xmlns:a16="http://schemas.microsoft.com/office/drawing/2014/main" id="{C51D1D2C-C5D0-383D-DA20-F210FAA6B5D9}"/>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Rectangle 1005">
                  <a:extLst>
                    <a:ext uri="{FF2B5EF4-FFF2-40B4-BE49-F238E27FC236}">
                      <a16:creationId xmlns:a16="http://schemas.microsoft.com/office/drawing/2014/main" id="{D3F4AFE2-B09D-76C7-567A-494C5421CD1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Rectangle 1006">
                  <a:extLst>
                    <a:ext uri="{FF2B5EF4-FFF2-40B4-BE49-F238E27FC236}">
                      <a16:creationId xmlns:a16="http://schemas.microsoft.com/office/drawing/2014/main" id="{2BAC3675-E3A7-6DA3-3518-80686D954CC4}"/>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Rectangle 1007">
                  <a:extLst>
                    <a:ext uri="{FF2B5EF4-FFF2-40B4-BE49-F238E27FC236}">
                      <a16:creationId xmlns:a16="http://schemas.microsoft.com/office/drawing/2014/main" id="{30A7E06A-50C6-C35D-F008-B8E885988A2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8C42678D-806F-23F3-B10F-B4CAB060A7C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9E63DE19-CF22-039E-F5C8-E3ABD591C5CF}"/>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F400A9E7-57B8-0159-6FB9-7B7931EA3C94}"/>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27A22230-CFE4-8902-F4B7-6F00AC768199}"/>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80CC7EB1-CA12-94A6-5622-C848D4C474CF}"/>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27DF48C4-1B74-E5FE-6AD0-800C7567AB70}"/>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8D42D557-913D-B002-B6AF-AF5CE7D139FE}"/>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98DE7485-2F1C-EC9C-1743-5C0FDE0D553C}"/>
                  </a:ext>
                </a:extLst>
              </p:cNvPr>
              <p:cNvGrpSpPr/>
              <p:nvPr/>
            </p:nvGrpSpPr>
            <p:grpSpPr>
              <a:xfrm rot="10800000">
                <a:off x="7569149" y="4037914"/>
                <a:ext cx="3213534" cy="100423"/>
                <a:chOff x="1743959" y="2564091"/>
                <a:chExt cx="6334816" cy="197963"/>
              </a:xfrm>
              <a:solidFill>
                <a:schemeClr val="bg1"/>
              </a:solidFill>
            </p:grpSpPr>
            <p:sp>
              <p:nvSpPr>
                <p:cNvPr id="952" name="Rectangle 951">
                  <a:extLst>
                    <a:ext uri="{FF2B5EF4-FFF2-40B4-BE49-F238E27FC236}">
                      <a16:creationId xmlns:a16="http://schemas.microsoft.com/office/drawing/2014/main" id="{C2FF4AC3-3BBD-8CD7-D54D-B478215A857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Rectangle 952">
                  <a:extLst>
                    <a:ext uri="{FF2B5EF4-FFF2-40B4-BE49-F238E27FC236}">
                      <a16:creationId xmlns:a16="http://schemas.microsoft.com/office/drawing/2014/main" id="{7A136EBF-CB06-3A10-AC91-540AFEBB4CE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02CC662F-A708-3489-7DCA-C72D72D3AA90}"/>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Rectangle 954">
                  <a:extLst>
                    <a:ext uri="{FF2B5EF4-FFF2-40B4-BE49-F238E27FC236}">
                      <a16:creationId xmlns:a16="http://schemas.microsoft.com/office/drawing/2014/main" id="{B73BA1F6-9FAE-D148-100C-88F7DDD0CA4A}"/>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Rectangle 955">
                  <a:extLst>
                    <a:ext uri="{FF2B5EF4-FFF2-40B4-BE49-F238E27FC236}">
                      <a16:creationId xmlns:a16="http://schemas.microsoft.com/office/drawing/2014/main" id="{13E31AA9-C36F-01BA-D17C-70085CC5B221}"/>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Rectangle 956">
                  <a:extLst>
                    <a:ext uri="{FF2B5EF4-FFF2-40B4-BE49-F238E27FC236}">
                      <a16:creationId xmlns:a16="http://schemas.microsoft.com/office/drawing/2014/main" id="{66277BEC-5505-0FA3-4DE9-40FC73EB3F49}"/>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Rectangle 957">
                  <a:extLst>
                    <a:ext uri="{FF2B5EF4-FFF2-40B4-BE49-F238E27FC236}">
                      <a16:creationId xmlns:a16="http://schemas.microsoft.com/office/drawing/2014/main" id="{CB97DF20-36B6-450A-752A-07077D58BAB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9" name="Rectangle 958">
                  <a:extLst>
                    <a:ext uri="{FF2B5EF4-FFF2-40B4-BE49-F238E27FC236}">
                      <a16:creationId xmlns:a16="http://schemas.microsoft.com/office/drawing/2014/main" id="{86ABFBD7-5D55-0443-E892-2FB5A942177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Rectangle 959">
                  <a:extLst>
                    <a:ext uri="{FF2B5EF4-FFF2-40B4-BE49-F238E27FC236}">
                      <a16:creationId xmlns:a16="http://schemas.microsoft.com/office/drawing/2014/main" id="{AA2972FF-F008-8BE5-0BC3-2697843F771F}"/>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Rectangle 960">
                  <a:extLst>
                    <a:ext uri="{FF2B5EF4-FFF2-40B4-BE49-F238E27FC236}">
                      <a16:creationId xmlns:a16="http://schemas.microsoft.com/office/drawing/2014/main" id="{E5EE4E6E-B246-7827-82D7-B2ED8611169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Rectangle 961">
                  <a:extLst>
                    <a:ext uri="{FF2B5EF4-FFF2-40B4-BE49-F238E27FC236}">
                      <a16:creationId xmlns:a16="http://schemas.microsoft.com/office/drawing/2014/main" id="{B119A83C-C59D-C9CA-AD41-D4CC44ACF14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Rectangle 962">
                  <a:extLst>
                    <a:ext uri="{FF2B5EF4-FFF2-40B4-BE49-F238E27FC236}">
                      <a16:creationId xmlns:a16="http://schemas.microsoft.com/office/drawing/2014/main" id="{58CBA5DB-F9AC-FAED-B6F6-1CF77C894CBA}"/>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Rectangle 963">
                  <a:extLst>
                    <a:ext uri="{FF2B5EF4-FFF2-40B4-BE49-F238E27FC236}">
                      <a16:creationId xmlns:a16="http://schemas.microsoft.com/office/drawing/2014/main" id="{FE0BD8FF-D365-E105-C290-2DEF9833A206}"/>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Rectangle 964">
                  <a:extLst>
                    <a:ext uri="{FF2B5EF4-FFF2-40B4-BE49-F238E27FC236}">
                      <a16:creationId xmlns:a16="http://schemas.microsoft.com/office/drawing/2014/main" id="{2D4F916D-5B19-C5FF-D776-2BF8800BBF9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Rectangle 965">
                  <a:extLst>
                    <a:ext uri="{FF2B5EF4-FFF2-40B4-BE49-F238E27FC236}">
                      <a16:creationId xmlns:a16="http://schemas.microsoft.com/office/drawing/2014/main" id="{F7DF688D-2EBC-B4E7-723C-8FDD67537C3B}"/>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DDC0B899-58A3-3B4D-5C33-165845AD9A77}"/>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F3C1896E-48E2-C2F5-CB49-0738BDBE1AB3}"/>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40F82CB0-96EF-55EE-A2BE-AF323B70FF09}"/>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F959E03C-2FE0-34C1-8F93-25D90ADDBC2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DC2E2B0B-20A0-E6F7-C685-56D5708742B4}"/>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Rectangle 971">
                  <a:extLst>
                    <a:ext uri="{FF2B5EF4-FFF2-40B4-BE49-F238E27FC236}">
                      <a16:creationId xmlns:a16="http://schemas.microsoft.com/office/drawing/2014/main" id="{9709B089-830F-32A6-2E48-0EFB59C46F9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Rectangle 972">
                  <a:extLst>
                    <a:ext uri="{FF2B5EF4-FFF2-40B4-BE49-F238E27FC236}">
                      <a16:creationId xmlns:a16="http://schemas.microsoft.com/office/drawing/2014/main" id="{D25B2D3B-B34D-E800-FB1E-A4348317F8F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Rectangle 973">
                  <a:extLst>
                    <a:ext uri="{FF2B5EF4-FFF2-40B4-BE49-F238E27FC236}">
                      <a16:creationId xmlns:a16="http://schemas.microsoft.com/office/drawing/2014/main" id="{7F87AEA8-5A13-E2CE-4CE8-FD28C67E5C67}"/>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5" name="Rectangle 974">
                  <a:extLst>
                    <a:ext uri="{FF2B5EF4-FFF2-40B4-BE49-F238E27FC236}">
                      <a16:creationId xmlns:a16="http://schemas.microsoft.com/office/drawing/2014/main" id="{87737E14-43F0-007E-EDE7-243C430B70FD}"/>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Rectangle 975">
                  <a:extLst>
                    <a:ext uri="{FF2B5EF4-FFF2-40B4-BE49-F238E27FC236}">
                      <a16:creationId xmlns:a16="http://schemas.microsoft.com/office/drawing/2014/main" id="{2523E381-8F3D-26A1-8DA9-FB1ACB86BA9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Rectangle 976">
                  <a:extLst>
                    <a:ext uri="{FF2B5EF4-FFF2-40B4-BE49-F238E27FC236}">
                      <a16:creationId xmlns:a16="http://schemas.microsoft.com/office/drawing/2014/main" id="{243B24E2-7EC3-CE9D-F356-3DFD8EA53687}"/>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Rectangle 977">
                  <a:extLst>
                    <a:ext uri="{FF2B5EF4-FFF2-40B4-BE49-F238E27FC236}">
                      <a16:creationId xmlns:a16="http://schemas.microsoft.com/office/drawing/2014/main" id="{71DB52A6-37FF-B28D-ACE1-51AF767AA937}"/>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Rectangle 978">
                  <a:extLst>
                    <a:ext uri="{FF2B5EF4-FFF2-40B4-BE49-F238E27FC236}">
                      <a16:creationId xmlns:a16="http://schemas.microsoft.com/office/drawing/2014/main" id="{F0E3BB3A-E5A3-CF82-6D52-0EBB33B24E8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Rectangle 979">
                  <a:extLst>
                    <a:ext uri="{FF2B5EF4-FFF2-40B4-BE49-F238E27FC236}">
                      <a16:creationId xmlns:a16="http://schemas.microsoft.com/office/drawing/2014/main" id="{88EB340F-8477-8A29-7D24-A442263075D8}"/>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Rectangle 980">
                  <a:extLst>
                    <a:ext uri="{FF2B5EF4-FFF2-40B4-BE49-F238E27FC236}">
                      <a16:creationId xmlns:a16="http://schemas.microsoft.com/office/drawing/2014/main" id="{F407E52D-5287-9B2C-BD52-1EC6D7969D23}"/>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73C18E38-A880-81A0-10A9-59991577333A}"/>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Rectangle 982">
                  <a:extLst>
                    <a:ext uri="{FF2B5EF4-FFF2-40B4-BE49-F238E27FC236}">
                      <a16:creationId xmlns:a16="http://schemas.microsoft.com/office/drawing/2014/main" id="{94E32EF0-F7E3-BBF1-9182-53816D413AC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5" name="Rectangle 854">
                <a:extLst>
                  <a:ext uri="{FF2B5EF4-FFF2-40B4-BE49-F238E27FC236}">
                    <a16:creationId xmlns:a16="http://schemas.microsoft.com/office/drawing/2014/main" id="{EC6402CA-53D8-1120-B509-6FE0FEA99854}"/>
                  </a:ext>
                </a:extLst>
              </p:cNvPr>
              <p:cNvSpPr/>
              <p:nvPr/>
            </p:nvSpPr>
            <p:spPr>
              <a:xfrm rot="10800000">
                <a:off x="1043118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Rectangle 855">
                <a:extLst>
                  <a:ext uri="{FF2B5EF4-FFF2-40B4-BE49-F238E27FC236}">
                    <a16:creationId xmlns:a16="http://schemas.microsoft.com/office/drawing/2014/main" id="{EAEC11D3-14F6-3F14-2AD7-003A4A4ECE6D}"/>
                  </a:ext>
                </a:extLst>
              </p:cNvPr>
              <p:cNvSpPr/>
              <p:nvPr/>
            </p:nvSpPr>
            <p:spPr>
              <a:xfrm rot="10800000">
                <a:off x="1033076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01544F9B-AACE-F3EE-ACBE-772202097445}"/>
                  </a:ext>
                </a:extLst>
              </p:cNvPr>
              <p:cNvSpPr/>
              <p:nvPr/>
            </p:nvSpPr>
            <p:spPr>
              <a:xfrm rot="10800000">
                <a:off x="1023033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59ED8BA1-D8E9-922A-1BC1-2BAD5042E2E2}"/>
                  </a:ext>
                </a:extLst>
              </p:cNvPr>
              <p:cNvSpPr/>
              <p:nvPr/>
            </p:nvSpPr>
            <p:spPr>
              <a:xfrm rot="10800000">
                <a:off x="1012991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8516CFAC-D479-FFA5-4289-F5D042660AC9}"/>
                  </a:ext>
                </a:extLst>
              </p:cNvPr>
              <p:cNvSpPr/>
              <p:nvPr/>
            </p:nvSpPr>
            <p:spPr>
              <a:xfrm rot="10800000">
                <a:off x="1002949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52C9B69C-07D4-20B7-163F-2F7050092D79}"/>
                  </a:ext>
                </a:extLst>
              </p:cNvPr>
              <p:cNvSpPr/>
              <p:nvPr/>
            </p:nvSpPr>
            <p:spPr>
              <a:xfrm rot="10800000">
                <a:off x="992906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A09E959B-5CAD-B782-5FF2-53D111F42EE0}"/>
                  </a:ext>
                </a:extLst>
              </p:cNvPr>
              <p:cNvSpPr/>
              <p:nvPr/>
            </p:nvSpPr>
            <p:spPr>
              <a:xfrm rot="10800000">
                <a:off x="982864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E4A47ACF-2FFC-A90B-D0FD-0AA601DFEADA}"/>
                  </a:ext>
                </a:extLst>
              </p:cNvPr>
              <p:cNvSpPr/>
              <p:nvPr/>
            </p:nvSpPr>
            <p:spPr>
              <a:xfrm rot="10800000">
                <a:off x="972822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0BB9A034-0B84-87DA-6146-4F17B7DC3164}"/>
                  </a:ext>
                </a:extLst>
              </p:cNvPr>
              <p:cNvSpPr/>
              <p:nvPr/>
            </p:nvSpPr>
            <p:spPr>
              <a:xfrm rot="10800000">
                <a:off x="962780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BDD75D0E-9076-28CE-F977-C87201AEFF99}"/>
                  </a:ext>
                </a:extLst>
              </p:cNvPr>
              <p:cNvSpPr/>
              <p:nvPr/>
            </p:nvSpPr>
            <p:spPr>
              <a:xfrm rot="10800000">
                <a:off x="952737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Rectangle 864">
                <a:extLst>
                  <a:ext uri="{FF2B5EF4-FFF2-40B4-BE49-F238E27FC236}">
                    <a16:creationId xmlns:a16="http://schemas.microsoft.com/office/drawing/2014/main" id="{A03C749A-8A8C-ED60-4AF7-805E00739FE6}"/>
                  </a:ext>
                </a:extLst>
              </p:cNvPr>
              <p:cNvSpPr/>
              <p:nvPr/>
            </p:nvSpPr>
            <p:spPr>
              <a:xfrm rot="10800000">
                <a:off x="942695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C3216D14-FC42-438E-2192-461CC1908DBC}"/>
                  </a:ext>
                </a:extLst>
              </p:cNvPr>
              <p:cNvSpPr/>
              <p:nvPr/>
            </p:nvSpPr>
            <p:spPr>
              <a:xfrm rot="10800000">
                <a:off x="932653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BF78412B-6435-FC9E-2576-3D0C1A485BD3}"/>
                  </a:ext>
                </a:extLst>
              </p:cNvPr>
              <p:cNvSpPr/>
              <p:nvPr/>
            </p:nvSpPr>
            <p:spPr>
              <a:xfrm rot="10800000">
                <a:off x="922610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E44CF505-5EB5-8B3E-2C57-FA9B2DE03405}"/>
                  </a:ext>
                </a:extLst>
              </p:cNvPr>
              <p:cNvSpPr/>
              <p:nvPr/>
            </p:nvSpPr>
            <p:spPr>
              <a:xfrm rot="10800000">
                <a:off x="912568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916A449B-4B1A-A938-F996-D4024E6C5AB4}"/>
                  </a:ext>
                </a:extLst>
              </p:cNvPr>
              <p:cNvSpPr/>
              <p:nvPr/>
            </p:nvSpPr>
            <p:spPr>
              <a:xfrm rot="10800000">
                <a:off x="902526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EE8AFF32-D12F-0A66-F808-3DE39EFE488D}"/>
                  </a:ext>
                </a:extLst>
              </p:cNvPr>
              <p:cNvSpPr/>
              <p:nvPr/>
            </p:nvSpPr>
            <p:spPr>
              <a:xfrm rot="10800000">
                <a:off x="892483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C3F7609C-E38E-074F-A564-0BB5C16ABB85}"/>
                  </a:ext>
                </a:extLst>
              </p:cNvPr>
              <p:cNvSpPr/>
              <p:nvPr/>
            </p:nvSpPr>
            <p:spPr>
              <a:xfrm rot="10800000">
                <a:off x="882441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527044A9-462A-ADB8-D6A8-A5248DFF49FA}"/>
                  </a:ext>
                </a:extLst>
              </p:cNvPr>
              <p:cNvSpPr/>
              <p:nvPr/>
            </p:nvSpPr>
            <p:spPr>
              <a:xfrm rot="10800000">
                <a:off x="872399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5D81AC2E-1522-F160-7ECA-5C259F9CCE15}"/>
                  </a:ext>
                </a:extLst>
              </p:cNvPr>
              <p:cNvSpPr/>
              <p:nvPr/>
            </p:nvSpPr>
            <p:spPr>
              <a:xfrm rot="10800000">
                <a:off x="862357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Rectangle 873">
                <a:extLst>
                  <a:ext uri="{FF2B5EF4-FFF2-40B4-BE49-F238E27FC236}">
                    <a16:creationId xmlns:a16="http://schemas.microsoft.com/office/drawing/2014/main" id="{F5194126-CCE2-A420-DA71-FE5ADBD8F764}"/>
                  </a:ext>
                </a:extLst>
              </p:cNvPr>
              <p:cNvSpPr/>
              <p:nvPr/>
            </p:nvSpPr>
            <p:spPr>
              <a:xfrm rot="10800000">
                <a:off x="852314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D33A3F17-CC0F-39E4-1EA3-5077583EEDF5}"/>
                  </a:ext>
                </a:extLst>
              </p:cNvPr>
              <p:cNvSpPr/>
              <p:nvPr/>
            </p:nvSpPr>
            <p:spPr>
              <a:xfrm rot="10800000">
                <a:off x="842272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A196A9EF-DADF-BF14-F60C-CAFBC483D406}"/>
                  </a:ext>
                </a:extLst>
              </p:cNvPr>
              <p:cNvSpPr/>
              <p:nvPr/>
            </p:nvSpPr>
            <p:spPr>
              <a:xfrm rot="10800000">
                <a:off x="832230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B0F562E4-994F-7E97-B3F3-9945EC62685D}"/>
                  </a:ext>
                </a:extLst>
              </p:cNvPr>
              <p:cNvSpPr/>
              <p:nvPr/>
            </p:nvSpPr>
            <p:spPr>
              <a:xfrm rot="10800000">
                <a:off x="822187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52B678A3-DC02-330E-A2C2-7DC8ACC08310}"/>
                  </a:ext>
                </a:extLst>
              </p:cNvPr>
              <p:cNvSpPr/>
              <p:nvPr/>
            </p:nvSpPr>
            <p:spPr>
              <a:xfrm rot="10800000">
                <a:off x="812145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BCEEAD2A-D328-EF13-F810-37C57B6540FC}"/>
                  </a:ext>
                </a:extLst>
              </p:cNvPr>
              <p:cNvSpPr/>
              <p:nvPr/>
            </p:nvSpPr>
            <p:spPr>
              <a:xfrm rot="10800000">
                <a:off x="802103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8917F93E-1787-5D4E-1A88-BC0DDF4EFBEE}"/>
                  </a:ext>
                </a:extLst>
              </p:cNvPr>
              <p:cNvSpPr/>
              <p:nvPr/>
            </p:nvSpPr>
            <p:spPr>
              <a:xfrm rot="10800000">
                <a:off x="792061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61D9F518-EFCB-7C82-12BF-45B0F0737861}"/>
                  </a:ext>
                </a:extLst>
              </p:cNvPr>
              <p:cNvSpPr/>
              <p:nvPr/>
            </p:nvSpPr>
            <p:spPr>
              <a:xfrm rot="10800000">
                <a:off x="782018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CE296C23-9236-4188-2933-32D9DF88F5FE}"/>
                  </a:ext>
                </a:extLst>
              </p:cNvPr>
              <p:cNvSpPr/>
              <p:nvPr/>
            </p:nvSpPr>
            <p:spPr>
              <a:xfrm rot="10800000">
                <a:off x="771976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C9693974-AC74-801F-C609-8A3B44FF3671}"/>
                  </a:ext>
                </a:extLst>
              </p:cNvPr>
              <p:cNvSpPr/>
              <p:nvPr/>
            </p:nvSpPr>
            <p:spPr>
              <a:xfrm rot="10800000">
                <a:off x="761934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DF765439-AF43-6118-7A6A-101535B71235}"/>
                  </a:ext>
                </a:extLst>
              </p:cNvPr>
              <p:cNvSpPr/>
              <p:nvPr/>
            </p:nvSpPr>
            <p:spPr>
              <a:xfrm rot="10800000">
                <a:off x="1043118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8F2BF3C2-FF65-2B29-16BF-865EFEEFC5BB}"/>
                  </a:ext>
                </a:extLst>
              </p:cNvPr>
              <p:cNvSpPr/>
              <p:nvPr/>
            </p:nvSpPr>
            <p:spPr>
              <a:xfrm rot="10800000">
                <a:off x="1033076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D1E98087-1391-E6B0-5177-DDFB10DDE353}"/>
                  </a:ext>
                </a:extLst>
              </p:cNvPr>
              <p:cNvSpPr/>
              <p:nvPr/>
            </p:nvSpPr>
            <p:spPr>
              <a:xfrm rot="10800000">
                <a:off x="1023033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A2EB8CB7-0549-CCCD-2F1E-05FB95D3E3B8}"/>
                  </a:ext>
                </a:extLst>
              </p:cNvPr>
              <p:cNvSpPr/>
              <p:nvPr/>
            </p:nvSpPr>
            <p:spPr>
              <a:xfrm rot="10800000">
                <a:off x="1012991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2E5376B0-0003-4C44-3D65-E0B795A299D2}"/>
                  </a:ext>
                </a:extLst>
              </p:cNvPr>
              <p:cNvSpPr/>
              <p:nvPr/>
            </p:nvSpPr>
            <p:spPr>
              <a:xfrm rot="10800000">
                <a:off x="1002949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B371B841-C15C-CCA2-4D94-65E2A109DEA3}"/>
                  </a:ext>
                </a:extLst>
              </p:cNvPr>
              <p:cNvSpPr/>
              <p:nvPr/>
            </p:nvSpPr>
            <p:spPr>
              <a:xfrm rot="10800000">
                <a:off x="992906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876D75DA-D18C-AE29-F9B9-7E207D20D5B1}"/>
                  </a:ext>
                </a:extLst>
              </p:cNvPr>
              <p:cNvSpPr/>
              <p:nvPr/>
            </p:nvSpPr>
            <p:spPr>
              <a:xfrm rot="10800000">
                <a:off x="982864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214ED317-7B60-672F-3EC8-4844A1679F01}"/>
                  </a:ext>
                </a:extLst>
              </p:cNvPr>
              <p:cNvSpPr/>
              <p:nvPr/>
            </p:nvSpPr>
            <p:spPr>
              <a:xfrm rot="10800000">
                <a:off x="972822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E082E060-4E9B-519D-C2AB-50ABF2C055FB}"/>
                  </a:ext>
                </a:extLst>
              </p:cNvPr>
              <p:cNvSpPr/>
              <p:nvPr/>
            </p:nvSpPr>
            <p:spPr>
              <a:xfrm rot="10800000">
                <a:off x="962780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5E9F907B-2730-89D3-6E71-D474C66C1291}"/>
                  </a:ext>
                </a:extLst>
              </p:cNvPr>
              <p:cNvSpPr/>
              <p:nvPr/>
            </p:nvSpPr>
            <p:spPr>
              <a:xfrm rot="10800000">
                <a:off x="952737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FBC2C72C-6D07-B356-9515-00DD657B02F7}"/>
                  </a:ext>
                </a:extLst>
              </p:cNvPr>
              <p:cNvSpPr/>
              <p:nvPr/>
            </p:nvSpPr>
            <p:spPr>
              <a:xfrm rot="10800000">
                <a:off x="942695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EC2071AF-4E36-A284-FBAA-AFCE3B92DA54}"/>
                  </a:ext>
                </a:extLst>
              </p:cNvPr>
              <p:cNvSpPr/>
              <p:nvPr/>
            </p:nvSpPr>
            <p:spPr>
              <a:xfrm rot="10800000">
                <a:off x="932653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Rectangle 895">
                <a:extLst>
                  <a:ext uri="{FF2B5EF4-FFF2-40B4-BE49-F238E27FC236}">
                    <a16:creationId xmlns:a16="http://schemas.microsoft.com/office/drawing/2014/main" id="{68573BB4-1530-3536-422E-A4BFAD7D6932}"/>
                  </a:ext>
                </a:extLst>
              </p:cNvPr>
              <p:cNvSpPr/>
              <p:nvPr/>
            </p:nvSpPr>
            <p:spPr>
              <a:xfrm rot="10800000">
                <a:off x="922610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4EAC8B02-F899-84F6-7228-B39F96B71F96}"/>
                  </a:ext>
                </a:extLst>
              </p:cNvPr>
              <p:cNvSpPr/>
              <p:nvPr/>
            </p:nvSpPr>
            <p:spPr>
              <a:xfrm rot="10800000">
                <a:off x="912568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83D57CE5-C425-BBB2-0E7B-6DF3F9C671E8}"/>
                  </a:ext>
                </a:extLst>
              </p:cNvPr>
              <p:cNvSpPr/>
              <p:nvPr/>
            </p:nvSpPr>
            <p:spPr>
              <a:xfrm rot="10800000">
                <a:off x="902526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C1D7B10E-CDAF-276A-141B-7F7588E6DBAB}"/>
                  </a:ext>
                </a:extLst>
              </p:cNvPr>
              <p:cNvSpPr/>
              <p:nvPr/>
            </p:nvSpPr>
            <p:spPr>
              <a:xfrm rot="10800000">
                <a:off x="892483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FD1A8C5B-AE71-1026-F852-704256DBE4E6}"/>
                  </a:ext>
                </a:extLst>
              </p:cNvPr>
              <p:cNvSpPr/>
              <p:nvPr/>
            </p:nvSpPr>
            <p:spPr>
              <a:xfrm rot="10800000">
                <a:off x="882441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187929EA-550F-D305-525D-086806F61D40}"/>
                  </a:ext>
                </a:extLst>
              </p:cNvPr>
              <p:cNvSpPr/>
              <p:nvPr/>
            </p:nvSpPr>
            <p:spPr>
              <a:xfrm rot="10800000">
                <a:off x="872399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11E37A1E-71F9-6DD4-9412-8BCA27623381}"/>
                  </a:ext>
                </a:extLst>
              </p:cNvPr>
              <p:cNvSpPr/>
              <p:nvPr/>
            </p:nvSpPr>
            <p:spPr>
              <a:xfrm rot="10800000">
                <a:off x="862357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4EE1C3F1-D595-A26C-6BE2-72B88AE9A7D1}"/>
                  </a:ext>
                </a:extLst>
              </p:cNvPr>
              <p:cNvSpPr/>
              <p:nvPr/>
            </p:nvSpPr>
            <p:spPr>
              <a:xfrm rot="10800000">
                <a:off x="852314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C443FCD8-75A3-2CD0-7231-2E460882020A}"/>
                  </a:ext>
                </a:extLst>
              </p:cNvPr>
              <p:cNvSpPr/>
              <p:nvPr/>
            </p:nvSpPr>
            <p:spPr>
              <a:xfrm rot="10800000">
                <a:off x="842272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Rectangle 904">
                <a:extLst>
                  <a:ext uri="{FF2B5EF4-FFF2-40B4-BE49-F238E27FC236}">
                    <a16:creationId xmlns:a16="http://schemas.microsoft.com/office/drawing/2014/main" id="{98C4F272-1057-F13D-9546-C94DD59FE0FA}"/>
                  </a:ext>
                </a:extLst>
              </p:cNvPr>
              <p:cNvSpPr/>
              <p:nvPr/>
            </p:nvSpPr>
            <p:spPr>
              <a:xfrm rot="10800000">
                <a:off x="832230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4F462F02-CAE0-0899-BAA7-3FDE70D641DA}"/>
                  </a:ext>
                </a:extLst>
              </p:cNvPr>
              <p:cNvSpPr/>
              <p:nvPr/>
            </p:nvSpPr>
            <p:spPr>
              <a:xfrm rot="10800000">
                <a:off x="822187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7A583906-1786-A554-C6BE-2ED41F38594D}"/>
                  </a:ext>
                </a:extLst>
              </p:cNvPr>
              <p:cNvSpPr/>
              <p:nvPr/>
            </p:nvSpPr>
            <p:spPr>
              <a:xfrm rot="10800000">
                <a:off x="812145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04F7571A-501C-6849-5DA9-0F538DAA3A67}"/>
                  </a:ext>
                </a:extLst>
              </p:cNvPr>
              <p:cNvSpPr/>
              <p:nvPr/>
            </p:nvSpPr>
            <p:spPr>
              <a:xfrm rot="10800000">
                <a:off x="802103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77FBED76-C9E0-E0C6-134E-EC675BEAF8CF}"/>
                  </a:ext>
                </a:extLst>
              </p:cNvPr>
              <p:cNvSpPr/>
              <p:nvPr/>
            </p:nvSpPr>
            <p:spPr>
              <a:xfrm rot="10800000">
                <a:off x="792061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785F8EAA-9841-FE27-42C3-C87C2130A107}"/>
                  </a:ext>
                </a:extLst>
              </p:cNvPr>
              <p:cNvSpPr/>
              <p:nvPr/>
            </p:nvSpPr>
            <p:spPr>
              <a:xfrm rot="10800000">
                <a:off x="782018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89FE350D-CF78-E097-1E32-13B17063622E}"/>
                  </a:ext>
                </a:extLst>
              </p:cNvPr>
              <p:cNvSpPr/>
              <p:nvPr/>
            </p:nvSpPr>
            <p:spPr>
              <a:xfrm rot="10800000">
                <a:off x="771976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928CADAA-38B2-CBF4-8B67-1352DF0DD7A6}"/>
                  </a:ext>
                </a:extLst>
              </p:cNvPr>
              <p:cNvSpPr/>
              <p:nvPr/>
            </p:nvSpPr>
            <p:spPr>
              <a:xfrm rot="10800000">
                <a:off x="761934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3" name="Group 912">
                <a:extLst>
                  <a:ext uri="{FF2B5EF4-FFF2-40B4-BE49-F238E27FC236}">
                    <a16:creationId xmlns:a16="http://schemas.microsoft.com/office/drawing/2014/main" id="{B6B2A0F6-911A-50E6-7A2E-EDB42C8E8BE8}"/>
                  </a:ext>
                </a:extLst>
              </p:cNvPr>
              <p:cNvGrpSpPr/>
              <p:nvPr/>
            </p:nvGrpSpPr>
            <p:grpSpPr>
              <a:xfrm rot="10800000">
                <a:off x="10531606" y="3982298"/>
                <a:ext cx="301269" cy="301135"/>
                <a:chOff x="1051088" y="5406535"/>
                <a:chExt cx="593889" cy="593625"/>
              </a:xfrm>
            </p:grpSpPr>
            <p:sp>
              <p:nvSpPr>
                <p:cNvPr id="943" name="Rectangle 942">
                  <a:extLst>
                    <a:ext uri="{FF2B5EF4-FFF2-40B4-BE49-F238E27FC236}">
                      <a16:creationId xmlns:a16="http://schemas.microsoft.com/office/drawing/2014/main" id="{28E09E75-150A-ED68-C2D7-03D5B6A580B2}"/>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a16="http://schemas.microsoft.com/office/drawing/2014/main" id="{3B968DEF-52C0-506A-4561-8C62D9D9B872}"/>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Rectangle 944">
                  <a:extLst>
                    <a:ext uri="{FF2B5EF4-FFF2-40B4-BE49-F238E27FC236}">
                      <a16:creationId xmlns:a16="http://schemas.microsoft.com/office/drawing/2014/main" id="{0FF98999-30E2-A766-E357-7C873FBC6245}"/>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a16="http://schemas.microsoft.com/office/drawing/2014/main" id="{1ED1E280-4EA6-4C76-A122-007982286CC4}"/>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Rectangle 946">
                  <a:extLst>
                    <a:ext uri="{FF2B5EF4-FFF2-40B4-BE49-F238E27FC236}">
                      <a16:creationId xmlns:a16="http://schemas.microsoft.com/office/drawing/2014/main" id="{F9F737FA-944E-F62A-4FAE-8C9E71A4AE89}"/>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Rectangle 947">
                  <a:extLst>
                    <a:ext uri="{FF2B5EF4-FFF2-40B4-BE49-F238E27FC236}">
                      <a16:creationId xmlns:a16="http://schemas.microsoft.com/office/drawing/2014/main" id="{5E6A7C0F-2110-0286-3E48-043ABC60AF59}"/>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a16="http://schemas.microsoft.com/office/drawing/2014/main" id="{A031263D-D584-CE9E-7750-170CB83CCF5D}"/>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a16="http://schemas.microsoft.com/office/drawing/2014/main" id="{D9180ED9-40ED-38A5-E1F7-E5DA9D02100B}"/>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a16="http://schemas.microsoft.com/office/drawing/2014/main" id="{6F9E29F4-CCE3-1FD8-5092-373DF7BBEAE1}"/>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4" name="Rectangle 913">
                <a:extLst>
                  <a:ext uri="{FF2B5EF4-FFF2-40B4-BE49-F238E27FC236}">
                    <a16:creationId xmlns:a16="http://schemas.microsoft.com/office/drawing/2014/main" id="{FBB4D2B1-0369-1CC9-4DD8-E57AEC2F095D}"/>
                  </a:ext>
                </a:extLst>
              </p:cNvPr>
              <p:cNvSpPr/>
              <p:nvPr/>
            </p:nvSpPr>
            <p:spPr>
              <a:xfrm rot="10800000">
                <a:off x="1043118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Rectangle 914">
                <a:extLst>
                  <a:ext uri="{FF2B5EF4-FFF2-40B4-BE49-F238E27FC236}">
                    <a16:creationId xmlns:a16="http://schemas.microsoft.com/office/drawing/2014/main" id="{FAB76617-3508-3396-C9EB-180960F9BA28}"/>
                  </a:ext>
                </a:extLst>
              </p:cNvPr>
              <p:cNvSpPr/>
              <p:nvPr/>
            </p:nvSpPr>
            <p:spPr>
              <a:xfrm rot="10800000">
                <a:off x="1033076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Rectangle 915">
                <a:extLst>
                  <a:ext uri="{FF2B5EF4-FFF2-40B4-BE49-F238E27FC236}">
                    <a16:creationId xmlns:a16="http://schemas.microsoft.com/office/drawing/2014/main" id="{BB2B1BBF-A0CC-4A08-D097-F5D3A53A1F51}"/>
                  </a:ext>
                </a:extLst>
              </p:cNvPr>
              <p:cNvSpPr/>
              <p:nvPr/>
            </p:nvSpPr>
            <p:spPr>
              <a:xfrm rot="10800000">
                <a:off x="1023033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Rectangle 916">
                <a:extLst>
                  <a:ext uri="{FF2B5EF4-FFF2-40B4-BE49-F238E27FC236}">
                    <a16:creationId xmlns:a16="http://schemas.microsoft.com/office/drawing/2014/main" id="{745CF7ED-1E4E-C2A2-BDCA-9A40EE78A792}"/>
                  </a:ext>
                </a:extLst>
              </p:cNvPr>
              <p:cNvSpPr/>
              <p:nvPr/>
            </p:nvSpPr>
            <p:spPr>
              <a:xfrm rot="10800000">
                <a:off x="1012991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Rectangle 917">
                <a:extLst>
                  <a:ext uri="{FF2B5EF4-FFF2-40B4-BE49-F238E27FC236}">
                    <a16:creationId xmlns:a16="http://schemas.microsoft.com/office/drawing/2014/main" id="{1CB3C1BE-736A-4789-09A2-A4D072EB5A25}"/>
                  </a:ext>
                </a:extLst>
              </p:cNvPr>
              <p:cNvSpPr/>
              <p:nvPr/>
            </p:nvSpPr>
            <p:spPr>
              <a:xfrm rot="10800000">
                <a:off x="1002949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Rectangle 918">
                <a:extLst>
                  <a:ext uri="{FF2B5EF4-FFF2-40B4-BE49-F238E27FC236}">
                    <a16:creationId xmlns:a16="http://schemas.microsoft.com/office/drawing/2014/main" id="{4C4BABA5-4AC5-4873-8057-2C930F9BA390}"/>
                  </a:ext>
                </a:extLst>
              </p:cNvPr>
              <p:cNvSpPr/>
              <p:nvPr/>
            </p:nvSpPr>
            <p:spPr>
              <a:xfrm rot="10800000">
                <a:off x="992906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EA1FF6E6-8792-37B7-2082-883BA83EB7A4}"/>
                  </a:ext>
                </a:extLst>
              </p:cNvPr>
              <p:cNvSpPr/>
              <p:nvPr/>
            </p:nvSpPr>
            <p:spPr>
              <a:xfrm rot="10800000">
                <a:off x="982864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Rectangle 920">
                <a:extLst>
                  <a:ext uri="{FF2B5EF4-FFF2-40B4-BE49-F238E27FC236}">
                    <a16:creationId xmlns:a16="http://schemas.microsoft.com/office/drawing/2014/main" id="{B82A3DBE-FD9E-820C-C306-1B509FD5FA0B}"/>
                  </a:ext>
                </a:extLst>
              </p:cNvPr>
              <p:cNvSpPr/>
              <p:nvPr/>
            </p:nvSpPr>
            <p:spPr>
              <a:xfrm rot="10800000">
                <a:off x="972822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Rectangle 921">
                <a:extLst>
                  <a:ext uri="{FF2B5EF4-FFF2-40B4-BE49-F238E27FC236}">
                    <a16:creationId xmlns:a16="http://schemas.microsoft.com/office/drawing/2014/main" id="{AAE02206-BBCD-4CBA-E2A4-9DB3839BFE2B}"/>
                  </a:ext>
                </a:extLst>
              </p:cNvPr>
              <p:cNvSpPr/>
              <p:nvPr/>
            </p:nvSpPr>
            <p:spPr>
              <a:xfrm rot="10800000">
                <a:off x="962780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C040AF5A-7EA2-0F42-818C-08EED0EE2C6B}"/>
                  </a:ext>
                </a:extLst>
              </p:cNvPr>
              <p:cNvSpPr/>
              <p:nvPr/>
            </p:nvSpPr>
            <p:spPr>
              <a:xfrm rot="10800000">
                <a:off x="952737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Rectangle 923">
                <a:extLst>
                  <a:ext uri="{FF2B5EF4-FFF2-40B4-BE49-F238E27FC236}">
                    <a16:creationId xmlns:a16="http://schemas.microsoft.com/office/drawing/2014/main" id="{773481B7-D1C8-6EC0-2580-5291F9811985}"/>
                  </a:ext>
                </a:extLst>
              </p:cNvPr>
              <p:cNvSpPr/>
              <p:nvPr/>
            </p:nvSpPr>
            <p:spPr>
              <a:xfrm rot="10800000">
                <a:off x="942695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208B9C5F-7FCB-66FD-8421-283F99805A50}"/>
                  </a:ext>
                </a:extLst>
              </p:cNvPr>
              <p:cNvSpPr/>
              <p:nvPr/>
            </p:nvSpPr>
            <p:spPr>
              <a:xfrm rot="10800000">
                <a:off x="932653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Rectangle 925">
                <a:extLst>
                  <a:ext uri="{FF2B5EF4-FFF2-40B4-BE49-F238E27FC236}">
                    <a16:creationId xmlns:a16="http://schemas.microsoft.com/office/drawing/2014/main" id="{265E9094-F16E-177B-B9F2-1B9288F33593}"/>
                  </a:ext>
                </a:extLst>
              </p:cNvPr>
              <p:cNvSpPr/>
              <p:nvPr/>
            </p:nvSpPr>
            <p:spPr>
              <a:xfrm rot="10800000">
                <a:off x="922610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3705849A-9D72-4205-3EE1-CD6DBFB6B528}"/>
                  </a:ext>
                </a:extLst>
              </p:cNvPr>
              <p:cNvSpPr/>
              <p:nvPr/>
            </p:nvSpPr>
            <p:spPr>
              <a:xfrm rot="10800000">
                <a:off x="912568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Rectangle 927">
                <a:extLst>
                  <a:ext uri="{FF2B5EF4-FFF2-40B4-BE49-F238E27FC236}">
                    <a16:creationId xmlns:a16="http://schemas.microsoft.com/office/drawing/2014/main" id="{040B62A5-F4E1-51E4-392A-63C3B6298D30}"/>
                  </a:ext>
                </a:extLst>
              </p:cNvPr>
              <p:cNvSpPr/>
              <p:nvPr/>
            </p:nvSpPr>
            <p:spPr>
              <a:xfrm rot="10800000">
                <a:off x="902526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Rectangle 928">
                <a:extLst>
                  <a:ext uri="{FF2B5EF4-FFF2-40B4-BE49-F238E27FC236}">
                    <a16:creationId xmlns:a16="http://schemas.microsoft.com/office/drawing/2014/main" id="{39265D19-D012-2402-2A81-5D94F0A71D55}"/>
                  </a:ext>
                </a:extLst>
              </p:cNvPr>
              <p:cNvSpPr/>
              <p:nvPr/>
            </p:nvSpPr>
            <p:spPr>
              <a:xfrm rot="10800000">
                <a:off x="892483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Rectangle 929">
                <a:extLst>
                  <a:ext uri="{FF2B5EF4-FFF2-40B4-BE49-F238E27FC236}">
                    <a16:creationId xmlns:a16="http://schemas.microsoft.com/office/drawing/2014/main" id="{3B0B4FDA-4179-4809-6B94-E4549074081B}"/>
                  </a:ext>
                </a:extLst>
              </p:cNvPr>
              <p:cNvSpPr/>
              <p:nvPr/>
            </p:nvSpPr>
            <p:spPr>
              <a:xfrm rot="10800000">
                <a:off x="882441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Rectangle 930">
                <a:extLst>
                  <a:ext uri="{FF2B5EF4-FFF2-40B4-BE49-F238E27FC236}">
                    <a16:creationId xmlns:a16="http://schemas.microsoft.com/office/drawing/2014/main" id="{1EFEE42E-5E8E-C716-5572-42E9D9B5B7ED}"/>
                  </a:ext>
                </a:extLst>
              </p:cNvPr>
              <p:cNvSpPr/>
              <p:nvPr/>
            </p:nvSpPr>
            <p:spPr>
              <a:xfrm rot="10800000">
                <a:off x="872399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Rectangle 931">
                <a:extLst>
                  <a:ext uri="{FF2B5EF4-FFF2-40B4-BE49-F238E27FC236}">
                    <a16:creationId xmlns:a16="http://schemas.microsoft.com/office/drawing/2014/main" id="{FE114EED-A6BB-77CF-4CC7-431FE593FF7F}"/>
                  </a:ext>
                </a:extLst>
              </p:cNvPr>
              <p:cNvSpPr/>
              <p:nvPr/>
            </p:nvSpPr>
            <p:spPr>
              <a:xfrm rot="10800000">
                <a:off x="862357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Rectangle 932">
                <a:extLst>
                  <a:ext uri="{FF2B5EF4-FFF2-40B4-BE49-F238E27FC236}">
                    <a16:creationId xmlns:a16="http://schemas.microsoft.com/office/drawing/2014/main" id="{6BA28D77-095B-F60D-59CF-42381B0A2C73}"/>
                  </a:ext>
                </a:extLst>
              </p:cNvPr>
              <p:cNvSpPr/>
              <p:nvPr/>
            </p:nvSpPr>
            <p:spPr>
              <a:xfrm rot="10800000">
                <a:off x="852314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Rectangle 933">
                <a:extLst>
                  <a:ext uri="{FF2B5EF4-FFF2-40B4-BE49-F238E27FC236}">
                    <a16:creationId xmlns:a16="http://schemas.microsoft.com/office/drawing/2014/main" id="{2607C818-521C-A7FA-23A5-CFBC9AD7532D}"/>
                  </a:ext>
                </a:extLst>
              </p:cNvPr>
              <p:cNvSpPr/>
              <p:nvPr/>
            </p:nvSpPr>
            <p:spPr>
              <a:xfrm rot="10800000">
                <a:off x="842272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Rectangle 934">
                <a:extLst>
                  <a:ext uri="{FF2B5EF4-FFF2-40B4-BE49-F238E27FC236}">
                    <a16:creationId xmlns:a16="http://schemas.microsoft.com/office/drawing/2014/main" id="{9B5380A0-10E4-7FD9-3696-79CBFCECFED5}"/>
                  </a:ext>
                </a:extLst>
              </p:cNvPr>
              <p:cNvSpPr/>
              <p:nvPr/>
            </p:nvSpPr>
            <p:spPr>
              <a:xfrm rot="10800000">
                <a:off x="832230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Rectangle 935">
                <a:extLst>
                  <a:ext uri="{FF2B5EF4-FFF2-40B4-BE49-F238E27FC236}">
                    <a16:creationId xmlns:a16="http://schemas.microsoft.com/office/drawing/2014/main" id="{ADB25320-4E48-0993-88A7-2FCE6DF726C9}"/>
                  </a:ext>
                </a:extLst>
              </p:cNvPr>
              <p:cNvSpPr/>
              <p:nvPr/>
            </p:nvSpPr>
            <p:spPr>
              <a:xfrm rot="10800000">
                <a:off x="822187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Rectangle 936">
                <a:extLst>
                  <a:ext uri="{FF2B5EF4-FFF2-40B4-BE49-F238E27FC236}">
                    <a16:creationId xmlns:a16="http://schemas.microsoft.com/office/drawing/2014/main" id="{3075425C-5216-F1A2-EF97-BCED314B6477}"/>
                  </a:ext>
                </a:extLst>
              </p:cNvPr>
              <p:cNvSpPr/>
              <p:nvPr/>
            </p:nvSpPr>
            <p:spPr>
              <a:xfrm rot="10800000">
                <a:off x="812145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Rectangle 937">
                <a:extLst>
                  <a:ext uri="{FF2B5EF4-FFF2-40B4-BE49-F238E27FC236}">
                    <a16:creationId xmlns:a16="http://schemas.microsoft.com/office/drawing/2014/main" id="{FBA35F7C-2638-DBC3-7E37-555D3B3FBB52}"/>
                  </a:ext>
                </a:extLst>
              </p:cNvPr>
              <p:cNvSpPr/>
              <p:nvPr/>
            </p:nvSpPr>
            <p:spPr>
              <a:xfrm rot="10800000">
                <a:off x="802103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Rectangle 938">
                <a:extLst>
                  <a:ext uri="{FF2B5EF4-FFF2-40B4-BE49-F238E27FC236}">
                    <a16:creationId xmlns:a16="http://schemas.microsoft.com/office/drawing/2014/main" id="{16EA928D-E039-5E47-77D6-471CFF64CBDC}"/>
                  </a:ext>
                </a:extLst>
              </p:cNvPr>
              <p:cNvSpPr/>
              <p:nvPr/>
            </p:nvSpPr>
            <p:spPr>
              <a:xfrm rot="10800000">
                <a:off x="792061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a16="http://schemas.microsoft.com/office/drawing/2014/main" id="{D6C9985B-9D99-29C5-3494-0391ABB614D0}"/>
                  </a:ext>
                </a:extLst>
              </p:cNvPr>
              <p:cNvSpPr/>
              <p:nvPr/>
            </p:nvSpPr>
            <p:spPr>
              <a:xfrm rot="10800000">
                <a:off x="782018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05773CEE-5C82-5824-F4BB-19802E4CB740}"/>
                  </a:ext>
                </a:extLst>
              </p:cNvPr>
              <p:cNvSpPr/>
              <p:nvPr/>
            </p:nvSpPr>
            <p:spPr>
              <a:xfrm rot="10800000">
                <a:off x="771976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Rectangle 941">
                <a:extLst>
                  <a:ext uri="{FF2B5EF4-FFF2-40B4-BE49-F238E27FC236}">
                    <a16:creationId xmlns:a16="http://schemas.microsoft.com/office/drawing/2014/main" id="{00EE5033-B22C-66C7-B318-189A62F44ADD}"/>
                  </a:ext>
                </a:extLst>
              </p:cNvPr>
              <p:cNvSpPr/>
              <p:nvPr/>
            </p:nvSpPr>
            <p:spPr>
              <a:xfrm rot="10800000">
                <a:off x="761934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8D9A46B6-5038-B7CC-B3F4-1D18ADE4D7D9}"/>
                </a:ext>
              </a:extLst>
            </p:cNvPr>
            <p:cNvGrpSpPr/>
            <p:nvPr/>
          </p:nvGrpSpPr>
          <p:grpSpPr>
            <a:xfrm>
              <a:off x="7469278" y="2510807"/>
              <a:ext cx="1918406" cy="360608"/>
              <a:chOff x="7709654" y="3386227"/>
              <a:chExt cx="2107259" cy="396107"/>
            </a:xfrm>
          </p:grpSpPr>
          <p:grpSp>
            <p:nvGrpSpPr>
              <p:cNvPr id="606" name="Group 605">
                <a:extLst>
                  <a:ext uri="{FF2B5EF4-FFF2-40B4-BE49-F238E27FC236}">
                    <a16:creationId xmlns:a16="http://schemas.microsoft.com/office/drawing/2014/main" id="{B9730FB3-42CD-BBF5-B337-97A7199393EF}"/>
                  </a:ext>
                </a:extLst>
              </p:cNvPr>
              <p:cNvGrpSpPr/>
              <p:nvPr/>
            </p:nvGrpSpPr>
            <p:grpSpPr>
              <a:xfrm rot="10800000" flipH="1">
                <a:off x="7709654" y="3386227"/>
                <a:ext cx="397619" cy="396106"/>
                <a:chOff x="7383761" y="5206905"/>
                <a:chExt cx="796285" cy="793255"/>
              </a:xfrm>
            </p:grpSpPr>
            <p:grpSp>
              <p:nvGrpSpPr>
                <p:cNvPr id="762" name="Group 761">
                  <a:extLst>
                    <a:ext uri="{FF2B5EF4-FFF2-40B4-BE49-F238E27FC236}">
                      <a16:creationId xmlns:a16="http://schemas.microsoft.com/office/drawing/2014/main" id="{788DABF6-385F-0368-C819-993DBABB23D7}"/>
                    </a:ext>
                  </a:extLst>
                </p:cNvPr>
                <p:cNvGrpSpPr/>
                <p:nvPr/>
              </p:nvGrpSpPr>
              <p:grpSpPr>
                <a:xfrm>
                  <a:off x="7586157" y="5206905"/>
                  <a:ext cx="593889" cy="593625"/>
                  <a:chOff x="1910636" y="2494271"/>
                  <a:chExt cx="593889" cy="593625"/>
                </a:xfrm>
              </p:grpSpPr>
              <p:sp>
                <p:nvSpPr>
                  <p:cNvPr id="783" name="Rectangle 782">
                    <a:extLst>
                      <a:ext uri="{FF2B5EF4-FFF2-40B4-BE49-F238E27FC236}">
                        <a16:creationId xmlns:a16="http://schemas.microsoft.com/office/drawing/2014/main" id="{58AB6CFC-4C38-CAF6-4F27-E596B60AD3A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219ED630-0ED1-E1EB-82F7-DA12C61F1DF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9BEB79A1-305F-E4C1-C539-8FA41FF15E4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584C4E2B-EE72-34F8-D554-93EE6BEB907E}"/>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9BA82163-5C95-EE26-5707-5FCC59E82B9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AAAADA54-2812-7471-6C86-00CA0F457B7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19EDF675-8FC9-BAB9-3A49-CD6A2F07422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44CE525C-B58B-72B9-6D5F-7ABDFA64019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5166F2B0-57C9-2A93-CBD2-CDD5B4E2D2C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3" name="Group 762">
                  <a:extLst>
                    <a:ext uri="{FF2B5EF4-FFF2-40B4-BE49-F238E27FC236}">
                      <a16:creationId xmlns:a16="http://schemas.microsoft.com/office/drawing/2014/main" id="{DC22A4DA-2C2E-C823-1925-508CC28457C6}"/>
                    </a:ext>
                  </a:extLst>
                </p:cNvPr>
                <p:cNvGrpSpPr/>
                <p:nvPr/>
              </p:nvGrpSpPr>
              <p:grpSpPr>
                <a:xfrm>
                  <a:off x="7487213" y="5307553"/>
                  <a:ext cx="593889" cy="593625"/>
                  <a:chOff x="1910636" y="2494271"/>
                  <a:chExt cx="593889" cy="593625"/>
                </a:xfrm>
              </p:grpSpPr>
              <p:sp>
                <p:nvSpPr>
                  <p:cNvPr id="774" name="Rectangle 773">
                    <a:extLst>
                      <a:ext uri="{FF2B5EF4-FFF2-40B4-BE49-F238E27FC236}">
                        <a16:creationId xmlns:a16="http://schemas.microsoft.com/office/drawing/2014/main" id="{36CF3FAD-F760-0549-EC61-D8BBDD746E3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C3F00BCD-C1D8-1B32-1CFB-1D78FAA491E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A9FE8E8F-A6DD-901C-F16A-7614300A4D6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9DDD5002-3896-B378-BA61-EDA3657D5B6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4BEC0371-49B3-746F-A8C1-EC83B0D40BE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1DD15C07-AAAB-7675-287C-232F793CD61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EA31A1A2-9684-AD55-BF34-4E7753AE0951}"/>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F84FEF89-7207-30BC-D707-86771D4DCCC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C60B416F-5A8E-29B6-85D2-85E4F383AF3A}"/>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4" name="Group 763">
                  <a:extLst>
                    <a:ext uri="{FF2B5EF4-FFF2-40B4-BE49-F238E27FC236}">
                      <a16:creationId xmlns:a16="http://schemas.microsoft.com/office/drawing/2014/main" id="{597973B6-9836-F4F5-3E8D-6C7F29856281}"/>
                    </a:ext>
                  </a:extLst>
                </p:cNvPr>
                <p:cNvGrpSpPr/>
                <p:nvPr/>
              </p:nvGrpSpPr>
              <p:grpSpPr>
                <a:xfrm>
                  <a:off x="7383761" y="5406535"/>
                  <a:ext cx="593889" cy="593625"/>
                  <a:chOff x="1910636" y="2494271"/>
                  <a:chExt cx="593889" cy="593625"/>
                </a:xfrm>
              </p:grpSpPr>
              <p:sp>
                <p:nvSpPr>
                  <p:cNvPr id="765" name="Rectangle 764">
                    <a:extLst>
                      <a:ext uri="{FF2B5EF4-FFF2-40B4-BE49-F238E27FC236}">
                        <a16:creationId xmlns:a16="http://schemas.microsoft.com/office/drawing/2014/main" id="{BA5D23B0-D081-1390-D676-7962F98CF2B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E9A26F5B-3919-8F72-02A8-DC3D87AD3D1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794091A9-FBC2-DEC5-4E97-CE61231CEA6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85A25289-A05B-68AC-58B7-422A45E08C0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a16="http://schemas.microsoft.com/office/drawing/2014/main" id="{195DE1D2-9019-D5CA-D79C-DAB3FE8D5B30}"/>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164822CA-460D-6B2C-1567-4E75D165B1B7}"/>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BFD3843F-6000-5FDD-EEE0-89E9D6483BF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23444700-B4A4-7203-6399-2320417EB599}"/>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505C9BD6-9F65-F7FE-ED88-08159153190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7" name="Group 606">
                <a:extLst>
                  <a:ext uri="{FF2B5EF4-FFF2-40B4-BE49-F238E27FC236}">
                    <a16:creationId xmlns:a16="http://schemas.microsoft.com/office/drawing/2014/main" id="{4E4CA4F2-0B02-623C-11B0-8419D6DAED68}"/>
                  </a:ext>
                </a:extLst>
              </p:cNvPr>
              <p:cNvGrpSpPr/>
              <p:nvPr/>
            </p:nvGrpSpPr>
            <p:grpSpPr>
              <a:xfrm rot="10800000" flipH="1">
                <a:off x="8051582" y="3386227"/>
                <a:ext cx="397619" cy="396106"/>
                <a:chOff x="9651794" y="5208440"/>
                <a:chExt cx="796285" cy="793255"/>
              </a:xfrm>
            </p:grpSpPr>
            <p:grpSp>
              <p:nvGrpSpPr>
                <p:cNvPr id="732" name="Group 731">
                  <a:extLst>
                    <a:ext uri="{FF2B5EF4-FFF2-40B4-BE49-F238E27FC236}">
                      <a16:creationId xmlns:a16="http://schemas.microsoft.com/office/drawing/2014/main" id="{6D047511-F93A-216E-C39C-803AE8376AEF}"/>
                    </a:ext>
                  </a:extLst>
                </p:cNvPr>
                <p:cNvGrpSpPr/>
                <p:nvPr/>
              </p:nvGrpSpPr>
              <p:grpSpPr>
                <a:xfrm>
                  <a:off x="9854190" y="5208440"/>
                  <a:ext cx="593889" cy="593625"/>
                  <a:chOff x="1910636" y="2494271"/>
                  <a:chExt cx="593889" cy="593625"/>
                </a:xfrm>
              </p:grpSpPr>
              <p:sp>
                <p:nvSpPr>
                  <p:cNvPr id="753" name="Rectangle 752">
                    <a:extLst>
                      <a:ext uri="{FF2B5EF4-FFF2-40B4-BE49-F238E27FC236}">
                        <a16:creationId xmlns:a16="http://schemas.microsoft.com/office/drawing/2014/main" id="{E4E7D07E-79C6-6790-64A9-EB4C5B7C057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CEFAC61C-018E-8F1B-0E7F-EF9C517A23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71BE0A91-A426-AC05-DF3C-14705090AF2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2839DDFA-EACC-C54C-9975-8B2D0B4F9D1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B39400D7-F599-6FB9-22F7-3124B5C111E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52D63ED6-323D-3518-CD1A-E671781E9563}"/>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82D3C3D9-3AF0-2A3F-C56C-5A6D637D3D5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22D19423-37B1-436E-6328-44358D381A4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A6F22BA1-B0AC-35E2-8300-EB531F10C0E4}"/>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3" name="Group 732">
                  <a:extLst>
                    <a:ext uri="{FF2B5EF4-FFF2-40B4-BE49-F238E27FC236}">
                      <a16:creationId xmlns:a16="http://schemas.microsoft.com/office/drawing/2014/main" id="{5AB4ECC6-151B-777A-3FAC-7838050C6A9F}"/>
                    </a:ext>
                  </a:extLst>
                </p:cNvPr>
                <p:cNvGrpSpPr/>
                <p:nvPr/>
              </p:nvGrpSpPr>
              <p:grpSpPr>
                <a:xfrm>
                  <a:off x="9755246" y="5309088"/>
                  <a:ext cx="593889" cy="593625"/>
                  <a:chOff x="1910636" y="2494271"/>
                  <a:chExt cx="593889" cy="593625"/>
                </a:xfrm>
              </p:grpSpPr>
              <p:sp>
                <p:nvSpPr>
                  <p:cNvPr id="744" name="Rectangle 743">
                    <a:extLst>
                      <a:ext uri="{FF2B5EF4-FFF2-40B4-BE49-F238E27FC236}">
                        <a16:creationId xmlns:a16="http://schemas.microsoft.com/office/drawing/2014/main" id="{5CF4DC77-04C5-31F1-49A7-1CFC65C9AB2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1103870F-72D8-384C-9A04-EC76745097C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0E3AC9B4-973F-8E8D-FC60-D5EE372901B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97AF1C22-C7D7-9A59-6DEB-67D1FE86DFD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83502D58-702B-24B5-A286-73D1AA3C909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3F4955F1-3B5C-EC35-DDAE-CE1758265416}"/>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1F0906CF-CFAD-69C0-7C0B-D8D6458A034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4F26816E-D040-E21A-934A-9139622E90D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42137A16-90A0-60A0-4995-A0FEB790CC6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4" name="Group 733">
                  <a:extLst>
                    <a:ext uri="{FF2B5EF4-FFF2-40B4-BE49-F238E27FC236}">
                      <a16:creationId xmlns:a16="http://schemas.microsoft.com/office/drawing/2014/main" id="{6CD702C0-05BD-2820-F5B8-9DB84B498B35}"/>
                    </a:ext>
                  </a:extLst>
                </p:cNvPr>
                <p:cNvGrpSpPr/>
                <p:nvPr/>
              </p:nvGrpSpPr>
              <p:grpSpPr>
                <a:xfrm>
                  <a:off x="9651794" y="5408070"/>
                  <a:ext cx="593889" cy="593625"/>
                  <a:chOff x="1910636" y="2494271"/>
                  <a:chExt cx="593889" cy="593625"/>
                </a:xfrm>
              </p:grpSpPr>
              <p:sp>
                <p:nvSpPr>
                  <p:cNvPr id="735" name="Rectangle 734">
                    <a:extLst>
                      <a:ext uri="{FF2B5EF4-FFF2-40B4-BE49-F238E27FC236}">
                        <a16:creationId xmlns:a16="http://schemas.microsoft.com/office/drawing/2014/main" id="{4468903F-C3CF-E299-224D-71F5A0BD2F8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BF0612A1-A597-6C81-F7D8-455731E727A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DAC0DF62-2865-9F85-AB2A-79378E8121C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F07699ED-42B7-0811-4302-D096FEB5502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7C3B5AC6-086A-46DC-7E52-C1F8F8C6BE3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3C50F995-DEA9-663C-B346-7B80C495443F}"/>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9C053E97-FF24-5557-6A65-FE93F996BFE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17A9B73F-B2D0-773C-D282-C6AE4D2010D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50A682BA-CCFE-BD17-6BBF-2DE18433A4E4}"/>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8" name="Group 607">
                <a:extLst>
                  <a:ext uri="{FF2B5EF4-FFF2-40B4-BE49-F238E27FC236}">
                    <a16:creationId xmlns:a16="http://schemas.microsoft.com/office/drawing/2014/main" id="{8D9F3B01-3D75-A946-8843-82CB5938959F}"/>
                  </a:ext>
                </a:extLst>
              </p:cNvPr>
              <p:cNvGrpSpPr/>
              <p:nvPr/>
            </p:nvGrpSpPr>
            <p:grpSpPr>
              <a:xfrm rot="10800000" flipH="1">
                <a:off x="8393510" y="3386227"/>
                <a:ext cx="397619" cy="396106"/>
                <a:chOff x="9651794" y="5208440"/>
                <a:chExt cx="796285" cy="793255"/>
              </a:xfrm>
            </p:grpSpPr>
            <p:grpSp>
              <p:nvGrpSpPr>
                <p:cNvPr id="702" name="Group 701">
                  <a:extLst>
                    <a:ext uri="{FF2B5EF4-FFF2-40B4-BE49-F238E27FC236}">
                      <a16:creationId xmlns:a16="http://schemas.microsoft.com/office/drawing/2014/main" id="{2F32AD12-905D-0CCF-51EE-15A788BC2444}"/>
                    </a:ext>
                  </a:extLst>
                </p:cNvPr>
                <p:cNvGrpSpPr/>
                <p:nvPr/>
              </p:nvGrpSpPr>
              <p:grpSpPr>
                <a:xfrm>
                  <a:off x="9854190" y="5208440"/>
                  <a:ext cx="593889" cy="593625"/>
                  <a:chOff x="1910636" y="2494271"/>
                  <a:chExt cx="593889" cy="593625"/>
                </a:xfrm>
              </p:grpSpPr>
              <p:sp>
                <p:nvSpPr>
                  <p:cNvPr id="723" name="Rectangle 722">
                    <a:extLst>
                      <a:ext uri="{FF2B5EF4-FFF2-40B4-BE49-F238E27FC236}">
                        <a16:creationId xmlns:a16="http://schemas.microsoft.com/office/drawing/2014/main" id="{6196CF29-6C58-3B78-D836-F99E93ABAAA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9158BF72-BC30-38BD-F4E2-5CE140E039E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D908DD8C-E7E3-2FC9-472C-B4BA58516A56}"/>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54FC5D46-0342-FEA0-D92A-F3334B48FBE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A1B52299-F194-733B-E25C-11998AE89369}"/>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B8E96AC4-24B1-9855-B5AB-2CFF715BF4D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9D3E275B-6DDB-BD26-E30A-F57DE60C5FD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E82E703B-DEE4-1620-60AC-3E76EFB8E6C9}"/>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Rectangle 730">
                    <a:extLst>
                      <a:ext uri="{FF2B5EF4-FFF2-40B4-BE49-F238E27FC236}">
                        <a16:creationId xmlns:a16="http://schemas.microsoft.com/office/drawing/2014/main" id="{5460ADFC-349D-A0E3-C1EA-61650ACF294C}"/>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3" name="Group 702">
                  <a:extLst>
                    <a:ext uri="{FF2B5EF4-FFF2-40B4-BE49-F238E27FC236}">
                      <a16:creationId xmlns:a16="http://schemas.microsoft.com/office/drawing/2014/main" id="{918D75A0-F462-06AF-91CE-9F2C257637D0}"/>
                    </a:ext>
                  </a:extLst>
                </p:cNvPr>
                <p:cNvGrpSpPr/>
                <p:nvPr/>
              </p:nvGrpSpPr>
              <p:grpSpPr>
                <a:xfrm>
                  <a:off x="9755246" y="5309088"/>
                  <a:ext cx="593889" cy="593625"/>
                  <a:chOff x="1910636" y="2494271"/>
                  <a:chExt cx="593889" cy="593625"/>
                </a:xfrm>
              </p:grpSpPr>
              <p:sp>
                <p:nvSpPr>
                  <p:cNvPr id="714" name="Rectangle 713">
                    <a:extLst>
                      <a:ext uri="{FF2B5EF4-FFF2-40B4-BE49-F238E27FC236}">
                        <a16:creationId xmlns:a16="http://schemas.microsoft.com/office/drawing/2014/main" id="{F676AC4E-E0A8-E364-0D74-D5A76B05C6A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0123DD0F-2D6E-397B-BE5D-20490CD3064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5A4718C8-6F9E-65EC-C33B-87AE683E2F4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EC4AAFBC-2928-25B4-8B48-3A3FC9250BA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88FC357F-7C6E-75C4-3DB3-8C10BE33C95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8A80E3A4-5BDC-096B-42C2-133412A2359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B006FDCA-D1FE-5039-8CC1-656A87042C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F620964D-3B1B-F1C3-1281-A610799F185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41EB1D50-9135-3F54-BA5B-58217E077BB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4" name="Group 703">
                  <a:extLst>
                    <a:ext uri="{FF2B5EF4-FFF2-40B4-BE49-F238E27FC236}">
                      <a16:creationId xmlns:a16="http://schemas.microsoft.com/office/drawing/2014/main" id="{BFD6C496-2CA7-068A-F334-FD728A90FBBA}"/>
                    </a:ext>
                  </a:extLst>
                </p:cNvPr>
                <p:cNvGrpSpPr/>
                <p:nvPr/>
              </p:nvGrpSpPr>
              <p:grpSpPr>
                <a:xfrm>
                  <a:off x="9651794" y="5408070"/>
                  <a:ext cx="593889" cy="593625"/>
                  <a:chOff x="1910636" y="2494271"/>
                  <a:chExt cx="593889" cy="593625"/>
                </a:xfrm>
              </p:grpSpPr>
              <p:sp>
                <p:nvSpPr>
                  <p:cNvPr id="705" name="Rectangle 704">
                    <a:extLst>
                      <a:ext uri="{FF2B5EF4-FFF2-40B4-BE49-F238E27FC236}">
                        <a16:creationId xmlns:a16="http://schemas.microsoft.com/office/drawing/2014/main" id="{1B836D7D-50B1-B1BF-E8BC-CA871A3BEFE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885F3C64-B1BE-62A6-356C-FF935B4C555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1D3BB856-EB08-3587-B378-1513590CCDD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E4A1DBE6-313C-0C9F-D262-84BFAF65AA37}"/>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D2D7951E-3CA7-8E2B-D450-57216935225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6572D201-3635-FED0-7E0D-2D7746AC187B}"/>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47417CFB-197F-A4A5-E0D7-D5E4B15EBD8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84FFED32-820E-C3FC-0616-4A18471ABEE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2413A242-75A5-EE42-9DCE-2306AF66012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9" name="Group 608">
                <a:extLst>
                  <a:ext uri="{FF2B5EF4-FFF2-40B4-BE49-F238E27FC236}">
                    <a16:creationId xmlns:a16="http://schemas.microsoft.com/office/drawing/2014/main" id="{348170BC-2F34-B5CC-3D07-7965E867C93A}"/>
                  </a:ext>
                </a:extLst>
              </p:cNvPr>
              <p:cNvGrpSpPr/>
              <p:nvPr/>
            </p:nvGrpSpPr>
            <p:grpSpPr>
              <a:xfrm rot="10800000" flipH="1">
                <a:off x="8735438" y="3386227"/>
                <a:ext cx="397619" cy="396106"/>
                <a:chOff x="9651794" y="5208440"/>
                <a:chExt cx="796285" cy="793255"/>
              </a:xfrm>
            </p:grpSpPr>
            <p:grpSp>
              <p:nvGrpSpPr>
                <p:cNvPr id="672" name="Group 671">
                  <a:extLst>
                    <a:ext uri="{FF2B5EF4-FFF2-40B4-BE49-F238E27FC236}">
                      <a16:creationId xmlns:a16="http://schemas.microsoft.com/office/drawing/2014/main" id="{EDCEECD6-D35E-EFF4-C395-61381AD8C372}"/>
                    </a:ext>
                  </a:extLst>
                </p:cNvPr>
                <p:cNvGrpSpPr/>
                <p:nvPr/>
              </p:nvGrpSpPr>
              <p:grpSpPr>
                <a:xfrm>
                  <a:off x="9854190" y="5208440"/>
                  <a:ext cx="593889" cy="593625"/>
                  <a:chOff x="1910636" y="2494271"/>
                  <a:chExt cx="593889" cy="593625"/>
                </a:xfrm>
              </p:grpSpPr>
              <p:sp>
                <p:nvSpPr>
                  <p:cNvPr id="693" name="Rectangle 692">
                    <a:extLst>
                      <a:ext uri="{FF2B5EF4-FFF2-40B4-BE49-F238E27FC236}">
                        <a16:creationId xmlns:a16="http://schemas.microsoft.com/office/drawing/2014/main" id="{2ED993B8-FEB2-2CD6-EA7C-C1D1F00256E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68610367-4802-DAEB-D1BB-C243E5EFCA23}"/>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D343A01B-1AA8-BE19-834C-AFC8698E7D6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DC269BE5-9DF8-F087-3C4F-0F586150842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70AB0816-8D8F-1436-DF44-9485A2A687E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3732F9D2-2993-7F92-12D1-3F8D12963717}"/>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5DD5D656-2C39-348B-6EB8-A8ABD50A685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C60C502D-FF94-EB39-7EE1-A3C53265DFF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82D8CA41-C21F-2B82-A52A-8305373E3EA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3" name="Group 672">
                  <a:extLst>
                    <a:ext uri="{FF2B5EF4-FFF2-40B4-BE49-F238E27FC236}">
                      <a16:creationId xmlns:a16="http://schemas.microsoft.com/office/drawing/2014/main" id="{768DFA8D-EF2E-546E-0C96-3C12E751F3BE}"/>
                    </a:ext>
                  </a:extLst>
                </p:cNvPr>
                <p:cNvGrpSpPr/>
                <p:nvPr/>
              </p:nvGrpSpPr>
              <p:grpSpPr>
                <a:xfrm>
                  <a:off x="9755246" y="5309088"/>
                  <a:ext cx="593889" cy="593625"/>
                  <a:chOff x="1910636" y="2494271"/>
                  <a:chExt cx="593889" cy="593625"/>
                </a:xfrm>
              </p:grpSpPr>
              <p:sp>
                <p:nvSpPr>
                  <p:cNvPr id="684" name="Rectangle 683">
                    <a:extLst>
                      <a:ext uri="{FF2B5EF4-FFF2-40B4-BE49-F238E27FC236}">
                        <a16:creationId xmlns:a16="http://schemas.microsoft.com/office/drawing/2014/main" id="{F286761A-098A-FF02-0AB1-8FA6BA365DD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6942E199-3756-A467-3467-4D3D6FCAD87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BA1E0260-2ABA-B0B7-F1F9-E3691CB9ACE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9E59D52D-FA20-6240-2BC0-33A09AF7BE7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07E97179-9AC9-DF5C-9B4F-18B47095ED8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43DEEA35-4649-E3E4-7533-20CBBF88C2E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EE6F1272-A2BB-F024-D939-FAF237FF6CD8}"/>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CF807777-3969-F288-D41E-AF5CBA6CD83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9FCD9A2A-4957-FA1A-1BDC-91149BD808C2}"/>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4" name="Group 673">
                  <a:extLst>
                    <a:ext uri="{FF2B5EF4-FFF2-40B4-BE49-F238E27FC236}">
                      <a16:creationId xmlns:a16="http://schemas.microsoft.com/office/drawing/2014/main" id="{9ADF0550-31FA-8332-361E-1920BAC38B59}"/>
                    </a:ext>
                  </a:extLst>
                </p:cNvPr>
                <p:cNvGrpSpPr/>
                <p:nvPr/>
              </p:nvGrpSpPr>
              <p:grpSpPr>
                <a:xfrm>
                  <a:off x="9651794" y="5408070"/>
                  <a:ext cx="593889" cy="593625"/>
                  <a:chOff x="1910636" y="2494271"/>
                  <a:chExt cx="593889" cy="593625"/>
                </a:xfrm>
              </p:grpSpPr>
              <p:sp>
                <p:nvSpPr>
                  <p:cNvPr id="675" name="Rectangle 674">
                    <a:extLst>
                      <a:ext uri="{FF2B5EF4-FFF2-40B4-BE49-F238E27FC236}">
                        <a16:creationId xmlns:a16="http://schemas.microsoft.com/office/drawing/2014/main" id="{C18A9692-053A-B957-5C45-21B231D387A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0AA77FB2-F621-7243-285A-472BEFC2424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A7730EEC-905D-2ADD-8B20-866174BC8ED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5FE4CB63-AD16-6BE5-19EB-3BF921BE772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A63FED8C-BE4C-B1CC-AD66-1A855FB922E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A0F8B5F4-4EFF-3C2B-E8A2-AE676F9EA06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E36C5FDA-8003-698C-BC82-18CFF6EE36D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60E7223B-DEB6-D0A6-C4CC-8F19EDF201F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B6AF347D-161D-E207-1AE5-5A3C7787F59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0" name="Group 609">
                <a:extLst>
                  <a:ext uri="{FF2B5EF4-FFF2-40B4-BE49-F238E27FC236}">
                    <a16:creationId xmlns:a16="http://schemas.microsoft.com/office/drawing/2014/main" id="{AB55FCBD-2EF5-51CE-FBB9-929BFBDDFE72}"/>
                  </a:ext>
                </a:extLst>
              </p:cNvPr>
              <p:cNvGrpSpPr/>
              <p:nvPr/>
            </p:nvGrpSpPr>
            <p:grpSpPr>
              <a:xfrm rot="10800000" flipH="1">
                <a:off x="9077366" y="3386228"/>
                <a:ext cx="397619" cy="396106"/>
                <a:chOff x="7383761" y="5206905"/>
                <a:chExt cx="796285" cy="793255"/>
              </a:xfrm>
            </p:grpSpPr>
            <p:grpSp>
              <p:nvGrpSpPr>
                <p:cNvPr id="642" name="Group 641">
                  <a:extLst>
                    <a:ext uri="{FF2B5EF4-FFF2-40B4-BE49-F238E27FC236}">
                      <a16:creationId xmlns:a16="http://schemas.microsoft.com/office/drawing/2014/main" id="{85396787-DC7B-F132-9A39-CB4B02150914}"/>
                    </a:ext>
                  </a:extLst>
                </p:cNvPr>
                <p:cNvGrpSpPr/>
                <p:nvPr/>
              </p:nvGrpSpPr>
              <p:grpSpPr>
                <a:xfrm>
                  <a:off x="7586157" y="5206905"/>
                  <a:ext cx="593889" cy="593625"/>
                  <a:chOff x="1910636" y="2494271"/>
                  <a:chExt cx="593889" cy="593625"/>
                </a:xfrm>
              </p:grpSpPr>
              <p:sp>
                <p:nvSpPr>
                  <p:cNvPr id="663" name="Rectangle 662">
                    <a:extLst>
                      <a:ext uri="{FF2B5EF4-FFF2-40B4-BE49-F238E27FC236}">
                        <a16:creationId xmlns:a16="http://schemas.microsoft.com/office/drawing/2014/main" id="{A52777BB-B1A3-6521-3137-4182B63E52F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B0A76D96-63B7-DC9F-CCF0-08ABCFB93B2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0B4295D6-ED58-E771-D207-61BD4B26FD5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04B34FDD-3B4D-6FC3-96A4-E6FF10A2F92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5BF8E5A8-16A6-FCD8-71F0-6547836C486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BD5D5CC6-DAD4-8770-E411-E0B71F516556}"/>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CCA860DA-9986-C01D-1969-845E0E28D55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A2F08CD7-48BC-7BCF-961C-82D8BA8288D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AEBB9884-FCAF-29C0-818B-A43B6DC3C480}"/>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3" name="Group 642">
                  <a:extLst>
                    <a:ext uri="{FF2B5EF4-FFF2-40B4-BE49-F238E27FC236}">
                      <a16:creationId xmlns:a16="http://schemas.microsoft.com/office/drawing/2014/main" id="{D7941D7E-6402-88A5-4A16-8DCA3E190B58}"/>
                    </a:ext>
                  </a:extLst>
                </p:cNvPr>
                <p:cNvGrpSpPr/>
                <p:nvPr/>
              </p:nvGrpSpPr>
              <p:grpSpPr>
                <a:xfrm>
                  <a:off x="7487213" y="5307553"/>
                  <a:ext cx="593889" cy="593625"/>
                  <a:chOff x="1910636" y="2494271"/>
                  <a:chExt cx="593889" cy="593625"/>
                </a:xfrm>
              </p:grpSpPr>
              <p:sp>
                <p:nvSpPr>
                  <p:cNvPr id="654" name="Rectangle 653">
                    <a:extLst>
                      <a:ext uri="{FF2B5EF4-FFF2-40B4-BE49-F238E27FC236}">
                        <a16:creationId xmlns:a16="http://schemas.microsoft.com/office/drawing/2014/main" id="{76C5D917-6E8C-3880-D9AF-B2B3B3B7129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A227AEB0-1B2B-A554-6453-BEEAD295335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8D7B798F-A9E6-6170-19AD-BBCF604A368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4250E129-A5E4-0A55-3FEC-F869FA61A36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AED9DB2D-3276-B878-347F-3B683D31294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827F4205-A467-CAE2-E937-9374DED51A85}"/>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C5C08941-C9DA-BBB4-B457-B3FB5DC2413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D401E208-6E2E-AFF3-1EBC-AB04F451854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56BBAA05-ABE9-4017-9DD1-E272137C66DC}"/>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4" name="Group 643">
                  <a:extLst>
                    <a:ext uri="{FF2B5EF4-FFF2-40B4-BE49-F238E27FC236}">
                      <a16:creationId xmlns:a16="http://schemas.microsoft.com/office/drawing/2014/main" id="{8A966E39-B120-CCC5-D6E4-856D77B7E499}"/>
                    </a:ext>
                  </a:extLst>
                </p:cNvPr>
                <p:cNvGrpSpPr/>
                <p:nvPr/>
              </p:nvGrpSpPr>
              <p:grpSpPr>
                <a:xfrm>
                  <a:off x="7383761" y="5406535"/>
                  <a:ext cx="593889" cy="593625"/>
                  <a:chOff x="1910636" y="2494271"/>
                  <a:chExt cx="593889" cy="593625"/>
                </a:xfrm>
              </p:grpSpPr>
              <p:sp>
                <p:nvSpPr>
                  <p:cNvPr id="645" name="Rectangle 644">
                    <a:extLst>
                      <a:ext uri="{FF2B5EF4-FFF2-40B4-BE49-F238E27FC236}">
                        <a16:creationId xmlns:a16="http://schemas.microsoft.com/office/drawing/2014/main" id="{D9DAA4EF-0BAA-4755-45A0-D6F6F7A12282}"/>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96171993-8B7B-0B63-3D1F-C315B106A27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Rectangle 646">
                    <a:extLst>
                      <a:ext uri="{FF2B5EF4-FFF2-40B4-BE49-F238E27FC236}">
                        <a16:creationId xmlns:a16="http://schemas.microsoft.com/office/drawing/2014/main" id="{F877EC73-6B60-B85C-B3D7-3B5E5DCC5C5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Rectangle 647">
                    <a:extLst>
                      <a:ext uri="{FF2B5EF4-FFF2-40B4-BE49-F238E27FC236}">
                        <a16:creationId xmlns:a16="http://schemas.microsoft.com/office/drawing/2014/main" id="{8C4F626F-FD84-451E-F12F-A118AAC22644}"/>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a16="http://schemas.microsoft.com/office/drawing/2014/main" id="{5572E561-CEE5-AFAE-5635-A11438C6D26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5CC09771-522F-7522-CA2A-0C22BDF6774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CF50438-9CA4-B873-E51F-0AE5FBFA3E7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6617B9BE-588E-C920-9024-5621457BE27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E737B8A3-6EFC-28A2-2044-C28FD049795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1" name="Group 610">
                <a:extLst>
                  <a:ext uri="{FF2B5EF4-FFF2-40B4-BE49-F238E27FC236}">
                    <a16:creationId xmlns:a16="http://schemas.microsoft.com/office/drawing/2014/main" id="{B1C76BF9-0F4D-C40E-FEF1-2A8BD1EFEA96}"/>
                  </a:ext>
                </a:extLst>
              </p:cNvPr>
              <p:cNvGrpSpPr/>
              <p:nvPr/>
            </p:nvGrpSpPr>
            <p:grpSpPr>
              <a:xfrm rot="10800000" flipH="1">
                <a:off x="9419294" y="3386228"/>
                <a:ext cx="397619" cy="396106"/>
                <a:chOff x="9651794" y="5208440"/>
                <a:chExt cx="796285" cy="793255"/>
              </a:xfrm>
            </p:grpSpPr>
            <p:grpSp>
              <p:nvGrpSpPr>
                <p:cNvPr id="612" name="Group 611">
                  <a:extLst>
                    <a:ext uri="{FF2B5EF4-FFF2-40B4-BE49-F238E27FC236}">
                      <a16:creationId xmlns:a16="http://schemas.microsoft.com/office/drawing/2014/main" id="{18B25D18-439D-65E8-8877-70AB10328E65}"/>
                    </a:ext>
                  </a:extLst>
                </p:cNvPr>
                <p:cNvGrpSpPr/>
                <p:nvPr/>
              </p:nvGrpSpPr>
              <p:grpSpPr>
                <a:xfrm>
                  <a:off x="9854190" y="5208440"/>
                  <a:ext cx="593889" cy="593625"/>
                  <a:chOff x="1910636" y="2494271"/>
                  <a:chExt cx="593889" cy="593625"/>
                </a:xfrm>
              </p:grpSpPr>
              <p:sp>
                <p:nvSpPr>
                  <p:cNvPr id="633" name="Rectangle 632">
                    <a:extLst>
                      <a:ext uri="{FF2B5EF4-FFF2-40B4-BE49-F238E27FC236}">
                        <a16:creationId xmlns:a16="http://schemas.microsoft.com/office/drawing/2014/main" id="{1E91D083-57C3-C225-1A3A-963470DD3DD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077D8BB8-B393-3156-A540-315E9E003F7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a16="http://schemas.microsoft.com/office/drawing/2014/main" id="{8D3782B0-E35E-6592-9211-7B6C423F004F}"/>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a16="http://schemas.microsoft.com/office/drawing/2014/main" id="{9FD45E30-93DE-1B35-3745-A77210BA8B1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Rectangle 636">
                    <a:extLst>
                      <a:ext uri="{FF2B5EF4-FFF2-40B4-BE49-F238E27FC236}">
                        <a16:creationId xmlns:a16="http://schemas.microsoft.com/office/drawing/2014/main" id="{30D48538-03B5-5423-7D03-526DB23D367A}"/>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Rectangle 637">
                    <a:extLst>
                      <a:ext uri="{FF2B5EF4-FFF2-40B4-BE49-F238E27FC236}">
                        <a16:creationId xmlns:a16="http://schemas.microsoft.com/office/drawing/2014/main" id="{F68CE819-D428-F99A-8FB4-8763DAF975D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Rectangle 638">
                    <a:extLst>
                      <a:ext uri="{FF2B5EF4-FFF2-40B4-BE49-F238E27FC236}">
                        <a16:creationId xmlns:a16="http://schemas.microsoft.com/office/drawing/2014/main" id="{8E707580-94EF-D2CB-F646-FFC452C3A73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915AC679-901B-7FBB-B645-69FD1D9CF260}"/>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5C4D21D0-99F7-F539-83EE-459CA5312F1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3" name="Group 612">
                  <a:extLst>
                    <a:ext uri="{FF2B5EF4-FFF2-40B4-BE49-F238E27FC236}">
                      <a16:creationId xmlns:a16="http://schemas.microsoft.com/office/drawing/2014/main" id="{CFE837AA-36CB-8053-DE1F-E3F599F56F0F}"/>
                    </a:ext>
                  </a:extLst>
                </p:cNvPr>
                <p:cNvGrpSpPr/>
                <p:nvPr/>
              </p:nvGrpSpPr>
              <p:grpSpPr>
                <a:xfrm>
                  <a:off x="9755246" y="5309088"/>
                  <a:ext cx="593889" cy="593625"/>
                  <a:chOff x="1910636" y="2494271"/>
                  <a:chExt cx="593889" cy="593625"/>
                </a:xfrm>
              </p:grpSpPr>
              <p:sp>
                <p:nvSpPr>
                  <p:cNvPr id="624" name="Rectangle 623">
                    <a:extLst>
                      <a:ext uri="{FF2B5EF4-FFF2-40B4-BE49-F238E27FC236}">
                        <a16:creationId xmlns:a16="http://schemas.microsoft.com/office/drawing/2014/main" id="{49241890-C8E3-BB89-A481-54C1C3CF7A3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CF306AC3-44EA-1BC2-0072-635CCB0059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862D6F69-04E9-9CE4-C73E-990B7CF7DBC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Rectangle 626">
                    <a:extLst>
                      <a:ext uri="{FF2B5EF4-FFF2-40B4-BE49-F238E27FC236}">
                        <a16:creationId xmlns:a16="http://schemas.microsoft.com/office/drawing/2014/main" id="{D226C5D6-6BA1-BE14-6F6E-E8D924F74D7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Rectangle 627">
                    <a:extLst>
                      <a:ext uri="{FF2B5EF4-FFF2-40B4-BE49-F238E27FC236}">
                        <a16:creationId xmlns:a16="http://schemas.microsoft.com/office/drawing/2014/main" id="{C8A2A63B-2FC9-E848-D5F2-6FB80CCA277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Rectangle 628">
                    <a:extLst>
                      <a:ext uri="{FF2B5EF4-FFF2-40B4-BE49-F238E27FC236}">
                        <a16:creationId xmlns:a16="http://schemas.microsoft.com/office/drawing/2014/main" id="{8EE77B55-0EB4-6AE6-4401-C13C2CC84DA5}"/>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a16="http://schemas.microsoft.com/office/drawing/2014/main" id="{5F2B5F10-9764-36AB-DD75-208184B2210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a16="http://schemas.microsoft.com/office/drawing/2014/main" id="{D904ABBE-81E8-9893-2073-1E6DDDE3468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a16="http://schemas.microsoft.com/office/drawing/2014/main" id="{2A26342B-1326-9056-3743-255A11B4681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4" name="Group 613">
                  <a:extLst>
                    <a:ext uri="{FF2B5EF4-FFF2-40B4-BE49-F238E27FC236}">
                      <a16:creationId xmlns:a16="http://schemas.microsoft.com/office/drawing/2014/main" id="{B5880C5C-4A74-2CA4-63DC-CD582CFDF96B}"/>
                    </a:ext>
                  </a:extLst>
                </p:cNvPr>
                <p:cNvGrpSpPr/>
                <p:nvPr/>
              </p:nvGrpSpPr>
              <p:grpSpPr>
                <a:xfrm>
                  <a:off x="9651794" y="5408070"/>
                  <a:ext cx="593889" cy="593625"/>
                  <a:chOff x="1910636" y="2494271"/>
                  <a:chExt cx="593889" cy="593625"/>
                </a:xfrm>
              </p:grpSpPr>
              <p:sp>
                <p:nvSpPr>
                  <p:cNvPr id="615" name="Rectangle 614">
                    <a:extLst>
                      <a:ext uri="{FF2B5EF4-FFF2-40B4-BE49-F238E27FC236}">
                        <a16:creationId xmlns:a16="http://schemas.microsoft.com/office/drawing/2014/main" id="{114B84A9-8C24-7597-6F35-C11E3FB7C677}"/>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Rectangle 615">
                    <a:extLst>
                      <a:ext uri="{FF2B5EF4-FFF2-40B4-BE49-F238E27FC236}">
                        <a16:creationId xmlns:a16="http://schemas.microsoft.com/office/drawing/2014/main" id="{DE84F0ED-8340-A6AE-393A-17737E1AA24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D4B2EC58-B738-ECB0-17BC-780E86CE249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980391A4-66CF-4C8B-5013-130BDF539ED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Rectangle 618">
                    <a:extLst>
                      <a:ext uri="{FF2B5EF4-FFF2-40B4-BE49-F238E27FC236}">
                        <a16:creationId xmlns:a16="http://schemas.microsoft.com/office/drawing/2014/main" id="{65F3A677-E15B-A1D7-F940-BC35FD9EB14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6331F5E3-B395-4D91-4726-47CA12C3032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A5FA241E-0907-84B4-4CFB-6B2EB290203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A8E55007-EFF9-5662-3840-DA2727EB1FB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7EF13210-0FA1-61ED-3152-53D1E49090A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cxnSp>
          <p:nvCxnSpPr>
            <p:cNvPr id="5" name="Straight Connector 4">
              <a:extLst>
                <a:ext uri="{FF2B5EF4-FFF2-40B4-BE49-F238E27FC236}">
                  <a16:creationId xmlns:a16="http://schemas.microsoft.com/office/drawing/2014/main" id="{B96EFA31-1F6D-5B8B-5C4C-91B08E22D0AE}"/>
                </a:ext>
              </a:extLst>
            </p:cNvPr>
            <p:cNvCxnSpPr>
              <a:cxnSpLocks/>
            </p:cNvCxnSpPr>
            <p:nvPr/>
          </p:nvCxnSpPr>
          <p:spPr>
            <a:xfrm flipH="1">
              <a:off x="7596948" y="2123429"/>
              <a:ext cx="100870" cy="331080"/>
            </a:xfrm>
            <a:prstGeom prst="line">
              <a:avLst/>
            </a:prstGeom>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7F1F52-B873-477A-5945-FFEB4DA5BB1A}"/>
                </a:ext>
              </a:extLst>
            </p:cNvPr>
            <p:cNvCxnSpPr>
              <a:cxnSpLocks/>
            </p:cNvCxnSpPr>
            <p:nvPr/>
          </p:nvCxnSpPr>
          <p:spPr>
            <a:xfrm>
              <a:off x="7697818" y="2123429"/>
              <a:ext cx="223645" cy="316970"/>
            </a:xfrm>
            <a:prstGeom prst="line">
              <a:avLst/>
            </a:prstGeom>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11C1AE0-3643-A13B-45C9-7427C72D66FC}"/>
                </a:ext>
              </a:extLst>
            </p:cNvPr>
            <p:cNvCxnSpPr>
              <a:cxnSpLocks/>
            </p:cNvCxnSpPr>
            <p:nvPr/>
          </p:nvCxnSpPr>
          <p:spPr>
            <a:xfrm>
              <a:off x="7669704" y="2123429"/>
              <a:ext cx="548054" cy="345190"/>
            </a:xfrm>
            <a:prstGeom prst="line">
              <a:avLst/>
            </a:prstGeom>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0CC45548-F411-5F7B-E822-AF23E84647A0}"/>
                </a:ext>
              </a:extLst>
            </p:cNvPr>
            <p:cNvCxnSpPr>
              <a:cxnSpLocks/>
            </p:cNvCxnSpPr>
            <p:nvPr/>
          </p:nvCxnSpPr>
          <p:spPr>
            <a:xfrm>
              <a:off x="7723931" y="2151158"/>
              <a:ext cx="795007" cy="334554"/>
            </a:xfrm>
            <a:prstGeom prst="line">
              <a:avLst/>
            </a:prstGeom>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9A4F6A26-09A7-12B6-A0D5-588139123ACF}"/>
                </a:ext>
              </a:extLst>
            </p:cNvPr>
            <p:cNvCxnSpPr>
              <a:cxnSpLocks/>
            </p:cNvCxnSpPr>
            <p:nvPr/>
          </p:nvCxnSpPr>
          <p:spPr>
            <a:xfrm>
              <a:off x="7716877" y="2115885"/>
              <a:ext cx="1100529" cy="373897"/>
            </a:xfrm>
            <a:prstGeom prst="line">
              <a:avLst/>
            </a:prstGeom>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4B06668-A6A4-9807-7F6A-DAF4C99EB06A}"/>
                </a:ext>
              </a:extLst>
            </p:cNvPr>
            <p:cNvCxnSpPr>
              <a:cxnSpLocks/>
            </p:cNvCxnSpPr>
            <p:nvPr/>
          </p:nvCxnSpPr>
          <p:spPr>
            <a:xfrm>
              <a:off x="7697818" y="2123429"/>
              <a:ext cx="1440123" cy="367619"/>
            </a:xfrm>
            <a:prstGeom prst="line">
              <a:avLst/>
            </a:prstGeom>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98BF533-7F22-A934-0380-95925E0E6154}"/>
                </a:ext>
              </a:extLst>
            </p:cNvPr>
            <p:cNvCxnSpPr>
              <a:cxnSpLocks/>
            </p:cNvCxnSpPr>
            <p:nvPr/>
          </p:nvCxnSpPr>
          <p:spPr>
            <a:xfrm flipH="1">
              <a:off x="7596948" y="2935039"/>
              <a:ext cx="89051" cy="30644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008F239-DDFE-B65E-B2C3-6B7A7E936A16}"/>
                </a:ext>
              </a:extLst>
            </p:cNvPr>
            <p:cNvCxnSpPr>
              <a:cxnSpLocks/>
            </p:cNvCxnSpPr>
            <p:nvPr/>
          </p:nvCxnSpPr>
          <p:spPr>
            <a:xfrm flipH="1">
              <a:off x="7637300" y="2935039"/>
              <a:ext cx="352385" cy="2867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43851D2-A986-426D-02DA-344305819A73}"/>
                </a:ext>
              </a:extLst>
            </p:cNvPr>
            <p:cNvCxnSpPr>
              <a:cxnSpLocks/>
            </p:cNvCxnSpPr>
            <p:nvPr/>
          </p:nvCxnSpPr>
          <p:spPr>
            <a:xfrm flipH="1">
              <a:off x="7614037" y="2929704"/>
              <a:ext cx="672548"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627B4BF0-5D37-7C77-9980-0775CAE57776}"/>
                </a:ext>
              </a:extLst>
            </p:cNvPr>
            <p:cNvCxnSpPr>
              <a:cxnSpLocks/>
            </p:cNvCxnSpPr>
            <p:nvPr/>
          </p:nvCxnSpPr>
          <p:spPr>
            <a:xfrm flipH="1">
              <a:off x="7627162" y="2913695"/>
              <a:ext cx="1015607" cy="30804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21F3CEE-3308-5E46-E764-6F22E0148E64}"/>
                </a:ext>
              </a:extLst>
            </p:cNvPr>
            <p:cNvCxnSpPr>
              <a:cxnSpLocks/>
            </p:cNvCxnSpPr>
            <p:nvPr/>
          </p:nvCxnSpPr>
          <p:spPr>
            <a:xfrm flipH="1">
              <a:off x="7575295" y="2929704"/>
              <a:ext cx="1315496"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2FA7B71-49E4-8CA8-B8C5-CA47E95F631D}"/>
                </a:ext>
              </a:extLst>
            </p:cNvPr>
            <p:cNvCxnSpPr>
              <a:cxnSpLocks/>
            </p:cNvCxnSpPr>
            <p:nvPr/>
          </p:nvCxnSpPr>
          <p:spPr>
            <a:xfrm flipH="1">
              <a:off x="7614037" y="2913695"/>
              <a:ext cx="1645615" cy="28992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200E90B2-FFFB-305F-A526-BFC68AF61839}"/>
                </a:ext>
              </a:extLst>
            </p:cNvPr>
            <p:cNvGrpSpPr/>
            <p:nvPr/>
          </p:nvGrpSpPr>
          <p:grpSpPr>
            <a:xfrm>
              <a:off x="7526231" y="3267600"/>
              <a:ext cx="3147554" cy="497966"/>
              <a:chOff x="7772214" y="4217521"/>
              <a:chExt cx="3457408" cy="546987"/>
            </a:xfrm>
          </p:grpSpPr>
          <p:sp>
            <p:nvSpPr>
              <p:cNvPr id="18" name="Rectangle 17">
                <a:extLst>
                  <a:ext uri="{FF2B5EF4-FFF2-40B4-BE49-F238E27FC236}">
                    <a16:creationId xmlns:a16="http://schemas.microsoft.com/office/drawing/2014/main" id="{16024E93-D805-8E6A-C138-50802BA64A3E}"/>
                  </a:ext>
                </a:extLst>
              </p:cNvPr>
              <p:cNvSpPr/>
              <p:nvPr/>
            </p:nvSpPr>
            <p:spPr>
              <a:xfrm rot="10800000" flipH="1">
                <a:off x="831735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3FC5B3A-1B8B-AFD8-A2B9-D7BC965C8FF7}"/>
                  </a:ext>
                </a:extLst>
              </p:cNvPr>
              <p:cNvSpPr/>
              <p:nvPr/>
            </p:nvSpPr>
            <p:spPr>
              <a:xfrm rot="10800000" flipH="1">
                <a:off x="841778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81E6D6-E6B2-967B-F9C1-9E09BD563AF5}"/>
                  </a:ext>
                </a:extLst>
              </p:cNvPr>
              <p:cNvSpPr/>
              <p:nvPr/>
            </p:nvSpPr>
            <p:spPr>
              <a:xfrm rot="10800000" flipH="1">
                <a:off x="851820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E2CE524-8C1A-02D8-E797-BF3373BC05FC}"/>
                  </a:ext>
                </a:extLst>
              </p:cNvPr>
              <p:cNvSpPr/>
              <p:nvPr/>
            </p:nvSpPr>
            <p:spPr>
              <a:xfrm rot="10800000" flipH="1">
                <a:off x="861862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E764927-CB3F-024F-02DE-3E3FF8FA1CA2}"/>
                  </a:ext>
                </a:extLst>
              </p:cNvPr>
              <p:cNvSpPr/>
              <p:nvPr/>
            </p:nvSpPr>
            <p:spPr>
              <a:xfrm rot="10800000" flipH="1">
                <a:off x="871904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CDB9D56-38D4-334C-00ED-27F0F6D66DBF}"/>
                  </a:ext>
                </a:extLst>
              </p:cNvPr>
              <p:cNvSpPr/>
              <p:nvPr/>
            </p:nvSpPr>
            <p:spPr>
              <a:xfrm rot="10800000" flipH="1">
                <a:off x="881947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A5CD55D-3A88-A1F6-7C60-730360CBB557}"/>
                  </a:ext>
                </a:extLst>
              </p:cNvPr>
              <p:cNvSpPr/>
              <p:nvPr/>
            </p:nvSpPr>
            <p:spPr>
              <a:xfrm rot="10800000" flipH="1">
                <a:off x="891989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904F34B-4067-2CB3-3100-D8B7331164AC}"/>
                  </a:ext>
                </a:extLst>
              </p:cNvPr>
              <p:cNvSpPr/>
              <p:nvPr/>
            </p:nvSpPr>
            <p:spPr>
              <a:xfrm rot="10800000" flipH="1">
                <a:off x="902031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9F4A554-57FC-DDD7-1170-426804C7419E}"/>
                  </a:ext>
                </a:extLst>
              </p:cNvPr>
              <p:cNvSpPr/>
              <p:nvPr/>
            </p:nvSpPr>
            <p:spPr>
              <a:xfrm rot="10800000" flipH="1">
                <a:off x="912074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BF3BA0-4062-39F0-400B-A9F619F5F209}"/>
                  </a:ext>
                </a:extLst>
              </p:cNvPr>
              <p:cNvSpPr/>
              <p:nvPr/>
            </p:nvSpPr>
            <p:spPr>
              <a:xfrm rot="10800000" flipH="1">
                <a:off x="922116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B473847-FF69-FC61-9EC1-679D096E6BC4}"/>
                  </a:ext>
                </a:extLst>
              </p:cNvPr>
              <p:cNvSpPr/>
              <p:nvPr/>
            </p:nvSpPr>
            <p:spPr>
              <a:xfrm rot="10800000" flipH="1">
                <a:off x="932158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884875D-FE61-06C1-C130-EA5D4C19318E}"/>
                  </a:ext>
                </a:extLst>
              </p:cNvPr>
              <p:cNvSpPr/>
              <p:nvPr/>
            </p:nvSpPr>
            <p:spPr>
              <a:xfrm rot="10800000" flipH="1">
                <a:off x="942200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1D39544-2802-E8D9-1985-E0A3FF4F8E50}"/>
                  </a:ext>
                </a:extLst>
              </p:cNvPr>
              <p:cNvSpPr/>
              <p:nvPr/>
            </p:nvSpPr>
            <p:spPr>
              <a:xfrm rot="10800000" flipH="1">
                <a:off x="952243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223DF33-DDF0-A401-BD78-7C4B5B42FD2F}"/>
                  </a:ext>
                </a:extLst>
              </p:cNvPr>
              <p:cNvSpPr/>
              <p:nvPr/>
            </p:nvSpPr>
            <p:spPr>
              <a:xfrm rot="10800000" flipH="1">
                <a:off x="962285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F5E3D8E-7B3B-6A3F-0A9C-F45448A35784}"/>
                  </a:ext>
                </a:extLst>
              </p:cNvPr>
              <p:cNvSpPr/>
              <p:nvPr/>
            </p:nvSpPr>
            <p:spPr>
              <a:xfrm rot="10800000" flipH="1">
                <a:off x="972327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0E37969-3405-1E5F-F0F1-F7AAB17C66B3}"/>
                  </a:ext>
                </a:extLst>
              </p:cNvPr>
              <p:cNvSpPr/>
              <p:nvPr/>
            </p:nvSpPr>
            <p:spPr>
              <a:xfrm rot="10800000" flipH="1">
                <a:off x="982370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600DBFE-959B-7A58-A31A-A031A02571A3}"/>
                  </a:ext>
                </a:extLst>
              </p:cNvPr>
              <p:cNvSpPr/>
              <p:nvPr/>
            </p:nvSpPr>
            <p:spPr>
              <a:xfrm rot="10800000" flipH="1">
                <a:off x="992412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D066451-5C40-5DFA-EA83-8E8C8C14F4E3}"/>
                  </a:ext>
                </a:extLst>
              </p:cNvPr>
              <p:cNvSpPr/>
              <p:nvPr/>
            </p:nvSpPr>
            <p:spPr>
              <a:xfrm rot="10800000" flipH="1">
                <a:off x="1002454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477706A-6341-8FFC-3A75-837FCD2317CA}"/>
                  </a:ext>
                </a:extLst>
              </p:cNvPr>
              <p:cNvSpPr/>
              <p:nvPr/>
            </p:nvSpPr>
            <p:spPr>
              <a:xfrm rot="10800000" flipH="1">
                <a:off x="1012497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0ED376-D1B4-A637-8219-E6B59AC99964}"/>
                  </a:ext>
                </a:extLst>
              </p:cNvPr>
              <p:cNvSpPr/>
              <p:nvPr/>
            </p:nvSpPr>
            <p:spPr>
              <a:xfrm rot="10800000" flipH="1">
                <a:off x="1022539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AFC820F-2F57-6AA2-4039-A076513052DC}"/>
                  </a:ext>
                </a:extLst>
              </p:cNvPr>
              <p:cNvSpPr/>
              <p:nvPr/>
            </p:nvSpPr>
            <p:spPr>
              <a:xfrm rot="10800000" flipH="1">
                <a:off x="1032581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E5097D0-B8AE-F630-6089-E5A9DFF431BB}"/>
                  </a:ext>
                </a:extLst>
              </p:cNvPr>
              <p:cNvSpPr/>
              <p:nvPr/>
            </p:nvSpPr>
            <p:spPr>
              <a:xfrm rot="10800000" flipH="1">
                <a:off x="1042623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5C8EF71-2513-3B90-2E97-5FFBD2348844}"/>
                  </a:ext>
                </a:extLst>
              </p:cNvPr>
              <p:cNvSpPr/>
              <p:nvPr/>
            </p:nvSpPr>
            <p:spPr>
              <a:xfrm rot="10800000" flipH="1">
                <a:off x="1052666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2FBB6BF-B362-3708-32B6-35B8751794F8}"/>
                  </a:ext>
                </a:extLst>
              </p:cNvPr>
              <p:cNvSpPr/>
              <p:nvPr/>
            </p:nvSpPr>
            <p:spPr>
              <a:xfrm rot="10800000" flipH="1">
                <a:off x="1062708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51C140E-E491-E135-E376-87CECA535C6F}"/>
                  </a:ext>
                </a:extLst>
              </p:cNvPr>
              <p:cNvSpPr/>
              <p:nvPr/>
            </p:nvSpPr>
            <p:spPr>
              <a:xfrm rot="10800000" flipH="1">
                <a:off x="1072750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5E5AA722-3DAD-5A69-9626-073B8251DA79}"/>
                  </a:ext>
                </a:extLst>
              </p:cNvPr>
              <p:cNvSpPr/>
              <p:nvPr/>
            </p:nvSpPr>
            <p:spPr>
              <a:xfrm rot="10800000" flipH="1">
                <a:off x="1082793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E44090E-83CC-0C00-3F65-01486EB397BD}"/>
                  </a:ext>
                </a:extLst>
              </p:cNvPr>
              <p:cNvSpPr/>
              <p:nvPr/>
            </p:nvSpPr>
            <p:spPr>
              <a:xfrm rot="10800000" flipH="1">
                <a:off x="1092835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A92EAF8-8A06-91B9-29C6-8173768D0ABC}"/>
                  </a:ext>
                </a:extLst>
              </p:cNvPr>
              <p:cNvSpPr/>
              <p:nvPr/>
            </p:nvSpPr>
            <p:spPr>
              <a:xfrm rot="10800000" flipH="1">
                <a:off x="1102877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1092FC8-1D3B-CC9D-4B91-5AC0D81E5CF6}"/>
                  </a:ext>
                </a:extLst>
              </p:cNvPr>
              <p:cNvSpPr/>
              <p:nvPr/>
            </p:nvSpPr>
            <p:spPr>
              <a:xfrm rot="10800000" flipH="1">
                <a:off x="1112919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1C9F0FE9-EBCA-95EC-B05A-B005CF2C3011}"/>
                  </a:ext>
                </a:extLst>
              </p:cNvPr>
              <p:cNvGrpSpPr/>
              <p:nvPr/>
            </p:nvGrpSpPr>
            <p:grpSpPr>
              <a:xfrm rot="10800000" flipH="1">
                <a:off x="8016088" y="4563796"/>
                <a:ext cx="3213534" cy="100423"/>
                <a:chOff x="1743959" y="2564091"/>
                <a:chExt cx="6334816" cy="197963"/>
              </a:xfrm>
              <a:solidFill>
                <a:schemeClr val="bg1"/>
              </a:solidFill>
            </p:grpSpPr>
            <p:sp>
              <p:nvSpPr>
                <p:cNvPr id="574" name="Rectangle 573">
                  <a:extLst>
                    <a:ext uri="{FF2B5EF4-FFF2-40B4-BE49-F238E27FC236}">
                      <a16:creationId xmlns:a16="http://schemas.microsoft.com/office/drawing/2014/main" id="{38BCD2F2-36E6-E1D5-9422-7C46FB8F4E4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77FE566C-D70E-7CDE-760F-940B4A35649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43458E02-1076-62A8-C6AA-347C5635563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C3E2A8F8-8CF4-25C3-0161-7CD888F46BAD}"/>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9CBCB3F7-693A-C1D3-5BB8-C525BDFC73ED}"/>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67524F0E-41F6-027C-E0FD-C72C7C883E56}"/>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Rectangle 579">
                  <a:extLst>
                    <a:ext uri="{FF2B5EF4-FFF2-40B4-BE49-F238E27FC236}">
                      <a16:creationId xmlns:a16="http://schemas.microsoft.com/office/drawing/2014/main" id="{A02B83D8-9A8B-974A-01B6-C2FC7A095DD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9F630CDD-03F8-288B-D47C-8D255161860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581">
                  <a:extLst>
                    <a:ext uri="{FF2B5EF4-FFF2-40B4-BE49-F238E27FC236}">
                      <a16:creationId xmlns:a16="http://schemas.microsoft.com/office/drawing/2014/main" id="{AA792247-1698-BB29-191C-233E991061C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283615B7-BD5D-D397-A2D4-8505992AE04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016D276E-A83E-F65F-4BE0-198B8D94BDFB}"/>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D181F389-6AF4-0201-0776-0E459C6B695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74AFF90B-1E71-2BDB-CD01-4829AC5335B0}"/>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236CA559-F015-F011-C95C-61C257A92CA7}"/>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4DF450A3-CDB9-C515-7B64-424BF796D5C9}"/>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E0F39110-EB5E-CE5F-4EED-9C33BA2D6BD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8DE18A8C-4A80-D4CE-2CEE-9298C9CF434E}"/>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661FC3EF-57DC-61B2-8C93-739E77A2E5F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5083C0FA-BE6B-6562-9DA2-1D63C9165809}"/>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C76790A2-FFF1-C878-D364-931DF29A7B7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847C3155-3DB0-CA25-BA3B-82F4453EC101}"/>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29F8279E-3359-A802-99D0-60A484178B1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E8AC7CF4-1514-E18B-15A4-6330FFB6C13C}"/>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51E263A8-063B-111B-2104-EC1FCB166E22}"/>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004F9AE9-86EB-8B83-EDB3-C7130C3CA0F2}"/>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0AC34411-77A7-73E6-8B4A-E4DD214E9200}"/>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3B128ECF-78B2-971E-53F4-18E42225379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E4F85899-CA6C-2A78-9B1A-3CD5D1158D2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D58BFEA5-98A6-6520-4D37-455F4B889F3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E4C9A963-D41F-43B5-540E-A22244C7ACD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Rectangle 603">
                  <a:extLst>
                    <a:ext uri="{FF2B5EF4-FFF2-40B4-BE49-F238E27FC236}">
                      <a16:creationId xmlns:a16="http://schemas.microsoft.com/office/drawing/2014/main" id="{EAECF698-D042-D95F-5B63-D198C0669B51}"/>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Rectangle 604">
                  <a:extLst>
                    <a:ext uri="{FF2B5EF4-FFF2-40B4-BE49-F238E27FC236}">
                      <a16:creationId xmlns:a16="http://schemas.microsoft.com/office/drawing/2014/main" id="{9FA7EA14-A534-C236-7513-BD61444892F0}"/>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66E66E87-177E-7192-5F5B-E028BA72821D}"/>
                  </a:ext>
                </a:extLst>
              </p:cNvPr>
              <p:cNvGrpSpPr/>
              <p:nvPr/>
            </p:nvGrpSpPr>
            <p:grpSpPr>
              <a:xfrm rot="10800000" flipH="1">
                <a:off x="8016088" y="4463373"/>
                <a:ext cx="3213534" cy="100423"/>
                <a:chOff x="1743959" y="2564091"/>
                <a:chExt cx="6334816" cy="197963"/>
              </a:xfrm>
              <a:solidFill>
                <a:schemeClr val="bg1"/>
              </a:solidFill>
            </p:grpSpPr>
            <p:sp>
              <p:nvSpPr>
                <p:cNvPr id="542" name="Rectangle 541">
                  <a:extLst>
                    <a:ext uri="{FF2B5EF4-FFF2-40B4-BE49-F238E27FC236}">
                      <a16:creationId xmlns:a16="http://schemas.microsoft.com/office/drawing/2014/main" id="{B31C87E5-99AB-E013-F614-AC1018C6C9B9}"/>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50E29ACC-0D1E-F5F7-2242-A00C2B03BC7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14C15573-002B-260A-2C4F-0679A44408C9}"/>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7D7048FD-9B99-B283-E649-EAD9BD221D0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A1BCBCA4-E076-E5C7-1DF3-FB67BCAC54A9}"/>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FF217BB0-0FFF-70C5-9FE3-FB334F233038}"/>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662AD59F-C528-A701-3A3A-115529695850}"/>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4B288710-9148-6D44-E55E-B7C1A622B1F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27F097CE-065A-23AB-0C1B-44601FAEA94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09269E2A-0099-AD5A-BB64-F6C9BC401C6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FA5E16CC-0F41-1B8E-61C3-9C3E3DF94914}"/>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A4D863C9-9B0D-A244-B099-3774A1A1A901}"/>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83E25ADC-0105-DDB4-4364-EE6E6A1D397A}"/>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19C771EF-5195-E07F-5CD9-11CEB7177DE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CA8C1825-B792-5142-3228-6548428257E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59E0E10C-18F9-08A7-346F-56DF31FDD498}"/>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5FF91D02-9392-AC16-5A09-16A60AA60E0C}"/>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7466F92C-EEAD-8F4F-C014-701C0BDE6D3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6E9453C3-E501-CEC8-1884-855663D76749}"/>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C6EB9A30-399E-0580-4AB2-CB3A03A6579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6A3D4952-37E1-B4E5-BF9C-FDF320130508}"/>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D63E1B95-F075-D189-3AEC-6050ADA35EF2}"/>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01A84C26-3CCF-D4F4-534E-68B94A72BFD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B33A4789-9BD5-1720-80E6-A0FDEDD2A14D}"/>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60FEB1E8-AFFF-8C5F-B598-1E491453BD8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54F1410D-4D5A-138D-8BC8-0030F5E643D4}"/>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F9CA295B-2268-DE2B-F795-619033AAD8DD}"/>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DCF9369B-282D-048E-9D56-4641876E5AF9}"/>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2A93E17B-F510-95DF-C0BA-F3598025776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3CE1E80C-71C3-B640-7AF8-C6CE0E574BAA}"/>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029ACFC1-9FAD-F56A-064A-472F5C5FDDE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15AF15BF-4554-543A-21E6-89410719263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076C4EF3-6557-FFD0-F90D-BCF4D37AD61D}"/>
                  </a:ext>
                </a:extLst>
              </p:cNvPr>
              <p:cNvGrpSpPr/>
              <p:nvPr/>
            </p:nvGrpSpPr>
            <p:grpSpPr>
              <a:xfrm rot="10800000" flipH="1">
                <a:off x="7967057" y="4618500"/>
                <a:ext cx="350300" cy="146008"/>
                <a:chOff x="1150032" y="5207038"/>
                <a:chExt cx="690543" cy="287825"/>
              </a:xfrm>
              <a:solidFill>
                <a:srgbClr val="7030A0"/>
              </a:solidFill>
            </p:grpSpPr>
            <p:sp>
              <p:nvSpPr>
                <p:cNvPr id="536" name="Rectangle 535">
                  <a:extLst>
                    <a:ext uri="{FF2B5EF4-FFF2-40B4-BE49-F238E27FC236}">
                      <a16:creationId xmlns:a16="http://schemas.microsoft.com/office/drawing/2014/main" id="{0EFBC5CA-DE76-0BEC-00AA-47CE164EE3A5}"/>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453882BF-DCEC-3716-AFB9-8AFFB9BBD71E}"/>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83324EF9-F7E4-9F96-D1A5-B977A04365B5}"/>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5047989F-77A3-B3CE-670E-8B8D9906AE78}"/>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31743196-4C86-934A-21FC-2799638D6D88}"/>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E15DF9D5-90A0-DFBF-4E16-D4630DD786A1}"/>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ectangle 49">
                <a:extLst>
                  <a:ext uri="{FF2B5EF4-FFF2-40B4-BE49-F238E27FC236}">
                    <a16:creationId xmlns:a16="http://schemas.microsoft.com/office/drawing/2014/main" id="{9A4F11C8-D1B1-EC1E-B2BA-2F54B92AD82C}"/>
                  </a:ext>
                </a:extLst>
              </p:cNvPr>
              <p:cNvSpPr/>
              <p:nvPr/>
            </p:nvSpPr>
            <p:spPr>
              <a:xfrm rot="10800000" flipH="1">
                <a:off x="826832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F5CFF41-4D86-D3FC-069F-F6FA7632FA25}"/>
                  </a:ext>
                </a:extLst>
              </p:cNvPr>
              <p:cNvSpPr/>
              <p:nvPr/>
            </p:nvSpPr>
            <p:spPr>
              <a:xfrm rot="10800000" flipH="1">
                <a:off x="836874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C281663-3E54-EC55-FBFD-34A2C6AA9917}"/>
                  </a:ext>
                </a:extLst>
              </p:cNvPr>
              <p:cNvSpPr/>
              <p:nvPr/>
            </p:nvSpPr>
            <p:spPr>
              <a:xfrm rot="10800000" flipH="1">
                <a:off x="846917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A709DE0-B8E4-92EC-CBC6-21C0BEAA0B52}"/>
                  </a:ext>
                </a:extLst>
              </p:cNvPr>
              <p:cNvSpPr/>
              <p:nvPr/>
            </p:nvSpPr>
            <p:spPr>
              <a:xfrm rot="10800000" flipH="1">
                <a:off x="856959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F06814B-98B1-B10A-1314-498F717E7ADC}"/>
                  </a:ext>
                </a:extLst>
              </p:cNvPr>
              <p:cNvSpPr/>
              <p:nvPr/>
            </p:nvSpPr>
            <p:spPr>
              <a:xfrm rot="10800000" flipH="1">
                <a:off x="867001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71F3701-B4F6-891A-2583-D6A5E43C6753}"/>
                  </a:ext>
                </a:extLst>
              </p:cNvPr>
              <p:cNvSpPr/>
              <p:nvPr/>
            </p:nvSpPr>
            <p:spPr>
              <a:xfrm rot="10800000" flipH="1">
                <a:off x="877044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ACD662BA-2636-37F1-AEB7-F2A2EAC573CD}"/>
                  </a:ext>
                </a:extLst>
              </p:cNvPr>
              <p:cNvSpPr/>
              <p:nvPr/>
            </p:nvSpPr>
            <p:spPr>
              <a:xfrm rot="10800000" flipH="1">
                <a:off x="887086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2B6349E-1E8A-DAD4-7100-13F5CBA1C818}"/>
                  </a:ext>
                </a:extLst>
              </p:cNvPr>
              <p:cNvSpPr/>
              <p:nvPr/>
            </p:nvSpPr>
            <p:spPr>
              <a:xfrm rot="10800000" flipH="1">
                <a:off x="897128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4A271B0-9B2C-074A-DBC7-B5D689397BF0}"/>
                  </a:ext>
                </a:extLst>
              </p:cNvPr>
              <p:cNvSpPr/>
              <p:nvPr/>
            </p:nvSpPr>
            <p:spPr>
              <a:xfrm rot="10800000" flipH="1">
                <a:off x="907171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3EF779C-DAC7-1B6B-EF8C-34FC25A8EF13}"/>
                  </a:ext>
                </a:extLst>
              </p:cNvPr>
              <p:cNvSpPr/>
              <p:nvPr/>
            </p:nvSpPr>
            <p:spPr>
              <a:xfrm rot="10800000" flipH="1">
                <a:off x="917213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161183B-2CE7-2D0E-2EE6-4E617EA99D63}"/>
                  </a:ext>
                </a:extLst>
              </p:cNvPr>
              <p:cNvSpPr/>
              <p:nvPr/>
            </p:nvSpPr>
            <p:spPr>
              <a:xfrm rot="10800000" flipH="1">
                <a:off x="927255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36519125-6E4E-F262-4BBC-581D84A3136E}"/>
                  </a:ext>
                </a:extLst>
              </p:cNvPr>
              <p:cNvSpPr/>
              <p:nvPr/>
            </p:nvSpPr>
            <p:spPr>
              <a:xfrm rot="10800000" flipH="1">
                <a:off x="937297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963924FA-F2B8-E442-A601-380E43CB5051}"/>
                  </a:ext>
                </a:extLst>
              </p:cNvPr>
              <p:cNvSpPr/>
              <p:nvPr/>
            </p:nvSpPr>
            <p:spPr>
              <a:xfrm rot="10800000" flipH="1">
                <a:off x="947340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08FE2AF-93FC-2A21-731D-D74C67335044}"/>
                  </a:ext>
                </a:extLst>
              </p:cNvPr>
              <p:cNvSpPr/>
              <p:nvPr/>
            </p:nvSpPr>
            <p:spPr>
              <a:xfrm rot="10800000" flipH="1">
                <a:off x="957382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2BEBA7D-F7DE-F0E4-1A6F-A2C6FF08E6F6}"/>
                  </a:ext>
                </a:extLst>
              </p:cNvPr>
              <p:cNvSpPr/>
              <p:nvPr/>
            </p:nvSpPr>
            <p:spPr>
              <a:xfrm rot="10800000" flipH="1">
                <a:off x="967424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ACDF2A7D-961E-A77A-178B-C7C29EDE08E3}"/>
                  </a:ext>
                </a:extLst>
              </p:cNvPr>
              <p:cNvSpPr/>
              <p:nvPr/>
            </p:nvSpPr>
            <p:spPr>
              <a:xfrm rot="10800000" flipH="1">
                <a:off x="977467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5D25319-1DCF-BFFC-A7AD-2A37B07FC380}"/>
                  </a:ext>
                </a:extLst>
              </p:cNvPr>
              <p:cNvSpPr/>
              <p:nvPr/>
            </p:nvSpPr>
            <p:spPr>
              <a:xfrm rot="10800000" flipH="1">
                <a:off x="987509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FC9096DC-7FFA-9F48-5E02-26FF304675FE}"/>
                  </a:ext>
                </a:extLst>
              </p:cNvPr>
              <p:cNvSpPr/>
              <p:nvPr/>
            </p:nvSpPr>
            <p:spPr>
              <a:xfrm rot="10800000" flipH="1">
                <a:off x="997551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B1392FB-AB88-0E74-E83C-70855B5D1C68}"/>
                  </a:ext>
                </a:extLst>
              </p:cNvPr>
              <p:cNvSpPr/>
              <p:nvPr/>
            </p:nvSpPr>
            <p:spPr>
              <a:xfrm rot="10800000" flipH="1">
                <a:off x="1007593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E63AF3C1-CAC7-F887-6EDB-2FBF0C543836}"/>
                  </a:ext>
                </a:extLst>
              </p:cNvPr>
              <p:cNvSpPr/>
              <p:nvPr/>
            </p:nvSpPr>
            <p:spPr>
              <a:xfrm rot="10800000" flipH="1">
                <a:off x="1017636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9C1969D-D0C1-A9C3-9E50-55FAD43BFAF9}"/>
                  </a:ext>
                </a:extLst>
              </p:cNvPr>
              <p:cNvSpPr/>
              <p:nvPr/>
            </p:nvSpPr>
            <p:spPr>
              <a:xfrm rot="10800000" flipH="1">
                <a:off x="1027678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E107851-8286-3058-33A8-2328F3813D03}"/>
                  </a:ext>
                </a:extLst>
              </p:cNvPr>
              <p:cNvSpPr/>
              <p:nvPr/>
            </p:nvSpPr>
            <p:spPr>
              <a:xfrm rot="10800000" flipH="1">
                <a:off x="1037720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A8D32E70-4BE1-F3FE-BFFE-A6EFCD2048B5}"/>
                  </a:ext>
                </a:extLst>
              </p:cNvPr>
              <p:cNvSpPr/>
              <p:nvPr/>
            </p:nvSpPr>
            <p:spPr>
              <a:xfrm rot="10800000" flipH="1">
                <a:off x="1047763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E8B7DEE-68BD-C6E4-6744-69581BE5394A}"/>
                  </a:ext>
                </a:extLst>
              </p:cNvPr>
              <p:cNvSpPr/>
              <p:nvPr/>
            </p:nvSpPr>
            <p:spPr>
              <a:xfrm rot="10800000" flipH="1">
                <a:off x="1057805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72A1A47-8BDD-4BA1-C638-8FD747849DA1}"/>
                  </a:ext>
                </a:extLst>
              </p:cNvPr>
              <p:cNvSpPr/>
              <p:nvPr/>
            </p:nvSpPr>
            <p:spPr>
              <a:xfrm rot="10800000" flipH="1">
                <a:off x="1067847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7DAE0A25-E303-49A0-6F82-C2A33F06CEFE}"/>
                  </a:ext>
                </a:extLst>
              </p:cNvPr>
              <p:cNvSpPr/>
              <p:nvPr/>
            </p:nvSpPr>
            <p:spPr>
              <a:xfrm rot="10800000" flipH="1">
                <a:off x="1077889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4C2C915-B6BA-6314-C706-9A1AD7F0A671}"/>
                  </a:ext>
                </a:extLst>
              </p:cNvPr>
              <p:cNvSpPr/>
              <p:nvPr/>
            </p:nvSpPr>
            <p:spPr>
              <a:xfrm rot="10800000" flipH="1">
                <a:off x="1087932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1FF2859-D5E5-F351-974A-AC6927C9906B}"/>
                  </a:ext>
                </a:extLst>
              </p:cNvPr>
              <p:cNvSpPr/>
              <p:nvPr/>
            </p:nvSpPr>
            <p:spPr>
              <a:xfrm rot="10800000" flipH="1">
                <a:off x="1097974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58C869B0-2123-16FB-8D0D-37BC560BB03D}"/>
                  </a:ext>
                </a:extLst>
              </p:cNvPr>
              <p:cNvSpPr/>
              <p:nvPr/>
            </p:nvSpPr>
            <p:spPr>
              <a:xfrm rot="10800000" flipH="1">
                <a:off x="1108016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a:extLst>
                  <a:ext uri="{FF2B5EF4-FFF2-40B4-BE49-F238E27FC236}">
                    <a16:creationId xmlns:a16="http://schemas.microsoft.com/office/drawing/2014/main" id="{D79A8760-5DE0-C353-81A2-12EC83995D40}"/>
                  </a:ext>
                </a:extLst>
              </p:cNvPr>
              <p:cNvGrpSpPr/>
              <p:nvPr/>
            </p:nvGrpSpPr>
            <p:grpSpPr>
              <a:xfrm rot="10800000" flipH="1">
                <a:off x="7967057" y="4518210"/>
                <a:ext cx="3213534" cy="100423"/>
                <a:chOff x="1743959" y="2564091"/>
                <a:chExt cx="6334816" cy="197963"/>
              </a:xfrm>
              <a:solidFill>
                <a:schemeClr val="bg1"/>
              </a:solidFill>
            </p:grpSpPr>
            <p:sp>
              <p:nvSpPr>
                <p:cNvPr id="504" name="Rectangle 503">
                  <a:extLst>
                    <a:ext uri="{FF2B5EF4-FFF2-40B4-BE49-F238E27FC236}">
                      <a16:creationId xmlns:a16="http://schemas.microsoft.com/office/drawing/2014/main" id="{F6BCB915-0124-DD5E-E186-8D18E312DA0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A4D40F79-3E31-E53D-53E8-4B709625E53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684026D4-95F0-ADA4-CD41-EC1C6D8A7564}"/>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8154B8F5-AE4D-72AF-79A4-EC4B7D917857}"/>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27B0E88D-7BA8-9709-1834-CA229D8079A9}"/>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62F373D3-407B-896B-FD5B-B0BFD7169A94}"/>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AE4DA00E-B46C-CFF3-2F60-1D687BD7F070}"/>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350836D3-E142-57B8-BA1C-6E5663FD5A8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E0933A3A-B25C-BBE2-FC3F-DA113DDE623C}"/>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5A15C6CD-6689-619B-0D3B-C5286644649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857F151E-BFB1-F42F-1573-11178A4F3D1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F3EA5CF1-0C8B-38EF-40ED-B829F08AB6B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7CD2199F-1A09-90B5-0C23-029846F37720}"/>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43467F7F-CFB6-BE5B-BE02-2CE6EA8A06B3}"/>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507D6C57-F4B2-4F10-828E-89F8E7117BA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3152BCC3-D01B-2740-4C67-DDA51282102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1774251C-0952-9264-2E2D-21E5FFBA5CF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E1E494A6-3610-7B95-2632-100BD3B8410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E2B4760C-68A5-DA4D-4B7E-C5974036E18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C463B39A-7A1F-505D-8E94-732CEB71CFC4}"/>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4DB6B442-9B12-2DC4-11DE-76DCE60CA5D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6A40B94B-622C-F25E-3ED0-4E20C046B5C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7D095193-2DCA-4DB0-9CDC-AC3DE84AB3B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40F90A1F-2E2B-4E1B-7EC7-07279C21BC3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D28CA08D-A56A-5B6C-BE05-97B1B1187B2B}"/>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9C3E4239-688F-12FB-6793-C934CE5A236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09A14B25-A166-DECE-34B6-6D8D959C8BF7}"/>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542F4C09-DCBA-EB61-BF31-855A7CDA4631}"/>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7B0D27F6-B91D-2D00-B24C-A0BE34584BF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994898D4-EDCE-7A3F-42BA-FB80F285475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D3D2465C-2CC8-9029-98D5-C622EB396C08}"/>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3ED9506F-3086-558B-0FAA-32B5E246EC5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B5CD47FF-7674-B699-F23E-047620BA68AB}"/>
                  </a:ext>
                </a:extLst>
              </p:cNvPr>
              <p:cNvGrpSpPr/>
              <p:nvPr/>
            </p:nvGrpSpPr>
            <p:grpSpPr>
              <a:xfrm rot="10800000" flipH="1">
                <a:off x="7967057" y="4417788"/>
                <a:ext cx="3213534" cy="100423"/>
                <a:chOff x="1743959" y="2564091"/>
                <a:chExt cx="6334816" cy="197963"/>
              </a:xfrm>
              <a:solidFill>
                <a:schemeClr val="bg1"/>
              </a:solidFill>
            </p:grpSpPr>
            <p:sp>
              <p:nvSpPr>
                <p:cNvPr id="472" name="Rectangle 471">
                  <a:extLst>
                    <a:ext uri="{FF2B5EF4-FFF2-40B4-BE49-F238E27FC236}">
                      <a16:creationId xmlns:a16="http://schemas.microsoft.com/office/drawing/2014/main" id="{234B9E72-4F24-75E7-5976-DFBD89612E4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1440E51-B6F5-49A5-2BCE-4FAD2FB757C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A38F2456-FC03-309F-F14B-4A6293675080}"/>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B223323B-4D51-40E8-5FC6-19D7033AD46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76989106-58D0-6CC5-C966-8707248AA43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6E54FC80-9DA8-557E-219A-DB6AED031216}"/>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95537E5B-219D-38BF-FA1B-0331DAEC3C17}"/>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43DAA126-907E-7F83-6B24-DDD605AAB8A7}"/>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29E412E6-B165-2C83-1154-E6C8F1D90E48}"/>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CE8D72D5-6A95-8727-E3D8-86DCD761503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61E262D2-DF32-8721-6283-16D914A51EC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98403DEB-63C4-F7F2-3258-652E0A40B4C4}"/>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FFA1D251-5FD0-86D8-7066-4FED0233A53E}"/>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E0FBAD92-C9CA-C643-A9DB-CDDE6C3B0684}"/>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52556C3F-F4FF-D895-1D3B-DFD93E7CB7A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91BCD2CF-2559-8792-E4BA-10056DA6AE5E}"/>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E01DC3D2-CE06-47B0-DAEC-EB36D178949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9E58F73E-99EA-2361-EC88-1F3D0F9E4BE5}"/>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BCD12D5F-D045-1CC1-66C1-5D13A9F8043D}"/>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56EC95BA-956A-79D5-108F-3BC22100BA3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F407B23D-69E7-4B5C-4C39-1DD5694BDBB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6A5C107F-5413-793F-A7DB-4D06A8E814D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860704B-05AC-65D7-B368-13D6CD8BFA3F}"/>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867F2555-E8AB-4E1D-05BE-9BF976AF7AB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94F7E5CB-B4ED-64EF-7E02-1F68FD1A28E0}"/>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95AF565B-FFB7-4997-9FD6-E9FC538874EB}"/>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82A98F83-A701-B1A8-715C-E4D0D9398926}"/>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9887F0DF-D4FA-9767-551F-AE75F62CF23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83CA5CBA-0BC1-C525-E27F-B1FD6E110B7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7D5A3762-6DE6-BA12-BFBE-6138DD8374F1}"/>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1CBC1D6A-4E44-9062-93FB-0D951FBF965E}"/>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E384E2E8-9B5D-A2E6-036F-C1ED1C9CF70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a:extLst>
                  <a:ext uri="{FF2B5EF4-FFF2-40B4-BE49-F238E27FC236}">
                    <a16:creationId xmlns:a16="http://schemas.microsoft.com/office/drawing/2014/main" id="{1FA122B4-7ED8-E8F6-6BB6-CB4B6A8D488C}"/>
                  </a:ext>
                </a:extLst>
              </p:cNvPr>
              <p:cNvSpPr/>
              <p:nvPr/>
            </p:nvSpPr>
            <p:spPr>
              <a:xfrm rot="10800000" flipH="1">
                <a:off x="821813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0C5C1DA4-598D-2380-3940-7B4FFDA2ED5A}"/>
                  </a:ext>
                </a:extLst>
              </p:cNvPr>
              <p:cNvSpPr/>
              <p:nvPr/>
            </p:nvSpPr>
            <p:spPr>
              <a:xfrm rot="10800000" flipH="1">
                <a:off x="831855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DDBFE9C8-A607-DBED-BB89-61F67028E2ED}"/>
                  </a:ext>
                </a:extLst>
              </p:cNvPr>
              <p:cNvSpPr/>
              <p:nvPr/>
            </p:nvSpPr>
            <p:spPr>
              <a:xfrm rot="10800000" flipH="1">
                <a:off x="841898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392F1AD8-6072-5D7C-0A7C-E61DB026B891}"/>
                  </a:ext>
                </a:extLst>
              </p:cNvPr>
              <p:cNvSpPr/>
              <p:nvPr/>
            </p:nvSpPr>
            <p:spPr>
              <a:xfrm rot="10800000" flipH="1">
                <a:off x="851940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0BEC5016-84A8-41BE-0091-69FE133CD804}"/>
                  </a:ext>
                </a:extLst>
              </p:cNvPr>
              <p:cNvSpPr/>
              <p:nvPr/>
            </p:nvSpPr>
            <p:spPr>
              <a:xfrm rot="10800000" flipH="1">
                <a:off x="861982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F0EAF57-079D-D98B-46FD-8500930B377A}"/>
                  </a:ext>
                </a:extLst>
              </p:cNvPr>
              <p:cNvSpPr/>
              <p:nvPr/>
            </p:nvSpPr>
            <p:spPr>
              <a:xfrm rot="10800000" flipH="1">
                <a:off x="872024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D41CC3F-7409-CA5A-E1E5-9898982C5DD7}"/>
                  </a:ext>
                </a:extLst>
              </p:cNvPr>
              <p:cNvSpPr/>
              <p:nvPr/>
            </p:nvSpPr>
            <p:spPr>
              <a:xfrm rot="10800000" flipH="1">
                <a:off x="882067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96D1AF84-F82E-6BB6-20AD-A7E886028176}"/>
                  </a:ext>
                </a:extLst>
              </p:cNvPr>
              <p:cNvSpPr/>
              <p:nvPr/>
            </p:nvSpPr>
            <p:spPr>
              <a:xfrm rot="10800000" flipH="1">
                <a:off x="892109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B471842-7C87-A6CA-974A-4BCC795378EC}"/>
                  </a:ext>
                </a:extLst>
              </p:cNvPr>
              <p:cNvSpPr/>
              <p:nvPr/>
            </p:nvSpPr>
            <p:spPr>
              <a:xfrm rot="10800000" flipH="1">
                <a:off x="902151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98657871-D1B2-8C6F-1576-023B8F78CBE3}"/>
                  </a:ext>
                </a:extLst>
              </p:cNvPr>
              <p:cNvSpPr/>
              <p:nvPr/>
            </p:nvSpPr>
            <p:spPr>
              <a:xfrm rot="10800000" flipH="1">
                <a:off x="912194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EC3FB15-229A-8ED3-2D38-0547987BF118}"/>
                  </a:ext>
                </a:extLst>
              </p:cNvPr>
              <p:cNvSpPr/>
              <p:nvPr/>
            </p:nvSpPr>
            <p:spPr>
              <a:xfrm rot="10800000" flipH="1">
                <a:off x="922236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DF89BF35-6C23-10B8-BE10-70C06E317B81}"/>
                  </a:ext>
                </a:extLst>
              </p:cNvPr>
              <p:cNvSpPr/>
              <p:nvPr/>
            </p:nvSpPr>
            <p:spPr>
              <a:xfrm rot="10800000" flipH="1">
                <a:off x="932278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09C9841-CA0A-92A5-6198-57660EA8AB91}"/>
                  </a:ext>
                </a:extLst>
              </p:cNvPr>
              <p:cNvSpPr/>
              <p:nvPr/>
            </p:nvSpPr>
            <p:spPr>
              <a:xfrm rot="10800000" flipH="1">
                <a:off x="942320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7E7D5E57-8911-0521-B881-93CEC94ADB18}"/>
                  </a:ext>
                </a:extLst>
              </p:cNvPr>
              <p:cNvSpPr/>
              <p:nvPr/>
            </p:nvSpPr>
            <p:spPr>
              <a:xfrm rot="10800000" flipH="1">
                <a:off x="952363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D2F67AC6-0AE9-5561-A4DB-8F61449BF83F}"/>
                  </a:ext>
                </a:extLst>
              </p:cNvPr>
              <p:cNvSpPr/>
              <p:nvPr/>
            </p:nvSpPr>
            <p:spPr>
              <a:xfrm rot="10800000" flipH="1">
                <a:off x="962405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C7391D3B-D276-9489-0D91-5F449F01C73E}"/>
                  </a:ext>
                </a:extLst>
              </p:cNvPr>
              <p:cNvSpPr/>
              <p:nvPr/>
            </p:nvSpPr>
            <p:spPr>
              <a:xfrm rot="10800000" flipH="1">
                <a:off x="972447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54A066EF-8BB9-AD4E-E95B-22101F2E154B}"/>
                  </a:ext>
                </a:extLst>
              </p:cNvPr>
              <p:cNvSpPr/>
              <p:nvPr/>
            </p:nvSpPr>
            <p:spPr>
              <a:xfrm rot="10800000" flipH="1">
                <a:off x="982490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E0AAFD67-8A51-95CA-BC06-03AD86216F5F}"/>
                  </a:ext>
                </a:extLst>
              </p:cNvPr>
              <p:cNvSpPr/>
              <p:nvPr/>
            </p:nvSpPr>
            <p:spPr>
              <a:xfrm rot="10800000" flipH="1">
                <a:off x="992532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16B7B300-5947-B200-9EE5-6B9616B870C0}"/>
                  </a:ext>
                </a:extLst>
              </p:cNvPr>
              <p:cNvSpPr/>
              <p:nvPr/>
            </p:nvSpPr>
            <p:spPr>
              <a:xfrm rot="10800000" flipH="1">
                <a:off x="1002574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BAC4C0A4-969F-251A-FBA2-66355FB3C39C}"/>
                  </a:ext>
                </a:extLst>
              </p:cNvPr>
              <p:cNvSpPr/>
              <p:nvPr/>
            </p:nvSpPr>
            <p:spPr>
              <a:xfrm rot="10800000" flipH="1">
                <a:off x="1012616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287B674-A9BF-97C1-BA29-1B265F2C62B7}"/>
                  </a:ext>
                </a:extLst>
              </p:cNvPr>
              <p:cNvSpPr/>
              <p:nvPr/>
            </p:nvSpPr>
            <p:spPr>
              <a:xfrm rot="10800000" flipH="1">
                <a:off x="1022659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29692FAF-EEF9-80A2-13F9-157808920908}"/>
                  </a:ext>
                </a:extLst>
              </p:cNvPr>
              <p:cNvSpPr/>
              <p:nvPr/>
            </p:nvSpPr>
            <p:spPr>
              <a:xfrm rot="10800000" flipH="1">
                <a:off x="1032701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D4504A42-043E-B54C-9948-4FDAA39620CF}"/>
                  </a:ext>
                </a:extLst>
              </p:cNvPr>
              <p:cNvSpPr/>
              <p:nvPr/>
            </p:nvSpPr>
            <p:spPr>
              <a:xfrm rot="10800000" flipH="1">
                <a:off x="1042743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2AD72A4-5C9F-8016-E176-ED7645D330A4}"/>
                  </a:ext>
                </a:extLst>
              </p:cNvPr>
              <p:cNvSpPr/>
              <p:nvPr/>
            </p:nvSpPr>
            <p:spPr>
              <a:xfrm rot="10800000" flipH="1">
                <a:off x="1052786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4FCDA03C-9372-28E1-5475-CCB30BA604CC}"/>
                  </a:ext>
                </a:extLst>
              </p:cNvPr>
              <p:cNvSpPr/>
              <p:nvPr/>
            </p:nvSpPr>
            <p:spPr>
              <a:xfrm rot="10800000" flipH="1">
                <a:off x="1062828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EECF9736-5664-5902-BB81-C0A82F9A135A}"/>
                  </a:ext>
                </a:extLst>
              </p:cNvPr>
              <p:cNvSpPr/>
              <p:nvPr/>
            </p:nvSpPr>
            <p:spPr>
              <a:xfrm rot="10800000" flipH="1">
                <a:off x="1072870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C391F66F-CFA6-44F3-B26E-D5C7EAC3996F}"/>
                  </a:ext>
                </a:extLst>
              </p:cNvPr>
              <p:cNvSpPr/>
              <p:nvPr/>
            </p:nvSpPr>
            <p:spPr>
              <a:xfrm rot="10800000" flipH="1">
                <a:off x="1082913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86CDF14-33CA-9DAD-5CF9-BAC3B5E61875}"/>
                  </a:ext>
                </a:extLst>
              </p:cNvPr>
              <p:cNvSpPr/>
              <p:nvPr/>
            </p:nvSpPr>
            <p:spPr>
              <a:xfrm rot="10800000" flipH="1">
                <a:off x="1092955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0D44D19-B6D0-C810-6BD4-FB74939CF9DB}"/>
                  </a:ext>
                </a:extLst>
              </p:cNvPr>
              <p:cNvSpPr/>
              <p:nvPr/>
            </p:nvSpPr>
            <p:spPr>
              <a:xfrm rot="10800000" flipH="1">
                <a:off x="1102997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E8CE72F-F911-59F4-ACC9-1DA17E21BA3A}"/>
                  </a:ext>
                </a:extLst>
              </p:cNvPr>
              <p:cNvSpPr/>
              <p:nvPr/>
            </p:nvSpPr>
            <p:spPr>
              <a:xfrm rot="10800000" flipH="1">
                <a:off x="821813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19A5FCC-02C6-12C9-CED3-0EF711D493B3}"/>
                  </a:ext>
                </a:extLst>
              </p:cNvPr>
              <p:cNvSpPr/>
              <p:nvPr/>
            </p:nvSpPr>
            <p:spPr>
              <a:xfrm rot="10800000" flipH="1">
                <a:off x="831855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446CFB24-51BB-C083-FD2A-80C475FC6E31}"/>
                  </a:ext>
                </a:extLst>
              </p:cNvPr>
              <p:cNvSpPr/>
              <p:nvPr/>
            </p:nvSpPr>
            <p:spPr>
              <a:xfrm rot="10800000" flipH="1">
                <a:off x="841898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B85C604-5CB6-F989-3557-153C15CFD5FC}"/>
                  </a:ext>
                </a:extLst>
              </p:cNvPr>
              <p:cNvSpPr/>
              <p:nvPr/>
            </p:nvSpPr>
            <p:spPr>
              <a:xfrm rot="10800000" flipH="1">
                <a:off x="851940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00D993DD-9C52-FB6B-CA99-B40D6D137BB5}"/>
                  </a:ext>
                </a:extLst>
              </p:cNvPr>
              <p:cNvSpPr/>
              <p:nvPr/>
            </p:nvSpPr>
            <p:spPr>
              <a:xfrm rot="10800000" flipH="1">
                <a:off x="861982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949A9AAF-FA66-3120-43C8-47D6ED790BBD}"/>
                  </a:ext>
                </a:extLst>
              </p:cNvPr>
              <p:cNvSpPr/>
              <p:nvPr/>
            </p:nvSpPr>
            <p:spPr>
              <a:xfrm rot="10800000" flipH="1">
                <a:off x="872024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3B7D8A44-19A5-E585-6CF7-7D90520879CD}"/>
                  </a:ext>
                </a:extLst>
              </p:cNvPr>
              <p:cNvSpPr/>
              <p:nvPr/>
            </p:nvSpPr>
            <p:spPr>
              <a:xfrm rot="10800000" flipH="1">
                <a:off x="882067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8F4DD98A-07B1-B324-E9D5-89B69B282BDB}"/>
                  </a:ext>
                </a:extLst>
              </p:cNvPr>
              <p:cNvSpPr/>
              <p:nvPr/>
            </p:nvSpPr>
            <p:spPr>
              <a:xfrm rot="10800000" flipH="1">
                <a:off x="892109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5BFB8BE0-3685-6FBF-AE6D-8BBD4476EC88}"/>
                  </a:ext>
                </a:extLst>
              </p:cNvPr>
              <p:cNvSpPr/>
              <p:nvPr/>
            </p:nvSpPr>
            <p:spPr>
              <a:xfrm rot="10800000" flipH="1">
                <a:off x="902151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8B630CDD-AA33-1698-51CC-6D7BA5FB6932}"/>
                  </a:ext>
                </a:extLst>
              </p:cNvPr>
              <p:cNvSpPr/>
              <p:nvPr/>
            </p:nvSpPr>
            <p:spPr>
              <a:xfrm rot="10800000" flipH="1">
                <a:off x="912194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449B6830-A714-419F-8677-C8B081FE7067}"/>
                  </a:ext>
                </a:extLst>
              </p:cNvPr>
              <p:cNvSpPr/>
              <p:nvPr/>
            </p:nvSpPr>
            <p:spPr>
              <a:xfrm rot="10800000" flipH="1">
                <a:off x="922236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BF936712-DB7D-2FAD-7359-3E21754C0027}"/>
                  </a:ext>
                </a:extLst>
              </p:cNvPr>
              <p:cNvSpPr/>
              <p:nvPr/>
            </p:nvSpPr>
            <p:spPr>
              <a:xfrm rot="10800000" flipH="1">
                <a:off x="932278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E284D5C3-623F-1C7F-EA00-CDD7271DF1A9}"/>
                  </a:ext>
                </a:extLst>
              </p:cNvPr>
              <p:cNvSpPr/>
              <p:nvPr/>
            </p:nvSpPr>
            <p:spPr>
              <a:xfrm rot="10800000" flipH="1">
                <a:off x="942320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08E11E4C-F104-F561-6DE7-99B1788F1C1C}"/>
                  </a:ext>
                </a:extLst>
              </p:cNvPr>
              <p:cNvSpPr/>
              <p:nvPr/>
            </p:nvSpPr>
            <p:spPr>
              <a:xfrm rot="10800000" flipH="1">
                <a:off x="952363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56A150A7-3816-D808-D508-1C1C2CFF85CF}"/>
                  </a:ext>
                </a:extLst>
              </p:cNvPr>
              <p:cNvSpPr/>
              <p:nvPr/>
            </p:nvSpPr>
            <p:spPr>
              <a:xfrm rot="10800000" flipH="1">
                <a:off x="962405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4F37AA74-C996-6AA0-88B9-2AFDEAB32D3B}"/>
                  </a:ext>
                </a:extLst>
              </p:cNvPr>
              <p:cNvSpPr/>
              <p:nvPr/>
            </p:nvSpPr>
            <p:spPr>
              <a:xfrm rot="10800000" flipH="1">
                <a:off x="972447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8BE82CB8-58CF-E78B-71DA-19CA2F1F7085}"/>
                  </a:ext>
                </a:extLst>
              </p:cNvPr>
              <p:cNvSpPr/>
              <p:nvPr/>
            </p:nvSpPr>
            <p:spPr>
              <a:xfrm rot="10800000" flipH="1">
                <a:off x="982490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913AE964-3F10-069F-1296-544B1E7A49C9}"/>
                  </a:ext>
                </a:extLst>
              </p:cNvPr>
              <p:cNvSpPr/>
              <p:nvPr/>
            </p:nvSpPr>
            <p:spPr>
              <a:xfrm rot="10800000" flipH="1">
                <a:off x="992532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20A33BBA-B571-1CD0-6FEB-4A985DFF4593}"/>
                  </a:ext>
                </a:extLst>
              </p:cNvPr>
              <p:cNvSpPr/>
              <p:nvPr/>
            </p:nvSpPr>
            <p:spPr>
              <a:xfrm rot="10800000" flipH="1">
                <a:off x="1002574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6A049B24-50CC-2E2F-1B6B-5DE3FEA5837F}"/>
                  </a:ext>
                </a:extLst>
              </p:cNvPr>
              <p:cNvSpPr/>
              <p:nvPr/>
            </p:nvSpPr>
            <p:spPr>
              <a:xfrm rot="10800000" flipH="1">
                <a:off x="1012616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B262071A-3D25-24AE-B9A8-DCB9781AAD0A}"/>
                  </a:ext>
                </a:extLst>
              </p:cNvPr>
              <p:cNvSpPr/>
              <p:nvPr/>
            </p:nvSpPr>
            <p:spPr>
              <a:xfrm rot="10800000" flipH="1">
                <a:off x="1022659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F8EE9107-00FD-0BFD-AE14-B947FFE68B93}"/>
                  </a:ext>
                </a:extLst>
              </p:cNvPr>
              <p:cNvSpPr/>
              <p:nvPr/>
            </p:nvSpPr>
            <p:spPr>
              <a:xfrm rot="10800000" flipH="1">
                <a:off x="1032701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4DA61079-68D1-B7EB-6770-5C74A4F468E2}"/>
                  </a:ext>
                </a:extLst>
              </p:cNvPr>
              <p:cNvSpPr/>
              <p:nvPr/>
            </p:nvSpPr>
            <p:spPr>
              <a:xfrm rot="10800000" flipH="1">
                <a:off x="1042743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95A82BD1-D832-B1CF-76F6-4235E7DA1FD8}"/>
                  </a:ext>
                </a:extLst>
              </p:cNvPr>
              <p:cNvSpPr/>
              <p:nvPr/>
            </p:nvSpPr>
            <p:spPr>
              <a:xfrm rot="10800000" flipH="1">
                <a:off x="1052786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9B80C676-6263-80D0-E60F-E7BEAF88E142}"/>
                  </a:ext>
                </a:extLst>
              </p:cNvPr>
              <p:cNvSpPr/>
              <p:nvPr/>
            </p:nvSpPr>
            <p:spPr>
              <a:xfrm rot="10800000" flipH="1">
                <a:off x="1062828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8D29E1D8-3538-9CBA-5205-45D3B0B86507}"/>
                  </a:ext>
                </a:extLst>
              </p:cNvPr>
              <p:cNvSpPr/>
              <p:nvPr/>
            </p:nvSpPr>
            <p:spPr>
              <a:xfrm rot="10800000" flipH="1">
                <a:off x="1072870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3C18AD9E-9549-B45A-6E3D-A7F5F181C843}"/>
                  </a:ext>
                </a:extLst>
              </p:cNvPr>
              <p:cNvSpPr/>
              <p:nvPr/>
            </p:nvSpPr>
            <p:spPr>
              <a:xfrm rot="10800000" flipH="1">
                <a:off x="1082913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50D5AF4-C488-0D58-A090-19BEF773EE91}"/>
                  </a:ext>
                </a:extLst>
              </p:cNvPr>
              <p:cNvSpPr/>
              <p:nvPr/>
            </p:nvSpPr>
            <p:spPr>
              <a:xfrm rot="10800000" flipH="1">
                <a:off x="1092955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A084F6E1-D767-6633-8CA9-3FB84973F370}"/>
                  </a:ext>
                </a:extLst>
              </p:cNvPr>
              <p:cNvSpPr/>
              <p:nvPr/>
            </p:nvSpPr>
            <p:spPr>
              <a:xfrm rot="10800000" flipH="1">
                <a:off x="1102997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 138">
                <a:extLst>
                  <a:ext uri="{FF2B5EF4-FFF2-40B4-BE49-F238E27FC236}">
                    <a16:creationId xmlns:a16="http://schemas.microsoft.com/office/drawing/2014/main" id="{CF32F0AD-084E-202E-9E0D-34BDD1B68CF5}"/>
                  </a:ext>
                </a:extLst>
              </p:cNvPr>
              <p:cNvGrpSpPr/>
              <p:nvPr/>
            </p:nvGrpSpPr>
            <p:grpSpPr>
              <a:xfrm rot="10800000" flipH="1">
                <a:off x="7916865" y="4362172"/>
                <a:ext cx="301269" cy="301135"/>
                <a:chOff x="1051088" y="5406535"/>
                <a:chExt cx="593889" cy="593625"/>
              </a:xfrm>
              <a:solidFill>
                <a:srgbClr val="7030A0"/>
              </a:solidFill>
            </p:grpSpPr>
            <p:sp>
              <p:nvSpPr>
                <p:cNvPr id="463" name="Rectangle 462">
                  <a:extLst>
                    <a:ext uri="{FF2B5EF4-FFF2-40B4-BE49-F238E27FC236}">
                      <a16:creationId xmlns:a16="http://schemas.microsoft.com/office/drawing/2014/main" id="{971EBB64-B492-FDA1-4331-A8F741C83C8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2341C85B-7128-B2D0-4492-698F131BA702}"/>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A044085A-83D6-A608-E42E-AE35BB08E28E}"/>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980B5924-3813-5FE0-612E-5DFA16C24392}"/>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20D6F35D-7DB9-83EB-E648-81E00C5CFEC6}"/>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31900137-D2EF-E7CE-1FE6-FF2D780C2EDA}"/>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7E93AF3E-A97C-9EE8-19D9-D7887B2E23F8}"/>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FE81B439-95DD-0760-F848-522AA6E4C052}"/>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6DA11940-8FE0-47F2-965C-E603C821DD77}"/>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0" name="Rectangle 139">
                <a:extLst>
                  <a:ext uri="{FF2B5EF4-FFF2-40B4-BE49-F238E27FC236}">
                    <a16:creationId xmlns:a16="http://schemas.microsoft.com/office/drawing/2014/main" id="{23AEADED-C656-C45C-C0C9-0EC5EEF75B94}"/>
                  </a:ext>
                </a:extLst>
              </p:cNvPr>
              <p:cNvSpPr/>
              <p:nvPr/>
            </p:nvSpPr>
            <p:spPr>
              <a:xfrm rot="10800000" flipH="1">
                <a:off x="821813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793D2C0D-4D7E-430A-FB05-6240FAAA5D60}"/>
                  </a:ext>
                </a:extLst>
              </p:cNvPr>
              <p:cNvSpPr/>
              <p:nvPr/>
            </p:nvSpPr>
            <p:spPr>
              <a:xfrm rot="10800000" flipH="1">
                <a:off x="831855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EE4B6CD4-BC12-42E4-528A-61C455F373CD}"/>
                  </a:ext>
                </a:extLst>
              </p:cNvPr>
              <p:cNvSpPr/>
              <p:nvPr/>
            </p:nvSpPr>
            <p:spPr>
              <a:xfrm rot="10800000" flipH="1">
                <a:off x="841898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34381525-7A95-F48F-D49F-6B4FE579EF26}"/>
                  </a:ext>
                </a:extLst>
              </p:cNvPr>
              <p:cNvSpPr/>
              <p:nvPr/>
            </p:nvSpPr>
            <p:spPr>
              <a:xfrm rot="10800000" flipH="1">
                <a:off x="851940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E0258C89-D2EA-91BC-085D-409B8CD0137C}"/>
                  </a:ext>
                </a:extLst>
              </p:cNvPr>
              <p:cNvSpPr/>
              <p:nvPr/>
            </p:nvSpPr>
            <p:spPr>
              <a:xfrm rot="10800000" flipH="1">
                <a:off x="861982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E20F8285-AE5F-A04C-5FD2-FEE631D3A0A1}"/>
                  </a:ext>
                </a:extLst>
              </p:cNvPr>
              <p:cNvSpPr/>
              <p:nvPr/>
            </p:nvSpPr>
            <p:spPr>
              <a:xfrm rot="10800000" flipH="1">
                <a:off x="872024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9782DD47-C0F7-EC86-F502-9C3DF4F33499}"/>
                  </a:ext>
                </a:extLst>
              </p:cNvPr>
              <p:cNvSpPr/>
              <p:nvPr/>
            </p:nvSpPr>
            <p:spPr>
              <a:xfrm rot="10800000" flipH="1">
                <a:off x="882067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8F8641C8-FBAA-E06E-9CE2-D7E92C2B995F}"/>
                  </a:ext>
                </a:extLst>
              </p:cNvPr>
              <p:cNvSpPr/>
              <p:nvPr/>
            </p:nvSpPr>
            <p:spPr>
              <a:xfrm rot="10800000" flipH="1">
                <a:off x="892109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B3568E2-5362-8A24-A116-11C0BC9F5E60}"/>
                  </a:ext>
                </a:extLst>
              </p:cNvPr>
              <p:cNvSpPr/>
              <p:nvPr/>
            </p:nvSpPr>
            <p:spPr>
              <a:xfrm rot="10800000" flipH="1">
                <a:off x="902151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BBD0CBCE-E9CC-E7F2-0810-33F6D3D7D9BE}"/>
                  </a:ext>
                </a:extLst>
              </p:cNvPr>
              <p:cNvSpPr/>
              <p:nvPr/>
            </p:nvSpPr>
            <p:spPr>
              <a:xfrm rot="10800000" flipH="1">
                <a:off x="912194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97252578-45A9-E635-1AE4-310E378B3808}"/>
                  </a:ext>
                </a:extLst>
              </p:cNvPr>
              <p:cNvSpPr/>
              <p:nvPr/>
            </p:nvSpPr>
            <p:spPr>
              <a:xfrm rot="10800000" flipH="1">
                <a:off x="922236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794B475-E616-75A0-876A-AA51871BD863}"/>
                  </a:ext>
                </a:extLst>
              </p:cNvPr>
              <p:cNvSpPr/>
              <p:nvPr/>
            </p:nvSpPr>
            <p:spPr>
              <a:xfrm rot="10800000" flipH="1">
                <a:off x="932278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228FCB7A-8F0B-304C-E8DE-79FE4296D704}"/>
                  </a:ext>
                </a:extLst>
              </p:cNvPr>
              <p:cNvSpPr/>
              <p:nvPr/>
            </p:nvSpPr>
            <p:spPr>
              <a:xfrm rot="10800000" flipH="1">
                <a:off x="942320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F19BEF29-6B09-6C15-B4FC-2885B3622A6B}"/>
                  </a:ext>
                </a:extLst>
              </p:cNvPr>
              <p:cNvSpPr/>
              <p:nvPr/>
            </p:nvSpPr>
            <p:spPr>
              <a:xfrm rot="10800000" flipH="1">
                <a:off x="952363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5FDED1FB-2A15-A864-666B-B194DCB70539}"/>
                  </a:ext>
                </a:extLst>
              </p:cNvPr>
              <p:cNvSpPr/>
              <p:nvPr/>
            </p:nvSpPr>
            <p:spPr>
              <a:xfrm rot="10800000" flipH="1">
                <a:off x="962405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8DE77EED-3C6F-060B-0FA5-2BF8F281F872}"/>
                  </a:ext>
                </a:extLst>
              </p:cNvPr>
              <p:cNvSpPr/>
              <p:nvPr/>
            </p:nvSpPr>
            <p:spPr>
              <a:xfrm rot="10800000" flipH="1">
                <a:off x="972447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CB62F138-36E0-2B5E-E838-7AC801AB3E56}"/>
                  </a:ext>
                </a:extLst>
              </p:cNvPr>
              <p:cNvSpPr/>
              <p:nvPr/>
            </p:nvSpPr>
            <p:spPr>
              <a:xfrm rot="10800000" flipH="1">
                <a:off x="982490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E8862724-3927-678A-789E-93711EE730F7}"/>
                  </a:ext>
                </a:extLst>
              </p:cNvPr>
              <p:cNvSpPr/>
              <p:nvPr/>
            </p:nvSpPr>
            <p:spPr>
              <a:xfrm rot="10800000" flipH="1">
                <a:off x="992532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9A6D99DB-FA95-83AD-E93A-AE16D348CEFF}"/>
                  </a:ext>
                </a:extLst>
              </p:cNvPr>
              <p:cNvSpPr/>
              <p:nvPr/>
            </p:nvSpPr>
            <p:spPr>
              <a:xfrm rot="10800000" flipH="1">
                <a:off x="1002574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2067E1FF-75E7-2123-5CA9-0ED17EF33760}"/>
                  </a:ext>
                </a:extLst>
              </p:cNvPr>
              <p:cNvSpPr/>
              <p:nvPr/>
            </p:nvSpPr>
            <p:spPr>
              <a:xfrm rot="10800000" flipH="1">
                <a:off x="1012616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544493F-1818-90F4-F618-9E1DFB992EB4}"/>
                  </a:ext>
                </a:extLst>
              </p:cNvPr>
              <p:cNvSpPr/>
              <p:nvPr/>
            </p:nvSpPr>
            <p:spPr>
              <a:xfrm rot="10800000" flipH="1">
                <a:off x="1022659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A36AAFB8-4337-3630-9B2E-E4A0044B2537}"/>
                  </a:ext>
                </a:extLst>
              </p:cNvPr>
              <p:cNvSpPr/>
              <p:nvPr/>
            </p:nvSpPr>
            <p:spPr>
              <a:xfrm rot="10800000" flipH="1">
                <a:off x="1032701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7ACAF437-262D-C3D7-1382-9F596EF9E8D9}"/>
                  </a:ext>
                </a:extLst>
              </p:cNvPr>
              <p:cNvSpPr/>
              <p:nvPr/>
            </p:nvSpPr>
            <p:spPr>
              <a:xfrm rot="10800000" flipH="1">
                <a:off x="1042743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10E9123C-346A-2E58-CB5B-4B1CF32586FA}"/>
                  </a:ext>
                </a:extLst>
              </p:cNvPr>
              <p:cNvSpPr/>
              <p:nvPr/>
            </p:nvSpPr>
            <p:spPr>
              <a:xfrm rot="10800000" flipH="1">
                <a:off x="1052786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8928E02-522F-4672-8F86-D28EAD1044F3}"/>
                  </a:ext>
                </a:extLst>
              </p:cNvPr>
              <p:cNvSpPr/>
              <p:nvPr/>
            </p:nvSpPr>
            <p:spPr>
              <a:xfrm rot="10800000" flipH="1">
                <a:off x="1062828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1FF765D3-7A7D-CC61-DE75-FFEB8EB05993}"/>
                  </a:ext>
                </a:extLst>
              </p:cNvPr>
              <p:cNvSpPr/>
              <p:nvPr/>
            </p:nvSpPr>
            <p:spPr>
              <a:xfrm rot="10800000" flipH="1">
                <a:off x="1072870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F7A9812E-B796-1134-E369-CA06F7F768D1}"/>
                  </a:ext>
                </a:extLst>
              </p:cNvPr>
              <p:cNvSpPr/>
              <p:nvPr/>
            </p:nvSpPr>
            <p:spPr>
              <a:xfrm rot="10800000" flipH="1">
                <a:off x="1082913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1A11C89-9281-4472-E304-15BA29898165}"/>
                  </a:ext>
                </a:extLst>
              </p:cNvPr>
              <p:cNvSpPr/>
              <p:nvPr/>
            </p:nvSpPr>
            <p:spPr>
              <a:xfrm rot="10800000" flipH="1">
                <a:off x="1092955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00BB91E-7482-704B-39DF-9BABF7AFEDE7}"/>
                  </a:ext>
                </a:extLst>
              </p:cNvPr>
              <p:cNvSpPr/>
              <p:nvPr/>
            </p:nvSpPr>
            <p:spPr>
              <a:xfrm rot="10800000" flipH="1">
                <a:off x="1102997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784B2035-B955-62C8-1E19-B052FF9038A9}"/>
                  </a:ext>
                </a:extLst>
              </p:cNvPr>
              <p:cNvSpPr/>
              <p:nvPr/>
            </p:nvSpPr>
            <p:spPr>
              <a:xfrm rot="10800000" flipH="1">
                <a:off x="817270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D690E7C4-1C2A-EE41-5159-F67DAC0CCA14}"/>
                  </a:ext>
                </a:extLst>
              </p:cNvPr>
              <p:cNvSpPr/>
              <p:nvPr/>
            </p:nvSpPr>
            <p:spPr>
              <a:xfrm rot="10800000" flipH="1">
                <a:off x="827312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FB3EF0FC-3DEE-EA67-84F3-7D335FAEEEF7}"/>
                  </a:ext>
                </a:extLst>
              </p:cNvPr>
              <p:cNvSpPr/>
              <p:nvPr/>
            </p:nvSpPr>
            <p:spPr>
              <a:xfrm rot="10800000" flipH="1">
                <a:off x="837355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EE959FCE-9888-B883-B7CE-D7DBF5873C4F}"/>
                  </a:ext>
                </a:extLst>
              </p:cNvPr>
              <p:cNvSpPr/>
              <p:nvPr/>
            </p:nvSpPr>
            <p:spPr>
              <a:xfrm rot="10800000" flipH="1">
                <a:off x="847397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0AC9F654-CC9A-2659-FD13-4F078FE4327B}"/>
                  </a:ext>
                </a:extLst>
              </p:cNvPr>
              <p:cNvSpPr/>
              <p:nvPr/>
            </p:nvSpPr>
            <p:spPr>
              <a:xfrm rot="10800000" flipH="1">
                <a:off x="857439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704FFE01-6DC8-C9C7-A2C7-8FC0EAD95F3B}"/>
                  </a:ext>
                </a:extLst>
              </p:cNvPr>
              <p:cNvSpPr/>
              <p:nvPr/>
            </p:nvSpPr>
            <p:spPr>
              <a:xfrm rot="10800000" flipH="1">
                <a:off x="867482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956D0A00-48F0-0A19-8B2A-0D56AAB2DD1B}"/>
                  </a:ext>
                </a:extLst>
              </p:cNvPr>
              <p:cNvSpPr/>
              <p:nvPr/>
            </p:nvSpPr>
            <p:spPr>
              <a:xfrm rot="10800000" flipH="1">
                <a:off x="877524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C166D36C-0353-EAE7-AA1F-E0E06929C621}"/>
                  </a:ext>
                </a:extLst>
              </p:cNvPr>
              <p:cNvSpPr/>
              <p:nvPr/>
            </p:nvSpPr>
            <p:spPr>
              <a:xfrm rot="10800000" flipH="1">
                <a:off x="887566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189CE98-0CA3-89F8-1C2A-2D6C3F80805E}"/>
                  </a:ext>
                </a:extLst>
              </p:cNvPr>
              <p:cNvSpPr/>
              <p:nvPr/>
            </p:nvSpPr>
            <p:spPr>
              <a:xfrm rot="10800000" flipH="1">
                <a:off x="897608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0D3A99E0-1B83-9B4A-96AF-60F1E161679C}"/>
                  </a:ext>
                </a:extLst>
              </p:cNvPr>
              <p:cNvSpPr/>
              <p:nvPr/>
            </p:nvSpPr>
            <p:spPr>
              <a:xfrm rot="10800000" flipH="1">
                <a:off x="907651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C582E4E9-4EBD-22FF-FFB8-8CE7E47FC416}"/>
                  </a:ext>
                </a:extLst>
              </p:cNvPr>
              <p:cNvSpPr/>
              <p:nvPr/>
            </p:nvSpPr>
            <p:spPr>
              <a:xfrm rot="10800000" flipH="1">
                <a:off x="917693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A7295C2D-200B-84DB-E478-0A6098D53962}"/>
                  </a:ext>
                </a:extLst>
              </p:cNvPr>
              <p:cNvSpPr/>
              <p:nvPr/>
            </p:nvSpPr>
            <p:spPr>
              <a:xfrm rot="10800000" flipH="1">
                <a:off x="927735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77C9C0D7-9409-7FF4-E5A4-9A75B6EA4A53}"/>
                  </a:ext>
                </a:extLst>
              </p:cNvPr>
              <p:cNvSpPr/>
              <p:nvPr/>
            </p:nvSpPr>
            <p:spPr>
              <a:xfrm rot="10800000" flipH="1">
                <a:off x="937778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9173C477-5C70-4BDE-0E44-997ECDFD6EAB}"/>
                  </a:ext>
                </a:extLst>
              </p:cNvPr>
              <p:cNvSpPr/>
              <p:nvPr/>
            </p:nvSpPr>
            <p:spPr>
              <a:xfrm rot="10800000" flipH="1">
                <a:off x="947820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4AB8F193-83D2-D930-4EB6-C8BA86739E08}"/>
                  </a:ext>
                </a:extLst>
              </p:cNvPr>
              <p:cNvSpPr/>
              <p:nvPr/>
            </p:nvSpPr>
            <p:spPr>
              <a:xfrm rot="10800000" flipH="1">
                <a:off x="957862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DD4ACC2-260B-4528-DA0E-5F147BD13529}"/>
                  </a:ext>
                </a:extLst>
              </p:cNvPr>
              <p:cNvSpPr/>
              <p:nvPr/>
            </p:nvSpPr>
            <p:spPr>
              <a:xfrm rot="10800000" flipH="1">
                <a:off x="967905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E05BF8D-0442-C2A6-60EC-05D5B2FC7DE3}"/>
                  </a:ext>
                </a:extLst>
              </p:cNvPr>
              <p:cNvSpPr/>
              <p:nvPr/>
            </p:nvSpPr>
            <p:spPr>
              <a:xfrm rot="10800000" flipH="1">
                <a:off x="977947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AC434F1-9CBC-48B8-B8C4-B583448F9D1D}"/>
                  </a:ext>
                </a:extLst>
              </p:cNvPr>
              <p:cNvSpPr/>
              <p:nvPr/>
            </p:nvSpPr>
            <p:spPr>
              <a:xfrm rot="10800000" flipH="1">
                <a:off x="987989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94C40072-5BD0-85A5-9F86-72CBB5B8A1AC}"/>
                  </a:ext>
                </a:extLst>
              </p:cNvPr>
              <p:cNvSpPr/>
              <p:nvPr/>
            </p:nvSpPr>
            <p:spPr>
              <a:xfrm rot="10800000" flipH="1">
                <a:off x="998031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58DCF4BD-6CDE-959B-4C59-136672EACC81}"/>
                  </a:ext>
                </a:extLst>
              </p:cNvPr>
              <p:cNvSpPr/>
              <p:nvPr/>
            </p:nvSpPr>
            <p:spPr>
              <a:xfrm rot="10800000" flipH="1">
                <a:off x="1008074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542C85B-D288-818B-96B4-2378680D2AE8}"/>
                  </a:ext>
                </a:extLst>
              </p:cNvPr>
              <p:cNvSpPr/>
              <p:nvPr/>
            </p:nvSpPr>
            <p:spPr>
              <a:xfrm rot="10800000" flipH="1">
                <a:off x="1018116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92B05E2A-EB78-DB77-EEE1-C51EBD0A5B2E}"/>
                  </a:ext>
                </a:extLst>
              </p:cNvPr>
              <p:cNvSpPr/>
              <p:nvPr/>
            </p:nvSpPr>
            <p:spPr>
              <a:xfrm rot="10800000" flipH="1">
                <a:off x="1028158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370613C3-F9F5-4FCE-3595-226843CAEC28}"/>
                  </a:ext>
                </a:extLst>
              </p:cNvPr>
              <p:cNvSpPr/>
              <p:nvPr/>
            </p:nvSpPr>
            <p:spPr>
              <a:xfrm rot="10800000" flipH="1">
                <a:off x="1038201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DCDF4C5-41E0-FFEA-A13C-AE69BD457079}"/>
                  </a:ext>
                </a:extLst>
              </p:cNvPr>
              <p:cNvSpPr/>
              <p:nvPr/>
            </p:nvSpPr>
            <p:spPr>
              <a:xfrm rot="10800000" flipH="1">
                <a:off x="1048243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2110FFB0-9748-CD4B-15F3-35EE31D87BAD}"/>
                  </a:ext>
                </a:extLst>
              </p:cNvPr>
              <p:cNvSpPr/>
              <p:nvPr/>
            </p:nvSpPr>
            <p:spPr>
              <a:xfrm rot="10800000" flipH="1">
                <a:off x="1058285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070DD027-96CA-AA40-00A3-B38C52BFF4F4}"/>
                  </a:ext>
                </a:extLst>
              </p:cNvPr>
              <p:cNvSpPr/>
              <p:nvPr/>
            </p:nvSpPr>
            <p:spPr>
              <a:xfrm rot="10800000" flipH="1">
                <a:off x="1068327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E18DCE9-7C17-6A27-D407-A0EE6FC45BF4}"/>
                  </a:ext>
                </a:extLst>
              </p:cNvPr>
              <p:cNvSpPr/>
              <p:nvPr/>
            </p:nvSpPr>
            <p:spPr>
              <a:xfrm rot="10800000" flipH="1">
                <a:off x="1078370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238E78B9-FB06-1447-1B51-E4E49C4AD583}"/>
                  </a:ext>
                </a:extLst>
              </p:cNvPr>
              <p:cNvSpPr/>
              <p:nvPr/>
            </p:nvSpPr>
            <p:spPr>
              <a:xfrm rot="10800000" flipH="1">
                <a:off x="1088412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0376214-F735-ACCC-9AC9-C8E876960A8D}"/>
                  </a:ext>
                </a:extLst>
              </p:cNvPr>
              <p:cNvSpPr/>
              <p:nvPr/>
            </p:nvSpPr>
            <p:spPr>
              <a:xfrm rot="10800000" flipH="1">
                <a:off x="1098454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8" name="Group 197">
                <a:extLst>
                  <a:ext uri="{FF2B5EF4-FFF2-40B4-BE49-F238E27FC236}">
                    <a16:creationId xmlns:a16="http://schemas.microsoft.com/office/drawing/2014/main" id="{60BF6035-3BE4-2384-9163-FD897698C3D9}"/>
                  </a:ext>
                </a:extLst>
              </p:cNvPr>
              <p:cNvGrpSpPr/>
              <p:nvPr/>
            </p:nvGrpSpPr>
            <p:grpSpPr>
              <a:xfrm rot="10800000" flipH="1">
                <a:off x="7871437" y="4419145"/>
                <a:ext cx="3213534" cy="100423"/>
                <a:chOff x="1743959" y="2564091"/>
                <a:chExt cx="6334816" cy="197963"/>
              </a:xfrm>
              <a:solidFill>
                <a:schemeClr val="bg1"/>
              </a:solidFill>
            </p:grpSpPr>
            <p:sp>
              <p:nvSpPr>
                <p:cNvPr id="431" name="Rectangle 430">
                  <a:extLst>
                    <a:ext uri="{FF2B5EF4-FFF2-40B4-BE49-F238E27FC236}">
                      <a16:creationId xmlns:a16="http://schemas.microsoft.com/office/drawing/2014/main" id="{810D911C-A87E-8803-2F2E-245868F078AF}"/>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5F0DC636-191B-A3FB-6989-1F05B9E4FBBC}"/>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DC2DB7D2-9CDF-9123-1340-3C8E1F5727E6}"/>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856AC874-134B-91C5-C8C0-A8FBED620EF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5535F5C0-7052-9766-9A47-EC34BBE570E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CB3A3399-D578-4FB2-453C-32B25010FCFD}"/>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A1BB23DA-0570-83C6-29C4-4AF5F0987BC3}"/>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E94E6A91-C4D5-91BD-BF6F-89FCAD43900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B17F4189-6C2F-3C1D-A969-4719899FD05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9C7D592B-6C40-3A77-C154-F6E39AE796B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6F0FF8DE-8555-75B6-6DEE-3B64A377775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9659F4E1-6BF8-3877-17CD-AB3C14EB413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16D2134-3876-1316-D5FF-01DA096B58AF}"/>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94D3A7D4-BE95-CC3B-9B22-6DD85CEBFB3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DE48BB03-DC05-6061-0F91-8455AEACE42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FDE19BCF-E987-E3EE-B17B-B7B38710AE39}"/>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83BCBB5-B57E-7B10-2C5F-236632FB267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EAB06E9B-AD3E-17C0-B0DC-B7E322828EB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81DC0CD6-B8CC-BC65-1AAD-9577BEBE3D96}"/>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42E6960A-455B-A0A0-C224-8EDA52CE7952}"/>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73055E6D-5EF2-6139-33A0-3458AB81A8ED}"/>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6265E576-8CD5-7B81-3103-2BA5D0170263}"/>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870D5C3D-C64D-B798-50D1-B2D6256D37EA}"/>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1299FF93-4EEA-51A0-BC56-ECFDCFAB642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5578428A-EFFA-42B6-C4B4-8DBE50F93C80}"/>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BDE7CE05-FA0D-FD6C-68CC-0F7323F366B4}"/>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790D5157-7315-8340-1B95-3A060A6A8CDE}"/>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36A7EBF9-0812-77AC-AAE9-5B148C81718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75EC302B-4796-6EEB-07DC-CE1B827C3C15}"/>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CA0F8CB3-6A37-711F-1501-038613C4200F}"/>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BF9C0E9C-5DF7-DD6B-E422-40B5CB63B003}"/>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3D4BFF73-C9E8-2DF3-6B3F-1567E32AAAC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 name="Group 198">
                <a:extLst>
                  <a:ext uri="{FF2B5EF4-FFF2-40B4-BE49-F238E27FC236}">
                    <a16:creationId xmlns:a16="http://schemas.microsoft.com/office/drawing/2014/main" id="{9EDF27C8-6F17-A326-00C7-E3DEFD4778C9}"/>
                  </a:ext>
                </a:extLst>
              </p:cNvPr>
              <p:cNvGrpSpPr/>
              <p:nvPr/>
            </p:nvGrpSpPr>
            <p:grpSpPr>
              <a:xfrm rot="10800000" flipH="1">
                <a:off x="7871437" y="4318722"/>
                <a:ext cx="3213534" cy="100423"/>
                <a:chOff x="1743959" y="2564091"/>
                <a:chExt cx="6334816" cy="197963"/>
              </a:xfrm>
              <a:solidFill>
                <a:schemeClr val="bg1"/>
              </a:solidFill>
            </p:grpSpPr>
            <p:sp>
              <p:nvSpPr>
                <p:cNvPr id="399" name="Rectangle 398">
                  <a:extLst>
                    <a:ext uri="{FF2B5EF4-FFF2-40B4-BE49-F238E27FC236}">
                      <a16:creationId xmlns:a16="http://schemas.microsoft.com/office/drawing/2014/main" id="{C1EE0BA1-1BC8-183F-AA7E-7DDA16B27632}"/>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91F27B65-AE4D-C0DE-A9F2-07598C6496E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C15263B5-20E3-D7FC-F16B-559767622BFC}"/>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652A6EA2-BE35-1864-C805-2905F1D976FC}"/>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44913062-278D-EA7B-37DA-4DBAB5C50844}"/>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66F3F549-14F3-DC5C-1D56-E1FBD031284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26BF7B0B-7EA9-971B-230E-457B57B4591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85B2EF57-0326-530B-A0D9-907E9DC92690}"/>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42A541D4-FA00-AB70-03F0-94E0E23CDEA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49264333-55BE-E46E-6D85-320363E2AA80}"/>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E4DBB70B-A054-713F-F0AB-B5BB0AFBFCE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A2C4191E-D8A5-8A61-D066-70F22A9EB712}"/>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4CB058B1-007E-4BB6-A4C8-98CA4C4AC74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FFA4D5DA-94EB-9DE4-7DF2-4133BC6B7E5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C886B928-48C8-7769-822A-7B7453C0040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88335C6E-8A21-76FE-0D99-909CFE5AC39B}"/>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105C4C4-93C6-2C98-06DC-1B719BA94B22}"/>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4EA16D6A-87FE-F780-C7B4-A33D393AEDB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66C08BB3-1863-6ADB-8E05-CC4302D5E9D8}"/>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E7C1319B-96E9-6F9F-36B0-7B7167576A6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B39C67EC-61B5-19E5-9FBA-7859DD2499E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9DA4DE01-E285-477A-010D-42F949EC0FED}"/>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2C59A1EE-4DCF-2FC5-44CE-E592B80CBA07}"/>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9D460ABE-4D96-C14E-C76F-32A720105ED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6056BBE2-BCEA-04CF-AAE5-9BA7BCF2316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80DA9EA4-7669-028B-81BA-44CC6CFE9850}"/>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BBE04FEE-9762-C27D-1013-1FC52B82AF0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19991F38-17F5-5FC7-F12D-36FE535265DA}"/>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6A2F7F45-B105-C511-ECDE-B6A5E23A5127}"/>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8BA9DDDB-3BAC-6F86-267C-DF32058AD5AC}"/>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409BEE19-DC23-049E-0974-F6684B871FC0}"/>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B1788AD4-009E-1A98-95FB-48C615B5C5A3}"/>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746787C9-FFCB-5768-3C43-E096B9B9CC17}"/>
                  </a:ext>
                </a:extLst>
              </p:cNvPr>
              <p:cNvGrpSpPr/>
              <p:nvPr/>
            </p:nvGrpSpPr>
            <p:grpSpPr>
              <a:xfrm rot="10800000" flipH="1">
                <a:off x="7822406" y="4473849"/>
                <a:ext cx="350300" cy="146008"/>
                <a:chOff x="1150032" y="5207038"/>
                <a:chExt cx="690543" cy="287825"/>
              </a:xfrm>
              <a:solidFill>
                <a:srgbClr val="7030A0"/>
              </a:solidFill>
            </p:grpSpPr>
            <p:sp>
              <p:nvSpPr>
                <p:cNvPr id="393" name="Rectangle 392">
                  <a:extLst>
                    <a:ext uri="{FF2B5EF4-FFF2-40B4-BE49-F238E27FC236}">
                      <a16:creationId xmlns:a16="http://schemas.microsoft.com/office/drawing/2014/main" id="{FD385E94-BD6D-9B12-C877-95995B602796}"/>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2C09E8F4-5E13-AB94-72DC-2746347C4AC5}"/>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A1A29F4B-CE6B-94DA-2809-003F92B5FAB9}"/>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19B358E9-6E5D-D294-9E0E-EB406237412E}"/>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6C0081A2-64C8-79B7-A4F5-2D685377D5F1}"/>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38630EB8-8C34-615B-09DB-F18BA7DDF4C0}"/>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1" name="Rectangle 200">
                <a:extLst>
                  <a:ext uri="{FF2B5EF4-FFF2-40B4-BE49-F238E27FC236}">
                    <a16:creationId xmlns:a16="http://schemas.microsoft.com/office/drawing/2014/main" id="{042B1C9E-A4B1-3D20-8869-CE0FFC692E5F}"/>
                  </a:ext>
                </a:extLst>
              </p:cNvPr>
              <p:cNvSpPr/>
              <p:nvPr/>
            </p:nvSpPr>
            <p:spPr>
              <a:xfrm rot="10800000" flipH="1">
                <a:off x="812367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D59C7C4-96A9-E40D-857D-FFB4E805C7FA}"/>
                  </a:ext>
                </a:extLst>
              </p:cNvPr>
              <p:cNvSpPr/>
              <p:nvPr/>
            </p:nvSpPr>
            <p:spPr>
              <a:xfrm rot="10800000" flipH="1">
                <a:off x="822409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6C08ABAA-F837-FCE9-FF23-216A03274C1D}"/>
                  </a:ext>
                </a:extLst>
              </p:cNvPr>
              <p:cNvSpPr/>
              <p:nvPr/>
            </p:nvSpPr>
            <p:spPr>
              <a:xfrm rot="10800000" flipH="1">
                <a:off x="832452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03ADBBD5-125B-D206-90C8-42575B53905F}"/>
                  </a:ext>
                </a:extLst>
              </p:cNvPr>
              <p:cNvSpPr/>
              <p:nvPr/>
            </p:nvSpPr>
            <p:spPr>
              <a:xfrm rot="10800000" flipH="1">
                <a:off x="842494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BEA3A2C-6120-7289-0FD1-27235333E1E1}"/>
                  </a:ext>
                </a:extLst>
              </p:cNvPr>
              <p:cNvSpPr/>
              <p:nvPr/>
            </p:nvSpPr>
            <p:spPr>
              <a:xfrm rot="10800000" flipH="1">
                <a:off x="852536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F15AE5C1-5329-6076-F2DD-F1D72C33C39F}"/>
                  </a:ext>
                </a:extLst>
              </p:cNvPr>
              <p:cNvSpPr/>
              <p:nvPr/>
            </p:nvSpPr>
            <p:spPr>
              <a:xfrm rot="10800000" flipH="1">
                <a:off x="862579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E5CCDB0C-48F4-35C9-EA6A-FA89E99496EC}"/>
                  </a:ext>
                </a:extLst>
              </p:cNvPr>
              <p:cNvSpPr/>
              <p:nvPr/>
            </p:nvSpPr>
            <p:spPr>
              <a:xfrm rot="10800000" flipH="1">
                <a:off x="872621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521E7E5D-1390-9182-9155-157E84916C9C}"/>
                  </a:ext>
                </a:extLst>
              </p:cNvPr>
              <p:cNvSpPr/>
              <p:nvPr/>
            </p:nvSpPr>
            <p:spPr>
              <a:xfrm rot="10800000" flipH="1">
                <a:off x="882663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D42C26EF-DB93-B2B1-9674-C956749294B5}"/>
                  </a:ext>
                </a:extLst>
              </p:cNvPr>
              <p:cNvSpPr/>
              <p:nvPr/>
            </p:nvSpPr>
            <p:spPr>
              <a:xfrm rot="10800000" flipH="1">
                <a:off x="892705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09A204E1-05C3-34D9-5B9D-060E03745CCE}"/>
                  </a:ext>
                </a:extLst>
              </p:cNvPr>
              <p:cNvSpPr/>
              <p:nvPr/>
            </p:nvSpPr>
            <p:spPr>
              <a:xfrm rot="10800000" flipH="1">
                <a:off x="902748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0F13A212-736F-3136-8C2F-61853EEE0E66}"/>
                  </a:ext>
                </a:extLst>
              </p:cNvPr>
              <p:cNvSpPr/>
              <p:nvPr/>
            </p:nvSpPr>
            <p:spPr>
              <a:xfrm rot="10800000" flipH="1">
                <a:off x="912790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D2CF5383-EF7F-655A-4CB6-1FA32EE8D327}"/>
                  </a:ext>
                </a:extLst>
              </p:cNvPr>
              <p:cNvSpPr/>
              <p:nvPr/>
            </p:nvSpPr>
            <p:spPr>
              <a:xfrm rot="10800000" flipH="1">
                <a:off x="922832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CFAFFF02-4E62-9B55-1229-91A0EB993AA5}"/>
                  </a:ext>
                </a:extLst>
              </p:cNvPr>
              <p:cNvSpPr/>
              <p:nvPr/>
            </p:nvSpPr>
            <p:spPr>
              <a:xfrm rot="10800000" flipH="1">
                <a:off x="932875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AA0AB35D-4049-3CE7-D65A-54F7CA191EEA}"/>
                  </a:ext>
                </a:extLst>
              </p:cNvPr>
              <p:cNvSpPr/>
              <p:nvPr/>
            </p:nvSpPr>
            <p:spPr>
              <a:xfrm rot="10800000" flipH="1">
                <a:off x="942917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C7CC8A64-5ED3-D727-641E-E3B377AC4C8B}"/>
                  </a:ext>
                </a:extLst>
              </p:cNvPr>
              <p:cNvSpPr/>
              <p:nvPr/>
            </p:nvSpPr>
            <p:spPr>
              <a:xfrm rot="10800000" flipH="1">
                <a:off x="952959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58DDBB9D-BFC1-5369-3B60-3F5509A69A75}"/>
                  </a:ext>
                </a:extLst>
              </p:cNvPr>
              <p:cNvSpPr/>
              <p:nvPr/>
            </p:nvSpPr>
            <p:spPr>
              <a:xfrm rot="10800000" flipH="1">
                <a:off x="963001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5AE4CDA1-4F59-0FB7-EEE1-319ADB175DAF}"/>
                  </a:ext>
                </a:extLst>
              </p:cNvPr>
              <p:cNvSpPr/>
              <p:nvPr/>
            </p:nvSpPr>
            <p:spPr>
              <a:xfrm rot="10800000" flipH="1">
                <a:off x="973044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A6949467-4A31-32CE-1518-A8F5EA79BC7C}"/>
                  </a:ext>
                </a:extLst>
              </p:cNvPr>
              <p:cNvSpPr/>
              <p:nvPr/>
            </p:nvSpPr>
            <p:spPr>
              <a:xfrm rot="10800000" flipH="1">
                <a:off x="983086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E591A560-798F-7FD0-4528-0E877197BEE2}"/>
                  </a:ext>
                </a:extLst>
              </p:cNvPr>
              <p:cNvSpPr/>
              <p:nvPr/>
            </p:nvSpPr>
            <p:spPr>
              <a:xfrm rot="10800000" flipH="1">
                <a:off x="993128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86A223E4-8E17-5D5E-5E83-956E6FE0066E}"/>
                  </a:ext>
                </a:extLst>
              </p:cNvPr>
              <p:cNvSpPr/>
              <p:nvPr/>
            </p:nvSpPr>
            <p:spPr>
              <a:xfrm rot="10800000" flipH="1">
                <a:off x="1003171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D03EC69A-E9A4-4F30-B1F4-E624B8658F27}"/>
                  </a:ext>
                </a:extLst>
              </p:cNvPr>
              <p:cNvSpPr/>
              <p:nvPr/>
            </p:nvSpPr>
            <p:spPr>
              <a:xfrm rot="10800000" flipH="1">
                <a:off x="1013213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DC1000CD-1DB2-C986-D407-ACCB409F16D6}"/>
                  </a:ext>
                </a:extLst>
              </p:cNvPr>
              <p:cNvSpPr/>
              <p:nvPr/>
            </p:nvSpPr>
            <p:spPr>
              <a:xfrm rot="10800000" flipH="1">
                <a:off x="1023255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C8630C18-ED45-9B19-B019-81D260C76BF1}"/>
                  </a:ext>
                </a:extLst>
              </p:cNvPr>
              <p:cNvSpPr/>
              <p:nvPr/>
            </p:nvSpPr>
            <p:spPr>
              <a:xfrm rot="10800000" flipH="1">
                <a:off x="1033298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F9267B0-DE30-5701-8500-95A7082C64B3}"/>
                  </a:ext>
                </a:extLst>
              </p:cNvPr>
              <p:cNvSpPr/>
              <p:nvPr/>
            </p:nvSpPr>
            <p:spPr>
              <a:xfrm rot="10800000" flipH="1">
                <a:off x="1043340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36DED55D-C3D5-0E77-2043-6BB6634FBAD1}"/>
                  </a:ext>
                </a:extLst>
              </p:cNvPr>
              <p:cNvSpPr/>
              <p:nvPr/>
            </p:nvSpPr>
            <p:spPr>
              <a:xfrm rot="10800000" flipH="1">
                <a:off x="1053382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5ADC84C-FF17-0DC3-C6CA-ABCBD84B7DC2}"/>
                  </a:ext>
                </a:extLst>
              </p:cNvPr>
              <p:cNvSpPr/>
              <p:nvPr/>
            </p:nvSpPr>
            <p:spPr>
              <a:xfrm rot="10800000" flipH="1">
                <a:off x="1063424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705ED6CA-A617-7ECE-9FA9-6408809729B6}"/>
                  </a:ext>
                </a:extLst>
              </p:cNvPr>
              <p:cNvSpPr/>
              <p:nvPr/>
            </p:nvSpPr>
            <p:spPr>
              <a:xfrm rot="10800000" flipH="1">
                <a:off x="1073467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EFD55AB4-3C6C-9569-C961-20A91445FCAA}"/>
                  </a:ext>
                </a:extLst>
              </p:cNvPr>
              <p:cNvSpPr/>
              <p:nvPr/>
            </p:nvSpPr>
            <p:spPr>
              <a:xfrm rot="10800000" flipH="1">
                <a:off x="1083509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6F584D67-C1D4-DD1C-828D-21C1D982EC44}"/>
                  </a:ext>
                </a:extLst>
              </p:cNvPr>
              <p:cNvSpPr/>
              <p:nvPr/>
            </p:nvSpPr>
            <p:spPr>
              <a:xfrm rot="10800000" flipH="1">
                <a:off x="1093551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0" name="Group 229">
                <a:extLst>
                  <a:ext uri="{FF2B5EF4-FFF2-40B4-BE49-F238E27FC236}">
                    <a16:creationId xmlns:a16="http://schemas.microsoft.com/office/drawing/2014/main" id="{7F2760A3-3420-DBC7-47E8-D01A9519E3C7}"/>
                  </a:ext>
                </a:extLst>
              </p:cNvPr>
              <p:cNvGrpSpPr/>
              <p:nvPr/>
            </p:nvGrpSpPr>
            <p:grpSpPr>
              <a:xfrm rot="10800000" flipH="1">
                <a:off x="7822406" y="4373559"/>
                <a:ext cx="3213534" cy="100423"/>
                <a:chOff x="1743959" y="2564091"/>
                <a:chExt cx="6334816" cy="197963"/>
              </a:xfrm>
              <a:solidFill>
                <a:schemeClr val="bg1"/>
              </a:solidFill>
            </p:grpSpPr>
            <p:sp>
              <p:nvSpPr>
                <p:cNvPr id="361" name="Rectangle 360">
                  <a:extLst>
                    <a:ext uri="{FF2B5EF4-FFF2-40B4-BE49-F238E27FC236}">
                      <a16:creationId xmlns:a16="http://schemas.microsoft.com/office/drawing/2014/main" id="{3F7B4B55-680D-7A07-0EA6-92E7003BEC6B}"/>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E4793866-0E65-EA98-D8FB-9CF61519F869}"/>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642965F8-6A44-77FC-C10B-DE2F86323ED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B77DFBC0-DC00-8E35-35DB-2133D3A3FBE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9F19D2F1-FDF8-17BE-39E8-5BEEB6BC4CA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92227F3E-2C2E-B0FF-9CC8-CB6B25748938}"/>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969697ED-D3B8-67AA-54CB-8DB115300E0E}"/>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75B9F325-0FE0-FDB1-522E-1642BD5933B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E05D1165-4F57-7F78-2CF5-17C8FD69EC5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4FD087F3-4B26-409F-B5B0-44A83040561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9F7DCB46-BED0-05FE-8702-E0B474F9D838}"/>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4A21AA09-0249-6485-FC1E-CB9FDDB0174F}"/>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8BB15CC6-BCD1-2C1D-C029-16FA472BECEC}"/>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9F27C8D-7F59-BBA2-408E-FC251D2BF6F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EA61992C-CB9A-45E3-341C-42D849C3B8C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58722B9D-E06C-4E55-DF16-523F7D09A00B}"/>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A9D59915-4717-6C3E-2314-1E46295C9DC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044A1809-B926-529F-D9AC-A72D0FFB3BA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7D0FF40B-C22C-A1C9-9BFD-18831CB6685B}"/>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439BFEE8-FBBD-1536-F951-08997EC01D5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F579EB03-0365-4686-88A4-30715EBE575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B38355C2-A593-1838-46D8-4B4D8A34283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BE7DF514-A119-8BCA-8507-827D0FB8365D}"/>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7D7C1EC3-F020-3E28-9128-3093E43D7EE3}"/>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C9D6FB82-4109-966C-590D-12112C6C3D4D}"/>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93980937-7A5C-082A-3FF0-27C8ABA15A72}"/>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2462B0C6-7A83-DFE3-F31B-F060A719D61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9518AD7A-F6D3-157A-912A-FD07AE21DFD5}"/>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401BE56E-1E78-3C01-0354-DD6F98D9281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737DF5B3-91F9-960A-A459-F5232409422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316464E1-7B04-E8AF-AAA6-7217A3139AA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284DA6B9-A2DA-19F1-D611-D6E9D5E3BDF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 name="Group 230">
                <a:extLst>
                  <a:ext uri="{FF2B5EF4-FFF2-40B4-BE49-F238E27FC236}">
                    <a16:creationId xmlns:a16="http://schemas.microsoft.com/office/drawing/2014/main" id="{19DAC3CD-E398-77C3-47FD-85693F2243DF}"/>
                  </a:ext>
                </a:extLst>
              </p:cNvPr>
              <p:cNvGrpSpPr/>
              <p:nvPr/>
            </p:nvGrpSpPr>
            <p:grpSpPr>
              <a:xfrm rot="10800000" flipH="1">
                <a:off x="7822406" y="4273137"/>
                <a:ext cx="3213534" cy="100423"/>
                <a:chOff x="1743959" y="2564091"/>
                <a:chExt cx="6334816" cy="197963"/>
              </a:xfrm>
              <a:solidFill>
                <a:schemeClr val="bg1"/>
              </a:solidFill>
            </p:grpSpPr>
            <p:sp>
              <p:nvSpPr>
                <p:cNvPr id="329" name="Rectangle 328">
                  <a:extLst>
                    <a:ext uri="{FF2B5EF4-FFF2-40B4-BE49-F238E27FC236}">
                      <a16:creationId xmlns:a16="http://schemas.microsoft.com/office/drawing/2014/main" id="{230DB9AA-4564-3B03-9F06-7CADBCC67CDF}"/>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4AF1BADC-A057-7E3E-329E-C7807AC7E262}"/>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7B228881-6083-6B1B-A387-91E7C20CAA8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C70777D3-EB80-0897-3683-F7861B66A7B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A881FFD0-8D7C-E8C9-61BA-A28C2D3C70B4}"/>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8FC2EAB8-D030-98CA-4AC4-3A9236E4F8CF}"/>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9C96E9A0-8579-F4EF-459D-683A381E7E95}"/>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1496F6AC-76F6-2A63-6C26-EC4BE4B26699}"/>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7EF116A3-C4E7-33A0-0578-DD6F0B93E608}"/>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2ECD1FFA-B458-CF12-71D9-A279509C861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86F4AF80-BC79-10B1-D95A-F444A559682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2D70795-BA94-4EDA-EC6E-1D026EB4D48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003F2E93-473C-BC50-E5CA-5C7F60CF7C7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2AD07212-74E3-AC7E-E13A-753B8450E39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4DD2B1EB-D5B3-82EF-044D-21A499B53DE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08444754-D503-1DF7-1C6A-9BBF1CB9664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69103043-47FC-B1CB-BD67-28BF4FF3C42A}"/>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9855FD2-0727-5975-85AE-91B2AF91F5AE}"/>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DCF429CE-3474-61DB-B002-1A58FCD769BC}"/>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1F9386E7-3A68-24E4-303C-87C483BC3ADC}"/>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614C619-887F-B221-8EF7-9C7477C4840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2C5AABB8-86A4-0575-9995-A5E0737F7CBD}"/>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55DAEC05-93D4-D59E-93EA-5B953047BFA8}"/>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A818C4DE-5DEA-0B25-10DF-394B63E6D215}"/>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C6AE5D40-9212-A7C5-942E-ED44A30C8679}"/>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C1CDED93-8DFC-DAB2-A8C2-9C093B4DC6C3}"/>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FC32AEDF-8B1C-9F18-0383-2C2BD803516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B9F3B292-A6E3-BCBA-C2BF-62121C55ED4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5041C095-764C-C60A-55E2-DFD95403C59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18F66B01-B1D6-EC9C-D3E5-CFFA4654F72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C4F03624-77B9-B9B6-712F-C9AC5F191FE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FFB0055B-379E-53D4-15FE-8B73716B1F75}"/>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2" name="Rectangle 231">
                <a:extLst>
                  <a:ext uri="{FF2B5EF4-FFF2-40B4-BE49-F238E27FC236}">
                    <a16:creationId xmlns:a16="http://schemas.microsoft.com/office/drawing/2014/main" id="{4A411FC9-EBD0-F64A-82B4-F3A8F9FA9778}"/>
                  </a:ext>
                </a:extLst>
              </p:cNvPr>
              <p:cNvSpPr/>
              <p:nvPr/>
            </p:nvSpPr>
            <p:spPr>
              <a:xfrm rot="10800000" flipH="1">
                <a:off x="807348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43681305-D85F-6B19-8B40-CE66F9161F13}"/>
                  </a:ext>
                </a:extLst>
              </p:cNvPr>
              <p:cNvSpPr/>
              <p:nvPr/>
            </p:nvSpPr>
            <p:spPr>
              <a:xfrm rot="10800000" flipH="1">
                <a:off x="817390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FCAF58D1-AA2E-13F4-DBA6-69219A60F97F}"/>
                  </a:ext>
                </a:extLst>
              </p:cNvPr>
              <p:cNvSpPr/>
              <p:nvPr/>
            </p:nvSpPr>
            <p:spPr>
              <a:xfrm rot="10800000" flipH="1">
                <a:off x="827432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6825AD41-60E2-331E-F016-BDB45EF3285D}"/>
                  </a:ext>
                </a:extLst>
              </p:cNvPr>
              <p:cNvSpPr/>
              <p:nvPr/>
            </p:nvSpPr>
            <p:spPr>
              <a:xfrm rot="10800000" flipH="1">
                <a:off x="837475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2454CC83-DA2A-AB57-E61E-654D1D2E3390}"/>
                  </a:ext>
                </a:extLst>
              </p:cNvPr>
              <p:cNvSpPr/>
              <p:nvPr/>
            </p:nvSpPr>
            <p:spPr>
              <a:xfrm rot="10800000" flipH="1">
                <a:off x="847517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C59D2DB-FF70-76BE-3234-B9121EB7E558}"/>
                  </a:ext>
                </a:extLst>
              </p:cNvPr>
              <p:cNvSpPr/>
              <p:nvPr/>
            </p:nvSpPr>
            <p:spPr>
              <a:xfrm rot="10800000" flipH="1">
                <a:off x="857559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F0874D23-C791-0831-932F-AF4C75DF3BD2}"/>
                  </a:ext>
                </a:extLst>
              </p:cNvPr>
              <p:cNvSpPr/>
              <p:nvPr/>
            </p:nvSpPr>
            <p:spPr>
              <a:xfrm rot="10800000" flipH="1">
                <a:off x="867602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699542F2-8421-7391-3ECB-00DC1D515430}"/>
                  </a:ext>
                </a:extLst>
              </p:cNvPr>
              <p:cNvSpPr/>
              <p:nvPr/>
            </p:nvSpPr>
            <p:spPr>
              <a:xfrm rot="10800000" flipH="1">
                <a:off x="877644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F954CCCC-6C2F-AFBA-7F7F-7D6469361349}"/>
                  </a:ext>
                </a:extLst>
              </p:cNvPr>
              <p:cNvSpPr/>
              <p:nvPr/>
            </p:nvSpPr>
            <p:spPr>
              <a:xfrm rot="10800000" flipH="1">
                <a:off x="887686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AA8631FD-DF0D-F1D7-9D45-C2D38E9303E1}"/>
                  </a:ext>
                </a:extLst>
              </p:cNvPr>
              <p:cNvSpPr/>
              <p:nvPr/>
            </p:nvSpPr>
            <p:spPr>
              <a:xfrm rot="10800000" flipH="1">
                <a:off x="897728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4FA1088C-9302-0D10-09ED-3D4D1718BB64}"/>
                  </a:ext>
                </a:extLst>
              </p:cNvPr>
              <p:cNvSpPr/>
              <p:nvPr/>
            </p:nvSpPr>
            <p:spPr>
              <a:xfrm rot="10800000" flipH="1">
                <a:off x="907771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902EEABE-6EE3-9FE1-5721-90944BEA4DDB}"/>
                  </a:ext>
                </a:extLst>
              </p:cNvPr>
              <p:cNvSpPr/>
              <p:nvPr/>
            </p:nvSpPr>
            <p:spPr>
              <a:xfrm rot="10800000" flipH="1">
                <a:off x="917813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43671530-DA11-FB59-3754-8150B05EC5D4}"/>
                  </a:ext>
                </a:extLst>
              </p:cNvPr>
              <p:cNvSpPr/>
              <p:nvPr/>
            </p:nvSpPr>
            <p:spPr>
              <a:xfrm rot="10800000" flipH="1">
                <a:off x="927855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41340C4A-6B65-D5EE-34F5-470E5B41E9E9}"/>
                  </a:ext>
                </a:extLst>
              </p:cNvPr>
              <p:cNvSpPr/>
              <p:nvPr/>
            </p:nvSpPr>
            <p:spPr>
              <a:xfrm rot="10800000" flipH="1">
                <a:off x="937898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B41FA39B-0C5E-42DE-5F71-6FCD825C402A}"/>
                  </a:ext>
                </a:extLst>
              </p:cNvPr>
              <p:cNvSpPr/>
              <p:nvPr/>
            </p:nvSpPr>
            <p:spPr>
              <a:xfrm rot="10800000" flipH="1">
                <a:off x="947940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521B997C-9FF3-4B5D-5154-CC3943382D16}"/>
                  </a:ext>
                </a:extLst>
              </p:cNvPr>
              <p:cNvSpPr/>
              <p:nvPr/>
            </p:nvSpPr>
            <p:spPr>
              <a:xfrm rot="10800000" flipH="1">
                <a:off x="957982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691DE28A-A757-C626-65FE-2329DDBE7154}"/>
                  </a:ext>
                </a:extLst>
              </p:cNvPr>
              <p:cNvSpPr/>
              <p:nvPr/>
            </p:nvSpPr>
            <p:spPr>
              <a:xfrm rot="10800000" flipH="1">
                <a:off x="968025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AAF69FD8-7D56-AC6C-892F-7FEE2A591B2A}"/>
                  </a:ext>
                </a:extLst>
              </p:cNvPr>
              <p:cNvSpPr/>
              <p:nvPr/>
            </p:nvSpPr>
            <p:spPr>
              <a:xfrm rot="10800000" flipH="1">
                <a:off x="978067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D0F570F8-B957-BA35-3A78-B89716F18010}"/>
                  </a:ext>
                </a:extLst>
              </p:cNvPr>
              <p:cNvSpPr/>
              <p:nvPr/>
            </p:nvSpPr>
            <p:spPr>
              <a:xfrm rot="10800000" flipH="1">
                <a:off x="988109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C89A26B8-0CBF-EDA0-959C-C42580509E3E}"/>
                  </a:ext>
                </a:extLst>
              </p:cNvPr>
              <p:cNvSpPr/>
              <p:nvPr/>
            </p:nvSpPr>
            <p:spPr>
              <a:xfrm rot="10800000" flipH="1">
                <a:off x="998151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8BCE0D70-00C6-39D9-A332-052437123B32}"/>
                  </a:ext>
                </a:extLst>
              </p:cNvPr>
              <p:cNvSpPr/>
              <p:nvPr/>
            </p:nvSpPr>
            <p:spPr>
              <a:xfrm rot="10800000" flipH="1">
                <a:off x="1008194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E796ABB-34D5-C7AD-DAD0-7CA2495E24AD}"/>
                  </a:ext>
                </a:extLst>
              </p:cNvPr>
              <p:cNvSpPr/>
              <p:nvPr/>
            </p:nvSpPr>
            <p:spPr>
              <a:xfrm rot="10800000" flipH="1">
                <a:off x="1018236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FA3ECB3F-7E2C-5C7E-39D0-31506D38EA1F}"/>
                  </a:ext>
                </a:extLst>
              </p:cNvPr>
              <p:cNvSpPr/>
              <p:nvPr/>
            </p:nvSpPr>
            <p:spPr>
              <a:xfrm rot="10800000" flipH="1">
                <a:off x="1028278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D6097E06-277A-7FE7-7B76-6555987F1793}"/>
                  </a:ext>
                </a:extLst>
              </p:cNvPr>
              <p:cNvSpPr/>
              <p:nvPr/>
            </p:nvSpPr>
            <p:spPr>
              <a:xfrm rot="10800000" flipH="1">
                <a:off x="1038321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7DD504FD-D06E-FE60-671F-72346973FD73}"/>
                  </a:ext>
                </a:extLst>
              </p:cNvPr>
              <p:cNvSpPr/>
              <p:nvPr/>
            </p:nvSpPr>
            <p:spPr>
              <a:xfrm rot="10800000" flipH="1">
                <a:off x="1048363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9120F4FA-EC5B-BEC2-228A-DC29DE1A4A69}"/>
                  </a:ext>
                </a:extLst>
              </p:cNvPr>
              <p:cNvSpPr/>
              <p:nvPr/>
            </p:nvSpPr>
            <p:spPr>
              <a:xfrm rot="10800000" flipH="1">
                <a:off x="1058405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54024345-9072-DE68-9CBE-B6AFE6D580A0}"/>
                  </a:ext>
                </a:extLst>
              </p:cNvPr>
              <p:cNvSpPr/>
              <p:nvPr/>
            </p:nvSpPr>
            <p:spPr>
              <a:xfrm rot="10800000" flipH="1">
                <a:off x="1068447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256A9C5A-9E58-DA4D-F41A-91566438D4C1}"/>
                  </a:ext>
                </a:extLst>
              </p:cNvPr>
              <p:cNvSpPr/>
              <p:nvPr/>
            </p:nvSpPr>
            <p:spPr>
              <a:xfrm rot="10800000" flipH="1">
                <a:off x="1078490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611B9F27-34F5-573C-1FA2-8A043A891705}"/>
                  </a:ext>
                </a:extLst>
              </p:cNvPr>
              <p:cNvSpPr/>
              <p:nvPr/>
            </p:nvSpPr>
            <p:spPr>
              <a:xfrm rot="10800000" flipH="1">
                <a:off x="1088532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FC0945EE-38C1-5CB2-9C78-04A91FC5D12C}"/>
                  </a:ext>
                </a:extLst>
              </p:cNvPr>
              <p:cNvSpPr/>
              <p:nvPr/>
            </p:nvSpPr>
            <p:spPr>
              <a:xfrm rot="10800000" flipH="1">
                <a:off x="807348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76CB50F8-FDE4-E13B-0A71-A065D267F8BA}"/>
                  </a:ext>
                </a:extLst>
              </p:cNvPr>
              <p:cNvSpPr/>
              <p:nvPr/>
            </p:nvSpPr>
            <p:spPr>
              <a:xfrm rot="10800000" flipH="1">
                <a:off x="817390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9C5FA9B3-4B39-C0D4-0472-A6DA26A093E7}"/>
                  </a:ext>
                </a:extLst>
              </p:cNvPr>
              <p:cNvSpPr/>
              <p:nvPr/>
            </p:nvSpPr>
            <p:spPr>
              <a:xfrm rot="10800000" flipH="1">
                <a:off x="827432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FCBC8B3-11E6-F417-0782-6BB47439BE3C}"/>
                  </a:ext>
                </a:extLst>
              </p:cNvPr>
              <p:cNvSpPr/>
              <p:nvPr/>
            </p:nvSpPr>
            <p:spPr>
              <a:xfrm rot="10800000" flipH="1">
                <a:off x="837475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1765E756-0FAD-EC98-EEE5-B4620FA5E75E}"/>
                  </a:ext>
                </a:extLst>
              </p:cNvPr>
              <p:cNvSpPr/>
              <p:nvPr/>
            </p:nvSpPr>
            <p:spPr>
              <a:xfrm rot="10800000" flipH="1">
                <a:off x="847517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022A9E65-162E-418B-C15A-820AC9749093}"/>
                  </a:ext>
                </a:extLst>
              </p:cNvPr>
              <p:cNvSpPr/>
              <p:nvPr/>
            </p:nvSpPr>
            <p:spPr>
              <a:xfrm rot="10800000" flipH="1">
                <a:off x="857559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0317E50C-423B-C73F-B8A4-17FCD9AFA750}"/>
                  </a:ext>
                </a:extLst>
              </p:cNvPr>
              <p:cNvSpPr/>
              <p:nvPr/>
            </p:nvSpPr>
            <p:spPr>
              <a:xfrm rot="10800000" flipH="1">
                <a:off x="867602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5733AC9-2B58-67D8-A2F6-F5C89CE6F92E}"/>
                  </a:ext>
                </a:extLst>
              </p:cNvPr>
              <p:cNvSpPr/>
              <p:nvPr/>
            </p:nvSpPr>
            <p:spPr>
              <a:xfrm rot="10800000" flipH="1">
                <a:off x="877644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54A3E96-4035-C60C-ED23-CD5EF3806F5F}"/>
                  </a:ext>
                </a:extLst>
              </p:cNvPr>
              <p:cNvSpPr/>
              <p:nvPr/>
            </p:nvSpPr>
            <p:spPr>
              <a:xfrm rot="10800000" flipH="1">
                <a:off x="887686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312FD4C-80B1-24B5-C9A8-D33CF20841AB}"/>
                  </a:ext>
                </a:extLst>
              </p:cNvPr>
              <p:cNvSpPr/>
              <p:nvPr/>
            </p:nvSpPr>
            <p:spPr>
              <a:xfrm rot="10800000" flipH="1">
                <a:off x="897728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F580FDBC-14C7-1DE8-0946-59C30AB6ABED}"/>
                  </a:ext>
                </a:extLst>
              </p:cNvPr>
              <p:cNvSpPr/>
              <p:nvPr/>
            </p:nvSpPr>
            <p:spPr>
              <a:xfrm rot="10800000" flipH="1">
                <a:off x="907771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2FE6E85B-1A5E-C613-2524-2B08B595F2C0}"/>
                  </a:ext>
                </a:extLst>
              </p:cNvPr>
              <p:cNvSpPr/>
              <p:nvPr/>
            </p:nvSpPr>
            <p:spPr>
              <a:xfrm rot="10800000" flipH="1">
                <a:off x="917813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0466F803-1301-6001-9E52-E275D5EC42D6}"/>
                  </a:ext>
                </a:extLst>
              </p:cNvPr>
              <p:cNvSpPr/>
              <p:nvPr/>
            </p:nvSpPr>
            <p:spPr>
              <a:xfrm rot="10800000" flipH="1">
                <a:off x="927855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7E67C326-4B0A-3EEC-EBA0-7121B411C81A}"/>
                  </a:ext>
                </a:extLst>
              </p:cNvPr>
              <p:cNvSpPr/>
              <p:nvPr/>
            </p:nvSpPr>
            <p:spPr>
              <a:xfrm rot="10800000" flipH="1">
                <a:off x="937898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EA19E977-D35B-BB63-36F2-005E5F90CFE0}"/>
                  </a:ext>
                </a:extLst>
              </p:cNvPr>
              <p:cNvSpPr/>
              <p:nvPr/>
            </p:nvSpPr>
            <p:spPr>
              <a:xfrm rot="10800000" flipH="1">
                <a:off x="947940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605E7DE3-3241-E689-9B51-47711E399C6B}"/>
                  </a:ext>
                </a:extLst>
              </p:cNvPr>
              <p:cNvSpPr/>
              <p:nvPr/>
            </p:nvSpPr>
            <p:spPr>
              <a:xfrm rot="10800000" flipH="1">
                <a:off x="957982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D7F577D-79AC-0C2E-9477-F7340B6A224B}"/>
                  </a:ext>
                </a:extLst>
              </p:cNvPr>
              <p:cNvSpPr/>
              <p:nvPr/>
            </p:nvSpPr>
            <p:spPr>
              <a:xfrm rot="10800000" flipH="1">
                <a:off x="968025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1287FE0E-BE8D-010A-A6A8-17E659E86A03}"/>
                  </a:ext>
                </a:extLst>
              </p:cNvPr>
              <p:cNvSpPr/>
              <p:nvPr/>
            </p:nvSpPr>
            <p:spPr>
              <a:xfrm rot="10800000" flipH="1">
                <a:off x="978067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96A2A635-94B8-8B02-8571-448FA0449E06}"/>
                  </a:ext>
                </a:extLst>
              </p:cNvPr>
              <p:cNvSpPr/>
              <p:nvPr/>
            </p:nvSpPr>
            <p:spPr>
              <a:xfrm rot="10800000" flipH="1">
                <a:off x="988109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BB5E994B-2BB4-B883-D262-C0BDF529A454}"/>
                  </a:ext>
                </a:extLst>
              </p:cNvPr>
              <p:cNvSpPr/>
              <p:nvPr/>
            </p:nvSpPr>
            <p:spPr>
              <a:xfrm rot="10800000" flipH="1">
                <a:off x="998151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BDCA2011-FE85-BA1D-0622-C2A8E4156EFB}"/>
                  </a:ext>
                </a:extLst>
              </p:cNvPr>
              <p:cNvSpPr/>
              <p:nvPr/>
            </p:nvSpPr>
            <p:spPr>
              <a:xfrm rot="10800000" flipH="1">
                <a:off x="1008194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10D6605-84EA-4727-8AFC-32A4E96F4E94}"/>
                  </a:ext>
                </a:extLst>
              </p:cNvPr>
              <p:cNvSpPr/>
              <p:nvPr/>
            </p:nvSpPr>
            <p:spPr>
              <a:xfrm rot="10800000" flipH="1">
                <a:off x="1018236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8BBC6698-ABB8-AC42-1618-D35941D81449}"/>
                  </a:ext>
                </a:extLst>
              </p:cNvPr>
              <p:cNvSpPr/>
              <p:nvPr/>
            </p:nvSpPr>
            <p:spPr>
              <a:xfrm rot="10800000" flipH="1">
                <a:off x="1028278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D817E55B-7EC3-2721-6E0A-E08276AD1E57}"/>
                  </a:ext>
                </a:extLst>
              </p:cNvPr>
              <p:cNvSpPr/>
              <p:nvPr/>
            </p:nvSpPr>
            <p:spPr>
              <a:xfrm rot="10800000" flipH="1">
                <a:off x="1038321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466D02EF-CA39-7D61-2739-09436C343B1B}"/>
                  </a:ext>
                </a:extLst>
              </p:cNvPr>
              <p:cNvSpPr/>
              <p:nvPr/>
            </p:nvSpPr>
            <p:spPr>
              <a:xfrm rot="10800000" flipH="1">
                <a:off x="1048363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562936D4-32C8-E0EC-FBC6-64DC1C8167AE}"/>
                  </a:ext>
                </a:extLst>
              </p:cNvPr>
              <p:cNvSpPr/>
              <p:nvPr/>
            </p:nvSpPr>
            <p:spPr>
              <a:xfrm rot="10800000" flipH="1">
                <a:off x="1058405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55E5E298-B18D-2B9D-E4BC-D800EF76D54E}"/>
                  </a:ext>
                </a:extLst>
              </p:cNvPr>
              <p:cNvSpPr/>
              <p:nvPr/>
            </p:nvSpPr>
            <p:spPr>
              <a:xfrm rot="10800000" flipH="1">
                <a:off x="1068447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5361F1C8-7224-8CAE-6DF2-D8E2A1C30A8C}"/>
                  </a:ext>
                </a:extLst>
              </p:cNvPr>
              <p:cNvSpPr/>
              <p:nvPr/>
            </p:nvSpPr>
            <p:spPr>
              <a:xfrm rot="10800000" flipH="1">
                <a:off x="1078490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3986CFF1-98FD-B29E-04D1-4DE9DD223D45}"/>
                  </a:ext>
                </a:extLst>
              </p:cNvPr>
              <p:cNvSpPr/>
              <p:nvPr/>
            </p:nvSpPr>
            <p:spPr>
              <a:xfrm rot="10800000" flipH="1">
                <a:off x="1088532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0" name="Group 289">
                <a:extLst>
                  <a:ext uri="{FF2B5EF4-FFF2-40B4-BE49-F238E27FC236}">
                    <a16:creationId xmlns:a16="http://schemas.microsoft.com/office/drawing/2014/main" id="{AAC18F78-97A1-F467-AB15-A4EB4B1B13B8}"/>
                  </a:ext>
                </a:extLst>
              </p:cNvPr>
              <p:cNvGrpSpPr/>
              <p:nvPr/>
            </p:nvGrpSpPr>
            <p:grpSpPr>
              <a:xfrm rot="10800000" flipH="1">
                <a:off x="7772214" y="4217521"/>
                <a:ext cx="301269" cy="301135"/>
                <a:chOff x="1051088" y="5406535"/>
                <a:chExt cx="593889" cy="593625"/>
              </a:xfrm>
              <a:solidFill>
                <a:srgbClr val="7030A0"/>
              </a:solidFill>
            </p:grpSpPr>
            <p:sp>
              <p:nvSpPr>
                <p:cNvPr id="320" name="Rectangle 319">
                  <a:extLst>
                    <a:ext uri="{FF2B5EF4-FFF2-40B4-BE49-F238E27FC236}">
                      <a16:creationId xmlns:a16="http://schemas.microsoft.com/office/drawing/2014/main" id="{BA366314-8DA3-A946-7260-FA0DBC46354A}"/>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02B9E409-653A-F193-6B5A-DE20ADE63FB8}"/>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E65C35E9-80BA-52EF-676C-404606E65C71}"/>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C9562DB0-2495-DDFD-8AA4-E764288040D2}"/>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6A032F7F-7819-542D-B93F-F8D7259157D5}"/>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A6DF8E5D-AA17-FC97-CB46-082B48007015}"/>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964E6BE-33E5-39D2-E1BD-789BFDC4DAF0}"/>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95363946-0389-124A-922C-A20D9B57C60D}"/>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939D8DC5-4492-AB67-5621-66E7E867C0E8}"/>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1" name="Rectangle 290">
                <a:extLst>
                  <a:ext uri="{FF2B5EF4-FFF2-40B4-BE49-F238E27FC236}">
                    <a16:creationId xmlns:a16="http://schemas.microsoft.com/office/drawing/2014/main" id="{0AF79DBE-0133-46D0-0C40-CABD3ACFA89D}"/>
                  </a:ext>
                </a:extLst>
              </p:cNvPr>
              <p:cNvSpPr/>
              <p:nvPr/>
            </p:nvSpPr>
            <p:spPr>
              <a:xfrm rot="10800000" flipH="1">
                <a:off x="807348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C868BB07-A252-E7AE-6989-7754370E41C0}"/>
                  </a:ext>
                </a:extLst>
              </p:cNvPr>
              <p:cNvSpPr/>
              <p:nvPr/>
            </p:nvSpPr>
            <p:spPr>
              <a:xfrm rot="10800000" flipH="1">
                <a:off x="817390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72B87296-F56D-A1AC-884F-72CD67982323}"/>
                  </a:ext>
                </a:extLst>
              </p:cNvPr>
              <p:cNvSpPr/>
              <p:nvPr/>
            </p:nvSpPr>
            <p:spPr>
              <a:xfrm rot="10800000" flipH="1">
                <a:off x="827432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EA4DD8F6-279B-D575-583C-100CD3B31070}"/>
                  </a:ext>
                </a:extLst>
              </p:cNvPr>
              <p:cNvSpPr/>
              <p:nvPr/>
            </p:nvSpPr>
            <p:spPr>
              <a:xfrm rot="10800000" flipH="1">
                <a:off x="837475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1769B71A-F22D-F4F7-ECBD-B892D0899A38}"/>
                  </a:ext>
                </a:extLst>
              </p:cNvPr>
              <p:cNvSpPr/>
              <p:nvPr/>
            </p:nvSpPr>
            <p:spPr>
              <a:xfrm rot="10800000" flipH="1">
                <a:off x="847517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E0B1204E-82AC-77D5-BD0C-34C2DCCD00DA}"/>
                  </a:ext>
                </a:extLst>
              </p:cNvPr>
              <p:cNvSpPr/>
              <p:nvPr/>
            </p:nvSpPr>
            <p:spPr>
              <a:xfrm rot="10800000" flipH="1">
                <a:off x="857559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60733CB6-F0F2-1904-E608-B09892EA700E}"/>
                  </a:ext>
                </a:extLst>
              </p:cNvPr>
              <p:cNvSpPr/>
              <p:nvPr/>
            </p:nvSpPr>
            <p:spPr>
              <a:xfrm rot="10800000" flipH="1">
                <a:off x="867602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030BCE82-A9FC-FA10-3766-8D34428E01B8}"/>
                  </a:ext>
                </a:extLst>
              </p:cNvPr>
              <p:cNvSpPr/>
              <p:nvPr/>
            </p:nvSpPr>
            <p:spPr>
              <a:xfrm rot="10800000" flipH="1">
                <a:off x="877644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A0CAA121-2501-493F-B78F-5BC4AE53F1A9}"/>
                  </a:ext>
                </a:extLst>
              </p:cNvPr>
              <p:cNvSpPr/>
              <p:nvPr/>
            </p:nvSpPr>
            <p:spPr>
              <a:xfrm rot="10800000" flipH="1">
                <a:off x="887686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4E211A89-096A-7B30-3DF9-A84AFF86D2F1}"/>
                  </a:ext>
                </a:extLst>
              </p:cNvPr>
              <p:cNvSpPr/>
              <p:nvPr/>
            </p:nvSpPr>
            <p:spPr>
              <a:xfrm rot="10800000" flipH="1">
                <a:off x="897728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2FFA090-A35A-1791-F902-97CF408606CE}"/>
                  </a:ext>
                </a:extLst>
              </p:cNvPr>
              <p:cNvSpPr/>
              <p:nvPr/>
            </p:nvSpPr>
            <p:spPr>
              <a:xfrm rot="10800000" flipH="1">
                <a:off x="907771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7F77A5A5-4D5C-144B-A47A-96AC0A2011F0}"/>
                  </a:ext>
                </a:extLst>
              </p:cNvPr>
              <p:cNvSpPr/>
              <p:nvPr/>
            </p:nvSpPr>
            <p:spPr>
              <a:xfrm rot="10800000" flipH="1">
                <a:off x="917813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98EF9FEE-68DF-F3A5-968B-21476708D267}"/>
                  </a:ext>
                </a:extLst>
              </p:cNvPr>
              <p:cNvSpPr/>
              <p:nvPr/>
            </p:nvSpPr>
            <p:spPr>
              <a:xfrm rot="10800000" flipH="1">
                <a:off x="927855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9BCB6E5-2C9D-9029-1455-5C1848A925CE}"/>
                  </a:ext>
                </a:extLst>
              </p:cNvPr>
              <p:cNvSpPr/>
              <p:nvPr/>
            </p:nvSpPr>
            <p:spPr>
              <a:xfrm rot="10800000" flipH="1">
                <a:off x="937898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5598B2EC-463C-AD29-77A7-29D8622B4F34}"/>
                  </a:ext>
                </a:extLst>
              </p:cNvPr>
              <p:cNvSpPr/>
              <p:nvPr/>
            </p:nvSpPr>
            <p:spPr>
              <a:xfrm rot="10800000" flipH="1">
                <a:off x="947940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2A09D75A-FFF9-D724-C049-35EE267E353A}"/>
                  </a:ext>
                </a:extLst>
              </p:cNvPr>
              <p:cNvSpPr/>
              <p:nvPr/>
            </p:nvSpPr>
            <p:spPr>
              <a:xfrm rot="10800000" flipH="1">
                <a:off x="957982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98F5E3F2-0763-5532-4F68-496E03F040CA}"/>
                  </a:ext>
                </a:extLst>
              </p:cNvPr>
              <p:cNvSpPr/>
              <p:nvPr/>
            </p:nvSpPr>
            <p:spPr>
              <a:xfrm rot="10800000" flipH="1">
                <a:off x="968025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8BB9A66D-B7B8-6042-C3FE-C8B2954E238C}"/>
                  </a:ext>
                </a:extLst>
              </p:cNvPr>
              <p:cNvSpPr/>
              <p:nvPr/>
            </p:nvSpPr>
            <p:spPr>
              <a:xfrm rot="10800000" flipH="1">
                <a:off x="978067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3EE552D6-4CEF-EB7C-46D4-E25F7D997EC7}"/>
                  </a:ext>
                </a:extLst>
              </p:cNvPr>
              <p:cNvSpPr/>
              <p:nvPr/>
            </p:nvSpPr>
            <p:spPr>
              <a:xfrm rot="10800000" flipH="1">
                <a:off x="988109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7F0BCA6-5C79-9630-7B76-50D1336766EC}"/>
                  </a:ext>
                </a:extLst>
              </p:cNvPr>
              <p:cNvSpPr/>
              <p:nvPr/>
            </p:nvSpPr>
            <p:spPr>
              <a:xfrm rot="10800000" flipH="1">
                <a:off x="998151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7459474C-D13E-D100-227A-2020CA899D47}"/>
                  </a:ext>
                </a:extLst>
              </p:cNvPr>
              <p:cNvSpPr/>
              <p:nvPr/>
            </p:nvSpPr>
            <p:spPr>
              <a:xfrm rot="10800000" flipH="1">
                <a:off x="1008194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56B1F033-26D1-E9FA-C178-7C5E05FF1A5A}"/>
                  </a:ext>
                </a:extLst>
              </p:cNvPr>
              <p:cNvSpPr/>
              <p:nvPr/>
            </p:nvSpPr>
            <p:spPr>
              <a:xfrm rot="10800000" flipH="1">
                <a:off x="1018236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BDCD1DA3-10CE-639D-BB11-6BB3D2E202E5}"/>
                  </a:ext>
                </a:extLst>
              </p:cNvPr>
              <p:cNvSpPr/>
              <p:nvPr/>
            </p:nvSpPr>
            <p:spPr>
              <a:xfrm rot="10800000" flipH="1">
                <a:off x="1028278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208A62D6-B933-3ED7-8478-2D3F56DB32FE}"/>
                  </a:ext>
                </a:extLst>
              </p:cNvPr>
              <p:cNvSpPr/>
              <p:nvPr/>
            </p:nvSpPr>
            <p:spPr>
              <a:xfrm rot="10800000" flipH="1">
                <a:off x="1038321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3E680F06-AEF8-957B-3BB0-6207AA6BA6A2}"/>
                  </a:ext>
                </a:extLst>
              </p:cNvPr>
              <p:cNvSpPr/>
              <p:nvPr/>
            </p:nvSpPr>
            <p:spPr>
              <a:xfrm rot="10800000" flipH="1">
                <a:off x="1048363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5C45DFB5-1A02-068D-D58B-EA3C0D0A021B}"/>
                  </a:ext>
                </a:extLst>
              </p:cNvPr>
              <p:cNvSpPr/>
              <p:nvPr/>
            </p:nvSpPr>
            <p:spPr>
              <a:xfrm rot="10800000" flipH="1">
                <a:off x="1058405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114B4ED9-8FC5-09A8-7D88-380246352E03}"/>
                  </a:ext>
                </a:extLst>
              </p:cNvPr>
              <p:cNvSpPr/>
              <p:nvPr/>
            </p:nvSpPr>
            <p:spPr>
              <a:xfrm rot="10800000" flipH="1">
                <a:off x="1068447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834A6727-BEDD-D22C-7073-ABBD0ABEB2B4}"/>
                  </a:ext>
                </a:extLst>
              </p:cNvPr>
              <p:cNvSpPr/>
              <p:nvPr/>
            </p:nvSpPr>
            <p:spPr>
              <a:xfrm rot="10800000" flipH="1">
                <a:off x="1078490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67919388-6BCD-9F85-A84B-2BDBD3660F76}"/>
                  </a:ext>
                </a:extLst>
              </p:cNvPr>
              <p:cNvSpPr/>
              <p:nvPr/>
            </p:nvSpPr>
            <p:spPr>
              <a:xfrm rot="10800000" flipH="1">
                <a:off x="1088532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086" name="TextBox 1085">
            <a:extLst>
              <a:ext uri="{FF2B5EF4-FFF2-40B4-BE49-F238E27FC236}">
                <a16:creationId xmlns:a16="http://schemas.microsoft.com/office/drawing/2014/main" id="{0B44DD8C-A90B-5B08-F7D8-E116824558F1}"/>
              </a:ext>
            </a:extLst>
          </p:cNvPr>
          <p:cNvSpPr txBox="1"/>
          <p:nvPr/>
        </p:nvSpPr>
        <p:spPr>
          <a:xfrm>
            <a:off x="6936680" y="3080236"/>
            <a:ext cx="2416624" cy="338554"/>
          </a:xfrm>
          <a:prstGeom prst="rect">
            <a:avLst/>
          </a:prstGeom>
          <a:noFill/>
        </p:spPr>
        <p:txBody>
          <a:bodyPr wrap="none" rtlCol="0">
            <a:spAutoFit/>
          </a:bodyPr>
          <a:lstStyle/>
          <a:p>
            <a:r>
              <a:rPr lang="en-US" sz="1600" dirty="0"/>
              <a:t>B) parallel output channels</a:t>
            </a:r>
          </a:p>
        </p:txBody>
      </p:sp>
      <p:pic>
        <p:nvPicPr>
          <p:cNvPr id="1087" name="Picture 1086">
            <a:extLst>
              <a:ext uri="{FF2B5EF4-FFF2-40B4-BE49-F238E27FC236}">
                <a16:creationId xmlns:a16="http://schemas.microsoft.com/office/drawing/2014/main" id="{48DFE086-45A7-3277-D7A8-C5EA80B4F7BA}"/>
              </a:ext>
            </a:extLst>
          </p:cNvPr>
          <p:cNvPicPr>
            <a:picLocks noChangeAspect="1"/>
          </p:cNvPicPr>
          <p:nvPr/>
        </p:nvPicPr>
        <p:blipFill>
          <a:blip r:embed="rId2"/>
          <a:stretch>
            <a:fillRect/>
          </a:stretch>
        </p:blipFill>
        <p:spPr>
          <a:xfrm>
            <a:off x="929361" y="330363"/>
            <a:ext cx="3480228" cy="1918618"/>
          </a:xfrm>
          <a:prstGeom prst="rect">
            <a:avLst/>
          </a:prstGeom>
        </p:spPr>
      </p:pic>
      <p:sp>
        <p:nvSpPr>
          <p:cNvPr id="1088" name="TextBox 1087">
            <a:extLst>
              <a:ext uri="{FF2B5EF4-FFF2-40B4-BE49-F238E27FC236}">
                <a16:creationId xmlns:a16="http://schemas.microsoft.com/office/drawing/2014/main" id="{40AF163A-4DED-3DB1-6DB2-F605EDB0453C}"/>
              </a:ext>
            </a:extLst>
          </p:cNvPr>
          <p:cNvSpPr txBox="1"/>
          <p:nvPr/>
        </p:nvSpPr>
        <p:spPr>
          <a:xfrm>
            <a:off x="924482" y="3400319"/>
            <a:ext cx="2283959" cy="338554"/>
          </a:xfrm>
          <a:prstGeom prst="rect">
            <a:avLst/>
          </a:prstGeom>
          <a:noFill/>
        </p:spPr>
        <p:txBody>
          <a:bodyPr wrap="none" rtlCol="0">
            <a:spAutoFit/>
          </a:bodyPr>
          <a:lstStyle/>
          <a:p>
            <a:r>
              <a:rPr lang="en-US" sz="1600" dirty="0"/>
              <a:t>A) parallel vertical stripes</a:t>
            </a:r>
          </a:p>
        </p:txBody>
      </p:sp>
      <p:pic>
        <p:nvPicPr>
          <p:cNvPr id="1089" name="Picture 1088">
            <a:extLst>
              <a:ext uri="{FF2B5EF4-FFF2-40B4-BE49-F238E27FC236}">
                <a16:creationId xmlns:a16="http://schemas.microsoft.com/office/drawing/2014/main" id="{9DE05B4B-55E6-E452-6568-7F1682CC6901}"/>
              </a:ext>
            </a:extLst>
          </p:cNvPr>
          <p:cNvPicPr>
            <a:picLocks noChangeAspect="1"/>
          </p:cNvPicPr>
          <p:nvPr/>
        </p:nvPicPr>
        <p:blipFill>
          <a:blip r:embed="rId3"/>
          <a:stretch>
            <a:fillRect/>
          </a:stretch>
        </p:blipFill>
        <p:spPr>
          <a:xfrm>
            <a:off x="924482" y="2306383"/>
            <a:ext cx="3544006" cy="859460"/>
          </a:xfrm>
          <a:prstGeom prst="rect">
            <a:avLst/>
          </a:prstGeom>
        </p:spPr>
      </p:pic>
      <p:grpSp>
        <p:nvGrpSpPr>
          <p:cNvPr id="1120" name="Group 1119">
            <a:extLst>
              <a:ext uri="{FF2B5EF4-FFF2-40B4-BE49-F238E27FC236}">
                <a16:creationId xmlns:a16="http://schemas.microsoft.com/office/drawing/2014/main" id="{95FBD651-D21C-A84C-2270-6514C1734B8E}"/>
              </a:ext>
            </a:extLst>
          </p:cNvPr>
          <p:cNvGrpSpPr/>
          <p:nvPr/>
        </p:nvGrpSpPr>
        <p:grpSpPr>
          <a:xfrm>
            <a:off x="3666486" y="4293017"/>
            <a:ext cx="1955107" cy="675505"/>
            <a:chOff x="4926227" y="4431954"/>
            <a:chExt cx="1955107" cy="955590"/>
          </a:xfrm>
        </p:grpSpPr>
        <p:grpSp>
          <p:nvGrpSpPr>
            <p:cNvPr id="1092" name="Group 1091">
              <a:extLst>
                <a:ext uri="{FF2B5EF4-FFF2-40B4-BE49-F238E27FC236}">
                  <a16:creationId xmlns:a16="http://schemas.microsoft.com/office/drawing/2014/main" id="{EE31AF14-3E85-7EA0-5EFB-B74C2D9DC14A}"/>
                </a:ext>
              </a:extLst>
            </p:cNvPr>
            <p:cNvGrpSpPr/>
            <p:nvPr/>
          </p:nvGrpSpPr>
          <p:grpSpPr>
            <a:xfrm>
              <a:off x="4926227" y="4431954"/>
              <a:ext cx="201827" cy="955590"/>
              <a:chOff x="4926227" y="4431956"/>
              <a:chExt cx="201827" cy="955590"/>
            </a:xfrm>
          </p:grpSpPr>
          <p:sp>
            <p:nvSpPr>
              <p:cNvPr id="1090" name="Rectangle 1089">
                <a:extLst>
                  <a:ext uri="{FF2B5EF4-FFF2-40B4-BE49-F238E27FC236}">
                    <a16:creationId xmlns:a16="http://schemas.microsoft.com/office/drawing/2014/main" id="{ABFD1F86-037E-281A-2A10-1406A3A89233}"/>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528FD4-EE1A-CBF9-51A1-C3A181E01D22}"/>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3" name="Group 1092">
              <a:extLst>
                <a:ext uri="{FF2B5EF4-FFF2-40B4-BE49-F238E27FC236}">
                  <a16:creationId xmlns:a16="http://schemas.microsoft.com/office/drawing/2014/main" id="{4BCA7CD8-D276-0782-AE72-C7A984FD2D59}"/>
                </a:ext>
              </a:extLst>
            </p:cNvPr>
            <p:cNvGrpSpPr/>
            <p:nvPr/>
          </p:nvGrpSpPr>
          <p:grpSpPr>
            <a:xfrm>
              <a:off x="5364547" y="4431954"/>
              <a:ext cx="201827" cy="955590"/>
              <a:chOff x="4926227" y="4431956"/>
              <a:chExt cx="201827" cy="955590"/>
            </a:xfrm>
          </p:grpSpPr>
          <p:sp>
            <p:nvSpPr>
              <p:cNvPr id="1094" name="Rectangle 1093">
                <a:extLst>
                  <a:ext uri="{FF2B5EF4-FFF2-40B4-BE49-F238E27FC236}">
                    <a16:creationId xmlns:a16="http://schemas.microsoft.com/office/drawing/2014/main" id="{9D0964B7-EBA7-221E-2BFA-95CAC18B375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DF3EA883-F980-0B2A-0063-A85BE5DE3D42}"/>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6" name="Group 1095">
              <a:extLst>
                <a:ext uri="{FF2B5EF4-FFF2-40B4-BE49-F238E27FC236}">
                  <a16:creationId xmlns:a16="http://schemas.microsoft.com/office/drawing/2014/main" id="{1758046A-E815-E15E-9209-DB43A358598D}"/>
                </a:ext>
              </a:extLst>
            </p:cNvPr>
            <p:cNvGrpSpPr/>
            <p:nvPr/>
          </p:nvGrpSpPr>
          <p:grpSpPr>
            <a:xfrm>
              <a:off x="5802867" y="4431954"/>
              <a:ext cx="201827" cy="955590"/>
              <a:chOff x="4926227" y="4431956"/>
              <a:chExt cx="201827" cy="955590"/>
            </a:xfrm>
          </p:grpSpPr>
          <p:sp>
            <p:nvSpPr>
              <p:cNvPr id="1097" name="Rectangle 1096">
                <a:extLst>
                  <a:ext uri="{FF2B5EF4-FFF2-40B4-BE49-F238E27FC236}">
                    <a16:creationId xmlns:a16="http://schemas.microsoft.com/office/drawing/2014/main" id="{D48D6537-96A0-81DE-F351-8FD2BCB09C6F}"/>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1CFB6D7F-DE31-D283-B3BF-B14BC96A8F7C}"/>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9" name="Group 1098">
              <a:extLst>
                <a:ext uri="{FF2B5EF4-FFF2-40B4-BE49-F238E27FC236}">
                  <a16:creationId xmlns:a16="http://schemas.microsoft.com/office/drawing/2014/main" id="{61DDDCBE-4509-2E14-1BBE-58942A919BD7}"/>
                </a:ext>
              </a:extLst>
            </p:cNvPr>
            <p:cNvGrpSpPr/>
            <p:nvPr/>
          </p:nvGrpSpPr>
          <p:grpSpPr>
            <a:xfrm>
              <a:off x="6241187" y="4431954"/>
              <a:ext cx="201827" cy="955590"/>
              <a:chOff x="4926227" y="4431956"/>
              <a:chExt cx="201827" cy="955590"/>
            </a:xfrm>
          </p:grpSpPr>
          <p:sp>
            <p:nvSpPr>
              <p:cNvPr id="1100" name="Rectangle 1099">
                <a:extLst>
                  <a:ext uri="{FF2B5EF4-FFF2-40B4-BE49-F238E27FC236}">
                    <a16:creationId xmlns:a16="http://schemas.microsoft.com/office/drawing/2014/main" id="{A59EB323-6DAF-37F0-782B-44919D4DF293}"/>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26DE57C3-1500-D9A0-1286-64482507E0EF}"/>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2" name="Group 1101">
              <a:extLst>
                <a:ext uri="{FF2B5EF4-FFF2-40B4-BE49-F238E27FC236}">
                  <a16:creationId xmlns:a16="http://schemas.microsoft.com/office/drawing/2014/main" id="{CD25C337-6EC7-F4CA-1E57-850878536B2B}"/>
                </a:ext>
              </a:extLst>
            </p:cNvPr>
            <p:cNvGrpSpPr/>
            <p:nvPr/>
          </p:nvGrpSpPr>
          <p:grpSpPr>
            <a:xfrm>
              <a:off x="6679507" y="4431954"/>
              <a:ext cx="201827" cy="955590"/>
              <a:chOff x="4926227" y="4431956"/>
              <a:chExt cx="201827" cy="955590"/>
            </a:xfrm>
          </p:grpSpPr>
          <p:sp>
            <p:nvSpPr>
              <p:cNvPr id="1103" name="Rectangle 1102">
                <a:extLst>
                  <a:ext uri="{FF2B5EF4-FFF2-40B4-BE49-F238E27FC236}">
                    <a16:creationId xmlns:a16="http://schemas.microsoft.com/office/drawing/2014/main" id="{3D35FA9B-2251-2AD3-048A-42C8033C4AB5}"/>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9CB74123-4D0B-BFEF-F28D-1DC6299D6CA9}"/>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05" name="Group 1104">
            <a:extLst>
              <a:ext uri="{FF2B5EF4-FFF2-40B4-BE49-F238E27FC236}">
                <a16:creationId xmlns:a16="http://schemas.microsoft.com/office/drawing/2014/main" id="{DA337F67-2EAB-F1F4-3CEA-142860D8B502}"/>
              </a:ext>
            </a:extLst>
          </p:cNvPr>
          <p:cNvGrpSpPr/>
          <p:nvPr/>
        </p:nvGrpSpPr>
        <p:grpSpPr>
          <a:xfrm>
            <a:off x="6195073" y="4619105"/>
            <a:ext cx="201827" cy="955590"/>
            <a:chOff x="4926227" y="4431956"/>
            <a:chExt cx="201827" cy="955590"/>
          </a:xfrm>
        </p:grpSpPr>
        <p:sp>
          <p:nvSpPr>
            <p:cNvPr id="1106" name="Rectangle 1105">
              <a:extLst>
                <a:ext uri="{FF2B5EF4-FFF2-40B4-BE49-F238E27FC236}">
                  <a16:creationId xmlns:a16="http://schemas.microsoft.com/office/drawing/2014/main" id="{7814BEC3-BA49-BBC2-2237-D867F0C9196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4B01A7C-AC00-4137-8041-6C3FDC4E25C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8" name="Group 1107">
            <a:extLst>
              <a:ext uri="{FF2B5EF4-FFF2-40B4-BE49-F238E27FC236}">
                <a16:creationId xmlns:a16="http://schemas.microsoft.com/office/drawing/2014/main" id="{038761D4-A69A-FE10-C23E-041072FDEA4E}"/>
              </a:ext>
            </a:extLst>
          </p:cNvPr>
          <p:cNvGrpSpPr/>
          <p:nvPr/>
        </p:nvGrpSpPr>
        <p:grpSpPr>
          <a:xfrm>
            <a:off x="6633393" y="4619105"/>
            <a:ext cx="201827" cy="955590"/>
            <a:chOff x="4926227" y="4431956"/>
            <a:chExt cx="201827" cy="955590"/>
          </a:xfrm>
        </p:grpSpPr>
        <p:sp>
          <p:nvSpPr>
            <p:cNvPr id="1109" name="Rectangle 1108">
              <a:extLst>
                <a:ext uri="{FF2B5EF4-FFF2-40B4-BE49-F238E27FC236}">
                  <a16:creationId xmlns:a16="http://schemas.microsoft.com/office/drawing/2014/main" id="{3336725A-19F5-7CA7-2F51-26A6CCE233FE}"/>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Rectangle 1109">
              <a:extLst>
                <a:ext uri="{FF2B5EF4-FFF2-40B4-BE49-F238E27FC236}">
                  <a16:creationId xmlns:a16="http://schemas.microsoft.com/office/drawing/2014/main" id="{9D740017-170E-8093-23B8-039E005F2D23}"/>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1" name="Group 1110">
            <a:extLst>
              <a:ext uri="{FF2B5EF4-FFF2-40B4-BE49-F238E27FC236}">
                <a16:creationId xmlns:a16="http://schemas.microsoft.com/office/drawing/2014/main" id="{625B47C6-95F1-3E78-2DDD-2FA79042EF6E}"/>
              </a:ext>
            </a:extLst>
          </p:cNvPr>
          <p:cNvGrpSpPr/>
          <p:nvPr/>
        </p:nvGrpSpPr>
        <p:grpSpPr>
          <a:xfrm>
            <a:off x="7071713" y="4619105"/>
            <a:ext cx="201827" cy="955590"/>
            <a:chOff x="4926227" y="4431956"/>
            <a:chExt cx="201827" cy="955590"/>
          </a:xfrm>
        </p:grpSpPr>
        <p:sp>
          <p:nvSpPr>
            <p:cNvPr id="1112" name="Rectangle 1111">
              <a:extLst>
                <a:ext uri="{FF2B5EF4-FFF2-40B4-BE49-F238E27FC236}">
                  <a16:creationId xmlns:a16="http://schemas.microsoft.com/office/drawing/2014/main" id="{65601FA0-D6CC-C318-C241-4F4DB316EDA2}"/>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Rectangle 1112">
              <a:extLst>
                <a:ext uri="{FF2B5EF4-FFF2-40B4-BE49-F238E27FC236}">
                  <a16:creationId xmlns:a16="http://schemas.microsoft.com/office/drawing/2014/main" id="{83446BBD-BC75-03C3-F824-E3AD8A339FC9}"/>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4" name="Group 1113">
            <a:extLst>
              <a:ext uri="{FF2B5EF4-FFF2-40B4-BE49-F238E27FC236}">
                <a16:creationId xmlns:a16="http://schemas.microsoft.com/office/drawing/2014/main" id="{271B7503-286D-85BA-16E9-5D71268F3064}"/>
              </a:ext>
            </a:extLst>
          </p:cNvPr>
          <p:cNvGrpSpPr/>
          <p:nvPr/>
        </p:nvGrpSpPr>
        <p:grpSpPr>
          <a:xfrm>
            <a:off x="7510033" y="4619105"/>
            <a:ext cx="201827" cy="955590"/>
            <a:chOff x="4926227" y="4431956"/>
            <a:chExt cx="201827" cy="955590"/>
          </a:xfrm>
        </p:grpSpPr>
        <p:sp>
          <p:nvSpPr>
            <p:cNvPr id="1115" name="Rectangle 1114">
              <a:extLst>
                <a:ext uri="{FF2B5EF4-FFF2-40B4-BE49-F238E27FC236}">
                  <a16:creationId xmlns:a16="http://schemas.microsoft.com/office/drawing/2014/main" id="{6AF25E17-18EC-DDDA-E78F-CA5888BD1D3F}"/>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Rectangle 1115">
              <a:extLst>
                <a:ext uri="{FF2B5EF4-FFF2-40B4-BE49-F238E27FC236}">
                  <a16:creationId xmlns:a16="http://schemas.microsoft.com/office/drawing/2014/main" id="{0E1EF324-ED01-9AB2-01DA-CD43189B5153}"/>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7" name="Group 1116">
            <a:extLst>
              <a:ext uri="{FF2B5EF4-FFF2-40B4-BE49-F238E27FC236}">
                <a16:creationId xmlns:a16="http://schemas.microsoft.com/office/drawing/2014/main" id="{BC42D4E4-6DE0-15B7-39D5-D377E4851CCF}"/>
              </a:ext>
            </a:extLst>
          </p:cNvPr>
          <p:cNvGrpSpPr/>
          <p:nvPr/>
        </p:nvGrpSpPr>
        <p:grpSpPr>
          <a:xfrm>
            <a:off x="7948353" y="4619105"/>
            <a:ext cx="201827" cy="955590"/>
            <a:chOff x="4926227" y="4431956"/>
            <a:chExt cx="201827" cy="955590"/>
          </a:xfrm>
        </p:grpSpPr>
        <p:sp>
          <p:nvSpPr>
            <p:cNvPr id="1118" name="Rectangle 1117">
              <a:extLst>
                <a:ext uri="{FF2B5EF4-FFF2-40B4-BE49-F238E27FC236}">
                  <a16:creationId xmlns:a16="http://schemas.microsoft.com/office/drawing/2014/main" id="{FCD8E89C-490A-A2FF-6B4B-EF718F244E47}"/>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1786BE3A-ADF0-719F-E449-98A5EB2EDB7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oup 1120">
            <a:extLst>
              <a:ext uri="{FF2B5EF4-FFF2-40B4-BE49-F238E27FC236}">
                <a16:creationId xmlns:a16="http://schemas.microsoft.com/office/drawing/2014/main" id="{53CE0E6C-468C-B6CD-A9A9-9A87C13F99D5}"/>
              </a:ext>
            </a:extLst>
          </p:cNvPr>
          <p:cNvGrpSpPr/>
          <p:nvPr/>
        </p:nvGrpSpPr>
        <p:grpSpPr>
          <a:xfrm>
            <a:off x="3655388" y="5277441"/>
            <a:ext cx="1955107" cy="675505"/>
            <a:chOff x="4926227" y="4431954"/>
            <a:chExt cx="1955107" cy="955590"/>
          </a:xfrm>
        </p:grpSpPr>
        <p:grpSp>
          <p:nvGrpSpPr>
            <p:cNvPr id="1122" name="Group 1121">
              <a:extLst>
                <a:ext uri="{FF2B5EF4-FFF2-40B4-BE49-F238E27FC236}">
                  <a16:creationId xmlns:a16="http://schemas.microsoft.com/office/drawing/2014/main" id="{C931AE76-4E4B-A505-FFC1-3F2D44C697E0}"/>
                </a:ext>
              </a:extLst>
            </p:cNvPr>
            <p:cNvGrpSpPr/>
            <p:nvPr/>
          </p:nvGrpSpPr>
          <p:grpSpPr>
            <a:xfrm>
              <a:off x="4926227" y="4431954"/>
              <a:ext cx="201827" cy="955590"/>
              <a:chOff x="4926227" y="4431956"/>
              <a:chExt cx="201827" cy="955590"/>
            </a:xfrm>
          </p:grpSpPr>
          <p:sp>
            <p:nvSpPr>
              <p:cNvPr id="1135" name="Rectangle 1134">
                <a:extLst>
                  <a:ext uri="{FF2B5EF4-FFF2-40B4-BE49-F238E27FC236}">
                    <a16:creationId xmlns:a16="http://schemas.microsoft.com/office/drawing/2014/main" id="{CCC77535-807F-8743-C91F-7AD2E4EDA900}"/>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9D4B26C7-F1D8-B00F-DF59-6790312D86C5}"/>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3" name="Group 1122">
              <a:extLst>
                <a:ext uri="{FF2B5EF4-FFF2-40B4-BE49-F238E27FC236}">
                  <a16:creationId xmlns:a16="http://schemas.microsoft.com/office/drawing/2014/main" id="{119380B9-5A78-3393-9CC3-F64B7C2A11CB}"/>
                </a:ext>
              </a:extLst>
            </p:cNvPr>
            <p:cNvGrpSpPr/>
            <p:nvPr/>
          </p:nvGrpSpPr>
          <p:grpSpPr>
            <a:xfrm>
              <a:off x="5364547" y="4431954"/>
              <a:ext cx="201827" cy="955590"/>
              <a:chOff x="4926227" y="4431956"/>
              <a:chExt cx="201827" cy="955590"/>
            </a:xfrm>
          </p:grpSpPr>
          <p:sp>
            <p:nvSpPr>
              <p:cNvPr id="1133" name="Rectangle 1132">
                <a:extLst>
                  <a:ext uri="{FF2B5EF4-FFF2-40B4-BE49-F238E27FC236}">
                    <a16:creationId xmlns:a16="http://schemas.microsoft.com/office/drawing/2014/main" id="{921C4C71-B1FD-C4EF-FE58-00752614631E}"/>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CD4160A2-6E09-5DF9-7DC9-0AA4074A66B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4" name="Group 1123">
              <a:extLst>
                <a:ext uri="{FF2B5EF4-FFF2-40B4-BE49-F238E27FC236}">
                  <a16:creationId xmlns:a16="http://schemas.microsoft.com/office/drawing/2014/main" id="{528316F6-1246-B108-24C8-B253E8F41F7D}"/>
                </a:ext>
              </a:extLst>
            </p:cNvPr>
            <p:cNvGrpSpPr/>
            <p:nvPr/>
          </p:nvGrpSpPr>
          <p:grpSpPr>
            <a:xfrm>
              <a:off x="5802867" y="4431954"/>
              <a:ext cx="201827" cy="955590"/>
              <a:chOff x="4926227" y="4431956"/>
              <a:chExt cx="201827" cy="955590"/>
            </a:xfrm>
          </p:grpSpPr>
          <p:sp>
            <p:nvSpPr>
              <p:cNvPr id="1131" name="Rectangle 1130">
                <a:extLst>
                  <a:ext uri="{FF2B5EF4-FFF2-40B4-BE49-F238E27FC236}">
                    <a16:creationId xmlns:a16="http://schemas.microsoft.com/office/drawing/2014/main" id="{5D32F85A-D5C0-C684-C810-9509447A87DC}"/>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DB4245F3-4718-AFB3-BD75-81A11048A0ED}"/>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5" name="Group 1124">
              <a:extLst>
                <a:ext uri="{FF2B5EF4-FFF2-40B4-BE49-F238E27FC236}">
                  <a16:creationId xmlns:a16="http://schemas.microsoft.com/office/drawing/2014/main" id="{05024044-5963-43C8-D4C9-497500CCCF89}"/>
                </a:ext>
              </a:extLst>
            </p:cNvPr>
            <p:cNvGrpSpPr/>
            <p:nvPr/>
          </p:nvGrpSpPr>
          <p:grpSpPr>
            <a:xfrm>
              <a:off x="6241187" y="4431954"/>
              <a:ext cx="201827" cy="955590"/>
              <a:chOff x="4926227" y="4431956"/>
              <a:chExt cx="201827" cy="955590"/>
            </a:xfrm>
          </p:grpSpPr>
          <p:sp>
            <p:nvSpPr>
              <p:cNvPr id="1129" name="Rectangle 1128">
                <a:extLst>
                  <a:ext uri="{FF2B5EF4-FFF2-40B4-BE49-F238E27FC236}">
                    <a16:creationId xmlns:a16="http://schemas.microsoft.com/office/drawing/2014/main" id="{7A5CACE0-5E48-364A-333E-5019BD04B05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D87D73A8-DFCF-4C2F-8377-48BD3A817838}"/>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6" name="Group 1125">
              <a:extLst>
                <a:ext uri="{FF2B5EF4-FFF2-40B4-BE49-F238E27FC236}">
                  <a16:creationId xmlns:a16="http://schemas.microsoft.com/office/drawing/2014/main" id="{A6757AB5-8E44-F9B5-14D6-06132D912FEF}"/>
                </a:ext>
              </a:extLst>
            </p:cNvPr>
            <p:cNvGrpSpPr/>
            <p:nvPr/>
          </p:nvGrpSpPr>
          <p:grpSpPr>
            <a:xfrm>
              <a:off x="6679507" y="4431954"/>
              <a:ext cx="201827" cy="955590"/>
              <a:chOff x="4926227" y="4431956"/>
              <a:chExt cx="201827" cy="955590"/>
            </a:xfrm>
          </p:grpSpPr>
          <p:sp>
            <p:nvSpPr>
              <p:cNvPr id="1127" name="Rectangle 1126">
                <a:extLst>
                  <a:ext uri="{FF2B5EF4-FFF2-40B4-BE49-F238E27FC236}">
                    <a16:creationId xmlns:a16="http://schemas.microsoft.com/office/drawing/2014/main" id="{98927160-24C4-C9EC-B862-3963F8460601}"/>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3AB4E816-13D8-F234-34C3-5941ABA97A8D}"/>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138" name="Straight Arrow Connector 1137">
            <a:extLst>
              <a:ext uri="{FF2B5EF4-FFF2-40B4-BE49-F238E27FC236}">
                <a16:creationId xmlns:a16="http://schemas.microsoft.com/office/drawing/2014/main" id="{F02F3D8E-7994-7533-7CE2-5E7C5A5838AD}"/>
              </a:ext>
            </a:extLst>
          </p:cNvPr>
          <p:cNvCxnSpPr>
            <a:cxnSpLocks/>
            <a:endCxn id="1090" idx="1"/>
          </p:cNvCxnSpPr>
          <p:nvPr/>
        </p:nvCxnSpPr>
        <p:spPr>
          <a:xfrm>
            <a:off x="3103779" y="4630770"/>
            <a:ext cx="5627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0" name="Straight Arrow Connector 1139">
            <a:extLst>
              <a:ext uri="{FF2B5EF4-FFF2-40B4-BE49-F238E27FC236}">
                <a16:creationId xmlns:a16="http://schemas.microsoft.com/office/drawing/2014/main" id="{DE881222-FA9B-1DC2-7285-BE7FC44B8A4A}"/>
              </a:ext>
            </a:extLst>
          </p:cNvPr>
          <p:cNvCxnSpPr>
            <a:cxnSpLocks/>
          </p:cNvCxnSpPr>
          <p:nvPr/>
        </p:nvCxnSpPr>
        <p:spPr>
          <a:xfrm>
            <a:off x="3092681" y="5615193"/>
            <a:ext cx="5627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2" name="TextBox 1151">
            <a:extLst>
              <a:ext uri="{FF2B5EF4-FFF2-40B4-BE49-F238E27FC236}">
                <a16:creationId xmlns:a16="http://schemas.microsoft.com/office/drawing/2014/main" id="{F0E110F3-8CF7-D9EE-2054-61339E8DA28A}"/>
              </a:ext>
            </a:extLst>
          </p:cNvPr>
          <p:cNvSpPr txBox="1"/>
          <p:nvPr/>
        </p:nvSpPr>
        <p:spPr>
          <a:xfrm>
            <a:off x="3582913" y="6261061"/>
            <a:ext cx="1544397" cy="338554"/>
          </a:xfrm>
          <a:prstGeom prst="rect">
            <a:avLst/>
          </a:prstGeom>
          <a:noFill/>
        </p:spPr>
        <p:txBody>
          <a:bodyPr wrap="none" rtlCol="0">
            <a:spAutoFit/>
          </a:bodyPr>
          <a:lstStyle/>
          <a:p>
            <a:r>
              <a:rPr lang="en-US" sz="1600" dirty="0"/>
              <a:t>C) parallel layers</a:t>
            </a:r>
          </a:p>
        </p:txBody>
      </p:sp>
    </p:spTree>
    <p:extLst>
      <p:ext uri="{BB962C8B-B14F-4D97-AF65-F5344CB8AC3E}">
        <p14:creationId xmlns:p14="http://schemas.microsoft.com/office/powerpoint/2010/main" val="8976080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44" name="Group 243">
            <a:extLst>
              <a:ext uri="{FF2B5EF4-FFF2-40B4-BE49-F238E27FC236}">
                <a16:creationId xmlns:a16="http://schemas.microsoft.com/office/drawing/2014/main" id="{2A6E34E0-D8C9-F7E4-DEB8-AFBE1F624C0F}"/>
              </a:ext>
            </a:extLst>
          </p:cNvPr>
          <p:cNvGrpSpPr/>
          <p:nvPr/>
        </p:nvGrpSpPr>
        <p:grpSpPr>
          <a:xfrm>
            <a:off x="4834627" y="4704932"/>
            <a:ext cx="2149727"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5A2122D3-E382-D79F-6D03-10B0F95C5F80}"/>
              </a:ext>
            </a:extLst>
          </p:cNvPr>
          <p:cNvGrpSpPr/>
          <p:nvPr/>
        </p:nvGrpSpPr>
        <p:grpSpPr>
          <a:xfrm>
            <a:off x="4360340"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4565087" y="1071771"/>
            <a:ext cx="2419267"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4C64A411-9C47-B1D0-E229-9A077484AF16}"/>
              </a:ext>
            </a:extLst>
          </p:cNvPr>
          <p:cNvGrpSpPr/>
          <p:nvPr/>
        </p:nvGrpSpPr>
        <p:grpSpPr>
          <a:xfrm>
            <a:off x="4360340"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4565087" y="838102"/>
            <a:ext cx="2419267"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0340"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4110351"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5087" y="598543"/>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a:stCxn id="11" idx="3"/>
          </p:cNvCxnSpPr>
          <p:nvPr/>
        </p:nvCxnSpPr>
        <p:spPr>
          <a:xfrm flipV="1">
            <a:off x="4834627" y="4321231"/>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a:stCxn id="39" idx="3"/>
          </p:cNvCxnSpPr>
          <p:nvPr/>
        </p:nvCxnSpPr>
        <p:spPr>
          <a:xfrm flipV="1">
            <a:off x="4834627" y="4081672"/>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a:stCxn id="52" idx="3"/>
          </p:cNvCxnSpPr>
          <p:nvPr/>
        </p:nvCxnSpPr>
        <p:spPr>
          <a:xfrm flipV="1">
            <a:off x="4834627" y="384800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a:stCxn id="65" idx="3"/>
          </p:cNvCxnSpPr>
          <p:nvPr/>
        </p:nvCxnSpPr>
        <p:spPr>
          <a:xfrm flipV="1">
            <a:off x="4834627" y="360844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a:stCxn id="78" idx="3"/>
          </p:cNvCxnSpPr>
          <p:nvPr/>
        </p:nvCxnSpPr>
        <p:spPr>
          <a:xfrm flipV="1">
            <a:off x="4834627" y="337000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a:stCxn id="91" idx="3"/>
          </p:cNvCxnSpPr>
          <p:nvPr/>
        </p:nvCxnSpPr>
        <p:spPr>
          <a:xfrm flipV="1">
            <a:off x="4834627" y="313044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a:stCxn id="104" idx="3"/>
          </p:cNvCxnSpPr>
          <p:nvPr/>
        </p:nvCxnSpPr>
        <p:spPr>
          <a:xfrm flipV="1">
            <a:off x="4834627" y="2896779"/>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a:stCxn id="117" idx="3"/>
          </p:cNvCxnSpPr>
          <p:nvPr/>
        </p:nvCxnSpPr>
        <p:spPr>
          <a:xfrm flipV="1">
            <a:off x="4834627" y="2657220"/>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4565087" y="1071771"/>
            <a:ext cx="2419267"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4565087" y="1071771"/>
            <a:ext cx="2419267"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4565087" y="1071771"/>
            <a:ext cx="2419267"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4565087" y="1071771"/>
            <a:ext cx="2419267"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4565087" y="1071771"/>
            <a:ext cx="2419267"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4565087" y="1071771"/>
            <a:ext cx="2419267"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4565087" y="1071771"/>
            <a:ext cx="2419267"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5087" y="598543"/>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5087" y="598543"/>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5087" y="598543"/>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5087" y="598543"/>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5087" y="598543"/>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5087" y="598543"/>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5087" y="598543"/>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4565087" y="838102"/>
            <a:ext cx="2419267"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4565087" y="838102"/>
            <a:ext cx="2419267"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4565087" y="838102"/>
            <a:ext cx="2419267"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4565087" y="838102"/>
            <a:ext cx="2419267"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4565087" y="838102"/>
            <a:ext cx="2419267"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4565087" y="838102"/>
            <a:ext cx="2419267"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4565087" y="838102"/>
            <a:ext cx="2419267"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rot="16200000" flipH="1">
            <a:off x="1363180" y="718408"/>
            <a:ext cx="473712" cy="2640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endCxn id="227" idx="1"/>
          </p:cNvCxnSpPr>
          <p:nvPr/>
        </p:nvCxnSpPr>
        <p:spPr>
          <a:xfrm>
            <a:off x="1469233" y="853600"/>
            <a:ext cx="26280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923697"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923697"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770746"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770746"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3568843"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3568843"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769302"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769302"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769302"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769302"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769302"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769302"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769302"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769302"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4" name="Group 273">
            <a:extLst>
              <a:ext uri="{FF2B5EF4-FFF2-40B4-BE49-F238E27FC236}">
                <a16:creationId xmlns:a16="http://schemas.microsoft.com/office/drawing/2014/main" id="{17F68ABE-C59D-CEE3-051B-2572089DD6C7}"/>
              </a:ext>
            </a:extLst>
          </p:cNvPr>
          <p:cNvGrpSpPr/>
          <p:nvPr/>
        </p:nvGrpSpPr>
        <p:grpSpPr>
          <a:xfrm>
            <a:off x="7193579" y="521237"/>
            <a:ext cx="571247" cy="5914347"/>
            <a:chOff x="7085958" y="497990"/>
            <a:chExt cx="810914" cy="5914347"/>
          </a:xfrm>
        </p:grpSpPr>
        <p:sp>
          <p:nvSpPr>
            <p:cNvPr id="275" name="TextBox 274">
              <a:extLst>
                <a:ext uri="{FF2B5EF4-FFF2-40B4-BE49-F238E27FC236}">
                  <a16:creationId xmlns:a16="http://schemas.microsoft.com/office/drawing/2014/main" id="{8052F8CC-A497-0FBB-E1C1-86453A9E2450}"/>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4" name="TextBox 293">
              <a:extLst>
                <a:ext uri="{FF2B5EF4-FFF2-40B4-BE49-F238E27FC236}">
                  <a16:creationId xmlns:a16="http://schemas.microsoft.com/office/drawing/2014/main" id="{1D03A73D-8906-BE8B-8860-274DE8B40C22}"/>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grpSp>
        <p:nvGrpSpPr>
          <p:cNvPr id="32" name="Group 31">
            <a:extLst>
              <a:ext uri="{FF2B5EF4-FFF2-40B4-BE49-F238E27FC236}">
                <a16:creationId xmlns:a16="http://schemas.microsoft.com/office/drawing/2014/main" id="{4E6E82DF-CF82-6085-4B50-2DAE34AFC4C2}"/>
              </a:ext>
            </a:extLst>
          </p:cNvPr>
          <p:cNvGrpSpPr/>
          <p:nvPr/>
        </p:nvGrpSpPr>
        <p:grpSpPr>
          <a:xfrm>
            <a:off x="8564554" y="529733"/>
            <a:ext cx="204747" cy="5897371"/>
            <a:chOff x="8432821" y="529733"/>
            <a:chExt cx="204747" cy="5897371"/>
          </a:xfrm>
        </p:grpSpPr>
        <p:grpSp>
          <p:nvGrpSpPr>
            <p:cNvPr id="464" name="Group 463">
              <a:extLst>
                <a:ext uri="{FF2B5EF4-FFF2-40B4-BE49-F238E27FC236}">
                  <a16:creationId xmlns:a16="http://schemas.microsoft.com/office/drawing/2014/main" id="{64209CA5-BE5F-79F3-57CB-D83F1C29C926}"/>
                </a:ext>
              </a:extLst>
            </p:cNvPr>
            <p:cNvGrpSpPr/>
            <p:nvPr/>
          </p:nvGrpSpPr>
          <p:grpSpPr>
            <a:xfrm>
              <a:off x="8432821"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8432821"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8432821"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8432821"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8432821"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8432821"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8432821"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8432821"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8432821"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8432821"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8432821"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8432821"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8432821"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8432821"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8432821"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8432821"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8432821"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432821"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432821"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432821"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432821"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432821"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432821"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432821"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318" name="Rectangle 317">
            <a:extLst>
              <a:ext uri="{FF2B5EF4-FFF2-40B4-BE49-F238E27FC236}">
                <a16:creationId xmlns:a16="http://schemas.microsoft.com/office/drawing/2014/main" id="{1B30B63D-479C-604D-1C6C-0E11B58C4043}"/>
              </a:ext>
            </a:extLst>
          </p:cNvPr>
          <p:cNvSpPr/>
          <p:nvPr/>
        </p:nvSpPr>
        <p:spPr>
          <a:xfrm>
            <a:off x="10177071" y="603934"/>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299071" y="86258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825592"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2" name="Group 321">
            <a:extLst>
              <a:ext uri="{FF2B5EF4-FFF2-40B4-BE49-F238E27FC236}">
                <a16:creationId xmlns:a16="http://schemas.microsoft.com/office/drawing/2014/main" id="{1CD209A2-5370-7337-3E9F-C1AD443A753F}"/>
              </a:ext>
            </a:extLst>
          </p:cNvPr>
          <p:cNvGrpSpPr/>
          <p:nvPr/>
        </p:nvGrpSpPr>
        <p:grpSpPr>
          <a:xfrm>
            <a:off x="8769302"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29593" y="757129"/>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42" name="Group 341">
            <a:extLst>
              <a:ext uri="{FF2B5EF4-FFF2-40B4-BE49-F238E27FC236}">
                <a16:creationId xmlns:a16="http://schemas.microsoft.com/office/drawing/2014/main" id="{71904354-7544-E94D-F5C7-66D32CB11EE9}"/>
              </a:ext>
            </a:extLst>
          </p:cNvPr>
          <p:cNvGrpSpPr/>
          <p:nvPr/>
        </p:nvGrpSpPr>
        <p:grpSpPr>
          <a:xfrm>
            <a:off x="8769301"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9076264"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185172"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9342523" y="1099797"/>
            <a:ext cx="0" cy="5232224"/>
          </a:xfrm>
          <a:prstGeom prst="line">
            <a:avLst/>
          </a:prstGeom>
          <a:ln w="19050"/>
        </p:spPr>
        <p:style>
          <a:lnRef idx="1">
            <a:schemeClr val="dk1"/>
          </a:lnRef>
          <a:fillRef idx="0">
            <a:schemeClr val="dk1"/>
          </a:fillRef>
          <a:effectRef idx="0">
            <a:schemeClr val="dk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484781"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9200253"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9197438"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9342523"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8263331"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5889F7E5-069B-CFA8-8738-CF1AF0C6B310}"/>
              </a:ext>
            </a:extLst>
          </p:cNvPr>
          <p:cNvCxnSpPr>
            <a:cxnSpLocks/>
          </p:cNvCxnSpPr>
          <p:nvPr/>
        </p:nvCxnSpPr>
        <p:spPr>
          <a:xfrm>
            <a:off x="8263331" y="2392374"/>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2" name="Straight Arrow Connector 371">
            <a:extLst>
              <a:ext uri="{FF2B5EF4-FFF2-40B4-BE49-F238E27FC236}">
                <a16:creationId xmlns:a16="http://schemas.microsoft.com/office/drawing/2014/main" id="{E9F9578F-A009-69BF-A363-AC9FAC82EF2E}"/>
              </a:ext>
            </a:extLst>
          </p:cNvPr>
          <p:cNvCxnSpPr>
            <a:cxnSpLocks/>
          </p:cNvCxnSpPr>
          <p:nvPr/>
        </p:nvCxnSpPr>
        <p:spPr>
          <a:xfrm>
            <a:off x="8263331" y="4415846"/>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1" name="Group 520">
            <a:extLst>
              <a:ext uri="{FF2B5EF4-FFF2-40B4-BE49-F238E27FC236}">
                <a16:creationId xmlns:a16="http://schemas.microsoft.com/office/drawing/2014/main" id="{17D7A6D2-DA1F-1461-21B2-929313C6F1F5}"/>
              </a:ext>
            </a:extLst>
          </p:cNvPr>
          <p:cNvGrpSpPr/>
          <p:nvPr/>
        </p:nvGrpSpPr>
        <p:grpSpPr>
          <a:xfrm>
            <a:off x="6988833" y="528219"/>
            <a:ext cx="204747" cy="5897371"/>
            <a:chOff x="8663115" y="658886"/>
            <a:chExt cx="204747" cy="5897371"/>
          </a:xfrm>
        </p:grpSpPr>
        <p:grpSp>
          <p:nvGrpSpPr>
            <p:cNvPr id="375" name="Group 374">
              <a:extLst>
                <a:ext uri="{FF2B5EF4-FFF2-40B4-BE49-F238E27FC236}">
                  <a16:creationId xmlns:a16="http://schemas.microsoft.com/office/drawing/2014/main" id="{F5F0BE1B-B64B-1C0D-0932-C42DF4F9991A}"/>
                </a:ext>
              </a:extLst>
            </p:cNvPr>
            <p:cNvGrpSpPr/>
            <p:nvPr/>
          </p:nvGrpSpPr>
          <p:grpSpPr>
            <a:xfrm>
              <a:off x="8663115" y="6366107"/>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8663115" y="6126548"/>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8663115" y="5892879"/>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8663115" y="5653319"/>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8663115" y="5414884"/>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8663115" y="5175324"/>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8663115" y="4941655"/>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8663115" y="4702096"/>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3" name="Group 402">
              <a:extLst>
                <a:ext uri="{FF2B5EF4-FFF2-40B4-BE49-F238E27FC236}">
                  <a16:creationId xmlns:a16="http://schemas.microsoft.com/office/drawing/2014/main" id="{7565E4D1-B156-3861-95E3-871FC8D1885E}"/>
                </a:ext>
              </a:extLst>
            </p:cNvPr>
            <p:cNvGrpSpPr/>
            <p:nvPr/>
          </p:nvGrpSpPr>
          <p:grpSpPr>
            <a:xfrm>
              <a:off x="8663115" y="4336461"/>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8663115" y="4096902"/>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8663115" y="3863233"/>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8663115" y="3623673"/>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8663115" y="3385238"/>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8663115" y="3145678"/>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8663115" y="2912009"/>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8663115" y="2672450"/>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8663115" y="2322897"/>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8663115" y="2083338"/>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8663115" y="1849669"/>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8663115" y="1610109"/>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8663115" y="1371674"/>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8663115" y="1132114"/>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8663115" y="898445"/>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8663115" y="658886"/>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48DD1AA-54BD-E14E-3EDE-3CB9B8F00580}"/>
              </a:ext>
            </a:extLst>
          </p:cNvPr>
          <p:cNvCxnSpPr>
            <a:cxnSpLocks/>
          </p:cNvCxnSpPr>
          <p:nvPr/>
        </p:nvCxnSpPr>
        <p:spPr>
          <a:xfrm>
            <a:off x="9698737"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3" name="Group 32">
            <a:extLst>
              <a:ext uri="{FF2B5EF4-FFF2-40B4-BE49-F238E27FC236}">
                <a16:creationId xmlns:a16="http://schemas.microsoft.com/office/drawing/2014/main" id="{4E1FB12A-969F-1047-11BD-37B35083DAA8}"/>
              </a:ext>
            </a:extLst>
          </p:cNvPr>
          <p:cNvGrpSpPr/>
          <p:nvPr/>
        </p:nvGrpSpPr>
        <p:grpSpPr>
          <a:xfrm>
            <a:off x="7773367" y="527430"/>
            <a:ext cx="204747" cy="5897371"/>
            <a:chOff x="8432821" y="529733"/>
            <a:chExt cx="204747" cy="5897371"/>
          </a:xfrm>
        </p:grpSpPr>
        <p:grpSp>
          <p:nvGrpSpPr>
            <p:cNvPr id="34" name="Group 33">
              <a:extLst>
                <a:ext uri="{FF2B5EF4-FFF2-40B4-BE49-F238E27FC236}">
                  <a16:creationId xmlns:a16="http://schemas.microsoft.com/office/drawing/2014/main" id="{0719CB35-D5DF-20A5-D62B-C257CD03176E}"/>
                </a:ext>
              </a:extLst>
            </p:cNvPr>
            <p:cNvGrpSpPr/>
            <p:nvPr/>
          </p:nvGrpSpPr>
          <p:grpSpPr>
            <a:xfrm>
              <a:off x="8432821" y="6236954"/>
              <a:ext cx="204747" cy="190150"/>
              <a:chOff x="7531202" y="6119530"/>
              <a:chExt cx="350195" cy="325227"/>
            </a:xfrm>
          </p:grpSpPr>
          <p:sp>
            <p:nvSpPr>
              <p:cNvPr id="528" name="Rectangle 527">
                <a:extLst>
                  <a:ext uri="{FF2B5EF4-FFF2-40B4-BE49-F238E27FC236}">
                    <a16:creationId xmlns:a16="http://schemas.microsoft.com/office/drawing/2014/main" id="{911BC0BC-93B7-13DD-F26F-47A7A4F9B0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9" name="Isosceles Triangle 528">
                <a:extLst>
                  <a:ext uri="{FF2B5EF4-FFF2-40B4-BE49-F238E27FC236}">
                    <a16:creationId xmlns:a16="http://schemas.microsoft.com/office/drawing/2014/main" id="{29ECF7AF-127C-4AAE-55D6-2938CE2CCA5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7" name="Group 36">
              <a:extLst>
                <a:ext uri="{FF2B5EF4-FFF2-40B4-BE49-F238E27FC236}">
                  <a16:creationId xmlns:a16="http://schemas.microsoft.com/office/drawing/2014/main" id="{F465FEC4-B6CF-0473-5F80-BEFA28E6D76B}"/>
                </a:ext>
              </a:extLst>
            </p:cNvPr>
            <p:cNvGrpSpPr/>
            <p:nvPr/>
          </p:nvGrpSpPr>
          <p:grpSpPr>
            <a:xfrm>
              <a:off x="8432821" y="5997395"/>
              <a:ext cx="204747" cy="190150"/>
              <a:chOff x="7531202" y="6119530"/>
              <a:chExt cx="350195" cy="325227"/>
            </a:xfrm>
          </p:grpSpPr>
          <p:sp>
            <p:nvSpPr>
              <p:cNvPr id="526" name="Rectangle 525">
                <a:extLst>
                  <a:ext uri="{FF2B5EF4-FFF2-40B4-BE49-F238E27FC236}">
                    <a16:creationId xmlns:a16="http://schemas.microsoft.com/office/drawing/2014/main" id="{6F19F223-5F5E-118B-7B39-1258156B809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7" name="Isosceles Triangle 526">
                <a:extLst>
                  <a:ext uri="{FF2B5EF4-FFF2-40B4-BE49-F238E27FC236}">
                    <a16:creationId xmlns:a16="http://schemas.microsoft.com/office/drawing/2014/main" id="{6AB0BD2F-BA03-9FD3-5ACD-248110B99DE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 name="Group 40">
              <a:extLst>
                <a:ext uri="{FF2B5EF4-FFF2-40B4-BE49-F238E27FC236}">
                  <a16:creationId xmlns:a16="http://schemas.microsoft.com/office/drawing/2014/main" id="{F255CD23-97C5-B1E6-7313-4100698074A6}"/>
                </a:ext>
              </a:extLst>
            </p:cNvPr>
            <p:cNvGrpSpPr/>
            <p:nvPr/>
          </p:nvGrpSpPr>
          <p:grpSpPr>
            <a:xfrm>
              <a:off x="8432821" y="5763726"/>
              <a:ext cx="204747" cy="190150"/>
              <a:chOff x="7531202" y="6119530"/>
              <a:chExt cx="350195" cy="325227"/>
            </a:xfrm>
          </p:grpSpPr>
          <p:sp>
            <p:nvSpPr>
              <p:cNvPr id="524" name="Rectangle 523">
                <a:extLst>
                  <a:ext uri="{FF2B5EF4-FFF2-40B4-BE49-F238E27FC236}">
                    <a16:creationId xmlns:a16="http://schemas.microsoft.com/office/drawing/2014/main" id="{3201DAC6-9B75-4D32-A9D0-44C378F1BBE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5" name="Isosceles Triangle 524">
                <a:extLst>
                  <a:ext uri="{FF2B5EF4-FFF2-40B4-BE49-F238E27FC236}">
                    <a16:creationId xmlns:a16="http://schemas.microsoft.com/office/drawing/2014/main" id="{353540DC-122E-E062-EAD7-0AE0D8DC12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 name="Group 41">
              <a:extLst>
                <a:ext uri="{FF2B5EF4-FFF2-40B4-BE49-F238E27FC236}">
                  <a16:creationId xmlns:a16="http://schemas.microsoft.com/office/drawing/2014/main" id="{4F5D2D55-1927-0809-DC27-BDEC8D256478}"/>
                </a:ext>
              </a:extLst>
            </p:cNvPr>
            <p:cNvGrpSpPr/>
            <p:nvPr/>
          </p:nvGrpSpPr>
          <p:grpSpPr>
            <a:xfrm>
              <a:off x="8432821" y="5524166"/>
              <a:ext cx="204747" cy="190150"/>
              <a:chOff x="7531202" y="6119530"/>
              <a:chExt cx="350195" cy="325227"/>
            </a:xfrm>
          </p:grpSpPr>
          <p:sp>
            <p:nvSpPr>
              <p:cNvPr id="522" name="Rectangle 521">
                <a:extLst>
                  <a:ext uri="{FF2B5EF4-FFF2-40B4-BE49-F238E27FC236}">
                    <a16:creationId xmlns:a16="http://schemas.microsoft.com/office/drawing/2014/main" id="{7DB8806E-BDF1-9B32-110F-BFB7537E2A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3" name="Isosceles Triangle 522">
                <a:extLst>
                  <a:ext uri="{FF2B5EF4-FFF2-40B4-BE49-F238E27FC236}">
                    <a16:creationId xmlns:a16="http://schemas.microsoft.com/office/drawing/2014/main" id="{A5774FDB-14A2-D213-6F5E-E240AD1D054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 name="Group 43">
              <a:extLst>
                <a:ext uri="{FF2B5EF4-FFF2-40B4-BE49-F238E27FC236}">
                  <a16:creationId xmlns:a16="http://schemas.microsoft.com/office/drawing/2014/main" id="{48E86EEE-58F1-CBDD-F3ED-9078EEA86657}"/>
                </a:ext>
              </a:extLst>
            </p:cNvPr>
            <p:cNvGrpSpPr/>
            <p:nvPr/>
          </p:nvGrpSpPr>
          <p:grpSpPr>
            <a:xfrm>
              <a:off x="8432821" y="5285731"/>
              <a:ext cx="204747" cy="190150"/>
              <a:chOff x="7531202" y="6119530"/>
              <a:chExt cx="350195" cy="325227"/>
            </a:xfrm>
          </p:grpSpPr>
          <p:sp>
            <p:nvSpPr>
              <p:cNvPr id="126" name="Rectangle 125">
                <a:extLst>
                  <a:ext uri="{FF2B5EF4-FFF2-40B4-BE49-F238E27FC236}">
                    <a16:creationId xmlns:a16="http://schemas.microsoft.com/office/drawing/2014/main" id="{55EAFDED-3362-4B29-D158-04C7C5ABFA6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7" name="Isosceles Triangle 126">
                <a:extLst>
                  <a:ext uri="{FF2B5EF4-FFF2-40B4-BE49-F238E27FC236}">
                    <a16:creationId xmlns:a16="http://schemas.microsoft.com/office/drawing/2014/main" id="{698584A2-98FA-1726-3FE7-072169F4A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 name="Group 49">
              <a:extLst>
                <a:ext uri="{FF2B5EF4-FFF2-40B4-BE49-F238E27FC236}">
                  <a16:creationId xmlns:a16="http://schemas.microsoft.com/office/drawing/2014/main" id="{F2B1F128-ECCC-8508-934B-BB264DDDE2E9}"/>
                </a:ext>
              </a:extLst>
            </p:cNvPr>
            <p:cNvGrpSpPr/>
            <p:nvPr/>
          </p:nvGrpSpPr>
          <p:grpSpPr>
            <a:xfrm>
              <a:off x="8432821" y="5046171"/>
              <a:ext cx="204747" cy="190150"/>
              <a:chOff x="7531202" y="6119530"/>
              <a:chExt cx="350195" cy="325227"/>
            </a:xfrm>
          </p:grpSpPr>
          <p:sp>
            <p:nvSpPr>
              <p:cNvPr id="124" name="Rectangle 123">
                <a:extLst>
                  <a:ext uri="{FF2B5EF4-FFF2-40B4-BE49-F238E27FC236}">
                    <a16:creationId xmlns:a16="http://schemas.microsoft.com/office/drawing/2014/main" id="{677153D6-C7FB-0BB1-6167-EDBD0FF7AFB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5" name="Isosceles Triangle 124">
                <a:extLst>
                  <a:ext uri="{FF2B5EF4-FFF2-40B4-BE49-F238E27FC236}">
                    <a16:creationId xmlns:a16="http://schemas.microsoft.com/office/drawing/2014/main" id="{3CFB7B8D-37AD-D7B8-953A-DAA21561D5A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4" name="Group 53">
              <a:extLst>
                <a:ext uri="{FF2B5EF4-FFF2-40B4-BE49-F238E27FC236}">
                  <a16:creationId xmlns:a16="http://schemas.microsoft.com/office/drawing/2014/main" id="{8CD6A42A-EB9D-A637-38A7-715576B85995}"/>
                </a:ext>
              </a:extLst>
            </p:cNvPr>
            <p:cNvGrpSpPr/>
            <p:nvPr/>
          </p:nvGrpSpPr>
          <p:grpSpPr>
            <a:xfrm>
              <a:off x="8432821" y="4812502"/>
              <a:ext cx="204747" cy="190150"/>
              <a:chOff x="7531202" y="6119530"/>
              <a:chExt cx="350195" cy="325227"/>
            </a:xfrm>
          </p:grpSpPr>
          <p:sp>
            <p:nvSpPr>
              <p:cNvPr id="119" name="Rectangle 118">
                <a:extLst>
                  <a:ext uri="{FF2B5EF4-FFF2-40B4-BE49-F238E27FC236}">
                    <a16:creationId xmlns:a16="http://schemas.microsoft.com/office/drawing/2014/main" id="{B6469D53-35DC-CA9A-6EA6-66B39218354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0" name="Isosceles Triangle 119">
                <a:extLst>
                  <a:ext uri="{FF2B5EF4-FFF2-40B4-BE49-F238E27FC236}">
                    <a16:creationId xmlns:a16="http://schemas.microsoft.com/office/drawing/2014/main" id="{39D7DB2E-52DD-ECA5-89A2-0E330FCCDEA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5" name="Group 54">
              <a:extLst>
                <a:ext uri="{FF2B5EF4-FFF2-40B4-BE49-F238E27FC236}">
                  <a16:creationId xmlns:a16="http://schemas.microsoft.com/office/drawing/2014/main" id="{80456ACD-0566-6376-CE0B-5CAA5F4BB25A}"/>
                </a:ext>
              </a:extLst>
            </p:cNvPr>
            <p:cNvGrpSpPr/>
            <p:nvPr/>
          </p:nvGrpSpPr>
          <p:grpSpPr>
            <a:xfrm>
              <a:off x="8432821" y="4572943"/>
              <a:ext cx="204747" cy="190150"/>
              <a:chOff x="7531202" y="6119530"/>
              <a:chExt cx="350195" cy="325227"/>
            </a:xfrm>
          </p:grpSpPr>
          <p:sp>
            <p:nvSpPr>
              <p:cNvPr id="112" name="Rectangle 111">
                <a:extLst>
                  <a:ext uri="{FF2B5EF4-FFF2-40B4-BE49-F238E27FC236}">
                    <a16:creationId xmlns:a16="http://schemas.microsoft.com/office/drawing/2014/main" id="{E34B4A53-1F07-C937-BFB3-1EA094C83D2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5" name="Isosceles Triangle 114">
                <a:extLst>
                  <a:ext uri="{FF2B5EF4-FFF2-40B4-BE49-F238E27FC236}">
                    <a16:creationId xmlns:a16="http://schemas.microsoft.com/office/drawing/2014/main" id="{7832D0A5-7138-6EAB-7563-78083C37B9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7" name="Group 56">
              <a:extLst>
                <a:ext uri="{FF2B5EF4-FFF2-40B4-BE49-F238E27FC236}">
                  <a16:creationId xmlns:a16="http://schemas.microsoft.com/office/drawing/2014/main" id="{11B2F3E2-EF81-A6D1-7A64-6F72B1F43AB6}"/>
                </a:ext>
              </a:extLst>
            </p:cNvPr>
            <p:cNvGrpSpPr/>
            <p:nvPr/>
          </p:nvGrpSpPr>
          <p:grpSpPr>
            <a:xfrm>
              <a:off x="8432821" y="4207308"/>
              <a:ext cx="204747" cy="190150"/>
              <a:chOff x="7531202" y="6119530"/>
              <a:chExt cx="350195" cy="325227"/>
            </a:xfrm>
          </p:grpSpPr>
          <p:sp>
            <p:nvSpPr>
              <p:cNvPr id="110" name="Rectangle 109">
                <a:extLst>
                  <a:ext uri="{FF2B5EF4-FFF2-40B4-BE49-F238E27FC236}">
                    <a16:creationId xmlns:a16="http://schemas.microsoft.com/office/drawing/2014/main" id="{D141F121-B4FA-FF28-AA74-B304FFD86C3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1" name="Isosceles Triangle 110">
                <a:extLst>
                  <a:ext uri="{FF2B5EF4-FFF2-40B4-BE49-F238E27FC236}">
                    <a16:creationId xmlns:a16="http://schemas.microsoft.com/office/drawing/2014/main" id="{F91C5620-760E-A266-53CC-95DEF333F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8" name="Group 57">
              <a:extLst>
                <a:ext uri="{FF2B5EF4-FFF2-40B4-BE49-F238E27FC236}">
                  <a16:creationId xmlns:a16="http://schemas.microsoft.com/office/drawing/2014/main" id="{155697E1-B723-9D7C-0A6E-971968F85DA6}"/>
                </a:ext>
              </a:extLst>
            </p:cNvPr>
            <p:cNvGrpSpPr/>
            <p:nvPr/>
          </p:nvGrpSpPr>
          <p:grpSpPr>
            <a:xfrm>
              <a:off x="8432821" y="3967749"/>
              <a:ext cx="204747" cy="190150"/>
              <a:chOff x="7531202" y="6119530"/>
              <a:chExt cx="350195" cy="325227"/>
            </a:xfrm>
          </p:grpSpPr>
          <p:sp>
            <p:nvSpPr>
              <p:cNvPr id="107" name="Rectangle 106">
                <a:extLst>
                  <a:ext uri="{FF2B5EF4-FFF2-40B4-BE49-F238E27FC236}">
                    <a16:creationId xmlns:a16="http://schemas.microsoft.com/office/drawing/2014/main" id="{31DFF774-B702-0DEF-5A25-8D9A786C390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9" name="Isosceles Triangle 108">
                <a:extLst>
                  <a:ext uri="{FF2B5EF4-FFF2-40B4-BE49-F238E27FC236}">
                    <a16:creationId xmlns:a16="http://schemas.microsoft.com/office/drawing/2014/main" id="{F8AC0C46-D7D5-60D0-0091-41079D1B7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9" name="Group 58">
              <a:extLst>
                <a:ext uri="{FF2B5EF4-FFF2-40B4-BE49-F238E27FC236}">
                  <a16:creationId xmlns:a16="http://schemas.microsoft.com/office/drawing/2014/main" id="{CED2E2A7-A339-AD33-90D6-ED4AADFA8739}"/>
                </a:ext>
              </a:extLst>
            </p:cNvPr>
            <p:cNvGrpSpPr/>
            <p:nvPr/>
          </p:nvGrpSpPr>
          <p:grpSpPr>
            <a:xfrm>
              <a:off x="8432821" y="3734080"/>
              <a:ext cx="204747" cy="190150"/>
              <a:chOff x="7531202" y="6119530"/>
              <a:chExt cx="350195" cy="325227"/>
            </a:xfrm>
          </p:grpSpPr>
          <p:sp>
            <p:nvSpPr>
              <p:cNvPr id="102" name="Rectangle 101">
                <a:extLst>
                  <a:ext uri="{FF2B5EF4-FFF2-40B4-BE49-F238E27FC236}">
                    <a16:creationId xmlns:a16="http://schemas.microsoft.com/office/drawing/2014/main" id="{9BA5D9DB-7DB3-A9E5-4152-5AD316362B0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6" name="Isosceles Triangle 105">
                <a:extLst>
                  <a:ext uri="{FF2B5EF4-FFF2-40B4-BE49-F238E27FC236}">
                    <a16:creationId xmlns:a16="http://schemas.microsoft.com/office/drawing/2014/main" id="{45C4A583-A763-1C8B-1504-1DB2CEECCD8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0" name="Group 59">
              <a:extLst>
                <a:ext uri="{FF2B5EF4-FFF2-40B4-BE49-F238E27FC236}">
                  <a16:creationId xmlns:a16="http://schemas.microsoft.com/office/drawing/2014/main" id="{58C3EA32-9465-419A-FB63-5473251ABEC7}"/>
                </a:ext>
              </a:extLst>
            </p:cNvPr>
            <p:cNvGrpSpPr/>
            <p:nvPr/>
          </p:nvGrpSpPr>
          <p:grpSpPr>
            <a:xfrm>
              <a:off x="8432821" y="3494520"/>
              <a:ext cx="204747" cy="190150"/>
              <a:chOff x="7531202" y="6119530"/>
              <a:chExt cx="350195" cy="325227"/>
            </a:xfrm>
          </p:grpSpPr>
          <p:sp>
            <p:nvSpPr>
              <p:cNvPr id="98" name="Rectangle 97">
                <a:extLst>
                  <a:ext uri="{FF2B5EF4-FFF2-40B4-BE49-F238E27FC236}">
                    <a16:creationId xmlns:a16="http://schemas.microsoft.com/office/drawing/2014/main" id="{BFF9BB12-9669-2A1A-543B-A91C826F6DB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9" name="Isosceles Triangle 98">
                <a:extLst>
                  <a:ext uri="{FF2B5EF4-FFF2-40B4-BE49-F238E27FC236}">
                    <a16:creationId xmlns:a16="http://schemas.microsoft.com/office/drawing/2014/main" id="{58226D1B-A5F3-6610-D440-8B38E0982CC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2" name="Group 61">
              <a:extLst>
                <a:ext uri="{FF2B5EF4-FFF2-40B4-BE49-F238E27FC236}">
                  <a16:creationId xmlns:a16="http://schemas.microsoft.com/office/drawing/2014/main" id="{FCDB0710-B996-51B0-5773-95288287810C}"/>
                </a:ext>
              </a:extLst>
            </p:cNvPr>
            <p:cNvGrpSpPr/>
            <p:nvPr/>
          </p:nvGrpSpPr>
          <p:grpSpPr>
            <a:xfrm>
              <a:off x="8432821" y="3256085"/>
              <a:ext cx="204747" cy="190150"/>
              <a:chOff x="7531202" y="6119530"/>
              <a:chExt cx="350195" cy="325227"/>
            </a:xfrm>
          </p:grpSpPr>
          <p:sp>
            <p:nvSpPr>
              <p:cNvPr id="96" name="Rectangle 95">
                <a:extLst>
                  <a:ext uri="{FF2B5EF4-FFF2-40B4-BE49-F238E27FC236}">
                    <a16:creationId xmlns:a16="http://schemas.microsoft.com/office/drawing/2014/main" id="{580F366A-9737-B5AC-8380-7793E60E15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7" name="Isosceles Triangle 96">
                <a:extLst>
                  <a:ext uri="{FF2B5EF4-FFF2-40B4-BE49-F238E27FC236}">
                    <a16:creationId xmlns:a16="http://schemas.microsoft.com/office/drawing/2014/main" id="{B6A16D02-0795-EEE2-1106-ADE132F36B5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3" name="Group 62">
              <a:extLst>
                <a:ext uri="{FF2B5EF4-FFF2-40B4-BE49-F238E27FC236}">
                  <a16:creationId xmlns:a16="http://schemas.microsoft.com/office/drawing/2014/main" id="{B4B23B28-B0F9-7601-94DF-9F810848C8F6}"/>
                </a:ext>
              </a:extLst>
            </p:cNvPr>
            <p:cNvGrpSpPr/>
            <p:nvPr/>
          </p:nvGrpSpPr>
          <p:grpSpPr>
            <a:xfrm>
              <a:off x="8432821" y="3016525"/>
              <a:ext cx="204747" cy="190150"/>
              <a:chOff x="7531202" y="6119530"/>
              <a:chExt cx="350195" cy="325227"/>
            </a:xfrm>
          </p:grpSpPr>
          <p:sp>
            <p:nvSpPr>
              <p:cNvPr id="93" name="Rectangle 92">
                <a:extLst>
                  <a:ext uri="{FF2B5EF4-FFF2-40B4-BE49-F238E27FC236}">
                    <a16:creationId xmlns:a16="http://schemas.microsoft.com/office/drawing/2014/main" id="{DD3FDDEF-63FE-7826-3EC8-6712E1731BC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4" name="Isosceles Triangle 93">
                <a:extLst>
                  <a:ext uri="{FF2B5EF4-FFF2-40B4-BE49-F238E27FC236}">
                    <a16:creationId xmlns:a16="http://schemas.microsoft.com/office/drawing/2014/main" id="{7DD2D859-4598-6596-EC4C-1AA63A59EFD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8" name="Group 447">
              <a:extLst>
                <a:ext uri="{FF2B5EF4-FFF2-40B4-BE49-F238E27FC236}">
                  <a16:creationId xmlns:a16="http://schemas.microsoft.com/office/drawing/2014/main" id="{21703B55-BC7C-AE67-FEAA-FDACC72951E7}"/>
                </a:ext>
              </a:extLst>
            </p:cNvPr>
            <p:cNvGrpSpPr/>
            <p:nvPr/>
          </p:nvGrpSpPr>
          <p:grpSpPr>
            <a:xfrm>
              <a:off x="8432821" y="2782856"/>
              <a:ext cx="204747" cy="190150"/>
              <a:chOff x="7531202" y="6119530"/>
              <a:chExt cx="350195" cy="325227"/>
            </a:xfrm>
          </p:grpSpPr>
          <p:sp>
            <p:nvSpPr>
              <p:cNvPr id="86" name="Rectangle 85">
                <a:extLst>
                  <a:ext uri="{FF2B5EF4-FFF2-40B4-BE49-F238E27FC236}">
                    <a16:creationId xmlns:a16="http://schemas.microsoft.com/office/drawing/2014/main" id="{3A5EE267-6E50-6842-8AFB-340C5940AC6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9" name="Isosceles Triangle 88">
                <a:extLst>
                  <a:ext uri="{FF2B5EF4-FFF2-40B4-BE49-F238E27FC236}">
                    <a16:creationId xmlns:a16="http://schemas.microsoft.com/office/drawing/2014/main" id="{E6C4153E-900A-6115-5832-5D2750AB760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9" name="Group 448">
              <a:extLst>
                <a:ext uri="{FF2B5EF4-FFF2-40B4-BE49-F238E27FC236}">
                  <a16:creationId xmlns:a16="http://schemas.microsoft.com/office/drawing/2014/main" id="{012C850E-9CC3-3F6F-AB2A-748DD7C905AF}"/>
                </a:ext>
              </a:extLst>
            </p:cNvPr>
            <p:cNvGrpSpPr/>
            <p:nvPr/>
          </p:nvGrpSpPr>
          <p:grpSpPr>
            <a:xfrm>
              <a:off x="8432821" y="2543297"/>
              <a:ext cx="204747" cy="190150"/>
              <a:chOff x="7531202" y="6119530"/>
              <a:chExt cx="350195" cy="325227"/>
            </a:xfrm>
          </p:grpSpPr>
          <p:sp>
            <p:nvSpPr>
              <p:cNvPr id="84" name="Rectangle 83">
                <a:extLst>
                  <a:ext uri="{FF2B5EF4-FFF2-40B4-BE49-F238E27FC236}">
                    <a16:creationId xmlns:a16="http://schemas.microsoft.com/office/drawing/2014/main" id="{AC742ADA-094C-4B6E-8D15-3BBC5F8502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5" name="Isosceles Triangle 84">
                <a:extLst>
                  <a:ext uri="{FF2B5EF4-FFF2-40B4-BE49-F238E27FC236}">
                    <a16:creationId xmlns:a16="http://schemas.microsoft.com/office/drawing/2014/main" id="{B63F44AF-D1FD-4D2A-63B5-AB434ED0D0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0" name="Group 449">
              <a:extLst>
                <a:ext uri="{FF2B5EF4-FFF2-40B4-BE49-F238E27FC236}">
                  <a16:creationId xmlns:a16="http://schemas.microsoft.com/office/drawing/2014/main" id="{5959E7B4-D744-0D75-C5B3-19584FE4F469}"/>
                </a:ext>
              </a:extLst>
            </p:cNvPr>
            <p:cNvGrpSpPr/>
            <p:nvPr/>
          </p:nvGrpSpPr>
          <p:grpSpPr>
            <a:xfrm>
              <a:off x="8432821" y="2193744"/>
              <a:ext cx="204747" cy="190150"/>
              <a:chOff x="7531202" y="6119530"/>
              <a:chExt cx="350195" cy="325227"/>
            </a:xfrm>
          </p:grpSpPr>
          <p:sp>
            <p:nvSpPr>
              <p:cNvPr id="81" name="Rectangle 80">
                <a:extLst>
                  <a:ext uri="{FF2B5EF4-FFF2-40B4-BE49-F238E27FC236}">
                    <a16:creationId xmlns:a16="http://schemas.microsoft.com/office/drawing/2014/main" id="{3341A524-4FCB-00D0-F90C-5F2E7E2025E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3" name="Isosceles Triangle 82">
                <a:extLst>
                  <a:ext uri="{FF2B5EF4-FFF2-40B4-BE49-F238E27FC236}">
                    <a16:creationId xmlns:a16="http://schemas.microsoft.com/office/drawing/2014/main" id="{FCDCADF4-22BF-2B7B-674A-92F34ED56AF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1" name="Group 450">
              <a:extLst>
                <a:ext uri="{FF2B5EF4-FFF2-40B4-BE49-F238E27FC236}">
                  <a16:creationId xmlns:a16="http://schemas.microsoft.com/office/drawing/2014/main" id="{624A5A05-9AA6-5BC2-423B-8EFD62A28BED}"/>
                </a:ext>
              </a:extLst>
            </p:cNvPr>
            <p:cNvGrpSpPr/>
            <p:nvPr/>
          </p:nvGrpSpPr>
          <p:grpSpPr>
            <a:xfrm>
              <a:off x="8432821" y="1954185"/>
              <a:ext cx="204747" cy="190150"/>
              <a:chOff x="7531202" y="6119530"/>
              <a:chExt cx="350195" cy="325227"/>
            </a:xfrm>
          </p:grpSpPr>
          <p:sp>
            <p:nvSpPr>
              <p:cNvPr id="76" name="Rectangle 75">
                <a:extLst>
                  <a:ext uri="{FF2B5EF4-FFF2-40B4-BE49-F238E27FC236}">
                    <a16:creationId xmlns:a16="http://schemas.microsoft.com/office/drawing/2014/main" id="{AF5BF8AB-852C-55CF-6B72-44A00A5A802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0" name="Isosceles Triangle 79">
                <a:extLst>
                  <a:ext uri="{FF2B5EF4-FFF2-40B4-BE49-F238E27FC236}">
                    <a16:creationId xmlns:a16="http://schemas.microsoft.com/office/drawing/2014/main" id="{8B98F4AF-1B42-AD17-AD10-346A8D6DFE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2" name="Group 451">
              <a:extLst>
                <a:ext uri="{FF2B5EF4-FFF2-40B4-BE49-F238E27FC236}">
                  <a16:creationId xmlns:a16="http://schemas.microsoft.com/office/drawing/2014/main" id="{788DC912-35F7-7AAF-AB13-B9787EA0FACC}"/>
                </a:ext>
              </a:extLst>
            </p:cNvPr>
            <p:cNvGrpSpPr/>
            <p:nvPr/>
          </p:nvGrpSpPr>
          <p:grpSpPr>
            <a:xfrm>
              <a:off x="8432821" y="1720516"/>
              <a:ext cx="204747" cy="190150"/>
              <a:chOff x="7531202" y="6119530"/>
              <a:chExt cx="350195" cy="325227"/>
            </a:xfrm>
          </p:grpSpPr>
          <p:sp>
            <p:nvSpPr>
              <p:cNvPr id="72" name="Rectangle 71">
                <a:extLst>
                  <a:ext uri="{FF2B5EF4-FFF2-40B4-BE49-F238E27FC236}">
                    <a16:creationId xmlns:a16="http://schemas.microsoft.com/office/drawing/2014/main" id="{EB85F0AD-802B-CF07-A781-B01857EF089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3" name="Isosceles Triangle 72">
                <a:extLst>
                  <a:ext uri="{FF2B5EF4-FFF2-40B4-BE49-F238E27FC236}">
                    <a16:creationId xmlns:a16="http://schemas.microsoft.com/office/drawing/2014/main" id="{46214154-C497-8F43-92D8-87345664C3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3" name="Group 452">
              <a:extLst>
                <a:ext uri="{FF2B5EF4-FFF2-40B4-BE49-F238E27FC236}">
                  <a16:creationId xmlns:a16="http://schemas.microsoft.com/office/drawing/2014/main" id="{81489E04-2728-B263-5034-9C2D03724181}"/>
                </a:ext>
              </a:extLst>
            </p:cNvPr>
            <p:cNvGrpSpPr/>
            <p:nvPr/>
          </p:nvGrpSpPr>
          <p:grpSpPr>
            <a:xfrm>
              <a:off x="8432821" y="1480956"/>
              <a:ext cx="204747" cy="190150"/>
              <a:chOff x="7531202" y="6119530"/>
              <a:chExt cx="350195" cy="325227"/>
            </a:xfrm>
          </p:grpSpPr>
          <p:sp>
            <p:nvSpPr>
              <p:cNvPr id="70" name="Rectangle 69">
                <a:extLst>
                  <a:ext uri="{FF2B5EF4-FFF2-40B4-BE49-F238E27FC236}">
                    <a16:creationId xmlns:a16="http://schemas.microsoft.com/office/drawing/2014/main" id="{6C3BB669-B27E-C4FC-3438-FBB8735F28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1" name="Isosceles Triangle 70">
                <a:extLst>
                  <a:ext uri="{FF2B5EF4-FFF2-40B4-BE49-F238E27FC236}">
                    <a16:creationId xmlns:a16="http://schemas.microsoft.com/office/drawing/2014/main" id="{DED82A16-30BD-88DA-D4C8-759CFB7E99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4" name="Group 453">
              <a:extLst>
                <a:ext uri="{FF2B5EF4-FFF2-40B4-BE49-F238E27FC236}">
                  <a16:creationId xmlns:a16="http://schemas.microsoft.com/office/drawing/2014/main" id="{C1F963CF-503B-589A-E1A5-F157C3692B5C}"/>
                </a:ext>
              </a:extLst>
            </p:cNvPr>
            <p:cNvGrpSpPr/>
            <p:nvPr/>
          </p:nvGrpSpPr>
          <p:grpSpPr>
            <a:xfrm>
              <a:off x="8432821" y="1242521"/>
              <a:ext cx="204747" cy="190150"/>
              <a:chOff x="7531202" y="6119530"/>
              <a:chExt cx="350195" cy="325227"/>
            </a:xfrm>
          </p:grpSpPr>
          <p:sp>
            <p:nvSpPr>
              <p:cNvPr id="67" name="Rectangle 66">
                <a:extLst>
                  <a:ext uri="{FF2B5EF4-FFF2-40B4-BE49-F238E27FC236}">
                    <a16:creationId xmlns:a16="http://schemas.microsoft.com/office/drawing/2014/main" id="{71FA329B-7460-ED94-853E-7CFD6C55A65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8" name="Isosceles Triangle 67">
                <a:extLst>
                  <a:ext uri="{FF2B5EF4-FFF2-40B4-BE49-F238E27FC236}">
                    <a16:creationId xmlns:a16="http://schemas.microsoft.com/office/drawing/2014/main" id="{4BE049BE-30C4-14CD-281D-923146A7679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5" name="Group 454">
              <a:extLst>
                <a:ext uri="{FF2B5EF4-FFF2-40B4-BE49-F238E27FC236}">
                  <a16:creationId xmlns:a16="http://schemas.microsoft.com/office/drawing/2014/main" id="{0F366194-0105-704A-7270-37CDED041629}"/>
                </a:ext>
              </a:extLst>
            </p:cNvPr>
            <p:cNvGrpSpPr/>
            <p:nvPr/>
          </p:nvGrpSpPr>
          <p:grpSpPr>
            <a:xfrm>
              <a:off x="8432821" y="1002961"/>
              <a:ext cx="204747" cy="190150"/>
              <a:chOff x="7531202" y="6119530"/>
              <a:chExt cx="350195" cy="325227"/>
            </a:xfrm>
          </p:grpSpPr>
          <p:sp>
            <p:nvSpPr>
              <p:cNvPr id="488" name="Rectangle 487">
                <a:extLst>
                  <a:ext uri="{FF2B5EF4-FFF2-40B4-BE49-F238E27FC236}">
                    <a16:creationId xmlns:a16="http://schemas.microsoft.com/office/drawing/2014/main" id="{3849D643-921A-342A-3B7D-CE3931986B3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0" name="Isosceles Triangle 489">
                <a:extLst>
                  <a:ext uri="{FF2B5EF4-FFF2-40B4-BE49-F238E27FC236}">
                    <a16:creationId xmlns:a16="http://schemas.microsoft.com/office/drawing/2014/main" id="{A933F807-845A-5D2C-5924-238FCF471A1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5" name="Group 464">
              <a:extLst>
                <a:ext uri="{FF2B5EF4-FFF2-40B4-BE49-F238E27FC236}">
                  <a16:creationId xmlns:a16="http://schemas.microsoft.com/office/drawing/2014/main" id="{09B82D3C-918B-6F25-099D-03C80981E312}"/>
                </a:ext>
              </a:extLst>
            </p:cNvPr>
            <p:cNvGrpSpPr/>
            <p:nvPr/>
          </p:nvGrpSpPr>
          <p:grpSpPr>
            <a:xfrm>
              <a:off x="8432821" y="769292"/>
              <a:ext cx="204747" cy="190150"/>
              <a:chOff x="7531202" y="6119530"/>
              <a:chExt cx="350195" cy="325227"/>
            </a:xfrm>
          </p:grpSpPr>
          <p:sp>
            <p:nvSpPr>
              <p:cNvPr id="477" name="Rectangle 476">
                <a:extLst>
                  <a:ext uri="{FF2B5EF4-FFF2-40B4-BE49-F238E27FC236}">
                    <a16:creationId xmlns:a16="http://schemas.microsoft.com/office/drawing/2014/main" id="{4A34A62B-B717-85EE-1A01-D88C300552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6" name="Isosceles Triangle 485">
                <a:extLst>
                  <a:ext uri="{FF2B5EF4-FFF2-40B4-BE49-F238E27FC236}">
                    <a16:creationId xmlns:a16="http://schemas.microsoft.com/office/drawing/2014/main" id="{419D0450-B4DC-E621-EA50-77D585FC25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2" name="Group 471">
              <a:extLst>
                <a:ext uri="{FF2B5EF4-FFF2-40B4-BE49-F238E27FC236}">
                  <a16:creationId xmlns:a16="http://schemas.microsoft.com/office/drawing/2014/main" id="{9DC7DBD6-3DF8-AA8C-D708-F64DADE8B794}"/>
                </a:ext>
              </a:extLst>
            </p:cNvPr>
            <p:cNvGrpSpPr/>
            <p:nvPr/>
          </p:nvGrpSpPr>
          <p:grpSpPr>
            <a:xfrm>
              <a:off x="8432821" y="529733"/>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grpSp>
        <p:nvGrpSpPr>
          <p:cNvPr id="530" name="Group 529">
            <a:extLst>
              <a:ext uri="{FF2B5EF4-FFF2-40B4-BE49-F238E27FC236}">
                <a16:creationId xmlns:a16="http://schemas.microsoft.com/office/drawing/2014/main" id="{94DEFE16-FF55-D89C-248F-580F550829FF}"/>
              </a:ext>
            </a:extLst>
          </p:cNvPr>
          <p:cNvGrpSpPr/>
          <p:nvPr/>
        </p:nvGrpSpPr>
        <p:grpSpPr>
          <a:xfrm>
            <a:off x="7980967" y="519407"/>
            <a:ext cx="571247" cy="5914347"/>
            <a:chOff x="7085958" y="497990"/>
            <a:chExt cx="810914" cy="5914347"/>
          </a:xfrm>
        </p:grpSpPr>
        <p:sp>
          <p:nvSpPr>
            <p:cNvPr id="531" name="TextBox 530">
              <a:extLst>
                <a:ext uri="{FF2B5EF4-FFF2-40B4-BE49-F238E27FC236}">
                  <a16:creationId xmlns:a16="http://schemas.microsoft.com/office/drawing/2014/main" id="{E31FB59D-E9F3-C004-2801-CE8EBA0AD829}"/>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2" name="TextBox 531">
              <a:extLst>
                <a:ext uri="{FF2B5EF4-FFF2-40B4-BE49-F238E27FC236}">
                  <a16:creationId xmlns:a16="http://schemas.microsoft.com/office/drawing/2014/main" id="{733BFC47-FD33-3308-BA38-A5DE8FF73B8D}"/>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3" name="TextBox 532">
              <a:extLst>
                <a:ext uri="{FF2B5EF4-FFF2-40B4-BE49-F238E27FC236}">
                  <a16:creationId xmlns:a16="http://schemas.microsoft.com/office/drawing/2014/main" id="{2BE2EB12-4A22-0D35-F775-0158644E064B}"/>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4" name="TextBox 533">
              <a:extLst>
                <a:ext uri="{FF2B5EF4-FFF2-40B4-BE49-F238E27FC236}">
                  <a16:creationId xmlns:a16="http://schemas.microsoft.com/office/drawing/2014/main" id="{56909902-1D6B-86D7-752E-62BEB2953A4E}"/>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5" name="TextBox 534">
              <a:extLst>
                <a:ext uri="{FF2B5EF4-FFF2-40B4-BE49-F238E27FC236}">
                  <a16:creationId xmlns:a16="http://schemas.microsoft.com/office/drawing/2014/main" id="{202FC25A-EA53-CA40-2909-B6B8B4E63DC1}"/>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6" name="TextBox 535">
              <a:extLst>
                <a:ext uri="{FF2B5EF4-FFF2-40B4-BE49-F238E27FC236}">
                  <a16:creationId xmlns:a16="http://schemas.microsoft.com/office/drawing/2014/main" id="{A0A057BF-D3F5-588F-0D86-009B4AC183DC}"/>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7" name="TextBox 536">
              <a:extLst>
                <a:ext uri="{FF2B5EF4-FFF2-40B4-BE49-F238E27FC236}">
                  <a16:creationId xmlns:a16="http://schemas.microsoft.com/office/drawing/2014/main" id="{D2613662-9475-AF89-6321-8916EB290287}"/>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8" name="TextBox 537">
              <a:extLst>
                <a:ext uri="{FF2B5EF4-FFF2-40B4-BE49-F238E27FC236}">
                  <a16:creationId xmlns:a16="http://schemas.microsoft.com/office/drawing/2014/main" id="{BD29A096-8085-F8BE-C08C-EBBFF14E5ED7}"/>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9" name="TextBox 538">
              <a:extLst>
                <a:ext uri="{FF2B5EF4-FFF2-40B4-BE49-F238E27FC236}">
                  <a16:creationId xmlns:a16="http://schemas.microsoft.com/office/drawing/2014/main" id="{E3A3FA9D-158C-1192-28A1-ED588A0232ED}"/>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0" name="TextBox 539">
              <a:extLst>
                <a:ext uri="{FF2B5EF4-FFF2-40B4-BE49-F238E27FC236}">
                  <a16:creationId xmlns:a16="http://schemas.microsoft.com/office/drawing/2014/main" id="{049C2A98-10D5-9804-EC1A-A10FD01E9BF5}"/>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1" name="TextBox 540">
              <a:extLst>
                <a:ext uri="{FF2B5EF4-FFF2-40B4-BE49-F238E27FC236}">
                  <a16:creationId xmlns:a16="http://schemas.microsoft.com/office/drawing/2014/main" id="{1EDDCF40-0FEE-A872-A76D-D00D2F93D12B}"/>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2" name="TextBox 541">
              <a:extLst>
                <a:ext uri="{FF2B5EF4-FFF2-40B4-BE49-F238E27FC236}">
                  <a16:creationId xmlns:a16="http://schemas.microsoft.com/office/drawing/2014/main" id="{9772BF81-6ABF-642F-23BE-C3EE40EF4ED3}"/>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3" name="TextBox 542">
              <a:extLst>
                <a:ext uri="{FF2B5EF4-FFF2-40B4-BE49-F238E27FC236}">
                  <a16:creationId xmlns:a16="http://schemas.microsoft.com/office/drawing/2014/main" id="{DAAE275F-5665-B05C-1125-23615CACBA58}"/>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4" name="TextBox 543">
              <a:extLst>
                <a:ext uri="{FF2B5EF4-FFF2-40B4-BE49-F238E27FC236}">
                  <a16:creationId xmlns:a16="http://schemas.microsoft.com/office/drawing/2014/main" id="{21AF70EF-CBFC-370A-2C31-4622BD942710}"/>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5" name="TextBox 544">
              <a:extLst>
                <a:ext uri="{FF2B5EF4-FFF2-40B4-BE49-F238E27FC236}">
                  <a16:creationId xmlns:a16="http://schemas.microsoft.com/office/drawing/2014/main" id="{3644E963-E300-1422-EF1C-8092328CB036}"/>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6" name="TextBox 545">
              <a:extLst>
                <a:ext uri="{FF2B5EF4-FFF2-40B4-BE49-F238E27FC236}">
                  <a16:creationId xmlns:a16="http://schemas.microsoft.com/office/drawing/2014/main" id="{20AB00CF-054B-7216-43DE-CAE0DD67E6C4}"/>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7" name="TextBox 546">
              <a:extLst>
                <a:ext uri="{FF2B5EF4-FFF2-40B4-BE49-F238E27FC236}">
                  <a16:creationId xmlns:a16="http://schemas.microsoft.com/office/drawing/2014/main" id="{F3AFD9BE-98A8-09B4-0395-5A91CB9CEF20}"/>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8" name="TextBox 547">
              <a:extLst>
                <a:ext uri="{FF2B5EF4-FFF2-40B4-BE49-F238E27FC236}">
                  <a16:creationId xmlns:a16="http://schemas.microsoft.com/office/drawing/2014/main" id="{61B3E405-B98C-47E8-F67B-9CC1051F872B}"/>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9" name="TextBox 548">
              <a:extLst>
                <a:ext uri="{FF2B5EF4-FFF2-40B4-BE49-F238E27FC236}">
                  <a16:creationId xmlns:a16="http://schemas.microsoft.com/office/drawing/2014/main" id="{7308E877-57FD-0E4C-408A-0D0A2477A1BE}"/>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0" name="TextBox 549">
              <a:extLst>
                <a:ext uri="{FF2B5EF4-FFF2-40B4-BE49-F238E27FC236}">
                  <a16:creationId xmlns:a16="http://schemas.microsoft.com/office/drawing/2014/main" id="{BD85E6E9-7B65-3850-1A65-FA85C8B7E9AC}"/>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1" name="TextBox 550">
              <a:extLst>
                <a:ext uri="{FF2B5EF4-FFF2-40B4-BE49-F238E27FC236}">
                  <a16:creationId xmlns:a16="http://schemas.microsoft.com/office/drawing/2014/main" id="{F2D85960-0591-D9F5-6DC3-22EA1879C46C}"/>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2" name="TextBox 551">
              <a:extLst>
                <a:ext uri="{FF2B5EF4-FFF2-40B4-BE49-F238E27FC236}">
                  <a16:creationId xmlns:a16="http://schemas.microsoft.com/office/drawing/2014/main" id="{CEA7FC5A-DCA4-B897-4405-FF35BA2371B5}"/>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3" name="TextBox 552">
              <a:extLst>
                <a:ext uri="{FF2B5EF4-FFF2-40B4-BE49-F238E27FC236}">
                  <a16:creationId xmlns:a16="http://schemas.microsoft.com/office/drawing/2014/main" id="{FDC18443-1D45-A60B-1283-95CC4E4327E5}"/>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4" name="TextBox 553">
              <a:extLst>
                <a:ext uri="{FF2B5EF4-FFF2-40B4-BE49-F238E27FC236}">
                  <a16:creationId xmlns:a16="http://schemas.microsoft.com/office/drawing/2014/main" id="{147709EE-637D-9978-A2B0-74792948F552}"/>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gr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7479353"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9" name="Straight Arrow Connector 558">
            <a:extLst>
              <a:ext uri="{FF2B5EF4-FFF2-40B4-BE49-F238E27FC236}">
                <a16:creationId xmlns:a16="http://schemas.microsoft.com/office/drawing/2014/main" id="{83C71C2A-D144-F134-A459-10F27E1FE76C}"/>
              </a:ext>
            </a:extLst>
          </p:cNvPr>
          <p:cNvCxnSpPr>
            <a:cxnSpLocks/>
          </p:cNvCxnSpPr>
          <p:nvPr/>
        </p:nvCxnSpPr>
        <p:spPr>
          <a:xfrm>
            <a:off x="7479353" y="2401145"/>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0" name="Straight Arrow Connector 559">
            <a:extLst>
              <a:ext uri="{FF2B5EF4-FFF2-40B4-BE49-F238E27FC236}">
                <a16:creationId xmlns:a16="http://schemas.microsoft.com/office/drawing/2014/main" id="{F43506C4-B1B6-6BD1-856E-9ED61231D4DB}"/>
              </a:ext>
            </a:extLst>
          </p:cNvPr>
          <p:cNvCxnSpPr>
            <a:cxnSpLocks/>
          </p:cNvCxnSpPr>
          <p:nvPr/>
        </p:nvCxnSpPr>
        <p:spPr>
          <a:xfrm>
            <a:off x="7479353" y="4424617"/>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04761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ylinder 2">
            <a:extLst>
              <a:ext uri="{FF2B5EF4-FFF2-40B4-BE49-F238E27FC236}">
                <a16:creationId xmlns:a16="http://schemas.microsoft.com/office/drawing/2014/main" id="{73EFC5F1-D0C0-82B0-38A8-F1F2B0B63024}"/>
              </a:ext>
            </a:extLst>
          </p:cNvPr>
          <p:cNvSpPr/>
          <p:nvPr/>
        </p:nvSpPr>
        <p:spPr>
          <a:xfrm>
            <a:off x="1013227" y="2227141"/>
            <a:ext cx="480447" cy="550190"/>
          </a:xfrm>
          <a:prstGeom prst="can">
            <a:avLst/>
          </a:prstGeom>
          <a:noFill/>
          <a:ln w="25400">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DCA391-9546-7A2D-9C3D-19F2294FADED}"/>
              </a:ext>
            </a:extLst>
          </p:cNvPr>
          <p:cNvSpPr txBox="1"/>
          <p:nvPr/>
        </p:nvSpPr>
        <p:spPr>
          <a:xfrm>
            <a:off x="638254" y="2887757"/>
            <a:ext cx="1276888" cy="646331"/>
          </a:xfrm>
          <a:prstGeom prst="rect">
            <a:avLst/>
          </a:prstGeom>
          <a:noFill/>
        </p:spPr>
        <p:txBody>
          <a:bodyPr wrap="none" rtlCol="0">
            <a:spAutoFit/>
          </a:bodyPr>
          <a:lstStyle/>
          <a:p>
            <a:r>
              <a:rPr lang="en-US" i="1" dirty="0" err="1"/>
              <a:t>model</a:t>
            </a:r>
            <a:r>
              <a:rPr lang="en-US" dirty="0" err="1"/>
              <a:t>.tflite</a:t>
            </a:r>
            <a:endParaRPr lang="en-US" dirty="0"/>
          </a:p>
          <a:p>
            <a:r>
              <a:rPr lang="en-US" dirty="0" err="1"/>
              <a:t>FlatBuffers</a:t>
            </a:r>
            <a:endParaRPr lang="en-US" dirty="0"/>
          </a:p>
        </p:txBody>
      </p:sp>
      <p:sp>
        <p:nvSpPr>
          <p:cNvPr id="5" name="Rectangle 4">
            <a:extLst>
              <a:ext uri="{FF2B5EF4-FFF2-40B4-BE49-F238E27FC236}">
                <a16:creationId xmlns:a16="http://schemas.microsoft.com/office/drawing/2014/main" id="{42D8F2B3-A1B0-B21E-F5B4-0B868C18060B}"/>
              </a:ext>
            </a:extLst>
          </p:cNvPr>
          <p:cNvSpPr/>
          <p:nvPr/>
        </p:nvSpPr>
        <p:spPr>
          <a:xfrm>
            <a:off x="2677572" y="1984980"/>
            <a:ext cx="1951926" cy="10345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Andromeda CNN compiler</a:t>
            </a:r>
          </a:p>
        </p:txBody>
      </p:sp>
      <p:sp>
        <p:nvSpPr>
          <p:cNvPr id="6" name="TextBox 5">
            <a:extLst>
              <a:ext uri="{FF2B5EF4-FFF2-40B4-BE49-F238E27FC236}">
                <a16:creationId xmlns:a16="http://schemas.microsoft.com/office/drawing/2014/main" id="{8DFE5526-5AC2-D02E-98DC-558A3B7390FA}"/>
              </a:ext>
            </a:extLst>
          </p:cNvPr>
          <p:cNvSpPr txBox="1"/>
          <p:nvPr/>
        </p:nvSpPr>
        <p:spPr>
          <a:xfrm>
            <a:off x="2677572" y="3147353"/>
            <a:ext cx="2054345" cy="923330"/>
          </a:xfrm>
          <a:prstGeom prst="rect">
            <a:avLst/>
          </a:prstGeom>
          <a:noFill/>
        </p:spPr>
        <p:txBody>
          <a:bodyPr wrap="none" rtlCol="0">
            <a:spAutoFit/>
          </a:bodyPr>
          <a:lstStyle/>
          <a:p>
            <a:r>
              <a:rPr lang="en-US" dirty="0"/>
              <a:t>--model </a:t>
            </a:r>
            <a:r>
              <a:rPr lang="en-US" i="1" dirty="0" err="1"/>
              <a:t>model</a:t>
            </a:r>
            <a:r>
              <a:rPr lang="en-US" dirty="0" err="1"/>
              <a:t>.tflite</a:t>
            </a:r>
            <a:endParaRPr lang="en-US" dirty="0"/>
          </a:p>
          <a:p>
            <a:r>
              <a:rPr lang="en-US" dirty="0"/>
              <a:t>--</a:t>
            </a:r>
            <a:r>
              <a:rPr lang="en-US" dirty="0" err="1"/>
              <a:t>clk</a:t>
            </a:r>
            <a:r>
              <a:rPr lang="en-US" dirty="0"/>
              <a:t> 200e6</a:t>
            </a:r>
          </a:p>
          <a:p>
            <a:r>
              <a:rPr lang="en-US" dirty="0"/>
              <a:t>--fps 100</a:t>
            </a:r>
          </a:p>
        </p:txBody>
      </p:sp>
      <p:cxnSp>
        <p:nvCxnSpPr>
          <p:cNvPr id="8" name="Straight Arrow Connector 7">
            <a:extLst>
              <a:ext uri="{FF2B5EF4-FFF2-40B4-BE49-F238E27FC236}">
                <a16:creationId xmlns:a16="http://schemas.microsoft.com/office/drawing/2014/main" id="{30E755D2-F270-58E6-4602-C32D78D85847}"/>
              </a:ext>
            </a:extLst>
          </p:cNvPr>
          <p:cNvCxnSpPr>
            <a:stCxn id="3" idx="4"/>
            <a:endCxn id="5" idx="1"/>
          </p:cNvCxnSpPr>
          <p:nvPr/>
        </p:nvCxnSpPr>
        <p:spPr>
          <a:xfrm>
            <a:off x="1493674" y="2502236"/>
            <a:ext cx="1183898" cy="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9" name="Cylinder 8">
            <a:extLst>
              <a:ext uri="{FF2B5EF4-FFF2-40B4-BE49-F238E27FC236}">
                <a16:creationId xmlns:a16="http://schemas.microsoft.com/office/drawing/2014/main" id="{321A1818-FBA0-D7B6-CEA7-C44873254044}"/>
              </a:ext>
            </a:extLst>
          </p:cNvPr>
          <p:cNvSpPr/>
          <p:nvPr/>
        </p:nvSpPr>
        <p:spPr>
          <a:xfrm>
            <a:off x="5870975" y="182682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1EE9A6-72E4-455F-1868-F80EF7C8080A}"/>
              </a:ext>
            </a:extLst>
          </p:cNvPr>
          <p:cNvSpPr txBox="1"/>
          <p:nvPr/>
        </p:nvSpPr>
        <p:spPr>
          <a:xfrm>
            <a:off x="5644083" y="2378951"/>
            <a:ext cx="934231" cy="369332"/>
          </a:xfrm>
          <a:prstGeom prst="rect">
            <a:avLst/>
          </a:prstGeom>
          <a:noFill/>
        </p:spPr>
        <p:txBody>
          <a:bodyPr wrap="none" rtlCol="0">
            <a:spAutoFit/>
          </a:bodyPr>
          <a:lstStyle/>
          <a:p>
            <a:pPr algn="ctr"/>
            <a:r>
              <a:rPr lang="en-US" i="1" dirty="0" err="1"/>
              <a:t>model</a:t>
            </a:r>
            <a:r>
              <a:rPr lang="en-US" dirty="0" err="1"/>
              <a:t>.v</a:t>
            </a:r>
            <a:endParaRPr lang="en-US" dirty="0"/>
          </a:p>
        </p:txBody>
      </p:sp>
      <p:sp>
        <p:nvSpPr>
          <p:cNvPr id="13" name="Cylinder 12">
            <a:extLst>
              <a:ext uri="{FF2B5EF4-FFF2-40B4-BE49-F238E27FC236}">
                <a16:creationId xmlns:a16="http://schemas.microsoft.com/office/drawing/2014/main" id="{D8CC6A25-F643-28AE-47CC-3555AB31D1EE}"/>
              </a:ext>
            </a:extLst>
          </p:cNvPr>
          <p:cNvSpPr/>
          <p:nvPr/>
        </p:nvSpPr>
        <p:spPr>
          <a:xfrm>
            <a:off x="5876914" y="2790953"/>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29E857F-C7B3-C3EB-D7D2-3949426CCD2F}"/>
              </a:ext>
            </a:extLst>
          </p:cNvPr>
          <p:cNvSpPr txBox="1"/>
          <p:nvPr/>
        </p:nvSpPr>
        <p:spPr>
          <a:xfrm>
            <a:off x="5565362" y="4533560"/>
            <a:ext cx="1491819" cy="1200329"/>
          </a:xfrm>
          <a:prstGeom prst="rect">
            <a:avLst/>
          </a:prstGeom>
          <a:noFill/>
        </p:spPr>
        <p:txBody>
          <a:bodyPr wrap="none" rtlCol="0">
            <a:spAutoFit/>
          </a:bodyPr>
          <a:lstStyle/>
          <a:p>
            <a:r>
              <a:rPr lang="en-US" dirty="0"/>
              <a:t>conv2d.v</a:t>
            </a:r>
          </a:p>
          <a:p>
            <a:r>
              <a:rPr lang="en-US" dirty="0" err="1"/>
              <a:t>concatenate.v</a:t>
            </a:r>
            <a:endParaRPr lang="en-US" dirty="0"/>
          </a:p>
          <a:p>
            <a:r>
              <a:rPr lang="en-US" dirty="0" err="1"/>
              <a:t>replicate.v</a:t>
            </a:r>
            <a:endParaRPr lang="en-US" dirty="0"/>
          </a:p>
          <a:p>
            <a:r>
              <a:rPr lang="en-US" dirty="0"/>
              <a:t>…</a:t>
            </a:r>
          </a:p>
        </p:txBody>
      </p:sp>
      <p:sp>
        <p:nvSpPr>
          <p:cNvPr id="15" name="Cylinder 14">
            <a:extLst>
              <a:ext uri="{FF2B5EF4-FFF2-40B4-BE49-F238E27FC236}">
                <a16:creationId xmlns:a16="http://schemas.microsoft.com/office/drawing/2014/main" id="{CAAC10AD-B6C9-9BF9-3108-BBC3D34586A0}"/>
              </a:ext>
            </a:extLst>
          </p:cNvPr>
          <p:cNvSpPr/>
          <p:nvPr/>
        </p:nvSpPr>
        <p:spPr>
          <a:xfrm>
            <a:off x="7112452" y="4700300"/>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B2BEBD4-B229-5227-6467-E9E2F92BCE15}"/>
              </a:ext>
            </a:extLst>
          </p:cNvPr>
          <p:cNvSpPr txBox="1"/>
          <p:nvPr/>
        </p:nvSpPr>
        <p:spPr>
          <a:xfrm>
            <a:off x="5460788" y="3322860"/>
            <a:ext cx="1419428" cy="369332"/>
          </a:xfrm>
          <a:prstGeom prst="rect">
            <a:avLst/>
          </a:prstGeom>
          <a:noFill/>
        </p:spPr>
        <p:txBody>
          <a:bodyPr wrap="none" rtlCol="0">
            <a:spAutoFit/>
          </a:bodyPr>
          <a:lstStyle/>
          <a:p>
            <a:pPr algn="ctr"/>
            <a:r>
              <a:rPr lang="en-US" i="1" dirty="0" err="1"/>
              <a:t>model</a:t>
            </a:r>
            <a:r>
              <a:rPr lang="en-US" dirty="0" err="1"/>
              <a:t>_rom.v</a:t>
            </a:r>
            <a:endParaRPr lang="en-US" dirty="0"/>
          </a:p>
        </p:txBody>
      </p:sp>
      <p:cxnSp>
        <p:nvCxnSpPr>
          <p:cNvPr id="17" name="Straight Arrow Connector 16">
            <a:extLst>
              <a:ext uri="{FF2B5EF4-FFF2-40B4-BE49-F238E27FC236}">
                <a16:creationId xmlns:a16="http://schemas.microsoft.com/office/drawing/2014/main" id="{62E77DA5-255F-A8CF-765C-A6A879976D54}"/>
              </a:ext>
            </a:extLst>
          </p:cNvPr>
          <p:cNvCxnSpPr>
            <a:cxnSpLocks/>
            <a:stCxn id="5" idx="3"/>
            <a:endCxn id="9" idx="2"/>
          </p:cNvCxnSpPr>
          <p:nvPr/>
        </p:nvCxnSpPr>
        <p:spPr>
          <a:xfrm flipV="1">
            <a:off x="4629498" y="2101916"/>
            <a:ext cx="1241477" cy="40032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4BF93F2-3D8A-3D96-5B7F-97F4089EC07A}"/>
              </a:ext>
            </a:extLst>
          </p:cNvPr>
          <p:cNvSpPr/>
          <p:nvPr/>
        </p:nvSpPr>
        <p:spPr>
          <a:xfrm>
            <a:off x="8585331" y="3870779"/>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Vivado</a:t>
            </a:r>
            <a:endParaRPr lang="en-US" dirty="0">
              <a:solidFill>
                <a:schemeClr val="tx1"/>
              </a:solidFill>
            </a:endParaRPr>
          </a:p>
          <a:p>
            <a:pPr algn="ctr"/>
            <a:r>
              <a:rPr lang="en-US" dirty="0">
                <a:solidFill>
                  <a:schemeClr val="tx1"/>
                </a:solidFill>
              </a:rPr>
              <a:t>Quartus</a:t>
            </a:r>
          </a:p>
          <a:p>
            <a:pPr algn="ctr"/>
            <a:r>
              <a:rPr lang="en-US" dirty="0">
                <a:solidFill>
                  <a:schemeClr val="tx1"/>
                </a:solidFill>
              </a:rPr>
              <a:t>Raptor</a:t>
            </a:r>
          </a:p>
          <a:p>
            <a:pPr algn="ctr"/>
            <a:r>
              <a:rPr lang="en-US" dirty="0" err="1">
                <a:solidFill>
                  <a:schemeClr val="tx1"/>
                </a:solidFill>
              </a:rPr>
              <a:t>dc_shell</a:t>
            </a:r>
            <a:endParaRPr lang="en-US" dirty="0">
              <a:solidFill>
                <a:schemeClr val="tx1"/>
              </a:solidFill>
            </a:endParaRPr>
          </a:p>
        </p:txBody>
      </p:sp>
      <p:sp>
        <p:nvSpPr>
          <p:cNvPr id="32" name="Rectangle 31">
            <a:extLst>
              <a:ext uri="{FF2B5EF4-FFF2-40B4-BE49-F238E27FC236}">
                <a16:creationId xmlns:a16="http://schemas.microsoft.com/office/drawing/2014/main" id="{383DB9ED-C6BA-958C-7D7D-40085E3F245B}"/>
              </a:ext>
            </a:extLst>
          </p:cNvPr>
          <p:cNvSpPr/>
          <p:nvPr/>
        </p:nvSpPr>
        <p:spPr>
          <a:xfrm>
            <a:off x="8585331" y="1909905"/>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iverilog</a:t>
            </a:r>
            <a:endParaRPr lang="en-US" dirty="0">
              <a:solidFill>
                <a:schemeClr val="tx1"/>
              </a:solidFill>
            </a:endParaRPr>
          </a:p>
          <a:p>
            <a:pPr algn="ctr"/>
            <a:r>
              <a:rPr lang="en-US" dirty="0">
                <a:solidFill>
                  <a:schemeClr val="tx1"/>
                </a:solidFill>
              </a:rPr>
              <a:t>VCS</a:t>
            </a:r>
          </a:p>
        </p:txBody>
      </p:sp>
      <p:cxnSp>
        <p:nvCxnSpPr>
          <p:cNvPr id="33" name="Straight Arrow Connector 32">
            <a:extLst>
              <a:ext uri="{FF2B5EF4-FFF2-40B4-BE49-F238E27FC236}">
                <a16:creationId xmlns:a16="http://schemas.microsoft.com/office/drawing/2014/main" id="{490E5E50-BA78-49CE-AB2A-FD1FF4580F05}"/>
              </a:ext>
            </a:extLst>
          </p:cNvPr>
          <p:cNvCxnSpPr>
            <a:cxnSpLocks/>
            <a:stCxn id="15" idx="4"/>
            <a:endCxn id="31" idx="1"/>
          </p:cNvCxnSpPr>
          <p:nvPr/>
        </p:nvCxnSpPr>
        <p:spPr>
          <a:xfrm flipV="1">
            <a:off x="7592899" y="4533560"/>
            <a:ext cx="992432" cy="44183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1890071-8742-C873-E2FC-80A8470A31B0}"/>
              </a:ext>
            </a:extLst>
          </p:cNvPr>
          <p:cNvCxnSpPr>
            <a:cxnSpLocks/>
            <a:stCxn id="13" idx="4"/>
            <a:endCxn id="31" idx="1"/>
          </p:cNvCxnSpPr>
          <p:nvPr/>
        </p:nvCxnSpPr>
        <p:spPr>
          <a:xfrm>
            <a:off x="6357361" y="3066048"/>
            <a:ext cx="2227970" cy="14675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EC65A00-C2CF-590E-16C5-3117ADE101D8}"/>
              </a:ext>
            </a:extLst>
          </p:cNvPr>
          <p:cNvCxnSpPr>
            <a:cxnSpLocks/>
            <a:stCxn id="9" idx="4"/>
            <a:endCxn id="31" idx="1"/>
          </p:cNvCxnSpPr>
          <p:nvPr/>
        </p:nvCxnSpPr>
        <p:spPr>
          <a:xfrm>
            <a:off x="6351422" y="2101916"/>
            <a:ext cx="2233909" cy="2431644"/>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2286A81-21CC-F470-4728-5189F6CE6AAE}"/>
              </a:ext>
            </a:extLst>
          </p:cNvPr>
          <p:cNvCxnSpPr>
            <a:cxnSpLocks/>
            <a:stCxn id="9" idx="4"/>
            <a:endCxn id="32" idx="1"/>
          </p:cNvCxnSpPr>
          <p:nvPr/>
        </p:nvCxnSpPr>
        <p:spPr>
          <a:xfrm>
            <a:off x="6351422" y="2101916"/>
            <a:ext cx="2233909" cy="47077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3736A9C-8248-ED83-E7B8-A7A45BEB823D}"/>
              </a:ext>
            </a:extLst>
          </p:cNvPr>
          <p:cNvCxnSpPr>
            <a:cxnSpLocks/>
            <a:stCxn id="13" idx="4"/>
            <a:endCxn id="32" idx="1"/>
          </p:cNvCxnSpPr>
          <p:nvPr/>
        </p:nvCxnSpPr>
        <p:spPr>
          <a:xfrm flipV="1">
            <a:off x="6357361" y="2572686"/>
            <a:ext cx="2227970" cy="49336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CA73528-F01B-9067-80D4-2D6901777641}"/>
              </a:ext>
            </a:extLst>
          </p:cNvPr>
          <p:cNvCxnSpPr>
            <a:cxnSpLocks/>
            <a:stCxn id="15" idx="4"/>
            <a:endCxn id="32" idx="1"/>
          </p:cNvCxnSpPr>
          <p:nvPr/>
        </p:nvCxnSpPr>
        <p:spPr>
          <a:xfrm flipV="1">
            <a:off x="7592899" y="2572686"/>
            <a:ext cx="992432" cy="240270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9FABDDA9-391C-A378-15CD-DCAD155C3387}"/>
              </a:ext>
            </a:extLst>
          </p:cNvPr>
          <p:cNvCxnSpPr>
            <a:cxnSpLocks/>
            <a:stCxn id="5" idx="3"/>
            <a:endCxn id="13" idx="2"/>
          </p:cNvCxnSpPr>
          <p:nvPr/>
        </p:nvCxnSpPr>
        <p:spPr>
          <a:xfrm>
            <a:off x="4629498" y="2502236"/>
            <a:ext cx="1247416" cy="5638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C5231385-47E4-F100-F89D-FD95154B85A3}"/>
              </a:ext>
            </a:extLst>
          </p:cNvPr>
          <p:cNvSpPr/>
          <p:nvPr/>
        </p:nvSpPr>
        <p:spPr>
          <a:xfrm>
            <a:off x="5460788" y="4437508"/>
            <a:ext cx="2389104" cy="1418578"/>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9928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F3853-2F6D-7ECB-F3FF-ADB42CBF706A}"/>
              </a:ext>
            </a:extLst>
          </p:cNvPr>
          <p:cNvSpPr>
            <a:spLocks noGrp="1"/>
          </p:cNvSpPr>
          <p:nvPr>
            <p:ph type="title"/>
          </p:nvPr>
        </p:nvSpPr>
        <p:spPr/>
        <p:txBody>
          <a:bodyPr/>
          <a:lstStyle/>
          <a:p>
            <a:r>
              <a:rPr lang="en-US" dirty="0"/>
              <a:t>Real time vision IP flow</a:t>
            </a:r>
          </a:p>
        </p:txBody>
      </p:sp>
      <p:sp>
        <p:nvSpPr>
          <p:cNvPr id="3" name="Rectangle 2">
            <a:extLst>
              <a:ext uri="{FF2B5EF4-FFF2-40B4-BE49-F238E27FC236}">
                <a16:creationId xmlns:a16="http://schemas.microsoft.com/office/drawing/2014/main" id="{061764F7-41C4-83A4-53D6-0DBF9B626151}"/>
              </a:ext>
            </a:extLst>
          </p:cNvPr>
          <p:cNvSpPr/>
          <p:nvPr/>
        </p:nvSpPr>
        <p:spPr>
          <a:xfrm>
            <a:off x="405989" y="1883191"/>
            <a:ext cx="1431825" cy="12554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data collection</a:t>
            </a:r>
          </a:p>
          <a:p>
            <a:pPr algn="ctr"/>
            <a:r>
              <a:rPr lang="en-US" sz="1600" dirty="0">
                <a:solidFill>
                  <a:schemeClr val="tx1"/>
                </a:solidFill>
              </a:rPr>
              <a:t>"frame burst"</a:t>
            </a:r>
          </a:p>
          <a:p>
            <a:pPr algn="ctr"/>
            <a:r>
              <a:rPr lang="en-US" sz="1600" dirty="0">
                <a:solidFill>
                  <a:schemeClr val="tx1"/>
                </a:solidFill>
              </a:rPr>
              <a:t>capture to DDR</a:t>
            </a:r>
          </a:p>
        </p:txBody>
      </p:sp>
      <p:sp>
        <p:nvSpPr>
          <p:cNvPr id="4" name="Rectangle 3">
            <a:extLst>
              <a:ext uri="{FF2B5EF4-FFF2-40B4-BE49-F238E27FC236}">
                <a16:creationId xmlns:a16="http://schemas.microsoft.com/office/drawing/2014/main" id="{4A8C9B8F-E249-5F7E-5EA6-988D1342C7FA}"/>
              </a:ext>
            </a:extLst>
          </p:cNvPr>
          <p:cNvSpPr/>
          <p:nvPr/>
        </p:nvSpPr>
        <p:spPr>
          <a:xfrm>
            <a:off x="3880185" y="1917290"/>
            <a:ext cx="3215560" cy="16102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supervised training</a:t>
            </a:r>
          </a:p>
          <a:p>
            <a:pPr algn="ctr"/>
            <a:r>
              <a:rPr lang="en-US" sz="1600" dirty="0">
                <a:solidFill>
                  <a:schemeClr val="tx1"/>
                </a:solidFill>
              </a:rPr>
              <a:t>"imitation learning"</a:t>
            </a:r>
          </a:p>
          <a:p>
            <a:pPr algn="ctr"/>
            <a:r>
              <a:rPr lang="en-US" sz="1600" dirty="0">
                <a:solidFill>
                  <a:schemeClr val="tx1"/>
                </a:solidFill>
              </a:rPr>
              <a:t>use OpenCV brute force algorithms to produce labels</a:t>
            </a:r>
          </a:p>
          <a:p>
            <a:pPr algn="ctr"/>
            <a:r>
              <a:rPr lang="en-US" sz="1600" dirty="0">
                <a:solidFill>
                  <a:schemeClr val="tx1"/>
                </a:solidFill>
              </a:rPr>
              <a:t>e.g. stereo disparity, optical flow, frequency domain, segmentation</a:t>
            </a:r>
          </a:p>
        </p:txBody>
      </p:sp>
      <p:sp>
        <p:nvSpPr>
          <p:cNvPr id="5" name="Rectangle 4">
            <a:extLst>
              <a:ext uri="{FF2B5EF4-FFF2-40B4-BE49-F238E27FC236}">
                <a16:creationId xmlns:a16="http://schemas.microsoft.com/office/drawing/2014/main" id="{8F0DBD67-0116-B517-8CF2-7CE6FA2BB911}"/>
              </a:ext>
            </a:extLst>
          </p:cNvPr>
          <p:cNvSpPr/>
          <p:nvPr/>
        </p:nvSpPr>
        <p:spPr>
          <a:xfrm>
            <a:off x="8934496" y="2004623"/>
            <a:ext cx="1640929" cy="17687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deployment</a:t>
            </a:r>
          </a:p>
          <a:p>
            <a:pPr algn="ctr"/>
            <a:r>
              <a:rPr lang="en-US" sz="1600" dirty="0">
                <a:solidFill>
                  <a:schemeClr val="tx1"/>
                </a:solidFill>
              </a:rPr>
              <a:t>andromeda.py</a:t>
            </a:r>
          </a:p>
          <a:p>
            <a:pPr algn="ctr"/>
            <a:r>
              <a:rPr lang="en-US" sz="1600" dirty="0">
                <a:solidFill>
                  <a:schemeClr val="tx1"/>
                </a:solidFill>
              </a:rPr>
              <a:t>conv2d.v</a:t>
            </a:r>
          </a:p>
          <a:p>
            <a:pPr algn="ctr"/>
            <a:r>
              <a:rPr lang="en-US" sz="1600" dirty="0" err="1">
                <a:solidFill>
                  <a:schemeClr val="tx1"/>
                </a:solidFill>
              </a:rPr>
              <a:t>concatenate.v</a:t>
            </a:r>
            <a:endParaRPr lang="en-US" sz="1600" dirty="0">
              <a:solidFill>
                <a:schemeClr val="tx1"/>
              </a:solidFill>
            </a:endParaRPr>
          </a:p>
          <a:p>
            <a:pPr algn="ctr"/>
            <a:r>
              <a:rPr lang="en-US" sz="1600" dirty="0" err="1">
                <a:solidFill>
                  <a:schemeClr val="tx1"/>
                </a:solidFill>
              </a:rPr>
              <a:t>replicate.v</a:t>
            </a:r>
            <a:endParaRPr lang="en-US" sz="1600" dirty="0">
              <a:solidFill>
                <a:schemeClr val="tx1"/>
              </a:solidFill>
            </a:endParaRPr>
          </a:p>
        </p:txBody>
      </p:sp>
      <p:sp>
        <p:nvSpPr>
          <p:cNvPr id="7" name="Cylinder 6">
            <a:extLst>
              <a:ext uri="{FF2B5EF4-FFF2-40B4-BE49-F238E27FC236}">
                <a16:creationId xmlns:a16="http://schemas.microsoft.com/office/drawing/2014/main" id="{11AFB883-261A-52A9-F856-AF3BDB5A0DF8}"/>
              </a:ext>
            </a:extLst>
          </p:cNvPr>
          <p:cNvSpPr/>
          <p:nvPr/>
        </p:nvSpPr>
        <p:spPr>
          <a:xfrm>
            <a:off x="2579400" y="2977377"/>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4F749DE-EB6D-EBB9-C5D8-F586C83DA929}"/>
              </a:ext>
            </a:extLst>
          </p:cNvPr>
          <p:cNvSpPr/>
          <p:nvPr/>
        </p:nvSpPr>
        <p:spPr>
          <a:xfrm>
            <a:off x="3707027" y="3814554"/>
            <a:ext cx="3611005" cy="294870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self-supervised pre-training</a:t>
            </a:r>
          </a:p>
          <a:p>
            <a:pPr algn="ctr"/>
            <a:r>
              <a:rPr lang="en-US" sz="1600" b="1" dirty="0">
                <a:solidFill>
                  <a:schemeClr val="tx1"/>
                </a:solidFill>
              </a:rPr>
              <a:t>+ feature alignment</a:t>
            </a:r>
          </a:p>
          <a:p>
            <a:pPr algn="ctr"/>
            <a:r>
              <a:rPr lang="en-US" sz="1600" b="1" dirty="0">
                <a:solidFill>
                  <a:schemeClr val="tx1"/>
                </a:solidFill>
              </a:rPr>
              <a:t>+ downstream task</a:t>
            </a:r>
          </a:p>
          <a:p>
            <a:pPr algn="ctr"/>
            <a:endParaRPr lang="en-US" sz="1600" u="sng" dirty="0">
              <a:solidFill>
                <a:schemeClr val="tx1"/>
              </a:solidFill>
            </a:endParaRPr>
          </a:p>
          <a:p>
            <a:pPr marL="342900" indent="-342900">
              <a:buAutoNum type="arabicPeriod"/>
            </a:pPr>
            <a:r>
              <a:rPr lang="en-US" sz="1600" dirty="0">
                <a:solidFill>
                  <a:schemeClr val="tx1"/>
                </a:solidFill>
              </a:rPr>
              <a:t>collect large, unlabeled, egocentric data set</a:t>
            </a:r>
          </a:p>
          <a:p>
            <a:pPr marL="342900" indent="-342900">
              <a:buAutoNum type="arabicPeriod"/>
            </a:pPr>
            <a:r>
              <a:rPr lang="en-US" sz="1600" dirty="0">
                <a:solidFill>
                  <a:schemeClr val="tx1"/>
                </a:solidFill>
              </a:rPr>
              <a:t>pretrain using pretext augmentation, contrastive learning e.g. </a:t>
            </a:r>
            <a:r>
              <a:rPr lang="en-US" sz="1600" dirty="0">
                <a:hlinkClick r:id="rId2"/>
              </a:rPr>
              <a:t>CLIP</a:t>
            </a:r>
            <a:endParaRPr lang="en-US" sz="1600" dirty="0">
              <a:solidFill>
                <a:schemeClr val="tx1"/>
              </a:solidFill>
            </a:endParaRPr>
          </a:p>
          <a:p>
            <a:pPr marL="342900" indent="-342900">
              <a:buAutoNum type="arabicPeriod"/>
            </a:pPr>
            <a:r>
              <a:rPr lang="en-US" sz="1600" dirty="0">
                <a:solidFill>
                  <a:schemeClr val="tx1"/>
                </a:solidFill>
              </a:rPr>
              <a:t>align output feature map to downstream task using e.g. linear SVM</a:t>
            </a:r>
          </a:p>
        </p:txBody>
      </p:sp>
      <p:sp>
        <p:nvSpPr>
          <p:cNvPr id="9" name="TextBox 8">
            <a:extLst>
              <a:ext uri="{FF2B5EF4-FFF2-40B4-BE49-F238E27FC236}">
                <a16:creationId xmlns:a16="http://schemas.microsoft.com/office/drawing/2014/main" id="{FA9601AA-A6B9-1098-6B6E-E553ED153F10}"/>
              </a:ext>
            </a:extLst>
          </p:cNvPr>
          <p:cNvSpPr txBox="1"/>
          <p:nvPr/>
        </p:nvSpPr>
        <p:spPr>
          <a:xfrm>
            <a:off x="30637" y="4807563"/>
            <a:ext cx="3931071" cy="2031325"/>
          </a:xfrm>
          <a:prstGeom prst="rect">
            <a:avLst/>
          </a:prstGeom>
          <a:noFill/>
        </p:spPr>
        <p:txBody>
          <a:bodyPr wrap="square" rtlCol="0">
            <a:spAutoFit/>
          </a:bodyPr>
          <a:lstStyle/>
          <a:p>
            <a:r>
              <a:rPr lang="en-US" dirty="0"/>
              <a:t>converts pixels to feature map</a:t>
            </a:r>
          </a:p>
          <a:p>
            <a:r>
              <a:rPr lang="en-US" dirty="0"/>
              <a:t>"image encoder"</a:t>
            </a:r>
          </a:p>
          <a:p>
            <a:r>
              <a:rPr lang="en-US" dirty="0"/>
              <a:t>"foundation vision model"</a:t>
            </a:r>
          </a:p>
          <a:p>
            <a:r>
              <a:rPr lang="en-US" dirty="0"/>
              <a:t>high speed vision tasks</a:t>
            </a:r>
          </a:p>
          <a:p>
            <a:r>
              <a:rPr lang="en-US" dirty="0"/>
              <a:t>spatial and temporal fusion</a:t>
            </a:r>
          </a:p>
          <a:p>
            <a:r>
              <a:rPr lang="en-US" dirty="0">
                <a:hlinkClick r:id="rId3"/>
              </a:rPr>
              <a:t>A </a:t>
            </a:r>
            <a:r>
              <a:rPr lang="en-US" dirty="0" err="1">
                <a:hlinkClick r:id="rId3"/>
              </a:rPr>
              <a:t>ConvNet</a:t>
            </a:r>
            <a:r>
              <a:rPr lang="en-US" dirty="0">
                <a:hlinkClick r:id="rId3"/>
              </a:rPr>
              <a:t> for the 2020s</a:t>
            </a:r>
            <a:r>
              <a:rPr lang="en-US" dirty="0"/>
              <a:t>, </a:t>
            </a:r>
            <a:r>
              <a:rPr lang="en-US" sz="1800" dirty="0">
                <a:hlinkClick r:id="rId4"/>
              </a:rPr>
              <a:t>SIMVLM</a:t>
            </a:r>
            <a:endParaRPr lang="en-US" dirty="0"/>
          </a:p>
          <a:p>
            <a:r>
              <a:rPr lang="en-US" dirty="0"/>
              <a:t>can drive multi-model LLM</a:t>
            </a:r>
          </a:p>
        </p:txBody>
      </p:sp>
      <p:sp>
        <p:nvSpPr>
          <p:cNvPr id="10" name="Cylinder 9">
            <a:extLst>
              <a:ext uri="{FF2B5EF4-FFF2-40B4-BE49-F238E27FC236}">
                <a16:creationId xmlns:a16="http://schemas.microsoft.com/office/drawing/2014/main" id="{023315AA-310A-50F4-D619-0A579C901A57}"/>
              </a:ext>
            </a:extLst>
          </p:cNvPr>
          <p:cNvSpPr/>
          <p:nvPr/>
        </p:nvSpPr>
        <p:spPr>
          <a:xfrm>
            <a:off x="7774897" y="2621577"/>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746F06F-D473-7DAA-84B3-00620E18EB05}"/>
              </a:ext>
            </a:extLst>
          </p:cNvPr>
          <p:cNvSpPr txBox="1"/>
          <p:nvPr/>
        </p:nvSpPr>
        <p:spPr>
          <a:xfrm>
            <a:off x="2234624" y="2300854"/>
            <a:ext cx="1170000" cy="646331"/>
          </a:xfrm>
          <a:prstGeom prst="rect">
            <a:avLst/>
          </a:prstGeom>
          <a:noFill/>
        </p:spPr>
        <p:txBody>
          <a:bodyPr wrap="none" rtlCol="0">
            <a:spAutoFit/>
          </a:bodyPr>
          <a:lstStyle/>
          <a:p>
            <a:pPr algn="ctr"/>
            <a:r>
              <a:rPr lang="en-US" dirty="0"/>
              <a:t>egocentric</a:t>
            </a:r>
          </a:p>
          <a:p>
            <a:pPr algn="ctr"/>
            <a:r>
              <a:rPr lang="en-US" dirty="0"/>
              <a:t>data</a:t>
            </a:r>
          </a:p>
        </p:txBody>
      </p:sp>
      <p:sp>
        <p:nvSpPr>
          <p:cNvPr id="12" name="TextBox 11">
            <a:extLst>
              <a:ext uri="{FF2B5EF4-FFF2-40B4-BE49-F238E27FC236}">
                <a16:creationId xmlns:a16="http://schemas.microsoft.com/office/drawing/2014/main" id="{00599A85-C7EF-50B2-BDE8-3D8A8B32CA84}"/>
              </a:ext>
            </a:extLst>
          </p:cNvPr>
          <p:cNvSpPr txBox="1"/>
          <p:nvPr/>
        </p:nvSpPr>
        <p:spPr>
          <a:xfrm>
            <a:off x="7318032" y="2130117"/>
            <a:ext cx="1276888" cy="369332"/>
          </a:xfrm>
          <a:prstGeom prst="rect">
            <a:avLst/>
          </a:prstGeom>
          <a:noFill/>
        </p:spPr>
        <p:txBody>
          <a:bodyPr wrap="none" rtlCol="0">
            <a:spAutoFit/>
          </a:bodyPr>
          <a:lstStyle/>
          <a:p>
            <a:r>
              <a:rPr lang="en-US" dirty="0" err="1"/>
              <a:t>model.tflite</a:t>
            </a:r>
            <a:endParaRPr lang="en-US" dirty="0"/>
          </a:p>
        </p:txBody>
      </p:sp>
      <p:sp>
        <p:nvSpPr>
          <p:cNvPr id="13" name="Cylinder 12">
            <a:extLst>
              <a:ext uri="{FF2B5EF4-FFF2-40B4-BE49-F238E27FC236}">
                <a16:creationId xmlns:a16="http://schemas.microsoft.com/office/drawing/2014/main" id="{ABDC84A8-17ED-C4EF-6106-AAC4B1E40FCF}"/>
              </a:ext>
            </a:extLst>
          </p:cNvPr>
          <p:cNvSpPr/>
          <p:nvPr/>
        </p:nvSpPr>
        <p:spPr>
          <a:xfrm>
            <a:off x="11113576" y="258829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65E7DC-9046-620A-DE81-FB6BD8EE2375}"/>
              </a:ext>
            </a:extLst>
          </p:cNvPr>
          <p:cNvSpPr txBox="1"/>
          <p:nvPr/>
        </p:nvSpPr>
        <p:spPr>
          <a:xfrm>
            <a:off x="10637673" y="1885826"/>
            <a:ext cx="1432252" cy="646331"/>
          </a:xfrm>
          <a:prstGeom prst="rect">
            <a:avLst/>
          </a:prstGeom>
          <a:noFill/>
        </p:spPr>
        <p:txBody>
          <a:bodyPr wrap="none" rtlCol="0">
            <a:spAutoFit/>
          </a:bodyPr>
          <a:lstStyle/>
          <a:p>
            <a:r>
              <a:rPr lang="en-US" dirty="0" err="1"/>
              <a:t>model.v</a:t>
            </a:r>
            <a:endParaRPr lang="en-US" dirty="0"/>
          </a:p>
          <a:p>
            <a:r>
              <a:rPr lang="en-US" dirty="0" err="1"/>
              <a:t>model_rom.v</a:t>
            </a:r>
            <a:endParaRPr lang="en-US" dirty="0"/>
          </a:p>
        </p:txBody>
      </p:sp>
      <p:cxnSp>
        <p:nvCxnSpPr>
          <p:cNvPr id="16" name="Straight Arrow Connector 15">
            <a:extLst>
              <a:ext uri="{FF2B5EF4-FFF2-40B4-BE49-F238E27FC236}">
                <a16:creationId xmlns:a16="http://schemas.microsoft.com/office/drawing/2014/main" id="{95991D30-C6C3-7236-5A23-4EFCD6F3E207}"/>
              </a:ext>
            </a:extLst>
          </p:cNvPr>
          <p:cNvCxnSpPr>
            <a:cxnSpLocks/>
            <a:endCxn id="7" idx="2"/>
          </p:cNvCxnSpPr>
          <p:nvPr/>
        </p:nvCxnSpPr>
        <p:spPr>
          <a:xfrm>
            <a:off x="1837813" y="2607526"/>
            <a:ext cx="741587" cy="644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FC1DE600-A36D-9C43-ADB4-BC54D3F16D4A}"/>
              </a:ext>
            </a:extLst>
          </p:cNvPr>
          <p:cNvCxnSpPr>
            <a:cxnSpLocks/>
            <a:stCxn id="7" idx="4"/>
          </p:cNvCxnSpPr>
          <p:nvPr/>
        </p:nvCxnSpPr>
        <p:spPr>
          <a:xfrm flipV="1">
            <a:off x="3059847" y="2977378"/>
            <a:ext cx="782236" cy="2750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ACF511AB-60CB-9DA9-A5C8-83FEF3D823D3}"/>
              </a:ext>
            </a:extLst>
          </p:cNvPr>
          <p:cNvCxnSpPr>
            <a:cxnSpLocks/>
            <a:stCxn id="4" idx="3"/>
            <a:endCxn id="10" idx="2"/>
          </p:cNvCxnSpPr>
          <p:nvPr/>
        </p:nvCxnSpPr>
        <p:spPr>
          <a:xfrm>
            <a:off x="7095745" y="2722429"/>
            <a:ext cx="679152" cy="174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8900A56-AC57-8A28-0BFF-460724FFDC4E}"/>
              </a:ext>
            </a:extLst>
          </p:cNvPr>
          <p:cNvCxnSpPr>
            <a:cxnSpLocks/>
            <a:stCxn id="7" idx="4"/>
          </p:cNvCxnSpPr>
          <p:nvPr/>
        </p:nvCxnSpPr>
        <p:spPr>
          <a:xfrm>
            <a:off x="3059847" y="3252472"/>
            <a:ext cx="609395" cy="12498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5084BE4-C89D-F7D4-CE97-CCFE33B850E6}"/>
              </a:ext>
            </a:extLst>
          </p:cNvPr>
          <p:cNvCxnSpPr>
            <a:cxnSpLocks/>
            <a:stCxn id="8" idx="3"/>
            <a:endCxn id="10" idx="2"/>
          </p:cNvCxnSpPr>
          <p:nvPr/>
        </p:nvCxnSpPr>
        <p:spPr>
          <a:xfrm flipV="1">
            <a:off x="7318032" y="2896672"/>
            <a:ext cx="456865" cy="2392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82E5B90-2390-0D5C-72C0-BD66556A467C}"/>
              </a:ext>
            </a:extLst>
          </p:cNvPr>
          <p:cNvCxnSpPr>
            <a:cxnSpLocks/>
            <a:stCxn id="10" idx="4"/>
            <a:endCxn id="5" idx="1"/>
          </p:cNvCxnSpPr>
          <p:nvPr/>
        </p:nvCxnSpPr>
        <p:spPr>
          <a:xfrm flipV="1">
            <a:off x="8255344" y="2888994"/>
            <a:ext cx="679152" cy="76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A151251-06B0-546C-C261-7DA670F08F69}"/>
              </a:ext>
            </a:extLst>
          </p:cNvPr>
          <p:cNvCxnSpPr>
            <a:cxnSpLocks/>
            <a:endCxn id="13" idx="2"/>
          </p:cNvCxnSpPr>
          <p:nvPr/>
        </p:nvCxnSpPr>
        <p:spPr>
          <a:xfrm>
            <a:off x="10575425" y="2863386"/>
            <a:ext cx="5381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2A97A4BA-373D-78F3-200D-282E3A682A9E}"/>
              </a:ext>
            </a:extLst>
          </p:cNvPr>
          <p:cNvSpPr/>
          <p:nvPr/>
        </p:nvSpPr>
        <p:spPr>
          <a:xfrm>
            <a:off x="402918" y="3186841"/>
            <a:ext cx="1431825" cy="125542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ongoing data sampling for continuous learning</a:t>
            </a:r>
          </a:p>
        </p:txBody>
      </p:sp>
      <p:cxnSp>
        <p:nvCxnSpPr>
          <p:cNvPr id="35" name="Straight Arrow Connector 34">
            <a:extLst>
              <a:ext uri="{FF2B5EF4-FFF2-40B4-BE49-F238E27FC236}">
                <a16:creationId xmlns:a16="http://schemas.microsoft.com/office/drawing/2014/main" id="{0924D819-6FFF-FB45-D7A2-1BAFDCFA912F}"/>
              </a:ext>
            </a:extLst>
          </p:cNvPr>
          <p:cNvCxnSpPr>
            <a:cxnSpLocks/>
            <a:stCxn id="32" idx="3"/>
            <a:endCxn id="7" idx="2"/>
          </p:cNvCxnSpPr>
          <p:nvPr/>
        </p:nvCxnSpPr>
        <p:spPr>
          <a:xfrm flipV="1">
            <a:off x="1834743" y="3252472"/>
            <a:ext cx="744657" cy="562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Left Brace 53">
            <a:extLst>
              <a:ext uri="{FF2B5EF4-FFF2-40B4-BE49-F238E27FC236}">
                <a16:creationId xmlns:a16="http://schemas.microsoft.com/office/drawing/2014/main" id="{5A25B9A7-0AB1-43A0-256D-6A00EA1B6FD1}"/>
              </a:ext>
            </a:extLst>
          </p:cNvPr>
          <p:cNvSpPr/>
          <p:nvPr/>
        </p:nvSpPr>
        <p:spPr>
          <a:xfrm rot="10800000">
            <a:off x="3342168" y="4946062"/>
            <a:ext cx="272853" cy="175432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5253934D-E8A3-A960-D850-099F28D984D1}"/>
              </a:ext>
            </a:extLst>
          </p:cNvPr>
          <p:cNvSpPr txBox="1"/>
          <p:nvPr/>
        </p:nvSpPr>
        <p:spPr>
          <a:xfrm>
            <a:off x="11178745" y="2708288"/>
            <a:ext cx="369012" cy="369332"/>
          </a:xfrm>
          <a:prstGeom prst="rect">
            <a:avLst/>
          </a:prstGeom>
          <a:noFill/>
        </p:spPr>
        <p:txBody>
          <a:bodyPr wrap="none" rtlCol="0">
            <a:spAutoFit/>
          </a:bodyPr>
          <a:lstStyle/>
          <a:p>
            <a:r>
              <a:rPr lang="en-US" b="1" dirty="0"/>
              <a:t>IP</a:t>
            </a:r>
          </a:p>
        </p:txBody>
      </p:sp>
      <p:sp>
        <p:nvSpPr>
          <p:cNvPr id="15" name="TextBox 14">
            <a:extLst>
              <a:ext uri="{FF2B5EF4-FFF2-40B4-BE49-F238E27FC236}">
                <a16:creationId xmlns:a16="http://schemas.microsoft.com/office/drawing/2014/main" id="{45F5FB08-39FC-E62E-8F1E-471FDA60B985}"/>
              </a:ext>
            </a:extLst>
          </p:cNvPr>
          <p:cNvSpPr txBox="1"/>
          <p:nvPr/>
        </p:nvSpPr>
        <p:spPr>
          <a:xfrm>
            <a:off x="7599485" y="5135442"/>
            <a:ext cx="4521302" cy="923330"/>
          </a:xfrm>
          <a:prstGeom prst="rect">
            <a:avLst/>
          </a:prstGeom>
          <a:noFill/>
          <a:ln>
            <a:solidFill>
              <a:schemeClr val="tx1"/>
            </a:solidFill>
          </a:ln>
        </p:spPr>
        <p:txBody>
          <a:bodyPr wrap="none" rtlCol="0">
            <a:spAutoFit/>
          </a:bodyPr>
          <a:lstStyle/>
          <a:p>
            <a:r>
              <a:rPr lang="en-US" dirty="0"/>
              <a:t>- using reference datasets and models</a:t>
            </a:r>
          </a:p>
          <a:p>
            <a:r>
              <a:rPr lang="en-US" dirty="0"/>
              <a:t>- characterize max clock </a:t>
            </a:r>
            <a:r>
              <a:rPr lang="en-US" dirty="0" err="1"/>
              <a:t>freq</a:t>
            </a:r>
            <a:r>
              <a:rPr lang="en-US" dirty="0"/>
              <a:t>, DSP, BRAM, area</a:t>
            </a:r>
          </a:p>
          <a:p>
            <a:r>
              <a:rPr lang="en-US" dirty="0"/>
              <a:t>- over {input shapes, frame rates, model sizes}</a:t>
            </a:r>
          </a:p>
        </p:txBody>
      </p:sp>
      <p:cxnSp>
        <p:nvCxnSpPr>
          <p:cNvPr id="24" name="Straight Arrow Connector 23">
            <a:extLst>
              <a:ext uri="{FF2B5EF4-FFF2-40B4-BE49-F238E27FC236}">
                <a16:creationId xmlns:a16="http://schemas.microsoft.com/office/drawing/2014/main" id="{7B57270C-1C1A-36AD-5A80-9364FB272590}"/>
              </a:ext>
            </a:extLst>
          </p:cNvPr>
          <p:cNvCxnSpPr>
            <a:cxnSpLocks/>
          </p:cNvCxnSpPr>
          <p:nvPr/>
        </p:nvCxnSpPr>
        <p:spPr>
          <a:xfrm>
            <a:off x="11368214" y="3429000"/>
            <a:ext cx="0" cy="159334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505CD9A-B4EC-1291-6C73-0AECFC476835}"/>
              </a:ext>
            </a:extLst>
          </p:cNvPr>
          <p:cNvSpPr txBox="1"/>
          <p:nvPr/>
        </p:nvSpPr>
        <p:spPr>
          <a:xfrm>
            <a:off x="9433465" y="4409856"/>
            <a:ext cx="1920334" cy="369332"/>
          </a:xfrm>
          <a:prstGeom prst="rect">
            <a:avLst/>
          </a:prstGeom>
          <a:noFill/>
        </p:spPr>
        <p:txBody>
          <a:bodyPr wrap="none" rtlCol="0">
            <a:spAutoFit/>
          </a:bodyPr>
          <a:lstStyle/>
          <a:p>
            <a:r>
              <a:rPr lang="en-US" dirty="0"/>
              <a:t>IP characterization</a:t>
            </a:r>
          </a:p>
        </p:txBody>
      </p:sp>
    </p:spTree>
    <p:extLst>
      <p:ext uri="{BB962C8B-B14F-4D97-AF65-F5344CB8AC3E}">
        <p14:creationId xmlns:p14="http://schemas.microsoft.com/office/powerpoint/2010/main" val="7010072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any&#10;&#10;Description automatically generated">
            <a:extLst>
              <a:ext uri="{FF2B5EF4-FFF2-40B4-BE49-F238E27FC236}">
                <a16:creationId xmlns:a16="http://schemas.microsoft.com/office/drawing/2014/main" id="{88A322BE-6F55-2531-48EE-3286DD788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819" y="3429000"/>
            <a:ext cx="7165416" cy="3283085"/>
          </a:xfrm>
          <a:prstGeom prst="rect">
            <a:avLst/>
          </a:prstGeom>
        </p:spPr>
      </p:pic>
      <p:pic>
        <p:nvPicPr>
          <p:cNvPr id="5" name="Picture 4">
            <a:extLst>
              <a:ext uri="{FF2B5EF4-FFF2-40B4-BE49-F238E27FC236}">
                <a16:creationId xmlns:a16="http://schemas.microsoft.com/office/drawing/2014/main" id="{F76F07E5-BD88-01D7-562C-58984CA28AAB}"/>
              </a:ext>
            </a:extLst>
          </p:cNvPr>
          <p:cNvPicPr>
            <a:picLocks noChangeAspect="1"/>
          </p:cNvPicPr>
          <p:nvPr/>
        </p:nvPicPr>
        <p:blipFill>
          <a:blip r:embed="rId4"/>
          <a:stretch>
            <a:fillRect/>
          </a:stretch>
        </p:blipFill>
        <p:spPr>
          <a:xfrm>
            <a:off x="4309353" y="440302"/>
            <a:ext cx="4857099" cy="2650534"/>
          </a:xfrm>
          <a:prstGeom prst="rect">
            <a:avLst/>
          </a:prstGeom>
        </p:spPr>
      </p:pic>
      <p:pic>
        <p:nvPicPr>
          <p:cNvPr id="7" name="Picture 6" descr="A close-up of a computer chip&#10;&#10;Description automatically generated">
            <a:extLst>
              <a:ext uri="{FF2B5EF4-FFF2-40B4-BE49-F238E27FC236}">
                <a16:creationId xmlns:a16="http://schemas.microsoft.com/office/drawing/2014/main" id="{AAA8DBC0-8FAF-B15D-84EA-1754EE9D75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782" y="526800"/>
            <a:ext cx="3229583" cy="2422187"/>
          </a:xfrm>
          <a:prstGeom prst="rect">
            <a:avLst/>
          </a:prstGeom>
        </p:spPr>
      </p:pic>
      <p:sp>
        <p:nvSpPr>
          <p:cNvPr id="8" name="TextBox 7">
            <a:extLst>
              <a:ext uri="{FF2B5EF4-FFF2-40B4-BE49-F238E27FC236}">
                <a16:creationId xmlns:a16="http://schemas.microsoft.com/office/drawing/2014/main" id="{E534539C-BED5-CF02-1172-2A11F85D3312}"/>
              </a:ext>
            </a:extLst>
          </p:cNvPr>
          <p:cNvSpPr txBox="1"/>
          <p:nvPr/>
        </p:nvSpPr>
        <p:spPr>
          <a:xfrm>
            <a:off x="6102837" y="70970"/>
            <a:ext cx="769763" cy="369332"/>
          </a:xfrm>
          <a:prstGeom prst="rect">
            <a:avLst/>
          </a:prstGeom>
          <a:noFill/>
        </p:spPr>
        <p:txBody>
          <a:bodyPr wrap="none" rtlCol="0">
            <a:spAutoFit/>
          </a:bodyPr>
          <a:lstStyle/>
          <a:p>
            <a:r>
              <a:rPr lang="en-US" dirty="0"/>
              <a:t>$1400</a:t>
            </a:r>
          </a:p>
        </p:txBody>
      </p:sp>
      <p:sp>
        <p:nvSpPr>
          <p:cNvPr id="9" name="TextBox 8">
            <a:extLst>
              <a:ext uri="{FF2B5EF4-FFF2-40B4-BE49-F238E27FC236}">
                <a16:creationId xmlns:a16="http://schemas.microsoft.com/office/drawing/2014/main" id="{929F10F1-FA75-5B75-7E2F-BA04E16F1C8B}"/>
              </a:ext>
            </a:extLst>
          </p:cNvPr>
          <p:cNvSpPr txBox="1"/>
          <p:nvPr/>
        </p:nvSpPr>
        <p:spPr>
          <a:xfrm>
            <a:off x="1856232" y="2764321"/>
            <a:ext cx="652743" cy="369332"/>
          </a:xfrm>
          <a:prstGeom prst="rect">
            <a:avLst/>
          </a:prstGeom>
          <a:noFill/>
        </p:spPr>
        <p:txBody>
          <a:bodyPr wrap="none" rtlCol="0">
            <a:spAutoFit/>
          </a:bodyPr>
          <a:lstStyle/>
          <a:p>
            <a:r>
              <a:rPr lang="en-US" dirty="0"/>
              <a:t>$100</a:t>
            </a:r>
          </a:p>
        </p:txBody>
      </p:sp>
    </p:spTree>
    <p:extLst>
      <p:ext uri="{BB962C8B-B14F-4D97-AF65-F5344CB8AC3E}">
        <p14:creationId xmlns:p14="http://schemas.microsoft.com/office/powerpoint/2010/main" val="797665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CABB7A4-B34B-4BB5-9BD1-AF09295D3116}"/>
              </a:ext>
            </a:extLst>
          </p:cNvPr>
          <p:cNvSpPr txBox="1"/>
          <p:nvPr/>
        </p:nvSpPr>
        <p:spPr>
          <a:xfrm>
            <a:off x="3234724" y="4269268"/>
            <a:ext cx="1233030" cy="307777"/>
          </a:xfrm>
          <a:prstGeom prst="rect">
            <a:avLst/>
          </a:prstGeom>
          <a:noFill/>
        </p:spPr>
        <p:txBody>
          <a:bodyPr wrap="none" rtlCol="0">
            <a:spAutoFit/>
          </a:bodyPr>
          <a:lstStyle/>
          <a:p>
            <a:r>
              <a:rPr lang="en-US" sz="1400" dirty="0"/>
              <a:t>10b@158MHz</a:t>
            </a:r>
          </a:p>
        </p:txBody>
      </p:sp>
      <p:sp>
        <p:nvSpPr>
          <p:cNvPr id="32" name="Rectangle 31">
            <a:extLst>
              <a:ext uri="{FF2B5EF4-FFF2-40B4-BE49-F238E27FC236}">
                <a16:creationId xmlns:a16="http://schemas.microsoft.com/office/drawing/2014/main" id="{03754E0E-0E65-92E8-B1D4-9E6D68DFC374}"/>
              </a:ext>
            </a:extLst>
          </p:cNvPr>
          <p:cNvSpPr/>
          <p:nvPr/>
        </p:nvSpPr>
        <p:spPr>
          <a:xfrm>
            <a:off x="1614615" y="667265"/>
            <a:ext cx="9917989" cy="494270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1836940" y="4248691"/>
            <a:ext cx="1404496" cy="123115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PHY</a:t>
            </a:r>
          </a:p>
        </p:txBody>
      </p:sp>
      <p:sp>
        <p:nvSpPr>
          <p:cNvPr id="38" name="TextBox 37">
            <a:extLst>
              <a:ext uri="{FF2B5EF4-FFF2-40B4-BE49-F238E27FC236}">
                <a16:creationId xmlns:a16="http://schemas.microsoft.com/office/drawing/2014/main" id="{4FB60825-86F2-1175-3266-A32ECC38F3D3}"/>
              </a:ext>
            </a:extLst>
          </p:cNvPr>
          <p:cNvSpPr txBox="1"/>
          <p:nvPr/>
        </p:nvSpPr>
        <p:spPr>
          <a:xfrm>
            <a:off x="1614615" y="667265"/>
            <a:ext cx="3921313" cy="584775"/>
          </a:xfrm>
          <a:prstGeom prst="rect">
            <a:avLst/>
          </a:prstGeom>
          <a:noFill/>
        </p:spPr>
        <p:txBody>
          <a:bodyPr wrap="square">
            <a:spAutoFit/>
          </a:bodyPr>
          <a:lstStyle/>
          <a:p>
            <a:r>
              <a:rPr lang="it-IT" sz="1600" strike="sngStrike" dirty="0"/>
              <a:t>KINTEX US XCKU040-2FFVA1156I</a:t>
            </a:r>
          </a:p>
          <a:p>
            <a:r>
              <a:rPr lang="en-US" sz="1600" dirty="0"/>
              <a:t>ARTIX US+  XCAU25P-2FFVB676E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3234724" y="4550439"/>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3256673" y="4919768"/>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9638352" y="36731"/>
            <a:ext cx="2553648" cy="369332"/>
          </a:xfrm>
          <a:prstGeom prst="rect">
            <a:avLst/>
          </a:prstGeom>
          <a:noFill/>
        </p:spPr>
        <p:txBody>
          <a:bodyPr wrap="none" rtlCol="0">
            <a:spAutoFit/>
          </a:bodyPr>
          <a:lstStyle/>
          <a:p>
            <a:r>
              <a:rPr lang="en-US" dirty="0"/>
              <a:t>streaming frame capture</a:t>
            </a:r>
          </a:p>
        </p:txBody>
      </p:sp>
      <p:cxnSp>
        <p:nvCxnSpPr>
          <p:cNvPr id="7" name="Straight Arrow Connector 6">
            <a:extLst>
              <a:ext uri="{FF2B5EF4-FFF2-40B4-BE49-F238E27FC236}">
                <a16:creationId xmlns:a16="http://schemas.microsoft.com/office/drawing/2014/main" id="{8260B1C2-C573-EBE8-2E3D-162DFCE43CC4}"/>
              </a:ext>
            </a:extLst>
          </p:cNvPr>
          <p:cNvCxnSpPr>
            <a:cxnSpLocks/>
          </p:cNvCxnSpPr>
          <p:nvPr/>
        </p:nvCxnSpPr>
        <p:spPr>
          <a:xfrm>
            <a:off x="230657" y="4550436"/>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6792D835-8F5E-6A19-0D9A-5FF536D0002B}"/>
              </a:ext>
            </a:extLst>
          </p:cNvPr>
          <p:cNvCxnSpPr>
            <a:cxnSpLocks/>
          </p:cNvCxnSpPr>
          <p:nvPr/>
        </p:nvCxnSpPr>
        <p:spPr>
          <a:xfrm>
            <a:off x="255970" y="4919765"/>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23E702B-FE3F-7FA8-06EB-4A2BFF258CD1}"/>
              </a:ext>
            </a:extLst>
          </p:cNvPr>
          <p:cNvSpPr txBox="1"/>
          <p:nvPr/>
        </p:nvSpPr>
        <p:spPr>
          <a:xfrm>
            <a:off x="410371" y="4276472"/>
            <a:ext cx="1233030" cy="307777"/>
          </a:xfrm>
          <a:prstGeom prst="rect">
            <a:avLst/>
          </a:prstGeom>
          <a:noFill/>
        </p:spPr>
        <p:txBody>
          <a:bodyPr wrap="none" rtlCol="0">
            <a:spAutoFit/>
          </a:bodyPr>
          <a:lstStyle/>
          <a:p>
            <a:r>
              <a:rPr lang="en-US" sz="1400" dirty="0"/>
              <a:t>2b@1500MHz</a:t>
            </a:r>
          </a:p>
        </p:txBody>
      </p:sp>
      <p:sp>
        <p:nvSpPr>
          <p:cNvPr id="15" name="TextBox 14">
            <a:extLst>
              <a:ext uri="{FF2B5EF4-FFF2-40B4-BE49-F238E27FC236}">
                <a16:creationId xmlns:a16="http://schemas.microsoft.com/office/drawing/2014/main" id="{B3920F16-88F4-3EDE-ADA9-E8169D928C8C}"/>
              </a:ext>
            </a:extLst>
          </p:cNvPr>
          <p:cNvSpPr txBox="1"/>
          <p:nvPr/>
        </p:nvSpPr>
        <p:spPr>
          <a:xfrm>
            <a:off x="3241436" y="4640643"/>
            <a:ext cx="1233030" cy="307777"/>
          </a:xfrm>
          <a:prstGeom prst="rect">
            <a:avLst/>
          </a:prstGeom>
          <a:noFill/>
        </p:spPr>
        <p:txBody>
          <a:bodyPr wrap="none" rtlCol="0">
            <a:spAutoFit/>
          </a:bodyPr>
          <a:lstStyle/>
          <a:p>
            <a:r>
              <a:rPr lang="en-US" sz="1400" dirty="0"/>
              <a:t>10b@158MHz</a:t>
            </a:r>
          </a:p>
        </p:txBody>
      </p:sp>
      <p:sp>
        <p:nvSpPr>
          <p:cNvPr id="19" name="TextBox 18">
            <a:extLst>
              <a:ext uri="{FF2B5EF4-FFF2-40B4-BE49-F238E27FC236}">
                <a16:creationId xmlns:a16="http://schemas.microsoft.com/office/drawing/2014/main" id="{AD2B2BEC-20E1-63C0-FA73-254F86E08C99}"/>
              </a:ext>
            </a:extLst>
          </p:cNvPr>
          <p:cNvSpPr txBox="1"/>
          <p:nvPr/>
        </p:nvSpPr>
        <p:spPr>
          <a:xfrm>
            <a:off x="417083" y="4647847"/>
            <a:ext cx="1233030" cy="307777"/>
          </a:xfrm>
          <a:prstGeom prst="rect">
            <a:avLst/>
          </a:prstGeom>
          <a:noFill/>
        </p:spPr>
        <p:txBody>
          <a:bodyPr wrap="none" rtlCol="0">
            <a:spAutoFit/>
          </a:bodyPr>
          <a:lstStyle/>
          <a:p>
            <a:r>
              <a:rPr lang="en-US" sz="1400" dirty="0"/>
              <a:t>2b@1500MHz</a:t>
            </a:r>
          </a:p>
        </p:txBody>
      </p:sp>
      <p:sp>
        <p:nvSpPr>
          <p:cNvPr id="22" name="TextBox 21">
            <a:extLst>
              <a:ext uri="{FF2B5EF4-FFF2-40B4-BE49-F238E27FC236}">
                <a16:creationId xmlns:a16="http://schemas.microsoft.com/office/drawing/2014/main" id="{11C3DF70-8444-BD65-C530-01769130096D}"/>
              </a:ext>
            </a:extLst>
          </p:cNvPr>
          <p:cNvSpPr txBox="1"/>
          <p:nvPr/>
        </p:nvSpPr>
        <p:spPr>
          <a:xfrm>
            <a:off x="426744" y="5434511"/>
            <a:ext cx="930063" cy="307777"/>
          </a:xfrm>
          <a:prstGeom prst="rect">
            <a:avLst/>
          </a:prstGeom>
          <a:noFill/>
        </p:spPr>
        <p:txBody>
          <a:bodyPr wrap="none" rtlCol="0">
            <a:spAutoFit/>
          </a:bodyPr>
          <a:lstStyle/>
          <a:p>
            <a:r>
              <a:rPr lang="en-US" sz="1400" dirty="0"/>
              <a:t>MIPI CSI-2</a:t>
            </a:r>
          </a:p>
        </p:txBody>
      </p:sp>
      <p:sp>
        <p:nvSpPr>
          <p:cNvPr id="26" name="TextBox 25">
            <a:extLst>
              <a:ext uri="{FF2B5EF4-FFF2-40B4-BE49-F238E27FC236}">
                <a16:creationId xmlns:a16="http://schemas.microsoft.com/office/drawing/2014/main" id="{E641D469-A609-CD6C-4FBE-96EF476F893C}"/>
              </a:ext>
            </a:extLst>
          </p:cNvPr>
          <p:cNvSpPr txBox="1"/>
          <p:nvPr/>
        </p:nvSpPr>
        <p:spPr>
          <a:xfrm>
            <a:off x="1511432" y="5805606"/>
            <a:ext cx="8469804" cy="1015663"/>
          </a:xfrm>
          <a:prstGeom prst="rect">
            <a:avLst/>
          </a:prstGeom>
          <a:noFill/>
        </p:spPr>
        <p:txBody>
          <a:bodyPr wrap="square">
            <a:spAutoFit/>
          </a:bodyPr>
          <a:lstStyle/>
          <a:p>
            <a:r>
              <a:rPr lang="en-US" sz="1200" dirty="0">
                <a:hlinkClick r:id="rId2"/>
              </a:rPr>
              <a:t>https://www.xilinx.com/products/intellectual-property/jtag_to_axi_master.html</a:t>
            </a:r>
            <a:endParaRPr lang="en-US" sz="1200" dirty="0"/>
          </a:p>
          <a:p>
            <a:r>
              <a:rPr lang="en-US" sz="1200" dirty="0">
                <a:hlinkClick r:id="rId3"/>
              </a:rPr>
              <a:t>https://docs.xilinx.com/r/en-US/pg232-mipi-csi2-rx/MIPI-CSI-2-Receiver-Subsystem-Product-Guide</a:t>
            </a:r>
            <a:endParaRPr lang="en-US" sz="1200" dirty="0"/>
          </a:p>
          <a:p>
            <a:r>
              <a:rPr lang="en-US" sz="1200" dirty="0">
                <a:hlinkClick r:id="rId4"/>
              </a:rPr>
              <a:t>https://docs.xilinx.com/v/u/en-US/pg150-ultrascale-memory-ip</a:t>
            </a:r>
            <a:endParaRPr lang="en-US" sz="1200" dirty="0"/>
          </a:p>
          <a:p>
            <a:r>
              <a:rPr lang="en-US" sz="1200" dirty="0">
                <a:hlinkClick r:id="rId5"/>
              </a:rPr>
              <a:t>https://docs.xilinx.com/r/en-US/pg021_axi_dma/AXI-DMA-Register-Address-Map?section=XREF_38966_AXI_DMA_Simple_DMA</a:t>
            </a:r>
            <a:endParaRPr lang="en-US" sz="1200" dirty="0"/>
          </a:p>
          <a:p>
            <a:r>
              <a:rPr lang="en-US" sz="1200" dirty="0">
                <a:hlinkClick r:id="rId6"/>
              </a:rPr>
              <a:t>https://docs.xilinx.com/v/u/en-US/ds768_axi_interconnect</a:t>
            </a:r>
            <a:endParaRPr lang="en-US" sz="1200" dirty="0"/>
          </a:p>
        </p:txBody>
      </p:sp>
      <p:sp>
        <p:nvSpPr>
          <p:cNvPr id="27" name="Rectangle 26">
            <a:extLst>
              <a:ext uri="{FF2B5EF4-FFF2-40B4-BE49-F238E27FC236}">
                <a16:creationId xmlns:a16="http://schemas.microsoft.com/office/drawing/2014/main" id="{AF47FDC2-238C-0EE9-37CF-6240C8404EC1}"/>
              </a:ext>
            </a:extLst>
          </p:cNvPr>
          <p:cNvSpPr/>
          <p:nvPr/>
        </p:nvSpPr>
        <p:spPr>
          <a:xfrm>
            <a:off x="4625509" y="4221218"/>
            <a:ext cx="1404496" cy="1258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format</a:t>
            </a:r>
          </a:p>
        </p:txBody>
      </p:sp>
      <p:sp>
        <p:nvSpPr>
          <p:cNvPr id="28" name="Rectangle 27">
            <a:extLst>
              <a:ext uri="{FF2B5EF4-FFF2-40B4-BE49-F238E27FC236}">
                <a16:creationId xmlns:a16="http://schemas.microsoft.com/office/drawing/2014/main" id="{4BB71068-0A22-CA57-3685-ACE362A680E5}"/>
              </a:ext>
            </a:extLst>
          </p:cNvPr>
          <p:cNvSpPr/>
          <p:nvPr/>
        </p:nvSpPr>
        <p:spPr>
          <a:xfrm>
            <a:off x="7257854" y="2957385"/>
            <a:ext cx="1102930" cy="226412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AXI-S DMA</a:t>
            </a:r>
          </a:p>
        </p:txBody>
      </p:sp>
      <p:cxnSp>
        <p:nvCxnSpPr>
          <p:cNvPr id="30" name="Straight Arrow Connector 29">
            <a:extLst>
              <a:ext uri="{FF2B5EF4-FFF2-40B4-BE49-F238E27FC236}">
                <a16:creationId xmlns:a16="http://schemas.microsoft.com/office/drawing/2014/main" id="{FBB387C3-0F41-B175-3B5E-869F92695AA2}"/>
              </a:ext>
            </a:extLst>
          </p:cNvPr>
          <p:cNvCxnSpPr>
            <a:cxnSpLocks/>
          </p:cNvCxnSpPr>
          <p:nvPr/>
        </p:nvCxnSpPr>
        <p:spPr>
          <a:xfrm>
            <a:off x="6038243" y="4726407"/>
            <a:ext cx="122479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3F7DAA2B-57F9-A23E-0D31-FE0D0D5C2237}"/>
              </a:ext>
            </a:extLst>
          </p:cNvPr>
          <p:cNvSpPr txBox="1"/>
          <p:nvPr/>
        </p:nvSpPr>
        <p:spPr>
          <a:xfrm>
            <a:off x="6092757" y="4765876"/>
            <a:ext cx="562975" cy="307777"/>
          </a:xfrm>
          <a:prstGeom prst="rect">
            <a:avLst/>
          </a:prstGeom>
          <a:noFill/>
        </p:spPr>
        <p:txBody>
          <a:bodyPr wrap="none" rtlCol="0">
            <a:spAutoFit/>
          </a:bodyPr>
          <a:lstStyle/>
          <a:p>
            <a:r>
              <a:rPr lang="en-US" sz="1400" dirty="0"/>
              <a:t>AXI-S</a:t>
            </a:r>
          </a:p>
        </p:txBody>
      </p:sp>
      <p:sp>
        <p:nvSpPr>
          <p:cNvPr id="43" name="Rectangle 42">
            <a:extLst>
              <a:ext uri="{FF2B5EF4-FFF2-40B4-BE49-F238E27FC236}">
                <a16:creationId xmlns:a16="http://schemas.microsoft.com/office/drawing/2014/main" id="{8E0FC437-6B0F-B497-B18B-72058DA404B2}"/>
              </a:ext>
            </a:extLst>
          </p:cNvPr>
          <p:cNvSpPr/>
          <p:nvPr/>
        </p:nvSpPr>
        <p:spPr>
          <a:xfrm>
            <a:off x="9825688" y="2927559"/>
            <a:ext cx="1404496" cy="226412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DDR Memory Controller</a:t>
            </a:r>
          </a:p>
        </p:txBody>
      </p:sp>
      <p:cxnSp>
        <p:nvCxnSpPr>
          <p:cNvPr id="45" name="Straight Arrow Connector 44">
            <a:extLst>
              <a:ext uri="{FF2B5EF4-FFF2-40B4-BE49-F238E27FC236}">
                <a16:creationId xmlns:a16="http://schemas.microsoft.com/office/drawing/2014/main" id="{E88E00C4-610D-D6A6-05E7-24F8DE17468A}"/>
              </a:ext>
            </a:extLst>
          </p:cNvPr>
          <p:cNvCxnSpPr>
            <a:cxnSpLocks/>
          </p:cNvCxnSpPr>
          <p:nvPr/>
        </p:nvCxnSpPr>
        <p:spPr>
          <a:xfrm>
            <a:off x="8354026" y="4689390"/>
            <a:ext cx="14716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EFC51329-51ED-5312-E0B8-D0C4F8298C07}"/>
              </a:ext>
            </a:extLst>
          </p:cNvPr>
          <p:cNvSpPr txBox="1"/>
          <p:nvPr/>
        </p:nvSpPr>
        <p:spPr>
          <a:xfrm>
            <a:off x="8360784" y="4739744"/>
            <a:ext cx="947695" cy="307777"/>
          </a:xfrm>
          <a:prstGeom prst="rect">
            <a:avLst/>
          </a:prstGeom>
          <a:noFill/>
        </p:spPr>
        <p:txBody>
          <a:bodyPr wrap="none" rtlCol="0">
            <a:spAutoFit/>
          </a:bodyPr>
          <a:lstStyle/>
          <a:p>
            <a:r>
              <a:rPr lang="en-US" sz="1400" dirty="0"/>
              <a:t>S2MM AXI</a:t>
            </a:r>
          </a:p>
        </p:txBody>
      </p:sp>
      <p:sp>
        <p:nvSpPr>
          <p:cNvPr id="47" name="TextBox 46">
            <a:extLst>
              <a:ext uri="{FF2B5EF4-FFF2-40B4-BE49-F238E27FC236}">
                <a16:creationId xmlns:a16="http://schemas.microsoft.com/office/drawing/2014/main" id="{59FEB019-E921-E931-FC3C-6EC0D4277A8A}"/>
              </a:ext>
            </a:extLst>
          </p:cNvPr>
          <p:cNvSpPr txBox="1"/>
          <p:nvPr/>
        </p:nvSpPr>
        <p:spPr>
          <a:xfrm>
            <a:off x="6024497" y="4413587"/>
            <a:ext cx="1233030" cy="307777"/>
          </a:xfrm>
          <a:prstGeom prst="rect">
            <a:avLst/>
          </a:prstGeom>
          <a:noFill/>
        </p:spPr>
        <p:txBody>
          <a:bodyPr wrap="none" rtlCol="0">
            <a:spAutoFit/>
          </a:bodyPr>
          <a:lstStyle/>
          <a:p>
            <a:r>
              <a:rPr lang="en-US" sz="1400" dirty="0"/>
              <a:t>32b@158MHz</a:t>
            </a:r>
          </a:p>
        </p:txBody>
      </p:sp>
      <p:cxnSp>
        <p:nvCxnSpPr>
          <p:cNvPr id="49" name="Straight Arrow Connector 48">
            <a:extLst>
              <a:ext uri="{FF2B5EF4-FFF2-40B4-BE49-F238E27FC236}">
                <a16:creationId xmlns:a16="http://schemas.microsoft.com/office/drawing/2014/main" id="{67E91F09-EB4D-1EA4-E98E-473F5DB9FAB4}"/>
              </a:ext>
            </a:extLst>
          </p:cNvPr>
          <p:cNvCxnSpPr>
            <a:cxnSpLocks/>
          </p:cNvCxnSpPr>
          <p:nvPr/>
        </p:nvCxnSpPr>
        <p:spPr>
          <a:xfrm flipH="1">
            <a:off x="8360784" y="3604056"/>
            <a:ext cx="14716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C4670F60-23A2-478A-C461-959C77DF0DF0}"/>
              </a:ext>
            </a:extLst>
          </p:cNvPr>
          <p:cNvSpPr txBox="1"/>
          <p:nvPr/>
        </p:nvSpPr>
        <p:spPr>
          <a:xfrm>
            <a:off x="8489058" y="3604056"/>
            <a:ext cx="947695" cy="307777"/>
          </a:xfrm>
          <a:prstGeom prst="rect">
            <a:avLst/>
          </a:prstGeom>
          <a:noFill/>
        </p:spPr>
        <p:txBody>
          <a:bodyPr wrap="none" rtlCol="0">
            <a:spAutoFit/>
          </a:bodyPr>
          <a:lstStyle/>
          <a:p>
            <a:r>
              <a:rPr lang="en-US" sz="1400" dirty="0"/>
              <a:t>MM2S AXI</a:t>
            </a:r>
          </a:p>
        </p:txBody>
      </p:sp>
      <p:sp>
        <p:nvSpPr>
          <p:cNvPr id="51" name="Rectangle 50">
            <a:extLst>
              <a:ext uri="{FF2B5EF4-FFF2-40B4-BE49-F238E27FC236}">
                <a16:creationId xmlns:a16="http://schemas.microsoft.com/office/drawing/2014/main" id="{33AA0043-D476-6DCA-677C-4CE925B2CBFD}"/>
              </a:ext>
            </a:extLst>
          </p:cNvPr>
          <p:cNvSpPr/>
          <p:nvPr/>
        </p:nvSpPr>
        <p:spPr>
          <a:xfrm>
            <a:off x="1825052" y="1814153"/>
            <a:ext cx="9405131" cy="39623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AXI Interconnect</a:t>
            </a:r>
          </a:p>
        </p:txBody>
      </p:sp>
      <p:sp>
        <p:nvSpPr>
          <p:cNvPr id="52" name="Rectangle 51">
            <a:extLst>
              <a:ext uri="{FF2B5EF4-FFF2-40B4-BE49-F238E27FC236}">
                <a16:creationId xmlns:a16="http://schemas.microsoft.com/office/drawing/2014/main" id="{1D0A9E3C-A7D5-8CCC-C583-77BCEE826C01}"/>
              </a:ext>
            </a:extLst>
          </p:cNvPr>
          <p:cNvSpPr/>
          <p:nvPr/>
        </p:nvSpPr>
        <p:spPr>
          <a:xfrm>
            <a:off x="4639220" y="2910623"/>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control</a:t>
            </a:r>
          </a:p>
          <a:p>
            <a:pPr algn="ctr"/>
            <a:r>
              <a:rPr lang="en-US" sz="1600" dirty="0">
                <a:solidFill>
                  <a:schemeClr val="tx1"/>
                </a:solidFill>
              </a:rPr>
              <a:t>status</a:t>
            </a:r>
          </a:p>
        </p:txBody>
      </p:sp>
      <p:cxnSp>
        <p:nvCxnSpPr>
          <p:cNvPr id="56" name="Straight Arrow Connector 55">
            <a:extLst>
              <a:ext uri="{FF2B5EF4-FFF2-40B4-BE49-F238E27FC236}">
                <a16:creationId xmlns:a16="http://schemas.microsoft.com/office/drawing/2014/main" id="{8360D266-0200-E58D-71E2-B6217807AB6B}"/>
              </a:ext>
            </a:extLst>
          </p:cNvPr>
          <p:cNvCxnSpPr>
            <a:cxnSpLocks/>
          </p:cNvCxnSpPr>
          <p:nvPr/>
        </p:nvCxnSpPr>
        <p:spPr>
          <a:xfrm flipV="1">
            <a:off x="5365901" y="2196646"/>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66082640-D462-1054-7E8B-C4447E75D8F7}"/>
              </a:ext>
            </a:extLst>
          </p:cNvPr>
          <p:cNvSpPr txBox="1"/>
          <p:nvPr/>
        </p:nvSpPr>
        <p:spPr>
          <a:xfrm>
            <a:off x="5400086" y="2314953"/>
            <a:ext cx="692497" cy="307777"/>
          </a:xfrm>
          <a:prstGeom prst="rect">
            <a:avLst/>
          </a:prstGeom>
          <a:noFill/>
        </p:spPr>
        <p:txBody>
          <a:bodyPr wrap="none" rtlCol="0">
            <a:spAutoFit/>
          </a:bodyPr>
          <a:lstStyle/>
          <a:p>
            <a:r>
              <a:rPr lang="en-US" sz="1400" dirty="0" err="1"/>
              <a:t>AXILite</a:t>
            </a:r>
            <a:endParaRPr lang="en-US" sz="1400" dirty="0"/>
          </a:p>
        </p:txBody>
      </p:sp>
      <p:cxnSp>
        <p:nvCxnSpPr>
          <p:cNvPr id="59" name="Straight Arrow Connector 58">
            <a:extLst>
              <a:ext uri="{FF2B5EF4-FFF2-40B4-BE49-F238E27FC236}">
                <a16:creationId xmlns:a16="http://schemas.microsoft.com/office/drawing/2014/main" id="{3885E637-72EE-3D40-A147-8897EA0FF5C2}"/>
              </a:ext>
            </a:extLst>
          </p:cNvPr>
          <p:cNvCxnSpPr>
            <a:cxnSpLocks/>
          </p:cNvCxnSpPr>
          <p:nvPr/>
        </p:nvCxnSpPr>
        <p:spPr>
          <a:xfrm flipV="1">
            <a:off x="5390798" y="3933870"/>
            <a:ext cx="0" cy="28734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99C89FAB-4F25-98FF-9936-5EA0CB3F7BFA}"/>
              </a:ext>
            </a:extLst>
          </p:cNvPr>
          <p:cNvCxnSpPr>
            <a:cxnSpLocks/>
          </p:cNvCxnSpPr>
          <p:nvPr/>
        </p:nvCxnSpPr>
        <p:spPr>
          <a:xfrm flipH="1">
            <a:off x="6024497" y="3717332"/>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E6760D3E-83DA-FC60-60E8-D7B9ABC55978}"/>
              </a:ext>
            </a:extLst>
          </p:cNvPr>
          <p:cNvSpPr txBox="1"/>
          <p:nvPr/>
        </p:nvSpPr>
        <p:spPr>
          <a:xfrm>
            <a:off x="6087077" y="3756801"/>
            <a:ext cx="562975" cy="307777"/>
          </a:xfrm>
          <a:prstGeom prst="rect">
            <a:avLst/>
          </a:prstGeom>
          <a:noFill/>
        </p:spPr>
        <p:txBody>
          <a:bodyPr wrap="none" rtlCol="0">
            <a:spAutoFit/>
          </a:bodyPr>
          <a:lstStyle/>
          <a:p>
            <a:r>
              <a:rPr lang="en-US" sz="1400" dirty="0"/>
              <a:t>AXI-S</a:t>
            </a:r>
          </a:p>
        </p:txBody>
      </p:sp>
      <p:cxnSp>
        <p:nvCxnSpPr>
          <p:cNvPr id="64" name="Straight Arrow Connector 63">
            <a:extLst>
              <a:ext uri="{FF2B5EF4-FFF2-40B4-BE49-F238E27FC236}">
                <a16:creationId xmlns:a16="http://schemas.microsoft.com/office/drawing/2014/main" id="{E95C67A7-DDA8-A792-128F-C150D8DFE14A}"/>
              </a:ext>
            </a:extLst>
          </p:cNvPr>
          <p:cNvCxnSpPr>
            <a:cxnSpLocks/>
          </p:cNvCxnSpPr>
          <p:nvPr/>
        </p:nvCxnSpPr>
        <p:spPr>
          <a:xfrm>
            <a:off x="6024497" y="3622594"/>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3E3FFD21-C655-3D04-4DF9-E70C7B633799}"/>
              </a:ext>
            </a:extLst>
          </p:cNvPr>
          <p:cNvSpPr txBox="1"/>
          <p:nvPr/>
        </p:nvSpPr>
        <p:spPr>
          <a:xfrm>
            <a:off x="6015301" y="3351416"/>
            <a:ext cx="597471" cy="307777"/>
          </a:xfrm>
          <a:prstGeom prst="rect">
            <a:avLst/>
          </a:prstGeom>
          <a:noFill/>
        </p:spPr>
        <p:txBody>
          <a:bodyPr wrap="none" rtlCol="0">
            <a:spAutoFit/>
          </a:bodyPr>
          <a:lstStyle/>
          <a:p>
            <a:r>
              <a:rPr lang="en-US" sz="1400" dirty="0"/>
              <a:t>ready</a:t>
            </a:r>
          </a:p>
        </p:txBody>
      </p:sp>
      <p:cxnSp>
        <p:nvCxnSpPr>
          <p:cNvPr id="67" name="Straight Arrow Connector 66">
            <a:extLst>
              <a:ext uri="{FF2B5EF4-FFF2-40B4-BE49-F238E27FC236}">
                <a16:creationId xmlns:a16="http://schemas.microsoft.com/office/drawing/2014/main" id="{8993BBD8-1154-E920-4610-0F359A3F89C2}"/>
              </a:ext>
            </a:extLst>
          </p:cNvPr>
          <p:cNvCxnSpPr>
            <a:cxnSpLocks/>
          </p:cNvCxnSpPr>
          <p:nvPr/>
        </p:nvCxnSpPr>
        <p:spPr>
          <a:xfrm flipH="1">
            <a:off x="6038243" y="3138617"/>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7782F7DC-6CE8-C959-73FB-FFEBCFEF6CBC}"/>
              </a:ext>
            </a:extLst>
          </p:cNvPr>
          <p:cNvSpPr txBox="1"/>
          <p:nvPr/>
        </p:nvSpPr>
        <p:spPr>
          <a:xfrm>
            <a:off x="6085662" y="2820055"/>
            <a:ext cx="842346" cy="307777"/>
          </a:xfrm>
          <a:prstGeom prst="rect">
            <a:avLst/>
          </a:prstGeom>
          <a:noFill/>
        </p:spPr>
        <p:txBody>
          <a:bodyPr wrap="none" rtlCol="0">
            <a:spAutoFit/>
          </a:bodyPr>
          <a:lstStyle/>
          <a:p>
            <a:r>
              <a:rPr lang="en-US" sz="1400" dirty="0"/>
              <a:t>interrupt</a:t>
            </a:r>
          </a:p>
        </p:txBody>
      </p:sp>
      <p:cxnSp>
        <p:nvCxnSpPr>
          <p:cNvPr id="69" name="Straight Arrow Connector 68">
            <a:extLst>
              <a:ext uri="{FF2B5EF4-FFF2-40B4-BE49-F238E27FC236}">
                <a16:creationId xmlns:a16="http://schemas.microsoft.com/office/drawing/2014/main" id="{FCA7A7CA-16B8-BA70-9E5A-E70565398A16}"/>
              </a:ext>
            </a:extLst>
          </p:cNvPr>
          <p:cNvCxnSpPr>
            <a:cxnSpLocks/>
          </p:cNvCxnSpPr>
          <p:nvPr/>
        </p:nvCxnSpPr>
        <p:spPr>
          <a:xfrm flipV="1">
            <a:off x="7780953" y="2210381"/>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79917053-2AC6-85F0-9259-CC3B2D1018C5}"/>
              </a:ext>
            </a:extLst>
          </p:cNvPr>
          <p:cNvSpPr txBox="1"/>
          <p:nvPr/>
        </p:nvSpPr>
        <p:spPr>
          <a:xfrm>
            <a:off x="7815138" y="2328688"/>
            <a:ext cx="692497" cy="307777"/>
          </a:xfrm>
          <a:prstGeom prst="rect">
            <a:avLst/>
          </a:prstGeom>
          <a:noFill/>
        </p:spPr>
        <p:txBody>
          <a:bodyPr wrap="none" rtlCol="0">
            <a:spAutoFit/>
          </a:bodyPr>
          <a:lstStyle/>
          <a:p>
            <a:r>
              <a:rPr lang="en-US" sz="1400" dirty="0" err="1"/>
              <a:t>AXILite</a:t>
            </a:r>
            <a:endParaRPr lang="en-US" sz="1400" dirty="0"/>
          </a:p>
        </p:txBody>
      </p:sp>
      <p:cxnSp>
        <p:nvCxnSpPr>
          <p:cNvPr id="71" name="Straight Arrow Connector 70">
            <a:extLst>
              <a:ext uri="{FF2B5EF4-FFF2-40B4-BE49-F238E27FC236}">
                <a16:creationId xmlns:a16="http://schemas.microsoft.com/office/drawing/2014/main" id="{D6A051F4-AD0B-13D1-7F1C-B669BFFC3E61}"/>
              </a:ext>
            </a:extLst>
          </p:cNvPr>
          <p:cNvCxnSpPr>
            <a:cxnSpLocks/>
          </p:cNvCxnSpPr>
          <p:nvPr/>
        </p:nvCxnSpPr>
        <p:spPr>
          <a:xfrm flipV="1">
            <a:off x="10512171" y="2225155"/>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2" name="TextBox 71">
            <a:extLst>
              <a:ext uri="{FF2B5EF4-FFF2-40B4-BE49-F238E27FC236}">
                <a16:creationId xmlns:a16="http://schemas.microsoft.com/office/drawing/2014/main" id="{1D862F70-72A5-E78F-AF8C-970D6C506D11}"/>
              </a:ext>
            </a:extLst>
          </p:cNvPr>
          <p:cNvSpPr txBox="1"/>
          <p:nvPr/>
        </p:nvSpPr>
        <p:spPr>
          <a:xfrm>
            <a:off x="10546356" y="2343462"/>
            <a:ext cx="692497" cy="307777"/>
          </a:xfrm>
          <a:prstGeom prst="rect">
            <a:avLst/>
          </a:prstGeom>
          <a:noFill/>
        </p:spPr>
        <p:txBody>
          <a:bodyPr wrap="none" rtlCol="0">
            <a:spAutoFit/>
          </a:bodyPr>
          <a:lstStyle/>
          <a:p>
            <a:r>
              <a:rPr lang="en-US" sz="1400" dirty="0" err="1"/>
              <a:t>AXILite</a:t>
            </a:r>
            <a:endParaRPr lang="en-US" sz="1400" dirty="0"/>
          </a:p>
        </p:txBody>
      </p:sp>
      <p:sp>
        <p:nvSpPr>
          <p:cNvPr id="73" name="Rectangle 72">
            <a:extLst>
              <a:ext uri="{FF2B5EF4-FFF2-40B4-BE49-F238E27FC236}">
                <a16:creationId xmlns:a16="http://schemas.microsoft.com/office/drawing/2014/main" id="{2A865F74-1E56-3D4A-035E-F7EF335BC72F}"/>
              </a:ext>
            </a:extLst>
          </p:cNvPr>
          <p:cNvSpPr/>
          <p:nvPr/>
        </p:nvSpPr>
        <p:spPr>
          <a:xfrm>
            <a:off x="6343120" y="981831"/>
            <a:ext cx="1826407" cy="45923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JTAG to AXI Master</a:t>
            </a:r>
          </a:p>
        </p:txBody>
      </p:sp>
      <p:cxnSp>
        <p:nvCxnSpPr>
          <p:cNvPr id="74" name="Straight Arrow Connector 73">
            <a:extLst>
              <a:ext uri="{FF2B5EF4-FFF2-40B4-BE49-F238E27FC236}">
                <a16:creationId xmlns:a16="http://schemas.microsoft.com/office/drawing/2014/main" id="{57340CDC-EE52-03F1-2F53-E139044FB7E6}"/>
              </a:ext>
            </a:extLst>
          </p:cNvPr>
          <p:cNvCxnSpPr>
            <a:cxnSpLocks/>
          </p:cNvCxnSpPr>
          <p:nvPr/>
        </p:nvCxnSpPr>
        <p:spPr>
          <a:xfrm flipV="1">
            <a:off x="7222695" y="279501"/>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4E2F2990-5D0D-6C21-6C13-FA0BC805FF1B}"/>
              </a:ext>
            </a:extLst>
          </p:cNvPr>
          <p:cNvSpPr txBox="1"/>
          <p:nvPr/>
        </p:nvSpPr>
        <p:spPr>
          <a:xfrm>
            <a:off x="7242737" y="358040"/>
            <a:ext cx="533159" cy="307777"/>
          </a:xfrm>
          <a:prstGeom prst="rect">
            <a:avLst/>
          </a:prstGeom>
          <a:noFill/>
        </p:spPr>
        <p:txBody>
          <a:bodyPr wrap="none" rtlCol="0">
            <a:spAutoFit/>
          </a:bodyPr>
          <a:lstStyle/>
          <a:p>
            <a:r>
              <a:rPr lang="en-US" sz="1400" dirty="0"/>
              <a:t>JTAG</a:t>
            </a:r>
          </a:p>
        </p:txBody>
      </p:sp>
      <p:cxnSp>
        <p:nvCxnSpPr>
          <p:cNvPr id="76" name="Straight Arrow Connector 75">
            <a:extLst>
              <a:ext uri="{FF2B5EF4-FFF2-40B4-BE49-F238E27FC236}">
                <a16:creationId xmlns:a16="http://schemas.microsoft.com/office/drawing/2014/main" id="{A8C6BD2D-C6F9-78EE-75FE-E7F35FCDDF78}"/>
              </a:ext>
            </a:extLst>
          </p:cNvPr>
          <p:cNvCxnSpPr>
            <a:cxnSpLocks/>
          </p:cNvCxnSpPr>
          <p:nvPr/>
        </p:nvCxnSpPr>
        <p:spPr>
          <a:xfrm flipV="1">
            <a:off x="7208552" y="1450091"/>
            <a:ext cx="0" cy="364062"/>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D4C5D435-C12D-BED1-E0A6-3297244F2646}"/>
              </a:ext>
            </a:extLst>
          </p:cNvPr>
          <p:cNvCxnSpPr>
            <a:cxnSpLocks/>
          </p:cNvCxnSpPr>
          <p:nvPr/>
        </p:nvCxnSpPr>
        <p:spPr>
          <a:xfrm>
            <a:off x="11196327" y="4117146"/>
            <a:ext cx="725212" cy="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6D641C33-2BD3-6473-B270-56ED3FC5D3E1}"/>
              </a:ext>
            </a:extLst>
          </p:cNvPr>
          <p:cNvCxnSpPr/>
          <p:nvPr/>
        </p:nvCxnSpPr>
        <p:spPr>
          <a:xfrm flipH="1" flipV="1">
            <a:off x="3072719" y="2210381"/>
            <a:ext cx="1934" cy="203831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325BA07E-DE6E-FF18-3034-574CF1D40993}"/>
              </a:ext>
            </a:extLst>
          </p:cNvPr>
          <p:cNvSpPr txBox="1"/>
          <p:nvPr/>
        </p:nvSpPr>
        <p:spPr>
          <a:xfrm>
            <a:off x="3079528" y="2300585"/>
            <a:ext cx="692497" cy="307777"/>
          </a:xfrm>
          <a:prstGeom prst="rect">
            <a:avLst/>
          </a:prstGeom>
          <a:noFill/>
        </p:spPr>
        <p:txBody>
          <a:bodyPr wrap="none" rtlCol="0">
            <a:spAutoFit/>
          </a:bodyPr>
          <a:lstStyle/>
          <a:p>
            <a:r>
              <a:rPr lang="en-US" sz="1400" dirty="0" err="1"/>
              <a:t>AXILite</a:t>
            </a:r>
            <a:endParaRPr lang="en-US" sz="1400" dirty="0"/>
          </a:p>
        </p:txBody>
      </p:sp>
      <p:sp>
        <p:nvSpPr>
          <p:cNvPr id="85" name="Rectangle 84">
            <a:extLst>
              <a:ext uri="{FF2B5EF4-FFF2-40B4-BE49-F238E27FC236}">
                <a16:creationId xmlns:a16="http://schemas.microsoft.com/office/drawing/2014/main" id="{D89C4A67-180C-CC69-CD0E-55AAD7FD2A7B}"/>
              </a:ext>
            </a:extLst>
          </p:cNvPr>
          <p:cNvSpPr/>
          <p:nvPr/>
        </p:nvSpPr>
        <p:spPr>
          <a:xfrm>
            <a:off x="1824212" y="2880721"/>
            <a:ext cx="1100196" cy="723335"/>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I2C Master</a:t>
            </a:r>
          </a:p>
        </p:txBody>
      </p:sp>
      <p:cxnSp>
        <p:nvCxnSpPr>
          <p:cNvPr id="86" name="Straight Arrow Connector 85">
            <a:extLst>
              <a:ext uri="{FF2B5EF4-FFF2-40B4-BE49-F238E27FC236}">
                <a16:creationId xmlns:a16="http://schemas.microsoft.com/office/drawing/2014/main" id="{5F58E2EA-D210-6113-C3AD-EA6337BB1650}"/>
              </a:ext>
            </a:extLst>
          </p:cNvPr>
          <p:cNvCxnSpPr>
            <a:cxnSpLocks/>
          </p:cNvCxnSpPr>
          <p:nvPr/>
        </p:nvCxnSpPr>
        <p:spPr>
          <a:xfrm flipV="1">
            <a:off x="2311853" y="2182278"/>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0A489CB1-0541-B56B-7C7D-03CE639478B9}"/>
              </a:ext>
            </a:extLst>
          </p:cNvPr>
          <p:cNvSpPr txBox="1"/>
          <p:nvPr/>
        </p:nvSpPr>
        <p:spPr>
          <a:xfrm>
            <a:off x="2346038" y="2300585"/>
            <a:ext cx="692497" cy="307777"/>
          </a:xfrm>
          <a:prstGeom prst="rect">
            <a:avLst/>
          </a:prstGeom>
          <a:noFill/>
        </p:spPr>
        <p:txBody>
          <a:bodyPr wrap="none" rtlCol="0">
            <a:spAutoFit/>
          </a:bodyPr>
          <a:lstStyle/>
          <a:p>
            <a:r>
              <a:rPr lang="en-US" sz="1400" dirty="0" err="1"/>
              <a:t>AXILite</a:t>
            </a:r>
            <a:endParaRPr lang="en-US" sz="1400" dirty="0"/>
          </a:p>
        </p:txBody>
      </p:sp>
      <p:cxnSp>
        <p:nvCxnSpPr>
          <p:cNvPr id="89" name="Straight Arrow Connector 88">
            <a:extLst>
              <a:ext uri="{FF2B5EF4-FFF2-40B4-BE49-F238E27FC236}">
                <a16:creationId xmlns:a16="http://schemas.microsoft.com/office/drawing/2014/main" id="{883DA77D-88F1-E64C-3290-4FBBCEDEC8BE}"/>
              </a:ext>
            </a:extLst>
          </p:cNvPr>
          <p:cNvCxnSpPr>
            <a:cxnSpLocks/>
          </p:cNvCxnSpPr>
          <p:nvPr/>
        </p:nvCxnSpPr>
        <p:spPr>
          <a:xfrm flipH="1">
            <a:off x="1099000" y="3127832"/>
            <a:ext cx="7513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09705DAF-6C9B-C20C-EE36-B931980FB0E1}"/>
              </a:ext>
            </a:extLst>
          </p:cNvPr>
          <p:cNvCxnSpPr>
            <a:cxnSpLocks/>
          </p:cNvCxnSpPr>
          <p:nvPr/>
        </p:nvCxnSpPr>
        <p:spPr>
          <a:xfrm>
            <a:off x="1099000" y="3304335"/>
            <a:ext cx="725212" cy="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129085BC-C2DF-85EC-9717-5F783BE285E2}"/>
              </a:ext>
            </a:extLst>
          </p:cNvPr>
          <p:cNvSpPr txBox="1"/>
          <p:nvPr/>
        </p:nvSpPr>
        <p:spPr>
          <a:xfrm>
            <a:off x="592825" y="2982084"/>
            <a:ext cx="478593" cy="523220"/>
          </a:xfrm>
          <a:prstGeom prst="rect">
            <a:avLst/>
          </a:prstGeom>
          <a:noFill/>
        </p:spPr>
        <p:txBody>
          <a:bodyPr wrap="none" rtlCol="0">
            <a:spAutoFit/>
          </a:bodyPr>
          <a:lstStyle/>
          <a:p>
            <a:r>
              <a:rPr lang="en-US" sz="1400" dirty="0"/>
              <a:t>SCL</a:t>
            </a:r>
          </a:p>
          <a:p>
            <a:r>
              <a:rPr lang="en-US" sz="1400" dirty="0"/>
              <a:t>SDA</a:t>
            </a:r>
          </a:p>
        </p:txBody>
      </p:sp>
      <p:sp>
        <p:nvSpPr>
          <p:cNvPr id="94" name="TextBox 93">
            <a:extLst>
              <a:ext uri="{FF2B5EF4-FFF2-40B4-BE49-F238E27FC236}">
                <a16:creationId xmlns:a16="http://schemas.microsoft.com/office/drawing/2014/main" id="{27F8AB09-303D-6B05-2BB6-45167ADF9658}"/>
              </a:ext>
            </a:extLst>
          </p:cNvPr>
          <p:cNvSpPr txBox="1"/>
          <p:nvPr/>
        </p:nvSpPr>
        <p:spPr>
          <a:xfrm>
            <a:off x="11491562" y="3277069"/>
            <a:ext cx="651140" cy="738664"/>
          </a:xfrm>
          <a:prstGeom prst="rect">
            <a:avLst/>
          </a:prstGeom>
          <a:noFill/>
        </p:spPr>
        <p:txBody>
          <a:bodyPr wrap="none" rtlCol="0">
            <a:spAutoFit/>
          </a:bodyPr>
          <a:lstStyle/>
          <a:p>
            <a:r>
              <a:rPr lang="en-US" sz="1400" dirty="0"/>
              <a:t> </a:t>
            </a:r>
          </a:p>
          <a:p>
            <a:r>
              <a:rPr lang="en-US" sz="1400" dirty="0"/>
              <a:t>DDR</a:t>
            </a:r>
          </a:p>
          <a:p>
            <a:r>
              <a:rPr lang="en-US" sz="1400" dirty="0"/>
              <a:t>DRAM</a:t>
            </a:r>
          </a:p>
        </p:txBody>
      </p:sp>
      <p:cxnSp>
        <p:nvCxnSpPr>
          <p:cNvPr id="95" name="Straight Arrow Connector 94">
            <a:extLst>
              <a:ext uri="{FF2B5EF4-FFF2-40B4-BE49-F238E27FC236}">
                <a16:creationId xmlns:a16="http://schemas.microsoft.com/office/drawing/2014/main" id="{8A7E2E20-9D57-10C4-0C77-B608AC0A59B9}"/>
              </a:ext>
            </a:extLst>
          </p:cNvPr>
          <p:cNvCxnSpPr>
            <a:cxnSpLocks/>
          </p:cNvCxnSpPr>
          <p:nvPr/>
        </p:nvCxnSpPr>
        <p:spPr>
          <a:xfrm>
            <a:off x="242545" y="5280062"/>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Box 95">
            <a:extLst>
              <a:ext uri="{FF2B5EF4-FFF2-40B4-BE49-F238E27FC236}">
                <a16:creationId xmlns:a16="http://schemas.microsoft.com/office/drawing/2014/main" id="{FFE91E5C-8987-FAD1-8F60-28D131EF62D7}"/>
              </a:ext>
            </a:extLst>
          </p:cNvPr>
          <p:cNvSpPr txBox="1"/>
          <p:nvPr/>
        </p:nvSpPr>
        <p:spPr>
          <a:xfrm>
            <a:off x="422259" y="5006098"/>
            <a:ext cx="1233030" cy="307777"/>
          </a:xfrm>
          <a:prstGeom prst="rect">
            <a:avLst/>
          </a:prstGeom>
          <a:noFill/>
        </p:spPr>
        <p:txBody>
          <a:bodyPr wrap="none" rtlCol="0">
            <a:spAutoFit/>
          </a:bodyPr>
          <a:lstStyle/>
          <a:p>
            <a:r>
              <a:rPr lang="en-US" sz="1400" dirty="0"/>
              <a:t>2b@1500MHz</a:t>
            </a:r>
          </a:p>
        </p:txBody>
      </p:sp>
      <p:sp>
        <p:nvSpPr>
          <p:cNvPr id="97" name="TextBox 96">
            <a:extLst>
              <a:ext uri="{FF2B5EF4-FFF2-40B4-BE49-F238E27FC236}">
                <a16:creationId xmlns:a16="http://schemas.microsoft.com/office/drawing/2014/main" id="{575A7CA5-22A6-32BE-9995-063FE3B3E6F6}"/>
              </a:ext>
            </a:extLst>
          </p:cNvPr>
          <p:cNvSpPr txBox="1"/>
          <p:nvPr/>
        </p:nvSpPr>
        <p:spPr>
          <a:xfrm>
            <a:off x="3227043" y="5033356"/>
            <a:ext cx="1233030" cy="307777"/>
          </a:xfrm>
          <a:prstGeom prst="rect">
            <a:avLst/>
          </a:prstGeom>
          <a:noFill/>
        </p:spPr>
        <p:txBody>
          <a:bodyPr wrap="none" rtlCol="0">
            <a:spAutoFit/>
          </a:bodyPr>
          <a:lstStyle/>
          <a:p>
            <a:r>
              <a:rPr lang="en-US" sz="1400" dirty="0"/>
              <a:t>10b@158MHz</a:t>
            </a:r>
          </a:p>
        </p:txBody>
      </p:sp>
      <p:cxnSp>
        <p:nvCxnSpPr>
          <p:cNvPr id="98" name="Straight Arrow Connector 97">
            <a:extLst>
              <a:ext uri="{FF2B5EF4-FFF2-40B4-BE49-F238E27FC236}">
                <a16:creationId xmlns:a16="http://schemas.microsoft.com/office/drawing/2014/main" id="{E526E342-0C01-5DDA-AB13-4DAD4272851A}"/>
              </a:ext>
            </a:extLst>
          </p:cNvPr>
          <p:cNvCxnSpPr>
            <a:cxnSpLocks/>
          </p:cNvCxnSpPr>
          <p:nvPr/>
        </p:nvCxnSpPr>
        <p:spPr>
          <a:xfrm>
            <a:off x="3227043" y="5314527"/>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B877561C-CAE6-B2DE-2687-C246D72A1716}"/>
              </a:ext>
            </a:extLst>
          </p:cNvPr>
          <p:cNvSpPr txBox="1"/>
          <p:nvPr/>
        </p:nvSpPr>
        <p:spPr>
          <a:xfrm>
            <a:off x="3268518" y="3680428"/>
            <a:ext cx="1205779" cy="523220"/>
          </a:xfrm>
          <a:prstGeom prst="rect">
            <a:avLst/>
          </a:prstGeom>
          <a:noFill/>
        </p:spPr>
        <p:txBody>
          <a:bodyPr wrap="none" rtlCol="0">
            <a:spAutoFit/>
          </a:bodyPr>
          <a:lstStyle/>
          <a:p>
            <a:r>
              <a:rPr lang="en-US" sz="1400" dirty="0"/>
              <a:t>[1120,1280,3]</a:t>
            </a:r>
          </a:p>
          <a:p>
            <a:r>
              <a:rPr lang="en-US" sz="1400" dirty="0"/>
              <a:t>@110fps</a:t>
            </a:r>
          </a:p>
        </p:txBody>
      </p:sp>
    </p:spTree>
    <p:extLst>
      <p:ext uri="{BB962C8B-B14F-4D97-AF65-F5344CB8AC3E}">
        <p14:creationId xmlns:p14="http://schemas.microsoft.com/office/powerpoint/2010/main" val="225759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C695FB9-0644-0354-6FAD-EA469F7197C2}"/>
              </a:ext>
            </a:extLst>
          </p:cNvPr>
          <p:cNvGraphicFramePr>
            <a:graphicFrameLocks noGrp="1"/>
          </p:cNvGraphicFramePr>
          <p:nvPr/>
        </p:nvGraphicFramePr>
        <p:xfrm>
          <a:off x="271851" y="192444"/>
          <a:ext cx="5596236" cy="60960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126285">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126285">
                <a:tc>
                  <a:txBody>
                    <a:bodyPr/>
                    <a:lstStyle/>
                    <a:p>
                      <a:r>
                        <a:rPr lang="en-US" sz="1400" dirty="0"/>
                        <a:t>0x00</a:t>
                      </a:r>
                    </a:p>
                  </a:txBody>
                  <a:tcPr/>
                </a:tc>
                <a:tc>
                  <a:txBody>
                    <a:bodyPr/>
                    <a:lstStyle/>
                    <a:p>
                      <a:r>
                        <a:rPr lang="en-US" sz="1400" dirty="0" err="1"/>
                        <a:t>wire_in</a:t>
                      </a:r>
                      <a:endParaRPr lang="en-US" sz="1400" dirty="0"/>
                    </a:p>
                  </a:txBody>
                  <a:tcPr/>
                </a:tc>
                <a:tc>
                  <a:txBody>
                    <a:bodyPr/>
                    <a:lstStyle/>
                    <a:p>
                      <a:r>
                        <a:rPr lang="en-US" sz="1400" dirty="0"/>
                        <a:t>31:0</a:t>
                      </a:r>
                    </a:p>
                  </a:txBody>
                  <a:tcPr/>
                </a:tc>
                <a:tc>
                  <a:txBody>
                    <a:bodyPr/>
                    <a:lstStyle/>
                    <a:p>
                      <a:r>
                        <a:rPr lang="en-US" sz="1400" dirty="0"/>
                        <a:t>AWADDR</a:t>
                      </a:r>
                    </a:p>
                  </a:txBody>
                  <a:tcPr/>
                </a:tc>
                <a:extLst>
                  <a:ext uri="{0D108BD9-81ED-4DB2-BD59-A6C34878D82A}">
                    <a16:rowId xmlns:a16="http://schemas.microsoft.com/office/drawing/2014/main" val="2308888314"/>
                  </a:ext>
                </a:extLst>
              </a:tr>
              <a:tr h="126285">
                <a:tc>
                  <a:txBody>
                    <a:bodyPr/>
                    <a:lstStyle/>
                    <a:p>
                      <a:r>
                        <a:rPr lang="en-US" sz="1400" dirty="0"/>
                        <a:t>0x01</a:t>
                      </a:r>
                    </a:p>
                  </a:txBody>
                  <a:tcPr/>
                </a:tc>
                <a:tc>
                  <a:txBody>
                    <a:bodyPr/>
                    <a:lstStyle/>
                    <a:p>
                      <a:endParaRPr lang="en-US" sz="1400" dirty="0"/>
                    </a:p>
                  </a:txBody>
                  <a:tcPr/>
                </a:tc>
                <a:tc>
                  <a:txBody>
                    <a:bodyPr/>
                    <a:lstStyle/>
                    <a:p>
                      <a:r>
                        <a:rPr lang="en-US" sz="1400" dirty="0"/>
                        <a:t>31:0</a:t>
                      </a:r>
                    </a:p>
                  </a:txBody>
                  <a:tcPr/>
                </a:tc>
                <a:tc>
                  <a:txBody>
                    <a:bodyPr/>
                    <a:lstStyle/>
                    <a:p>
                      <a:r>
                        <a:rPr lang="en-US" sz="1400" dirty="0"/>
                        <a:t>WDATA</a:t>
                      </a:r>
                    </a:p>
                  </a:txBody>
                  <a:tcPr/>
                </a:tc>
                <a:extLst>
                  <a:ext uri="{0D108BD9-81ED-4DB2-BD59-A6C34878D82A}">
                    <a16:rowId xmlns:a16="http://schemas.microsoft.com/office/drawing/2014/main" val="3619360365"/>
                  </a:ext>
                </a:extLst>
              </a:tr>
              <a:tr h="126285">
                <a:tc>
                  <a:txBody>
                    <a:bodyPr/>
                    <a:lstStyle/>
                    <a:p>
                      <a:r>
                        <a:rPr lang="en-US" sz="1400" dirty="0"/>
                        <a:t>0x02</a:t>
                      </a:r>
                    </a:p>
                  </a:txBody>
                  <a:tcPr/>
                </a:tc>
                <a:tc>
                  <a:txBody>
                    <a:bodyPr/>
                    <a:lstStyle/>
                    <a:p>
                      <a:endParaRPr lang="en-US" sz="1400" dirty="0"/>
                    </a:p>
                  </a:txBody>
                  <a:tcPr/>
                </a:tc>
                <a:tc>
                  <a:txBody>
                    <a:bodyPr/>
                    <a:lstStyle/>
                    <a:p>
                      <a:r>
                        <a:rPr lang="en-US" sz="1400" dirty="0"/>
                        <a:t>31:0</a:t>
                      </a:r>
                    </a:p>
                  </a:txBody>
                  <a:tcPr/>
                </a:tc>
                <a:tc>
                  <a:txBody>
                    <a:bodyPr/>
                    <a:lstStyle/>
                    <a:p>
                      <a:r>
                        <a:rPr lang="en-US" sz="1400" dirty="0"/>
                        <a:t>ARADDR</a:t>
                      </a:r>
                    </a:p>
                  </a:txBody>
                  <a:tcPr/>
                </a:tc>
                <a:extLst>
                  <a:ext uri="{0D108BD9-81ED-4DB2-BD59-A6C34878D82A}">
                    <a16:rowId xmlns:a16="http://schemas.microsoft.com/office/drawing/2014/main" val="116502475"/>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7:0</a:t>
                      </a:r>
                    </a:p>
                  </a:txBody>
                  <a:tcPr/>
                </a:tc>
                <a:tc>
                  <a:txBody>
                    <a:bodyPr/>
                    <a:lstStyle/>
                    <a:p>
                      <a:r>
                        <a:rPr lang="en-US" sz="1400" dirty="0"/>
                        <a:t>AWLEN</a:t>
                      </a:r>
                    </a:p>
                  </a:txBody>
                  <a:tcPr/>
                </a:tc>
                <a:extLst>
                  <a:ext uri="{0D108BD9-81ED-4DB2-BD59-A6C34878D82A}">
                    <a16:rowId xmlns:a16="http://schemas.microsoft.com/office/drawing/2014/main" val="2576696381"/>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10:8</a:t>
                      </a:r>
                    </a:p>
                  </a:txBody>
                  <a:tcPr/>
                </a:tc>
                <a:tc>
                  <a:txBody>
                    <a:bodyPr/>
                    <a:lstStyle/>
                    <a:p>
                      <a:r>
                        <a:rPr lang="en-US" sz="1400" dirty="0"/>
                        <a:t>AWSIZE</a:t>
                      </a:r>
                    </a:p>
                  </a:txBody>
                  <a:tcPr/>
                </a:tc>
                <a:extLst>
                  <a:ext uri="{0D108BD9-81ED-4DB2-BD59-A6C34878D82A}">
                    <a16:rowId xmlns:a16="http://schemas.microsoft.com/office/drawing/2014/main" val="3336942746"/>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12:11</a:t>
                      </a:r>
                    </a:p>
                  </a:txBody>
                  <a:tcPr/>
                </a:tc>
                <a:tc>
                  <a:txBody>
                    <a:bodyPr/>
                    <a:lstStyle/>
                    <a:p>
                      <a:r>
                        <a:rPr lang="en-US" sz="1400" dirty="0"/>
                        <a:t>AWBURST</a:t>
                      </a:r>
                    </a:p>
                  </a:txBody>
                  <a:tcPr/>
                </a:tc>
                <a:extLst>
                  <a:ext uri="{0D108BD9-81ED-4DB2-BD59-A6C34878D82A}">
                    <a16:rowId xmlns:a16="http://schemas.microsoft.com/office/drawing/2014/main" val="962797728"/>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13</a:t>
                      </a:r>
                    </a:p>
                  </a:txBody>
                  <a:tcPr/>
                </a:tc>
                <a:tc>
                  <a:txBody>
                    <a:bodyPr/>
                    <a:lstStyle/>
                    <a:p>
                      <a:r>
                        <a:rPr lang="en-US" sz="1400" dirty="0"/>
                        <a:t>AWLOCK</a:t>
                      </a:r>
                    </a:p>
                  </a:txBody>
                  <a:tcPr/>
                </a:tc>
                <a:extLst>
                  <a:ext uri="{0D108BD9-81ED-4DB2-BD59-A6C34878D82A}">
                    <a16:rowId xmlns:a16="http://schemas.microsoft.com/office/drawing/2014/main" val="2760465693"/>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17:14</a:t>
                      </a:r>
                    </a:p>
                  </a:txBody>
                  <a:tcPr/>
                </a:tc>
                <a:tc>
                  <a:txBody>
                    <a:bodyPr/>
                    <a:lstStyle/>
                    <a:p>
                      <a:r>
                        <a:rPr lang="en-US" sz="1400" dirty="0"/>
                        <a:t>AWCACHE</a:t>
                      </a:r>
                    </a:p>
                  </a:txBody>
                  <a:tcPr/>
                </a:tc>
                <a:extLst>
                  <a:ext uri="{0D108BD9-81ED-4DB2-BD59-A6C34878D82A}">
                    <a16:rowId xmlns:a16="http://schemas.microsoft.com/office/drawing/2014/main" val="2886548033"/>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20:18</a:t>
                      </a:r>
                    </a:p>
                  </a:txBody>
                  <a:tcPr/>
                </a:tc>
                <a:tc>
                  <a:txBody>
                    <a:bodyPr/>
                    <a:lstStyle/>
                    <a:p>
                      <a:r>
                        <a:rPr lang="en-US" sz="1400" dirty="0"/>
                        <a:t>AWPROT</a:t>
                      </a:r>
                    </a:p>
                  </a:txBody>
                  <a:tcPr/>
                </a:tc>
                <a:extLst>
                  <a:ext uri="{0D108BD9-81ED-4DB2-BD59-A6C34878D82A}">
                    <a16:rowId xmlns:a16="http://schemas.microsoft.com/office/drawing/2014/main" val="1904408046"/>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24:21</a:t>
                      </a:r>
                    </a:p>
                  </a:txBody>
                  <a:tcPr/>
                </a:tc>
                <a:tc>
                  <a:txBody>
                    <a:bodyPr/>
                    <a:lstStyle/>
                    <a:p>
                      <a:r>
                        <a:rPr lang="en-US" sz="1400" dirty="0"/>
                        <a:t>AWQOS</a:t>
                      </a:r>
                    </a:p>
                  </a:txBody>
                  <a:tcPr/>
                </a:tc>
                <a:extLst>
                  <a:ext uri="{0D108BD9-81ED-4DB2-BD59-A6C34878D82A}">
                    <a16:rowId xmlns:a16="http://schemas.microsoft.com/office/drawing/2014/main" val="2018992219"/>
                  </a:ext>
                </a:extLst>
              </a:tr>
              <a:tr h="126285">
                <a:tc>
                  <a:txBody>
                    <a:bodyPr/>
                    <a:lstStyle/>
                    <a:p>
                      <a:r>
                        <a:rPr lang="en-US" sz="1400" dirty="0"/>
                        <a:t>0x04</a:t>
                      </a:r>
                    </a:p>
                  </a:txBody>
                  <a:tcPr/>
                </a:tc>
                <a:tc>
                  <a:txBody>
                    <a:bodyPr/>
                    <a:lstStyle/>
                    <a:p>
                      <a:endParaRPr lang="en-US" sz="1400" dirty="0"/>
                    </a:p>
                  </a:txBody>
                  <a:tcPr/>
                </a:tc>
                <a:tc>
                  <a:txBody>
                    <a:bodyPr/>
                    <a:lstStyle/>
                    <a:p>
                      <a:r>
                        <a:rPr lang="en-US" sz="1400" dirty="0"/>
                        <a:t>3:0</a:t>
                      </a:r>
                    </a:p>
                  </a:txBody>
                  <a:tcPr/>
                </a:tc>
                <a:tc>
                  <a:txBody>
                    <a:bodyPr/>
                    <a:lstStyle/>
                    <a:p>
                      <a:r>
                        <a:rPr lang="en-US" sz="1400" dirty="0"/>
                        <a:t>WSTRB</a:t>
                      </a:r>
                    </a:p>
                  </a:txBody>
                  <a:tcPr/>
                </a:tc>
                <a:extLst>
                  <a:ext uri="{0D108BD9-81ED-4DB2-BD59-A6C34878D82A}">
                    <a16:rowId xmlns:a16="http://schemas.microsoft.com/office/drawing/2014/main" val="4192678348"/>
                  </a:ext>
                </a:extLst>
              </a:tr>
              <a:tr h="126285">
                <a:tc>
                  <a:txBody>
                    <a:bodyPr/>
                    <a:lstStyle/>
                    <a:p>
                      <a:r>
                        <a:rPr lang="en-US" sz="1400" dirty="0"/>
                        <a:t>0x04</a:t>
                      </a:r>
                    </a:p>
                  </a:txBody>
                  <a:tcPr/>
                </a:tc>
                <a:tc>
                  <a:txBody>
                    <a:bodyPr/>
                    <a:lstStyle/>
                    <a:p>
                      <a:endParaRPr lang="en-US" sz="1400" dirty="0"/>
                    </a:p>
                  </a:txBody>
                  <a:tcPr/>
                </a:tc>
                <a:tc>
                  <a:txBody>
                    <a:bodyPr/>
                    <a:lstStyle/>
                    <a:p>
                      <a:r>
                        <a:rPr lang="en-US" sz="1400" dirty="0"/>
                        <a:t>4</a:t>
                      </a:r>
                    </a:p>
                  </a:txBody>
                  <a:tcPr/>
                </a:tc>
                <a:tc>
                  <a:txBody>
                    <a:bodyPr/>
                    <a:lstStyle/>
                    <a:p>
                      <a:r>
                        <a:rPr lang="en-US" sz="1400" dirty="0"/>
                        <a:t>WLAST</a:t>
                      </a:r>
                    </a:p>
                  </a:txBody>
                  <a:tcPr/>
                </a:tc>
                <a:extLst>
                  <a:ext uri="{0D108BD9-81ED-4DB2-BD59-A6C34878D82A}">
                    <a16:rowId xmlns:a16="http://schemas.microsoft.com/office/drawing/2014/main" val="918881852"/>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7:0</a:t>
                      </a:r>
                    </a:p>
                  </a:txBody>
                  <a:tcPr/>
                </a:tc>
                <a:tc>
                  <a:txBody>
                    <a:bodyPr/>
                    <a:lstStyle/>
                    <a:p>
                      <a:r>
                        <a:rPr lang="en-US" sz="1400" dirty="0"/>
                        <a:t>ARLEN</a:t>
                      </a:r>
                    </a:p>
                  </a:txBody>
                  <a:tcPr/>
                </a:tc>
                <a:extLst>
                  <a:ext uri="{0D108BD9-81ED-4DB2-BD59-A6C34878D82A}">
                    <a16:rowId xmlns:a16="http://schemas.microsoft.com/office/drawing/2014/main" val="2922640563"/>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10:8</a:t>
                      </a:r>
                    </a:p>
                  </a:txBody>
                  <a:tcPr/>
                </a:tc>
                <a:tc>
                  <a:txBody>
                    <a:bodyPr/>
                    <a:lstStyle/>
                    <a:p>
                      <a:r>
                        <a:rPr lang="en-US" sz="1400" dirty="0"/>
                        <a:t>ARSIZE</a:t>
                      </a:r>
                    </a:p>
                  </a:txBody>
                  <a:tcPr/>
                </a:tc>
                <a:extLst>
                  <a:ext uri="{0D108BD9-81ED-4DB2-BD59-A6C34878D82A}">
                    <a16:rowId xmlns:a16="http://schemas.microsoft.com/office/drawing/2014/main" val="536713045"/>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12:11</a:t>
                      </a:r>
                    </a:p>
                  </a:txBody>
                  <a:tcPr/>
                </a:tc>
                <a:tc>
                  <a:txBody>
                    <a:bodyPr/>
                    <a:lstStyle/>
                    <a:p>
                      <a:r>
                        <a:rPr lang="en-US" sz="1400" dirty="0"/>
                        <a:t>ARBURST</a:t>
                      </a:r>
                    </a:p>
                  </a:txBody>
                  <a:tcPr/>
                </a:tc>
                <a:extLst>
                  <a:ext uri="{0D108BD9-81ED-4DB2-BD59-A6C34878D82A}">
                    <a16:rowId xmlns:a16="http://schemas.microsoft.com/office/drawing/2014/main" val="1491699458"/>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13</a:t>
                      </a:r>
                    </a:p>
                  </a:txBody>
                  <a:tcPr/>
                </a:tc>
                <a:tc>
                  <a:txBody>
                    <a:bodyPr/>
                    <a:lstStyle/>
                    <a:p>
                      <a:r>
                        <a:rPr lang="en-US" sz="1400" dirty="0"/>
                        <a:t>ARLOCK</a:t>
                      </a:r>
                    </a:p>
                  </a:txBody>
                  <a:tcPr/>
                </a:tc>
                <a:extLst>
                  <a:ext uri="{0D108BD9-81ED-4DB2-BD59-A6C34878D82A}">
                    <a16:rowId xmlns:a16="http://schemas.microsoft.com/office/drawing/2014/main" val="2854020495"/>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17:14</a:t>
                      </a:r>
                    </a:p>
                  </a:txBody>
                  <a:tcPr/>
                </a:tc>
                <a:tc>
                  <a:txBody>
                    <a:bodyPr/>
                    <a:lstStyle/>
                    <a:p>
                      <a:r>
                        <a:rPr lang="en-US" sz="1400" dirty="0"/>
                        <a:t>ARCACHE</a:t>
                      </a:r>
                    </a:p>
                  </a:txBody>
                  <a:tcPr/>
                </a:tc>
                <a:extLst>
                  <a:ext uri="{0D108BD9-81ED-4DB2-BD59-A6C34878D82A}">
                    <a16:rowId xmlns:a16="http://schemas.microsoft.com/office/drawing/2014/main" val="3240658247"/>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20:18</a:t>
                      </a:r>
                    </a:p>
                  </a:txBody>
                  <a:tcPr/>
                </a:tc>
                <a:tc>
                  <a:txBody>
                    <a:bodyPr/>
                    <a:lstStyle/>
                    <a:p>
                      <a:r>
                        <a:rPr lang="en-US" sz="1400" dirty="0"/>
                        <a:t>ARPROT</a:t>
                      </a:r>
                    </a:p>
                  </a:txBody>
                  <a:tcPr/>
                </a:tc>
                <a:extLst>
                  <a:ext uri="{0D108BD9-81ED-4DB2-BD59-A6C34878D82A}">
                    <a16:rowId xmlns:a16="http://schemas.microsoft.com/office/drawing/2014/main" val="126271248"/>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24:21</a:t>
                      </a:r>
                    </a:p>
                  </a:txBody>
                  <a:tcPr/>
                </a:tc>
                <a:tc>
                  <a:txBody>
                    <a:bodyPr/>
                    <a:lstStyle/>
                    <a:p>
                      <a:r>
                        <a:rPr lang="en-US" sz="1400" dirty="0"/>
                        <a:t>ARQOS</a:t>
                      </a:r>
                    </a:p>
                  </a:txBody>
                  <a:tcPr/>
                </a:tc>
                <a:extLst>
                  <a:ext uri="{0D108BD9-81ED-4DB2-BD59-A6C34878D82A}">
                    <a16:rowId xmlns:a16="http://schemas.microsoft.com/office/drawing/2014/main" val="2318948506"/>
                  </a:ext>
                </a:extLst>
              </a:tr>
            </a:tbl>
          </a:graphicData>
        </a:graphic>
      </p:graphicFrame>
      <p:graphicFrame>
        <p:nvGraphicFramePr>
          <p:cNvPr id="3" name="Table 2">
            <a:extLst>
              <a:ext uri="{FF2B5EF4-FFF2-40B4-BE49-F238E27FC236}">
                <a16:creationId xmlns:a16="http://schemas.microsoft.com/office/drawing/2014/main" id="{49B751A0-A5C8-9AF2-DCF9-5F8048BA30FF}"/>
              </a:ext>
            </a:extLst>
          </p:cNvPr>
          <p:cNvGraphicFramePr>
            <a:graphicFrameLocks noGrp="1"/>
          </p:cNvGraphicFramePr>
          <p:nvPr/>
        </p:nvGraphicFramePr>
        <p:xfrm>
          <a:off x="6323913" y="3240444"/>
          <a:ext cx="5596236" cy="30480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0">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0">
                <a:tc>
                  <a:txBody>
                    <a:bodyPr/>
                    <a:lstStyle/>
                    <a:p>
                      <a:r>
                        <a:rPr lang="en-US" sz="1400" dirty="0"/>
                        <a:t>0x20</a:t>
                      </a:r>
                    </a:p>
                  </a:txBody>
                  <a:tcPr/>
                </a:tc>
                <a:tc>
                  <a:txBody>
                    <a:bodyPr/>
                    <a:lstStyle/>
                    <a:p>
                      <a:r>
                        <a:rPr lang="en-US" sz="1400" dirty="0" err="1"/>
                        <a:t>wire_out</a:t>
                      </a:r>
                      <a:endParaRPr lang="en-US" sz="1400" dirty="0"/>
                    </a:p>
                  </a:txBody>
                  <a:tcPr/>
                </a:tc>
                <a:tc>
                  <a:txBody>
                    <a:bodyPr/>
                    <a:lstStyle/>
                    <a:p>
                      <a:r>
                        <a:rPr lang="en-US" sz="1400" dirty="0"/>
                        <a:t>0</a:t>
                      </a:r>
                    </a:p>
                  </a:txBody>
                  <a:tcPr/>
                </a:tc>
                <a:tc>
                  <a:txBody>
                    <a:bodyPr/>
                    <a:lstStyle/>
                    <a:p>
                      <a:r>
                        <a:rPr lang="en-US" sz="1400" dirty="0"/>
                        <a:t>AWVALID</a:t>
                      </a:r>
                    </a:p>
                  </a:txBody>
                  <a:tcPr/>
                </a:tc>
                <a:extLst>
                  <a:ext uri="{0D108BD9-81ED-4DB2-BD59-A6C34878D82A}">
                    <a16:rowId xmlns:a16="http://schemas.microsoft.com/office/drawing/2014/main" val="2308888314"/>
                  </a:ext>
                </a:extLst>
              </a:tr>
              <a:tr h="0">
                <a:tc>
                  <a:txBody>
                    <a:bodyPr/>
                    <a:lstStyle/>
                    <a:p>
                      <a:r>
                        <a:rPr lang="en-US" sz="1400" dirty="0"/>
                        <a:t>0x20</a:t>
                      </a:r>
                    </a:p>
                  </a:txBody>
                  <a:tcPr/>
                </a:tc>
                <a:tc>
                  <a:txBody>
                    <a:bodyPr/>
                    <a:lstStyle/>
                    <a:p>
                      <a:endParaRPr lang="en-US" sz="1400" dirty="0"/>
                    </a:p>
                  </a:txBody>
                  <a:tcPr/>
                </a:tc>
                <a:tc>
                  <a:txBody>
                    <a:bodyPr/>
                    <a:lstStyle/>
                    <a:p>
                      <a:r>
                        <a:rPr lang="en-US" sz="1400" dirty="0"/>
                        <a:t>1</a:t>
                      </a:r>
                    </a:p>
                  </a:txBody>
                  <a:tcPr/>
                </a:tc>
                <a:tc>
                  <a:txBody>
                    <a:bodyPr/>
                    <a:lstStyle/>
                    <a:p>
                      <a:r>
                        <a:rPr lang="en-US" sz="1400" dirty="0"/>
                        <a:t>WVALID</a:t>
                      </a:r>
                    </a:p>
                  </a:txBody>
                  <a:tcPr/>
                </a:tc>
                <a:extLst>
                  <a:ext uri="{0D108BD9-81ED-4DB2-BD59-A6C34878D82A}">
                    <a16:rowId xmlns:a16="http://schemas.microsoft.com/office/drawing/2014/main" val="3619360365"/>
                  </a:ext>
                </a:extLst>
              </a:tr>
              <a:tr h="0">
                <a:tc>
                  <a:txBody>
                    <a:bodyPr/>
                    <a:lstStyle/>
                    <a:p>
                      <a:r>
                        <a:rPr lang="en-US" sz="1400" dirty="0"/>
                        <a:t>0x20</a:t>
                      </a:r>
                    </a:p>
                  </a:txBody>
                  <a:tcPr/>
                </a:tc>
                <a:tc>
                  <a:txBody>
                    <a:bodyPr/>
                    <a:lstStyle/>
                    <a:p>
                      <a:endParaRPr lang="en-US" sz="1400" dirty="0"/>
                    </a:p>
                  </a:txBody>
                  <a:tcPr/>
                </a:tc>
                <a:tc>
                  <a:txBody>
                    <a:bodyPr/>
                    <a:lstStyle/>
                    <a:p>
                      <a:r>
                        <a:rPr lang="en-US" sz="1400" dirty="0"/>
                        <a:t>2</a:t>
                      </a:r>
                    </a:p>
                  </a:txBody>
                  <a:tcPr/>
                </a:tc>
                <a:tc>
                  <a:txBody>
                    <a:bodyPr/>
                    <a:lstStyle/>
                    <a:p>
                      <a:r>
                        <a:rPr lang="en-US" sz="1400" dirty="0"/>
                        <a:t>BVALID</a:t>
                      </a:r>
                    </a:p>
                  </a:txBody>
                  <a:tcPr/>
                </a:tc>
                <a:extLst>
                  <a:ext uri="{0D108BD9-81ED-4DB2-BD59-A6C34878D82A}">
                    <a16:rowId xmlns:a16="http://schemas.microsoft.com/office/drawing/2014/main" val="1163287734"/>
                  </a:ext>
                </a:extLst>
              </a:tr>
              <a:tr h="0">
                <a:tc>
                  <a:txBody>
                    <a:bodyPr/>
                    <a:lstStyle/>
                    <a:p>
                      <a:r>
                        <a:rPr lang="en-US" sz="1400" dirty="0"/>
                        <a:t>0x20</a:t>
                      </a:r>
                    </a:p>
                  </a:txBody>
                  <a:tcPr/>
                </a:tc>
                <a:tc>
                  <a:txBody>
                    <a:bodyPr/>
                    <a:lstStyle/>
                    <a:p>
                      <a:endParaRPr lang="en-US" sz="1400" dirty="0"/>
                    </a:p>
                  </a:txBody>
                  <a:tcPr/>
                </a:tc>
                <a:tc>
                  <a:txBody>
                    <a:bodyPr/>
                    <a:lstStyle/>
                    <a:p>
                      <a:r>
                        <a:rPr lang="en-US" sz="1400" dirty="0"/>
                        <a:t>3</a:t>
                      </a:r>
                    </a:p>
                  </a:txBody>
                  <a:tcPr/>
                </a:tc>
                <a:tc>
                  <a:txBody>
                    <a:bodyPr/>
                    <a:lstStyle/>
                    <a:p>
                      <a:r>
                        <a:rPr lang="en-US" sz="1400" dirty="0"/>
                        <a:t>ARVALID</a:t>
                      </a:r>
                    </a:p>
                  </a:txBody>
                  <a:tcPr/>
                </a:tc>
                <a:extLst>
                  <a:ext uri="{0D108BD9-81ED-4DB2-BD59-A6C34878D82A}">
                    <a16:rowId xmlns:a16="http://schemas.microsoft.com/office/drawing/2014/main" val="1079068937"/>
                  </a:ext>
                </a:extLst>
              </a:tr>
              <a:tr h="0">
                <a:tc>
                  <a:txBody>
                    <a:bodyPr/>
                    <a:lstStyle/>
                    <a:p>
                      <a:r>
                        <a:rPr lang="en-US" sz="1400" dirty="0"/>
                        <a:t>0x20</a:t>
                      </a:r>
                    </a:p>
                  </a:txBody>
                  <a:tcPr/>
                </a:tc>
                <a:tc>
                  <a:txBody>
                    <a:bodyPr/>
                    <a:lstStyle/>
                    <a:p>
                      <a:endParaRPr lang="en-US" sz="1400" dirty="0"/>
                    </a:p>
                  </a:txBody>
                  <a:tcPr/>
                </a:tc>
                <a:tc>
                  <a:txBody>
                    <a:bodyPr/>
                    <a:lstStyle/>
                    <a:p>
                      <a:r>
                        <a:rPr lang="en-US" sz="1400" dirty="0"/>
                        <a:t>4</a:t>
                      </a:r>
                    </a:p>
                  </a:txBody>
                  <a:tcPr/>
                </a:tc>
                <a:tc>
                  <a:txBody>
                    <a:bodyPr/>
                    <a:lstStyle/>
                    <a:p>
                      <a:r>
                        <a:rPr lang="en-US" sz="1400" dirty="0"/>
                        <a:t>RVALID</a:t>
                      </a:r>
                    </a:p>
                  </a:txBody>
                  <a:tcPr/>
                </a:tc>
                <a:extLst>
                  <a:ext uri="{0D108BD9-81ED-4DB2-BD59-A6C34878D82A}">
                    <a16:rowId xmlns:a16="http://schemas.microsoft.com/office/drawing/2014/main" val="346604178"/>
                  </a:ext>
                </a:extLst>
              </a:tr>
              <a:tr h="0">
                <a:tc>
                  <a:txBody>
                    <a:bodyPr/>
                    <a:lstStyle/>
                    <a:p>
                      <a:r>
                        <a:rPr lang="en-US" sz="1400" dirty="0"/>
                        <a:t>0x21</a:t>
                      </a:r>
                    </a:p>
                  </a:txBody>
                  <a:tcPr/>
                </a:tc>
                <a:tc>
                  <a:txBody>
                    <a:bodyPr/>
                    <a:lstStyle/>
                    <a:p>
                      <a:endParaRPr lang="en-US" sz="1400" dirty="0"/>
                    </a:p>
                  </a:txBody>
                  <a:tcPr/>
                </a:tc>
                <a:tc>
                  <a:txBody>
                    <a:bodyPr/>
                    <a:lstStyle/>
                    <a:p>
                      <a:r>
                        <a:rPr lang="en-US" sz="1400" dirty="0"/>
                        <a:t>31:0</a:t>
                      </a:r>
                    </a:p>
                  </a:txBody>
                  <a:tcPr/>
                </a:tc>
                <a:tc>
                  <a:txBody>
                    <a:bodyPr/>
                    <a:lstStyle/>
                    <a:p>
                      <a:r>
                        <a:rPr lang="en-US" sz="1400" dirty="0"/>
                        <a:t>RDATA</a:t>
                      </a:r>
                    </a:p>
                  </a:txBody>
                  <a:tcPr/>
                </a:tc>
                <a:extLst>
                  <a:ext uri="{0D108BD9-81ED-4DB2-BD59-A6C34878D82A}">
                    <a16:rowId xmlns:a16="http://schemas.microsoft.com/office/drawing/2014/main" val="3595561453"/>
                  </a:ext>
                </a:extLst>
              </a:tr>
              <a:tr h="0">
                <a:tc>
                  <a:txBody>
                    <a:bodyPr/>
                    <a:lstStyle/>
                    <a:p>
                      <a:r>
                        <a:rPr lang="en-US" sz="1400" dirty="0"/>
                        <a:t>0x22</a:t>
                      </a:r>
                    </a:p>
                  </a:txBody>
                  <a:tcPr/>
                </a:tc>
                <a:tc>
                  <a:txBody>
                    <a:bodyPr/>
                    <a:lstStyle/>
                    <a:p>
                      <a:endParaRPr lang="en-US" sz="1400" dirty="0"/>
                    </a:p>
                  </a:txBody>
                  <a:tcPr/>
                </a:tc>
                <a:tc>
                  <a:txBody>
                    <a:bodyPr/>
                    <a:lstStyle/>
                    <a:p>
                      <a:r>
                        <a:rPr lang="en-US" sz="1400" dirty="0"/>
                        <a:t>1:0</a:t>
                      </a:r>
                    </a:p>
                  </a:txBody>
                  <a:tcPr/>
                </a:tc>
                <a:tc>
                  <a:txBody>
                    <a:bodyPr/>
                    <a:lstStyle/>
                    <a:p>
                      <a:r>
                        <a:rPr lang="en-US" sz="1400" dirty="0"/>
                        <a:t>BRESP</a:t>
                      </a:r>
                    </a:p>
                  </a:txBody>
                  <a:tcPr/>
                </a:tc>
                <a:extLst>
                  <a:ext uri="{0D108BD9-81ED-4DB2-BD59-A6C34878D82A}">
                    <a16:rowId xmlns:a16="http://schemas.microsoft.com/office/drawing/2014/main" val="2002720438"/>
                  </a:ext>
                </a:extLst>
              </a:tr>
              <a:tr h="0">
                <a:tc>
                  <a:txBody>
                    <a:bodyPr/>
                    <a:lstStyle/>
                    <a:p>
                      <a:r>
                        <a:rPr lang="en-US" sz="1400" dirty="0"/>
                        <a:t>0x23</a:t>
                      </a:r>
                    </a:p>
                  </a:txBody>
                  <a:tcPr/>
                </a:tc>
                <a:tc>
                  <a:txBody>
                    <a:bodyPr/>
                    <a:lstStyle/>
                    <a:p>
                      <a:endParaRPr lang="en-US" sz="1400" dirty="0"/>
                    </a:p>
                  </a:txBody>
                  <a:tcPr/>
                </a:tc>
                <a:tc>
                  <a:txBody>
                    <a:bodyPr/>
                    <a:lstStyle/>
                    <a:p>
                      <a:r>
                        <a:rPr lang="en-US" sz="1400" dirty="0"/>
                        <a:t>1:0</a:t>
                      </a:r>
                    </a:p>
                  </a:txBody>
                  <a:tcPr/>
                </a:tc>
                <a:tc>
                  <a:txBody>
                    <a:bodyPr/>
                    <a:lstStyle/>
                    <a:p>
                      <a:r>
                        <a:rPr lang="en-US" sz="1400" dirty="0"/>
                        <a:t>RRESP</a:t>
                      </a:r>
                    </a:p>
                  </a:txBody>
                  <a:tcPr/>
                </a:tc>
                <a:extLst>
                  <a:ext uri="{0D108BD9-81ED-4DB2-BD59-A6C34878D82A}">
                    <a16:rowId xmlns:a16="http://schemas.microsoft.com/office/drawing/2014/main" val="1718477779"/>
                  </a:ext>
                </a:extLst>
              </a:tr>
              <a:tr h="0">
                <a:tc>
                  <a:txBody>
                    <a:bodyPr/>
                    <a:lstStyle/>
                    <a:p>
                      <a:r>
                        <a:rPr lang="en-US" sz="1400" dirty="0"/>
                        <a:t>0x23</a:t>
                      </a:r>
                    </a:p>
                  </a:txBody>
                  <a:tcPr/>
                </a:tc>
                <a:tc>
                  <a:txBody>
                    <a:bodyPr/>
                    <a:lstStyle/>
                    <a:p>
                      <a:endParaRPr lang="en-US" sz="1400" dirty="0"/>
                    </a:p>
                  </a:txBody>
                  <a:tcPr/>
                </a:tc>
                <a:tc>
                  <a:txBody>
                    <a:bodyPr/>
                    <a:lstStyle/>
                    <a:p>
                      <a:r>
                        <a:rPr lang="en-US" sz="1400" dirty="0"/>
                        <a:t>2</a:t>
                      </a:r>
                    </a:p>
                  </a:txBody>
                  <a:tcPr/>
                </a:tc>
                <a:tc>
                  <a:txBody>
                    <a:bodyPr/>
                    <a:lstStyle/>
                    <a:p>
                      <a:r>
                        <a:rPr lang="en-US" sz="1400" dirty="0"/>
                        <a:t>RLAST</a:t>
                      </a:r>
                    </a:p>
                  </a:txBody>
                  <a:tcPr/>
                </a:tc>
                <a:extLst>
                  <a:ext uri="{0D108BD9-81ED-4DB2-BD59-A6C34878D82A}">
                    <a16:rowId xmlns:a16="http://schemas.microsoft.com/office/drawing/2014/main" val="625908418"/>
                  </a:ext>
                </a:extLst>
              </a:tr>
            </a:tbl>
          </a:graphicData>
        </a:graphic>
      </p:graphicFrame>
      <p:graphicFrame>
        <p:nvGraphicFramePr>
          <p:cNvPr id="4" name="Table 3">
            <a:extLst>
              <a:ext uri="{FF2B5EF4-FFF2-40B4-BE49-F238E27FC236}">
                <a16:creationId xmlns:a16="http://schemas.microsoft.com/office/drawing/2014/main" id="{275E15D4-82C8-F294-5494-E3A3E6D84DE3}"/>
              </a:ext>
            </a:extLst>
          </p:cNvPr>
          <p:cNvGraphicFramePr>
            <a:graphicFrameLocks noGrp="1"/>
          </p:cNvGraphicFramePr>
          <p:nvPr/>
        </p:nvGraphicFramePr>
        <p:xfrm>
          <a:off x="6323913" y="192444"/>
          <a:ext cx="5596236" cy="21336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0">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0">
                <a:tc>
                  <a:txBody>
                    <a:bodyPr/>
                    <a:lstStyle/>
                    <a:p>
                      <a:r>
                        <a:rPr lang="en-US" sz="1400" dirty="0"/>
                        <a:t>0x40</a:t>
                      </a:r>
                    </a:p>
                  </a:txBody>
                  <a:tcPr/>
                </a:tc>
                <a:tc>
                  <a:txBody>
                    <a:bodyPr/>
                    <a:lstStyle/>
                    <a:p>
                      <a:r>
                        <a:rPr lang="en-US" sz="1400" dirty="0" err="1"/>
                        <a:t>trigger_in</a:t>
                      </a:r>
                      <a:endParaRPr lang="en-US" sz="1400" dirty="0"/>
                    </a:p>
                  </a:txBody>
                  <a:tcPr/>
                </a:tc>
                <a:tc>
                  <a:txBody>
                    <a:bodyPr/>
                    <a:lstStyle/>
                    <a:p>
                      <a:r>
                        <a:rPr lang="en-US" sz="1400" dirty="0"/>
                        <a:t>0</a:t>
                      </a:r>
                    </a:p>
                  </a:txBody>
                  <a:tcPr/>
                </a:tc>
                <a:tc>
                  <a:txBody>
                    <a:bodyPr/>
                    <a:lstStyle/>
                    <a:p>
                      <a:r>
                        <a:rPr lang="en-US" sz="1400" dirty="0"/>
                        <a:t>AWVALID</a:t>
                      </a:r>
                    </a:p>
                  </a:txBody>
                  <a:tcPr/>
                </a:tc>
                <a:extLst>
                  <a:ext uri="{0D108BD9-81ED-4DB2-BD59-A6C34878D82A}">
                    <a16:rowId xmlns:a16="http://schemas.microsoft.com/office/drawing/2014/main" val="2308888314"/>
                  </a:ext>
                </a:extLst>
              </a:tr>
              <a:tr h="0">
                <a:tc>
                  <a:txBody>
                    <a:bodyPr/>
                    <a:lstStyle/>
                    <a:p>
                      <a:r>
                        <a:rPr lang="en-US" sz="1400" dirty="0"/>
                        <a:t>0x40</a:t>
                      </a:r>
                    </a:p>
                  </a:txBody>
                  <a:tcPr/>
                </a:tc>
                <a:tc>
                  <a:txBody>
                    <a:bodyPr/>
                    <a:lstStyle/>
                    <a:p>
                      <a:endParaRPr lang="en-US" sz="1400" dirty="0"/>
                    </a:p>
                  </a:txBody>
                  <a:tcPr/>
                </a:tc>
                <a:tc>
                  <a:txBody>
                    <a:bodyPr/>
                    <a:lstStyle/>
                    <a:p>
                      <a:r>
                        <a:rPr lang="en-US" sz="1400" dirty="0"/>
                        <a:t>1</a:t>
                      </a:r>
                    </a:p>
                  </a:txBody>
                  <a:tcPr/>
                </a:tc>
                <a:tc>
                  <a:txBody>
                    <a:bodyPr/>
                    <a:lstStyle/>
                    <a:p>
                      <a:r>
                        <a:rPr lang="en-US" sz="1400" dirty="0"/>
                        <a:t>WVALID</a:t>
                      </a:r>
                    </a:p>
                  </a:txBody>
                  <a:tcPr/>
                </a:tc>
                <a:extLst>
                  <a:ext uri="{0D108BD9-81ED-4DB2-BD59-A6C34878D82A}">
                    <a16:rowId xmlns:a16="http://schemas.microsoft.com/office/drawing/2014/main" val="3619360365"/>
                  </a:ext>
                </a:extLst>
              </a:tr>
              <a:tr h="0">
                <a:tc>
                  <a:txBody>
                    <a:bodyPr/>
                    <a:lstStyle/>
                    <a:p>
                      <a:r>
                        <a:rPr lang="en-US" sz="1400" dirty="0"/>
                        <a:t>0x40</a:t>
                      </a:r>
                    </a:p>
                  </a:txBody>
                  <a:tcPr/>
                </a:tc>
                <a:tc>
                  <a:txBody>
                    <a:bodyPr/>
                    <a:lstStyle/>
                    <a:p>
                      <a:endParaRPr lang="en-US" sz="1400" dirty="0"/>
                    </a:p>
                  </a:txBody>
                  <a:tcPr/>
                </a:tc>
                <a:tc>
                  <a:txBody>
                    <a:bodyPr/>
                    <a:lstStyle/>
                    <a:p>
                      <a:r>
                        <a:rPr lang="en-US" sz="1400" dirty="0"/>
                        <a:t>2</a:t>
                      </a:r>
                    </a:p>
                  </a:txBody>
                  <a:tcPr/>
                </a:tc>
                <a:tc>
                  <a:txBody>
                    <a:bodyPr/>
                    <a:lstStyle/>
                    <a:p>
                      <a:r>
                        <a:rPr lang="en-US" sz="1400" dirty="0"/>
                        <a:t>BREADY</a:t>
                      </a:r>
                    </a:p>
                  </a:txBody>
                  <a:tcPr/>
                </a:tc>
                <a:extLst>
                  <a:ext uri="{0D108BD9-81ED-4DB2-BD59-A6C34878D82A}">
                    <a16:rowId xmlns:a16="http://schemas.microsoft.com/office/drawing/2014/main" val="2877155480"/>
                  </a:ext>
                </a:extLst>
              </a:tr>
              <a:tr h="0">
                <a:tc>
                  <a:txBody>
                    <a:bodyPr/>
                    <a:lstStyle/>
                    <a:p>
                      <a:r>
                        <a:rPr lang="en-US" sz="1400" dirty="0"/>
                        <a:t>0x40</a:t>
                      </a:r>
                    </a:p>
                  </a:txBody>
                  <a:tcPr/>
                </a:tc>
                <a:tc>
                  <a:txBody>
                    <a:bodyPr/>
                    <a:lstStyle/>
                    <a:p>
                      <a:endParaRPr lang="en-US" sz="1400" dirty="0"/>
                    </a:p>
                  </a:txBody>
                  <a:tcPr/>
                </a:tc>
                <a:tc>
                  <a:txBody>
                    <a:bodyPr/>
                    <a:lstStyle/>
                    <a:p>
                      <a:r>
                        <a:rPr lang="en-US" sz="1400" dirty="0"/>
                        <a:t>3</a:t>
                      </a:r>
                    </a:p>
                  </a:txBody>
                  <a:tcPr/>
                </a:tc>
                <a:tc>
                  <a:txBody>
                    <a:bodyPr/>
                    <a:lstStyle/>
                    <a:p>
                      <a:r>
                        <a:rPr lang="en-US" sz="1400" dirty="0"/>
                        <a:t>ARVALID</a:t>
                      </a:r>
                    </a:p>
                  </a:txBody>
                  <a:tcPr/>
                </a:tc>
                <a:extLst>
                  <a:ext uri="{0D108BD9-81ED-4DB2-BD59-A6C34878D82A}">
                    <a16:rowId xmlns:a16="http://schemas.microsoft.com/office/drawing/2014/main" val="2901714445"/>
                  </a:ext>
                </a:extLst>
              </a:tr>
              <a:tr h="0">
                <a:tc>
                  <a:txBody>
                    <a:bodyPr/>
                    <a:lstStyle/>
                    <a:p>
                      <a:r>
                        <a:rPr lang="en-US" sz="1400" dirty="0"/>
                        <a:t>0x40</a:t>
                      </a:r>
                    </a:p>
                  </a:txBody>
                  <a:tcPr/>
                </a:tc>
                <a:tc>
                  <a:txBody>
                    <a:bodyPr/>
                    <a:lstStyle/>
                    <a:p>
                      <a:endParaRPr lang="en-US" sz="1400" dirty="0"/>
                    </a:p>
                  </a:txBody>
                  <a:tcPr/>
                </a:tc>
                <a:tc>
                  <a:txBody>
                    <a:bodyPr/>
                    <a:lstStyle/>
                    <a:p>
                      <a:r>
                        <a:rPr lang="en-US" sz="1400" dirty="0"/>
                        <a:t>4</a:t>
                      </a:r>
                    </a:p>
                  </a:txBody>
                  <a:tcPr/>
                </a:tc>
                <a:tc>
                  <a:txBody>
                    <a:bodyPr/>
                    <a:lstStyle/>
                    <a:p>
                      <a:r>
                        <a:rPr lang="en-US" sz="1400" dirty="0"/>
                        <a:t>RREADY</a:t>
                      </a:r>
                    </a:p>
                  </a:txBody>
                  <a:tcPr/>
                </a:tc>
                <a:extLst>
                  <a:ext uri="{0D108BD9-81ED-4DB2-BD59-A6C34878D82A}">
                    <a16:rowId xmlns:a16="http://schemas.microsoft.com/office/drawing/2014/main" val="1176667553"/>
                  </a:ext>
                </a:extLst>
              </a:tr>
              <a:tr h="0">
                <a:tc>
                  <a:txBody>
                    <a:bodyPr/>
                    <a:lstStyle/>
                    <a:p>
                      <a:r>
                        <a:rPr lang="en-US" sz="1400" dirty="0"/>
                        <a:t>0x40</a:t>
                      </a:r>
                    </a:p>
                  </a:txBody>
                  <a:tcPr/>
                </a:tc>
                <a:tc>
                  <a:txBody>
                    <a:bodyPr/>
                    <a:lstStyle/>
                    <a:p>
                      <a:endParaRPr lang="en-US" sz="1400" dirty="0"/>
                    </a:p>
                  </a:txBody>
                  <a:tcPr/>
                </a:tc>
                <a:tc>
                  <a:txBody>
                    <a:bodyPr/>
                    <a:lstStyle/>
                    <a:p>
                      <a:r>
                        <a:rPr lang="en-US" sz="1400" dirty="0"/>
                        <a:t>5</a:t>
                      </a:r>
                    </a:p>
                  </a:txBody>
                  <a:tcPr/>
                </a:tc>
                <a:tc>
                  <a:txBody>
                    <a:bodyPr/>
                    <a:lstStyle/>
                    <a:p>
                      <a:r>
                        <a:rPr lang="en-US" sz="1400" dirty="0" err="1"/>
                        <a:t>global_resetn</a:t>
                      </a:r>
                      <a:endParaRPr lang="en-US" sz="1400" dirty="0"/>
                    </a:p>
                  </a:txBody>
                  <a:tcPr/>
                </a:tc>
                <a:extLst>
                  <a:ext uri="{0D108BD9-81ED-4DB2-BD59-A6C34878D82A}">
                    <a16:rowId xmlns:a16="http://schemas.microsoft.com/office/drawing/2014/main" val="940099963"/>
                  </a:ext>
                </a:extLst>
              </a:tr>
            </a:tbl>
          </a:graphicData>
        </a:graphic>
      </p:graphicFrame>
    </p:spTree>
    <p:extLst>
      <p:ext uri="{BB962C8B-B14F-4D97-AF65-F5344CB8AC3E}">
        <p14:creationId xmlns:p14="http://schemas.microsoft.com/office/powerpoint/2010/main" val="42632298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C66EE-7825-A251-687A-24635F9AECB6}"/>
              </a:ext>
            </a:extLst>
          </p:cNvPr>
          <p:cNvSpPr txBox="1"/>
          <p:nvPr/>
        </p:nvSpPr>
        <p:spPr>
          <a:xfrm>
            <a:off x="3722004" y="2747001"/>
            <a:ext cx="1233030" cy="307777"/>
          </a:xfrm>
          <a:prstGeom prst="rect">
            <a:avLst/>
          </a:prstGeom>
          <a:noFill/>
        </p:spPr>
        <p:txBody>
          <a:bodyPr wrap="none" rtlCol="0">
            <a:spAutoFit/>
          </a:bodyPr>
          <a:lstStyle/>
          <a:p>
            <a:r>
              <a:rPr lang="en-US" sz="1400" dirty="0"/>
              <a:t>10b@158MHz</a:t>
            </a:r>
          </a:p>
        </p:txBody>
      </p:sp>
      <p:sp>
        <p:nvSpPr>
          <p:cNvPr id="3" name="Rectangle 2">
            <a:extLst>
              <a:ext uri="{FF2B5EF4-FFF2-40B4-BE49-F238E27FC236}">
                <a16:creationId xmlns:a16="http://schemas.microsoft.com/office/drawing/2014/main" id="{D2CE8D1A-93F2-44E5-AE55-3A2680C72146}"/>
              </a:ext>
            </a:extLst>
          </p:cNvPr>
          <p:cNvSpPr/>
          <p:nvPr/>
        </p:nvSpPr>
        <p:spPr>
          <a:xfrm>
            <a:off x="2719641" y="2726424"/>
            <a:ext cx="996876" cy="1283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PHY</a:t>
            </a:r>
          </a:p>
        </p:txBody>
      </p:sp>
      <p:cxnSp>
        <p:nvCxnSpPr>
          <p:cNvPr id="5" name="Straight Arrow Connector 4">
            <a:extLst>
              <a:ext uri="{FF2B5EF4-FFF2-40B4-BE49-F238E27FC236}">
                <a16:creationId xmlns:a16="http://schemas.microsoft.com/office/drawing/2014/main" id="{53CEEE8D-2419-2765-AB7C-AC9E687E8184}"/>
              </a:ext>
            </a:extLst>
          </p:cNvPr>
          <p:cNvCxnSpPr>
            <a:cxnSpLocks/>
          </p:cNvCxnSpPr>
          <p:nvPr/>
        </p:nvCxnSpPr>
        <p:spPr>
          <a:xfrm>
            <a:off x="3722004" y="3028172"/>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DA1A1CAE-1E6C-DDCD-2966-4B8EDC19DC39}"/>
              </a:ext>
            </a:extLst>
          </p:cNvPr>
          <p:cNvCxnSpPr>
            <a:cxnSpLocks/>
          </p:cNvCxnSpPr>
          <p:nvPr/>
        </p:nvCxnSpPr>
        <p:spPr>
          <a:xfrm>
            <a:off x="3743953" y="3397501"/>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9EC4D31-87E9-AC52-DE59-9F7FB8C7884D}"/>
              </a:ext>
            </a:extLst>
          </p:cNvPr>
          <p:cNvCxnSpPr>
            <a:cxnSpLocks/>
          </p:cNvCxnSpPr>
          <p:nvPr/>
        </p:nvCxnSpPr>
        <p:spPr>
          <a:xfrm>
            <a:off x="1113358" y="3028169"/>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89E2A759-8A8D-64D0-BDBB-0E6187C5EC80}"/>
              </a:ext>
            </a:extLst>
          </p:cNvPr>
          <p:cNvCxnSpPr>
            <a:cxnSpLocks/>
          </p:cNvCxnSpPr>
          <p:nvPr/>
        </p:nvCxnSpPr>
        <p:spPr>
          <a:xfrm>
            <a:off x="1138671" y="3397498"/>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95EA078-7619-4750-02FC-A6CB83536C7B}"/>
              </a:ext>
            </a:extLst>
          </p:cNvPr>
          <p:cNvSpPr txBox="1"/>
          <p:nvPr/>
        </p:nvSpPr>
        <p:spPr>
          <a:xfrm>
            <a:off x="1293072" y="2754205"/>
            <a:ext cx="1233030" cy="307777"/>
          </a:xfrm>
          <a:prstGeom prst="rect">
            <a:avLst/>
          </a:prstGeom>
          <a:noFill/>
        </p:spPr>
        <p:txBody>
          <a:bodyPr wrap="none" rtlCol="0">
            <a:spAutoFit/>
          </a:bodyPr>
          <a:lstStyle/>
          <a:p>
            <a:r>
              <a:rPr lang="en-US" sz="1400" dirty="0"/>
              <a:t>2b@1500MHz</a:t>
            </a:r>
          </a:p>
        </p:txBody>
      </p:sp>
      <p:sp>
        <p:nvSpPr>
          <p:cNvPr id="11" name="TextBox 10">
            <a:extLst>
              <a:ext uri="{FF2B5EF4-FFF2-40B4-BE49-F238E27FC236}">
                <a16:creationId xmlns:a16="http://schemas.microsoft.com/office/drawing/2014/main" id="{8A3677A2-3BF2-AA74-9BAD-6E3B6BA9B23B}"/>
              </a:ext>
            </a:extLst>
          </p:cNvPr>
          <p:cNvSpPr txBox="1"/>
          <p:nvPr/>
        </p:nvSpPr>
        <p:spPr>
          <a:xfrm>
            <a:off x="3728716" y="3118376"/>
            <a:ext cx="1233030" cy="307777"/>
          </a:xfrm>
          <a:prstGeom prst="rect">
            <a:avLst/>
          </a:prstGeom>
          <a:noFill/>
        </p:spPr>
        <p:txBody>
          <a:bodyPr wrap="none" rtlCol="0">
            <a:spAutoFit/>
          </a:bodyPr>
          <a:lstStyle/>
          <a:p>
            <a:r>
              <a:rPr lang="en-US" sz="1400" dirty="0"/>
              <a:t>10b@158MHz</a:t>
            </a:r>
          </a:p>
        </p:txBody>
      </p:sp>
      <p:sp>
        <p:nvSpPr>
          <p:cNvPr id="12" name="TextBox 11">
            <a:extLst>
              <a:ext uri="{FF2B5EF4-FFF2-40B4-BE49-F238E27FC236}">
                <a16:creationId xmlns:a16="http://schemas.microsoft.com/office/drawing/2014/main" id="{ACF7B90B-CE21-844E-F800-532F8FBF0116}"/>
              </a:ext>
            </a:extLst>
          </p:cNvPr>
          <p:cNvSpPr txBox="1"/>
          <p:nvPr/>
        </p:nvSpPr>
        <p:spPr>
          <a:xfrm>
            <a:off x="1299784" y="3125580"/>
            <a:ext cx="1233030" cy="307777"/>
          </a:xfrm>
          <a:prstGeom prst="rect">
            <a:avLst/>
          </a:prstGeom>
          <a:noFill/>
        </p:spPr>
        <p:txBody>
          <a:bodyPr wrap="none" rtlCol="0">
            <a:spAutoFit/>
          </a:bodyPr>
          <a:lstStyle/>
          <a:p>
            <a:r>
              <a:rPr lang="en-US" sz="1400" dirty="0"/>
              <a:t>2b@1500MHz</a:t>
            </a:r>
          </a:p>
        </p:txBody>
      </p:sp>
      <p:sp>
        <p:nvSpPr>
          <p:cNvPr id="13" name="TextBox 12">
            <a:extLst>
              <a:ext uri="{FF2B5EF4-FFF2-40B4-BE49-F238E27FC236}">
                <a16:creationId xmlns:a16="http://schemas.microsoft.com/office/drawing/2014/main" id="{78650B02-3D79-912A-8436-ED009263157F}"/>
              </a:ext>
            </a:extLst>
          </p:cNvPr>
          <p:cNvSpPr txBox="1"/>
          <p:nvPr/>
        </p:nvSpPr>
        <p:spPr>
          <a:xfrm>
            <a:off x="133474" y="2866042"/>
            <a:ext cx="930063" cy="307777"/>
          </a:xfrm>
          <a:prstGeom prst="rect">
            <a:avLst/>
          </a:prstGeom>
          <a:noFill/>
        </p:spPr>
        <p:txBody>
          <a:bodyPr wrap="none" rtlCol="0">
            <a:spAutoFit/>
          </a:bodyPr>
          <a:lstStyle/>
          <a:p>
            <a:r>
              <a:rPr lang="en-US" sz="1400" dirty="0"/>
              <a:t>MIPI CSI-2</a:t>
            </a:r>
          </a:p>
        </p:txBody>
      </p:sp>
      <p:sp>
        <p:nvSpPr>
          <p:cNvPr id="14" name="Rectangle 13">
            <a:extLst>
              <a:ext uri="{FF2B5EF4-FFF2-40B4-BE49-F238E27FC236}">
                <a16:creationId xmlns:a16="http://schemas.microsoft.com/office/drawing/2014/main" id="{09225EB8-2E81-F6E9-2E51-2FFFBC322894}"/>
              </a:ext>
            </a:extLst>
          </p:cNvPr>
          <p:cNvSpPr/>
          <p:nvPr/>
        </p:nvSpPr>
        <p:spPr>
          <a:xfrm>
            <a:off x="5112789" y="2698951"/>
            <a:ext cx="822913" cy="1283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format</a:t>
            </a:r>
          </a:p>
        </p:txBody>
      </p:sp>
      <p:sp>
        <p:nvSpPr>
          <p:cNvPr id="16" name="TextBox 15">
            <a:extLst>
              <a:ext uri="{FF2B5EF4-FFF2-40B4-BE49-F238E27FC236}">
                <a16:creationId xmlns:a16="http://schemas.microsoft.com/office/drawing/2014/main" id="{6C3B196C-5085-C549-E3C7-8ECB72110FC5}"/>
              </a:ext>
            </a:extLst>
          </p:cNvPr>
          <p:cNvSpPr txBox="1"/>
          <p:nvPr/>
        </p:nvSpPr>
        <p:spPr>
          <a:xfrm>
            <a:off x="5982909" y="1633159"/>
            <a:ext cx="1205779" cy="738664"/>
          </a:xfrm>
          <a:prstGeom prst="rect">
            <a:avLst/>
          </a:prstGeom>
          <a:noFill/>
        </p:spPr>
        <p:txBody>
          <a:bodyPr wrap="none" rtlCol="0">
            <a:spAutoFit/>
          </a:bodyPr>
          <a:lstStyle/>
          <a:p>
            <a:r>
              <a:rPr lang="en-US" sz="1400" dirty="0"/>
              <a:t>AXI-S</a:t>
            </a:r>
          </a:p>
          <a:p>
            <a:r>
              <a:rPr lang="en-US" sz="1400" dirty="0"/>
              <a:t>[1120,1280,3]</a:t>
            </a:r>
          </a:p>
          <a:p>
            <a:r>
              <a:rPr lang="en-US" sz="1400" dirty="0"/>
              <a:t>110fps</a:t>
            </a:r>
          </a:p>
        </p:txBody>
      </p:sp>
      <p:sp>
        <p:nvSpPr>
          <p:cNvPr id="18" name="Rectangle 17">
            <a:extLst>
              <a:ext uri="{FF2B5EF4-FFF2-40B4-BE49-F238E27FC236}">
                <a16:creationId xmlns:a16="http://schemas.microsoft.com/office/drawing/2014/main" id="{675591EF-B7B5-4265-A869-663B384EC8B8}"/>
              </a:ext>
            </a:extLst>
          </p:cNvPr>
          <p:cNvSpPr/>
          <p:nvPr/>
        </p:nvSpPr>
        <p:spPr>
          <a:xfrm>
            <a:off x="7173168" y="2698949"/>
            <a:ext cx="1028891" cy="13107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convnet model</a:t>
            </a:r>
          </a:p>
        </p:txBody>
      </p:sp>
      <p:cxnSp>
        <p:nvCxnSpPr>
          <p:cNvPr id="19" name="Straight Arrow Connector 18">
            <a:extLst>
              <a:ext uri="{FF2B5EF4-FFF2-40B4-BE49-F238E27FC236}">
                <a16:creationId xmlns:a16="http://schemas.microsoft.com/office/drawing/2014/main" id="{87056B0F-95D9-AA38-0C70-D63DF75E7013}"/>
              </a:ext>
            </a:extLst>
          </p:cNvPr>
          <p:cNvCxnSpPr>
            <a:cxnSpLocks/>
          </p:cNvCxnSpPr>
          <p:nvPr/>
        </p:nvCxnSpPr>
        <p:spPr>
          <a:xfrm>
            <a:off x="8206008" y="3319472"/>
            <a:ext cx="122479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AB2BD386-EFA0-FFE4-1B53-AB7516BD2EBA}"/>
              </a:ext>
            </a:extLst>
          </p:cNvPr>
          <p:cNvSpPr txBox="1"/>
          <p:nvPr/>
        </p:nvSpPr>
        <p:spPr>
          <a:xfrm>
            <a:off x="8355799" y="1633159"/>
            <a:ext cx="1023037" cy="738664"/>
          </a:xfrm>
          <a:prstGeom prst="rect">
            <a:avLst/>
          </a:prstGeom>
          <a:noFill/>
        </p:spPr>
        <p:txBody>
          <a:bodyPr wrap="none" rtlCol="0">
            <a:spAutoFit/>
          </a:bodyPr>
          <a:lstStyle/>
          <a:p>
            <a:r>
              <a:rPr lang="en-US" sz="1400" dirty="0"/>
              <a:t>AXI-S</a:t>
            </a:r>
          </a:p>
          <a:p>
            <a:r>
              <a:rPr lang="en-US" sz="1400" dirty="0"/>
              <a:t>[480,640,1]</a:t>
            </a:r>
          </a:p>
          <a:p>
            <a:r>
              <a:rPr lang="en-US" sz="1400" dirty="0"/>
              <a:t>110fps</a:t>
            </a:r>
          </a:p>
        </p:txBody>
      </p:sp>
      <p:sp>
        <p:nvSpPr>
          <p:cNvPr id="21" name="TextBox 20">
            <a:extLst>
              <a:ext uri="{FF2B5EF4-FFF2-40B4-BE49-F238E27FC236}">
                <a16:creationId xmlns:a16="http://schemas.microsoft.com/office/drawing/2014/main" id="{EE08566C-DF99-05EB-01D8-368929C0E01D}"/>
              </a:ext>
            </a:extLst>
          </p:cNvPr>
          <p:cNvSpPr txBox="1"/>
          <p:nvPr/>
        </p:nvSpPr>
        <p:spPr>
          <a:xfrm>
            <a:off x="8192262" y="3006652"/>
            <a:ext cx="1050288" cy="307777"/>
          </a:xfrm>
          <a:prstGeom prst="rect">
            <a:avLst/>
          </a:prstGeom>
          <a:noFill/>
        </p:spPr>
        <p:txBody>
          <a:bodyPr wrap="none" rtlCol="0">
            <a:spAutoFit/>
          </a:bodyPr>
          <a:lstStyle/>
          <a:p>
            <a:r>
              <a:rPr lang="en-US" sz="1400" dirty="0"/>
              <a:t>8b@38MHz</a:t>
            </a:r>
          </a:p>
        </p:txBody>
      </p:sp>
      <p:sp>
        <p:nvSpPr>
          <p:cNvPr id="22" name="Rectangle 21">
            <a:extLst>
              <a:ext uri="{FF2B5EF4-FFF2-40B4-BE49-F238E27FC236}">
                <a16:creationId xmlns:a16="http://schemas.microsoft.com/office/drawing/2014/main" id="{7A1285E2-4C8A-3CEA-7BA3-D5E519733CD3}"/>
              </a:ext>
            </a:extLst>
          </p:cNvPr>
          <p:cNvSpPr/>
          <p:nvPr/>
        </p:nvSpPr>
        <p:spPr>
          <a:xfrm>
            <a:off x="9446779" y="2814281"/>
            <a:ext cx="1028891"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output buffer</a:t>
            </a:r>
          </a:p>
        </p:txBody>
      </p:sp>
      <p:cxnSp>
        <p:nvCxnSpPr>
          <p:cNvPr id="23" name="Straight Arrow Connector 22">
            <a:extLst>
              <a:ext uri="{FF2B5EF4-FFF2-40B4-BE49-F238E27FC236}">
                <a16:creationId xmlns:a16="http://schemas.microsoft.com/office/drawing/2014/main" id="{26D1A590-0403-27C7-A0FE-0FA55E8D91CF}"/>
              </a:ext>
            </a:extLst>
          </p:cNvPr>
          <p:cNvCxnSpPr>
            <a:cxnSpLocks/>
          </p:cNvCxnSpPr>
          <p:nvPr/>
        </p:nvCxnSpPr>
        <p:spPr>
          <a:xfrm>
            <a:off x="10479117" y="3318271"/>
            <a:ext cx="5031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C6A8E74-A994-E3F7-D270-57A2DFCC069D}"/>
              </a:ext>
            </a:extLst>
          </p:cNvPr>
          <p:cNvSpPr txBox="1"/>
          <p:nvPr/>
        </p:nvSpPr>
        <p:spPr>
          <a:xfrm>
            <a:off x="11072902" y="3160540"/>
            <a:ext cx="570990" cy="307777"/>
          </a:xfrm>
          <a:prstGeom prst="rect">
            <a:avLst/>
          </a:prstGeom>
          <a:noFill/>
        </p:spPr>
        <p:txBody>
          <a:bodyPr wrap="none" rtlCol="0">
            <a:spAutoFit/>
          </a:bodyPr>
          <a:lstStyle/>
          <a:p>
            <a:r>
              <a:rPr lang="en-US" sz="1400" dirty="0"/>
              <a:t>USB3</a:t>
            </a:r>
          </a:p>
        </p:txBody>
      </p:sp>
      <p:sp>
        <p:nvSpPr>
          <p:cNvPr id="29" name="TextBox 28">
            <a:extLst>
              <a:ext uri="{FF2B5EF4-FFF2-40B4-BE49-F238E27FC236}">
                <a16:creationId xmlns:a16="http://schemas.microsoft.com/office/drawing/2014/main" id="{1F931101-DA91-736C-2A56-C4816144539D}"/>
              </a:ext>
            </a:extLst>
          </p:cNvPr>
          <p:cNvSpPr txBox="1"/>
          <p:nvPr/>
        </p:nvSpPr>
        <p:spPr>
          <a:xfrm>
            <a:off x="3728716" y="3474832"/>
            <a:ext cx="1233030" cy="307777"/>
          </a:xfrm>
          <a:prstGeom prst="rect">
            <a:avLst/>
          </a:prstGeom>
          <a:noFill/>
        </p:spPr>
        <p:txBody>
          <a:bodyPr wrap="none" rtlCol="0">
            <a:spAutoFit/>
          </a:bodyPr>
          <a:lstStyle/>
          <a:p>
            <a:r>
              <a:rPr lang="en-US" sz="1400" dirty="0"/>
              <a:t>10b@158MHz</a:t>
            </a:r>
          </a:p>
        </p:txBody>
      </p:sp>
      <p:cxnSp>
        <p:nvCxnSpPr>
          <p:cNvPr id="30" name="Straight Arrow Connector 29">
            <a:extLst>
              <a:ext uri="{FF2B5EF4-FFF2-40B4-BE49-F238E27FC236}">
                <a16:creationId xmlns:a16="http://schemas.microsoft.com/office/drawing/2014/main" id="{02936DB0-15DC-849C-A1D5-812F74DD7111}"/>
              </a:ext>
            </a:extLst>
          </p:cNvPr>
          <p:cNvCxnSpPr>
            <a:cxnSpLocks/>
          </p:cNvCxnSpPr>
          <p:nvPr/>
        </p:nvCxnSpPr>
        <p:spPr>
          <a:xfrm>
            <a:off x="3728716" y="3756003"/>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04B0D8C-FD13-2EAE-026B-918998E521A7}"/>
              </a:ext>
            </a:extLst>
          </p:cNvPr>
          <p:cNvCxnSpPr>
            <a:cxnSpLocks/>
          </p:cNvCxnSpPr>
          <p:nvPr/>
        </p:nvCxnSpPr>
        <p:spPr>
          <a:xfrm>
            <a:off x="1120070" y="3756000"/>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EE00BE7B-6C90-DCB2-0147-D64FBFD17A93}"/>
              </a:ext>
            </a:extLst>
          </p:cNvPr>
          <p:cNvSpPr txBox="1"/>
          <p:nvPr/>
        </p:nvSpPr>
        <p:spPr>
          <a:xfrm>
            <a:off x="1299784" y="3482036"/>
            <a:ext cx="1233030" cy="307777"/>
          </a:xfrm>
          <a:prstGeom prst="rect">
            <a:avLst/>
          </a:prstGeom>
          <a:noFill/>
        </p:spPr>
        <p:txBody>
          <a:bodyPr wrap="none" rtlCol="0">
            <a:spAutoFit/>
          </a:bodyPr>
          <a:lstStyle/>
          <a:p>
            <a:r>
              <a:rPr lang="en-US" sz="1400" dirty="0"/>
              <a:t>2b@1500MHz</a:t>
            </a:r>
          </a:p>
        </p:txBody>
      </p:sp>
      <p:sp>
        <p:nvSpPr>
          <p:cNvPr id="33" name="TextBox 32">
            <a:extLst>
              <a:ext uri="{FF2B5EF4-FFF2-40B4-BE49-F238E27FC236}">
                <a16:creationId xmlns:a16="http://schemas.microsoft.com/office/drawing/2014/main" id="{44627B3C-2BF2-2AA1-9EF7-5180F6BDB0A0}"/>
              </a:ext>
            </a:extLst>
          </p:cNvPr>
          <p:cNvSpPr txBox="1"/>
          <p:nvPr/>
        </p:nvSpPr>
        <p:spPr>
          <a:xfrm>
            <a:off x="5942219" y="2720392"/>
            <a:ext cx="1233030" cy="307777"/>
          </a:xfrm>
          <a:prstGeom prst="rect">
            <a:avLst/>
          </a:prstGeom>
          <a:noFill/>
        </p:spPr>
        <p:txBody>
          <a:bodyPr wrap="none" rtlCol="0">
            <a:spAutoFit/>
          </a:bodyPr>
          <a:lstStyle/>
          <a:p>
            <a:r>
              <a:rPr lang="en-US" sz="1400" dirty="0"/>
              <a:t>10b@158MHz</a:t>
            </a:r>
          </a:p>
        </p:txBody>
      </p:sp>
      <p:sp>
        <p:nvSpPr>
          <p:cNvPr id="36" name="TextBox 35">
            <a:extLst>
              <a:ext uri="{FF2B5EF4-FFF2-40B4-BE49-F238E27FC236}">
                <a16:creationId xmlns:a16="http://schemas.microsoft.com/office/drawing/2014/main" id="{9227A0CF-99E8-D85A-CCBA-6B9CFB4EDC03}"/>
              </a:ext>
            </a:extLst>
          </p:cNvPr>
          <p:cNvSpPr txBox="1"/>
          <p:nvPr/>
        </p:nvSpPr>
        <p:spPr>
          <a:xfrm>
            <a:off x="5948931" y="3091767"/>
            <a:ext cx="1233030" cy="307777"/>
          </a:xfrm>
          <a:prstGeom prst="rect">
            <a:avLst/>
          </a:prstGeom>
          <a:noFill/>
        </p:spPr>
        <p:txBody>
          <a:bodyPr wrap="none" rtlCol="0">
            <a:spAutoFit/>
          </a:bodyPr>
          <a:lstStyle/>
          <a:p>
            <a:r>
              <a:rPr lang="en-US" sz="1400" dirty="0"/>
              <a:t>10b@158MHz</a:t>
            </a:r>
          </a:p>
        </p:txBody>
      </p:sp>
      <p:sp>
        <p:nvSpPr>
          <p:cNvPr id="37" name="TextBox 36">
            <a:extLst>
              <a:ext uri="{FF2B5EF4-FFF2-40B4-BE49-F238E27FC236}">
                <a16:creationId xmlns:a16="http://schemas.microsoft.com/office/drawing/2014/main" id="{AA10478F-C215-14A0-1416-99882F4E4ABF}"/>
              </a:ext>
            </a:extLst>
          </p:cNvPr>
          <p:cNvSpPr txBox="1"/>
          <p:nvPr/>
        </p:nvSpPr>
        <p:spPr>
          <a:xfrm>
            <a:off x="5948931" y="3448223"/>
            <a:ext cx="1233030" cy="307777"/>
          </a:xfrm>
          <a:prstGeom prst="rect">
            <a:avLst/>
          </a:prstGeom>
          <a:noFill/>
        </p:spPr>
        <p:txBody>
          <a:bodyPr wrap="none" rtlCol="0">
            <a:spAutoFit/>
          </a:bodyPr>
          <a:lstStyle/>
          <a:p>
            <a:r>
              <a:rPr lang="en-US" sz="1400" dirty="0"/>
              <a:t>10b@158MHz</a:t>
            </a:r>
          </a:p>
        </p:txBody>
      </p:sp>
      <p:grpSp>
        <p:nvGrpSpPr>
          <p:cNvPr id="39" name="Group 38">
            <a:extLst>
              <a:ext uri="{FF2B5EF4-FFF2-40B4-BE49-F238E27FC236}">
                <a16:creationId xmlns:a16="http://schemas.microsoft.com/office/drawing/2014/main" id="{C0307F7A-5F5C-88AC-DB64-AE7C1FDA5E63}"/>
              </a:ext>
            </a:extLst>
          </p:cNvPr>
          <p:cNvGrpSpPr/>
          <p:nvPr/>
        </p:nvGrpSpPr>
        <p:grpSpPr>
          <a:xfrm>
            <a:off x="5942219" y="3001563"/>
            <a:ext cx="1246469" cy="727834"/>
            <a:chOff x="6139931" y="3001563"/>
            <a:chExt cx="1404496" cy="727834"/>
          </a:xfrm>
        </p:grpSpPr>
        <p:cxnSp>
          <p:nvCxnSpPr>
            <p:cNvPr id="34" name="Straight Arrow Connector 33">
              <a:extLst>
                <a:ext uri="{FF2B5EF4-FFF2-40B4-BE49-F238E27FC236}">
                  <a16:creationId xmlns:a16="http://schemas.microsoft.com/office/drawing/2014/main" id="{DB65BB49-B945-0126-9BD3-F7485DD676A5}"/>
                </a:ext>
              </a:extLst>
            </p:cNvPr>
            <p:cNvCxnSpPr>
              <a:cxnSpLocks/>
            </p:cNvCxnSpPr>
            <p:nvPr/>
          </p:nvCxnSpPr>
          <p:spPr>
            <a:xfrm>
              <a:off x="6139931" y="3001563"/>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B209CEA-6730-DBD5-F834-5E71FD6A800E}"/>
                </a:ext>
              </a:extLst>
            </p:cNvPr>
            <p:cNvCxnSpPr>
              <a:cxnSpLocks/>
            </p:cNvCxnSpPr>
            <p:nvPr/>
          </p:nvCxnSpPr>
          <p:spPr>
            <a:xfrm>
              <a:off x="6161880" y="3370892"/>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6A7948E-CE05-0348-204E-0A5CFE955191}"/>
                </a:ext>
              </a:extLst>
            </p:cNvPr>
            <p:cNvCxnSpPr>
              <a:cxnSpLocks/>
            </p:cNvCxnSpPr>
            <p:nvPr/>
          </p:nvCxnSpPr>
          <p:spPr>
            <a:xfrm>
              <a:off x="6146643" y="3729394"/>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0" name="TextBox 39">
            <a:extLst>
              <a:ext uri="{FF2B5EF4-FFF2-40B4-BE49-F238E27FC236}">
                <a16:creationId xmlns:a16="http://schemas.microsoft.com/office/drawing/2014/main" id="{84C38C3C-58E1-6211-0774-9AD592CE9F4E}"/>
              </a:ext>
            </a:extLst>
          </p:cNvPr>
          <p:cNvSpPr txBox="1"/>
          <p:nvPr/>
        </p:nvSpPr>
        <p:spPr>
          <a:xfrm>
            <a:off x="145255" y="3205958"/>
            <a:ext cx="930063" cy="307777"/>
          </a:xfrm>
          <a:prstGeom prst="rect">
            <a:avLst/>
          </a:prstGeom>
          <a:noFill/>
        </p:spPr>
        <p:txBody>
          <a:bodyPr wrap="none" rtlCol="0">
            <a:spAutoFit/>
          </a:bodyPr>
          <a:lstStyle/>
          <a:p>
            <a:r>
              <a:rPr lang="en-US" sz="1400" dirty="0"/>
              <a:t>MIPI CSI-2</a:t>
            </a:r>
          </a:p>
        </p:txBody>
      </p:sp>
      <p:sp>
        <p:nvSpPr>
          <p:cNvPr id="41" name="TextBox 40">
            <a:extLst>
              <a:ext uri="{FF2B5EF4-FFF2-40B4-BE49-F238E27FC236}">
                <a16:creationId xmlns:a16="http://schemas.microsoft.com/office/drawing/2014/main" id="{A48CF226-6DED-49CF-27D6-5BB79B0F0CA6}"/>
              </a:ext>
            </a:extLst>
          </p:cNvPr>
          <p:cNvSpPr txBox="1"/>
          <p:nvPr/>
        </p:nvSpPr>
        <p:spPr>
          <a:xfrm>
            <a:off x="140186" y="3566146"/>
            <a:ext cx="930063" cy="307777"/>
          </a:xfrm>
          <a:prstGeom prst="rect">
            <a:avLst/>
          </a:prstGeom>
          <a:noFill/>
        </p:spPr>
        <p:txBody>
          <a:bodyPr wrap="none" rtlCol="0">
            <a:spAutoFit/>
          </a:bodyPr>
          <a:lstStyle/>
          <a:p>
            <a:r>
              <a:rPr lang="en-US" sz="1400" dirty="0"/>
              <a:t>MIPI CSI-2</a:t>
            </a:r>
          </a:p>
        </p:txBody>
      </p:sp>
      <p:sp>
        <p:nvSpPr>
          <p:cNvPr id="42" name="TextBox 41">
            <a:extLst>
              <a:ext uri="{FF2B5EF4-FFF2-40B4-BE49-F238E27FC236}">
                <a16:creationId xmlns:a16="http://schemas.microsoft.com/office/drawing/2014/main" id="{D2484B4A-342D-52CA-C660-FC42780E4B16}"/>
              </a:ext>
            </a:extLst>
          </p:cNvPr>
          <p:cNvSpPr txBox="1"/>
          <p:nvPr/>
        </p:nvSpPr>
        <p:spPr>
          <a:xfrm>
            <a:off x="11101443" y="98603"/>
            <a:ext cx="728084" cy="369332"/>
          </a:xfrm>
          <a:prstGeom prst="rect">
            <a:avLst/>
          </a:prstGeom>
          <a:noFill/>
        </p:spPr>
        <p:txBody>
          <a:bodyPr wrap="none" rtlCol="0">
            <a:spAutoFit/>
          </a:bodyPr>
          <a:lstStyle/>
          <a:p>
            <a:r>
              <a:rPr lang="en-US" dirty="0"/>
              <a:t>demo</a:t>
            </a:r>
          </a:p>
        </p:txBody>
      </p:sp>
      <p:sp>
        <p:nvSpPr>
          <p:cNvPr id="43" name="Rectangle 42">
            <a:extLst>
              <a:ext uri="{FF2B5EF4-FFF2-40B4-BE49-F238E27FC236}">
                <a16:creationId xmlns:a16="http://schemas.microsoft.com/office/drawing/2014/main" id="{A1BD09A0-8BCC-D056-C104-DCFC7965E877}"/>
              </a:ext>
            </a:extLst>
          </p:cNvPr>
          <p:cNvSpPr/>
          <p:nvPr/>
        </p:nvSpPr>
        <p:spPr>
          <a:xfrm>
            <a:off x="2526102" y="2529016"/>
            <a:ext cx="8141898" cy="1655806"/>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6064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EBEA8-D2BC-83CD-4D63-6E2D28268DC6}"/>
              </a:ext>
            </a:extLst>
          </p:cNvPr>
          <p:cNvSpPr txBox="1"/>
          <p:nvPr/>
        </p:nvSpPr>
        <p:spPr>
          <a:xfrm>
            <a:off x="0" y="6403738"/>
            <a:ext cx="12192000" cy="261610"/>
          </a:xfrm>
          <a:prstGeom prst="rect">
            <a:avLst/>
          </a:prstGeom>
          <a:noFill/>
        </p:spPr>
        <p:txBody>
          <a:bodyPr wrap="square">
            <a:spAutoFit/>
          </a:bodyPr>
          <a:lstStyle/>
          <a:p>
            <a:r>
              <a:rPr lang="en-US" sz="1100" dirty="0"/>
              <a:t>https://www.amazon.com/Lottery-Machine-Automatic-Electric-Colorful/dp/B0C1XGSZKQ/ref=sr_1_9?crid=1C4OQX8RFH0P4&amp;keywords=lottery+ping+pong+ball+machine</a:t>
            </a:r>
          </a:p>
        </p:txBody>
      </p:sp>
      <p:pic>
        <p:nvPicPr>
          <p:cNvPr id="4" name="Picture 3">
            <a:extLst>
              <a:ext uri="{FF2B5EF4-FFF2-40B4-BE49-F238E27FC236}">
                <a16:creationId xmlns:a16="http://schemas.microsoft.com/office/drawing/2014/main" id="{ABF14E82-63EB-023F-AC8A-A5F4584BE166}"/>
              </a:ext>
            </a:extLst>
          </p:cNvPr>
          <p:cNvPicPr>
            <a:picLocks noChangeAspect="1"/>
          </p:cNvPicPr>
          <p:nvPr/>
        </p:nvPicPr>
        <p:blipFill>
          <a:blip r:embed="rId2"/>
          <a:stretch>
            <a:fillRect/>
          </a:stretch>
        </p:blipFill>
        <p:spPr>
          <a:xfrm>
            <a:off x="305352" y="2366595"/>
            <a:ext cx="4014079" cy="3634516"/>
          </a:xfrm>
          <a:prstGeom prst="rect">
            <a:avLst/>
          </a:prstGeom>
        </p:spPr>
      </p:pic>
      <p:grpSp>
        <p:nvGrpSpPr>
          <p:cNvPr id="16" name="Group 15">
            <a:extLst>
              <a:ext uri="{FF2B5EF4-FFF2-40B4-BE49-F238E27FC236}">
                <a16:creationId xmlns:a16="http://schemas.microsoft.com/office/drawing/2014/main" id="{577A5208-8A66-2DE5-A19B-1CB9C8051D37}"/>
              </a:ext>
            </a:extLst>
          </p:cNvPr>
          <p:cNvGrpSpPr/>
          <p:nvPr/>
        </p:nvGrpSpPr>
        <p:grpSpPr>
          <a:xfrm flipH="1">
            <a:off x="5162932" y="2707547"/>
            <a:ext cx="1756755" cy="1324494"/>
            <a:chOff x="3704836" y="2745558"/>
            <a:chExt cx="1756755" cy="1324494"/>
          </a:xfrm>
        </p:grpSpPr>
        <p:grpSp>
          <p:nvGrpSpPr>
            <p:cNvPr id="11" name="Group 10">
              <a:extLst>
                <a:ext uri="{FF2B5EF4-FFF2-40B4-BE49-F238E27FC236}">
                  <a16:creationId xmlns:a16="http://schemas.microsoft.com/office/drawing/2014/main" id="{B60D0C2F-7B30-D29F-30A6-06FC7B2793D7}"/>
                </a:ext>
              </a:extLst>
            </p:cNvPr>
            <p:cNvGrpSpPr/>
            <p:nvPr/>
          </p:nvGrpSpPr>
          <p:grpSpPr>
            <a:xfrm flipH="1">
              <a:off x="4789579" y="2745558"/>
              <a:ext cx="672012" cy="1324494"/>
              <a:chOff x="1823957" y="2296320"/>
              <a:chExt cx="672012" cy="1324494"/>
            </a:xfrm>
          </p:grpSpPr>
          <p:sp>
            <p:nvSpPr>
              <p:cNvPr id="5" name="Flowchart: Direct Access Storage 4">
                <a:extLst>
                  <a:ext uri="{FF2B5EF4-FFF2-40B4-BE49-F238E27FC236}">
                    <a16:creationId xmlns:a16="http://schemas.microsoft.com/office/drawing/2014/main" id="{A2DAF67A-3C71-0B81-C37B-E35ED41A775E}"/>
                  </a:ext>
                </a:extLst>
              </p:cNvPr>
              <p:cNvSpPr/>
              <p:nvPr/>
            </p:nvSpPr>
            <p:spPr>
              <a:xfrm flipH="1">
                <a:off x="1826728" y="229632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Flowchart: Direct Access Storage 5">
                <a:extLst>
                  <a:ext uri="{FF2B5EF4-FFF2-40B4-BE49-F238E27FC236}">
                    <a16:creationId xmlns:a16="http://schemas.microsoft.com/office/drawing/2014/main" id="{1A41D848-A90D-3B93-0765-DC4E98E7ACFB}"/>
                  </a:ext>
                </a:extLst>
              </p:cNvPr>
              <p:cNvSpPr/>
              <p:nvPr/>
            </p:nvSpPr>
            <p:spPr>
              <a:xfrm flipH="1">
                <a:off x="1823957" y="32966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Connector: Curved 6">
                <a:extLst>
                  <a:ext uri="{FF2B5EF4-FFF2-40B4-BE49-F238E27FC236}">
                    <a16:creationId xmlns:a16="http://schemas.microsoft.com/office/drawing/2014/main" id="{A2E3FEFE-A177-596C-88D0-7FF713DB4351}"/>
                  </a:ext>
                </a:extLst>
              </p:cNvPr>
              <p:cNvCxnSpPr>
                <a:stCxn id="5" idx="1"/>
              </p:cNvCxnSpPr>
              <p:nvPr/>
            </p:nvCxnSpPr>
            <p:spPr>
              <a:xfrm>
                <a:off x="2026233" y="2458418"/>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or: Curved 7">
                <a:extLst>
                  <a:ext uri="{FF2B5EF4-FFF2-40B4-BE49-F238E27FC236}">
                    <a16:creationId xmlns:a16="http://schemas.microsoft.com/office/drawing/2014/main" id="{54BF6D65-6C63-FDBC-8E57-732510BC4141}"/>
                  </a:ext>
                </a:extLst>
              </p:cNvPr>
              <p:cNvCxnSpPr>
                <a:stCxn id="6" idx="1"/>
              </p:cNvCxnSpPr>
              <p:nvPr/>
            </p:nvCxnSpPr>
            <p:spPr>
              <a:xfrm flipV="1">
                <a:off x="2023462" y="3113954"/>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12" name="Rectangle 11">
              <a:extLst>
                <a:ext uri="{FF2B5EF4-FFF2-40B4-BE49-F238E27FC236}">
                  <a16:creationId xmlns:a16="http://schemas.microsoft.com/office/drawing/2014/main" id="{AE08D9B4-092E-BB3B-6CA2-73C821CC1966}"/>
                </a:ext>
              </a:extLst>
            </p:cNvPr>
            <p:cNvSpPr/>
            <p:nvPr/>
          </p:nvSpPr>
          <p:spPr>
            <a:xfrm>
              <a:off x="3704836" y="3106297"/>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FPGA</a:t>
              </a:r>
            </a:p>
          </p:txBody>
        </p:sp>
      </p:grpSp>
      <p:sp>
        <p:nvSpPr>
          <p:cNvPr id="14" name="TextBox 13">
            <a:extLst>
              <a:ext uri="{FF2B5EF4-FFF2-40B4-BE49-F238E27FC236}">
                <a16:creationId xmlns:a16="http://schemas.microsoft.com/office/drawing/2014/main" id="{4F314D1F-396E-4FBC-1DE0-F7D54C118CB9}"/>
              </a:ext>
            </a:extLst>
          </p:cNvPr>
          <p:cNvSpPr txBox="1"/>
          <p:nvPr/>
        </p:nvSpPr>
        <p:spPr>
          <a:xfrm>
            <a:off x="3546804" y="1713767"/>
            <a:ext cx="3164136" cy="923330"/>
          </a:xfrm>
          <a:prstGeom prst="rect">
            <a:avLst/>
          </a:prstGeom>
          <a:noFill/>
        </p:spPr>
        <p:txBody>
          <a:bodyPr wrap="none" rtlCol="0">
            <a:spAutoFit/>
          </a:bodyPr>
          <a:lstStyle/>
          <a:p>
            <a:r>
              <a:rPr lang="en-US" dirty="0"/>
              <a:t>Mira220, IMG.2/SPEED.1/ADC.2</a:t>
            </a:r>
          </a:p>
          <a:p>
            <a:r>
              <a:rPr lang="en-US" dirty="0"/>
              <a:t>1280x1120/110fps/10b</a:t>
            </a:r>
          </a:p>
          <a:p>
            <a:r>
              <a:rPr lang="en-US" dirty="0"/>
              <a:t>MIPI CSI-2</a:t>
            </a:r>
          </a:p>
        </p:txBody>
      </p:sp>
      <p:pic>
        <p:nvPicPr>
          <p:cNvPr id="15" name="Picture 14">
            <a:extLst>
              <a:ext uri="{FF2B5EF4-FFF2-40B4-BE49-F238E27FC236}">
                <a16:creationId xmlns:a16="http://schemas.microsoft.com/office/drawing/2014/main" id="{BA617859-A0E6-6BFC-442A-96D8EEC91969}"/>
              </a:ext>
            </a:extLst>
          </p:cNvPr>
          <p:cNvPicPr>
            <a:picLocks noChangeAspect="1"/>
          </p:cNvPicPr>
          <p:nvPr/>
        </p:nvPicPr>
        <p:blipFill>
          <a:blip r:embed="rId3"/>
          <a:stretch>
            <a:fillRect/>
          </a:stretch>
        </p:blipFill>
        <p:spPr>
          <a:xfrm>
            <a:off x="9649961" y="1870999"/>
            <a:ext cx="1414511" cy="941293"/>
          </a:xfrm>
          <a:prstGeom prst="rect">
            <a:avLst/>
          </a:prstGeom>
        </p:spPr>
      </p:pic>
      <p:cxnSp>
        <p:nvCxnSpPr>
          <p:cNvPr id="18" name="Straight Arrow Connector 17">
            <a:extLst>
              <a:ext uri="{FF2B5EF4-FFF2-40B4-BE49-F238E27FC236}">
                <a16:creationId xmlns:a16="http://schemas.microsoft.com/office/drawing/2014/main" id="{DEBCC531-29E7-B5C4-E942-41F59798CD73}"/>
              </a:ext>
            </a:extLst>
          </p:cNvPr>
          <p:cNvCxnSpPr>
            <a:cxnSpLocks/>
            <a:stCxn id="12" idx="1"/>
          </p:cNvCxnSpPr>
          <p:nvPr/>
        </p:nvCxnSpPr>
        <p:spPr>
          <a:xfrm>
            <a:off x="6919687" y="3390989"/>
            <a:ext cx="14581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5DE6BF4-5924-A813-76F0-E335518E253C}"/>
              </a:ext>
            </a:extLst>
          </p:cNvPr>
          <p:cNvSpPr txBox="1"/>
          <p:nvPr/>
        </p:nvSpPr>
        <p:spPr>
          <a:xfrm>
            <a:off x="6919687" y="2452719"/>
            <a:ext cx="2036583" cy="923330"/>
          </a:xfrm>
          <a:prstGeom prst="rect">
            <a:avLst/>
          </a:prstGeom>
          <a:noFill/>
        </p:spPr>
        <p:txBody>
          <a:bodyPr wrap="none" rtlCol="0">
            <a:spAutoFit/>
          </a:bodyPr>
          <a:lstStyle/>
          <a:p>
            <a:r>
              <a:rPr lang="en-US" dirty="0"/>
              <a:t>stereo disparity</a:t>
            </a:r>
          </a:p>
          <a:p>
            <a:r>
              <a:rPr lang="en-US" dirty="0"/>
              <a:t>640x480/110fps/8b</a:t>
            </a:r>
          </a:p>
          <a:p>
            <a:r>
              <a:rPr lang="en-US" dirty="0"/>
              <a:t>USB3</a:t>
            </a:r>
          </a:p>
        </p:txBody>
      </p:sp>
      <p:sp>
        <p:nvSpPr>
          <p:cNvPr id="21" name="TextBox 20">
            <a:extLst>
              <a:ext uri="{FF2B5EF4-FFF2-40B4-BE49-F238E27FC236}">
                <a16:creationId xmlns:a16="http://schemas.microsoft.com/office/drawing/2014/main" id="{AC4AC017-21E2-FC5E-E8BC-65FA285F33E2}"/>
              </a:ext>
            </a:extLst>
          </p:cNvPr>
          <p:cNvSpPr txBox="1"/>
          <p:nvPr/>
        </p:nvSpPr>
        <p:spPr>
          <a:xfrm>
            <a:off x="10542962" y="128792"/>
            <a:ext cx="1584344" cy="369332"/>
          </a:xfrm>
          <a:prstGeom prst="rect">
            <a:avLst/>
          </a:prstGeom>
          <a:noFill/>
        </p:spPr>
        <p:txBody>
          <a:bodyPr wrap="none" rtlCol="0">
            <a:spAutoFit/>
          </a:bodyPr>
          <a:lstStyle/>
          <a:p>
            <a:r>
              <a:rPr lang="en-US" dirty="0"/>
              <a:t>demo concept </a:t>
            </a:r>
          </a:p>
        </p:txBody>
      </p:sp>
      <p:sp>
        <p:nvSpPr>
          <p:cNvPr id="2" name="Flowchart: Direct Access Storage 1">
            <a:extLst>
              <a:ext uri="{FF2B5EF4-FFF2-40B4-BE49-F238E27FC236}">
                <a16:creationId xmlns:a16="http://schemas.microsoft.com/office/drawing/2014/main" id="{6068AF5B-131E-9C8F-015E-ECC50BBBF72F}"/>
              </a:ext>
            </a:extLst>
          </p:cNvPr>
          <p:cNvSpPr/>
          <p:nvPr/>
        </p:nvSpPr>
        <p:spPr>
          <a:xfrm flipH="1">
            <a:off x="5162931" y="3201465"/>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00354C7-F650-EB44-5C47-4B215AB5D901}"/>
              </a:ext>
            </a:extLst>
          </p:cNvPr>
          <p:cNvCxnSpPr>
            <a:cxnSpLocks/>
            <a:stCxn id="2" idx="1"/>
            <a:endCxn id="12" idx="3"/>
          </p:cNvCxnSpPr>
          <p:nvPr/>
        </p:nvCxnSpPr>
        <p:spPr>
          <a:xfrm>
            <a:off x="5362436" y="3363563"/>
            <a:ext cx="472508" cy="274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976BA310-8E14-F4EB-E62E-55F2971763FF}"/>
              </a:ext>
            </a:extLst>
          </p:cNvPr>
          <p:cNvSpPr txBox="1"/>
          <p:nvPr/>
        </p:nvSpPr>
        <p:spPr>
          <a:xfrm>
            <a:off x="4768711" y="3163933"/>
            <a:ext cx="381836" cy="369332"/>
          </a:xfrm>
          <a:prstGeom prst="rect">
            <a:avLst/>
          </a:prstGeom>
          <a:noFill/>
        </p:spPr>
        <p:txBody>
          <a:bodyPr wrap="none" rtlCol="0">
            <a:spAutoFit/>
          </a:bodyPr>
          <a:lstStyle/>
          <a:p>
            <a:r>
              <a:rPr lang="en-US" dirty="0"/>
              <a:t>M</a:t>
            </a:r>
          </a:p>
        </p:txBody>
      </p:sp>
      <p:sp>
        <p:nvSpPr>
          <p:cNvPr id="24" name="TextBox 23">
            <a:extLst>
              <a:ext uri="{FF2B5EF4-FFF2-40B4-BE49-F238E27FC236}">
                <a16:creationId xmlns:a16="http://schemas.microsoft.com/office/drawing/2014/main" id="{F051E3FB-2BD8-52F8-5E9F-D3DF09C2C08B}"/>
              </a:ext>
            </a:extLst>
          </p:cNvPr>
          <p:cNvSpPr txBox="1"/>
          <p:nvPr/>
        </p:nvSpPr>
        <p:spPr>
          <a:xfrm>
            <a:off x="4824548" y="3685277"/>
            <a:ext cx="282450" cy="369332"/>
          </a:xfrm>
          <a:prstGeom prst="rect">
            <a:avLst/>
          </a:prstGeom>
          <a:noFill/>
        </p:spPr>
        <p:txBody>
          <a:bodyPr wrap="none" rtlCol="0">
            <a:spAutoFit/>
          </a:bodyPr>
          <a:lstStyle/>
          <a:p>
            <a:r>
              <a:rPr lang="en-US" dirty="0"/>
              <a:t>L</a:t>
            </a:r>
          </a:p>
        </p:txBody>
      </p:sp>
      <p:sp>
        <p:nvSpPr>
          <p:cNvPr id="25" name="TextBox 24">
            <a:extLst>
              <a:ext uri="{FF2B5EF4-FFF2-40B4-BE49-F238E27FC236}">
                <a16:creationId xmlns:a16="http://schemas.microsoft.com/office/drawing/2014/main" id="{A86668D5-03AF-199C-17E9-6BAA5EE4F6D9}"/>
              </a:ext>
            </a:extLst>
          </p:cNvPr>
          <p:cNvSpPr txBox="1"/>
          <p:nvPr/>
        </p:nvSpPr>
        <p:spPr>
          <a:xfrm>
            <a:off x="4819172" y="2684979"/>
            <a:ext cx="309700" cy="369332"/>
          </a:xfrm>
          <a:prstGeom prst="rect">
            <a:avLst/>
          </a:prstGeom>
          <a:noFill/>
        </p:spPr>
        <p:txBody>
          <a:bodyPr wrap="none" rtlCol="0">
            <a:spAutoFit/>
          </a:bodyPr>
          <a:lstStyle/>
          <a:p>
            <a:r>
              <a:rPr lang="en-US" dirty="0"/>
              <a:t>R</a:t>
            </a:r>
          </a:p>
        </p:txBody>
      </p:sp>
      <p:pic>
        <p:nvPicPr>
          <p:cNvPr id="33" name="Picture 32">
            <a:extLst>
              <a:ext uri="{FF2B5EF4-FFF2-40B4-BE49-F238E27FC236}">
                <a16:creationId xmlns:a16="http://schemas.microsoft.com/office/drawing/2014/main" id="{95EC2775-E188-3861-D08F-9D845468B4F3}"/>
              </a:ext>
            </a:extLst>
          </p:cNvPr>
          <p:cNvPicPr>
            <a:picLocks noChangeAspect="1"/>
          </p:cNvPicPr>
          <p:nvPr/>
        </p:nvPicPr>
        <p:blipFill>
          <a:blip r:embed="rId4"/>
          <a:stretch>
            <a:fillRect/>
          </a:stretch>
        </p:blipFill>
        <p:spPr>
          <a:xfrm>
            <a:off x="9628087" y="3152180"/>
            <a:ext cx="1436385" cy="1804858"/>
          </a:xfrm>
          <a:prstGeom prst="rect">
            <a:avLst/>
          </a:prstGeom>
        </p:spPr>
      </p:pic>
    </p:spTree>
    <p:extLst>
      <p:ext uri="{BB962C8B-B14F-4D97-AF65-F5344CB8AC3E}">
        <p14:creationId xmlns:p14="http://schemas.microsoft.com/office/powerpoint/2010/main" val="2917919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EBEA8-D2BC-83CD-4D63-6E2D28268DC6}"/>
              </a:ext>
            </a:extLst>
          </p:cNvPr>
          <p:cNvSpPr txBox="1"/>
          <p:nvPr/>
        </p:nvSpPr>
        <p:spPr>
          <a:xfrm>
            <a:off x="0" y="6403738"/>
            <a:ext cx="12192000" cy="261610"/>
          </a:xfrm>
          <a:prstGeom prst="rect">
            <a:avLst/>
          </a:prstGeom>
          <a:noFill/>
        </p:spPr>
        <p:txBody>
          <a:bodyPr wrap="square">
            <a:spAutoFit/>
          </a:bodyPr>
          <a:lstStyle/>
          <a:p>
            <a:r>
              <a:rPr lang="en-US" sz="1100" dirty="0"/>
              <a:t>https://www.amazon.com/Lottery-Machine-Automatic-Electric-Colorful/dp/B0C1XGSZKQ/ref=sr_1_9?crid=1C4OQX8RFH0P4&amp;keywords=lottery+ping+pong+ball+machine</a:t>
            </a:r>
          </a:p>
        </p:txBody>
      </p:sp>
      <p:sp>
        <p:nvSpPr>
          <p:cNvPr id="12" name="Rectangle 11">
            <a:extLst>
              <a:ext uri="{FF2B5EF4-FFF2-40B4-BE49-F238E27FC236}">
                <a16:creationId xmlns:a16="http://schemas.microsoft.com/office/drawing/2014/main" id="{AE08D9B4-092E-BB3B-6CA2-73C821CC1966}"/>
              </a:ext>
            </a:extLst>
          </p:cNvPr>
          <p:cNvSpPr/>
          <p:nvPr/>
        </p:nvSpPr>
        <p:spPr>
          <a:xfrm flipH="1">
            <a:off x="5830953" y="3069413"/>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FPGA</a:t>
            </a:r>
          </a:p>
        </p:txBody>
      </p:sp>
      <p:sp>
        <p:nvSpPr>
          <p:cNvPr id="14" name="TextBox 13">
            <a:extLst>
              <a:ext uri="{FF2B5EF4-FFF2-40B4-BE49-F238E27FC236}">
                <a16:creationId xmlns:a16="http://schemas.microsoft.com/office/drawing/2014/main" id="{4F314D1F-396E-4FBC-1DE0-F7D54C118CB9}"/>
              </a:ext>
            </a:extLst>
          </p:cNvPr>
          <p:cNvSpPr txBox="1"/>
          <p:nvPr/>
        </p:nvSpPr>
        <p:spPr>
          <a:xfrm>
            <a:off x="3288389" y="2019062"/>
            <a:ext cx="3164136" cy="369332"/>
          </a:xfrm>
          <a:prstGeom prst="rect">
            <a:avLst/>
          </a:prstGeom>
          <a:noFill/>
        </p:spPr>
        <p:txBody>
          <a:bodyPr wrap="none" rtlCol="0">
            <a:spAutoFit/>
          </a:bodyPr>
          <a:lstStyle/>
          <a:p>
            <a:r>
              <a:rPr lang="en-US" dirty="0"/>
              <a:t>Mira220, IMG.2/SPEED.1/ADC.2</a:t>
            </a:r>
          </a:p>
        </p:txBody>
      </p:sp>
      <p:cxnSp>
        <p:nvCxnSpPr>
          <p:cNvPr id="18" name="Straight Arrow Connector 17">
            <a:extLst>
              <a:ext uri="{FF2B5EF4-FFF2-40B4-BE49-F238E27FC236}">
                <a16:creationId xmlns:a16="http://schemas.microsoft.com/office/drawing/2014/main" id="{DEBCC531-29E7-B5C4-E942-41F59798CD73}"/>
              </a:ext>
            </a:extLst>
          </p:cNvPr>
          <p:cNvCxnSpPr>
            <a:cxnSpLocks/>
            <a:stCxn id="12" idx="1"/>
          </p:cNvCxnSpPr>
          <p:nvPr/>
        </p:nvCxnSpPr>
        <p:spPr>
          <a:xfrm>
            <a:off x="6915696" y="3392116"/>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5DE6BF4-5924-A813-76F0-E335518E253C}"/>
              </a:ext>
            </a:extLst>
          </p:cNvPr>
          <p:cNvSpPr txBox="1"/>
          <p:nvPr/>
        </p:nvSpPr>
        <p:spPr>
          <a:xfrm>
            <a:off x="71822" y="65652"/>
            <a:ext cx="8895833" cy="369332"/>
          </a:xfrm>
          <a:prstGeom prst="rect">
            <a:avLst/>
          </a:prstGeom>
          <a:noFill/>
        </p:spPr>
        <p:txBody>
          <a:bodyPr wrap="none" rtlCol="0">
            <a:spAutoFit/>
          </a:bodyPr>
          <a:lstStyle/>
          <a:p>
            <a:r>
              <a:rPr lang="en-US" dirty="0"/>
              <a:t>predict </a:t>
            </a:r>
            <a:r>
              <a:rPr lang="en-US" dirty="0" err="1"/>
              <a:t>RPLidar</a:t>
            </a:r>
            <a:r>
              <a:rPr lang="en-US" dirty="0"/>
              <a:t> 2-D LIDAR map from 3X Mira220 in 360 deg configuration (e.g. Roomba view)</a:t>
            </a:r>
          </a:p>
        </p:txBody>
      </p:sp>
      <p:sp>
        <p:nvSpPr>
          <p:cNvPr id="20" name="TextBox 19">
            <a:extLst>
              <a:ext uri="{FF2B5EF4-FFF2-40B4-BE49-F238E27FC236}">
                <a16:creationId xmlns:a16="http://schemas.microsoft.com/office/drawing/2014/main" id="{AB8A9A9E-2065-19E8-F7BE-DB6B2267CAE5}"/>
              </a:ext>
            </a:extLst>
          </p:cNvPr>
          <p:cNvSpPr txBox="1"/>
          <p:nvPr/>
        </p:nvSpPr>
        <p:spPr>
          <a:xfrm>
            <a:off x="7399152" y="3057259"/>
            <a:ext cx="2036583" cy="646331"/>
          </a:xfrm>
          <a:prstGeom prst="rect">
            <a:avLst/>
          </a:prstGeom>
          <a:noFill/>
        </p:spPr>
        <p:txBody>
          <a:bodyPr wrap="none" rtlCol="0">
            <a:spAutoFit/>
          </a:bodyPr>
          <a:lstStyle/>
          <a:p>
            <a:r>
              <a:rPr lang="en-US" dirty="0"/>
              <a:t>USB3</a:t>
            </a:r>
          </a:p>
          <a:p>
            <a:r>
              <a:rPr lang="en-US" dirty="0"/>
              <a:t>640x480/110fps/8b</a:t>
            </a:r>
          </a:p>
        </p:txBody>
      </p:sp>
      <p:sp>
        <p:nvSpPr>
          <p:cNvPr id="21" name="TextBox 20">
            <a:extLst>
              <a:ext uri="{FF2B5EF4-FFF2-40B4-BE49-F238E27FC236}">
                <a16:creationId xmlns:a16="http://schemas.microsoft.com/office/drawing/2014/main" id="{AC4AC017-21E2-FC5E-E8BC-65FA285F33E2}"/>
              </a:ext>
            </a:extLst>
          </p:cNvPr>
          <p:cNvSpPr txBox="1"/>
          <p:nvPr/>
        </p:nvSpPr>
        <p:spPr>
          <a:xfrm>
            <a:off x="10588733" y="55793"/>
            <a:ext cx="1531445" cy="369332"/>
          </a:xfrm>
          <a:prstGeom prst="rect">
            <a:avLst/>
          </a:prstGeom>
          <a:noFill/>
        </p:spPr>
        <p:txBody>
          <a:bodyPr wrap="none" rtlCol="0">
            <a:spAutoFit/>
          </a:bodyPr>
          <a:lstStyle/>
          <a:p>
            <a:r>
              <a:rPr lang="en-US" dirty="0"/>
              <a:t>demo concept</a:t>
            </a:r>
          </a:p>
        </p:txBody>
      </p:sp>
      <p:sp>
        <p:nvSpPr>
          <p:cNvPr id="22" name="TextBox 21">
            <a:extLst>
              <a:ext uri="{FF2B5EF4-FFF2-40B4-BE49-F238E27FC236}">
                <a16:creationId xmlns:a16="http://schemas.microsoft.com/office/drawing/2014/main" id="{AFE5F6A2-BF0F-3196-8A2D-51983254A441}"/>
              </a:ext>
            </a:extLst>
          </p:cNvPr>
          <p:cNvSpPr txBox="1"/>
          <p:nvPr/>
        </p:nvSpPr>
        <p:spPr>
          <a:xfrm>
            <a:off x="3311851" y="1643927"/>
            <a:ext cx="2387641" cy="369332"/>
          </a:xfrm>
          <a:prstGeom prst="rect">
            <a:avLst/>
          </a:prstGeom>
          <a:noFill/>
        </p:spPr>
        <p:txBody>
          <a:bodyPr wrap="none" rtlCol="0">
            <a:spAutoFit/>
          </a:bodyPr>
          <a:lstStyle/>
          <a:p>
            <a:r>
              <a:rPr lang="en-US" dirty="0"/>
              <a:t>1280x1120/110fps/10b</a:t>
            </a:r>
          </a:p>
        </p:txBody>
      </p:sp>
      <p:sp>
        <p:nvSpPr>
          <p:cNvPr id="2" name="Flowchart: Direct Access Storage 1">
            <a:extLst>
              <a:ext uri="{FF2B5EF4-FFF2-40B4-BE49-F238E27FC236}">
                <a16:creationId xmlns:a16="http://schemas.microsoft.com/office/drawing/2014/main" id="{6068AF5B-131E-9C8F-015E-ECC50BBBF72F}"/>
              </a:ext>
            </a:extLst>
          </p:cNvPr>
          <p:cNvSpPr/>
          <p:nvPr/>
        </p:nvSpPr>
        <p:spPr>
          <a:xfrm rot="19800000" flipH="1">
            <a:off x="4600524" y="3374965"/>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3" name="Picture 22">
            <a:extLst>
              <a:ext uri="{FF2B5EF4-FFF2-40B4-BE49-F238E27FC236}">
                <a16:creationId xmlns:a16="http://schemas.microsoft.com/office/drawing/2014/main" id="{56D1C619-9CE7-8E5A-94A5-FAFCF64753B1}"/>
              </a:ext>
            </a:extLst>
          </p:cNvPr>
          <p:cNvPicPr>
            <a:picLocks noChangeAspect="1"/>
          </p:cNvPicPr>
          <p:nvPr/>
        </p:nvPicPr>
        <p:blipFill>
          <a:blip r:embed="rId2"/>
          <a:stretch>
            <a:fillRect/>
          </a:stretch>
        </p:blipFill>
        <p:spPr>
          <a:xfrm>
            <a:off x="1327708" y="3773671"/>
            <a:ext cx="1795189" cy="1442915"/>
          </a:xfrm>
          <a:prstGeom prst="rect">
            <a:avLst/>
          </a:prstGeom>
        </p:spPr>
      </p:pic>
      <p:pic>
        <p:nvPicPr>
          <p:cNvPr id="24" name="Picture 23">
            <a:extLst>
              <a:ext uri="{FF2B5EF4-FFF2-40B4-BE49-F238E27FC236}">
                <a16:creationId xmlns:a16="http://schemas.microsoft.com/office/drawing/2014/main" id="{07C750B9-40FB-C41E-25B4-FA5AF3C3D329}"/>
              </a:ext>
            </a:extLst>
          </p:cNvPr>
          <p:cNvPicPr>
            <a:picLocks noChangeAspect="1"/>
          </p:cNvPicPr>
          <p:nvPr/>
        </p:nvPicPr>
        <p:blipFill>
          <a:blip r:embed="rId3"/>
          <a:stretch>
            <a:fillRect/>
          </a:stretch>
        </p:blipFill>
        <p:spPr>
          <a:xfrm>
            <a:off x="652755" y="1218983"/>
            <a:ext cx="1905000" cy="1905000"/>
          </a:xfrm>
          <a:prstGeom prst="rect">
            <a:avLst/>
          </a:prstGeom>
        </p:spPr>
      </p:pic>
      <p:sp>
        <p:nvSpPr>
          <p:cNvPr id="25" name="Flowchart: Direct Access Storage 24">
            <a:extLst>
              <a:ext uri="{FF2B5EF4-FFF2-40B4-BE49-F238E27FC236}">
                <a16:creationId xmlns:a16="http://schemas.microsoft.com/office/drawing/2014/main" id="{43CF5932-0430-73D9-CB57-64244FD8A399}"/>
              </a:ext>
            </a:extLst>
          </p:cNvPr>
          <p:cNvSpPr/>
          <p:nvPr/>
        </p:nvSpPr>
        <p:spPr>
          <a:xfrm rot="4500000" flipH="1">
            <a:off x="4745632" y="30380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Flowchart: Direct Access Storage 25">
            <a:extLst>
              <a:ext uri="{FF2B5EF4-FFF2-40B4-BE49-F238E27FC236}">
                <a16:creationId xmlns:a16="http://schemas.microsoft.com/office/drawing/2014/main" id="{241E5ABC-0993-1215-7B94-114F01827D82}"/>
              </a:ext>
            </a:extLst>
          </p:cNvPr>
          <p:cNvSpPr/>
          <p:nvPr/>
        </p:nvSpPr>
        <p:spPr>
          <a:xfrm rot="12600000" flipH="1">
            <a:off x="4928025" y="3334024"/>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A75E08D1-11D4-F280-2256-A2DD926FC88A}"/>
              </a:ext>
            </a:extLst>
          </p:cNvPr>
          <p:cNvSpPr txBox="1"/>
          <p:nvPr/>
        </p:nvSpPr>
        <p:spPr>
          <a:xfrm>
            <a:off x="4452823" y="3803087"/>
            <a:ext cx="1143262" cy="369332"/>
          </a:xfrm>
          <a:prstGeom prst="rect">
            <a:avLst/>
          </a:prstGeom>
          <a:noFill/>
        </p:spPr>
        <p:txBody>
          <a:bodyPr wrap="none" rtlCol="0">
            <a:spAutoFit/>
          </a:bodyPr>
          <a:lstStyle/>
          <a:p>
            <a:r>
              <a:rPr lang="en-US" dirty="0"/>
              <a:t>MIPI CSI-2</a:t>
            </a:r>
          </a:p>
        </p:txBody>
      </p:sp>
      <p:cxnSp>
        <p:nvCxnSpPr>
          <p:cNvPr id="37" name="Straight Arrow Connector 36">
            <a:extLst>
              <a:ext uri="{FF2B5EF4-FFF2-40B4-BE49-F238E27FC236}">
                <a16:creationId xmlns:a16="http://schemas.microsoft.com/office/drawing/2014/main" id="{44C246B3-251C-7306-A3A6-CAA31F5E5953}"/>
              </a:ext>
            </a:extLst>
          </p:cNvPr>
          <p:cNvCxnSpPr>
            <a:cxnSpLocks/>
          </p:cNvCxnSpPr>
          <p:nvPr/>
        </p:nvCxnSpPr>
        <p:spPr>
          <a:xfrm>
            <a:off x="5364105" y="3200370"/>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6B08148-E1A8-B5A6-D9D5-8407B6356813}"/>
              </a:ext>
            </a:extLst>
          </p:cNvPr>
          <p:cNvCxnSpPr>
            <a:cxnSpLocks/>
          </p:cNvCxnSpPr>
          <p:nvPr/>
        </p:nvCxnSpPr>
        <p:spPr>
          <a:xfrm>
            <a:off x="5361217" y="3401275"/>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ED0EDF72-8197-7EE0-7B1E-30FC06A63B25}"/>
              </a:ext>
            </a:extLst>
          </p:cNvPr>
          <p:cNvCxnSpPr>
            <a:cxnSpLocks/>
          </p:cNvCxnSpPr>
          <p:nvPr/>
        </p:nvCxnSpPr>
        <p:spPr>
          <a:xfrm>
            <a:off x="5361217" y="3602181"/>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350033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41FF4051-736B-A426-CC19-3FF9B3B2003C}"/>
              </a:ext>
            </a:extLst>
          </p:cNvPr>
          <p:cNvPicPr>
            <a:picLocks noChangeAspect="1"/>
          </p:cNvPicPr>
          <p:nvPr/>
        </p:nvPicPr>
        <p:blipFill>
          <a:blip r:embed="rId3"/>
          <a:stretch>
            <a:fillRect/>
          </a:stretch>
        </p:blipFill>
        <p:spPr>
          <a:xfrm>
            <a:off x="5434905" y="1816542"/>
            <a:ext cx="1899546" cy="1504338"/>
          </a:xfrm>
          <a:prstGeom prst="rect">
            <a:avLst/>
          </a:prstGeom>
        </p:spPr>
      </p:pic>
      <p:pic>
        <p:nvPicPr>
          <p:cNvPr id="40" name="Picture 39">
            <a:extLst>
              <a:ext uri="{FF2B5EF4-FFF2-40B4-BE49-F238E27FC236}">
                <a16:creationId xmlns:a16="http://schemas.microsoft.com/office/drawing/2014/main" id="{DC64AA5E-FFD8-639B-F57E-C991A298A318}"/>
              </a:ext>
            </a:extLst>
          </p:cNvPr>
          <p:cNvPicPr>
            <a:picLocks noChangeAspect="1"/>
          </p:cNvPicPr>
          <p:nvPr/>
        </p:nvPicPr>
        <p:blipFill>
          <a:blip r:embed="rId4"/>
          <a:stretch>
            <a:fillRect/>
          </a:stretch>
        </p:blipFill>
        <p:spPr>
          <a:xfrm rot="5400000">
            <a:off x="6570342" y="1737497"/>
            <a:ext cx="4319094" cy="2985951"/>
          </a:xfrm>
          <a:prstGeom prst="rect">
            <a:avLst/>
          </a:prstGeom>
        </p:spPr>
      </p:pic>
      <p:pic>
        <p:nvPicPr>
          <p:cNvPr id="41" name="Picture 40">
            <a:extLst>
              <a:ext uri="{FF2B5EF4-FFF2-40B4-BE49-F238E27FC236}">
                <a16:creationId xmlns:a16="http://schemas.microsoft.com/office/drawing/2014/main" id="{021D22F2-14FF-4660-BC55-AF0E79460E36}"/>
              </a:ext>
            </a:extLst>
          </p:cNvPr>
          <p:cNvPicPr>
            <a:picLocks noChangeAspect="1"/>
          </p:cNvPicPr>
          <p:nvPr/>
        </p:nvPicPr>
        <p:blipFill rotWithShape="1">
          <a:blip r:embed="rId5"/>
          <a:srcRect l="23925" r="18343" b="63230"/>
          <a:stretch/>
        </p:blipFill>
        <p:spPr>
          <a:xfrm rot="16200000">
            <a:off x="950051" y="3221609"/>
            <a:ext cx="1499287" cy="1543324"/>
          </a:xfrm>
          <a:prstGeom prst="rect">
            <a:avLst/>
          </a:prstGeom>
        </p:spPr>
      </p:pic>
      <p:pic>
        <p:nvPicPr>
          <p:cNvPr id="42" name="Picture 41">
            <a:extLst>
              <a:ext uri="{FF2B5EF4-FFF2-40B4-BE49-F238E27FC236}">
                <a16:creationId xmlns:a16="http://schemas.microsoft.com/office/drawing/2014/main" id="{49B71D6F-144B-8711-3D45-F3833090F773}"/>
              </a:ext>
            </a:extLst>
          </p:cNvPr>
          <p:cNvPicPr>
            <a:picLocks noChangeAspect="1"/>
          </p:cNvPicPr>
          <p:nvPr/>
        </p:nvPicPr>
        <p:blipFill rotWithShape="1">
          <a:blip r:embed="rId5"/>
          <a:srcRect l="23925" r="18343" b="63230"/>
          <a:stretch/>
        </p:blipFill>
        <p:spPr>
          <a:xfrm rot="16200000">
            <a:off x="950050" y="1500162"/>
            <a:ext cx="1499287" cy="1543322"/>
          </a:xfrm>
          <a:prstGeom prst="rect">
            <a:avLst/>
          </a:prstGeom>
        </p:spPr>
      </p:pic>
      <p:cxnSp>
        <p:nvCxnSpPr>
          <p:cNvPr id="49" name="Connector: Curved 48">
            <a:extLst>
              <a:ext uri="{FF2B5EF4-FFF2-40B4-BE49-F238E27FC236}">
                <a16:creationId xmlns:a16="http://schemas.microsoft.com/office/drawing/2014/main" id="{08BAAA35-E93E-7BAA-A50F-568D7A674777}"/>
              </a:ext>
            </a:extLst>
          </p:cNvPr>
          <p:cNvCxnSpPr>
            <a:stCxn id="42" idx="2"/>
          </p:cNvCxnSpPr>
          <p:nvPr/>
        </p:nvCxnSpPr>
        <p:spPr>
          <a:xfrm>
            <a:off x="2471355" y="2271823"/>
            <a:ext cx="2963550" cy="51248"/>
          </a:xfrm>
          <a:prstGeom prst="curvedConnector3">
            <a:avLst/>
          </a:prstGeom>
          <a:ln w="19050"/>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EB3A6BB3-0783-797F-0A7D-AE59EB964085}"/>
              </a:ext>
            </a:extLst>
          </p:cNvPr>
          <p:cNvCxnSpPr>
            <a:cxnSpLocks/>
            <a:stCxn id="41" idx="2"/>
          </p:cNvCxnSpPr>
          <p:nvPr/>
        </p:nvCxnSpPr>
        <p:spPr>
          <a:xfrm flipV="1">
            <a:off x="2471357" y="2907958"/>
            <a:ext cx="2963548" cy="1085313"/>
          </a:xfrm>
          <a:prstGeom prst="curvedConnector3">
            <a:avLst/>
          </a:prstGeom>
          <a:ln w="19050"/>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7EBF369E-DB06-B8E0-509A-57C029BC09E3}"/>
              </a:ext>
            </a:extLst>
          </p:cNvPr>
          <p:cNvSpPr txBox="1"/>
          <p:nvPr/>
        </p:nvSpPr>
        <p:spPr>
          <a:xfrm>
            <a:off x="3357603" y="1902247"/>
            <a:ext cx="2077300" cy="369332"/>
          </a:xfrm>
          <a:prstGeom prst="rect">
            <a:avLst/>
          </a:prstGeom>
          <a:noFill/>
        </p:spPr>
        <p:txBody>
          <a:bodyPr wrap="none" rtlCol="0">
            <a:spAutoFit/>
          </a:bodyPr>
          <a:lstStyle/>
          <a:p>
            <a:r>
              <a:rPr lang="en-US" dirty="0"/>
              <a:t>LVDS C+2D@1.5GHz</a:t>
            </a:r>
          </a:p>
        </p:txBody>
      </p:sp>
      <p:sp>
        <p:nvSpPr>
          <p:cNvPr id="54" name="TextBox 53">
            <a:extLst>
              <a:ext uri="{FF2B5EF4-FFF2-40B4-BE49-F238E27FC236}">
                <a16:creationId xmlns:a16="http://schemas.microsoft.com/office/drawing/2014/main" id="{56DB38FF-9CDC-D893-2BE5-C39CDD9D293C}"/>
              </a:ext>
            </a:extLst>
          </p:cNvPr>
          <p:cNvSpPr txBox="1"/>
          <p:nvPr/>
        </p:nvSpPr>
        <p:spPr>
          <a:xfrm>
            <a:off x="3386761" y="2513227"/>
            <a:ext cx="2077300" cy="369332"/>
          </a:xfrm>
          <a:prstGeom prst="rect">
            <a:avLst/>
          </a:prstGeom>
          <a:noFill/>
        </p:spPr>
        <p:txBody>
          <a:bodyPr wrap="none" rtlCol="0">
            <a:spAutoFit/>
          </a:bodyPr>
          <a:lstStyle/>
          <a:p>
            <a:r>
              <a:rPr lang="en-US" dirty="0"/>
              <a:t>LVDS C+2D@1.5GHz</a:t>
            </a:r>
          </a:p>
        </p:txBody>
      </p:sp>
      <p:sp>
        <p:nvSpPr>
          <p:cNvPr id="56" name="TextBox 55">
            <a:extLst>
              <a:ext uri="{FF2B5EF4-FFF2-40B4-BE49-F238E27FC236}">
                <a16:creationId xmlns:a16="http://schemas.microsoft.com/office/drawing/2014/main" id="{AE6EEABF-E519-5C88-FC3E-A60665F926D3}"/>
              </a:ext>
            </a:extLst>
          </p:cNvPr>
          <p:cNvSpPr txBox="1"/>
          <p:nvPr/>
        </p:nvSpPr>
        <p:spPr>
          <a:xfrm>
            <a:off x="11038703" y="65652"/>
            <a:ext cx="914033" cy="369332"/>
          </a:xfrm>
          <a:prstGeom prst="rect">
            <a:avLst/>
          </a:prstGeom>
          <a:noFill/>
        </p:spPr>
        <p:txBody>
          <a:bodyPr wrap="none" rtlCol="0">
            <a:spAutoFit/>
          </a:bodyPr>
          <a:lstStyle/>
          <a:p>
            <a:r>
              <a:rPr lang="en-US" dirty="0"/>
              <a:t>phase 1</a:t>
            </a:r>
          </a:p>
        </p:txBody>
      </p:sp>
      <p:sp>
        <p:nvSpPr>
          <p:cNvPr id="58" name="TextBox 57">
            <a:extLst>
              <a:ext uri="{FF2B5EF4-FFF2-40B4-BE49-F238E27FC236}">
                <a16:creationId xmlns:a16="http://schemas.microsoft.com/office/drawing/2014/main" id="{05C603F7-3C9D-815C-784E-2C67ECE6DC08}"/>
              </a:ext>
            </a:extLst>
          </p:cNvPr>
          <p:cNvSpPr txBox="1"/>
          <p:nvPr/>
        </p:nvSpPr>
        <p:spPr>
          <a:xfrm>
            <a:off x="5791554" y="1291340"/>
            <a:ext cx="1186248" cy="369332"/>
          </a:xfrm>
          <a:prstGeom prst="rect">
            <a:avLst/>
          </a:prstGeom>
          <a:noFill/>
        </p:spPr>
        <p:txBody>
          <a:bodyPr wrap="square">
            <a:spAutoFit/>
          </a:bodyPr>
          <a:lstStyle/>
          <a:p>
            <a:r>
              <a:rPr lang="en-US" dirty="0">
                <a:hlinkClick r:id="rId6"/>
              </a:rPr>
              <a:t>FMC-MIPI</a:t>
            </a:r>
            <a:endParaRPr lang="en-US" dirty="0"/>
          </a:p>
        </p:txBody>
      </p:sp>
      <p:sp>
        <p:nvSpPr>
          <p:cNvPr id="60" name="TextBox 59">
            <a:extLst>
              <a:ext uri="{FF2B5EF4-FFF2-40B4-BE49-F238E27FC236}">
                <a16:creationId xmlns:a16="http://schemas.microsoft.com/office/drawing/2014/main" id="{33F8A9CD-9301-1CC2-6759-608B821F59C0}"/>
              </a:ext>
            </a:extLst>
          </p:cNvPr>
          <p:cNvSpPr txBox="1"/>
          <p:nvPr/>
        </p:nvSpPr>
        <p:spPr>
          <a:xfrm>
            <a:off x="1135401" y="930687"/>
            <a:ext cx="1128584" cy="369332"/>
          </a:xfrm>
          <a:prstGeom prst="rect">
            <a:avLst/>
          </a:prstGeom>
          <a:noFill/>
        </p:spPr>
        <p:txBody>
          <a:bodyPr wrap="square">
            <a:spAutoFit/>
          </a:bodyPr>
          <a:lstStyle/>
          <a:p>
            <a:r>
              <a:rPr lang="en-US" dirty="0">
                <a:hlinkClick r:id="rId7"/>
              </a:rPr>
              <a:t>Mira-220</a:t>
            </a:r>
            <a:endParaRPr lang="en-US" dirty="0"/>
          </a:p>
        </p:txBody>
      </p:sp>
      <p:sp>
        <p:nvSpPr>
          <p:cNvPr id="3" name="TextBox 2">
            <a:extLst>
              <a:ext uri="{FF2B5EF4-FFF2-40B4-BE49-F238E27FC236}">
                <a16:creationId xmlns:a16="http://schemas.microsoft.com/office/drawing/2014/main" id="{017A3F10-21ED-1484-C77F-5478D5332B4C}"/>
              </a:ext>
            </a:extLst>
          </p:cNvPr>
          <p:cNvSpPr txBox="1"/>
          <p:nvPr/>
        </p:nvSpPr>
        <p:spPr>
          <a:xfrm>
            <a:off x="804413" y="5974907"/>
            <a:ext cx="8529368" cy="369332"/>
          </a:xfrm>
          <a:prstGeom prst="rect">
            <a:avLst/>
          </a:prstGeom>
          <a:noFill/>
        </p:spPr>
        <p:txBody>
          <a:bodyPr wrap="square">
            <a:spAutoFit/>
          </a:bodyPr>
          <a:lstStyle/>
          <a:p>
            <a:r>
              <a:rPr lang="en-US" dirty="0">
                <a:hlinkClick r:id="rId8"/>
              </a:rPr>
              <a:t>https://docs.arducam.com/Nvidia-Jetson-Camera/type-and-pinout-mipi-csi-2/</a:t>
            </a:r>
            <a:endParaRPr lang="en-US" dirty="0"/>
          </a:p>
        </p:txBody>
      </p:sp>
    </p:spTree>
    <p:extLst>
      <p:ext uri="{BB962C8B-B14F-4D97-AF65-F5344CB8AC3E}">
        <p14:creationId xmlns:p14="http://schemas.microsoft.com/office/powerpoint/2010/main" val="20313340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E192B854-1D56-1B23-C423-C57D922E9137}"/>
              </a:ext>
            </a:extLst>
          </p:cNvPr>
          <p:cNvSpPr/>
          <p:nvPr/>
        </p:nvSpPr>
        <p:spPr>
          <a:xfrm flipH="1">
            <a:off x="1480737" y="2831779"/>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8F2407DF-27AF-3BF6-2988-624FFBF7A48E}"/>
              </a:ext>
            </a:extLst>
          </p:cNvPr>
          <p:cNvSpPr/>
          <p:nvPr/>
        </p:nvSpPr>
        <p:spPr>
          <a:xfrm flipH="1">
            <a:off x="1477966" y="383207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3CDAD744-B3F6-C86A-3CFA-4BB24D9A1FBC}"/>
              </a:ext>
            </a:extLst>
          </p:cNvPr>
          <p:cNvSpPr/>
          <p:nvPr/>
        </p:nvSpPr>
        <p:spPr>
          <a:xfrm>
            <a:off x="4217676"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grpSp>
        <p:nvGrpSpPr>
          <p:cNvPr id="33" name="Group 32">
            <a:extLst>
              <a:ext uri="{FF2B5EF4-FFF2-40B4-BE49-F238E27FC236}">
                <a16:creationId xmlns:a16="http://schemas.microsoft.com/office/drawing/2014/main" id="{E0568748-9C15-7A24-D298-C6672B12C5D4}"/>
              </a:ext>
            </a:extLst>
          </p:cNvPr>
          <p:cNvGrpSpPr/>
          <p:nvPr/>
        </p:nvGrpSpPr>
        <p:grpSpPr>
          <a:xfrm>
            <a:off x="1677471" y="2993877"/>
            <a:ext cx="719644" cy="1000298"/>
            <a:chOff x="1889647" y="2993877"/>
            <a:chExt cx="472507" cy="1000298"/>
          </a:xfrm>
        </p:grpSpPr>
        <p:cxnSp>
          <p:nvCxnSpPr>
            <p:cNvPr id="10" name="Connector: Curved 9">
              <a:extLst>
                <a:ext uri="{FF2B5EF4-FFF2-40B4-BE49-F238E27FC236}">
                  <a16:creationId xmlns:a16="http://schemas.microsoft.com/office/drawing/2014/main" id="{1D0DEFCF-5558-22C7-AC91-7A969A74F34A}"/>
                </a:ext>
              </a:extLst>
            </p:cNvPr>
            <p:cNvCxnSpPr>
              <a:stCxn id="2" idx="1"/>
            </p:cNvCxnSpPr>
            <p:nvPr/>
          </p:nvCxnSpPr>
          <p:spPr>
            <a:xfrm>
              <a:off x="1892416" y="2993877"/>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or: Curved 10">
              <a:extLst>
                <a:ext uri="{FF2B5EF4-FFF2-40B4-BE49-F238E27FC236}">
                  <a16:creationId xmlns:a16="http://schemas.microsoft.com/office/drawing/2014/main" id="{EEB69BB4-93AD-773B-C6D7-E5EB6A269EDC}"/>
                </a:ext>
              </a:extLst>
            </p:cNvPr>
            <p:cNvCxnSpPr>
              <a:stCxn id="3" idx="1"/>
            </p:cNvCxnSpPr>
            <p:nvPr/>
          </p:nvCxnSpPr>
          <p:spPr>
            <a:xfrm flipV="1">
              <a:off x="1889647" y="3649413"/>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2CABB7A4-B34B-4BB5-9BD1-AF09295D3116}"/>
              </a:ext>
            </a:extLst>
          </p:cNvPr>
          <p:cNvSpPr txBox="1"/>
          <p:nvPr/>
        </p:nvSpPr>
        <p:spPr>
          <a:xfrm>
            <a:off x="5375764" y="3509371"/>
            <a:ext cx="1205779" cy="523220"/>
          </a:xfrm>
          <a:prstGeom prst="rect">
            <a:avLst/>
          </a:prstGeom>
          <a:noFill/>
        </p:spPr>
        <p:txBody>
          <a:bodyPr wrap="none" rtlCol="0">
            <a:spAutoFit/>
          </a:bodyPr>
          <a:lstStyle/>
          <a:p>
            <a:r>
              <a:rPr lang="en-US" sz="1400" dirty="0"/>
              <a:t>[1400,1600,2]</a:t>
            </a:r>
          </a:p>
          <a:p>
            <a:r>
              <a:rPr lang="en-US" sz="1400" dirty="0"/>
              <a:t>@90 FPS</a:t>
            </a:r>
          </a:p>
        </p:txBody>
      </p:sp>
      <p:sp>
        <p:nvSpPr>
          <p:cNvPr id="17" name="TextBox 16">
            <a:extLst>
              <a:ext uri="{FF2B5EF4-FFF2-40B4-BE49-F238E27FC236}">
                <a16:creationId xmlns:a16="http://schemas.microsoft.com/office/drawing/2014/main" id="{DEF23B6A-224C-1540-3A55-319CD036109C}"/>
              </a:ext>
            </a:extLst>
          </p:cNvPr>
          <p:cNvSpPr txBox="1"/>
          <p:nvPr/>
        </p:nvSpPr>
        <p:spPr>
          <a:xfrm>
            <a:off x="1066555" y="2400394"/>
            <a:ext cx="971804" cy="369332"/>
          </a:xfrm>
          <a:prstGeom prst="rect">
            <a:avLst/>
          </a:prstGeom>
          <a:noFill/>
        </p:spPr>
        <p:txBody>
          <a:bodyPr wrap="none" rtlCol="0">
            <a:spAutoFit/>
          </a:bodyPr>
          <a:lstStyle/>
          <a:p>
            <a:r>
              <a:rPr lang="en-US" dirty="0"/>
              <a:t>Mira220</a:t>
            </a:r>
          </a:p>
        </p:txBody>
      </p:sp>
      <p:sp>
        <p:nvSpPr>
          <p:cNvPr id="18" name="TextBox 17">
            <a:extLst>
              <a:ext uri="{FF2B5EF4-FFF2-40B4-BE49-F238E27FC236}">
                <a16:creationId xmlns:a16="http://schemas.microsoft.com/office/drawing/2014/main" id="{A5248203-15FD-B4E9-F5D0-77499A09931D}"/>
              </a:ext>
            </a:extLst>
          </p:cNvPr>
          <p:cNvSpPr txBox="1"/>
          <p:nvPr/>
        </p:nvSpPr>
        <p:spPr>
          <a:xfrm>
            <a:off x="1066555" y="3449490"/>
            <a:ext cx="971804" cy="369332"/>
          </a:xfrm>
          <a:prstGeom prst="rect">
            <a:avLst/>
          </a:prstGeom>
          <a:noFill/>
        </p:spPr>
        <p:txBody>
          <a:bodyPr wrap="none" rtlCol="0">
            <a:spAutoFit/>
          </a:bodyPr>
          <a:lstStyle/>
          <a:p>
            <a:r>
              <a:rPr lang="en-US" dirty="0"/>
              <a:t>Mira220</a:t>
            </a:r>
          </a:p>
        </p:txBody>
      </p:sp>
      <p:sp>
        <p:nvSpPr>
          <p:cNvPr id="24" name="Rectangle 23">
            <a:extLst>
              <a:ext uri="{FF2B5EF4-FFF2-40B4-BE49-F238E27FC236}">
                <a16:creationId xmlns:a16="http://schemas.microsoft.com/office/drawing/2014/main" id="{25055173-5EFA-E52F-F7FB-AF6D97A36D3B}"/>
              </a:ext>
            </a:extLst>
          </p:cNvPr>
          <p:cNvSpPr/>
          <p:nvPr/>
        </p:nvSpPr>
        <p:spPr>
          <a:xfrm>
            <a:off x="6653953"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capture buffer</a:t>
            </a:r>
          </a:p>
        </p:txBody>
      </p:sp>
      <p:sp>
        <p:nvSpPr>
          <p:cNvPr id="32" name="Rectangle 31">
            <a:extLst>
              <a:ext uri="{FF2B5EF4-FFF2-40B4-BE49-F238E27FC236}">
                <a16:creationId xmlns:a16="http://schemas.microsoft.com/office/drawing/2014/main" id="{03754E0E-0E65-92E8-B1D4-9E6D68DFC374}"/>
              </a:ext>
            </a:extLst>
          </p:cNvPr>
          <p:cNvSpPr/>
          <p:nvPr/>
        </p:nvSpPr>
        <p:spPr>
          <a:xfrm>
            <a:off x="2174790" y="2042984"/>
            <a:ext cx="7290486" cy="230659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2397115" y="2988301"/>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synchronize deserialize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3794899" y="3364191"/>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FB60825-86F2-1175-3266-A32ECC38F3D3}"/>
              </a:ext>
            </a:extLst>
          </p:cNvPr>
          <p:cNvSpPr txBox="1"/>
          <p:nvPr/>
        </p:nvSpPr>
        <p:spPr>
          <a:xfrm>
            <a:off x="2184694" y="2060827"/>
            <a:ext cx="3921313" cy="369332"/>
          </a:xfrm>
          <a:prstGeom prst="rect">
            <a:avLst/>
          </a:prstGeom>
          <a:noFill/>
        </p:spPr>
        <p:txBody>
          <a:bodyPr wrap="square">
            <a:spAutoFit/>
          </a:bodyPr>
          <a:lstStyle/>
          <a:p>
            <a:r>
              <a:rPr lang="it-IT" dirty="0"/>
              <a:t>KINTEX UltraScale XCKU040-2FFVA1156I</a:t>
            </a:r>
            <a:endParaRPr lang="en-US" dirty="0"/>
          </a:p>
        </p:txBody>
      </p: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3801611" y="3612784"/>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11178746" y="65903"/>
            <a:ext cx="914033" cy="369332"/>
          </a:xfrm>
          <a:prstGeom prst="rect">
            <a:avLst/>
          </a:prstGeom>
          <a:noFill/>
        </p:spPr>
        <p:txBody>
          <a:bodyPr wrap="none" rtlCol="0">
            <a:spAutoFit/>
          </a:bodyPr>
          <a:lstStyle/>
          <a:p>
            <a:r>
              <a:rPr lang="en-US" dirty="0"/>
              <a:t>phase 1</a:t>
            </a:r>
          </a:p>
        </p:txBody>
      </p:sp>
      <p:sp>
        <p:nvSpPr>
          <p:cNvPr id="44" name="TextBox 43">
            <a:extLst>
              <a:ext uri="{FF2B5EF4-FFF2-40B4-BE49-F238E27FC236}">
                <a16:creationId xmlns:a16="http://schemas.microsoft.com/office/drawing/2014/main" id="{42827A65-7107-805B-3FD2-940943B5F0FD}"/>
              </a:ext>
            </a:extLst>
          </p:cNvPr>
          <p:cNvSpPr txBox="1"/>
          <p:nvPr/>
        </p:nvSpPr>
        <p:spPr>
          <a:xfrm>
            <a:off x="5344225" y="3165703"/>
            <a:ext cx="671979" cy="369332"/>
          </a:xfrm>
          <a:prstGeom prst="rect">
            <a:avLst/>
          </a:prstGeom>
          <a:noFill/>
        </p:spPr>
        <p:txBody>
          <a:bodyPr wrap="none" rtlCol="0">
            <a:spAutoFit/>
          </a:bodyPr>
          <a:lstStyle/>
          <a:p>
            <a:r>
              <a:rPr lang="en-US" dirty="0"/>
              <a:t>AXI-S</a:t>
            </a:r>
          </a:p>
        </p:txBody>
      </p:sp>
      <p:sp>
        <p:nvSpPr>
          <p:cNvPr id="4" name="Rectangle 3">
            <a:extLst>
              <a:ext uri="{FF2B5EF4-FFF2-40B4-BE49-F238E27FC236}">
                <a16:creationId xmlns:a16="http://schemas.microsoft.com/office/drawing/2014/main" id="{D767A1EF-3DB1-0241-DB88-7407ED19430A}"/>
              </a:ext>
            </a:extLst>
          </p:cNvPr>
          <p:cNvSpPr/>
          <p:nvPr/>
        </p:nvSpPr>
        <p:spPr>
          <a:xfrm>
            <a:off x="8118083"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UDP</a:t>
            </a:r>
          </a:p>
          <a:p>
            <a:pPr algn="ctr"/>
            <a:r>
              <a:rPr lang="en-US" sz="1600" dirty="0">
                <a:solidFill>
                  <a:schemeClr val="tx1"/>
                </a:solidFill>
              </a:rPr>
              <a:t>MII</a:t>
            </a:r>
          </a:p>
        </p:txBody>
      </p:sp>
      <p:cxnSp>
        <p:nvCxnSpPr>
          <p:cNvPr id="13" name="Straight Arrow Connector 12">
            <a:extLst>
              <a:ext uri="{FF2B5EF4-FFF2-40B4-BE49-F238E27FC236}">
                <a16:creationId xmlns:a16="http://schemas.microsoft.com/office/drawing/2014/main" id="{5428D28E-4A78-079D-EE2F-A4420381E485}"/>
              </a:ext>
            </a:extLst>
          </p:cNvPr>
          <p:cNvCxnSpPr>
            <a:stCxn id="9" idx="3"/>
            <a:endCxn id="24" idx="1"/>
          </p:cNvCxnSpPr>
          <p:nvPr/>
        </p:nvCxnSpPr>
        <p:spPr>
          <a:xfrm>
            <a:off x="5302419" y="3488449"/>
            <a:ext cx="13515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366CD60-AD96-60B8-C5F1-390636399CE1}"/>
              </a:ext>
            </a:extLst>
          </p:cNvPr>
          <p:cNvCxnSpPr>
            <a:stCxn id="24" idx="3"/>
            <a:endCxn id="4" idx="1"/>
          </p:cNvCxnSpPr>
          <p:nvPr/>
        </p:nvCxnSpPr>
        <p:spPr>
          <a:xfrm>
            <a:off x="7738696" y="3488449"/>
            <a:ext cx="3793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7A2BB16-D4EA-849E-2E63-AD2A0EE7F434}"/>
              </a:ext>
            </a:extLst>
          </p:cNvPr>
          <p:cNvCxnSpPr>
            <a:cxnSpLocks/>
            <a:stCxn id="4" idx="3"/>
          </p:cNvCxnSpPr>
          <p:nvPr/>
        </p:nvCxnSpPr>
        <p:spPr>
          <a:xfrm>
            <a:off x="9202826" y="3488449"/>
            <a:ext cx="19017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9982C04-F5E0-7F07-D9FC-AE6701C43478}"/>
              </a:ext>
            </a:extLst>
          </p:cNvPr>
          <p:cNvSpPr txBox="1"/>
          <p:nvPr/>
        </p:nvSpPr>
        <p:spPr>
          <a:xfrm>
            <a:off x="9465276" y="3044637"/>
            <a:ext cx="1328633" cy="369332"/>
          </a:xfrm>
          <a:prstGeom prst="rect">
            <a:avLst/>
          </a:prstGeom>
          <a:noFill/>
        </p:spPr>
        <p:txBody>
          <a:bodyPr wrap="none" rtlCol="0">
            <a:spAutoFit/>
          </a:bodyPr>
          <a:lstStyle/>
          <a:p>
            <a:r>
              <a:rPr lang="en-US" dirty="0" err="1"/>
              <a:t>udp</a:t>
            </a:r>
            <a:r>
              <a:rPr lang="en-US" dirty="0"/>
              <a:t>/eth/mii</a:t>
            </a:r>
          </a:p>
        </p:txBody>
      </p:sp>
    </p:spTree>
    <p:extLst>
      <p:ext uri="{BB962C8B-B14F-4D97-AF65-F5344CB8AC3E}">
        <p14:creationId xmlns:p14="http://schemas.microsoft.com/office/powerpoint/2010/main" val="32080275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Direct Access Storage 2">
            <a:extLst>
              <a:ext uri="{FF2B5EF4-FFF2-40B4-BE49-F238E27FC236}">
                <a16:creationId xmlns:a16="http://schemas.microsoft.com/office/drawing/2014/main" id="{842D5984-EA31-BD53-CE8B-CDCDD57A8D5E}"/>
              </a:ext>
            </a:extLst>
          </p:cNvPr>
          <p:cNvSpPr/>
          <p:nvPr/>
        </p:nvSpPr>
        <p:spPr>
          <a:xfrm flipH="1">
            <a:off x="1826728" y="229632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Flowchart: Direct Access Storage 3">
            <a:extLst>
              <a:ext uri="{FF2B5EF4-FFF2-40B4-BE49-F238E27FC236}">
                <a16:creationId xmlns:a16="http://schemas.microsoft.com/office/drawing/2014/main" id="{225BEC66-0CB6-3676-D129-B9935BF1EC30}"/>
              </a:ext>
            </a:extLst>
          </p:cNvPr>
          <p:cNvSpPr/>
          <p:nvPr/>
        </p:nvSpPr>
        <p:spPr>
          <a:xfrm flipH="1">
            <a:off x="1823957" y="32966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785B674D-801C-ABA1-2F7D-8519FD407390}"/>
              </a:ext>
            </a:extLst>
          </p:cNvPr>
          <p:cNvSpPr/>
          <p:nvPr/>
        </p:nvSpPr>
        <p:spPr>
          <a:xfrm>
            <a:off x="52511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AD11EB4-0FBE-3E99-D663-C02C4FD16D71}"/>
              </a:ext>
            </a:extLst>
          </p:cNvPr>
          <p:cNvSpPr/>
          <p:nvPr/>
        </p:nvSpPr>
        <p:spPr>
          <a:xfrm>
            <a:off x="54035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505495C3-18B7-927E-5481-EDD771FBD05E}"/>
              </a:ext>
            </a:extLst>
          </p:cNvPr>
          <p:cNvSpPr/>
          <p:nvPr/>
        </p:nvSpPr>
        <p:spPr>
          <a:xfrm>
            <a:off x="55559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8AA67D55-8F89-0F11-9042-AB38FEB44755}"/>
              </a:ext>
            </a:extLst>
          </p:cNvPr>
          <p:cNvSpPr/>
          <p:nvPr/>
        </p:nvSpPr>
        <p:spPr>
          <a:xfrm>
            <a:off x="57083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DC122707-CCE1-8618-2F0C-B57929CCC649}"/>
              </a:ext>
            </a:extLst>
          </p:cNvPr>
          <p:cNvSpPr/>
          <p:nvPr/>
        </p:nvSpPr>
        <p:spPr>
          <a:xfrm>
            <a:off x="58607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74BF0009-6DF6-4F24-C2BD-920203B6734A}"/>
              </a:ext>
            </a:extLst>
          </p:cNvPr>
          <p:cNvSpPr/>
          <p:nvPr/>
        </p:nvSpPr>
        <p:spPr>
          <a:xfrm>
            <a:off x="2495969" y="2651213"/>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cxnSp>
        <p:nvCxnSpPr>
          <p:cNvPr id="11" name="Connector: Curved 10">
            <a:extLst>
              <a:ext uri="{FF2B5EF4-FFF2-40B4-BE49-F238E27FC236}">
                <a16:creationId xmlns:a16="http://schemas.microsoft.com/office/drawing/2014/main" id="{15E7EFC3-894D-504C-5374-69E721BE00BF}"/>
              </a:ext>
            </a:extLst>
          </p:cNvPr>
          <p:cNvCxnSpPr>
            <a:stCxn id="3" idx="1"/>
          </p:cNvCxnSpPr>
          <p:nvPr/>
        </p:nvCxnSpPr>
        <p:spPr>
          <a:xfrm>
            <a:off x="2026233" y="2458418"/>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ctor: Curved 11">
            <a:extLst>
              <a:ext uri="{FF2B5EF4-FFF2-40B4-BE49-F238E27FC236}">
                <a16:creationId xmlns:a16="http://schemas.microsoft.com/office/drawing/2014/main" id="{8DD8621E-A70E-5D72-8960-0BB8C95B2094}"/>
              </a:ext>
            </a:extLst>
          </p:cNvPr>
          <p:cNvCxnSpPr>
            <a:stCxn id="4" idx="1"/>
          </p:cNvCxnSpPr>
          <p:nvPr/>
        </p:nvCxnSpPr>
        <p:spPr>
          <a:xfrm flipV="1">
            <a:off x="2023462" y="3113954"/>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Curved 12">
            <a:extLst>
              <a:ext uri="{FF2B5EF4-FFF2-40B4-BE49-F238E27FC236}">
                <a16:creationId xmlns:a16="http://schemas.microsoft.com/office/drawing/2014/main" id="{7021597B-CB50-2D31-BCE6-7A1A9A9182C4}"/>
              </a:ext>
            </a:extLst>
          </p:cNvPr>
          <p:cNvCxnSpPr>
            <a:stCxn id="10" idx="3"/>
            <a:endCxn id="5" idx="1"/>
          </p:cNvCxnSpPr>
          <p:nvPr/>
        </p:nvCxnSpPr>
        <p:spPr>
          <a:xfrm flipV="1">
            <a:off x="3580712" y="2973915"/>
            <a:ext cx="1670404"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701FF02C-8CAF-C892-9B95-99CB7CF9246D}"/>
              </a:ext>
            </a:extLst>
          </p:cNvPr>
          <p:cNvCxnSpPr>
            <a:cxnSpLocks/>
            <a:stCxn id="9" idx="3"/>
            <a:endCxn id="32" idx="1"/>
          </p:cNvCxnSpPr>
          <p:nvPr/>
        </p:nvCxnSpPr>
        <p:spPr>
          <a:xfrm flipV="1">
            <a:off x="5960469" y="2973914"/>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0D4FBDDF-14D7-8CFA-3004-0EA2B0590283}"/>
              </a:ext>
            </a:extLst>
          </p:cNvPr>
          <p:cNvSpPr txBox="1"/>
          <p:nvPr/>
        </p:nvSpPr>
        <p:spPr>
          <a:xfrm>
            <a:off x="3549271" y="2973913"/>
            <a:ext cx="1494320" cy="646331"/>
          </a:xfrm>
          <a:prstGeom prst="rect">
            <a:avLst/>
          </a:prstGeom>
          <a:noFill/>
        </p:spPr>
        <p:txBody>
          <a:bodyPr wrap="none" rtlCol="0">
            <a:spAutoFit/>
          </a:bodyPr>
          <a:lstStyle/>
          <a:p>
            <a:r>
              <a:rPr lang="en-US" dirty="0"/>
              <a:t>[1400,1600,2]</a:t>
            </a:r>
          </a:p>
          <a:p>
            <a:r>
              <a:rPr lang="en-US" dirty="0"/>
              <a:t>@90 FPS</a:t>
            </a:r>
          </a:p>
        </p:txBody>
      </p:sp>
      <p:sp>
        <p:nvSpPr>
          <p:cNvPr id="24" name="TextBox 23">
            <a:extLst>
              <a:ext uri="{FF2B5EF4-FFF2-40B4-BE49-F238E27FC236}">
                <a16:creationId xmlns:a16="http://schemas.microsoft.com/office/drawing/2014/main" id="{FD654193-DC64-5D1E-1A50-CC515818A138}"/>
              </a:ext>
            </a:extLst>
          </p:cNvPr>
          <p:cNvSpPr txBox="1"/>
          <p:nvPr/>
        </p:nvSpPr>
        <p:spPr>
          <a:xfrm>
            <a:off x="6027377" y="3113954"/>
            <a:ext cx="1143262" cy="646331"/>
          </a:xfrm>
          <a:prstGeom prst="rect">
            <a:avLst/>
          </a:prstGeom>
          <a:noFill/>
        </p:spPr>
        <p:txBody>
          <a:bodyPr wrap="none" rtlCol="0">
            <a:spAutoFit/>
          </a:bodyPr>
          <a:lstStyle/>
          <a:p>
            <a:r>
              <a:rPr lang="en-US" dirty="0"/>
              <a:t>[82,95,64]</a:t>
            </a:r>
          </a:p>
          <a:p>
            <a:r>
              <a:rPr lang="en-US" dirty="0"/>
              <a:t>@90 FPS</a:t>
            </a:r>
          </a:p>
        </p:txBody>
      </p:sp>
      <p:sp>
        <p:nvSpPr>
          <p:cNvPr id="27" name="TextBox 26">
            <a:extLst>
              <a:ext uri="{FF2B5EF4-FFF2-40B4-BE49-F238E27FC236}">
                <a16:creationId xmlns:a16="http://schemas.microsoft.com/office/drawing/2014/main" id="{D2A2D7C1-BE09-D80B-92F6-1ED05BEC835A}"/>
              </a:ext>
            </a:extLst>
          </p:cNvPr>
          <p:cNvSpPr txBox="1"/>
          <p:nvPr/>
        </p:nvSpPr>
        <p:spPr>
          <a:xfrm>
            <a:off x="4630176" y="1578299"/>
            <a:ext cx="2668548" cy="646331"/>
          </a:xfrm>
          <a:prstGeom prst="rect">
            <a:avLst/>
          </a:prstGeom>
          <a:noFill/>
        </p:spPr>
        <p:txBody>
          <a:bodyPr wrap="square" rtlCol="0">
            <a:spAutoFit/>
          </a:bodyPr>
          <a:lstStyle/>
          <a:p>
            <a:r>
              <a:rPr lang="en-US" dirty="0"/>
              <a:t>self supervised pretrained image encoder</a:t>
            </a:r>
          </a:p>
        </p:txBody>
      </p:sp>
      <p:sp>
        <p:nvSpPr>
          <p:cNvPr id="29" name="TextBox 28">
            <a:extLst>
              <a:ext uri="{FF2B5EF4-FFF2-40B4-BE49-F238E27FC236}">
                <a16:creationId xmlns:a16="http://schemas.microsoft.com/office/drawing/2014/main" id="{F6E2722C-2CE6-8E16-C66B-9FC338995855}"/>
              </a:ext>
            </a:extLst>
          </p:cNvPr>
          <p:cNvSpPr txBox="1"/>
          <p:nvPr/>
        </p:nvSpPr>
        <p:spPr>
          <a:xfrm>
            <a:off x="1412546" y="1864935"/>
            <a:ext cx="971804" cy="369332"/>
          </a:xfrm>
          <a:prstGeom prst="rect">
            <a:avLst/>
          </a:prstGeom>
          <a:noFill/>
        </p:spPr>
        <p:txBody>
          <a:bodyPr wrap="none" rtlCol="0">
            <a:spAutoFit/>
          </a:bodyPr>
          <a:lstStyle/>
          <a:p>
            <a:r>
              <a:rPr lang="en-US" dirty="0"/>
              <a:t>Mira220</a:t>
            </a:r>
          </a:p>
        </p:txBody>
      </p:sp>
      <p:sp>
        <p:nvSpPr>
          <p:cNvPr id="30" name="TextBox 29">
            <a:extLst>
              <a:ext uri="{FF2B5EF4-FFF2-40B4-BE49-F238E27FC236}">
                <a16:creationId xmlns:a16="http://schemas.microsoft.com/office/drawing/2014/main" id="{042236E5-6712-2DEE-73A8-2CBB577084ED}"/>
              </a:ext>
            </a:extLst>
          </p:cNvPr>
          <p:cNvSpPr txBox="1"/>
          <p:nvPr/>
        </p:nvSpPr>
        <p:spPr>
          <a:xfrm>
            <a:off x="1412546" y="2914031"/>
            <a:ext cx="971804" cy="369332"/>
          </a:xfrm>
          <a:prstGeom prst="rect">
            <a:avLst/>
          </a:prstGeom>
          <a:noFill/>
        </p:spPr>
        <p:txBody>
          <a:bodyPr wrap="none" rtlCol="0">
            <a:spAutoFit/>
          </a:bodyPr>
          <a:lstStyle/>
          <a:p>
            <a:r>
              <a:rPr lang="en-US" dirty="0"/>
              <a:t>Mira220</a:t>
            </a:r>
          </a:p>
        </p:txBody>
      </p:sp>
      <p:sp>
        <p:nvSpPr>
          <p:cNvPr id="32" name="Rectangle 31">
            <a:extLst>
              <a:ext uri="{FF2B5EF4-FFF2-40B4-BE49-F238E27FC236}">
                <a16:creationId xmlns:a16="http://schemas.microsoft.com/office/drawing/2014/main" id="{060AF8B4-416B-8B0E-0A0E-3644382C0846}"/>
              </a:ext>
            </a:extLst>
          </p:cNvPr>
          <p:cNvSpPr/>
          <p:nvPr/>
        </p:nvSpPr>
        <p:spPr>
          <a:xfrm>
            <a:off x="7635964" y="2579059"/>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5" name="Connector: Curved 34">
            <a:extLst>
              <a:ext uri="{FF2B5EF4-FFF2-40B4-BE49-F238E27FC236}">
                <a16:creationId xmlns:a16="http://schemas.microsoft.com/office/drawing/2014/main" id="{97235CCC-04B8-DC78-C52C-E19E7CE17DF2}"/>
              </a:ext>
            </a:extLst>
          </p:cNvPr>
          <p:cNvCxnSpPr>
            <a:cxnSpLocks/>
          </p:cNvCxnSpPr>
          <p:nvPr/>
        </p:nvCxnSpPr>
        <p:spPr>
          <a:xfrm flipV="1">
            <a:off x="7735717" y="2968395"/>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E429A15F-116C-FE36-210F-2E1CAEF14247}"/>
              </a:ext>
            </a:extLst>
          </p:cNvPr>
          <p:cNvSpPr txBox="1"/>
          <p:nvPr/>
        </p:nvSpPr>
        <p:spPr>
          <a:xfrm>
            <a:off x="8154250" y="3135550"/>
            <a:ext cx="1026243" cy="646331"/>
          </a:xfrm>
          <a:prstGeom prst="rect">
            <a:avLst/>
          </a:prstGeom>
          <a:noFill/>
        </p:spPr>
        <p:txBody>
          <a:bodyPr wrap="none" rtlCol="0">
            <a:spAutoFit/>
          </a:bodyPr>
          <a:lstStyle/>
          <a:p>
            <a:r>
              <a:rPr lang="en-US" dirty="0"/>
              <a:t>[82,95,1]</a:t>
            </a:r>
          </a:p>
          <a:p>
            <a:r>
              <a:rPr lang="en-US" dirty="0"/>
              <a:t>@90 FPS</a:t>
            </a:r>
          </a:p>
        </p:txBody>
      </p:sp>
      <p:sp>
        <p:nvSpPr>
          <p:cNvPr id="37" name="TextBox 36">
            <a:extLst>
              <a:ext uri="{FF2B5EF4-FFF2-40B4-BE49-F238E27FC236}">
                <a16:creationId xmlns:a16="http://schemas.microsoft.com/office/drawing/2014/main" id="{211C692B-8825-0E4C-B6FD-F82CBDFC4D82}"/>
              </a:ext>
            </a:extLst>
          </p:cNvPr>
          <p:cNvSpPr txBox="1"/>
          <p:nvPr/>
        </p:nvSpPr>
        <p:spPr>
          <a:xfrm>
            <a:off x="8119509" y="2589061"/>
            <a:ext cx="1077026" cy="369332"/>
          </a:xfrm>
          <a:prstGeom prst="rect">
            <a:avLst/>
          </a:prstGeom>
          <a:noFill/>
        </p:spPr>
        <p:txBody>
          <a:bodyPr wrap="none" rtlCol="0">
            <a:spAutoFit/>
          </a:bodyPr>
          <a:lstStyle/>
          <a:p>
            <a:r>
              <a:rPr lang="en-US" dirty="0"/>
              <a:t>heat map</a:t>
            </a:r>
          </a:p>
        </p:txBody>
      </p:sp>
      <p:sp>
        <p:nvSpPr>
          <p:cNvPr id="55" name="Right Brace 54">
            <a:extLst>
              <a:ext uri="{FF2B5EF4-FFF2-40B4-BE49-F238E27FC236}">
                <a16:creationId xmlns:a16="http://schemas.microsoft.com/office/drawing/2014/main" id="{9C5453A9-DE83-164A-D52B-33975A02F078}"/>
              </a:ext>
            </a:extLst>
          </p:cNvPr>
          <p:cNvSpPr/>
          <p:nvPr/>
        </p:nvSpPr>
        <p:spPr>
          <a:xfrm rot="16200000">
            <a:off x="5515631" y="1998072"/>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TextBox 55">
            <a:extLst>
              <a:ext uri="{FF2B5EF4-FFF2-40B4-BE49-F238E27FC236}">
                <a16:creationId xmlns:a16="http://schemas.microsoft.com/office/drawing/2014/main" id="{AE6EEABF-E519-5C88-FC3E-A60665F926D3}"/>
              </a:ext>
            </a:extLst>
          </p:cNvPr>
          <p:cNvSpPr txBox="1"/>
          <p:nvPr/>
        </p:nvSpPr>
        <p:spPr>
          <a:xfrm>
            <a:off x="11038703" y="65652"/>
            <a:ext cx="914033" cy="369332"/>
          </a:xfrm>
          <a:prstGeom prst="rect">
            <a:avLst/>
          </a:prstGeom>
          <a:noFill/>
        </p:spPr>
        <p:txBody>
          <a:bodyPr wrap="none" rtlCol="0">
            <a:spAutoFit/>
          </a:bodyPr>
          <a:lstStyle/>
          <a:p>
            <a:r>
              <a:rPr lang="en-US" dirty="0"/>
              <a:t>phase 2</a:t>
            </a:r>
          </a:p>
        </p:txBody>
      </p:sp>
      <p:sp>
        <p:nvSpPr>
          <p:cNvPr id="2" name="TextBox 1">
            <a:extLst>
              <a:ext uri="{FF2B5EF4-FFF2-40B4-BE49-F238E27FC236}">
                <a16:creationId xmlns:a16="http://schemas.microsoft.com/office/drawing/2014/main" id="{DF55E924-EFCE-94FB-DC24-A5B01E49A357}"/>
              </a:ext>
            </a:extLst>
          </p:cNvPr>
          <p:cNvSpPr txBox="1"/>
          <p:nvPr/>
        </p:nvSpPr>
        <p:spPr>
          <a:xfrm>
            <a:off x="1412546" y="5049795"/>
            <a:ext cx="5951694" cy="923330"/>
          </a:xfrm>
          <a:prstGeom prst="rect">
            <a:avLst/>
          </a:prstGeom>
          <a:noFill/>
        </p:spPr>
        <p:txBody>
          <a:bodyPr wrap="none" rtlCol="0">
            <a:spAutoFit/>
          </a:bodyPr>
          <a:lstStyle/>
          <a:p>
            <a:r>
              <a:rPr lang="en-US" dirty="0"/>
              <a:t>pretrain using self-supervised pretext tasks on unlabeled data</a:t>
            </a:r>
          </a:p>
          <a:p>
            <a:pPr marL="342900" indent="-342900">
              <a:buAutoNum type="arabicPeriod"/>
            </a:pPr>
            <a:r>
              <a:rPr lang="en-US" dirty="0"/>
              <a:t>LR eye swap, predict LR vs RL</a:t>
            </a:r>
          </a:p>
          <a:p>
            <a:pPr marL="342900" indent="-342900">
              <a:buAutoNum type="arabicPeriod"/>
            </a:pPr>
            <a:r>
              <a:rPr lang="en-US" dirty="0"/>
              <a:t>LR time shift, predict L[t]R[t] vs L[t-1]R[t] vs L[t]R[t-1]</a:t>
            </a:r>
          </a:p>
        </p:txBody>
      </p:sp>
      <p:sp>
        <p:nvSpPr>
          <p:cNvPr id="15" name="TextBox 14">
            <a:extLst>
              <a:ext uri="{FF2B5EF4-FFF2-40B4-BE49-F238E27FC236}">
                <a16:creationId xmlns:a16="http://schemas.microsoft.com/office/drawing/2014/main" id="{0814AA60-4CE7-7D81-D4A5-9E8E8A56583E}"/>
              </a:ext>
            </a:extLst>
          </p:cNvPr>
          <p:cNvSpPr txBox="1"/>
          <p:nvPr/>
        </p:nvSpPr>
        <p:spPr>
          <a:xfrm>
            <a:off x="3613753" y="2604580"/>
            <a:ext cx="671979" cy="369332"/>
          </a:xfrm>
          <a:prstGeom prst="rect">
            <a:avLst/>
          </a:prstGeom>
          <a:noFill/>
        </p:spPr>
        <p:txBody>
          <a:bodyPr wrap="none" rtlCol="0">
            <a:spAutoFit/>
          </a:bodyPr>
          <a:lstStyle/>
          <a:p>
            <a:r>
              <a:rPr lang="en-US" dirty="0"/>
              <a:t>AXI-S</a:t>
            </a:r>
          </a:p>
        </p:txBody>
      </p:sp>
    </p:spTree>
    <p:extLst>
      <p:ext uri="{BB962C8B-B14F-4D97-AF65-F5344CB8AC3E}">
        <p14:creationId xmlns:p14="http://schemas.microsoft.com/office/powerpoint/2010/main" val="30817942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D61712-DE05-2DE1-A870-849D5BC44A71}"/>
              </a:ext>
            </a:extLst>
          </p:cNvPr>
          <p:cNvSpPr>
            <a:spLocks noGrp="1"/>
          </p:cNvSpPr>
          <p:nvPr>
            <p:ph type="title"/>
          </p:nvPr>
        </p:nvSpPr>
        <p:spPr/>
        <p:txBody>
          <a:bodyPr>
            <a:normAutofit/>
          </a:bodyPr>
          <a:lstStyle/>
          <a:p>
            <a:r>
              <a:rPr lang="en-US" sz="3600" b="1" dirty="0"/>
              <a:t>Sensing platform</a:t>
            </a:r>
          </a:p>
        </p:txBody>
      </p:sp>
      <p:sp>
        <p:nvSpPr>
          <p:cNvPr id="5" name="Content Placeholder 4">
            <a:extLst>
              <a:ext uri="{FF2B5EF4-FFF2-40B4-BE49-F238E27FC236}">
                <a16:creationId xmlns:a16="http://schemas.microsoft.com/office/drawing/2014/main" id="{E467FB66-A43C-B8BB-F462-375E8FAACA75}"/>
              </a:ext>
            </a:extLst>
          </p:cNvPr>
          <p:cNvSpPr>
            <a:spLocks noGrp="1"/>
          </p:cNvSpPr>
          <p:nvPr>
            <p:ph idx="1"/>
          </p:nvPr>
        </p:nvSpPr>
        <p:spPr>
          <a:xfrm>
            <a:off x="838199" y="1690689"/>
            <a:ext cx="10983097" cy="4553592"/>
          </a:xfrm>
        </p:spPr>
        <p:txBody>
          <a:bodyPr>
            <a:normAutofit fontScale="92500" lnSpcReduction="20000"/>
          </a:bodyPr>
          <a:lstStyle/>
          <a:p>
            <a:pPr marL="0" indent="0">
              <a:buNone/>
            </a:pPr>
            <a:r>
              <a:rPr lang="en-US" b="1" dirty="0"/>
              <a:t>Silicon vision and sensing platform for next generation robotics</a:t>
            </a:r>
          </a:p>
          <a:p>
            <a:pPr lvl="1"/>
            <a:r>
              <a:rPr lang="en-US" dirty="0"/>
              <a:t>target next generation robotics based on multimodal LLM technology</a:t>
            </a:r>
          </a:p>
          <a:p>
            <a:pPr lvl="1"/>
            <a:r>
              <a:rPr lang="en-US" dirty="0"/>
              <a:t>the image encoder socket is the first stage in a multimodal LLM </a:t>
            </a:r>
            <a:r>
              <a:rPr lang="en-US" dirty="0">
                <a:hlinkClick r:id="rId3"/>
              </a:rPr>
              <a:t>e.g. CLIP</a:t>
            </a:r>
            <a:endParaRPr lang="en-US" dirty="0"/>
          </a:p>
          <a:p>
            <a:pPr lvl="1"/>
            <a:r>
              <a:rPr lang="en-US" dirty="0"/>
              <a:t>foundation/backbone vision models encode raw pixels into a compressed feature map</a:t>
            </a:r>
          </a:p>
          <a:p>
            <a:pPr lvl="1"/>
            <a:r>
              <a:rPr lang="en-US" dirty="0"/>
              <a:t>domain specific FPGA enables low latency "pixels to features" at sensor speed</a:t>
            </a:r>
          </a:p>
          <a:p>
            <a:pPr lvl="1"/>
            <a:r>
              <a:rPr lang="en-US" dirty="0"/>
              <a:t>extends to 360-degree vision, hyperspectral, video, tactile sensors, audio, RF</a:t>
            </a:r>
          </a:p>
          <a:p>
            <a:pPr marL="0" indent="0">
              <a:buNone/>
            </a:pPr>
            <a:r>
              <a:rPr lang="en-US" dirty="0"/>
              <a:t>Strategy</a:t>
            </a:r>
          </a:p>
          <a:p>
            <a:pPr lvl="1"/>
            <a:r>
              <a:rPr lang="en-US" dirty="0"/>
              <a:t>Open software</a:t>
            </a:r>
          </a:p>
          <a:p>
            <a:pPr lvl="1"/>
            <a:r>
              <a:rPr lang="en-US" dirty="0"/>
              <a:t>Optimized FPGA silicon initially targeting the emerging </a:t>
            </a:r>
            <a:r>
              <a:rPr lang="en-US" b="1" dirty="0"/>
              <a:t>image encoder socket</a:t>
            </a:r>
          </a:p>
          <a:p>
            <a:pPr lvl="1"/>
            <a:r>
              <a:rPr lang="en-US" dirty="0"/>
              <a:t>Scale using </a:t>
            </a:r>
            <a:r>
              <a:rPr lang="en-US" dirty="0" err="1"/>
              <a:t>chiplets</a:t>
            </a:r>
            <a:endParaRPr lang="en-US" dirty="0"/>
          </a:p>
          <a:p>
            <a:pPr lvl="1"/>
            <a:r>
              <a:rPr lang="en-US" dirty="0"/>
              <a:t>Partner with image sensor, robotics ecosystems</a:t>
            </a:r>
          </a:p>
          <a:p>
            <a:pPr marL="0" indent="0">
              <a:buNone/>
            </a:pPr>
            <a:r>
              <a:rPr lang="en-US" dirty="0"/>
              <a:t>Execution</a:t>
            </a:r>
          </a:p>
          <a:p>
            <a:pPr lvl="1"/>
            <a:r>
              <a:rPr lang="en-US" dirty="0"/>
              <a:t>TF to Verilog demo, real time CNN inference at high resolution and frame rate</a:t>
            </a:r>
          </a:p>
          <a:p>
            <a:pPr lvl="1"/>
            <a:r>
              <a:rPr lang="en-US" dirty="0"/>
              <a:t>demonstrate vision model using self supervised pretraining on egocentric image data</a:t>
            </a:r>
          </a:p>
          <a:p>
            <a:pPr lvl="2"/>
            <a:endParaRPr lang="en-US" dirty="0"/>
          </a:p>
          <a:p>
            <a:pPr lvl="2"/>
            <a:endParaRPr lang="en-US" dirty="0"/>
          </a:p>
        </p:txBody>
      </p:sp>
    </p:spTree>
    <p:extLst>
      <p:ext uri="{BB962C8B-B14F-4D97-AF65-F5344CB8AC3E}">
        <p14:creationId xmlns:p14="http://schemas.microsoft.com/office/powerpoint/2010/main" val="38537692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AD8476-265D-032F-705A-407E27EEFC12}"/>
              </a:ext>
            </a:extLst>
          </p:cNvPr>
          <p:cNvSpPr/>
          <p:nvPr/>
        </p:nvSpPr>
        <p:spPr>
          <a:xfrm>
            <a:off x="4292486" y="1457838"/>
            <a:ext cx="1000664" cy="1000664"/>
          </a:xfrm>
          <a:prstGeom prst="roundRect">
            <a:avLst/>
          </a:prstGeom>
          <a:ln>
            <a:solidFill>
              <a:schemeClr val="bg1">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A35E6ED1-FEA9-EC19-0318-E62C94157E35}"/>
              </a:ext>
            </a:extLst>
          </p:cNvPr>
          <p:cNvSpPr/>
          <p:nvPr/>
        </p:nvSpPr>
        <p:spPr>
          <a:xfrm flipH="1">
            <a:off x="4092981" y="179607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342D62B9-8E42-B086-238C-4276D9845DFC}"/>
              </a:ext>
            </a:extLst>
          </p:cNvPr>
          <p:cNvSpPr txBox="1"/>
          <p:nvPr/>
        </p:nvSpPr>
        <p:spPr>
          <a:xfrm>
            <a:off x="4321346" y="889000"/>
            <a:ext cx="971804" cy="369332"/>
          </a:xfrm>
          <a:prstGeom prst="rect">
            <a:avLst/>
          </a:prstGeom>
          <a:noFill/>
        </p:spPr>
        <p:txBody>
          <a:bodyPr wrap="none" rtlCol="0">
            <a:spAutoFit/>
          </a:bodyPr>
          <a:lstStyle/>
          <a:p>
            <a:r>
              <a:rPr lang="en-US" dirty="0"/>
              <a:t>Mira220</a:t>
            </a:r>
          </a:p>
        </p:txBody>
      </p:sp>
      <p:sp>
        <p:nvSpPr>
          <p:cNvPr id="5" name="Flowchart: Direct Access Storage 4">
            <a:extLst>
              <a:ext uri="{FF2B5EF4-FFF2-40B4-BE49-F238E27FC236}">
                <a16:creationId xmlns:a16="http://schemas.microsoft.com/office/drawing/2014/main" id="{B37BED91-73F8-41BC-F160-13F281465420}"/>
              </a:ext>
            </a:extLst>
          </p:cNvPr>
          <p:cNvSpPr/>
          <p:nvPr/>
        </p:nvSpPr>
        <p:spPr>
          <a:xfrm rot="5400000" flipH="1">
            <a:off x="4693065" y="119598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Flowchart: Direct Access Storage 5">
            <a:extLst>
              <a:ext uri="{FF2B5EF4-FFF2-40B4-BE49-F238E27FC236}">
                <a16:creationId xmlns:a16="http://schemas.microsoft.com/office/drawing/2014/main" id="{D4B58E88-1EEB-C268-4563-84E3CD2C6AF8}"/>
              </a:ext>
            </a:extLst>
          </p:cNvPr>
          <p:cNvSpPr/>
          <p:nvPr/>
        </p:nvSpPr>
        <p:spPr>
          <a:xfrm rot="16200000" flipH="1">
            <a:off x="4693065" y="239615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Flowchart: Direct Access Storage 6">
            <a:extLst>
              <a:ext uri="{FF2B5EF4-FFF2-40B4-BE49-F238E27FC236}">
                <a16:creationId xmlns:a16="http://schemas.microsoft.com/office/drawing/2014/main" id="{E5FB98C0-07DA-CEF0-95FD-64FE0CE8F2F2}"/>
              </a:ext>
            </a:extLst>
          </p:cNvPr>
          <p:cNvSpPr/>
          <p:nvPr/>
        </p:nvSpPr>
        <p:spPr>
          <a:xfrm rot="10800000" flipH="1">
            <a:off x="5293150" y="177667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Circle: Hollow 7">
            <a:extLst>
              <a:ext uri="{FF2B5EF4-FFF2-40B4-BE49-F238E27FC236}">
                <a16:creationId xmlns:a16="http://schemas.microsoft.com/office/drawing/2014/main" id="{A30EA2A2-8FDB-790F-8871-F4AF02CAC08A}"/>
              </a:ext>
            </a:extLst>
          </p:cNvPr>
          <p:cNvSpPr/>
          <p:nvPr/>
        </p:nvSpPr>
        <p:spPr>
          <a:xfrm>
            <a:off x="4624942" y="1776676"/>
            <a:ext cx="318838" cy="318838"/>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34807E06-D8F6-3B5C-9389-1982F6957227}"/>
              </a:ext>
            </a:extLst>
          </p:cNvPr>
          <p:cNvSpPr txBox="1"/>
          <p:nvPr/>
        </p:nvSpPr>
        <p:spPr>
          <a:xfrm>
            <a:off x="4338565" y="2061633"/>
            <a:ext cx="891591" cy="369332"/>
          </a:xfrm>
          <a:prstGeom prst="rect">
            <a:avLst/>
          </a:prstGeom>
          <a:noFill/>
        </p:spPr>
        <p:txBody>
          <a:bodyPr wrap="none" rtlCol="0">
            <a:spAutoFit/>
          </a:bodyPr>
          <a:lstStyle/>
          <a:p>
            <a:r>
              <a:rPr lang="en-US" dirty="0" err="1"/>
              <a:t>RPLidar</a:t>
            </a:r>
            <a:endParaRPr lang="en-US" dirty="0"/>
          </a:p>
        </p:txBody>
      </p:sp>
      <p:sp>
        <p:nvSpPr>
          <p:cNvPr id="10" name="Flowchart: Direct Access Storage 9">
            <a:extLst>
              <a:ext uri="{FF2B5EF4-FFF2-40B4-BE49-F238E27FC236}">
                <a16:creationId xmlns:a16="http://schemas.microsoft.com/office/drawing/2014/main" id="{9BB2F888-F82B-7150-50F4-CA51B53BA7CD}"/>
              </a:ext>
            </a:extLst>
          </p:cNvPr>
          <p:cNvSpPr/>
          <p:nvPr/>
        </p:nvSpPr>
        <p:spPr>
          <a:xfrm flipH="1">
            <a:off x="2068267" y="443567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Flowchart: Direct Access Storage 10">
            <a:extLst>
              <a:ext uri="{FF2B5EF4-FFF2-40B4-BE49-F238E27FC236}">
                <a16:creationId xmlns:a16="http://schemas.microsoft.com/office/drawing/2014/main" id="{F14A65FD-8828-6872-2953-6076BE00445F}"/>
              </a:ext>
            </a:extLst>
          </p:cNvPr>
          <p:cNvSpPr/>
          <p:nvPr/>
        </p:nvSpPr>
        <p:spPr>
          <a:xfrm flipH="1">
            <a:off x="2053741" y="557544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D470EFB7-D586-9DF5-069E-7EC174F9B847}"/>
              </a:ext>
            </a:extLst>
          </p:cNvPr>
          <p:cNvSpPr/>
          <p:nvPr/>
        </p:nvSpPr>
        <p:spPr>
          <a:xfrm>
            <a:off x="54926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FBC33780-527D-3B96-4A8D-7EA9DD3F5262}"/>
              </a:ext>
            </a:extLst>
          </p:cNvPr>
          <p:cNvSpPr/>
          <p:nvPr/>
        </p:nvSpPr>
        <p:spPr>
          <a:xfrm>
            <a:off x="56450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862BAD3F-272D-C21A-33F1-492134BA69B7}"/>
              </a:ext>
            </a:extLst>
          </p:cNvPr>
          <p:cNvSpPr/>
          <p:nvPr/>
        </p:nvSpPr>
        <p:spPr>
          <a:xfrm>
            <a:off x="57974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438AB2B5-BD9E-BF73-7599-AC5770CFF51D}"/>
              </a:ext>
            </a:extLst>
          </p:cNvPr>
          <p:cNvSpPr/>
          <p:nvPr/>
        </p:nvSpPr>
        <p:spPr>
          <a:xfrm>
            <a:off x="59498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B7398144-D908-1297-49CB-C8763CB2D64F}"/>
              </a:ext>
            </a:extLst>
          </p:cNvPr>
          <p:cNvSpPr/>
          <p:nvPr/>
        </p:nvSpPr>
        <p:spPr>
          <a:xfrm>
            <a:off x="61022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5334B386-5ADF-08A7-EA7B-AD1D9F787AC0}"/>
              </a:ext>
            </a:extLst>
          </p:cNvPr>
          <p:cNvSpPr/>
          <p:nvPr/>
        </p:nvSpPr>
        <p:spPr>
          <a:xfrm>
            <a:off x="2737508" y="4790564"/>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cxnSp>
        <p:nvCxnSpPr>
          <p:cNvPr id="20" name="Connector: Curved 19">
            <a:extLst>
              <a:ext uri="{FF2B5EF4-FFF2-40B4-BE49-F238E27FC236}">
                <a16:creationId xmlns:a16="http://schemas.microsoft.com/office/drawing/2014/main" id="{A102CF12-E5B0-4EC2-8F46-2CBCF3486C9D}"/>
              </a:ext>
            </a:extLst>
          </p:cNvPr>
          <p:cNvCxnSpPr>
            <a:stCxn id="17" idx="3"/>
            <a:endCxn id="12" idx="1"/>
          </p:cNvCxnSpPr>
          <p:nvPr/>
        </p:nvCxnSpPr>
        <p:spPr>
          <a:xfrm flipV="1">
            <a:off x="3822251" y="5113266"/>
            <a:ext cx="1670404"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or: Curved 20">
            <a:extLst>
              <a:ext uri="{FF2B5EF4-FFF2-40B4-BE49-F238E27FC236}">
                <a16:creationId xmlns:a16="http://schemas.microsoft.com/office/drawing/2014/main" id="{3D90ADC6-4623-7A42-6E26-A645E192A291}"/>
              </a:ext>
            </a:extLst>
          </p:cNvPr>
          <p:cNvCxnSpPr>
            <a:cxnSpLocks/>
            <a:stCxn id="16" idx="3"/>
          </p:cNvCxnSpPr>
          <p:nvPr/>
        </p:nvCxnSpPr>
        <p:spPr>
          <a:xfrm flipV="1">
            <a:off x="6202008" y="5113265"/>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FB96F52-0D51-0B77-3C66-498998971D09}"/>
              </a:ext>
            </a:extLst>
          </p:cNvPr>
          <p:cNvSpPr txBox="1"/>
          <p:nvPr/>
        </p:nvSpPr>
        <p:spPr>
          <a:xfrm>
            <a:off x="3790810" y="5113264"/>
            <a:ext cx="1494320" cy="646331"/>
          </a:xfrm>
          <a:prstGeom prst="rect">
            <a:avLst/>
          </a:prstGeom>
          <a:noFill/>
        </p:spPr>
        <p:txBody>
          <a:bodyPr wrap="none" rtlCol="0">
            <a:spAutoFit/>
          </a:bodyPr>
          <a:lstStyle/>
          <a:p>
            <a:r>
              <a:rPr lang="en-US" dirty="0"/>
              <a:t>[1400,1600,4]</a:t>
            </a:r>
          </a:p>
          <a:p>
            <a:r>
              <a:rPr lang="en-US" dirty="0"/>
              <a:t>@90 FPS</a:t>
            </a:r>
          </a:p>
        </p:txBody>
      </p:sp>
      <p:sp>
        <p:nvSpPr>
          <p:cNvPr id="23" name="TextBox 22">
            <a:extLst>
              <a:ext uri="{FF2B5EF4-FFF2-40B4-BE49-F238E27FC236}">
                <a16:creationId xmlns:a16="http://schemas.microsoft.com/office/drawing/2014/main" id="{EDAD3D19-C814-809A-C0E7-0795B978A847}"/>
              </a:ext>
            </a:extLst>
          </p:cNvPr>
          <p:cNvSpPr txBox="1"/>
          <p:nvPr/>
        </p:nvSpPr>
        <p:spPr>
          <a:xfrm>
            <a:off x="6327216" y="5121118"/>
            <a:ext cx="1260281" cy="646331"/>
          </a:xfrm>
          <a:prstGeom prst="rect">
            <a:avLst/>
          </a:prstGeom>
          <a:noFill/>
        </p:spPr>
        <p:txBody>
          <a:bodyPr wrap="none" rtlCol="0">
            <a:spAutoFit/>
          </a:bodyPr>
          <a:lstStyle/>
          <a:p>
            <a:r>
              <a:rPr lang="en-US" dirty="0"/>
              <a:t>[170,195,1]</a:t>
            </a:r>
          </a:p>
          <a:p>
            <a:r>
              <a:rPr lang="en-US" dirty="0"/>
              <a:t>@90 FPS</a:t>
            </a:r>
          </a:p>
        </p:txBody>
      </p:sp>
      <p:sp>
        <p:nvSpPr>
          <p:cNvPr id="24" name="TextBox 23">
            <a:extLst>
              <a:ext uri="{FF2B5EF4-FFF2-40B4-BE49-F238E27FC236}">
                <a16:creationId xmlns:a16="http://schemas.microsoft.com/office/drawing/2014/main" id="{F55FB43F-DA09-DF73-0057-A05EC73E9770}"/>
              </a:ext>
            </a:extLst>
          </p:cNvPr>
          <p:cNvSpPr txBox="1"/>
          <p:nvPr/>
        </p:nvSpPr>
        <p:spPr>
          <a:xfrm>
            <a:off x="4771174" y="3521727"/>
            <a:ext cx="3005788" cy="923330"/>
          </a:xfrm>
          <a:prstGeom prst="rect">
            <a:avLst/>
          </a:prstGeom>
          <a:noFill/>
        </p:spPr>
        <p:txBody>
          <a:bodyPr wrap="square" rtlCol="0">
            <a:spAutoFit/>
          </a:bodyPr>
          <a:lstStyle/>
          <a:p>
            <a:r>
              <a:rPr lang="en-US" dirty="0"/>
              <a:t>supervised training</a:t>
            </a:r>
          </a:p>
          <a:p>
            <a:r>
              <a:rPr lang="en-US" dirty="0"/>
              <a:t>predict overhead Lidar view from 4xMira220</a:t>
            </a:r>
          </a:p>
        </p:txBody>
      </p:sp>
      <p:sp>
        <p:nvSpPr>
          <p:cNvPr id="25" name="TextBox 24">
            <a:extLst>
              <a:ext uri="{FF2B5EF4-FFF2-40B4-BE49-F238E27FC236}">
                <a16:creationId xmlns:a16="http://schemas.microsoft.com/office/drawing/2014/main" id="{D5B81280-C025-1398-B712-B3069DBFC9D8}"/>
              </a:ext>
            </a:extLst>
          </p:cNvPr>
          <p:cNvSpPr txBox="1"/>
          <p:nvPr/>
        </p:nvSpPr>
        <p:spPr>
          <a:xfrm>
            <a:off x="1654085" y="4004286"/>
            <a:ext cx="971804" cy="369332"/>
          </a:xfrm>
          <a:prstGeom prst="rect">
            <a:avLst/>
          </a:prstGeom>
          <a:noFill/>
        </p:spPr>
        <p:txBody>
          <a:bodyPr wrap="none" rtlCol="0">
            <a:spAutoFit/>
          </a:bodyPr>
          <a:lstStyle/>
          <a:p>
            <a:r>
              <a:rPr lang="en-US" dirty="0"/>
              <a:t>Mira220</a:t>
            </a:r>
          </a:p>
        </p:txBody>
      </p:sp>
      <p:sp>
        <p:nvSpPr>
          <p:cNvPr id="31" name="Right Brace 30">
            <a:extLst>
              <a:ext uri="{FF2B5EF4-FFF2-40B4-BE49-F238E27FC236}">
                <a16:creationId xmlns:a16="http://schemas.microsoft.com/office/drawing/2014/main" id="{6ED45743-A67D-F555-E7D6-9D63588B9CEC}"/>
              </a:ext>
            </a:extLst>
          </p:cNvPr>
          <p:cNvSpPr/>
          <p:nvPr/>
        </p:nvSpPr>
        <p:spPr>
          <a:xfrm rot="16200000">
            <a:off x="5757170" y="4137423"/>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82B10FA0-7905-1594-3119-F1E78D1F2536}"/>
              </a:ext>
            </a:extLst>
          </p:cNvPr>
          <p:cNvSpPr txBox="1"/>
          <p:nvPr/>
        </p:nvSpPr>
        <p:spPr>
          <a:xfrm>
            <a:off x="3855292" y="4743931"/>
            <a:ext cx="671979" cy="369332"/>
          </a:xfrm>
          <a:prstGeom prst="rect">
            <a:avLst/>
          </a:prstGeom>
          <a:noFill/>
        </p:spPr>
        <p:txBody>
          <a:bodyPr wrap="none" rtlCol="0">
            <a:spAutoFit/>
          </a:bodyPr>
          <a:lstStyle/>
          <a:p>
            <a:r>
              <a:rPr lang="en-US" dirty="0"/>
              <a:t>AXI-S</a:t>
            </a:r>
          </a:p>
        </p:txBody>
      </p:sp>
      <p:sp>
        <p:nvSpPr>
          <p:cNvPr id="33" name="Flowchart: Direct Access Storage 32">
            <a:extLst>
              <a:ext uri="{FF2B5EF4-FFF2-40B4-BE49-F238E27FC236}">
                <a16:creationId xmlns:a16="http://schemas.microsoft.com/office/drawing/2014/main" id="{01027EF0-BC5D-2D0C-8CA7-54A95B2E1EB3}"/>
              </a:ext>
            </a:extLst>
          </p:cNvPr>
          <p:cNvSpPr/>
          <p:nvPr/>
        </p:nvSpPr>
        <p:spPr>
          <a:xfrm flipH="1">
            <a:off x="1822324" y="469910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Flowchart: Direct Access Storage 33">
            <a:extLst>
              <a:ext uri="{FF2B5EF4-FFF2-40B4-BE49-F238E27FC236}">
                <a16:creationId xmlns:a16="http://schemas.microsoft.com/office/drawing/2014/main" id="{735FF194-27C8-816C-B702-EE702BEF656E}"/>
              </a:ext>
            </a:extLst>
          </p:cNvPr>
          <p:cNvSpPr/>
          <p:nvPr/>
        </p:nvSpPr>
        <p:spPr>
          <a:xfrm flipH="1">
            <a:off x="1992591" y="512008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F3210F31-4211-1EFD-5CE8-CD49264421D0}"/>
              </a:ext>
            </a:extLst>
          </p:cNvPr>
          <p:cNvCxnSpPr>
            <a:stCxn id="10" idx="1"/>
          </p:cNvCxnSpPr>
          <p:nvPr/>
        </p:nvCxnSpPr>
        <p:spPr>
          <a:xfrm>
            <a:off x="2267772" y="4597769"/>
            <a:ext cx="469736" cy="31530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CBBD6FE-BE32-29F3-CFA1-007C9356AD89}"/>
              </a:ext>
            </a:extLst>
          </p:cNvPr>
          <p:cNvCxnSpPr>
            <a:stCxn id="33" idx="1"/>
            <a:endCxn id="17" idx="1"/>
          </p:cNvCxnSpPr>
          <p:nvPr/>
        </p:nvCxnSpPr>
        <p:spPr>
          <a:xfrm>
            <a:off x="2021829" y="4861205"/>
            <a:ext cx="715679" cy="252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2772D507-C19C-720F-FCF7-3D182D3D6991}"/>
              </a:ext>
            </a:extLst>
          </p:cNvPr>
          <p:cNvCxnSpPr>
            <a:stCxn id="34" idx="1"/>
          </p:cNvCxnSpPr>
          <p:nvPr/>
        </p:nvCxnSpPr>
        <p:spPr>
          <a:xfrm flipV="1">
            <a:off x="2192096" y="5238567"/>
            <a:ext cx="525122" cy="436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21248DA-6E79-02EE-E397-432E4FBC950A}"/>
              </a:ext>
            </a:extLst>
          </p:cNvPr>
          <p:cNvCxnSpPr>
            <a:stCxn id="11" idx="1"/>
          </p:cNvCxnSpPr>
          <p:nvPr/>
        </p:nvCxnSpPr>
        <p:spPr>
          <a:xfrm flipV="1">
            <a:off x="2253246" y="5400665"/>
            <a:ext cx="484262" cy="336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A048FD65-66D1-CE07-E3BC-2C625DFAC133}"/>
              </a:ext>
            </a:extLst>
          </p:cNvPr>
          <p:cNvSpPr txBox="1"/>
          <p:nvPr/>
        </p:nvSpPr>
        <p:spPr>
          <a:xfrm>
            <a:off x="208655" y="354371"/>
            <a:ext cx="2890859" cy="369332"/>
          </a:xfrm>
          <a:prstGeom prst="rect">
            <a:avLst/>
          </a:prstGeom>
          <a:noFill/>
        </p:spPr>
        <p:txBody>
          <a:bodyPr wrap="square">
            <a:spAutoFit/>
          </a:bodyPr>
          <a:lstStyle/>
          <a:p>
            <a:r>
              <a:rPr lang="en-US" dirty="0">
                <a:hlinkClick r:id="rId2"/>
              </a:rPr>
              <a:t>https://www.slamtec.ai/#</a:t>
            </a:r>
            <a:endParaRPr lang="en-US" dirty="0"/>
          </a:p>
        </p:txBody>
      </p:sp>
      <p:pic>
        <p:nvPicPr>
          <p:cNvPr id="46" name="Picture 45">
            <a:extLst>
              <a:ext uri="{FF2B5EF4-FFF2-40B4-BE49-F238E27FC236}">
                <a16:creationId xmlns:a16="http://schemas.microsoft.com/office/drawing/2014/main" id="{E127A3DA-F78B-826D-AE6C-3F5B1D41376C}"/>
              </a:ext>
            </a:extLst>
          </p:cNvPr>
          <p:cNvPicPr>
            <a:picLocks noChangeAspect="1"/>
          </p:cNvPicPr>
          <p:nvPr/>
        </p:nvPicPr>
        <p:blipFill>
          <a:blip r:embed="rId3"/>
          <a:stretch>
            <a:fillRect/>
          </a:stretch>
        </p:blipFill>
        <p:spPr>
          <a:xfrm>
            <a:off x="8175989" y="4473713"/>
            <a:ext cx="1795189" cy="1442915"/>
          </a:xfrm>
          <a:prstGeom prst="rect">
            <a:avLst/>
          </a:prstGeom>
        </p:spPr>
      </p:pic>
      <p:pic>
        <p:nvPicPr>
          <p:cNvPr id="47" name="Picture 46">
            <a:extLst>
              <a:ext uri="{FF2B5EF4-FFF2-40B4-BE49-F238E27FC236}">
                <a16:creationId xmlns:a16="http://schemas.microsoft.com/office/drawing/2014/main" id="{09FF4E41-A34E-7147-35B3-10D24BBA2D13}"/>
              </a:ext>
            </a:extLst>
          </p:cNvPr>
          <p:cNvPicPr>
            <a:picLocks noChangeAspect="1"/>
          </p:cNvPicPr>
          <p:nvPr/>
        </p:nvPicPr>
        <p:blipFill>
          <a:blip r:embed="rId4"/>
          <a:stretch>
            <a:fillRect/>
          </a:stretch>
        </p:blipFill>
        <p:spPr>
          <a:xfrm>
            <a:off x="7501036" y="1919025"/>
            <a:ext cx="1905000" cy="1905000"/>
          </a:xfrm>
          <a:prstGeom prst="rect">
            <a:avLst/>
          </a:prstGeom>
        </p:spPr>
      </p:pic>
      <p:pic>
        <p:nvPicPr>
          <p:cNvPr id="48" name="Picture 47">
            <a:extLst>
              <a:ext uri="{FF2B5EF4-FFF2-40B4-BE49-F238E27FC236}">
                <a16:creationId xmlns:a16="http://schemas.microsoft.com/office/drawing/2014/main" id="{651CFAB3-332C-5F8B-6893-D68CA43AD049}"/>
              </a:ext>
            </a:extLst>
          </p:cNvPr>
          <p:cNvPicPr>
            <a:picLocks noChangeAspect="1"/>
          </p:cNvPicPr>
          <p:nvPr/>
        </p:nvPicPr>
        <p:blipFill>
          <a:blip r:embed="rId5"/>
          <a:stretch>
            <a:fillRect/>
          </a:stretch>
        </p:blipFill>
        <p:spPr>
          <a:xfrm>
            <a:off x="310017" y="896994"/>
            <a:ext cx="2488321" cy="2488321"/>
          </a:xfrm>
          <a:prstGeom prst="rect">
            <a:avLst/>
          </a:prstGeom>
        </p:spPr>
      </p:pic>
      <p:cxnSp>
        <p:nvCxnSpPr>
          <p:cNvPr id="50" name="Straight Arrow Connector 49">
            <a:extLst>
              <a:ext uri="{FF2B5EF4-FFF2-40B4-BE49-F238E27FC236}">
                <a16:creationId xmlns:a16="http://schemas.microsoft.com/office/drawing/2014/main" id="{5A74EABC-366E-BD02-19B7-BD8B6A58A10D}"/>
              </a:ext>
            </a:extLst>
          </p:cNvPr>
          <p:cNvCxnSpPr/>
          <p:nvPr/>
        </p:nvCxnSpPr>
        <p:spPr>
          <a:xfrm>
            <a:off x="8660921" y="3571336"/>
            <a:ext cx="181154" cy="681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C9BE0AD-81B9-385A-4721-98BC410B5DDC}"/>
              </a:ext>
            </a:extLst>
          </p:cNvPr>
          <p:cNvCxnSpPr/>
          <p:nvPr/>
        </p:nvCxnSpPr>
        <p:spPr>
          <a:xfrm flipH="1" flipV="1">
            <a:off x="4954916" y="2061633"/>
            <a:ext cx="2632581" cy="707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CEEC193-BFD5-443F-BFE1-9AAE0FB1D00A}"/>
              </a:ext>
            </a:extLst>
          </p:cNvPr>
          <p:cNvSpPr txBox="1"/>
          <p:nvPr/>
        </p:nvSpPr>
        <p:spPr>
          <a:xfrm>
            <a:off x="5542147" y="5569101"/>
            <a:ext cx="606256" cy="369332"/>
          </a:xfrm>
          <a:prstGeom prst="rect">
            <a:avLst/>
          </a:prstGeom>
          <a:noFill/>
        </p:spPr>
        <p:txBody>
          <a:bodyPr wrap="none" rtlCol="0">
            <a:spAutoFit/>
          </a:bodyPr>
          <a:lstStyle/>
          <a:p>
            <a:r>
              <a:rPr lang="en-US" dirty="0"/>
              <a:t>CNN</a:t>
            </a:r>
          </a:p>
        </p:txBody>
      </p:sp>
    </p:spTree>
    <p:extLst>
      <p:ext uri="{BB962C8B-B14F-4D97-AF65-F5344CB8AC3E}">
        <p14:creationId xmlns:p14="http://schemas.microsoft.com/office/powerpoint/2010/main" val="38086817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E192B854-1D56-1B23-C423-C57D922E9137}"/>
              </a:ext>
            </a:extLst>
          </p:cNvPr>
          <p:cNvSpPr/>
          <p:nvPr/>
        </p:nvSpPr>
        <p:spPr>
          <a:xfrm flipH="1">
            <a:off x="2345710" y="317776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8F2407DF-27AF-3BF6-2988-624FFBF7A48E}"/>
              </a:ext>
            </a:extLst>
          </p:cNvPr>
          <p:cNvSpPr/>
          <p:nvPr/>
        </p:nvSpPr>
        <p:spPr>
          <a:xfrm flipH="1">
            <a:off x="2342939" y="417806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3CDAD744-B3F6-C86A-3CFA-4BB24D9A1FBC}"/>
              </a:ext>
            </a:extLst>
          </p:cNvPr>
          <p:cNvSpPr/>
          <p:nvPr/>
        </p:nvSpPr>
        <p:spPr>
          <a:xfrm>
            <a:off x="5082649" y="3551971"/>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grpSp>
        <p:nvGrpSpPr>
          <p:cNvPr id="33" name="Group 32">
            <a:extLst>
              <a:ext uri="{FF2B5EF4-FFF2-40B4-BE49-F238E27FC236}">
                <a16:creationId xmlns:a16="http://schemas.microsoft.com/office/drawing/2014/main" id="{E0568748-9C15-7A24-D298-C6672B12C5D4}"/>
              </a:ext>
            </a:extLst>
          </p:cNvPr>
          <p:cNvGrpSpPr/>
          <p:nvPr/>
        </p:nvGrpSpPr>
        <p:grpSpPr>
          <a:xfrm>
            <a:off x="2542444" y="3339866"/>
            <a:ext cx="719644" cy="1000298"/>
            <a:chOff x="2457574" y="3339866"/>
            <a:chExt cx="472507" cy="1000298"/>
          </a:xfrm>
        </p:grpSpPr>
        <p:cxnSp>
          <p:nvCxnSpPr>
            <p:cNvPr id="10" name="Connector: Curved 9">
              <a:extLst>
                <a:ext uri="{FF2B5EF4-FFF2-40B4-BE49-F238E27FC236}">
                  <a16:creationId xmlns:a16="http://schemas.microsoft.com/office/drawing/2014/main" id="{1D0DEFCF-5558-22C7-AC91-7A969A74F34A}"/>
                </a:ext>
              </a:extLst>
            </p:cNvPr>
            <p:cNvCxnSpPr>
              <a:stCxn id="2" idx="1"/>
            </p:cNvCxnSpPr>
            <p:nvPr/>
          </p:nvCxnSpPr>
          <p:spPr>
            <a:xfrm>
              <a:off x="2460344" y="3339866"/>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or: Curved 10">
              <a:extLst>
                <a:ext uri="{FF2B5EF4-FFF2-40B4-BE49-F238E27FC236}">
                  <a16:creationId xmlns:a16="http://schemas.microsoft.com/office/drawing/2014/main" id="{EEB69BB4-93AD-773B-C6D7-E5EB6A269EDC}"/>
                </a:ext>
              </a:extLst>
            </p:cNvPr>
            <p:cNvCxnSpPr>
              <a:stCxn id="3" idx="1"/>
            </p:cNvCxnSpPr>
            <p:nvPr/>
          </p:nvCxnSpPr>
          <p:spPr>
            <a:xfrm flipV="1">
              <a:off x="2457574" y="3995402"/>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cxnSp>
        <p:nvCxnSpPr>
          <p:cNvPr id="12" name="Connector: Curved 11">
            <a:extLst>
              <a:ext uri="{FF2B5EF4-FFF2-40B4-BE49-F238E27FC236}">
                <a16:creationId xmlns:a16="http://schemas.microsoft.com/office/drawing/2014/main" id="{75D61974-4BB3-9D02-985E-62D782A5C6A0}"/>
              </a:ext>
            </a:extLst>
          </p:cNvPr>
          <p:cNvCxnSpPr>
            <a:cxnSpLocks/>
            <a:stCxn id="9" idx="3"/>
            <a:endCxn id="24" idx="1"/>
          </p:cNvCxnSpPr>
          <p:nvPr/>
        </p:nvCxnSpPr>
        <p:spPr>
          <a:xfrm>
            <a:off x="6167392" y="3874674"/>
            <a:ext cx="1357363" cy="127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2CABB7A4-B34B-4BB5-9BD1-AF09295D3116}"/>
              </a:ext>
            </a:extLst>
          </p:cNvPr>
          <p:cNvSpPr txBox="1"/>
          <p:nvPr/>
        </p:nvSpPr>
        <p:spPr>
          <a:xfrm>
            <a:off x="6240737" y="3855360"/>
            <a:ext cx="1205779" cy="523220"/>
          </a:xfrm>
          <a:prstGeom prst="rect">
            <a:avLst/>
          </a:prstGeom>
          <a:noFill/>
        </p:spPr>
        <p:txBody>
          <a:bodyPr wrap="none" rtlCol="0">
            <a:spAutoFit/>
          </a:bodyPr>
          <a:lstStyle/>
          <a:p>
            <a:r>
              <a:rPr lang="en-US" sz="1400" dirty="0"/>
              <a:t>[1400,1600,2]</a:t>
            </a:r>
          </a:p>
          <a:p>
            <a:r>
              <a:rPr lang="en-US" sz="1400" dirty="0"/>
              <a:t>@90 FPS</a:t>
            </a:r>
          </a:p>
        </p:txBody>
      </p:sp>
      <p:sp>
        <p:nvSpPr>
          <p:cNvPr id="17" name="TextBox 16">
            <a:extLst>
              <a:ext uri="{FF2B5EF4-FFF2-40B4-BE49-F238E27FC236}">
                <a16:creationId xmlns:a16="http://schemas.microsoft.com/office/drawing/2014/main" id="{DEF23B6A-224C-1540-3A55-319CD036109C}"/>
              </a:ext>
            </a:extLst>
          </p:cNvPr>
          <p:cNvSpPr txBox="1"/>
          <p:nvPr/>
        </p:nvSpPr>
        <p:spPr>
          <a:xfrm>
            <a:off x="1931528" y="2746383"/>
            <a:ext cx="971804" cy="369332"/>
          </a:xfrm>
          <a:prstGeom prst="rect">
            <a:avLst/>
          </a:prstGeom>
          <a:noFill/>
        </p:spPr>
        <p:txBody>
          <a:bodyPr wrap="none" rtlCol="0">
            <a:spAutoFit/>
          </a:bodyPr>
          <a:lstStyle/>
          <a:p>
            <a:r>
              <a:rPr lang="en-US" dirty="0"/>
              <a:t>Mira220</a:t>
            </a:r>
          </a:p>
        </p:txBody>
      </p:sp>
      <p:sp>
        <p:nvSpPr>
          <p:cNvPr id="18" name="TextBox 17">
            <a:extLst>
              <a:ext uri="{FF2B5EF4-FFF2-40B4-BE49-F238E27FC236}">
                <a16:creationId xmlns:a16="http://schemas.microsoft.com/office/drawing/2014/main" id="{A5248203-15FD-B4E9-F5D0-77499A09931D}"/>
              </a:ext>
            </a:extLst>
          </p:cNvPr>
          <p:cNvSpPr txBox="1"/>
          <p:nvPr/>
        </p:nvSpPr>
        <p:spPr>
          <a:xfrm>
            <a:off x="1931528" y="3795479"/>
            <a:ext cx="971804" cy="369332"/>
          </a:xfrm>
          <a:prstGeom prst="rect">
            <a:avLst/>
          </a:prstGeom>
          <a:noFill/>
        </p:spPr>
        <p:txBody>
          <a:bodyPr wrap="none" rtlCol="0">
            <a:spAutoFit/>
          </a:bodyPr>
          <a:lstStyle/>
          <a:p>
            <a:r>
              <a:rPr lang="en-US" dirty="0"/>
              <a:t>Mira220</a:t>
            </a:r>
          </a:p>
        </p:txBody>
      </p:sp>
      <p:sp>
        <p:nvSpPr>
          <p:cNvPr id="24" name="Rectangle 23">
            <a:extLst>
              <a:ext uri="{FF2B5EF4-FFF2-40B4-BE49-F238E27FC236}">
                <a16:creationId xmlns:a16="http://schemas.microsoft.com/office/drawing/2014/main" id="{25055173-5EFA-E52F-F7FB-AF6D97A36D3B}"/>
              </a:ext>
            </a:extLst>
          </p:cNvPr>
          <p:cNvSpPr/>
          <p:nvPr/>
        </p:nvSpPr>
        <p:spPr>
          <a:xfrm>
            <a:off x="7524755" y="3551971"/>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capture buffer</a:t>
            </a:r>
          </a:p>
        </p:txBody>
      </p:sp>
      <p:sp>
        <p:nvSpPr>
          <p:cNvPr id="25" name="Rectangle 24">
            <a:extLst>
              <a:ext uri="{FF2B5EF4-FFF2-40B4-BE49-F238E27FC236}">
                <a16:creationId xmlns:a16="http://schemas.microsoft.com/office/drawing/2014/main" id="{CD343B79-3305-AD85-F71F-2ED6F8BD1C76}"/>
              </a:ext>
            </a:extLst>
          </p:cNvPr>
          <p:cNvSpPr/>
          <p:nvPr/>
        </p:nvSpPr>
        <p:spPr>
          <a:xfrm>
            <a:off x="7524755" y="2552822"/>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LiteX</a:t>
            </a:r>
            <a:r>
              <a:rPr lang="en-US" sz="1600" dirty="0">
                <a:solidFill>
                  <a:schemeClr val="tx1"/>
                </a:solidFill>
              </a:rPr>
              <a:t> SoC</a:t>
            </a:r>
          </a:p>
        </p:txBody>
      </p:sp>
      <p:cxnSp>
        <p:nvCxnSpPr>
          <p:cNvPr id="27" name="Straight Arrow Connector 26">
            <a:extLst>
              <a:ext uri="{FF2B5EF4-FFF2-40B4-BE49-F238E27FC236}">
                <a16:creationId xmlns:a16="http://schemas.microsoft.com/office/drawing/2014/main" id="{0581079B-7A96-AF9B-D70B-DB12F935C1AA}"/>
              </a:ext>
            </a:extLst>
          </p:cNvPr>
          <p:cNvCxnSpPr>
            <a:stCxn id="24" idx="0"/>
            <a:endCxn id="25" idx="2"/>
          </p:cNvCxnSpPr>
          <p:nvPr/>
        </p:nvCxnSpPr>
        <p:spPr>
          <a:xfrm flipV="1">
            <a:off x="8067127" y="3198227"/>
            <a:ext cx="0" cy="353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A849A11F-47A9-002D-61E0-E7B26EA1A55E}"/>
              </a:ext>
            </a:extLst>
          </p:cNvPr>
          <p:cNvCxnSpPr/>
          <p:nvPr/>
        </p:nvCxnSpPr>
        <p:spPr>
          <a:xfrm flipV="1">
            <a:off x="7692305" y="2179769"/>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B5F4FF55-CF4B-C23F-3DAC-8CCEEDD998B4}"/>
              </a:ext>
            </a:extLst>
          </p:cNvPr>
          <p:cNvCxnSpPr/>
          <p:nvPr/>
        </p:nvCxnSpPr>
        <p:spPr>
          <a:xfrm flipV="1">
            <a:off x="7984749" y="2179768"/>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953258F-8C46-29FD-F75E-FB83DB42E63B}"/>
              </a:ext>
            </a:extLst>
          </p:cNvPr>
          <p:cNvCxnSpPr/>
          <p:nvPr/>
        </p:nvCxnSpPr>
        <p:spPr>
          <a:xfrm flipV="1">
            <a:off x="8260715" y="2179767"/>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180E161C-02F4-88CC-61F6-E181A64153E6}"/>
              </a:ext>
            </a:extLst>
          </p:cNvPr>
          <p:cNvSpPr txBox="1"/>
          <p:nvPr/>
        </p:nvSpPr>
        <p:spPr>
          <a:xfrm>
            <a:off x="7481662" y="1167826"/>
            <a:ext cx="1006173" cy="923330"/>
          </a:xfrm>
          <a:prstGeom prst="rect">
            <a:avLst/>
          </a:prstGeom>
          <a:noFill/>
        </p:spPr>
        <p:txBody>
          <a:bodyPr wrap="none" rtlCol="0">
            <a:spAutoFit/>
          </a:bodyPr>
          <a:lstStyle/>
          <a:p>
            <a:r>
              <a:rPr lang="en-US" dirty="0" err="1"/>
              <a:t>uart</a:t>
            </a:r>
            <a:endParaRPr lang="en-US" dirty="0"/>
          </a:p>
          <a:p>
            <a:r>
              <a:rPr lang="en-US" dirty="0"/>
              <a:t>i2c</a:t>
            </a:r>
          </a:p>
          <a:p>
            <a:r>
              <a:rPr lang="en-US" dirty="0"/>
              <a:t>ethernet</a:t>
            </a:r>
          </a:p>
        </p:txBody>
      </p:sp>
      <p:sp>
        <p:nvSpPr>
          <p:cNvPr id="32" name="Rectangle 31">
            <a:extLst>
              <a:ext uri="{FF2B5EF4-FFF2-40B4-BE49-F238E27FC236}">
                <a16:creationId xmlns:a16="http://schemas.microsoft.com/office/drawing/2014/main" id="{03754E0E-0E65-92E8-B1D4-9E6D68DFC374}"/>
              </a:ext>
            </a:extLst>
          </p:cNvPr>
          <p:cNvSpPr/>
          <p:nvPr/>
        </p:nvSpPr>
        <p:spPr>
          <a:xfrm>
            <a:off x="3039763" y="2388973"/>
            <a:ext cx="5782956" cy="230659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3262088" y="3334290"/>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synchronize deserialize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4659872" y="3710180"/>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FB60825-86F2-1175-3266-A32ECC38F3D3}"/>
              </a:ext>
            </a:extLst>
          </p:cNvPr>
          <p:cNvSpPr txBox="1"/>
          <p:nvPr/>
        </p:nvSpPr>
        <p:spPr>
          <a:xfrm>
            <a:off x="3049667" y="2406816"/>
            <a:ext cx="3921313" cy="369332"/>
          </a:xfrm>
          <a:prstGeom prst="rect">
            <a:avLst/>
          </a:prstGeom>
          <a:noFill/>
        </p:spPr>
        <p:txBody>
          <a:bodyPr wrap="square">
            <a:spAutoFit/>
          </a:bodyPr>
          <a:lstStyle/>
          <a:p>
            <a:r>
              <a:rPr lang="it-IT" dirty="0"/>
              <a:t>KINTEX UltraScale XCKU040-2FFVA1156I</a:t>
            </a:r>
            <a:endParaRPr lang="en-US" dirty="0"/>
          </a:p>
        </p:txBody>
      </p:sp>
      <p:sp>
        <p:nvSpPr>
          <p:cNvPr id="40" name="TextBox 39">
            <a:extLst>
              <a:ext uri="{FF2B5EF4-FFF2-40B4-BE49-F238E27FC236}">
                <a16:creationId xmlns:a16="http://schemas.microsoft.com/office/drawing/2014/main" id="{6F6FD873-73D1-38F3-9C61-A67C3F371810}"/>
              </a:ext>
            </a:extLst>
          </p:cNvPr>
          <p:cNvSpPr txBox="1"/>
          <p:nvPr/>
        </p:nvSpPr>
        <p:spPr>
          <a:xfrm>
            <a:off x="8024913" y="3201948"/>
            <a:ext cx="471604" cy="369332"/>
          </a:xfrm>
          <a:prstGeom prst="rect">
            <a:avLst/>
          </a:prstGeom>
          <a:noFill/>
        </p:spPr>
        <p:txBody>
          <a:bodyPr wrap="none" rtlCol="0">
            <a:spAutoFit/>
          </a:bodyPr>
          <a:lstStyle/>
          <a:p>
            <a:r>
              <a:rPr lang="en-US" dirty="0" err="1"/>
              <a:t>wb</a:t>
            </a:r>
            <a:endParaRPr lang="en-US" dirty="0"/>
          </a:p>
        </p:txBody>
      </p: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4666584" y="3958773"/>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11178746" y="65903"/>
            <a:ext cx="914033" cy="369332"/>
          </a:xfrm>
          <a:prstGeom prst="rect">
            <a:avLst/>
          </a:prstGeom>
          <a:noFill/>
        </p:spPr>
        <p:txBody>
          <a:bodyPr wrap="none" rtlCol="0">
            <a:spAutoFit/>
          </a:bodyPr>
          <a:lstStyle/>
          <a:p>
            <a:r>
              <a:rPr lang="en-US" dirty="0"/>
              <a:t>phase 1</a:t>
            </a:r>
          </a:p>
        </p:txBody>
      </p:sp>
      <p:sp>
        <p:nvSpPr>
          <p:cNvPr id="44" name="TextBox 43">
            <a:extLst>
              <a:ext uri="{FF2B5EF4-FFF2-40B4-BE49-F238E27FC236}">
                <a16:creationId xmlns:a16="http://schemas.microsoft.com/office/drawing/2014/main" id="{42827A65-7107-805B-3FD2-940943B5F0FD}"/>
              </a:ext>
            </a:extLst>
          </p:cNvPr>
          <p:cNvSpPr txBox="1"/>
          <p:nvPr/>
        </p:nvSpPr>
        <p:spPr>
          <a:xfrm>
            <a:off x="6209198" y="3511692"/>
            <a:ext cx="671979" cy="369332"/>
          </a:xfrm>
          <a:prstGeom prst="rect">
            <a:avLst/>
          </a:prstGeom>
          <a:noFill/>
        </p:spPr>
        <p:txBody>
          <a:bodyPr wrap="none" rtlCol="0">
            <a:spAutoFit/>
          </a:bodyPr>
          <a:lstStyle/>
          <a:p>
            <a:r>
              <a:rPr lang="en-US" dirty="0"/>
              <a:t>AXI-S</a:t>
            </a:r>
          </a:p>
        </p:txBody>
      </p:sp>
    </p:spTree>
    <p:extLst>
      <p:ext uri="{BB962C8B-B14F-4D97-AF65-F5344CB8AC3E}">
        <p14:creationId xmlns:p14="http://schemas.microsoft.com/office/powerpoint/2010/main" val="2683315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9CBB08-842C-7A20-3163-FFAC423C63D5}"/>
              </a:ext>
            </a:extLst>
          </p:cNvPr>
          <p:cNvPicPr>
            <a:picLocks noChangeAspect="1"/>
          </p:cNvPicPr>
          <p:nvPr/>
        </p:nvPicPr>
        <p:blipFill>
          <a:blip r:embed="rId2"/>
          <a:stretch>
            <a:fillRect/>
          </a:stretch>
        </p:blipFill>
        <p:spPr>
          <a:xfrm>
            <a:off x="3974326" y="2149812"/>
            <a:ext cx="2913164" cy="4708187"/>
          </a:xfrm>
          <a:prstGeom prst="rect">
            <a:avLst/>
          </a:prstGeom>
        </p:spPr>
      </p:pic>
    </p:spTree>
    <p:extLst>
      <p:ext uri="{BB962C8B-B14F-4D97-AF65-F5344CB8AC3E}">
        <p14:creationId xmlns:p14="http://schemas.microsoft.com/office/powerpoint/2010/main" val="18449577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1DA6F4-73D3-2AE5-EA3F-3F275D889848}"/>
              </a:ext>
            </a:extLst>
          </p:cNvPr>
          <p:cNvSpPr txBox="1"/>
          <p:nvPr/>
        </p:nvSpPr>
        <p:spPr>
          <a:xfrm>
            <a:off x="164757" y="2969394"/>
            <a:ext cx="11780107" cy="923330"/>
          </a:xfrm>
          <a:prstGeom prst="rect">
            <a:avLst/>
          </a:prstGeom>
          <a:noFill/>
        </p:spPr>
        <p:txBody>
          <a:bodyPr wrap="square">
            <a:spAutoFit/>
          </a:bodyPr>
          <a:lstStyle/>
          <a:p>
            <a:r>
              <a:rPr lang="en-US" dirty="0">
                <a:hlinkClick r:id="rId2"/>
              </a:rPr>
              <a:t>https://www.terasic.com.tw/cgi-bin/page/archive.pl?Language=English&amp;CategoryNo=142&amp;No=1295#contents</a:t>
            </a:r>
            <a:endParaRPr lang="en-US" dirty="0"/>
          </a:p>
          <a:p>
            <a:r>
              <a:rPr lang="en-US" dirty="0">
                <a:hlinkClick r:id="rId3"/>
              </a:rPr>
              <a:t>https://www.xilinx.com/products/boards-and-kits/1-so55i9.html</a:t>
            </a:r>
            <a:endParaRPr lang="en-US" dirty="0"/>
          </a:p>
          <a:p>
            <a:endParaRPr lang="en-US" dirty="0"/>
          </a:p>
        </p:txBody>
      </p:sp>
    </p:spTree>
    <p:extLst>
      <p:ext uri="{BB962C8B-B14F-4D97-AF65-F5344CB8AC3E}">
        <p14:creationId xmlns:p14="http://schemas.microsoft.com/office/powerpoint/2010/main" val="7777298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D61712-DE05-2DE1-A870-849D5BC44A71}"/>
              </a:ext>
            </a:extLst>
          </p:cNvPr>
          <p:cNvSpPr>
            <a:spLocks noGrp="1"/>
          </p:cNvSpPr>
          <p:nvPr>
            <p:ph type="title"/>
          </p:nvPr>
        </p:nvSpPr>
        <p:spPr/>
        <p:txBody>
          <a:bodyPr/>
          <a:lstStyle/>
          <a:p>
            <a:r>
              <a:rPr lang="en-US" b="1" dirty="0"/>
              <a:t>FPGA Compute Platform</a:t>
            </a:r>
          </a:p>
        </p:txBody>
      </p:sp>
      <p:sp>
        <p:nvSpPr>
          <p:cNvPr id="5" name="Content Placeholder 4">
            <a:extLst>
              <a:ext uri="{FF2B5EF4-FFF2-40B4-BE49-F238E27FC236}">
                <a16:creationId xmlns:a16="http://schemas.microsoft.com/office/drawing/2014/main" id="{E467FB66-A43C-B8BB-F462-375E8FAACA75}"/>
              </a:ext>
            </a:extLst>
          </p:cNvPr>
          <p:cNvSpPr>
            <a:spLocks noGrp="1"/>
          </p:cNvSpPr>
          <p:nvPr>
            <p:ph idx="1"/>
          </p:nvPr>
        </p:nvSpPr>
        <p:spPr>
          <a:xfrm>
            <a:off x="838200" y="1690689"/>
            <a:ext cx="10515600" cy="4553592"/>
          </a:xfrm>
        </p:spPr>
        <p:txBody>
          <a:bodyPr>
            <a:normAutofit fontScale="85000" lnSpcReduction="20000"/>
          </a:bodyPr>
          <a:lstStyle/>
          <a:p>
            <a:pPr marL="0" indent="0">
              <a:buNone/>
            </a:pPr>
            <a:r>
              <a:rPr lang="en-US" dirty="0"/>
              <a:t>Vision</a:t>
            </a:r>
          </a:p>
          <a:p>
            <a:pPr lvl="1"/>
            <a:r>
              <a:rPr lang="en-US" dirty="0"/>
              <a:t>FPGA as a flexible compute platform</a:t>
            </a:r>
          </a:p>
          <a:p>
            <a:pPr lvl="2"/>
            <a:r>
              <a:rPr lang="en-US" dirty="0"/>
              <a:t>embedded AI, edge and cloud applications, GPU alternative</a:t>
            </a:r>
          </a:p>
          <a:p>
            <a:pPr marL="0" indent="0">
              <a:buNone/>
            </a:pPr>
            <a:r>
              <a:rPr lang="en-US" dirty="0"/>
              <a:t>Strategy</a:t>
            </a:r>
          </a:p>
          <a:p>
            <a:pPr lvl="1"/>
            <a:r>
              <a:rPr lang="en-US" dirty="0"/>
              <a:t>GPT-friendly open IP library</a:t>
            </a:r>
          </a:p>
          <a:p>
            <a:pPr lvl="1"/>
            <a:r>
              <a:rPr lang="en-US" dirty="0"/>
              <a:t>GPT-automated development flow</a:t>
            </a:r>
          </a:p>
          <a:p>
            <a:pPr lvl="2"/>
            <a:r>
              <a:rPr lang="en-US" dirty="0"/>
              <a:t>Raptor, HW/SW co-design (CUDA, RTOS)</a:t>
            </a:r>
          </a:p>
          <a:p>
            <a:pPr lvl="1"/>
            <a:r>
              <a:rPr lang="en-US" dirty="0"/>
              <a:t>GPT-assisted dataflow algorithm implementation</a:t>
            </a:r>
          </a:p>
          <a:p>
            <a:pPr lvl="2"/>
            <a:r>
              <a:rPr lang="en-US" dirty="0"/>
              <a:t>graph based computation for deep models (CNN, Transformer)</a:t>
            </a:r>
          </a:p>
          <a:p>
            <a:pPr lvl="3"/>
            <a:r>
              <a:rPr lang="en-US" dirty="0"/>
              <a:t>TF to Verilog</a:t>
            </a:r>
          </a:p>
          <a:p>
            <a:pPr lvl="2"/>
            <a:r>
              <a:rPr lang="en-US" dirty="0"/>
              <a:t>traditional DSP pipelines (vision, RF)</a:t>
            </a:r>
          </a:p>
          <a:p>
            <a:pPr lvl="3"/>
            <a:r>
              <a:rPr lang="en-US" dirty="0"/>
              <a:t>MATLAB to Verilog</a:t>
            </a:r>
          </a:p>
          <a:p>
            <a:pPr lvl="2"/>
            <a:r>
              <a:rPr lang="en-US" dirty="0"/>
              <a:t>multiple architectures (training accelerators, embedded streaming inference)</a:t>
            </a:r>
          </a:p>
          <a:p>
            <a:pPr lvl="1"/>
            <a:r>
              <a:rPr lang="en-US" dirty="0"/>
              <a:t>Compute-optimized FPGA silicon product line </a:t>
            </a:r>
          </a:p>
          <a:p>
            <a:pPr marL="0" indent="0">
              <a:buNone/>
            </a:pPr>
            <a:r>
              <a:rPr lang="en-US" dirty="0"/>
              <a:t>Execution</a:t>
            </a:r>
          </a:p>
          <a:p>
            <a:pPr lvl="1"/>
            <a:r>
              <a:rPr lang="en-US" dirty="0"/>
              <a:t>"hello world" TF to Verilog demo (embedded real time edge inference)</a:t>
            </a:r>
          </a:p>
          <a:p>
            <a:pPr lvl="2"/>
            <a:endParaRPr lang="en-US" dirty="0"/>
          </a:p>
          <a:p>
            <a:pPr lvl="2"/>
            <a:endParaRPr lang="en-US" dirty="0"/>
          </a:p>
        </p:txBody>
      </p:sp>
    </p:spTree>
    <p:extLst>
      <p:ext uri="{BB962C8B-B14F-4D97-AF65-F5344CB8AC3E}">
        <p14:creationId xmlns:p14="http://schemas.microsoft.com/office/powerpoint/2010/main" val="42477775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Parallel computation of CNN dot products</a:t>
            </a:r>
          </a:p>
        </p:txBody>
      </p:sp>
      <p:grpSp>
        <p:nvGrpSpPr>
          <p:cNvPr id="232" name="Group 231">
            <a:extLst>
              <a:ext uri="{FF2B5EF4-FFF2-40B4-BE49-F238E27FC236}">
                <a16:creationId xmlns:a16="http://schemas.microsoft.com/office/drawing/2014/main" id="{9F7A9BF3-4070-ADA9-3995-8045CE258F91}"/>
              </a:ext>
            </a:extLst>
          </p:cNvPr>
          <p:cNvGrpSpPr/>
          <p:nvPr/>
        </p:nvGrpSpPr>
        <p:grpSpPr>
          <a:xfrm>
            <a:off x="997622" y="3720873"/>
            <a:ext cx="837384" cy="837382"/>
            <a:chOff x="2983322" y="2916054"/>
            <a:chExt cx="503853" cy="503852"/>
          </a:xfrm>
          <a:solidFill>
            <a:schemeClr val="bg1"/>
          </a:solidFill>
        </p:grpSpPr>
        <p:sp>
          <p:nvSpPr>
            <p:cNvPr id="233" name="Rectangle 232">
              <a:extLst>
                <a:ext uri="{FF2B5EF4-FFF2-40B4-BE49-F238E27FC236}">
                  <a16:creationId xmlns:a16="http://schemas.microsoft.com/office/drawing/2014/main" id="{F1857867-6C46-6F5E-D522-FEE0788475A4}"/>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0E1DFD29-2A8D-A657-0770-B9B2AC26E91C}"/>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57567EE3-F03D-0A48-7525-E2688D50AAC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EEFD3A93-0E79-D496-2C98-03C351AD8E4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1B38AF0D-AD3E-8FC6-DB54-C73377D78F1D}"/>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82BE7399-60C5-8956-D271-78928DA21CAF}"/>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5170416B-3DCF-98E1-1608-24E7B03DC26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36B4FFFA-7F0B-8601-75F5-A2BA8B290BC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34E328DE-190C-E8C5-D5C2-DC60B1052E22}"/>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 241">
            <a:extLst>
              <a:ext uri="{FF2B5EF4-FFF2-40B4-BE49-F238E27FC236}">
                <a16:creationId xmlns:a16="http://schemas.microsoft.com/office/drawing/2014/main" id="{F205027D-EF8E-513D-06FA-DDF6B69CF71E}"/>
              </a:ext>
            </a:extLst>
          </p:cNvPr>
          <p:cNvGrpSpPr/>
          <p:nvPr/>
        </p:nvGrpSpPr>
        <p:grpSpPr>
          <a:xfrm>
            <a:off x="859984" y="3583236"/>
            <a:ext cx="837384" cy="837382"/>
            <a:chOff x="2983322" y="2916054"/>
            <a:chExt cx="503853" cy="503852"/>
          </a:xfrm>
          <a:solidFill>
            <a:schemeClr val="bg1"/>
          </a:solidFill>
        </p:grpSpPr>
        <p:sp>
          <p:nvSpPr>
            <p:cNvPr id="243" name="Rectangle 242">
              <a:extLst>
                <a:ext uri="{FF2B5EF4-FFF2-40B4-BE49-F238E27FC236}">
                  <a16:creationId xmlns:a16="http://schemas.microsoft.com/office/drawing/2014/main" id="{C44AA690-A16A-86AC-D499-452D61DB0F5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C68F49D6-6213-91BB-BFA6-324F28DB1C8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B8AEFC5F-8F68-FB0A-8E25-0E96597DE4D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E7B39879-33AD-0892-4EFA-5A2064D0C186}"/>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E028922-7D14-7316-7173-89B184BAB67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72470A8E-D4B7-5984-ECDC-901157EF5B7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6852F827-5266-9B69-F19D-F821E3A1C16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35E943A1-3260-7135-19A4-2C17501BFA2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5F649AC-D3A8-0BE5-AE75-7BADAA335AB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2" name="TextBox 251">
            <a:extLst>
              <a:ext uri="{FF2B5EF4-FFF2-40B4-BE49-F238E27FC236}">
                <a16:creationId xmlns:a16="http://schemas.microsoft.com/office/drawing/2014/main" id="{64067F78-E15E-F479-D116-4EBF07BF2167}"/>
              </a:ext>
            </a:extLst>
          </p:cNvPr>
          <p:cNvSpPr txBox="1"/>
          <p:nvPr/>
        </p:nvSpPr>
        <p:spPr>
          <a:xfrm>
            <a:off x="637922" y="2806131"/>
            <a:ext cx="2018655" cy="584775"/>
          </a:xfrm>
          <a:prstGeom prst="rect">
            <a:avLst/>
          </a:prstGeom>
          <a:noFill/>
        </p:spPr>
        <p:txBody>
          <a:bodyPr wrap="square" rtlCol="0">
            <a:spAutoFit/>
          </a:bodyPr>
          <a:lstStyle/>
          <a:p>
            <a:r>
              <a:rPr lang="en-US" sz="1600" dirty="0"/>
              <a:t>input feature patch</a:t>
            </a:r>
          </a:p>
          <a:p>
            <a:r>
              <a:rPr lang="en-US" sz="1600" dirty="0"/>
              <a:t>[3,3,ichan]</a:t>
            </a:r>
          </a:p>
        </p:txBody>
      </p:sp>
      <p:grpSp>
        <p:nvGrpSpPr>
          <p:cNvPr id="253" name="Group 252">
            <a:extLst>
              <a:ext uri="{FF2B5EF4-FFF2-40B4-BE49-F238E27FC236}">
                <a16:creationId xmlns:a16="http://schemas.microsoft.com/office/drawing/2014/main" id="{DC8EB398-3718-8AC8-BFB0-0A6AC2E909BE}"/>
              </a:ext>
            </a:extLst>
          </p:cNvPr>
          <p:cNvGrpSpPr/>
          <p:nvPr/>
        </p:nvGrpSpPr>
        <p:grpSpPr>
          <a:xfrm>
            <a:off x="722346" y="3445598"/>
            <a:ext cx="837384" cy="837382"/>
            <a:chOff x="2983322" y="2916054"/>
            <a:chExt cx="503853" cy="503852"/>
          </a:xfrm>
          <a:solidFill>
            <a:schemeClr val="bg1"/>
          </a:solidFill>
        </p:grpSpPr>
        <p:sp>
          <p:nvSpPr>
            <p:cNvPr id="254" name="Rectangle 253">
              <a:extLst>
                <a:ext uri="{FF2B5EF4-FFF2-40B4-BE49-F238E27FC236}">
                  <a16:creationId xmlns:a16="http://schemas.microsoft.com/office/drawing/2014/main" id="{7BC3D1E9-C8B4-B62F-2B13-532BD6D2B11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5F5C2275-45B2-744C-4748-2143E583A6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F73D7A8C-81E4-BB5E-B646-242FDE2C19B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413D67C-9F3D-D089-FF23-AE8C7A7E782B}"/>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A64982DF-EDFA-7A98-6A40-465E6DC34D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423CDD35-8F68-8F08-4412-B81C8813827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0C88F257-AD67-2A9D-1EAE-FC5B22D5C78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BA53D6F2-5A80-C172-04F5-CF84F67122DB}"/>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4C6BDF1A-6070-90EE-87DE-E7EEF8F9A734}"/>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 name="Group 262">
            <a:extLst>
              <a:ext uri="{FF2B5EF4-FFF2-40B4-BE49-F238E27FC236}">
                <a16:creationId xmlns:a16="http://schemas.microsoft.com/office/drawing/2014/main" id="{2B351540-E2A2-203C-5C87-03F1031A1236}"/>
              </a:ext>
            </a:extLst>
          </p:cNvPr>
          <p:cNvGrpSpPr/>
          <p:nvPr/>
        </p:nvGrpSpPr>
        <p:grpSpPr>
          <a:xfrm>
            <a:off x="2974169" y="2960714"/>
            <a:ext cx="837384" cy="837382"/>
            <a:chOff x="2983322" y="2916054"/>
            <a:chExt cx="503853" cy="503852"/>
          </a:xfrm>
          <a:solidFill>
            <a:schemeClr val="bg1"/>
          </a:solidFill>
        </p:grpSpPr>
        <p:sp>
          <p:nvSpPr>
            <p:cNvPr id="266" name="Rectangle 265">
              <a:extLst>
                <a:ext uri="{FF2B5EF4-FFF2-40B4-BE49-F238E27FC236}">
                  <a16:creationId xmlns:a16="http://schemas.microsoft.com/office/drawing/2014/main" id="{E72C2412-F5A7-58F7-620F-93907B4FBA7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64CF4BBB-6F79-A577-98B6-2E7FA190F26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134552A-4B4C-EF73-8D2F-F4D495D2300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093195A3-53EB-29F1-334E-8DA5536C084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D74118D7-E9D1-A049-FB11-6B7C83B86BD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E1F5F343-0239-B1B0-25A1-07C362B8089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D2DCDF7F-22F5-4E20-5BC3-2FF59BB9730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0A78134-6AD8-83B7-449B-EE342BFF0C49}"/>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739FC7DD-468F-A427-F9CE-9CD9A257064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6" name="Group 275">
            <a:extLst>
              <a:ext uri="{FF2B5EF4-FFF2-40B4-BE49-F238E27FC236}">
                <a16:creationId xmlns:a16="http://schemas.microsoft.com/office/drawing/2014/main" id="{D9D1D0FA-A9B7-FF11-8E0C-200B184840F1}"/>
              </a:ext>
            </a:extLst>
          </p:cNvPr>
          <p:cNvGrpSpPr/>
          <p:nvPr/>
        </p:nvGrpSpPr>
        <p:grpSpPr>
          <a:xfrm>
            <a:off x="2836531" y="2823076"/>
            <a:ext cx="837384" cy="837382"/>
            <a:chOff x="2983322" y="2916054"/>
            <a:chExt cx="503853" cy="503852"/>
          </a:xfrm>
          <a:solidFill>
            <a:schemeClr val="bg1"/>
          </a:solidFill>
        </p:grpSpPr>
        <p:sp>
          <p:nvSpPr>
            <p:cNvPr id="277" name="Rectangle 276">
              <a:extLst>
                <a:ext uri="{FF2B5EF4-FFF2-40B4-BE49-F238E27FC236}">
                  <a16:creationId xmlns:a16="http://schemas.microsoft.com/office/drawing/2014/main" id="{35DACE73-8D7F-C0F2-1191-517205F6583B}"/>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D30B713E-7FCC-2B9D-6211-C13C6D4AE60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957377BE-61D0-5E2A-A26C-423D7971CC8B}"/>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50C6F750-2CE6-84AE-457C-6F855561C61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5988A771-2D22-FF47-0AF9-F4CF7CD5A6C2}"/>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A2978CF-1CA5-DE3F-1CEF-DB0BC3DA8BC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E242F821-02BB-56F4-60ED-1D79DEA1F07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AF64AE66-D28D-1EC9-4677-2A5D0FA6A9A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DE7379D3-227C-4727-E4A4-FFC73334CAF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A598D3DB-8974-E065-45EC-596FB6A73722}"/>
              </a:ext>
            </a:extLst>
          </p:cNvPr>
          <p:cNvGrpSpPr/>
          <p:nvPr/>
        </p:nvGrpSpPr>
        <p:grpSpPr>
          <a:xfrm>
            <a:off x="2698894" y="2685438"/>
            <a:ext cx="837384" cy="837382"/>
            <a:chOff x="2983322" y="2916054"/>
            <a:chExt cx="503853" cy="503852"/>
          </a:xfrm>
          <a:solidFill>
            <a:schemeClr val="bg1"/>
          </a:solidFill>
        </p:grpSpPr>
        <p:sp>
          <p:nvSpPr>
            <p:cNvPr id="287" name="Rectangle 286">
              <a:extLst>
                <a:ext uri="{FF2B5EF4-FFF2-40B4-BE49-F238E27FC236}">
                  <a16:creationId xmlns:a16="http://schemas.microsoft.com/office/drawing/2014/main" id="{D58A2075-934F-DFD6-3E12-C56FB9AE19F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BF13F9DA-1DD4-99F3-F7ED-BEE0854EC375}"/>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4155436A-A565-61A7-E0F2-9FB0C38476B0}"/>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4A40D550-3A7F-B287-6A4A-E0D93B644A9C}"/>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51E97057-FC99-3C16-AD05-98B6FFB31871}"/>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17B88766-29C8-F67D-63A8-DF3370FA076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57BBFCF-4659-4E54-FE17-15E1D2D9FD2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66D1ACE-34DC-DFF2-B81D-FEB0D3D6D15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F71A4F6A-6B8C-FB32-68E8-540060ABDC68}"/>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6" name="TextBox 295">
            <a:extLst>
              <a:ext uri="{FF2B5EF4-FFF2-40B4-BE49-F238E27FC236}">
                <a16:creationId xmlns:a16="http://schemas.microsoft.com/office/drawing/2014/main" id="{AF4D7234-BDB3-E08B-3C5E-6F325678DC37}"/>
              </a:ext>
            </a:extLst>
          </p:cNvPr>
          <p:cNvSpPr txBox="1"/>
          <p:nvPr/>
        </p:nvSpPr>
        <p:spPr>
          <a:xfrm>
            <a:off x="2606171" y="2088979"/>
            <a:ext cx="1625766" cy="584775"/>
          </a:xfrm>
          <a:prstGeom prst="rect">
            <a:avLst/>
          </a:prstGeom>
          <a:noFill/>
        </p:spPr>
        <p:txBody>
          <a:bodyPr wrap="none" rtlCol="0">
            <a:spAutoFit/>
          </a:bodyPr>
          <a:lstStyle/>
          <a:p>
            <a:r>
              <a:rPr lang="en-US" sz="1600" dirty="0"/>
              <a:t>weights</a:t>
            </a:r>
          </a:p>
          <a:p>
            <a:r>
              <a:rPr lang="en-US" sz="1600" dirty="0"/>
              <a:t>[ochan,3,3,ichan]</a:t>
            </a:r>
          </a:p>
        </p:txBody>
      </p:sp>
      <p:grpSp>
        <p:nvGrpSpPr>
          <p:cNvPr id="297" name="Group 296">
            <a:extLst>
              <a:ext uri="{FF2B5EF4-FFF2-40B4-BE49-F238E27FC236}">
                <a16:creationId xmlns:a16="http://schemas.microsoft.com/office/drawing/2014/main" id="{F6E07CF9-B4DE-846A-E2B7-619EDC41CAF3}"/>
              </a:ext>
            </a:extLst>
          </p:cNvPr>
          <p:cNvGrpSpPr/>
          <p:nvPr/>
        </p:nvGrpSpPr>
        <p:grpSpPr>
          <a:xfrm>
            <a:off x="2976094" y="4767582"/>
            <a:ext cx="837384" cy="837382"/>
            <a:chOff x="2983322" y="2916054"/>
            <a:chExt cx="503853" cy="503852"/>
          </a:xfrm>
          <a:solidFill>
            <a:schemeClr val="bg1"/>
          </a:solidFill>
        </p:grpSpPr>
        <p:sp>
          <p:nvSpPr>
            <p:cNvPr id="298" name="Rectangle 297">
              <a:extLst>
                <a:ext uri="{FF2B5EF4-FFF2-40B4-BE49-F238E27FC236}">
                  <a16:creationId xmlns:a16="http://schemas.microsoft.com/office/drawing/2014/main" id="{2D607436-5BC7-BCBC-6100-AD0FB193CE9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23D5EC95-058C-8348-3A97-F23A0A741E1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AB0786C-32BF-B682-DE8C-42FF5ADAD31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C1502F1D-FA2D-BD27-BC96-848EB41BAFB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DEAE3B89-058E-97E7-2B44-4B940AA8787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14C18968-2415-AA5E-45D8-000245DE677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596D05F-57B8-8264-673C-774E749E025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2D6FA12C-1EF3-63B6-DE09-4FA9F0FA70E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E3E10C4-B34B-FB83-1045-84728300465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7" name="Group 306">
            <a:extLst>
              <a:ext uri="{FF2B5EF4-FFF2-40B4-BE49-F238E27FC236}">
                <a16:creationId xmlns:a16="http://schemas.microsoft.com/office/drawing/2014/main" id="{B1FC0410-91A4-CFE3-D7B8-A905922143A1}"/>
              </a:ext>
            </a:extLst>
          </p:cNvPr>
          <p:cNvGrpSpPr/>
          <p:nvPr/>
        </p:nvGrpSpPr>
        <p:grpSpPr>
          <a:xfrm>
            <a:off x="2838457" y="4629944"/>
            <a:ext cx="837384" cy="837382"/>
            <a:chOff x="2983322" y="2916054"/>
            <a:chExt cx="503853" cy="503852"/>
          </a:xfrm>
          <a:solidFill>
            <a:schemeClr val="bg1"/>
          </a:solidFill>
        </p:grpSpPr>
        <p:sp>
          <p:nvSpPr>
            <p:cNvPr id="308" name="Rectangle 307">
              <a:extLst>
                <a:ext uri="{FF2B5EF4-FFF2-40B4-BE49-F238E27FC236}">
                  <a16:creationId xmlns:a16="http://schemas.microsoft.com/office/drawing/2014/main" id="{79861A9B-C3D5-C93F-4CCE-53DC902ED82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2BCEA37C-263B-D4E8-C801-022739D78EA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850E077-0074-31F7-0062-4785D625323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C83B9198-F0D3-C694-619D-1EBD6DB8D20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1AAF8EF2-730F-C1B5-4F53-BD39C576A70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3EC636DB-A113-9D49-18D7-68EBFA27290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3707053A-5B78-4586-681A-70147FAD88B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5BE8A0BA-C2A1-D5B6-8031-CC44006B472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6392D7B1-7131-B886-7DF4-E6F89D00F6C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 name="Group 316">
            <a:extLst>
              <a:ext uri="{FF2B5EF4-FFF2-40B4-BE49-F238E27FC236}">
                <a16:creationId xmlns:a16="http://schemas.microsoft.com/office/drawing/2014/main" id="{960EDEB9-BED7-A962-69CD-1F7DA45F7092}"/>
              </a:ext>
            </a:extLst>
          </p:cNvPr>
          <p:cNvGrpSpPr/>
          <p:nvPr/>
        </p:nvGrpSpPr>
        <p:grpSpPr>
          <a:xfrm>
            <a:off x="2700819" y="4492307"/>
            <a:ext cx="837384" cy="837382"/>
            <a:chOff x="2983322" y="2916054"/>
            <a:chExt cx="503853" cy="503852"/>
          </a:xfrm>
          <a:solidFill>
            <a:schemeClr val="bg1"/>
          </a:solidFill>
        </p:grpSpPr>
        <p:sp>
          <p:nvSpPr>
            <p:cNvPr id="318" name="Rectangle 317">
              <a:extLst>
                <a:ext uri="{FF2B5EF4-FFF2-40B4-BE49-F238E27FC236}">
                  <a16:creationId xmlns:a16="http://schemas.microsoft.com/office/drawing/2014/main" id="{2A718307-0100-70A7-3122-0686E6E4A1FF}"/>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9F5D3958-67BC-517B-EFFA-8FFA22A6C1C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7514B5F-07BD-43C6-742B-B794222AF89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6D89572-A601-F99B-C401-A57AB2B7CF82}"/>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B89EED30-83CD-4020-92D5-2CAAB1B8BB2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27288726-2734-4576-46F3-958AFED07D83}"/>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251748BA-9D4A-6CA1-ACCC-A857FF3F0E9E}"/>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47E8ADB9-19C8-1E0C-14E5-DB6A1F3D4F8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C918538-5F5D-A81F-0481-E9B7FD53F159}"/>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7" name="Straight Connector 326">
            <a:extLst>
              <a:ext uri="{FF2B5EF4-FFF2-40B4-BE49-F238E27FC236}">
                <a16:creationId xmlns:a16="http://schemas.microsoft.com/office/drawing/2014/main" id="{E6CF5D2E-CDB2-424D-8C2D-8DA5ACE6585D}"/>
              </a:ext>
            </a:extLst>
          </p:cNvPr>
          <p:cNvCxnSpPr>
            <a:cxnSpLocks/>
          </p:cNvCxnSpPr>
          <p:nvPr/>
        </p:nvCxnSpPr>
        <p:spPr>
          <a:xfrm flipV="1">
            <a:off x="1992871" y="3194126"/>
            <a:ext cx="600380" cy="52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F6E1F5EE-8401-8A7A-6F03-997DD7E1C7E5}"/>
              </a:ext>
            </a:extLst>
          </p:cNvPr>
          <p:cNvCxnSpPr>
            <a:cxnSpLocks/>
          </p:cNvCxnSpPr>
          <p:nvPr/>
        </p:nvCxnSpPr>
        <p:spPr>
          <a:xfrm>
            <a:off x="1960274" y="4386055"/>
            <a:ext cx="575544" cy="1056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854954A2-6A1E-92B8-4E73-182B2A2B6920}"/>
              </a:ext>
            </a:extLst>
          </p:cNvPr>
          <p:cNvCxnSpPr>
            <a:cxnSpLocks/>
          </p:cNvCxnSpPr>
          <p:nvPr/>
        </p:nvCxnSpPr>
        <p:spPr>
          <a:xfrm>
            <a:off x="3888739" y="3619079"/>
            <a:ext cx="559753" cy="25406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0" name="Rectangle 329">
            <a:extLst>
              <a:ext uri="{FF2B5EF4-FFF2-40B4-BE49-F238E27FC236}">
                <a16:creationId xmlns:a16="http://schemas.microsoft.com/office/drawing/2014/main" id="{B06DE5A1-9DCE-5490-4FBA-0B7C40C3ECB0}"/>
              </a:ext>
            </a:extLst>
          </p:cNvPr>
          <p:cNvSpPr/>
          <p:nvPr/>
        </p:nvSpPr>
        <p:spPr>
          <a:xfrm>
            <a:off x="4817125" y="4131346"/>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4C9D9002-A1E3-6BD8-DF83-A1D72555254A}"/>
              </a:ext>
            </a:extLst>
          </p:cNvPr>
          <p:cNvSpPr/>
          <p:nvPr/>
        </p:nvSpPr>
        <p:spPr>
          <a:xfrm>
            <a:off x="4679487" y="3993708"/>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F432AF53-4EFD-A78E-1498-F880248B0FF6}"/>
              </a:ext>
            </a:extLst>
          </p:cNvPr>
          <p:cNvSpPr/>
          <p:nvPr/>
        </p:nvSpPr>
        <p:spPr>
          <a:xfrm>
            <a:off x="4537997" y="3852222"/>
            <a:ext cx="279128" cy="279128"/>
          </a:xfrm>
          <a:prstGeom prst="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TextBox 332">
            <a:extLst>
              <a:ext uri="{FF2B5EF4-FFF2-40B4-BE49-F238E27FC236}">
                <a16:creationId xmlns:a16="http://schemas.microsoft.com/office/drawing/2014/main" id="{89F840B7-49D5-AB2D-9844-1FCB20797064}"/>
              </a:ext>
            </a:extLst>
          </p:cNvPr>
          <p:cNvSpPr txBox="1"/>
          <p:nvPr/>
        </p:nvSpPr>
        <p:spPr>
          <a:xfrm>
            <a:off x="4398232" y="3203624"/>
            <a:ext cx="1979132" cy="584775"/>
          </a:xfrm>
          <a:prstGeom prst="rect">
            <a:avLst/>
          </a:prstGeom>
          <a:noFill/>
        </p:spPr>
        <p:txBody>
          <a:bodyPr wrap="none" rtlCol="0">
            <a:spAutoFit/>
          </a:bodyPr>
          <a:lstStyle/>
          <a:p>
            <a:r>
              <a:rPr lang="en-US" sz="1600" dirty="0"/>
              <a:t>output feature vector</a:t>
            </a:r>
          </a:p>
          <a:p>
            <a:r>
              <a:rPr lang="en-US" sz="1600" dirty="0"/>
              <a:t>[1,1,ochan]</a:t>
            </a:r>
          </a:p>
        </p:txBody>
      </p:sp>
      <p:cxnSp>
        <p:nvCxnSpPr>
          <p:cNvPr id="334" name="Straight Connector 333">
            <a:extLst>
              <a:ext uri="{FF2B5EF4-FFF2-40B4-BE49-F238E27FC236}">
                <a16:creationId xmlns:a16="http://schemas.microsoft.com/office/drawing/2014/main" id="{EC66BF3A-DAA1-9374-CE6B-C91161EB7F35}"/>
              </a:ext>
            </a:extLst>
          </p:cNvPr>
          <p:cNvCxnSpPr>
            <a:cxnSpLocks/>
          </p:cNvCxnSpPr>
          <p:nvPr/>
        </p:nvCxnSpPr>
        <p:spPr>
          <a:xfrm flipV="1">
            <a:off x="3903258" y="4286826"/>
            <a:ext cx="597246" cy="22595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7AF3701E-A5A7-2DD6-2394-B48D7A0A860F}"/>
              </a:ext>
            </a:extLst>
          </p:cNvPr>
          <p:cNvCxnSpPr>
            <a:cxnSpLocks/>
          </p:cNvCxnSpPr>
          <p:nvPr/>
        </p:nvCxnSpPr>
        <p:spPr>
          <a:xfrm>
            <a:off x="3154489" y="4052413"/>
            <a:ext cx="0" cy="272835"/>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7BEE0D8C-7B35-F480-58FD-AAAD928D7F75}"/>
              </a:ext>
            </a:extLst>
          </p:cNvPr>
          <p:cNvCxnSpPr>
            <a:cxnSpLocks/>
            <a:stCxn id="338" idx="0"/>
          </p:cNvCxnSpPr>
          <p:nvPr/>
        </p:nvCxnSpPr>
        <p:spPr>
          <a:xfrm flipH="1" flipV="1">
            <a:off x="1476562" y="4740137"/>
            <a:ext cx="273343" cy="40642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94D583E8-4F94-D637-D7DA-5AEAFD0C24A2}"/>
              </a:ext>
            </a:extLst>
          </p:cNvPr>
          <p:cNvCxnSpPr>
            <a:cxnSpLocks/>
            <a:stCxn id="338" idx="0"/>
          </p:cNvCxnSpPr>
          <p:nvPr/>
        </p:nvCxnSpPr>
        <p:spPr>
          <a:xfrm flipV="1">
            <a:off x="1749905" y="4885475"/>
            <a:ext cx="819684" cy="2610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8" name="TextBox 337">
            <a:extLst>
              <a:ext uri="{FF2B5EF4-FFF2-40B4-BE49-F238E27FC236}">
                <a16:creationId xmlns:a16="http://schemas.microsoft.com/office/drawing/2014/main" id="{7C2E76DD-FE06-8255-3EFA-96D3968308BB}"/>
              </a:ext>
            </a:extLst>
          </p:cNvPr>
          <p:cNvSpPr txBox="1"/>
          <p:nvPr/>
        </p:nvSpPr>
        <p:spPr>
          <a:xfrm>
            <a:off x="1163847" y="5146561"/>
            <a:ext cx="1172116" cy="338554"/>
          </a:xfrm>
          <a:prstGeom prst="rect">
            <a:avLst/>
          </a:prstGeom>
          <a:noFill/>
          <a:ln>
            <a:noFill/>
          </a:ln>
        </p:spPr>
        <p:txBody>
          <a:bodyPr wrap="none" rtlCol="0">
            <a:spAutoFit/>
          </a:bodyPr>
          <a:lstStyle/>
          <a:p>
            <a:r>
              <a:rPr lang="en-US" sz="1600" i="1" dirty="0"/>
              <a:t>same shape</a:t>
            </a:r>
          </a:p>
        </p:txBody>
      </p:sp>
      <p:cxnSp>
        <p:nvCxnSpPr>
          <p:cNvPr id="339" name="Straight Arrow Connector 338">
            <a:extLst>
              <a:ext uri="{FF2B5EF4-FFF2-40B4-BE49-F238E27FC236}">
                <a16:creationId xmlns:a16="http://schemas.microsoft.com/office/drawing/2014/main" id="{55C91364-5F01-1609-E681-006018EA9838}"/>
              </a:ext>
            </a:extLst>
          </p:cNvPr>
          <p:cNvCxnSpPr>
            <a:cxnSpLocks/>
            <a:stCxn id="340" idx="0"/>
          </p:cNvCxnSpPr>
          <p:nvPr/>
        </p:nvCxnSpPr>
        <p:spPr>
          <a:xfrm flipH="1" flipV="1">
            <a:off x="4309531" y="4598650"/>
            <a:ext cx="557241" cy="7146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0" name="TextBox 339">
            <a:extLst>
              <a:ext uri="{FF2B5EF4-FFF2-40B4-BE49-F238E27FC236}">
                <a16:creationId xmlns:a16="http://schemas.microsoft.com/office/drawing/2014/main" id="{E1F29C34-54D9-8B4F-D0B5-F0BC2E546D07}"/>
              </a:ext>
            </a:extLst>
          </p:cNvPr>
          <p:cNvSpPr txBox="1"/>
          <p:nvPr/>
        </p:nvSpPr>
        <p:spPr>
          <a:xfrm>
            <a:off x="4000478" y="5313339"/>
            <a:ext cx="1732590" cy="338554"/>
          </a:xfrm>
          <a:prstGeom prst="rect">
            <a:avLst/>
          </a:prstGeom>
          <a:noFill/>
          <a:ln>
            <a:noFill/>
          </a:ln>
        </p:spPr>
        <p:txBody>
          <a:bodyPr wrap="none" rtlCol="0">
            <a:spAutoFit/>
          </a:bodyPr>
          <a:lstStyle/>
          <a:p>
            <a:r>
              <a:rPr lang="en-US" sz="1600" i="1" dirty="0"/>
              <a:t>tensor dot product</a:t>
            </a:r>
          </a:p>
        </p:txBody>
      </p:sp>
      <p:sp>
        <p:nvSpPr>
          <p:cNvPr id="341" name="Rectangle 340">
            <a:extLst>
              <a:ext uri="{FF2B5EF4-FFF2-40B4-BE49-F238E27FC236}">
                <a16:creationId xmlns:a16="http://schemas.microsoft.com/office/drawing/2014/main" id="{CA9C01BF-46E9-50D3-9861-7E26F6A90246}"/>
              </a:ext>
            </a:extLst>
          </p:cNvPr>
          <p:cNvSpPr/>
          <p:nvPr/>
        </p:nvSpPr>
        <p:spPr>
          <a:xfrm>
            <a:off x="722346" y="3445598"/>
            <a:ext cx="837384" cy="84122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01908AED-F761-6E05-A2D2-043D1B53B19B}"/>
              </a:ext>
            </a:extLst>
          </p:cNvPr>
          <p:cNvSpPr/>
          <p:nvPr/>
        </p:nvSpPr>
        <p:spPr>
          <a:xfrm>
            <a:off x="2698893" y="2689286"/>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D463106B-30FB-6F66-60D5-5DC84A9356DC}"/>
              </a:ext>
            </a:extLst>
          </p:cNvPr>
          <p:cNvSpPr/>
          <p:nvPr/>
        </p:nvSpPr>
        <p:spPr>
          <a:xfrm>
            <a:off x="2704671" y="4492307"/>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7D7BE88A-B718-4D1A-AEEC-5CCE09EB5251}"/>
              </a:ext>
            </a:extLst>
          </p:cNvPr>
          <p:cNvGrpSpPr/>
          <p:nvPr/>
        </p:nvGrpSpPr>
        <p:grpSpPr>
          <a:xfrm>
            <a:off x="7035333" y="1689684"/>
            <a:ext cx="2923047" cy="1893552"/>
            <a:chOff x="7469278" y="1689684"/>
            <a:chExt cx="3204507" cy="2075882"/>
          </a:xfrm>
        </p:grpSpPr>
        <p:grpSp>
          <p:nvGrpSpPr>
            <p:cNvPr id="833" name="Group 832">
              <a:extLst>
                <a:ext uri="{FF2B5EF4-FFF2-40B4-BE49-F238E27FC236}">
                  <a16:creationId xmlns:a16="http://schemas.microsoft.com/office/drawing/2014/main" id="{244C5304-E92E-CEB1-593D-05D6E3B8C843}"/>
                </a:ext>
              </a:extLst>
            </p:cNvPr>
            <p:cNvGrpSpPr/>
            <p:nvPr/>
          </p:nvGrpSpPr>
          <p:grpSpPr>
            <a:xfrm flipH="1">
              <a:off x="7469278" y="1689684"/>
              <a:ext cx="3015866" cy="366278"/>
              <a:chOff x="7520118" y="3982298"/>
              <a:chExt cx="3312757" cy="402336"/>
            </a:xfrm>
          </p:grpSpPr>
          <p:sp>
            <p:nvSpPr>
              <p:cNvPr id="352" name="Rectangle 351">
                <a:extLst>
                  <a:ext uri="{FF2B5EF4-FFF2-40B4-BE49-F238E27FC236}">
                    <a16:creationId xmlns:a16="http://schemas.microsoft.com/office/drawing/2014/main" id="{04F6C819-E30D-D754-69A9-9CC12FC409E9}"/>
                  </a:ext>
                </a:extLst>
              </p:cNvPr>
              <p:cNvSpPr/>
              <p:nvPr/>
            </p:nvSpPr>
            <p:spPr>
              <a:xfrm rot="10800000">
                <a:off x="1033196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E22F72D2-31F2-F5F6-6759-12B7E30F087E}"/>
                  </a:ext>
                </a:extLst>
              </p:cNvPr>
              <p:cNvSpPr/>
              <p:nvPr/>
            </p:nvSpPr>
            <p:spPr>
              <a:xfrm rot="10800000">
                <a:off x="1023153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E9EF1E49-301B-C0EA-ADB6-AB14CBA7DB56}"/>
                  </a:ext>
                </a:extLst>
              </p:cNvPr>
              <p:cNvSpPr/>
              <p:nvPr/>
            </p:nvSpPr>
            <p:spPr>
              <a:xfrm rot="10800000">
                <a:off x="1013111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DFD3392-C7C7-FE1E-7A4A-43145478FB9F}"/>
                  </a:ext>
                </a:extLst>
              </p:cNvPr>
              <p:cNvSpPr/>
              <p:nvPr/>
            </p:nvSpPr>
            <p:spPr>
              <a:xfrm rot="10800000">
                <a:off x="1003069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E1925644-C12D-740E-844D-C96CA24CE8A2}"/>
                  </a:ext>
                </a:extLst>
              </p:cNvPr>
              <p:cNvSpPr/>
              <p:nvPr/>
            </p:nvSpPr>
            <p:spPr>
              <a:xfrm rot="10800000">
                <a:off x="993026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DA60A9C7-C1E9-0C97-BE3D-55580E0AF798}"/>
                  </a:ext>
                </a:extLst>
              </p:cNvPr>
              <p:cNvSpPr/>
              <p:nvPr/>
            </p:nvSpPr>
            <p:spPr>
              <a:xfrm rot="10800000">
                <a:off x="982984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62DB6AD3-3571-867D-3F98-22C6949B479D}"/>
                  </a:ext>
                </a:extLst>
              </p:cNvPr>
              <p:cNvSpPr/>
              <p:nvPr/>
            </p:nvSpPr>
            <p:spPr>
              <a:xfrm rot="10800000">
                <a:off x="972942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690AAF9-81A1-CEAF-97BB-F2651A73C76B}"/>
                  </a:ext>
                </a:extLst>
              </p:cNvPr>
              <p:cNvSpPr/>
              <p:nvPr/>
            </p:nvSpPr>
            <p:spPr>
              <a:xfrm rot="10800000">
                <a:off x="962900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169E1378-0E03-20A9-EBE0-81B5565D1128}"/>
                  </a:ext>
                </a:extLst>
              </p:cNvPr>
              <p:cNvSpPr/>
              <p:nvPr/>
            </p:nvSpPr>
            <p:spPr>
              <a:xfrm rot="10800000">
                <a:off x="952857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2FFEF88E-242F-093F-F06A-A150AD19989F}"/>
                  </a:ext>
                </a:extLst>
              </p:cNvPr>
              <p:cNvSpPr/>
              <p:nvPr/>
            </p:nvSpPr>
            <p:spPr>
              <a:xfrm rot="10800000">
                <a:off x="942815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393C4201-7747-3A1A-B9A3-94A5A7BE503A}"/>
                  </a:ext>
                </a:extLst>
              </p:cNvPr>
              <p:cNvSpPr/>
              <p:nvPr/>
            </p:nvSpPr>
            <p:spPr>
              <a:xfrm rot="10800000">
                <a:off x="932773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346002C3-ECCD-A147-4286-5DAF8941EA01}"/>
                  </a:ext>
                </a:extLst>
              </p:cNvPr>
              <p:cNvSpPr/>
              <p:nvPr/>
            </p:nvSpPr>
            <p:spPr>
              <a:xfrm rot="10800000">
                <a:off x="922730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077DA1FF-B989-10A3-111C-521A3D8117DB}"/>
                  </a:ext>
                </a:extLst>
              </p:cNvPr>
              <p:cNvSpPr/>
              <p:nvPr/>
            </p:nvSpPr>
            <p:spPr>
              <a:xfrm rot="10800000">
                <a:off x="912688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DFCD27F1-247D-56A4-5853-18E7D3280602}"/>
                  </a:ext>
                </a:extLst>
              </p:cNvPr>
              <p:cNvSpPr/>
              <p:nvPr/>
            </p:nvSpPr>
            <p:spPr>
              <a:xfrm rot="10800000">
                <a:off x="902646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6F25E1ED-8F82-5C77-5188-9BDE1763F7B2}"/>
                  </a:ext>
                </a:extLst>
              </p:cNvPr>
              <p:cNvSpPr/>
              <p:nvPr/>
            </p:nvSpPr>
            <p:spPr>
              <a:xfrm rot="10800000">
                <a:off x="892603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E02079C0-DE0E-1517-F388-C05C1E8259F5}"/>
                  </a:ext>
                </a:extLst>
              </p:cNvPr>
              <p:cNvSpPr/>
              <p:nvPr/>
            </p:nvSpPr>
            <p:spPr>
              <a:xfrm rot="10800000">
                <a:off x="882561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F344BE15-8B12-9F2D-1E7D-099669A8A0FB}"/>
                  </a:ext>
                </a:extLst>
              </p:cNvPr>
              <p:cNvSpPr/>
              <p:nvPr/>
            </p:nvSpPr>
            <p:spPr>
              <a:xfrm rot="10800000">
                <a:off x="872519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2C48234F-8554-F54B-D89D-4A6A69442054}"/>
                  </a:ext>
                </a:extLst>
              </p:cNvPr>
              <p:cNvSpPr/>
              <p:nvPr/>
            </p:nvSpPr>
            <p:spPr>
              <a:xfrm rot="10800000">
                <a:off x="862477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69ABC80A-4212-0FD6-F494-716E0EE8B621}"/>
                  </a:ext>
                </a:extLst>
              </p:cNvPr>
              <p:cNvSpPr/>
              <p:nvPr/>
            </p:nvSpPr>
            <p:spPr>
              <a:xfrm rot="10800000">
                <a:off x="852434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C8ACA913-62DA-7164-60FD-6C276A0D1196}"/>
                  </a:ext>
                </a:extLst>
              </p:cNvPr>
              <p:cNvSpPr/>
              <p:nvPr/>
            </p:nvSpPr>
            <p:spPr>
              <a:xfrm rot="10800000">
                <a:off x="842392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C976D888-FCB1-86B7-39EA-06EFD0FD022B}"/>
                  </a:ext>
                </a:extLst>
              </p:cNvPr>
              <p:cNvSpPr/>
              <p:nvPr/>
            </p:nvSpPr>
            <p:spPr>
              <a:xfrm rot="10800000">
                <a:off x="832350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EA0CF2F2-B4E4-3E7F-EF29-E796347BE4C3}"/>
                  </a:ext>
                </a:extLst>
              </p:cNvPr>
              <p:cNvSpPr/>
              <p:nvPr/>
            </p:nvSpPr>
            <p:spPr>
              <a:xfrm rot="10800000">
                <a:off x="822307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416EF1A-0A9A-3278-D473-434F5510B99E}"/>
                  </a:ext>
                </a:extLst>
              </p:cNvPr>
              <p:cNvSpPr/>
              <p:nvPr/>
            </p:nvSpPr>
            <p:spPr>
              <a:xfrm rot="10800000">
                <a:off x="812265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5EFD18CD-6D48-699A-3C01-4ADFBC9C13D6}"/>
                  </a:ext>
                </a:extLst>
              </p:cNvPr>
              <p:cNvSpPr/>
              <p:nvPr/>
            </p:nvSpPr>
            <p:spPr>
              <a:xfrm rot="10800000">
                <a:off x="802223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57E886A4-FA19-AD2B-4D4E-5A620DFB5E7A}"/>
                  </a:ext>
                </a:extLst>
              </p:cNvPr>
              <p:cNvSpPr/>
              <p:nvPr/>
            </p:nvSpPr>
            <p:spPr>
              <a:xfrm rot="10800000">
                <a:off x="792181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1869FE44-4D60-3AE0-F130-B782E256890B}"/>
                  </a:ext>
                </a:extLst>
              </p:cNvPr>
              <p:cNvSpPr/>
              <p:nvPr/>
            </p:nvSpPr>
            <p:spPr>
              <a:xfrm rot="10800000">
                <a:off x="782138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8F24735A-9B73-8EF0-C6B4-E97DCCDD53E0}"/>
                  </a:ext>
                </a:extLst>
              </p:cNvPr>
              <p:cNvSpPr/>
              <p:nvPr/>
            </p:nvSpPr>
            <p:spPr>
              <a:xfrm rot="10800000">
                <a:off x="772096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A7F34A68-56D1-D5F5-24ED-D2EE60E6134B}"/>
                  </a:ext>
                </a:extLst>
              </p:cNvPr>
              <p:cNvSpPr/>
              <p:nvPr/>
            </p:nvSpPr>
            <p:spPr>
              <a:xfrm rot="10800000">
                <a:off x="762054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21ECF644-20F6-2227-6F17-D86FD86AD8D9}"/>
                  </a:ext>
                </a:extLst>
              </p:cNvPr>
              <p:cNvSpPr/>
              <p:nvPr/>
            </p:nvSpPr>
            <p:spPr>
              <a:xfrm rot="10800000">
                <a:off x="752011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1" name="Group 380">
                <a:extLst>
                  <a:ext uri="{FF2B5EF4-FFF2-40B4-BE49-F238E27FC236}">
                    <a16:creationId xmlns:a16="http://schemas.microsoft.com/office/drawing/2014/main" id="{64655F28-43F3-4B58-6CF8-269D73D4123D}"/>
                  </a:ext>
                </a:extLst>
              </p:cNvPr>
              <p:cNvGrpSpPr/>
              <p:nvPr/>
            </p:nvGrpSpPr>
            <p:grpSpPr>
              <a:xfrm rot="10800000">
                <a:off x="7520118" y="4183922"/>
                <a:ext cx="3213534" cy="100423"/>
                <a:chOff x="1743959" y="2564091"/>
                <a:chExt cx="6334816" cy="197963"/>
              </a:xfrm>
              <a:solidFill>
                <a:schemeClr val="bg1"/>
              </a:solidFill>
            </p:grpSpPr>
            <p:sp>
              <p:nvSpPr>
                <p:cNvPr id="801" name="Rectangle 800">
                  <a:extLst>
                    <a:ext uri="{FF2B5EF4-FFF2-40B4-BE49-F238E27FC236}">
                      <a16:creationId xmlns:a16="http://schemas.microsoft.com/office/drawing/2014/main" id="{8D4DD71E-4E2C-0887-0374-9A2F34D0078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9ECCCDB1-FAD9-66A1-9A8F-B3CC12012DF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B333A8AF-4D7D-5D37-0B52-086B446054F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93FC058F-FE6F-A6E5-02BF-9C6C1C21961C}"/>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FA93CEE1-03C3-B6A5-A6D0-0F91D506A6B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37C006BA-A9A9-77EC-96FE-A755C36E0CC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20C60DD0-8BE9-8DC4-BA97-F6B6A3EED55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7B3F69BA-4C30-2A62-3B39-E9B3F176E02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35059759-208D-CBAC-EC10-4737E3C729D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F483C569-5EFF-D2EA-7465-C7E54B1211F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D081BF1-3C70-56A5-6941-5C241C8503B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21CEF1F6-4A1E-82FA-28D1-CC1058F9D56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80135090-BD15-758D-4469-3A6DFF55B5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BC733E04-3024-8FFA-4D50-E5B1AAD5759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F5DEEA64-10E2-B0F1-CA4B-4837EB6CF37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A96D23FA-11DA-B1A7-A42B-2D765499959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A682368C-8756-5548-2768-2D088A5466C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F5C64B68-70DC-8C08-0E97-B8BFDB5F885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35FC242C-C2FF-9747-08D3-41F286E1550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E92423DE-9303-612D-5221-EC5BBAC8469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E49192C8-E0A8-B545-8390-9F5E8381027F}"/>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412BA9CF-99CA-314E-D0D5-F63095A0E44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407B5116-9997-8685-7C32-25511BACBAB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5115CE38-F12B-8F7F-7BBA-9D4F21638E6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C611BBC3-E5E5-DEBF-E22A-C0B4708C200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24E9A4A7-94A3-A911-FB7A-C1770AF6504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D8DF42A4-8DF2-430A-38D8-7AE863E088A4}"/>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CD7747C4-19FF-7431-D092-24F88F01856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B5066BD2-D0B8-5055-371F-E5CA4DCB9E6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F445A843-1A8D-A709-8811-1552488CA569}"/>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048AA54D-3160-8D82-B3F8-BD8DA93FD06E}"/>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46E725CB-0606-F418-E94F-8FE10456EFC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a:extLst>
                  <a:ext uri="{FF2B5EF4-FFF2-40B4-BE49-F238E27FC236}">
                    <a16:creationId xmlns:a16="http://schemas.microsoft.com/office/drawing/2014/main" id="{14EFC25E-88AC-4DA3-1A4D-9B63B3A933A7}"/>
                  </a:ext>
                </a:extLst>
              </p:cNvPr>
              <p:cNvGrpSpPr/>
              <p:nvPr/>
            </p:nvGrpSpPr>
            <p:grpSpPr>
              <a:xfrm rot="10800000">
                <a:off x="7520118" y="4083499"/>
                <a:ext cx="3213534" cy="100423"/>
                <a:chOff x="1743959" y="2564091"/>
                <a:chExt cx="6334816" cy="197963"/>
              </a:xfrm>
              <a:solidFill>
                <a:schemeClr val="bg1"/>
              </a:solidFill>
            </p:grpSpPr>
            <p:sp>
              <p:nvSpPr>
                <p:cNvPr id="769" name="Rectangle 768">
                  <a:extLst>
                    <a:ext uri="{FF2B5EF4-FFF2-40B4-BE49-F238E27FC236}">
                      <a16:creationId xmlns:a16="http://schemas.microsoft.com/office/drawing/2014/main" id="{53887295-986E-04CA-995A-66FE16771334}"/>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05277A70-A742-9949-7565-2C110B4B048D}"/>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801BE3F3-AB98-9AFE-16B7-7E19D9E33CF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E1309A57-5DB5-60E1-2AB5-35B2F306B032}"/>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40A95809-B470-9664-7C49-9443027F002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A0F147B4-72BF-C15F-8E56-A9755AC2A6A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856B76EE-257F-13B1-D0E4-B7BB9696687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C111C353-AA6B-1F5F-19B4-A47765B556B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83E87194-040C-7BCA-8824-643319898C5C}"/>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7800C1AD-2D01-2459-E95C-F6FEB939EBE7}"/>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05B971BD-1BA1-672F-D91F-83F398CBE0E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83564C28-FDBA-5B98-73F7-EA9E4C120FA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773F52FD-840E-62DB-7127-4FF9C08746B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AB463D70-52E6-16D1-9050-CCF1F8CF61B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E9552A8B-4411-6497-460B-9DDC8BC7430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57E7F63C-27BA-48EB-5FF4-2839586722CA}"/>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50F65112-F62E-722D-B449-D8B07560095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783CAB1C-2953-F370-50EA-B0AD30205310}"/>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DB45D69E-F059-42EA-69DF-863DC875216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6491F571-A3F2-0EC0-29D5-1490E6A0368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EDA0ADAF-4CD1-D4E9-98CC-D73C22E2A72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CBA3BCA9-149C-60CF-329A-B1B8F1CC9C80}"/>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8622045E-49E4-2A8B-47A5-ECFB5D42ACA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5834378A-2528-4176-6A9B-5CB985344B8B}"/>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9221196D-BE1B-D522-6C0F-E0EE2B84E4D5}"/>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02B17F46-E6E4-4FCC-4D8F-D83CA24FD0A7}"/>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C65CDABC-552B-F8D6-EDEF-C222339A569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00B4F037-E165-87C8-367F-7AD8D8FBEAF8}"/>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EC67A3C7-228D-A0D0-DD01-7A864D071E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38E2A87A-5412-E3BC-57EB-A25F8405A10D}"/>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7CF61216-CF03-51B8-AE47-16E7DF17324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E1B1F2CD-689E-6D27-DB07-98A673ED9062}"/>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3" name="Group 382">
                <a:extLst>
                  <a:ext uri="{FF2B5EF4-FFF2-40B4-BE49-F238E27FC236}">
                    <a16:creationId xmlns:a16="http://schemas.microsoft.com/office/drawing/2014/main" id="{2C1EEFE6-72DC-51F8-D7AA-303135B19880}"/>
                  </a:ext>
                </a:extLst>
              </p:cNvPr>
              <p:cNvGrpSpPr/>
              <p:nvPr/>
            </p:nvGrpSpPr>
            <p:grpSpPr>
              <a:xfrm rot="10800000">
                <a:off x="10432383" y="4238626"/>
                <a:ext cx="350300" cy="146008"/>
                <a:chOff x="1150032" y="5207038"/>
                <a:chExt cx="690543" cy="287825"/>
              </a:xfrm>
            </p:grpSpPr>
            <p:sp>
              <p:nvSpPr>
                <p:cNvPr id="763" name="Rectangle 762">
                  <a:extLst>
                    <a:ext uri="{FF2B5EF4-FFF2-40B4-BE49-F238E27FC236}">
                      <a16:creationId xmlns:a16="http://schemas.microsoft.com/office/drawing/2014/main" id="{529188B7-832C-48F3-44C1-AB9725C21325}"/>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5852A98B-8DD4-89B3-D86E-5539FA982207}"/>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295D0BD5-E9E2-694C-D6A0-A72ED4CA196F}"/>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8A620E56-46D2-CDFB-3D89-0909C4AA15E0}"/>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896C9BFF-F834-1043-C08F-10D41B45F08E}"/>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EA32CAE5-EBAC-D871-E608-78DB066341DF}"/>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4" name="Rectangle 383">
                <a:extLst>
                  <a:ext uri="{FF2B5EF4-FFF2-40B4-BE49-F238E27FC236}">
                    <a16:creationId xmlns:a16="http://schemas.microsoft.com/office/drawing/2014/main" id="{F65CEDAF-BFE0-9EFB-6F7F-0A6D8A241BBB}"/>
                  </a:ext>
                </a:extLst>
              </p:cNvPr>
              <p:cNvSpPr/>
              <p:nvPr/>
            </p:nvSpPr>
            <p:spPr>
              <a:xfrm rot="10800000">
                <a:off x="1038099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D534AEE8-6568-946D-2F51-2587549F7F1A}"/>
                  </a:ext>
                </a:extLst>
              </p:cNvPr>
              <p:cNvSpPr/>
              <p:nvPr/>
            </p:nvSpPr>
            <p:spPr>
              <a:xfrm rot="10800000">
                <a:off x="1028056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3351E040-7FDC-540C-A085-C636354463AF}"/>
                  </a:ext>
                </a:extLst>
              </p:cNvPr>
              <p:cNvSpPr/>
              <p:nvPr/>
            </p:nvSpPr>
            <p:spPr>
              <a:xfrm rot="10800000">
                <a:off x="1018014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51AD55C0-35A8-208E-9F5C-1B66CD6533B4}"/>
                  </a:ext>
                </a:extLst>
              </p:cNvPr>
              <p:cNvSpPr/>
              <p:nvPr/>
            </p:nvSpPr>
            <p:spPr>
              <a:xfrm rot="10800000">
                <a:off x="1007972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C36CC368-42E5-AAE4-4B68-B25C67E2D923}"/>
                  </a:ext>
                </a:extLst>
              </p:cNvPr>
              <p:cNvSpPr/>
              <p:nvPr/>
            </p:nvSpPr>
            <p:spPr>
              <a:xfrm rot="10800000">
                <a:off x="997929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C738E59E-DABB-1482-4EF2-70FA5E5E1C14}"/>
                  </a:ext>
                </a:extLst>
              </p:cNvPr>
              <p:cNvSpPr/>
              <p:nvPr/>
            </p:nvSpPr>
            <p:spPr>
              <a:xfrm rot="10800000">
                <a:off x="987887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B0B6CC69-E543-2870-D09A-4145C55760E7}"/>
                  </a:ext>
                </a:extLst>
              </p:cNvPr>
              <p:cNvSpPr/>
              <p:nvPr/>
            </p:nvSpPr>
            <p:spPr>
              <a:xfrm rot="10800000">
                <a:off x="977845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52B800A9-3216-DB09-FDCC-77484DE32D93}"/>
                  </a:ext>
                </a:extLst>
              </p:cNvPr>
              <p:cNvSpPr/>
              <p:nvPr/>
            </p:nvSpPr>
            <p:spPr>
              <a:xfrm rot="10800000">
                <a:off x="967803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AFE4C70-7E91-4C59-ACF0-D3D1E01D607B}"/>
                  </a:ext>
                </a:extLst>
              </p:cNvPr>
              <p:cNvSpPr/>
              <p:nvPr/>
            </p:nvSpPr>
            <p:spPr>
              <a:xfrm rot="10800000">
                <a:off x="957760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0612AE2-FBF6-9082-CBD6-6762A74F13EA}"/>
                  </a:ext>
                </a:extLst>
              </p:cNvPr>
              <p:cNvSpPr/>
              <p:nvPr/>
            </p:nvSpPr>
            <p:spPr>
              <a:xfrm rot="10800000">
                <a:off x="947718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AC266A52-FEB3-425E-C186-54C12DE46F45}"/>
                  </a:ext>
                </a:extLst>
              </p:cNvPr>
              <p:cNvSpPr/>
              <p:nvPr/>
            </p:nvSpPr>
            <p:spPr>
              <a:xfrm rot="10800000">
                <a:off x="937676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1CF71920-F119-933E-A2CB-BC0F910F95B0}"/>
                  </a:ext>
                </a:extLst>
              </p:cNvPr>
              <p:cNvSpPr/>
              <p:nvPr/>
            </p:nvSpPr>
            <p:spPr>
              <a:xfrm rot="10800000">
                <a:off x="927633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84CA2A0E-EFAB-A19D-86D9-4B5DD529DC05}"/>
                  </a:ext>
                </a:extLst>
              </p:cNvPr>
              <p:cNvSpPr/>
              <p:nvPr/>
            </p:nvSpPr>
            <p:spPr>
              <a:xfrm rot="10800000">
                <a:off x="917591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3ECE45CB-3F07-479B-A23C-2214E42D8F53}"/>
                  </a:ext>
                </a:extLst>
              </p:cNvPr>
              <p:cNvSpPr/>
              <p:nvPr/>
            </p:nvSpPr>
            <p:spPr>
              <a:xfrm rot="10800000">
                <a:off x="907549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C2F90E72-5A82-6E93-2741-625AAB09D161}"/>
                  </a:ext>
                </a:extLst>
              </p:cNvPr>
              <p:cNvSpPr/>
              <p:nvPr/>
            </p:nvSpPr>
            <p:spPr>
              <a:xfrm rot="10800000">
                <a:off x="897507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E0732B14-C81F-3E24-B59D-29AF307D8685}"/>
                  </a:ext>
                </a:extLst>
              </p:cNvPr>
              <p:cNvSpPr/>
              <p:nvPr/>
            </p:nvSpPr>
            <p:spPr>
              <a:xfrm rot="10800000">
                <a:off x="887464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295719CD-934E-F67A-A840-E239035FCA45}"/>
                  </a:ext>
                </a:extLst>
              </p:cNvPr>
              <p:cNvSpPr/>
              <p:nvPr/>
            </p:nvSpPr>
            <p:spPr>
              <a:xfrm rot="10800000">
                <a:off x="877422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7EFCD616-9CB6-CF03-32AF-3CA646B80009}"/>
                  </a:ext>
                </a:extLst>
              </p:cNvPr>
              <p:cNvSpPr/>
              <p:nvPr/>
            </p:nvSpPr>
            <p:spPr>
              <a:xfrm rot="10800000">
                <a:off x="867380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A0B09E64-8A94-BFB1-E2BE-531F416DCFD2}"/>
                  </a:ext>
                </a:extLst>
              </p:cNvPr>
              <p:cNvSpPr/>
              <p:nvPr/>
            </p:nvSpPr>
            <p:spPr>
              <a:xfrm rot="10800000">
                <a:off x="857337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441DE11-3A70-B08D-D051-4FC581359482}"/>
                  </a:ext>
                </a:extLst>
              </p:cNvPr>
              <p:cNvSpPr/>
              <p:nvPr/>
            </p:nvSpPr>
            <p:spPr>
              <a:xfrm rot="10800000">
                <a:off x="847295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1BB81532-FCE2-3568-ACC0-55B992AAE9A7}"/>
                  </a:ext>
                </a:extLst>
              </p:cNvPr>
              <p:cNvSpPr/>
              <p:nvPr/>
            </p:nvSpPr>
            <p:spPr>
              <a:xfrm rot="10800000">
                <a:off x="837253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D83EFA3E-229E-64F2-A62B-78F4C5EB98A6}"/>
                  </a:ext>
                </a:extLst>
              </p:cNvPr>
              <p:cNvSpPr/>
              <p:nvPr/>
            </p:nvSpPr>
            <p:spPr>
              <a:xfrm rot="10800000">
                <a:off x="827210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FD5A14F8-EB0C-7081-0868-8F4D113418E8}"/>
                  </a:ext>
                </a:extLst>
              </p:cNvPr>
              <p:cNvSpPr/>
              <p:nvPr/>
            </p:nvSpPr>
            <p:spPr>
              <a:xfrm rot="10800000">
                <a:off x="817168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68F31B7A-466F-98B9-4299-824742AB4C76}"/>
                  </a:ext>
                </a:extLst>
              </p:cNvPr>
              <p:cNvSpPr/>
              <p:nvPr/>
            </p:nvSpPr>
            <p:spPr>
              <a:xfrm rot="10800000">
                <a:off x="807126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08185052-B6FB-8F4C-903C-62F74B8F3E04}"/>
                  </a:ext>
                </a:extLst>
              </p:cNvPr>
              <p:cNvSpPr/>
              <p:nvPr/>
            </p:nvSpPr>
            <p:spPr>
              <a:xfrm rot="10800000">
                <a:off x="797084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05FAB1A-533A-B628-A3BE-47EF80E69F6D}"/>
                  </a:ext>
                </a:extLst>
              </p:cNvPr>
              <p:cNvSpPr/>
              <p:nvPr/>
            </p:nvSpPr>
            <p:spPr>
              <a:xfrm rot="10800000">
                <a:off x="787041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EE3BEB1B-A4C8-F4AA-32D5-C00F6693EC58}"/>
                  </a:ext>
                </a:extLst>
              </p:cNvPr>
              <p:cNvSpPr/>
              <p:nvPr/>
            </p:nvSpPr>
            <p:spPr>
              <a:xfrm rot="10800000">
                <a:off x="776999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0136544-10DC-6694-7400-F6E8D906DD03}"/>
                  </a:ext>
                </a:extLst>
              </p:cNvPr>
              <p:cNvSpPr/>
              <p:nvPr/>
            </p:nvSpPr>
            <p:spPr>
              <a:xfrm rot="10800000">
                <a:off x="766957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46F41163-CA0C-02B5-36A4-D487C5C1221B}"/>
                  </a:ext>
                </a:extLst>
              </p:cNvPr>
              <p:cNvSpPr/>
              <p:nvPr/>
            </p:nvSpPr>
            <p:spPr>
              <a:xfrm rot="10800000">
                <a:off x="756914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3" name="Group 412">
                <a:extLst>
                  <a:ext uri="{FF2B5EF4-FFF2-40B4-BE49-F238E27FC236}">
                    <a16:creationId xmlns:a16="http://schemas.microsoft.com/office/drawing/2014/main" id="{F90AA03F-95C1-96D4-08C9-98ABEAFA8741}"/>
                  </a:ext>
                </a:extLst>
              </p:cNvPr>
              <p:cNvGrpSpPr/>
              <p:nvPr/>
            </p:nvGrpSpPr>
            <p:grpSpPr>
              <a:xfrm rot="10800000">
                <a:off x="7569149" y="4138336"/>
                <a:ext cx="3213534" cy="100423"/>
                <a:chOff x="1743959" y="2564091"/>
                <a:chExt cx="6334816" cy="197963"/>
              </a:xfrm>
              <a:solidFill>
                <a:schemeClr val="bg1"/>
              </a:solidFill>
            </p:grpSpPr>
            <p:sp>
              <p:nvSpPr>
                <p:cNvPr id="731" name="Rectangle 730">
                  <a:extLst>
                    <a:ext uri="{FF2B5EF4-FFF2-40B4-BE49-F238E27FC236}">
                      <a16:creationId xmlns:a16="http://schemas.microsoft.com/office/drawing/2014/main" id="{C79CC645-0AEE-4B8B-2B91-B2B81689220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47BF235B-8EC3-80E4-8073-D2469775340C}"/>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3FE6D21F-46F6-4804-8C15-7B7E24894ABE}"/>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CBC71DF6-36E7-20E9-87D2-1AA9ECFA77E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C61D4958-1E94-E59E-6202-E891C06E20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BFE6EE4F-6F8D-FB14-10B2-5C8F6E4B4835}"/>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54E5B12A-9FC1-865F-1230-278CAC712A2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A880DB95-E3B3-F890-8B90-51F1C9E447A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F9CE88E8-5B92-42E6-BF25-76964B90CE37}"/>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D2A1D7A9-B197-82CC-4041-58A0B96FFD99}"/>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F1A4F059-0090-D28F-1B07-662DA138B48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235B59AB-6217-4941-4074-BDCB7312749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53859EF9-99E3-CCF0-B8F1-0AF1C5ABFCF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BBA371A2-9C93-5974-DCFE-1F9821418FD9}"/>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DAF38BDD-571E-80DB-3DC0-87E8994B2DF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2B2F0FC2-E73C-2E14-C390-28ABFC733C04}"/>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AA5D0641-C32D-4F18-AB48-2D37646F6DE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309A427F-0029-0FDC-44EF-894D8A1AFAF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F35115A9-9FE7-995F-31CE-AB34192771D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099404C6-C548-03F7-9CD0-8CE2241F46D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A52A0561-1BB2-871E-CEBE-EF55C677B83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FCB22688-1A2A-7C18-47E9-8B55B0F47F71}"/>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B34FC902-341D-2A30-D771-0554CC85F55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C9A404C3-A895-B707-8C3C-923DAF0C438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36350CB2-7DE8-976B-7EF9-2418A72AFB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C9A6770A-0479-DA8D-0FD2-06CA283523D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BDFA57D5-2D1C-0A96-9583-8C85A89D3CE6}"/>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E64AD748-84ED-A553-297D-1698224D03F3}"/>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4914D779-FBD6-E590-8D47-EE3D42486501}"/>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75FF258A-917C-2C0D-5A69-DF041996E2D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6285ABA7-2C8F-9A9E-6352-D304A431DD9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184E919F-4505-0ABA-751E-C3A19C9672C0}"/>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CA72757D-D5CF-0AB9-CF1C-449DF235F209}"/>
                  </a:ext>
                </a:extLst>
              </p:cNvPr>
              <p:cNvGrpSpPr/>
              <p:nvPr/>
            </p:nvGrpSpPr>
            <p:grpSpPr>
              <a:xfrm rot="10800000">
                <a:off x="7569149" y="4037914"/>
                <a:ext cx="3213534" cy="100423"/>
                <a:chOff x="1743959" y="2564091"/>
                <a:chExt cx="6334816" cy="197963"/>
              </a:xfrm>
              <a:solidFill>
                <a:schemeClr val="bg1"/>
              </a:solidFill>
            </p:grpSpPr>
            <p:sp>
              <p:nvSpPr>
                <p:cNvPr id="699" name="Rectangle 698">
                  <a:extLst>
                    <a:ext uri="{FF2B5EF4-FFF2-40B4-BE49-F238E27FC236}">
                      <a16:creationId xmlns:a16="http://schemas.microsoft.com/office/drawing/2014/main" id="{B29B889E-8554-F43E-B45A-E0593A8E095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C713ED77-1813-8CC3-42F1-04992E9B0F64}"/>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32DB9265-AF2E-F788-03C3-948A2109BF03}"/>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D903C8A4-43F9-AEE1-0EBA-6D272A177F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E75A0964-E18B-6E8C-A834-75CCEC9473A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DC38221E-C443-31D3-97D5-C919373AF22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82F555BB-9067-7B40-A180-586DF5006DEF}"/>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44388AF8-FC58-7AA2-67A7-D5400B79B0A6}"/>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7BEDD1A1-3AB0-7729-BFC9-C3C64EE1844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1C9A5317-B419-DAE4-35EB-DB84DBACD79E}"/>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0DF732EA-01F2-A97E-7F11-8333440720E1}"/>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33F6E6F8-2E99-BC49-6195-70782C37047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8F8787FA-DB5D-0316-34F6-5CFCC4D073A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31A60332-57B1-B8E7-1A67-CFC1EB035EE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EF7D61D6-7749-8049-8949-DDE500DDDF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6523CA21-93F9-60C5-0983-147A8B0E232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6A7B7574-60D0-91A1-D770-65B0292F680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BCB556A3-9C98-562A-4AD0-2A855386DB8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31A0BE9A-9C3A-6881-1700-75184CA8604C}"/>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E64A3735-6AC5-7F81-525D-00E9749DABB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1848E72F-47A6-A095-C397-55832CA1C47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B95BDC2D-527D-5043-2129-DFA8D747A21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0F5B96CA-E195-EBE3-9F0F-46B893751B2E}"/>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EAABC530-B662-0B29-A98B-68A84B20425E}"/>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CD313638-A251-679E-8435-02D149D6461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40C7CDEF-1AE9-214C-B3A4-59AC95EAA6F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665908F2-C8D7-7DEA-DA5B-C0F7CE73D8B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5432625A-8248-79EF-340D-8E854045EF0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9F42B8D9-561E-ACA7-350A-3AE1FB1BD063}"/>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0C0F0B07-023A-87E3-427C-265B14C54FD5}"/>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57B5C1E1-4F52-F1DD-8676-0AA645F16646}"/>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266EC200-2731-2A65-65F6-757D047565A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5" name="Rectangle 414">
                <a:extLst>
                  <a:ext uri="{FF2B5EF4-FFF2-40B4-BE49-F238E27FC236}">
                    <a16:creationId xmlns:a16="http://schemas.microsoft.com/office/drawing/2014/main" id="{27507043-14DF-A997-7BC5-CA38B9848496}"/>
                  </a:ext>
                </a:extLst>
              </p:cNvPr>
              <p:cNvSpPr/>
              <p:nvPr/>
            </p:nvSpPr>
            <p:spPr>
              <a:xfrm rot="10800000">
                <a:off x="1043118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ECA1294E-093D-371C-227F-927C2A17A091}"/>
                  </a:ext>
                </a:extLst>
              </p:cNvPr>
              <p:cNvSpPr/>
              <p:nvPr/>
            </p:nvSpPr>
            <p:spPr>
              <a:xfrm rot="10800000">
                <a:off x="1033076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79509CA4-D636-7D6A-26CD-C068412BA609}"/>
                  </a:ext>
                </a:extLst>
              </p:cNvPr>
              <p:cNvSpPr/>
              <p:nvPr/>
            </p:nvSpPr>
            <p:spPr>
              <a:xfrm rot="10800000">
                <a:off x="1023033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F0922C19-7F79-350E-4B05-049A935FB2B6}"/>
                  </a:ext>
                </a:extLst>
              </p:cNvPr>
              <p:cNvSpPr/>
              <p:nvPr/>
            </p:nvSpPr>
            <p:spPr>
              <a:xfrm rot="10800000">
                <a:off x="1012991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E1DF72D7-8862-4A46-B7C8-937F8C8923F7}"/>
                  </a:ext>
                </a:extLst>
              </p:cNvPr>
              <p:cNvSpPr/>
              <p:nvPr/>
            </p:nvSpPr>
            <p:spPr>
              <a:xfrm rot="10800000">
                <a:off x="1002949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5B7491EB-1758-A21E-B51D-64ECEC037A76}"/>
                  </a:ext>
                </a:extLst>
              </p:cNvPr>
              <p:cNvSpPr/>
              <p:nvPr/>
            </p:nvSpPr>
            <p:spPr>
              <a:xfrm rot="10800000">
                <a:off x="992906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C269D8D-F5C6-61EC-A722-7F8507458519}"/>
                  </a:ext>
                </a:extLst>
              </p:cNvPr>
              <p:cNvSpPr/>
              <p:nvPr/>
            </p:nvSpPr>
            <p:spPr>
              <a:xfrm rot="10800000">
                <a:off x="982864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139D8FD-0FA6-39B3-3A45-1913DDDB14D0}"/>
                  </a:ext>
                </a:extLst>
              </p:cNvPr>
              <p:cNvSpPr/>
              <p:nvPr/>
            </p:nvSpPr>
            <p:spPr>
              <a:xfrm rot="10800000">
                <a:off x="972822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851A7B4E-3660-6012-33F4-0021DB8B88F4}"/>
                  </a:ext>
                </a:extLst>
              </p:cNvPr>
              <p:cNvSpPr/>
              <p:nvPr/>
            </p:nvSpPr>
            <p:spPr>
              <a:xfrm rot="10800000">
                <a:off x="962780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57A0E965-657B-E9E7-252F-55E02C97C44F}"/>
                  </a:ext>
                </a:extLst>
              </p:cNvPr>
              <p:cNvSpPr/>
              <p:nvPr/>
            </p:nvSpPr>
            <p:spPr>
              <a:xfrm rot="10800000">
                <a:off x="952737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942D4D0A-E384-944E-B934-E5D6301F78AA}"/>
                  </a:ext>
                </a:extLst>
              </p:cNvPr>
              <p:cNvSpPr/>
              <p:nvPr/>
            </p:nvSpPr>
            <p:spPr>
              <a:xfrm rot="10800000">
                <a:off x="942695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BDE57F65-124C-A888-E766-F06CDEC554B6}"/>
                  </a:ext>
                </a:extLst>
              </p:cNvPr>
              <p:cNvSpPr/>
              <p:nvPr/>
            </p:nvSpPr>
            <p:spPr>
              <a:xfrm rot="10800000">
                <a:off x="932653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513D74A5-E59C-0863-0810-E9BE7ED82F73}"/>
                  </a:ext>
                </a:extLst>
              </p:cNvPr>
              <p:cNvSpPr/>
              <p:nvPr/>
            </p:nvSpPr>
            <p:spPr>
              <a:xfrm rot="10800000">
                <a:off x="922610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FD59AA0C-8C2E-D2E9-3FF7-6DE3B6DE3BE6}"/>
                  </a:ext>
                </a:extLst>
              </p:cNvPr>
              <p:cNvSpPr/>
              <p:nvPr/>
            </p:nvSpPr>
            <p:spPr>
              <a:xfrm rot="10800000">
                <a:off x="912568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94A787FB-1B95-5B3E-FA71-60D552613277}"/>
                  </a:ext>
                </a:extLst>
              </p:cNvPr>
              <p:cNvSpPr/>
              <p:nvPr/>
            </p:nvSpPr>
            <p:spPr>
              <a:xfrm rot="10800000">
                <a:off x="902526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D8D12B24-2AFD-4D7D-54B7-3EEF8E2E3090}"/>
                  </a:ext>
                </a:extLst>
              </p:cNvPr>
              <p:cNvSpPr/>
              <p:nvPr/>
            </p:nvSpPr>
            <p:spPr>
              <a:xfrm rot="10800000">
                <a:off x="892483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1F15AF45-109A-1C36-921F-FF8218724466}"/>
                  </a:ext>
                </a:extLst>
              </p:cNvPr>
              <p:cNvSpPr/>
              <p:nvPr/>
            </p:nvSpPr>
            <p:spPr>
              <a:xfrm rot="10800000">
                <a:off x="882441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612019D9-941F-B7B9-4FA4-F080044D4773}"/>
                  </a:ext>
                </a:extLst>
              </p:cNvPr>
              <p:cNvSpPr/>
              <p:nvPr/>
            </p:nvSpPr>
            <p:spPr>
              <a:xfrm rot="10800000">
                <a:off x="872399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597B140B-A94E-8E76-DEF4-98727A8D9FA4}"/>
                  </a:ext>
                </a:extLst>
              </p:cNvPr>
              <p:cNvSpPr/>
              <p:nvPr/>
            </p:nvSpPr>
            <p:spPr>
              <a:xfrm rot="10800000">
                <a:off x="862357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645BC75F-EDCF-3BE0-AE3F-AA95B613E1A6}"/>
                  </a:ext>
                </a:extLst>
              </p:cNvPr>
              <p:cNvSpPr/>
              <p:nvPr/>
            </p:nvSpPr>
            <p:spPr>
              <a:xfrm rot="10800000">
                <a:off x="852314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EE01544F-68EE-9B2E-94D2-E2CC9285914B}"/>
                  </a:ext>
                </a:extLst>
              </p:cNvPr>
              <p:cNvSpPr/>
              <p:nvPr/>
            </p:nvSpPr>
            <p:spPr>
              <a:xfrm rot="10800000">
                <a:off x="842272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9DC51ECE-6C90-0A9D-DADE-EE2538680DFA}"/>
                  </a:ext>
                </a:extLst>
              </p:cNvPr>
              <p:cNvSpPr/>
              <p:nvPr/>
            </p:nvSpPr>
            <p:spPr>
              <a:xfrm rot="10800000">
                <a:off x="832230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AE0D314C-5559-28C4-062B-B9F9AD41C3D8}"/>
                  </a:ext>
                </a:extLst>
              </p:cNvPr>
              <p:cNvSpPr/>
              <p:nvPr/>
            </p:nvSpPr>
            <p:spPr>
              <a:xfrm rot="10800000">
                <a:off x="822187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AF644B30-AE6F-875C-4ED4-E2BB12B11E29}"/>
                  </a:ext>
                </a:extLst>
              </p:cNvPr>
              <p:cNvSpPr/>
              <p:nvPr/>
            </p:nvSpPr>
            <p:spPr>
              <a:xfrm rot="10800000">
                <a:off x="812145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884FEA5B-0622-AB3D-BC1F-C406EEDB2D12}"/>
                  </a:ext>
                </a:extLst>
              </p:cNvPr>
              <p:cNvSpPr/>
              <p:nvPr/>
            </p:nvSpPr>
            <p:spPr>
              <a:xfrm rot="10800000">
                <a:off x="802103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C0534CE1-B40D-D3CB-BD18-C0D5B0C208D0}"/>
                  </a:ext>
                </a:extLst>
              </p:cNvPr>
              <p:cNvSpPr/>
              <p:nvPr/>
            </p:nvSpPr>
            <p:spPr>
              <a:xfrm rot="10800000">
                <a:off x="792061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A18E458E-D0BE-8F5A-A659-5F0AA626CFE4}"/>
                  </a:ext>
                </a:extLst>
              </p:cNvPr>
              <p:cNvSpPr/>
              <p:nvPr/>
            </p:nvSpPr>
            <p:spPr>
              <a:xfrm rot="10800000">
                <a:off x="782018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6F183202-3B7C-E34A-D59C-9B6CCA13C481}"/>
                  </a:ext>
                </a:extLst>
              </p:cNvPr>
              <p:cNvSpPr/>
              <p:nvPr/>
            </p:nvSpPr>
            <p:spPr>
              <a:xfrm rot="10800000">
                <a:off x="771976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C0B3D3A-5F05-B11D-DB73-1EDC621F76E0}"/>
                  </a:ext>
                </a:extLst>
              </p:cNvPr>
              <p:cNvSpPr/>
              <p:nvPr/>
            </p:nvSpPr>
            <p:spPr>
              <a:xfrm rot="10800000">
                <a:off x="761934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4F10329D-FB93-B348-C5C2-48BAE17592D3}"/>
                  </a:ext>
                </a:extLst>
              </p:cNvPr>
              <p:cNvSpPr/>
              <p:nvPr/>
            </p:nvSpPr>
            <p:spPr>
              <a:xfrm rot="10800000">
                <a:off x="1043118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E50F957D-077F-F1B1-B736-1E4A109FE3EE}"/>
                  </a:ext>
                </a:extLst>
              </p:cNvPr>
              <p:cNvSpPr/>
              <p:nvPr/>
            </p:nvSpPr>
            <p:spPr>
              <a:xfrm rot="10800000">
                <a:off x="1033076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0D37C6F4-3949-0E55-53CB-29A67A42805B}"/>
                  </a:ext>
                </a:extLst>
              </p:cNvPr>
              <p:cNvSpPr/>
              <p:nvPr/>
            </p:nvSpPr>
            <p:spPr>
              <a:xfrm rot="10800000">
                <a:off x="1023033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50117166-D035-F035-EAED-7847B982173D}"/>
                  </a:ext>
                </a:extLst>
              </p:cNvPr>
              <p:cNvSpPr/>
              <p:nvPr/>
            </p:nvSpPr>
            <p:spPr>
              <a:xfrm rot="10800000">
                <a:off x="1012991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7EC94EFD-AA0E-4700-CE03-E18DEE6A78D0}"/>
                  </a:ext>
                </a:extLst>
              </p:cNvPr>
              <p:cNvSpPr/>
              <p:nvPr/>
            </p:nvSpPr>
            <p:spPr>
              <a:xfrm rot="10800000">
                <a:off x="1002949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A7F78F6-DEF2-3113-3AB8-0C61A1BD7282}"/>
                  </a:ext>
                </a:extLst>
              </p:cNvPr>
              <p:cNvSpPr/>
              <p:nvPr/>
            </p:nvSpPr>
            <p:spPr>
              <a:xfrm rot="10800000">
                <a:off x="992906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39233E89-D819-3A40-4E4D-25C8BAA3453D}"/>
                  </a:ext>
                </a:extLst>
              </p:cNvPr>
              <p:cNvSpPr/>
              <p:nvPr/>
            </p:nvSpPr>
            <p:spPr>
              <a:xfrm rot="10800000">
                <a:off x="982864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45A7685F-2380-8ECC-E7DA-604A76C8EEC4}"/>
                  </a:ext>
                </a:extLst>
              </p:cNvPr>
              <p:cNvSpPr/>
              <p:nvPr/>
            </p:nvSpPr>
            <p:spPr>
              <a:xfrm rot="10800000">
                <a:off x="972822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30A3A2F1-1CCC-95A0-3180-03AD4C5177C2}"/>
                  </a:ext>
                </a:extLst>
              </p:cNvPr>
              <p:cNvSpPr/>
              <p:nvPr/>
            </p:nvSpPr>
            <p:spPr>
              <a:xfrm rot="10800000">
                <a:off x="962780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DB517F0A-64BB-7802-7079-5780D29C38EB}"/>
                  </a:ext>
                </a:extLst>
              </p:cNvPr>
              <p:cNvSpPr/>
              <p:nvPr/>
            </p:nvSpPr>
            <p:spPr>
              <a:xfrm rot="10800000">
                <a:off x="952737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016D7236-FD5B-EB1C-533B-BC4F5289A901}"/>
                  </a:ext>
                </a:extLst>
              </p:cNvPr>
              <p:cNvSpPr/>
              <p:nvPr/>
            </p:nvSpPr>
            <p:spPr>
              <a:xfrm rot="10800000">
                <a:off x="942695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2C69BA6B-9FB0-25CD-C316-9E0F9419346B}"/>
                  </a:ext>
                </a:extLst>
              </p:cNvPr>
              <p:cNvSpPr/>
              <p:nvPr/>
            </p:nvSpPr>
            <p:spPr>
              <a:xfrm rot="10800000">
                <a:off x="932653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194B01C3-A66B-08F7-D94D-F5FE1C68D154}"/>
                  </a:ext>
                </a:extLst>
              </p:cNvPr>
              <p:cNvSpPr/>
              <p:nvPr/>
            </p:nvSpPr>
            <p:spPr>
              <a:xfrm rot="10800000">
                <a:off x="922610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01339C91-3DC7-A027-4A77-37D4E4400905}"/>
                  </a:ext>
                </a:extLst>
              </p:cNvPr>
              <p:cNvSpPr/>
              <p:nvPr/>
            </p:nvSpPr>
            <p:spPr>
              <a:xfrm rot="10800000">
                <a:off x="912568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0CA3B421-802F-9FFE-4E9E-4BFC4C147C3B}"/>
                  </a:ext>
                </a:extLst>
              </p:cNvPr>
              <p:cNvSpPr/>
              <p:nvPr/>
            </p:nvSpPr>
            <p:spPr>
              <a:xfrm rot="10800000">
                <a:off x="902526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B126C60B-7D52-C63A-9567-A62637B6D5A4}"/>
                  </a:ext>
                </a:extLst>
              </p:cNvPr>
              <p:cNvSpPr/>
              <p:nvPr/>
            </p:nvSpPr>
            <p:spPr>
              <a:xfrm rot="10800000">
                <a:off x="892483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E65457C3-CA73-4E33-8CD7-068F7E09E7FE}"/>
                  </a:ext>
                </a:extLst>
              </p:cNvPr>
              <p:cNvSpPr/>
              <p:nvPr/>
            </p:nvSpPr>
            <p:spPr>
              <a:xfrm rot="10800000">
                <a:off x="882441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08E6A40D-75E9-0C00-A8DF-01E4479B287B}"/>
                  </a:ext>
                </a:extLst>
              </p:cNvPr>
              <p:cNvSpPr/>
              <p:nvPr/>
            </p:nvSpPr>
            <p:spPr>
              <a:xfrm rot="10800000">
                <a:off x="872399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BD2C1056-589C-DBBF-E569-7849A8195ABF}"/>
                  </a:ext>
                </a:extLst>
              </p:cNvPr>
              <p:cNvSpPr/>
              <p:nvPr/>
            </p:nvSpPr>
            <p:spPr>
              <a:xfrm rot="10800000">
                <a:off x="862357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C1420547-A1F5-909F-6B14-1BB534A8B803}"/>
                  </a:ext>
                </a:extLst>
              </p:cNvPr>
              <p:cNvSpPr/>
              <p:nvPr/>
            </p:nvSpPr>
            <p:spPr>
              <a:xfrm rot="10800000">
                <a:off x="852314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6BF54213-1BAB-6977-8B11-EC0C0B44EA01}"/>
                  </a:ext>
                </a:extLst>
              </p:cNvPr>
              <p:cNvSpPr/>
              <p:nvPr/>
            </p:nvSpPr>
            <p:spPr>
              <a:xfrm rot="10800000">
                <a:off x="842272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543C8790-E135-1D2C-B266-5053E4F77775}"/>
                  </a:ext>
                </a:extLst>
              </p:cNvPr>
              <p:cNvSpPr/>
              <p:nvPr/>
            </p:nvSpPr>
            <p:spPr>
              <a:xfrm rot="10800000">
                <a:off x="832230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0D3946C8-17C5-0D0B-7A18-B63F98E218A8}"/>
                  </a:ext>
                </a:extLst>
              </p:cNvPr>
              <p:cNvSpPr/>
              <p:nvPr/>
            </p:nvSpPr>
            <p:spPr>
              <a:xfrm rot="10800000">
                <a:off x="822187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CCB4F39A-B993-59D5-51FD-8DF8E323D7DF}"/>
                  </a:ext>
                </a:extLst>
              </p:cNvPr>
              <p:cNvSpPr/>
              <p:nvPr/>
            </p:nvSpPr>
            <p:spPr>
              <a:xfrm rot="10800000">
                <a:off x="812145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9E9766F4-49EB-90D8-B8AF-0B2DA7333B11}"/>
                  </a:ext>
                </a:extLst>
              </p:cNvPr>
              <p:cNvSpPr/>
              <p:nvPr/>
            </p:nvSpPr>
            <p:spPr>
              <a:xfrm rot="10800000">
                <a:off x="802103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F3748C35-E6DA-A233-9BC1-A682B7060412}"/>
                  </a:ext>
                </a:extLst>
              </p:cNvPr>
              <p:cNvSpPr/>
              <p:nvPr/>
            </p:nvSpPr>
            <p:spPr>
              <a:xfrm rot="10800000">
                <a:off x="792061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8F08BEEF-81B0-7645-2340-AFC382A5664D}"/>
                  </a:ext>
                </a:extLst>
              </p:cNvPr>
              <p:cNvSpPr/>
              <p:nvPr/>
            </p:nvSpPr>
            <p:spPr>
              <a:xfrm rot="10800000">
                <a:off x="782018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E3B273BA-D9E5-8D34-68C1-476E4AF69AA4}"/>
                  </a:ext>
                </a:extLst>
              </p:cNvPr>
              <p:cNvSpPr/>
              <p:nvPr/>
            </p:nvSpPr>
            <p:spPr>
              <a:xfrm rot="10800000">
                <a:off x="771976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30689A56-4FC1-FB54-7977-6D7CDB404D6F}"/>
                  </a:ext>
                </a:extLst>
              </p:cNvPr>
              <p:cNvSpPr/>
              <p:nvPr/>
            </p:nvSpPr>
            <p:spPr>
              <a:xfrm rot="10800000">
                <a:off x="761934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3" name="Group 472">
                <a:extLst>
                  <a:ext uri="{FF2B5EF4-FFF2-40B4-BE49-F238E27FC236}">
                    <a16:creationId xmlns:a16="http://schemas.microsoft.com/office/drawing/2014/main" id="{F8F47904-095C-4D2D-7FD7-99F993D27D88}"/>
                  </a:ext>
                </a:extLst>
              </p:cNvPr>
              <p:cNvGrpSpPr/>
              <p:nvPr/>
            </p:nvGrpSpPr>
            <p:grpSpPr>
              <a:xfrm rot="10800000">
                <a:off x="10531606" y="3982298"/>
                <a:ext cx="301269" cy="301135"/>
                <a:chOff x="1051088" y="5406535"/>
                <a:chExt cx="593889" cy="593625"/>
              </a:xfrm>
            </p:grpSpPr>
            <p:sp>
              <p:nvSpPr>
                <p:cNvPr id="690" name="Rectangle 689">
                  <a:extLst>
                    <a:ext uri="{FF2B5EF4-FFF2-40B4-BE49-F238E27FC236}">
                      <a16:creationId xmlns:a16="http://schemas.microsoft.com/office/drawing/2014/main" id="{E1F3B9D2-F378-0CD9-740C-7C85072AF984}"/>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BA4E77D4-AC5C-A073-6BEC-899C32D63C4D}"/>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81153EAD-627E-4F84-BE0F-B7AEB9BF4B1B}"/>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8C4CC6EB-E072-9FC0-6A9D-6E2A50A31A36}"/>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3179A615-EF1F-1271-57BA-58D3A17E1D52}"/>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72FD9D6F-EAAC-D92D-2CE7-ABF48529D1F2}"/>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A9C636DC-CC77-2F47-737F-41E7A7FEAF51}"/>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13F4BF96-D43E-9A3C-D622-8B05D28AD8AF}"/>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1307B9BD-F807-00B8-F66F-B454948621A9}"/>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4" name="Rectangle 473">
                <a:extLst>
                  <a:ext uri="{FF2B5EF4-FFF2-40B4-BE49-F238E27FC236}">
                    <a16:creationId xmlns:a16="http://schemas.microsoft.com/office/drawing/2014/main" id="{97D4714E-248B-6DC9-9500-9BAECFF955E8}"/>
                  </a:ext>
                </a:extLst>
              </p:cNvPr>
              <p:cNvSpPr/>
              <p:nvPr/>
            </p:nvSpPr>
            <p:spPr>
              <a:xfrm rot="10800000">
                <a:off x="1043118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0104E7B3-EBC9-026B-9194-715B2044C882}"/>
                  </a:ext>
                </a:extLst>
              </p:cNvPr>
              <p:cNvSpPr/>
              <p:nvPr/>
            </p:nvSpPr>
            <p:spPr>
              <a:xfrm rot="10800000">
                <a:off x="1033076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554A05B9-603C-0DC5-CBED-C575768D6B79}"/>
                  </a:ext>
                </a:extLst>
              </p:cNvPr>
              <p:cNvSpPr/>
              <p:nvPr/>
            </p:nvSpPr>
            <p:spPr>
              <a:xfrm rot="10800000">
                <a:off x="1023033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D7833F96-7144-18E7-807F-091CBED7FF55}"/>
                  </a:ext>
                </a:extLst>
              </p:cNvPr>
              <p:cNvSpPr/>
              <p:nvPr/>
            </p:nvSpPr>
            <p:spPr>
              <a:xfrm rot="10800000">
                <a:off x="1012991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8576C644-6198-B4E8-A8D4-163E9B78338D}"/>
                  </a:ext>
                </a:extLst>
              </p:cNvPr>
              <p:cNvSpPr/>
              <p:nvPr/>
            </p:nvSpPr>
            <p:spPr>
              <a:xfrm rot="10800000">
                <a:off x="1002949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88DE8779-7013-5452-4F67-A90A2B8836A7}"/>
                  </a:ext>
                </a:extLst>
              </p:cNvPr>
              <p:cNvSpPr/>
              <p:nvPr/>
            </p:nvSpPr>
            <p:spPr>
              <a:xfrm rot="10800000">
                <a:off x="992906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B8BE81C4-8A03-2B45-CB73-BAAFA8C7E833}"/>
                  </a:ext>
                </a:extLst>
              </p:cNvPr>
              <p:cNvSpPr/>
              <p:nvPr/>
            </p:nvSpPr>
            <p:spPr>
              <a:xfrm rot="10800000">
                <a:off x="982864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6E0D630E-7914-02BD-3407-DF4E539BA61D}"/>
                  </a:ext>
                </a:extLst>
              </p:cNvPr>
              <p:cNvSpPr/>
              <p:nvPr/>
            </p:nvSpPr>
            <p:spPr>
              <a:xfrm rot="10800000">
                <a:off x="972822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AD799621-5CD9-829D-B38D-FC38375ECB56}"/>
                  </a:ext>
                </a:extLst>
              </p:cNvPr>
              <p:cNvSpPr/>
              <p:nvPr/>
            </p:nvSpPr>
            <p:spPr>
              <a:xfrm rot="10800000">
                <a:off x="962780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2CD673F7-DEEA-0A62-B02F-E9FF5A9EBAD4}"/>
                  </a:ext>
                </a:extLst>
              </p:cNvPr>
              <p:cNvSpPr/>
              <p:nvPr/>
            </p:nvSpPr>
            <p:spPr>
              <a:xfrm rot="10800000">
                <a:off x="952737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DDF9330C-BA8E-AC61-562E-13261A8A0924}"/>
                  </a:ext>
                </a:extLst>
              </p:cNvPr>
              <p:cNvSpPr/>
              <p:nvPr/>
            </p:nvSpPr>
            <p:spPr>
              <a:xfrm rot="10800000">
                <a:off x="942695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4679C613-EC8C-B741-96B6-4D790AEE1B7E}"/>
                  </a:ext>
                </a:extLst>
              </p:cNvPr>
              <p:cNvSpPr/>
              <p:nvPr/>
            </p:nvSpPr>
            <p:spPr>
              <a:xfrm rot="10800000">
                <a:off x="932653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6B72A903-09BC-B3F7-7F4D-9125A8BB5F7F}"/>
                  </a:ext>
                </a:extLst>
              </p:cNvPr>
              <p:cNvSpPr/>
              <p:nvPr/>
            </p:nvSpPr>
            <p:spPr>
              <a:xfrm rot="10800000">
                <a:off x="922610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DAD02714-0A11-022B-7E1F-277EC12B9DDB}"/>
                  </a:ext>
                </a:extLst>
              </p:cNvPr>
              <p:cNvSpPr/>
              <p:nvPr/>
            </p:nvSpPr>
            <p:spPr>
              <a:xfrm rot="10800000">
                <a:off x="912568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BF020F6F-1175-E939-4A3F-0E0013F02A7B}"/>
                  </a:ext>
                </a:extLst>
              </p:cNvPr>
              <p:cNvSpPr/>
              <p:nvPr/>
            </p:nvSpPr>
            <p:spPr>
              <a:xfrm rot="10800000">
                <a:off x="902526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099DB4CA-CBD2-2781-A669-8265A26BF7CC}"/>
                  </a:ext>
                </a:extLst>
              </p:cNvPr>
              <p:cNvSpPr/>
              <p:nvPr/>
            </p:nvSpPr>
            <p:spPr>
              <a:xfrm rot="10800000">
                <a:off x="892483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C0ED555B-B56C-B0B0-3825-069BE80D27E7}"/>
                  </a:ext>
                </a:extLst>
              </p:cNvPr>
              <p:cNvSpPr/>
              <p:nvPr/>
            </p:nvSpPr>
            <p:spPr>
              <a:xfrm rot="10800000">
                <a:off x="882441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301B5A7D-1CDC-6A0E-EA36-F96E31DDFEDD}"/>
                  </a:ext>
                </a:extLst>
              </p:cNvPr>
              <p:cNvSpPr/>
              <p:nvPr/>
            </p:nvSpPr>
            <p:spPr>
              <a:xfrm rot="10800000">
                <a:off x="872399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185FA1F9-1E6A-C1B6-33A4-DD12644B4F39}"/>
                  </a:ext>
                </a:extLst>
              </p:cNvPr>
              <p:cNvSpPr/>
              <p:nvPr/>
            </p:nvSpPr>
            <p:spPr>
              <a:xfrm rot="10800000">
                <a:off x="862357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3C5694C9-1C08-9921-8C84-08AAC02000C1}"/>
                  </a:ext>
                </a:extLst>
              </p:cNvPr>
              <p:cNvSpPr/>
              <p:nvPr/>
            </p:nvSpPr>
            <p:spPr>
              <a:xfrm rot="10800000">
                <a:off x="852314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CE7B0E9-8C17-849E-FA92-48454ADDF9D7}"/>
                  </a:ext>
                </a:extLst>
              </p:cNvPr>
              <p:cNvSpPr/>
              <p:nvPr/>
            </p:nvSpPr>
            <p:spPr>
              <a:xfrm rot="10800000">
                <a:off x="842272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467B179-BDAC-637D-7B3D-439FEBC1C8C7}"/>
                  </a:ext>
                </a:extLst>
              </p:cNvPr>
              <p:cNvSpPr/>
              <p:nvPr/>
            </p:nvSpPr>
            <p:spPr>
              <a:xfrm rot="10800000">
                <a:off x="832230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BC3530E7-2F76-E13E-3440-46A49D02C716}"/>
                  </a:ext>
                </a:extLst>
              </p:cNvPr>
              <p:cNvSpPr/>
              <p:nvPr/>
            </p:nvSpPr>
            <p:spPr>
              <a:xfrm rot="10800000">
                <a:off x="822187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2FC51EB0-3680-7DE0-5667-D12FD07F01E6}"/>
                  </a:ext>
                </a:extLst>
              </p:cNvPr>
              <p:cNvSpPr/>
              <p:nvPr/>
            </p:nvSpPr>
            <p:spPr>
              <a:xfrm rot="10800000">
                <a:off x="812145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1374DD3F-745A-F79B-86EB-BEEED27E2A55}"/>
                  </a:ext>
                </a:extLst>
              </p:cNvPr>
              <p:cNvSpPr/>
              <p:nvPr/>
            </p:nvSpPr>
            <p:spPr>
              <a:xfrm rot="10800000">
                <a:off x="802103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A68696E4-3DFF-BEE9-0011-2A775C521E20}"/>
                  </a:ext>
                </a:extLst>
              </p:cNvPr>
              <p:cNvSpPr/>
              <p:nvPr/>
            </p:nvSpPr>
            <p:spPr>
              <a:xfrm rot="10800000">
                <a:off x="792061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7429AD73-6995-119F-F516-73B84F73E88E}"/>
                  </a:ext>
                </a:extLst>
              </p:cNvPr>
              <p:cNvSpPr/>
              <p:nvPr/>
            </p:nvSpPr>
            <p:spPr>
              <a:xfrm rot="10800000">
                <a:off x="782018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3C394973-179D-3A5C-143E-46AFE97AEA3D}"/>
                  </a:ext>
                </a:extLst>
              </p:cNvPr>
              <p:cNvSpPr/>
              <p:nvPr/>
            </p:nvSpPr>
            <p:spPr>
              <a:xfrm rot="10800000">
                <a:off x="771976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F14531C4-B5AD-4F7A-79C3-B811E98DAE58}"/>
                  </a:ext>
                </a:extLst>
              </p:cNvPr>
              <p:cNvSpPr/>
              <p:nvPr/>
            </p:nvSpPr>
            <p:spPr>
              <a:xfrm rot="10800000">
                <a:off x="761934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3" name="Group 1982">
              <a:extLst>
                <a:ext uri="{FF2B5EF4-FFF2-40B4-BE49-F238E27FC236}">
                  <a16:creationId xmlns:a16="http://schemas.microsoft.com/office/drawing/2014/main" id="{85B6E523-DC32-066E-E97B-A97BB52948B1}"/>
                </a:ext>
              </a:extLst>
            </p:cNvPr>
            <p:cNvGrpSpPr/>
            <p:nvPr/>
          </p:nvGrpSpPr>
          <p:grpSpPr>
            <a:xfrm>
              <a:off x="7469278" y="2510807"/>
              <a:ext cx="1918406" cy="360608"/>
              <a:chOff x="7709654" y="3386227"/>
              <a:chExt cx="2107259" cy="396107"/>
            </a:xfrm>
          </p:grpSpPr>
          <p:grpSp>
            <p:nvGrpSpPr>
              <p:cNvPr id="4" name="Group 3">
                <a:extLst>
                  <a:ext uri="{FF2B5EF4-FFF2-40B4-BE49-F238E27FC236}">
                    <a16:creationId xmlns:a16="http://schemas.microsoft.com/office/drawing/2014/main" id="{D67721C4-54EE-A350-DE06-D149025D1CFA}"/>
                  </a:ext>
                </a:extLst>
              </p:cNvPr>
              <p:cNvGrpSpPr/>
              <p:nvPr/>
            </p:nvGrpSpPr>
            <p:grpSpPr>
              <a:xfrm rot="10800000" flipH="1">
                <a:off x="7709654" y="3386227"/>
                <a:ext cx="397619" cy="396106"/>
                <a:chOff x="7383761" y="5206905"/>
                <a:chExt cx="796285" cy="793255"/>
              </a:xfrm>
            </p:grpSpPr>
            <p:grpSp>
              <p:nvGrpSpPr>
                <p:cNvPr id="229" name="Group 228">
                  <a:extLst>
                    <a:ext uri="{FF2B5EF4-FFF2-40B4-BE49-F238E27FC236}">
                      <a16:creationId xmlns:a16="http://schemas.microsoft.com/office/drawing/2014/main" id="{137A0922-1226-68D6-7C34-3D751A75E393}"/>
                    </a:ext>
                  </a:extLst>
                </p:cNvPr>
                <p:cNvGrpSpPr/>
                <p:nvPr/>
              </p:nvGrpSpPr>
              <p:grpSpPr>
                <a:xfrm>
                  <a:off x="7586157" y="5206905"/>
                  <a:ext cx="593889" cy="593625"/>
                  <a:chOff x="1910636" y="2494271"/>
                  <a:chExt cx="593889" cy="593625"/>
                </a:xfrm>
              </p:grpSpPr>
              <p:sp>
                <p:nvSpPr>
                  <p:cNvPr id="843" name="Rectangle 842">
                    <a:extLst>
                      <a:ext uri="{FF2B5EF4-FFF2-40B4-BE49-F238E27FC236}">
                        <a16:creationId xmlns:a16="http://schemas.microsoft.com/office/drawing/2014/main" id="{5962BE3E-C1F2-3961-260E-3B77683AFB5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866252E1-5622-FAFA-1673-46AE10117E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241CB0C1-0768-2F80-DE6A-A986137212A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AF6B78B7-531E-D412-7694-95387A2E098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9D95B485-87B9-DB58-832D-38F679B106C0}"/>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19F90D75-5E2F-75E7-E9F2-4B3845290E2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9104E035-14FB-AD3F-873E-7D225B62828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DDEBC2B9-D5C6-AA53-4B45-0A9B25E8AC2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94DEA8A3-AD4E-1EBE-FA86-718EC89536C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C22397A4-6FAD-F445-BC24-7F44FB890674}"/>
                    </a:ext>
                  </a:extLst>
                </p:cNvPr>
                <p:cNvGrpSpPr/>
                <p:nvPr/>
              </p:nvGrpSpPr>
              <p:grpSpPr>
                <a:xfrm>
                  <a:off x="7487213" y="5307553"/>
                  <a:ext cx="593889" cy="593625"/>
                  <a:chOff x="1910636" y="2494271"/>
                  <a:chExt cx="593889" cy="593625"/>
                </a:xfrm>
              </p:grpSpPr>
              <p:sp>
                <p:nvSpPr>
                  <p:cNvPr id="351" name="Rectangle 350">
                    <a:extLst>
                      <a:ext uri="{FF2B5EF4-FFF2-40B4-BE49-F238E27FC236}">
                        <a16:creationId xmlns:a16="http://schemas.microsoft.com/office/drawing/2014/main" id="{359FB32C-3F34-F99B-958E-CFA9E3D20FD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943B5D76-575F-537A-757D-EB577080987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DC700E84-5C6B-3A38-5C01-2CDEBEC22284}"/>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CECABD00-1CE2-461E-1470-5A03AC2A0C6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4A1D2F35-CAEA-B96A-517F-7C1D398E114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4B2AB091-A303-BF28-2DEF-DB5E2EDAEDC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9539568C-DFA7-B84B-F80B-C996F600210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6FDB3C2B-EF8D-BB6B-137D-FA195A3C8FE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CC7BC672-F54B-2CEC-513E-CE0CBDB2267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 name="Group 230">
                  <a:extLst>
                    <a:ext uri="{FF2B5EF4-FFF2-40B4-BE49-F238E27FC236}">
                      <a16:creationId xmlns:a16="http://schemas.microsoft.com/office/drawing/2014/main" id="{73333CFC-C54A-80D4-6120-6EBE7E025E38}"/>
                    </a:ext>
                  </a:extLst>
                </p:cNvPr>
                <p:cNvGrpSpPr/>
                <p:nvPr/>
              </p:nvGrpSpPr>
              <p:grpSpPr>
                <a:xfrm>
                  <a:off x="7383761" y="5406535"/>
                  <a:ext cx="593889" cy="593625"/>
                  <a:chOff x="1910636" y="2494271"/>
                  <a:chExt cx="593889" cy="593625"/>
                </a:xfrm>
              </p:grpSpPr>
              <p:sp>
                <p:nvSpPr>
                  <p:cNvPr id="264" name="Rectangle 263">
                    <a:extLst>
                      <a:ext uri="{FF2B5EF4-FFF2-40B4-BE49-F238E27FC236}">
                        <a16:creationId xmlns:a16="http://schemas.microsoft.com/office/drawing/2014/main" id="{6367B283-DEB5-B284-A12A-AA6899354BC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D84DCB21-B0BB-242A-6E1B-B82E40C8A21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79E341AC-DC96-6359-0E8C-F81966BD013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53057531-4053-ED9B-4EB5-75025019EAB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71FD24A-F164-9F48-B476-1426596DAA6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4CB49884-389E-3187-00D2-B009BD51B11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8B58886D-C27A-D96E-3AFF-ED8418745B10}"/>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0F9E5727-7332-2ABA-00F0-8C66934310F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28AD42D-9880-3901-227D-596AC98FDE4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 name="Group 4">
                <a:extLst>
                  <a:ext uri="{FF2B5EF4-FFF2-40B4-BE49-F238E27FC236}">
                    <a16:creationId xmlns:a16="http://schemas.microsoft.com/office/drawing/2014/main" id="{51C3D5D8-8D6D-7EBE-1DB0-7A2CF76F1D5B}"/>
                  </a:ext>
                </a:extLst>
              </p:cNvPr>
              <p:cNvGrpSpPr/>
              <p:nvPr/>
            </p:nvGrpSpPr>
            <p:grpSpPr>
              <a:xfrm rot="10800000" flipH="1">
                <a:off x="8051582" y="3386227"/>
                <a:ext cx="397619" cy="396106"/>
                <a:chOff x="9651794" y="5208440"/>
                <a:chExt cx="796285" cy="793255"/>
              </a:xfrm>
            </p:grpSpPr>
            <p:grpSp>
              <p:nvGrpSpPr>
                <p:cNvPr id="199" name="Group 198">
                  <a:extLst>
                    <a:ext uri="{FF2B5EF4-FFF2-40B4-BE49-F238E27FC236}">
                      <a16:creationId xmlns:a16="http://schemas.microsoft.com/office/drawing/2014/main" id="{5112DF91-3259-A8A3-6ED1-D19F7546B015}"/>
                    </a:ext>
                  </a:extLst>
                </p:cNvPr>
                <p:cNvGrpSpPr/>
                <p:nvPr/>
              </p:nvGrpSpPr>
              <p:grpSpPr>
                <a:xfrm>
                  <a:off x="9854190" y="5208440"/>
                  <a:ext cx="593889" cy="593625"/>
                  <a:chOff x="1910636" y="2494271"/>
                  <a:chExt cx="593889" cy="593625"/>
                </a:xfrm>
              </p:grpSpPr>
              <p:sp>
                <p:nvSpPr>
                  <p:cNvPr id="220" name="Rectangle 219">
                    <a:extLst>
                      <a:ext uri="{FF2B5EF4-FFF2-40B4-BE49-F238E27FC236}">
                        <a16:creationId xmlns:a16="http://schemas.microsoft.com/office/drawing/2014/main" id="{01102846-E1B2-20A5-8724-FDA7E685F48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F597B530-88EE-33ED-C2FA-73F1AC4826B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6D984B7B-83A9-F411-04C3-A00717E2A80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8047B9EE-A1EC-D122-EE41-2910C16EAA6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1CE4831E-66BA-9CBD-2F94-A0B63F41AC19}"/>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5530157-4D10-5138-410D-8D3904B95B4E}"/>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0D6938A-4BA6-8571-D682-C173BEEF2FFC}"/>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61A897D5-9514-1F64-0EB3-484A2E81DD1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2171A840-F89F-6043-F683-700CF480CA3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A987DDE3-59BB-4B9F-0412-B4BFE68FFEA8}"/>
                    </a:ext>
                  </a:extLst>
                </p:cNvPr>
                <p:cNvGrpSpPr/>
                <p:nvPr/>
              </p:nvGrpSpPr>
              <p:grpSpPr>
                <a:xfrm>
                  <a:off x="9755246" y="5309088"/>
                  <a:ext cx="593889" cy="593625"/>
                  <a:chOff x="1910636" y="2494271"/>
                  <a:chExt cx="593889" cy="593625"/>
                </a:xfrm>
              </p:grpSpPr>
              <p:sp>
                <p:nvSpPr>
                  <p:cNvPr id="211" name="Rectangle 210">
                    <a:extLst>
                      <a:ext uri="{FF2B5EF4-FFF2-40B4-BE49-F238E27FC236}">
                        <a16:creationId xmlns:a16="http://schemas.microsoft.com/office/drawing/2014/main" id="{4B5EF2D4-A411-114D-274F-0D2743782F4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4A5E4C88-B02A-ED18-61A6-D86B08ED87B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413DC161-EC48-E8E9-4571-B0A1AB8508A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68E2D80F-298A-29DE-8AEA-FBCFADFDCC3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AE50553-06B7-0649-1F72-C36C42D5AFB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9B95F58-4621-9BCF-0A36-E808EB081113}"/>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22AD876D-F953-285E-A77F-EF373A55A1F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5C7C3E4C-D92A-0078-5A73-EF083C36EF1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BF6DE8B-87D6-9E15-8AA7-0ED766B742C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FE320766-01C2-DCC2-019C-B26739FD8C8F}"/>
                    </a:ext>
                  </a:extLst>
                </p:cNvPr>
                <p:cNvGrpSpPr/>
                <p:nvPr/>
              </p:nvGrpSpPr>
              <p:grpSpPr>
                <a:xfrm>
                  <a:off x="9651794" y="5408070"/>
                  <a:ext cx="593889" cy="593625"/>
                  <a:chOff x="1910636" y="2494271"/>
                  <a:chExt cx="593889" cy="593625"/>
                </a:xfrm>
              </p:grpSpPr>
              <p:sp>
                <p:nvSpPr>
                  <p:cNvPr id="202" name="Rectangle 201">
                    <a:extLst>
                      <a:ext uri="{FF2B5EF4-FFF2-40B4-BE49-F238E27FC236}">
                        <a16:creationId xmlns:a16="http://schemas.microsoft.com/office/drawing/2014/main" id="{CD6A7B34-FBD7-C7BB-B542-FDE176F89EB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8FA4609-8F46-ECBC-2F77-B2BB6D21EFA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D5BDB4E1-9B2F-DCB6-BB05-D83D9B08C71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5E7A608-43A1-5C22-C7DE-13FA3356152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6DC7FC47-82F5-2D3C-D798-40DA2A4C1AA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3FF79487-67CF-9D3E-FB6A-E5071A6F894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FFE80ABD-530D-1901-0EA4-235B2532259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0EAB746D-B941-147A-1F2A-7B9D59DDEE4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CC2C54CF-30CF-06D8-81A0-A3F2D2D3A01A}"/>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a:extLst>
                  <a:ext uri="{FF2B5EF4-FFF2-40B4-BE49-F238E27FC236}">
                    <a16:creationId xmlns:a16="http://schemas.microsoft.com/office/drawing/2014/main" id="{1D3A8976-D807-B30E-DCE3-1B0640BF0500}"/>
                  </a:ext>
                </a:extLst>
              </p:cNvPr>
              <p:cNvGrpSpPr/>
              <p:nvPr/>
            </p:nvGrpSpPr>
            <p:grpSpPr>
              <a:xfrm rot="10800000" flipH="1">
                <a:off x="8393510" y="3386227"/>
                <a:ext cx="397619" cy="396106"/>
                <a:chOff x="9651794" y="5208440"/>
                <a:chExt cx="796285" cy="793255"/>
              </a:xfrm>
            </p:grpSpPr>
            <p:grpSp>
              <p:nvGrpSpPr>
                <p:cNvPr id="165" name="Group 164">
                  <a:extLst>
                    <a:ext uri="{FF2B5EF4-FFF2-40B4-BE49-F238E27FC236}">
                      <a16:creationId xmlns:a16="http://schemas.microsoft.com/office/drawing/2014/main" id="{991DAA3C-FEE4-B88B-8319-B09260ECF05E}"/>
                    </a:ext>
                  </a:extLst>
                </p:cNvPr>
                <p:cNvGrpSpPr/>
                <p:nvPr/>
              </p:nvGrpSpPr>
              <p:grpSpPr>
                <a:xfrm>
                  <a:off x="9854190" y="5208440"/>
                  <a:ext cx="593889" cy="593625"/>
                  <a:chOff x="1910636" y="2494271"/>
                  <a:chExt cx="593889" cy="593625"/>
                </a:xfrm>
              </p:grpSpPr>
              <p:sp>
                <p:nvSpPr>
                  <p:cNvPr id="190" name="Rectangle 189">
                    <a:extLst>
                      <a:ext uri="{FF2B5EF4-FFF2-40B4-BE49-F238E27FC236}">
                        <a16:creationId xmlns:a16="http://schemas.microsoft.com/office/drawing/2014/main" id="{2D16E545-9BBB-D1F3-4DE4-0852558EF61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7B8C6CDF-BF82-9A06-5737-A9B9D84C94A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BD5EEA27-3DC1-B0E5-7D47-EE580485D42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E3C3594D-2E85-B505-B911-B7DF47E2993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8D75E62E-D35C-92DF-9839-2DAEA23AEE2F}"/>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8E111B5-AAAF-ABA1-B1D5-22D5321363B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DD5A040F-5152-4B7F-5D36-0E8B560FAF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1B55069-8797-772A-8A1F-9B9415054C1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1EC468CA-1F5D-2AAB-B843-2501FC0A9D8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2F4F67E1-DE9B-B918-AF24-B31057FCD128}"/>
                    </a:ext>
                  </a:extLst>
                </p:cNvPr>
                <p:cNvGrpSpPr/>
                <p:nvPr/>
              </p:nvGrpSpPr>
              <p:grpSpPr>
                <a:xfrm>
                  <a:off x="9755246" y="5309088"/>
                  <a:ext cx="593889" cy="593625"/>
                  <a:chOff x="1910636" y="2494271"/>
                  <a:chExt cx="593889" cy="593625"/>
                </a:xfrm>
              </p:grpSpPr>
              <p:sp>
                <p:nvSpPr>
                  <p:cNvPr id="181" name="Rectangle 180">
                    <a:extLst>
                      <a:ext uri="{FF2B5EF4-FFF2-40B4-BE49-F238E27FC236}">
                        <a16:creationId xmlns:a16="http://schemas.microsoft.com/office/drawing/2014/main" id="{13B2037E-2C6D-9C2F-8737-0E9B3E17FD7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DEAB891E-E01B-C79C-2397-4BD357D8695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0FC4F2A1-533E-EA01-379E-FAA5A3DB9B0D}"/>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760B971-A0B2-4620-DA4F-45C01BFFA7B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DDA23CC-1463-FF22-2ACA-45B4A4261FF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F0680D28-F092-A421-56B8-B4AAE27491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6F647443-6C03-6931-3052-15EE889B15D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0A5C3B31-99C7-FAEC-2FD4-5DE18D72FD8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6DE3CD9-6308-1564-66A8-446F316326E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4DB14912-75BC-9E61-0B1B-095BE3ABE4FE}"/>
                    </a:ext>
                  </a:extLst>
                </p:cNvPr>
                <p:cNvGrpSpPr/>
                <p:nvPr/>
              </p:nvGrpSpPr>
              <p:grpSpPr>
                <a:xfrm>
                  <a:off x="9651794" y="5408070"/>
                  <a:ext cx="593889" cy="593625"/>
                  <a:chOff x="1910636" y="2494271"/>
                  <a:chExt cx="593889" cy="593625"/>
                </a:xfrm>
              </p:grpSpPr>
              <p:sp>
                <p:nvSpPr>
                  <p:cNvPr id="168" name="Rectangle 167">
                    <a:extLst>
                      <a:ext uri="{FF2B5EF4-FFF2-40B4-BE49-F238E27FC236}">
                        <a16:creationId xmlns:a16="http://schemas.microsoft.com/office/drawing/2014/main" id="{7E5B420D-4C3B-DA3C-1C39-5EA1D8514FF9}"/>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D860510-40D6-87E1-EF49-8857A31E76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5DCCD5F-336A-9270-156E-67CD4F55043B}"/>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4BF447FE-C823-E3D6-C316-CA0F6FC213E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17AC7EDA-682B-42D1-CA81-B77723F3374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42FDD413-C218-9AB0-F0E5-30373F1A56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221BF0FA-4AC2-67E9-0714-891B0E8D4C4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0564BE0F-26BC-27AB-67E3-CB2AFC639BD7}"/>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AF33B5A2-DF88-0B5A-B5D9-AABE7A459E9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 name="Group 6">
                <a:extLst>
                  <a:ext uri="{FF2B5EF4-FFF2-40B4-BE49-F238E27FC236}">
                    <a16:creationId xmlns:a16="http://schemas.microsoft.com/office/drawing/2014/main" id="{7BE192D1-5129-1DF8-9732-BE6E5C493D64}"/>
                  </a:ext>
                </a:extLst>
              </p:cNvPr>
              <p:cNvGrpSpPr/>
              <p:nvPr/>
            </p:nvGrpSpPr>
            <p:grpSpPr>
              <a:xfrm rot="10800000" flipH="1">
                <a:off x="8735438" y="3386227"/>
                <a:ext cx="397619" cy="396106"/>
                <a:chOff x="9651794" y="5208440"/>
                <a:chExt cx="796285" cy="793255"/>
              </a:xfrm>
            </p:grpSpPr>
            <p:grpSp>
              <p:nvGrpSpPr>
                <p:cNvPr id="135" name="Group 134">
                  <a:extLst>
                    <a:ext uri="{FF2B5EF4-FFF2-40B4-BE49-F238E27FC236}">
                      <a16:creationId xmlns:a16="http://schemas.microsoft.com/office/drawing/2014/main" id="{6D5FBA2D-1443-46B4-4E04-52BED0D3BABC}"/>
                    </a:ext>
                  </a:extLst>
                </p:cNvPr>
                <p:cNvGrpSpPr/>
                <p:nvPr/>
              </p:nvGrpSpPr>
              <p:grpSpPr>
                <a:xfrm>
                  <a:off x="9854190" y="5208440"/>
                  <a:ext cx="593889" cy="593625"/>
                  <a:chOff x="1910636" y="2494271"/>
                  <a:chExt cx="593889" cy="593625"/>
                </a:xfrm>
              </p:grpSpPr>
              <p:sp>
                <p:nvSpPr>
                  <p:cNvPr id="156" name="Rectangle 155">
                    <a:extLst>
                      <a:ext uri="{FF2B5EF4-FFF2-40B4-BE49-F238E27FC236}">
                        <a16:creationId xmlns:a16="http://schemas.microsoft.com/office/drawing/2014/main" id="{864348C4-76A8-0025-C9F6-FB513B7C002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C421FF75-CAD8-2894-D510-D018BE83F9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F504C742-9A45-8C0B-3340-66482C26F51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AFF02FBF-2AD0-55BC-093B-6BA2D2AA3A4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20AEA72-3E91-AD7A-A247-CDA1D4AC736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F081051-45BE-A0FF-7D0B-83F74C9AFD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E7FDE5DF-973C-CC3E-E43B-B155E5E82967}"/>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83BB97A6-0AA4-68A7-B246-99ED7975D0E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F91770F6-982E-07BF-D14B-12D187A3B00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a:extLst>
                    <a:ext uri="{FF2B5EF4-FFF2-40B4-BE49-F238E27FC236}">
                      <a16:creationId xmlns:a16="http://schemas.microsoft.com/office/drawing/2014/main" id="{3D9AB10A-D220-F1AE-EC12-A70540D06587}"/>
                    </a:ext>
                  </a:extLst>
                </p:cNvPr>
                <p:cNvGrpSpPr/>
                <p:nvPr/>
              </p:nvGrpSpPr>
              <p:grpSpPr>
                <a:xfrm>
                  <a:off x="9755246" y="5309088"/>
                  <a:ext cx="593889" cy="593625"/>
                  <a:chOff x="1910636" y="2494271"/>
                  <a:chExt cx="593889" cy="593625"/>
                </a:xfrm>
              </p:grpSpPr>
              <p:sp>
                <p:nvSpPr>
                  <p:cNvPr id="147" name="Rectangle 146">
                    <a:extLst>
                      <a:ext uri="{FF2B5EF4-FFF2-40B4-BE49-F238E27FC236}">
                        <a16:creationId xmlns:a16="http://schemas.microsoft.com/office/drawing/2014/main" id="{1570F6A7-4BF8-6694-C375-DD495D98EDC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6938C48-42B1-6EA2-CA95-ABA935B473E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8C8A36-A4C2-F597-C851-618042D5425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E894ABD-B1F4-4C27-85D8-BAF7E77CD9C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62F8FD0-F397-EFCA-58C9-759036F284C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BE752190-B08E-DABC-E230-270D03DB763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7ED1446F-5CF4-8A3B-A446-644F4AD9EB7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8099F29F-FCC3-FC4C-1ECB-763AC0BFBFA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A7D5DFCB-199D-EB1E-2162-45653B0361E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DE8B11C0-FE0A-98CE-82FA-35011721C01C}"/>
                    </a:ext>
                  </a:extLst>
                </p:cNvPr>
                <p:cNvGrpSpPr/>
                <p:nvPr/>
              </p:nvGrpSpPr>
              <p:grpSpPr>
                <a:xfrm>
                  <a:off x="9651794" y="5408070"/>
                  <a:ext cx="593889" cy="593625"/>
                  <a:chOff x="1910636" y="2494271"/>
                  <a:chExt cx="593889" cy="593625"/>
                </a:xfrm>
              </p:grpSpPr>
              <p:sp>
                <p:nvSpPr>
                  <p:cNvPr id="138" name="Rectangle 137">
                    <a:extLst>
                      <a:ext uri="{FF2B5EF4-FFF2-40B4-BE49-F238E27FC236}">
                        <a16:creationId xmlns:a16="http://schemas.microsoft.com/office/drawing/2014/main" id="{4B89E1BE-883E-1DF5-5600-6EDDA51B4333}"/>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75CA419-C1FE-088A-E8C7-E046CEE4F11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D7BD322D-59CF-AB3A-0216-67C1E401D0C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EFAA503B-F132-1582-6E54-EA36D2513C4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441FC35D-B329-4600-FBA2-0264A5CE29F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0867CBB-029C-964E-3E40-20E8AC356D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7698C8DF-C056-9D92-F8EC-2CF3804654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56A7C363-72AF-37A2-0005-A112CFCD7F9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413CEA0-3999-35B1-ABC8-DA84A25A40E8}"/>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52" name="Group 851">
                <a:extLst>
                  <a:ext uri="{FF2B5EF4-FFF2-40B4-BE49-F238E27FC236}">
                    <a16:creationId xmlns:a16="http://schemas.microsoft.com/office/drawing/2014/main" id="{62233EA8-3850-20A6-56B2-89837630F03B}"/>
                  </a:ext>
                </a:extLst>
              </p:cNvPr>
              <p:cNvGrpSpPr/>
              <p:nvPr/>
            </p:nvGrpSpPr>
            <p:grpSpPr>
              <a:xfrm rot="10800000" flipH="1">
                <a:off x="9077366" y="3386228"/>
                <a:ext cx="397619" cy="396106"/>
                <a:chOff x="7383761" y="5206905"/>
                <a:chExt cx="796285" cy="793255"/>
              </a:xfrm>
            </p:grpSpPr>
            <p:grpSp>
              <p:nvGrpSpPr>
                <p:cNvPr id="853" name="Group 852">
                  <a:extLst>
                    <a:ext uri="{FF2B5EF4-FFF2-40B4-BE49-F238E27FC236}">
                      <a16:creationId xmlns:a16="http://schemas.microsoft.com/office/drawing/2014/main" id="{EEE2609D-6A60-E33B-F2D1-A88E46C315B6}"/>
                    </a:ext>
                  </a:extLst>
                </p:cNvPr>
                <p:cNvGrpSpPr/>
                <p:nvPr/>
              </p:nvGrpSpPr>
              <p:grpSpPr>
                <a:xfrm>
                  <a:off x="7586157" y="5206905"/>
                  <a:ext cx="593889" cy="593625"/>
                  <a:chOff x="1910636" y="2494271"/>
                  <a:chExt cx="593889" cy="593625"/>
                </a:xfrm>
              </p:grpSpPr>
              <p:sp>
                <p:nvSpPr>
                  <p:cNvPr id="874" name="Rectangle 873">
                    <a:extLst>
                      <a:ext uri="{FF2B5EF4-FFF2-40B4-BE49-F238E27FC236}">
                        <a16:creationId xmlns:a16="http://schemas.microsoft.com/office/drawing/2014/main" id="{EAF8D8B7-62D4-305A-DF6B-9152A63586E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D31D1094-0FA9-3BF8-E637-4350D5244A2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E8254958-81A3-8209-7040-FC570263161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65BFE055-EEA6-EE4E-78E7-5411F38A7427}"/>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B9C19C21-09E5-D8ED-7DC8-45CFEDEA146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90D0C000-1002-DCBB-26DC-5A3AED19093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2C2F3B13-7B94-47DE-5F72-0E095B1C8AA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74B4B60A-E8DF-2612-497F-6A47786A1BB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9B7C312B-E7A9-619A-4C2F-D04B8145679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E718E7C3-0650-DAF4-BEDB-B8C3F6B878E5}"/>
                    </a:ext>
                  </a:extLst>
                </p:cNvPr>
                <p:cNvGrpSpPr/>
                <p:nvPr/>
              </p:nvGrpSpPr>
              <p:grpSpPr>
                <a:xfrm>
                  <a:off x="7487213" y="5307553"/>
                  <a:ext cx="593889" cy="593625"/>
                  <a:chOff x="1910636" y="2494271"/>
                  <a:chExt cx="593889" cy="593625"/>
                </a:xfrm>
              </p:grpSpPr>
              <p:sp>
                <p:nvSpPr>
                  <p:cNvPr id="865" name="Rectangle 864">
                    <a:extLst>
                      <a:ext uri="{FF2B5EF4-FFF2-40B4-BE49-F238E27FC236}">
                        <a16:creationId xmlns:a16="http://schemas.microsoft.com/office/drawing/2014/main" id="{34A6F62C-547A-B873-BBFA-64587B2655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313D2891-11C6-4D2A-059C-F7A00FBEF2F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6CA36375-D176-2052-499E-52CB77E3856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C09F8860-C428-B753-9061-B2F49D4AAB6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10911D98-9328-BA63-B6E1-2C596045B64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26816DE9-A4D6-25C2-0B56-4C04E1D4D2B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57A46040-62FB-4D70-F86A-6F25EC354E6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15C2A174-3391-2AFF-2AA5-527FA69D035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F7B8AC89-282D-FB21-1C4B-9E5BA8AD2F7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5" name="Group 854">
                  <a:extLst>
                    <a:ext uri="{FF2B5EF4-FFF2-40B4-BE49-F238E27FC236}">
                      <a16:creationId xmlns:a16="http://schemas.microsoft.com/office/drawing/2014/main" id="{C7E58C0C-999B-D8AB-868A-016C3AA4E4F4}"/>
                    </a:ext>
                  </a:extLst>
                </p:cNvPr>
                <p:cNvGrpSpPr/>
                <p:nvPr/>
              </p:nvGrpSpPr>
              <p:grpSpPr>
                <a:xfrm>
                  <a:off x="7383761" y="5406535"/>
                  <a:ext cx="593889" cy="593625"/>
                  <a:chOff x="1910636" y="2494271"/>
                  <a:chExt cx="593889" cy="593625"/>
                </a:xfrm>
              </p:grpSpPr>
              <p:sp>
                <p:nvSpPr>
                  <p:cNvPr id="856" name="Rectangle 855">
                    <a:extLst>
                      <a:ext uri="{FF2B5EF4-FFF2-40B4-BE49-F238E27FC236}">
                        <a16:creationId xmlns:a16="http://schemas.microsoft.com/office/drawing/2014/main" id="{FFAEB9C7-298F-47D6-1F63-D06C373FE3A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3A81B3D1-6A8F-EC36-DA3A-9CDAD9861809}"/>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2CDB5F73-22C8-A42D-BAA1-9052B4D7716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3F798A51-CCD2-E665-C1BE-B7A14755F1E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1225340B-2175-6E82-5CDE-559DB0EB5EE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974D7E8E-F20C-A042-DCC2-FBC00AFDC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68E762C3-679B-EBCF-182D-E55C2DE2802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BEE52E7C-A843-9D7F-C046-6BC78722780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0302F651-C1C9-D41E-8BD2-84AE9BA08B2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83" name="Group 882">
                <a:extLst>
                  <a:ext uri="{FF2B5EF4-FFF2-40B4-BE49-F238E27FC236}">
                    <a16:creationId xmlns:a16="http://schemas.microsoft.com/office/drawing/2014/main" id="{E05A80D9-0DF6-8F1C-6834-6C211B38EA75}"/>
                  </a:ext>
                </a:extLst>
              </p:cNvPr>
              <p:cNvGrpSpPr/>
              <p:nvPr/>
            </p:nvGrpSpPr>
            <p:grpSpPr>
              <a:xfrm rot="10800000" flipH="1">
                <a:off x="9419294" y="3386228"/>
                <a:ext cx="397619" cy="396106"/>
                <a:chOff x="9651794" y="5208440"/>
                <a:chExt cx="796285" cy="793255"/>
              </a:xfrm>
            </p:grpSpPr>
            <p:grpSp>
              <p:nvGrpSpPr>
                <p:cNvPr id="884" name="Group 883">
                  <a:extLst>
                    <a:ext uri="{FF2B5EF4-FFF2-40B4-BE49-F238E27FC236}">
                      <a16:creationId xmlns:a16="http://schemas.microsoft.com/office/drawing/2014/main" id="{0C4C7BF2-7068-6F0C-33C7-AD310155F697}"/>
                    </a:ext>
                  </a:extLst>
                </p:cNvPr>
                <p:cNvGrpSpPr/>
                <p:nvPr/>
              </p:nvGrpSpPr>
              <p:grpSpPr>
                <a:xfrm>
                  <a:off x="9854190" y="5208440"/>
                  <a:ext cx="593889" cy="593625"/>
                  <a:chOff x="1910636" y="2494271"/>
                  <a:chExt cx="593889" cy="593625"/>
                </a:xfrm>
              </p:grpSpPr>
              <p:sp>
                <p:nvSpPr>
                  <p:cNvPr id="905" name="Rectangle 904">
                    <a:extLst>
                      <a:ext uri="{FF2B5EF4-FFF2-40B4-BE49-F238E27FC236}">
                        <a16:creationId xmlns:a16="http://schemas.microsoft.com/office/drawing/2014/main" id="{E5B683A5-3A35-D271-6C87-714ACF260335}"/>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B3302F79-6B55-7253-C86E-FCE02AC28D0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563444AC-0FE5-CDE8-1C1C-71DABC282AA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C2554BD9-F0C8-CDF3-4B48-EAD4CBD662A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DF84DEB6-2D8C-E6C4-15EE-6F0A7649405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39759057-D287-86FC-A641-449CF6AD1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BE2CD607-B46C-49B9-0CC3-E37F3B39067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35164C3E-5656-1A99-531E-80F1CF5F8EC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Rectangle 912">
                    <a:extLst>
                      <a:ext uri="{FF2B5EF4-FFF2-40B4-BE49-F238E27FC236}">
                        <a16:creationId xmlns:a16="http://schemas.microsoft.com/office/drawing/2014/main" id="{F236D420-AB91-7DAC-0E80-2702E5015E5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5" name="Group 884">
                  <a:extLst>
                    <a:ext uri="{FF2B5EF4-FFF2-40B4-BE49-F238E27FC236}">
                      <a16:creationId xmlns:a16="http://schemas.microsoft.com/office/drawing/2014/main" id="{A22F668A-D629-4F47-7599-A19BDE390196}"/>
                    </a:ext>
                  </a:extLst>
                </p:cNvPr>
                <p:cNvGrpSpPr/>
                <p:nvPr/>
              </p:nvGrpSpPr>
              <p:grpSpPr>
                <a:xfrm>
                  <a:off x="9755246" y="5309088"/>
                  <a:ext cx="593889" cy="593625"/>
                  <a:chOff x="1910636" y="2494271"/>
                  <a:chExt cx="593889" cy="593625"/>
                </a:xfrm>
              </p:grpSpPr>
              <p:sp>
                <p:nvSpPr>
                  <p:cNvPr id="896" name="Rectangle 895">
                    <a:extLst>
                      <a:ext uri="{FF2B5EF4-FFF2-40B4-BE49-F238E27FC236}">
                        <a16:creationId xmlns:a16="http://schemas.microsoft.com/office/drawing/2014/main" id="{0313A579-7C1E-B18B-0A77-32D16077B3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D3FE9B52-A834-EE1B-C060-CD980CA56A4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09DD8583-D513-9A10-B501-6C488D27C0C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CAE94600-6813-9DE1-436D-238AD13CE85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B50F3835-FE7B-068C-771F-28A9FB3A612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69447D50-DEBC-CB17-1B8A-7CC34EC3944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EF03C7AD-6C59-3043-BBE5-5B0810A4BB1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14ED58DD-13DE-FB20-893F-B2C2D1E8857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5E171DF4-820E-0210-7033-AB64642FA56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6" name="Group 885">
                  <a:extLst>
                    <a:ext uri="{FF2B5EF4-FFF2-40B4-BE49-F238E27FC236}">
                      <a16:creationId xmlns:a16="http://schemas.microsoft.com/office/drawing/2014/main" id="{56871330-8C91-26E5-8147-78DDF7129A47}"/>
                    </a:ext>
                  </a:extLst>
                </p:cNvPr>
                <p:cNvGrpSpPr/>
                <p:nvPr/>
              </p:nvGrpSpPr>
              <p:grpSpPr>
                <a:xfrm>
                  <a:off x="9651794" y="5408070"/>
                  <a:ext cx="593889" cy="593625"/>
                  <a:chOff x="1910636" y="2494271"/>
                  <a:chExt cx="593889" cy="593625"/>
                </a:xfrm>
              </p:grpSpPr>
              <p:sp>
                <p:nvSpPr>
                  <p:cNvPr id="887" name="Rectangle 886">
                    <a:extLst>
                      <a:ext uri="{FF2B5EF4-FFF2-40B4-BE49-F238E27FC236}">
                        <a16:creationId xmlns:a16="http://schemas.microsoft.com/office/drawing/2014/main" id="{70085C2C-017B-E2B2-2883-5EBED2EFA19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301E7415-7595-189B-60E6-DD5191B73A9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AA340715-7E24-01E1-D387-F8D8525E22B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D1F3C748-CB97-29D7-B6B1-9D1DDA15BF2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475A0AB7-CEAC-FD0C-5B0C-7E058004495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699B0C12-1B04-50E9-54CC-69A36EB588F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F784EB24-8B20-AB75-61BC-34370793B2BA}"/>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820FE01A-8802-DD80-6EB9-FE02E841823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63535968-FE60-E99E-63EE-E04E6C48A36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cxnSp>
          <p:nvCxnSpPr>
            <p:cNvPr id="9" name="Straight Connector 8">
              <a:extLst>
                <a:ext uri="{FF2B5EF4-FFF2-40B4-BE49-F238E27FC236}">
                  <a16:creationId xmlns:a16="http://schemas.microsoft.com/office/drawing/2014/main" id="{92F0588D-8427-6538-84C4-10EA8250889D}"/>
                </a:ext>
              </a:extLst>
            </p:cNvPr>
            <p:cNvCxnSpPr>
              <a:cxnSpLocks/>
            </p:cNvCxnSpPr>
            <p:nvPr/>
          </p:nvCxnSpPr>
          <p:spPr>
            <a:xfrm flipH="1">
              <a:off x="7596948" y="2123429"/>
              <a:ext cx="100870" cy="331080"/>
            </a:xfrm>
            <a:prstGeom prst="line">
              <a:avLst/>
            </a:prstGeom>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1EFB4D6-0199-F0E8-2FE7-75E4B2FB50B5}"/>
                </a:ext>
              </a:extLst>
            </p:cNvPr>
            <p:cNvCxnSpPr>
              <a:cxnSpLocks/>
            </p:cNvCxnSpPr>
            <p:nvPr/>
          </p:nvCxnSpPr>
          <p:spPr>
            <a:xfrm>
              <a:off x="7697818" y="2123429"/>
              <a:ext cx="223645" cy="316970"/>
            </a:xfrm>
            <a:prstGeom prst="line">
              <a:avLst/>
            </a:prstGeom>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1622A66-BD2D-12E6-4F60-6862B532D3D8}"/>
                </a:ext>
              </a:extLst>
            </p:cNvPr>
            <p:cNvCxnSpPr>
              <a:cxnSpLocks/>
            </p:cNvCxnSpPr>
            <p:nvPr/>
          </p:nvCxnSpPr>
          <p:spPr>
            <a:xfrm>
              <a:off x="7669704" y="2123429"/>
              <a:ext cx="548054" cy="345190"/>
            </a:xfrm>
            <a:prstGeom prst="line">
              <a:avLst/>
            </a:prstGeom>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F1111CB-3ADB-C3F2-62ED-58A2B2D65A53}"/>
                </a:ext>
              </a:extLst>
            </p:cNvPr>
            <p:cNvCxnSpPr>
              <a:cxnSpLocks/>
            </p:cNvCxnSpPr>
            <p:nvPr/>
          </p:nvCxnSpPr>
          <p:spPr>
            <a:xfrm>
              <a:off x="7723931" y="2151158"/>
              <a:ext cx="795007" cy="334554"/>
            </a:xfrm>
            <a:prstGeom prst="line">
              <a:avLst/>
            </a:prstGeom>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80FC958-BBC0-B4CC-3C5B-C5E3BF3F486A}"/>
                </a:ext>
              </a:extLst>
            </p:cNvPr>
            <p:cNvCxnSpPr>
              <a:cxnSpLocks/>
            </p:cNvCxnSpPr>
            <p:nvPr/>
          </p:nvCxnSpPr>
          <p:spPr>
            <a:xfrm>
              <a:off x="7716877" y="2115885"/>
              <a:ext cx="1100529" cy="373897"/>
            </a:xfrm>
            <a:prstGeom prst="line">
              <a:avLst/>
            </a:prstGeom>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66BC7E9-1FBC-8E37-655C-B06359434E13}"/>
                </a:ext>
              </a:extLst>
            </p:cNvPr>
            <p:cNvCxnSpPr>
              <a:cxnSpLocks/>
            </p:cNvCxnSpPr>
            <p:nvPr/>
          </p:nvCxnSpPr>
          <p:spPr>
            <a:xfrm>
              <a:off x="7697818" y="2123429"/>
              <a:ext cx="1440123" cy="367619"/>
            </a:xfrm>
            <a:prstGeom prst="line">
              <a:avLst/>
            </a:prstGeom>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FB57236-6326-2CEF-F5A0-2C53283FB4EB}"/>
                </a:ext>
              </a:extLst>
            </p:cNvPr>
            <p:cNvCxnSpPr>
              <a:cxnSpLocks/>
            </p:cNvCxnSpPr>
            <p:nvPr/>
          </p:nvCxnSpPr>
          <p:spPr>
            <a:xfrm flipH="1">
              <a:off x="7596948" y="2935039"/>
              <a:ext cx="89051" cy="30644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ACA1D93-2386-F181-D294-CD62BF764982}"/>
                </a:ext>
              </a:extLst>
            </p:cNvPr>
            <p:cNvCxnSpPr>
              <a:cxnSpLocks/>
            </p:cNvCxnSpPr>
            <p:nvPr/>
          </p:nvCxnSpPr>
          <p:spPr>
            <a:xfrm flipH="1">
              <a:off x="7637300" y="2935039"/>
              <a:ext cx="352385" cy="2867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89811B72-70F4-E1A5-393F-2252138DEA31}"/>
                </a:ext>
              </a:extLst>
            </p:cNvPr>
            <p:cNvCxnSpPr>
              <a:cxnSpLocks/>
            </p:cNvCxnSpPr>
            <p:nvPr/>
          </p:nvCxnSpPr>
          <p:spPr>
            <a:xfrm flipH="1">
              <a:off x="7614037" y="2929704"/>
              <a:ext cx="672548"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289662C-91FA-EA89-4BF8-0888B7EFE6B1}"/>
                </a:ext>
              </a:extLst>
            </p:cNvPr>
            <p:cNvCxnSpPr>
              <a:cxnSpLocks/>
            </p:cNvCxnSpPr>
            <p:nvPr/>
          </p:nvCxnSpPr>
          <p:spPr>
            <a:xfrm flipH="1">
              <a:off x="7627162" y="2913695"/>
              <a:ext cx="1015607" cy="30804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26E654D6-DADA-2941-F177-EF6310683DBB}"/>
                </a:ext>
              </a:extLst>
            </p:cNvPr>
            <p:cNvCxnSpPr>
              <a:cxnSpLocks/>
            </p:cNvCxnSpPr>
            <p:nvPr/>
          </p:nvCxnSpPr>
          <p:spPr>
            <a:xfrm flipH="1">
              <a:off x="7575295" y="2929704"/>
              <a:ext cx="1315496"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1B6B41AE-5CF4-1030-49E5-C8FD58A37023}"/>
                </a:ext>
              </a:extLst>
            </p:cNvPr>
            <p:cNvCxnSpPr>
              <a:cxnSpLocks/>
            </p:cNvCxnSpPr>
            <p:nvPr/>
          </p:nvCxnSpPr>
          <p:spPr>
            <a:xfrm flipH="1">
              <a:off x="7614037" y="2913695"/>
              <a:ext cx="1645615" cy="28992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grpSp>
          <p:nvGrpSpPr>
            <p:cNvPr id="1982" name="Group 1981">
              <a:extLst>
                <a:ext uri="{FF2B5EF4-FFF2-40B4-BE49-F238E27FC236}">
                  <a16:creationId xmlns:a16="http://schemas.microsoft.com/office/drawing/2014/main" id="{48BD3EE2-3F5A-6F3B-B3FE-1F6C81B0D565}"/>
                </a:ext>
              </a:extLst>
            </p:cNvPr>
            <p:cNvGrpSpPr/>
            <p:nvPr/>
          </p:nvGrpSpPr>
          <p:grpSpPr>
            <a:xfrm>
              <a:off x="7526231" y="3267600"/>
              <a:ext cx="3147554" cy="497966"/>
              <a:chOff x="7772214" y="4217521"/>
              <a:chExt cx="3457408" cy="546987"/>
            </a:xfrm>
          </p:grpSpPr>
          <p:sp>
            <p:nvSpPr>
              <p:cNvPr id="1686" name="Rectangle 1685">
                <a:extLst>
                  <a:ext uri="{FF2B5EF4-FFF2-40B4-BE49-F238E27FC236}">
                    <a16:creationId xmlns:a16="http://schemas.microsoft.com/office/drawing/2014/main" id="{20720C1B-9FE7-7127-9D94-17CF965F199E}"/>
                  </a:ext>
                </a:extLst>
              </p:cNvPr>
              <p:cNvSpPr/>
              <p:nvPr/>
            </p:nvSpPr>
            <p:spPr>
              <a:xfrm rot="10800000" flipH="1">
                <a:off x="831735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Rectangle 1686">
                <a:extLst>
                  <a:ext uri="{FF2B5EF4-FFF2-40B4-BE49-F238E27FC236}">
                    <a16:creationId xmlns:a16="http://schemas.microsoft.com/office/drawing/2014/main" id="{5E723044-A954-B00C-FC05-ABC4EE38336D}"/>
                  </a:ext>
                </a:extLst>
              </p:cNvPr>
              <p:cNvSpPr/>
              <p:nvPr/>
            </p:nvSpPr>
            <p:spPr>
              <a:xfrm rot="10800000" flipH="1">
                <a:off x="841778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Rectangle 1687">
                <a:extLst>
                  <a:ext uri="{FF2B5EF4-FFF2-40B4-BE49-F238E27FC236}">
                    <a16:creationId xmlns:a16="http://schemas.microsoft.com/office/drawing/2014/main" id="{CF310E53-0CFB-7591-CB32-40CB032A33B6}"/>
                  </a:ext>
                </a:extLst>
              </p:cNvPr>
              <p:cNvSpPr/>
              <p:nvPr/>
            </p:nvSpPr>
            <p:spPr>
              <a:xfrm rot="10800000" flipH="1">
                <a:off x="851820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Rectangle 1688">
                <a:extLst>
                  <a:ext uri="{FF2B5EF4-FFF2-40B4-BE49-F238E27FC236}">
                    <a16:creationId xmlns:a16="http://schemas.microsoft.com/office/drawing/2014/main" id="{3565EE1A-FA3A-3982-8374-8052EA687F15}"/>
                  </a:ext>
                </a:extLst>
              </p:cNvPr>
              <p:cNvSpPr/>
              <p:nvPr/>
            </p:nvSpPr>
            <p:spPr>
              <a:xfrm rot="10800000" flipH="1">
                <a:off x="861862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Rectangle 1689">
                <a:extLst>
                  <a:ext uri="{FF2B5EF4-FFF2-40B4-BE49-F238E27FC236}">
                    <a16:creationId xmlns:a16="http://schemas.microsoft.com/office/drawing/2014/main" id="{C5812954-6F8B-959F-485D-739EAB2B8ED2}"/>
                  </a:ext>
                </a:extLst>
              </p:cNvPr>
              <p:cNvSpPr/>
              <p:nvPr/>
            </p:nvSpPr>
            <p:spPr>
              <a:xfrm rot="10800000" flipH="1">
                <a:off x="871904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Rectangle 1690">
                <a:extLst>
                  <a:ext uri="{FF2B5EF4-FFF2-40B4-BE49-F238E27FC236}">
                    <a16:creationId xmlns:a16="http://schemas.microsoft.com/office/drawing/2014/main" id="{28EC544B-8B38-492B-F0E9-A33CEFC08EE9}"/>
                  </a:ext>
                </a:extLst>
              </p:cNvPr>
              <p:cNvSpPr/>
              <p:nvPr/>
            </p:nvSpPr>
            <p:spPr>
              <a:xfrm rot="10800000" flipH="1">
                <a:off x="881947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Rectangle 1691">
                <a:extLst>
                  <a:ext uri="{FF2B5EF4-FFF2-40B4-BE49-F238E27FC236}">
                    <a16:creationId xmlns:a16="http://schemas.microsoft.com/office/drawing/2014/main" id="{D6F736B2-B2DF-3999-301A-94A997CE8478}"/>
                  </a:ext>
                </a:extLst>
              </p:cNvPr>
              <p:cNvSpPr/>
              <p:nvPr/>
            </p:nvSpPr>
            <p:spPr>
              <a:xfrm rot="10800000" flipH="1">
                <a:off x="891989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Rectangle 1692">
                <a:extLst>
                  <a:ext uri="{FF2B5EF4-FFF2-40B4-BE49-F238E27FC236}">
                    <a16:creationId xmlns:a16="http://schemas.microsoft.com/office/drawing/2014/main" id="{A3E9F582-4A85-8C8F-8664-BDBE55E845D3}"/>
                  </a:ext>
                </a:extLst>
              </p:cNvPr>
              <p:cNvSpPr/>
              <p:nvPr/>
            </p:nvSpPr>
            <p:spPr>
              <a:xfrm rot="10800000" flipH="1">
                <a:off x="902031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Rectangle 1693">
                <a:extLst>
                  <a:ext uri="{FF2B5EF4-FFF2-40B4-BE49-F238E27FC236}">
                    <a16:creationId xmlns:a16="http://schemas.microsoft.com/office/drawing/2014/main" id="{34467EE5-BB6B-9E75-D401-A614B1A72CAD}"/>
                  </a:ext>
                </a:extLst>
              </p:cNvPr>
              <p:cNvSpPr/>
              <p:nvPr/>
            </p:nvSpPr>
            <p:spPr>
              <a:xfrm rot="10800000" flipH="1">
                <a:off x="912074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Rectangle 1694">
                <a:extLst>
                  <a:ext uri="{FF2B5EF4-FFF2-40B4-BE49-F238E27FC236}">
                    <a16:creationId xmlns:a16="http://schemas.microsoft.com/office/drawing/2014/main" id="{CB452A79-3818-5F80-6B9A-6339DDE62F2E}"/>
                  </a:ext>
                </a:extLst>
              </p:cNvPr>
              <p:cNvSpPr/>
              <p:nvPr/>
            </p:nvSpPr>
            <p:spPr>
              <a:xfrm rot="10800000" flipH="1">
                <a:off x="922116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Rectangle 1695">
                <a:extLst>
                  <a:ext uri="{FF2B5EF4-FFF2-40B4-BE49-F238E27FC236}">
                    <a16:creationId xmlns:a16="http://schemas.microsoft.com/office/drawing/2014/main" id="{F5AA3897-B994-2058-2B68-6DC96F932015}"/>
                  </a:ext>
                </a:extLst>
              </p:cNvPr>
              <p:cNvSpPr/>
              <p:nvPr/>
            </p:nvSpPr>
            <p:spPr>
              <a:xfrm rot="10800000" flipH="1">
                <a:off x="932158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Rectangle 1696">
                <a:extLst>
                  <a:ext uri="{FF2B5EF4-FFF2-40B4-BE49-F238E27FC236}">
                    <a16:creationId xmlns:a16="http://schemas.microsoft.com/office/drawing/2014/main" id="{B60E4029-2B15-91FF-18DB-F56633F6A1E0}"/>
                  </a:ext>
                </a:extLst>
              </p:cNvPr>
              <p:cNvSpPr/>
              <p:nvPr/>
            </p:nvSpPr>
            <p:spPr>
              <a:xfrm rot="10800000" flipH="1">
                <a:off x="942200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Rectangle 1697">
                <a:extLst>
                  <a:ext uri="{FF2B5EF4-FFF2-40B4-BE49-F238E27FC236}">
                    <a16:creationId xmlns:a16="http://schemas.microsoft.com/office/drawing/2014/main" id="{8DF84E6F-0D1E-B584-74AE-7068B4ECF17E}"/>
                  </a:ext>
                </a:extLst>
              </p:cNvPr>
              <p:cNvSpPr/>
              <p:nvPr/>
            </p:nvSpPr>
            <p:spPr>
              <a:xfrm rot="10800000" flipH="1">
                <a:off x="952243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Rectangle 1698">
                <a:extLst>
                  <a:ext uri="{FF2B5EF4-FFF2-40B4-BE49-F238E27FC236}">
                    <a16:creationId xmlns:a16="http://schemas.microsoft.com/office/drawing/2014/main" id="{9C6D4FEC-F5EE-5957-12A7-CD292C3E48A6}"/>
                  </a:ext>
                </a:extLst>
              </p:cNvPr>
              <p:cNvSpPr/>
              <p:nvPr/>
            </p:nvSpPr>
            <p:spPr>
              <a:xfrm rot="10800000" flipH="1">
                <a:off x="962285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Rectangle 1699">
                <a:extLst>
                  <a:ext uri="{FF2B5EF4-FFF2-40B4-BE49-F238E27FC236}">
                    <a16:creationId xmlns:a16="http://schemas.microsoft.com/office/drawing/2014/main" id="{6BB849EE-9647-F01C-95BF-742988A8ADA2}"/>
                  </a:ext>
                </a:extLst>
              </p:cNvPr>
              <p:cNvSpPr/>
              <p:nvPr/>
            </p:nvSpPr>
            <p:spPr>
              <a:xfrm rot="10800000" flipH="1">
                <a:off x="972327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Rectangle 1700">
                <a:extLst>
                  <a:ext uri="{FF2B5EF4-FFF2-40B4-BE49-F238E27FC236}">
                    <a16:creationId xmlns:a16="http://schemas.microsoft.com/office/drawing/2014/main" id="{210884C4-7D04-1273-BFC5-5E9D61F49A15}"/>
                  </a:ext>
                </a:extLst>
              </p:cNvPr>
              <p:cNvSpPr/>
              <p:nvPr/>
            </p:nvSpPr>
            <p:spPr>
              <a:xfrm rot="10800000" flipH="1">
                <a:off x="982370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Rectangle 1701">
                <a:extLst>
                  <a:ext uri="{FF2B5EF4-FFF2-40B4-BE49-F238E27FC236}">
                    <a16:creationId xmlns:a16="http://schemas.microsoft.com/office/drawing/2014/main" id="{EDE352D3-EF9F-B0D5-751A-6B045DE59F2C}"/>
                  </a:ext>
                </a:extLst>
              </p:cNvPr>
              <p:cNvSpPr/>
              <p:nvPr/>
            </p:nvSpPr>
            <p:spPr>
              <a:xfrm rot="10800000" flipH="1">
                <a:off x="992412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Rectangle 1702">
                <a:extLst>
                  <a:ext uri="{FF2B5EF4-FFF2-40B4-BE49-F238E27FC236}">
                    <a16:creationId xmlns:a16="http://schemas.microsoft.com/office/drawing/2014/main" id="{7157851F-CD06-8443-D00E-8E4076AA1AD9}"/>
                  </a:ext>
                </a:extLst>
              </p:cNvPr>
              <p:cNvSpPr/>
              <p:nvPr/>
            </p:nvSpPr>
            <p:spPr>
              <a:xfrm rot="10800000" flipH="1">
                <a:off x="1002454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Rectangle 1703">
                <a:extLst>
                  <a:ext uri="{FF2B5EF4-FFF2-40B4-BE49-F238E27FC236}">
                    <a16:creationId xmlns:a16="http://schemas.microsoft.com/office/drawing/2014/main" id="{B9819042-3C1B-09D7-A3BA-BFCCB3E85673}"/>
                  </a:ext>
                </a:extLst>
              </p:cNvPr>
              <p:cNvSpPr/>
              <p:nvPr/>
            </p:nvSpPr>
            <p:spPr>
              <a:xfrm rot="10800000" flipH="1">
                <a:off x="1012497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Rectangle 1704">
                <a:extLst>
                  <a:ext uri="{FF2B5EF4-FFF2-40B4-BE49-F238E27FC236}">
                    <a16:creationId xmlns:a16="http://schemas.microsoft.com/office/drawing/2014/main" id="{86E63205-BE93-016D-6629-422D92315EB0}"/>
                  </a:ext>
                </a:extLst>
              </p:cNvPr>
              <p:cNvSpPr/>
              <p:nvPr/>
            </p:nvSpPr>
            <p:spPr>
              <a:xfrm rot="10800000" flipH="1">
                <a:off x="1022539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Rectangle 1705">
                <a:extLst>
                  <a:ext uri="{FF2B5EF4-FFF2-40B4-BE49-F238E27FC236}">
                    <a16:creationId xmlns:a16="http://schemas.microsoft.com/office/drawing/2014/main" id="{16F92383-869A-11AD-517A-665B26750540}"/>
                  </a:ext>
                </a:extLst>
              </p:cNvPr>
              <p:cNvSpPr/>
              <p:nvPr/>
            </p:nvSpPr>
            <p:spPr>
              <a:xfrm rot="10800000" flipH="1">
                <a:off x="1032581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Rectangle 1706">
                <a:extLst>
                  <a:ext uri="{FF2B5EF4-FFF2-40B4-BE49-F238E27FC236}">
                    <a16:creationId xmlns:a16="http://schemas.microsoft.com/office/drawing/2014/main" id="{6A42ACE2-68CF-DAE9-2034-9C3205F16E9D}"/>
                  </a:ext>
                </a:extLst>
              </p:cNvPr>
              <p:cNvSpPr/>
              <p:nvPr/>
            </p:nvSpPr>
            <p:spPr>
              <a:xfrm rot="10800000" flipH="1">
                <a:off x="1042623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Rectangle 1707">
                <a:extLst>
                  <a:ext uri="{FF2B5EF4-FFF2-40B4-BE49-F238E27FC236}">
                    <a16:creationId xmlns:a16="http://schemas.microsoft.com/office/drawing/2014/main" id="{24B65DE8-2FF7-06F7-3B8B-F3313B034647}"/>
                  </a:ext>
                </a:extLst>
              </p:cNvPr>
              <p:cNvSpPr/>
              <p:nvPr/>
            </p:nvSpPr>
            <p:spPr>
              <a:xfrm rot="10800000" flipH="1">
                <a:off x="1052666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Rectangle 1708">
                <a:extLst>
                  <a:ext uri="{FF2B5EF4-FFF2-40B4-BE49-F238E27FC236}">
                    <a16:creationId xmlns:a16="http://schemas.microsoft.com/office/drawing/2014/main" id="{1062B310-A180-8A76-3417-D2AD189DCB6E}"/>
                  </a:ext>
                </a:extLst>
              </p:cNvPr>
              <p:cNvSpPr/>
              <p:nvPr/>
            </p:nvSpPr>
            <p:spPr>
              <a:xfrm rot="10800000" flipH="1">
                <a:off x="1062708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Rectangle 1709">
                <a:extLst>
                  <a:ext uri="{FF2B5EF4-FFF2-40B4-BE49-F238E27FC236}">
                    <a16:creationId xmlns:a16="http://schemas.microsoft.com/office/drawing/2014/main" id="{FADC5C0E-1321-9347-B23D-DE5389398F2C}"/>
                  </a:ext>
                </a:extLst>
              </p:cNvPr>
              <p:cNvSpPr/>
              <p:nvPr/>
            </p:nvSpPr>
            <p:spPr>
              <a:xfrm rot="10800000" flipH="1">
                <a:off x="1072750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Rectangle 1710">
                <a:extLst>
                  <a:ext uri="{FF2B5EF4-FFF2-40B4-BE49-F238E27FC236}">
                    <a16:creationId xmlns:a16="http://schemas.microsoft.com/office/drawing/2014/main" id="{A42325BA-ED57-3B1B-2AD6-695C693E2014}"/>
                  </a:ext>
                </a:extLst>
              </p:cNvPr>
              <p:cNvSpPr/>
              <p:nvPr/>
            </p:nvSpPr>
            <p:spPr>
              <a:xfrm rot="10800000" flipH="1">
                <a:off x="1082793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Rectangle 1711">
                <a:extLst>
                  <a:ext uri="{FF2B5EF4-FFF2-40B4-BE49-F238E27FC236}">
                    <a16:creationId xmlns:a16="http://schemas.microsoft.com/office/drawing/2014/main" id="{56D8ED87-B2CC-96BF-0DB0-35A5A15E00BE}"/>
                  </a:ext>
                </a:extLst>
              </p:cNvPr>
              <p:cNvSpPr/>
              <p:nvPr/>
            </p:nvSpPr>
            <p:spPr>
              <a:xfrm rot="10800000" flipH="1">
                <a:off x="1092835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Rectangle 1712">
                <a:extLst>
                  <a:ext uri="{FF2B5EF4-FFF2-40B4-BE49-F238E27FC236}">
                    <a16:creationId xmlns:a16="http://schemas.microsoft.com/office/drawing/2014/main" id="{5D6A5D39-34EF-AA5A-FF32-ADAB9BD8E769}"/>
                  </a:ext>
                </a:extLst>
              </p:cNvPr>
              <p:cNvSpPr/>
              <p:nvPr/>
            </p:nvSpPr>
            <p:spPr>
              <a:xfrm rot="10800000" flipH="1">
                <a:off x="1102877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Rectangle 1713">
                <a:extLst>
                  <a:ext uri="{FF2B5EF4-FFF2-40B4-BE49-F238E27FC236}">
                    <a16:creationId xmlns:a16="http://schemas.microsoft.com/office/drawing/2014/main" id="{BA3B1EBC-4679-F3E1-E493-6A7C4DB4708E}"/>
                  </a:ext>
                </a:extLst>
              </p:cNvPr>
              <p:cNvSpPr/>
              <p:nvPr/>
            </p:nvSpPr>
            <p:spPr>
              <a:xfrm rot="10800000" flipH="1">
                <a:off x="1112919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5" name="Group 1714">
                <a:extLst>
                  <a:ext uri="{FF2B5EF4-FFF2-40B4-BE49-F238E27FC236}">
                    <a16:creationId xmlns:a16="http://schemas.microsoft.com/office/drawing/2014/main" id="{15AFFABC-B130-69F6-09D7-028958B29C25}"/>
                  </a:ext>
                </a:extLst>
              </p:cNvPr>
              <p:cNvGrpSpPr/>
              <p:nvPr/>
            </p:nvGrpSpPr>
            <p:grpSpPr>
              <a:xfrm rot="10800000" flipH="1">
                <a:off x="8016088" y="4563796"/>
                <a:ext cx="3213534" cy="100423"/>
                <a:chOff x="1743959" y="2564091"/>
                <a:chExt cx="6334816" cy="197963"/>
              </a:xfrm>
              <a:solidFill>
                <a:schemeClr val="bg1"/>
              </a:solidFill>
            </p:grpSpPr>
            <p:sp>
              <p:nvSpPr>
                <p:cNvPr id="1948" name="Rectangle 1947">
                  <a:extLst>
                    <a:ext uri="{FF2B5EF4-FFF2-40B4-BE49-F238E27FC236}">
                      <a16:creationId xmlns:a16="http://schemas.microsoft.com/office/drawing/2014/main" id="{C11B22ED-6DF1-A992-C640-674C0F9BDA2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Rectangle 1948">
                  <a:extLst>
                    <a:ext uri="{FF2B5EF4-FFF2-40B4-BE49-F238E27FC236}">
                      <a16:creationId xmlns:a16="http://schemas.microsoft.com/office/drawing/2014/main" id="{6D6753A1-CD11-2353-55F7-FA103A4E463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Rectangle 1949">
                  <a:extLst>
                    <a:ext uri="{FF2B5EF4-FFF2-40B4-BE49-F238E27FC236}">
                      <a16:creationId xmlns:a16="http://schemas.microsoft.com/office/drawing/2014/main" id="{C9169006-EF9C-3E50-2D3B-18C320A5B7C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1" name="Rectangle 1950">
                  <a:extLst>
                    <a:ext uri="{FF2B5EF4-FFF2-40B4-BE49-F238E27FC236}">
                      <a16:creationId xmlns:a16="http://schemas.microsoft.com/office/drawing/2014/main" id="{75EC3F0E-057B-D0CC-2956-579EB27DB836}"/>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2" name="Rectangle 1951">
                  <a:extLst>
                    <a:ext uri="{FF2B5EF4-FFF2-40B4-BE49-F238E27FC236}">
                      <a16:creationId xmlns:a16="http://schemas.microsoft.com/office/drawing/2014/main" id="{D72B86B4-F494-6B28-BA7F-CDE1F199D4C1}"/>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Rectangle 1952">
                  <a:extLst>
                    <a:ext uri="{FF2B5EF4-FFF2-40B4-BE49-F238E27FC236}">
                      <a16:creationId xmlns:a16="http://schemas.microsoft.com/office/drawing/2014/main" id="{91804518-B79E-A8D5-7815-DB7A247F24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Rectangle 1953">
                  <a:extLst>
                    <a:ext uri="{FF2B5EF4-FFF2-40B4-BE49-F238E27FC236}">
                      <a16:creationId xmlns:a16="http://schemas.microsoft.com/office/drawing/2014/main" id="{3C841924-3331-9456-909A-8FE5F446389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Rectangle 1954">
                  <a:extLst>
                    <a:ext uri="{FF2B5EF4-FFF2-40B4-BE49-F238E27FC236}">
                      <a16:creationId xmlns:a16="http://schemas.microsoft.com/office/drawing/2014/main" id="{048F2486-E0A3-B154-458F-4998C7FB600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Rectangle 1955">
                  <a:extLst>
                    <a:ext uri="{FF2B5EF4-FFF2-40B4-BE49-F238E27FC236}">
                      <a16:creationId xmlns:a16="http://schemas.microsoft.com/office/drawing/2014/main" id="{AA957843-A370-2F22-7F04-EA593446991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Rectangle 1956">
                  <a:extLst>
                    <a:ext uri="{FF2B5EF4-FFF2-40B4-BE49-F238E27FC236}">
                      <a16:creationId xmlns:a16="http://schemas.microsoft.com/office/drawing/2014/main" id="{79E6D981-CD75-2AF7-91F7-D614B4B6974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Rectangle 1957">
                  <a:extLst>
                    <a:ext uri="{FF2B5EF4-FFF2-40B4-BE49-F238E27FC236}">
                      <a16:creationId xmlns:a16="http://schemas.microsoft.com/office/drawing/2014/main" id="{4FEB0A16-6E86-70C8-A83B-81FF8AB64FB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Rectangle 1958">
                  <a:extLst>
                    <a:ext uri="{FF2B5EF4-FFF2-40B4-BE49-F238E27FC236}">
                      <a16:creationId xmlns:a16="http://schemas.microsoft.com/office/drawing/2014/main" id="{262B712E-D3EB-6685-A34E-4B4275BD9674}"/>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0" name="Rectangle 1959">
                  <a:extLst>
                    <a:ext uri="{FF2B5EF4-FFF2-40B4-BE49-F238E27FC236}">
                      <a16:creationId xmlns:a16="http://schemas.microsoft.com/office/drawing/2014/main" id="{EB6B6BDA-FC7F-5359-6AA0-AB9054EEA6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1" name="Rectangle 1960">
                  <a:extLst>
                    <a:ext uri="{FF2B5EF4-FFF2-40B4-BE49-F238E27FC236}">
                      <a16:creationId xmlns:a16="http://schemas.microsoft.com/office/drawing/2014/main" id="{2CB6908A-F1D2-3978-7640-DF205278C9BF}"/>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Rectangle 1961">
                  <a:extLst>
                    <a:ext uri="{FF2B5EF4-FFF2-40B4-BE49-F238E27FC236}">
                      <a16:creationId xmlns:a16="http://schemas.microsoft.com/office/drawing/2014/main" id="{43AC6346-EAFB-05D4-4E82-EF7E394E416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Rectangle 1962">
                  <a:extLst>
                    <a:ext uri="{FF2B5EF4-FFF2-40B4-BE49-F238E27FC236}">
                      <a16:creationId xmlns:a16="http://schemas.microsoft.com/office/drawing/2014/main" id="{C3D19462-534E-F386-F0E7-6CFEACDE363D}"/>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Rectangle 1963">
                  <a:extLst>
                    <a:ext uri="{FF2B5EF4-FFF2-40B4-BE49-F238E27FC236}">
                      <a16:creationId xmlns:a16="http://schemas.microsoft.com/office/drawing/2014/main" id="{A0158590-48EA-2BF4-3DEF-B5FF5E34E286}"/>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Rectangle 1964">
                  <a:extLst>
                    <a:ext uri="{FF2B5EF4-FFF2-40B4-BE49-F238E27FC236}">
                      <a16:creationId xmlns:a16="http://schemas.microsoft.com/office/drawing/2014/main" id="{7168A23A-6288-8B67-3EBB-3402D105792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Rectangle 1965">
                  <a:extLst>
                    <a:ext uri="{FF2B5EF4-FFF2-40B4-BE49-F238E27FC236}">
                      <a16:creationId xmlns:a16="http://schemas.microsoft.com/office/drawing/2014/main" id="{39A7C33B-7D3D-DB21-9995-6D89EBA9CE1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Rectangle 1966">
                  <a:extLst>
                    <a:ext uri="{FF2B5EF4-FFF2-40B4-BE49-F238E27FC236}">
                      <a16:creationId xmlns:a16="http://schemas.microsoft.com/office/drawing/2014/main" id="{C70B5AE5-994A-482B-DBF3-74373203726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Rectangle 1967">
                  <a:extLst>
                    <a:ext uri="{FF2B5EF4-FFF2-40B4-BE49-F238E27FC236}">
                      <a16:creationId xmlns:a16="http://schemas.microsoft.com/office/drawing/2014/main" id="{0B15846A-9679-15AD-3682-E94EF792835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9" name="Rectangle 1968">
                  <a:extLst>
                    <a:ext uri="{FF2B5EF4-FFF2-40B4-BE49-F238E27FC236}">
                      <a16:creationId xmlns:a16="http://schemas.microsoft.com/office/drawing/2014/main" id="{E2476CB1-BE9E-D12C-458B-8D2DEB10A93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0" name="Rectangle 1969">
                  <a:extLst>
                    <a:ext uri="{FF2B5EF4-FFF2-40B4-BE49-F238E27FC236}">
                      <a16:creationId xmlns:a16="http://schemas.microsoft.com/office/drawing/2014/main" id="{D1B267ED-BC42-CDAF-AA05-71534B07E82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Rectangle 1970">
                  <a:extLst>
                    <a:ext uri="{FF2B5EF4-FFF2-40B4-BE49-F238E27FC236}">
                      <a16:creationId xmlns:a16="http://schemas.microsoft.com/office/drawing/2014/main" id="{66E7FB23-1151-23FA-7592-04F5C4C13E0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Rectangle 1971">
                  <a:extLst>
                    <a:ext uri="{FF2B5EF4-FFF2-40B4-BE49-F238E27FC236}">
                      <a16:creationId xmlns:a16="http://schemas.microsoft.com/office/drawing/2014/main" id="{44142457-97DD-5E98-4080-DD86934F7F76}"/>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Rectangle 1972">
                  <a:extLst>
                    <a:ext uri="{FF2B5EF4-FFF2-40B4-BE49-F238E27FC236}">
                      <a16:creationId xmlns:a16="http://schemas.microsoft.com/office/drawing/2014/main" id="{8582134D-8955-BCB0-3500-1057F4E1050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Rectangle 1973">
                  <a:extLst>
                    <a:ext uri="{FF2B5EF4-FFF2-40B4-BE49-F238E27FC236}">
                      <a16:creationId xmlns:a16="http://schemas.microsoft.com/office/drawing/2014/main" id="{BC6BFAFE-CDC3-BD77-5DCE-04E4A445D735}"/>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Rectangle 1974">
                  <a:extLst>
                    <a:ext uri="{FF2B5EF4-FFF2-40B4-BE49-F238E27FC236}">
                      <a16:creationId xmlns:a16="http://schemas.microsoft.com/office/drawing/2014/main" id="{361E883A-9E22-6725-F784-D561D29FB8F0}"/>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Rectangle 1975">
                  <a:extLst>
                    <a:ext uri="{FF2B5EF4-FFF2-40B4-BE49-F238E27FC236}">
                      <a16:creationId xmlns:a16="http://schemas.microsoft.com/office/drawing/2014/main" id="{7D749978-2F67-92C2-E688-0B9AE58E99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Rectangle 1976">
                  <a:extLst>
                    <a:ext uri="{FF2B5EF4-FFF2-40B4-BE49-F238E27FC236}">
                      <a16:creationId xmlns:a16="http://schemas.microsoft.com/office/drawing/2014/main" id="{737864DF-3858-A1C7-D735-CCB2136389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8" name="Rectangle 1977">
                  <a:extLst>
                    <a:ext uri="{FF2B5EF4-FFF2-40B4-BE49-F238E27FC236}">
                      <a16:creationId xmlns:a16="http://schemas.microsoft.com/office/drawing/2014/main" id="{CB1B771A-C3CC-76C9-C15D-A0EE446AAE88}"/>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9" name="Rectangle 1978">
                  <a:extLst>
                    <a:ext uri="{FF2B5EF4-FFF2-40B4-BE49-F238E27FC236}">
                      <a16:creationId xmlns:a16="http://schemas.microsoft.com/office/drawing/2014/main" id="{AADB6A2F-E92C-6E1A-8CBE-AB1021C1B3FE}"/>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6" name="Group 1715">
                <a:extLst>
                  <a:ext uri="{FF2B5EF4-FFF2-40B4-BE49-F238E27FC236}">
                    <a16:creationId xmlns:a16="http://schemas.microsoft.com/office/drawing/2014/main" id="{270936BC-EAE8-EA7A-302A-05869EFBDE84}"/>
                  </a:ext>
                </a:extLst>
              </p:cNvPr>
              <p:cNvGrpSpPr/>
              <p:nvPr/>
            </p:nvGrpSpPr>
            <p:grpSpPr>
              <a:xfrm rot="10800000" flipH="1">
                <a:off x="8016088" y="4463373"/>
                <a:ext cx="3213534" cy="100423"/>
                <a:chOff x="1743959" y="2564091"/>
                <a:chExt cx="6334816" cy="197963"/>
              </a:xfrm>
              <a:solidFill>
                <a:schemeClr val="bg1"/>
              </a:solidFill>
            </p:grpSpPr>
            <p:sp>
              <p:nvSpPr>
                <p:cNvPr id="1916" name="Rectangle 1915">
                  <a:extLst>
                    <a:ext uri="{FF2B5EF4-FFF2-40B4-BE49-F238E27FC236}">
                      <a16:creationId xmlns:a16="http://schemas.microsoft.com/office/drawing/2014/main" id="{1A02B0A8-23D7-A692-EB83-31E6CF79240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7" name="Rectangle 1916">
                  <a:extLst>
                    <a:ext uri="{FF2B5EF4-FFF2-40B4-BE49-F238E27FC236}">
                      <a16:creationId xmlns:a16="http://schemas.microsoft.com/office/drawing/2014/main" id="{E54015E0-4F8E-3481-F38D-9AE261D63A17}"/>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8" name="Rectangle 1917">
                  <a:extLst>
                    <a:ext uri="{FF2B5EF4-FFF2-40B4-BE49-F238E27FC236}">
                      <a16:creationId xmlns:a16="http://schemas.microsoft.com/office/drawing/2014/main" id="{C1761907-31CA-9D13-EFA0-B4B18FFEBB7C}"/>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9" name="Rectangle 1918">
                  <a:extLst>
                    <a:ext uri="{FF2B5EF4-FFF2-40B4-BE49-F238E27FC236}">
                      <a16:creationId xmlns:a16="http://schemas.microsoft.com/office/drawing/2014/main" id="{81777EC1-6EEF-7F84-672C-C116EE6067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0" name="Rectangle 1919">
                  <a:extLst>
                    <a:ext uri="{FF2B5EF4-FFF2-40B4-BE49-F238E27FC236}">
                      <a16:creationId xmlns:a16="http://schemas.microsoft.com/office/drawing/2014/main" id="{1BAFE78D-9B69-39AA-79AA-03074A653AA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1" name="Rectangle 1920">
                  <a:extLst>
                    <a:ext uri="{FF2B5EF4-FFF2-40B4-BE49-F238E27FC236}">
                      <a16:creationId xmlns:a16="http://schemas.microsoft.com/office/drawing/2014/main" id="{2F72E77F-B6C1-5A86-F735-0F3F16E5F74E}"/>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2" name="Rectangle 1921">
                  <a:extLst>
                    <a:ext uri="{FF2B5EF4-FFF2-40B4-BE49-F238E27FC236}">
                      <a16:creationId xmlns:a16="http://schemas.microsoft.com/office/drawing/2014/main" id="{994835B3-93A8-0951-3560-31FB84439BFB}"/>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3" name="Rectangle 1922">
                  <a:extLst>
                    <a:ext uri="{FF2B5EF4-FFF2-40B4-BE49-F238E27FC236}">
                      <a16:creationId xmlns:a16="http://schemas.microsoft.com/office/drawing/2014/main" id="{A8D084FF-7775-9C24-B223-A196C6CA0FC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4" name="Rectangle 1923">
                  <a:extLst>
                    <a:ext uri="{FF2B5EF4-FFF2-40B4-BE49-F238E27FC236}">
                      <a16:creationId xmlns:a16="http://schemas.microsoft.com/office/drawing/2014/main" id="{4B802C13-96C0-9DE3-35C2-1C6058CD198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5" name="Rectangle 1924">
                  <a:extLst>
                    <a:ext uri="{FF2B5EF4-FFF2-40B4-BE49-F238E27FC236}">
                      <a16:creationId xmlns:a16="http://schemas.microsoft.com/office/drawing/2014/main" id="{149F5765-9DF9-9F41-069A-37CF7C65589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Rectangle 1925">
                  <a:extLst>
                    <a:ext uri="{FF2B5EF4-FFF2-40B4-BE49-F238E27FC236}">
                      <a16:creationId xmlns:a16="http://schemas.microsoft.com/office/drawing/2014/main" id="{43A7A340-2C5E-1929-7667-D8CA129566BD}"/>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Rectangle 1926">
                  <a:extLst>
                    <a:ext uri="{FF2B5EF4-FFF2-40B4-BE49-F238E27FC236}">
                      <a16:creationId xmlns:a16="http://schemas.microsoft.com/office/drawing/2014/main" id="{4EEFD1EB-55DA-68D8-955B-CE17FF9AC26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Rectangle 1927">
                  <a:extLst>
                    <a:ext uri="{FF2B5EF4-FFF2-40B4-BE49-F238E27FC236}">
                      <a16:creationId xmlns:a16="http://schemas.microsoft.com/office/drawing/2014/main" id="{87687429-CB81-DA13-7484-C4CDF61712F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Rectangle 1928">
                  <a:extLst>
                    <a:ext uri="{FF2B5EF4-FFF2-40B4-BE49-F238E27FC236}">
                      <a16:creationId xmlns:a16="http://schemas.microsoft.com/office/drawing/2014/main" id="{32083635-14FE-9C34-885A-091DB1DC1E5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Rectangle 1929">
                  <a:extLst>
                    <a:ext uri="{FF2B5EF4-FFF2-40B4-BE49-F238E27FC236}">
                      <a16:creationId xmlns:a16="http://schemas.microsoft.com/office/drawing/2014/main" id="{48170C68-7243-2E92-C891-11542C7A4C7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Rectangle 1930">
                  <a:extLst>
                    <a:ext uri="{FF2B5EF4-FFF2-40B4-BE49-F238E27FC236}">
                      <a16:creationId xmlns:a16="http://schemas.microsoft.com/office/drawing/2014/main" id="{B7A4F9AF-0E5F-FD7C-FD31-47C06EC060C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Rectangle 1931">
                  <a:extLst>
                    <a:ext uri="{FF2B5EF4-FFF2-40B4-BE49-F238E27FC236}">
                      <a16:creationId xmlns:a16="http://schemas.microsoft.com/office/drawing/2014/main" id="{9AE4F1C5-31F3-761B-2E5C-D849B8B74F3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3" name="Rectangle 1932">
                  <a:extLst>
                    <a:ext uri="{FF2B5EF4-FFF2-40B4-BE49-F238E27FC236}">
                      <a16:creationId xmlns:a16="http://schemas.microsoft.com/office/drawing/2014/main" id="{94712B86-128E-D435-74C3-0D9D962458D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4" name="Rectangle 1933">
                  <a:extLst>
                    <a:ext uri="{FF2B5EF4-FFF2-40B4-BE49-F238E27FC236}">
                      <a16:creationId xmlns:a16="http://schemas.microsoft.com/office/drawing/2014/main" id="{41DA6BDC-1A55-3475-61A6-3A5DD0730DB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Rectangle 1934">
                  <a:extLst>
                    <a:ext uri="{FF2B5EF4-FFF2-40B4-BE49-F238E27FC236}">
                      <a16:creationId xmlns:a16="http://schemas.microsoft.com/office/drawing/2014/main" id="{277C3EFB-6B40-AC05-5D96-639021BA80FC}"/>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Rectangle 1935">
                  <a:extLst>
                    <a:ext uri="{FF2B5EF4-FFF2-40B4-BE49-F238E27FC236}">
                      <a16:creationId xmlns:a16="http://schemas.microsoft.com/office/drawing/2014/main" id="{20C0B360-DA86-31AF-FF04-B0BAD4736A9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Rectangle 1936">
                  <a:extLst>
                    <a:ext uri="{FF2B5EF4-FFF2-40B4-BE49-F238E27FC236}">
                      <a16:creationId xmlns:a16="http://schemas.microsoft.com/office/drawing/2014/main" id="{44A2F8FA-54CB-E97C-5178-5C932452C9D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Rectangle 1937">
                  <a:extLst>
                    <a:ext uri="{FF2B5EF4-FFF2-40B4-BE49-F238E27FC236}">
                      <a16:creationId xmlns:a16="http://schemas.microsoft.com/office/drawing/2014/main" id="{87EBB3CE-B7AC-C193-4BB8-C7B60A697434}"/>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Rectangle 1938">
                  <a:extLst>
                    <a:ext uri="{FF2B5EF4-FFF2-40B4-BE49-F238E27FC236}">
                      <a16:creationId xmlns:a16="http://schemas.microsoft.com/office/drawing/2014/main" id="{14A8D10D-9CF0-143E-2618-B754A9A8AA91}"/>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Rectangle 1939">
                  <a:extLst>
                    <a:ext uri="{FF2B5EF4-FFF2-40B4-BE49-F238E27FC236}">
                      <a16:creationId xmlns:a16="http://schemas.microsoft.com/office/drawing/2014/main" id="{878B83F5-515B-8BDC-50E3-23E3AE56910D}"/>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Rectangle 1940">
                  <a:extLst>
                    <a:ext uri="{FF2B5EF4-FFF2-40B4-BE49-F238E27FC236}">
                      <a16:creationId xmlns:a16="http://schemas.microsoft.com/office/drawing/2014/main" id="{654259E0-A898-2D0E-412C-01E3950D45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2" name="Rectangle 1941">
                  <a:extLst>
                    <a:ext uri="{FF2B5EF4-FFF2-40B4-BE49-F238E27FC236}">
                      <a16:creationId xmlns:a16="http://schemas.microsoft.com/office/drawing/2014/main" id="{76990661-91AB-586F-DED5-2F526B047F0C}"/>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3" name="Rectangle 1942">
                  <a:extLst>
                    <a:ext uri="{FF2B5EF4-FFF2-40B4-BE49-F238E27FC236}">
                      <a16:creationId xmlns:a16="http://schemas.microsoft.com/office/drawing/2014/main" id="{5DC417C5-F87E-389A-011D-819CAE8C5C9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Rectangle 1943">
                  <a:extLst>
                    <a:ext uri="{FF2B5EF4-FFF2-40B4-BE49-F238E27FC236}">
                      <a16:creationId xmlns:a16="http://schemas.microsoft.com/office/drawing/2014/main" id="{90F80F28-481E-0B57-3122-6D08D3DF4E67}"/>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Rectangle 1944">
                  <a:extLst>
                    <a:ext uri="{FF2B5EF4-FFF2-40B4-BE49-F238E27FC236}">
                      <a16:creationId xmlns:a16="http://schemas.microsoft.com/office/drawing/2014/main" id="{7FB8BDF1-C4D4-7A3E-976B-8EE456606E5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Rectangle 1945">
                  <a:extLst>
                    <a:ext uri="{FF2B5EF4-FFF2-40B4-BE49-F238E27FC236}">
                      <a16:creationId xmlns:a16="http://schemas.microsoft.com/office/drawing/2014/main" id="{7D1C2C51-A1CD-D882-6B2A-D93686167309}"/>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Rectangle 1946">
                  <a:extLst>
                    <a:ext uri="{FF2B5EF4-FFF2-40B4-BE49-F238E27FC236}">
                      <a16:creationId xmlns:a16="http://schemas.microsoft.com/office/drawing/2014/main" id="{FE4E6BEC-EA98-4517-F634-34A665FF2C6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7" name="Group 1716">
                <a:extLst>
                  <a:ext uri="{FF2B5EF4-FFF2-40B4-BE49-F238E27FC236}">
                    <a16:creationId xmlns:a16="http://schemas.microsoft.com/office/drawing/2014/main" id="{172EF004-082C-60AE-6AA3-81B11BC8323C}"/>
                  </a:ext>
                </a:extLst>
              </p:cNvPr>
              <p:cNvGrpSpPr/>
              <p:nvPr/>
            </p:nvGrpSpPr>
            <p:grpSpPr>
              <a:xfrm rot="10800000" flipH="1">
                <a:off x="7967057" y="4618500"/>
                <a:ext cx="350300" cy="146008"/>
                <a:chOff x="1150032" y="5207038"/>
                <a:chExt cx="690543" cy="287825"/>
              </a:xfrm>
              <a:solidFill>
                <a:srgbClr val="7030A0"/>
              </a:solidFill>
            </p:grpSpPr>
            <p:sp>
              <p:nvSpPr>
                <p:cNvPr id="1910" name="Rectangle 1909">
                  <a:extLst>
                    <a:ext uri="{FF2B5EF4-FFF2-40B4-BE49-F238E27FC236}">
                      <a16:creationId xmlns:a16="http://schemas.microsoft.com/office/drawing/2014/main" id="{2122983C-6E86-C441-1896-17ABE4EAAE18}"/>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1" name="Rectangle 1910">
                  <a:extLst>
                    <a:ext uri="{FF2B5EF4-FFF2-40B4-BE49-F238E27FC236}">
                      <a16:creationId xmlns:a16="http://schemas.microsoft.com/office/drawing/2014/main" id="{2382A24B-0D34-4090-96DE-A43B73F826EA}"/>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2" name="Rectangle 1911">
                  <a:extLst>
                    <a:ext uri="{FF2B5EF4-FFF2-40B4-BE49-F238E27FC236}">
                      <a16:creationId xmlns:a16="http://schemas.microsoft.com/office/drawing/2014/main" id="{CBFB5C6A-2418-CC4C-9C78-FDB3BB51E3C8}"/>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3" name="Rectangle 1912">
                  <a:extLst>
                    <a:ext uri="{FF2B5EF4-FFF2-40B4-BE49-F238E27FC236}">
                      <a16:creationId xmlns:a16="http://schemas.microsoft.com/office/drawing/2014/main" id="{FD665904-7C99-3C4D-86B7-F5986D2BA2DA}"/>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4" name="Rectangle 1913">
                  <a:extLst>
                    <a:ext uri="{FF2B5EF4-FFF2-40B4-BE49-F238E27FC236}">
                      <a16:creationId xmlns:a16="http://schemas.microsoft.com/office/drawing/2014/main" id="{F83AB484-BD82-A872-A5D7-9B89BC36D9C5}"/>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5" name="Rectangle 1914">
                  <a:extLst>
                    <a:ext uri="{FF2B5EF4-FFF2-40B4-BE49-F238E27FC236}">
                      <a16:creationId xmlns:a16="http://schemas.microsoft.com/office/drawing/2014/main" id="{DB73B5C0-24D8-3A5D-945D-2DCA29C8B099}"/>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18" name="Rectangle 1717">
                <a:extLst>
                  <a:ext uri="{FF2B5EF4-FFF2-40B4-BE49-F238E27FC236}">
                    <a16:creationId xmlns:a16="http://schemas.microsoft.com/office/drawing/2014/main" id="{E12E5678-BD00-52AC-4F96-CE7F92FB733E}"/>
                  </a:ext>
                </a:extLst>
              </p:cNvPr>
              <p:cNvSpPr/>
              <p:nvPr/>
            </p:nvSpPr>
            <p:spPr>
              <a:xfrm rot="10800000" flipH="1">
                <a:off x="826832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FF1ECCDE-8901-89D9-C7F8-88C7793EE31B}"/>
                  </a:ext>
                </a:extLst>
              </p:cNvPr>
              <p:cNvSpPr/>
              <p:nvPr/>
            </p:nvSpPr>
            <p:spPr>
              <a:xfrm rot="10800000" flipH="1">
                <a:off x="836874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Rectangle 1719">
                <a:extLst>
                  <a:ext uri="{FF2B5EF4-FFF2-40B4-BE49-F238E27FC236}">
                    <a16:creationId xmlns:a16="http://schemas.microsoft.com/office/drawing/2014/main" id="{35F47E5D-C4BB-C19D-EE92-E0B5566C2804}"/>
                  </a:ext>
                </a:extLst>
              </p:cNvPr>
              <p:cNvSpPr/>
              <p:nvPr/>
            </p:nvSpPr>
            <p:spPr>
              <a:xfrm rot="10800000" flipH="1">
                <a:off x="846917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Rectangle 1720">
                <a:extLst>
                  <a:ext uri="{FF2B5EF4-FFF2-40B4-BE49-F238E27FC236}">
                    <a16:creationId xmlns:a16="http://schemas.microsoft.com/office/drawing/2014/main" id="{26D6E09F-9714-F3C4-DECD-B3634B5FBA8D}"/>
                  </a:ext>
                </a:extLst>
              </p:cNvPr>
              <p:cNvSpPr/>
              <p:nvPr/>
            </p:nvSpPr>
            <p:spPr>
              <a:xfrm rot="10800000" flipH="1">
                <a:off x="856959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Rectangle 1721">
                <a:extLst>
                  <a:ext uri="{FF2B5EF4-FFF2-40B4-BE49-F238E27FC236}">
                    <a16:creationId xmlns:a16="http://schemas.microsoft.com/office/drawing/2014/main" id="{4021799F-5CB8-B360-124C-F7034B841FD9}"/>
                  </a:ext>
                </a:extLst>
              </p:cNvPr>
              <p:cNvSpPr/>
              <p:nvPr/>
            </p:nvSpPr>
            <p:spPr>
              <a:xfrm rot="10800000" flipH="1">
                <a:off x="867001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C72A28C8-F880-56FA-057F-34811893BEAF}"/>
                  </a:ext>
                </a:extLst>
              </p:cNvPr>
              <p:cNvSpPr/>
              <p:nvPr/>
            </p:nvSpPr>
            <p:spPr>
              <a:xfrm rot="10800000" flipH="1">
                <a:off x="877044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3B4CFB8B-6A11-F5E6-D8B0-522B392269ED}"/>
                  </a:ext>
                </a:extLst>
              </p:cNvPr>
              <p:cNvSpPr/>
              <p:nvPr/>
            </p:nvSpPr>
            <p:spPr>
              <a:xfrm rot="10800000" flipH="1">
                <a:off x="887086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18B27471-6E07-420B-3B54-A1AE86B4F33C}"/>
                  </a:ext>
                </a:extLst>
              </p:cNvPr>
              <p:cNvSpPr/>
              <p:nvPr/>
            </p:nvSpPr>
            <p:spPr>
              <a:xfrm rot="10800000" flipH="1">
                <a:off x="897128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BFD9E5B3-5AF5-C5C5-8711-4C9DF5306EFB}"/>
                  </a:ext>
                </a:extLst>
              </p:cNvPr>
              <p:cNvSpPr/>
              <p:nvPr/>
            </p:nvSpPr>
            <p:spPr>
              <a:xfrm rot="10800000" flipH="1">
                <a:off x="907171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AE5429B4-4AFF-5B56-C403-9D73E0219790}"/>
                  </a:ext>
                </a:extLst>
              </p:cNvPr>
              <p:cNvSpPr/>
              <p:nvPr/>
            </p:nvSpPr>
            <p:spPr>
              <a:xfrm rot="10800000" flipH="1">
                <a:off x="917213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Rectangle 1727">
                <a:extLst>
                  <a:ext uri="{FF2B5EF4-FFF2-40B4-BE49-F238E27FC236}">
                    <a16:creationId xmlns:a16="http://schemas.microsoft.com/office/drawing/2014/main" id="{937F2269-1B35-3DB3-7007-65BAC9CF79D6}"/>
                  </a:ext>
                </a:extLst>
              </p:cNvPr>
              <p:cNvSpPr/>
              <p:nvPr/>
            </p:nvSpPr>
            <p:spPr>
              <a:xfrm rot="10800000" flipH="1">
                <a:off x="927255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Rectangle 1728">
                <a:extLst>
                  <a:ext uri="{FF2B5EF4-FFF2-40B4-BE49-F238E27FC236}">
                    <a16:creationId xmlns:a16="http://schemas.microsoft.com/office/drawing/2014/main" id="{EF8F2591-F282-A876-B6A9-093F35BCB705}"/>
                  </a:ext>
                </a:extLst>
              </p:cNvPr>
              <p:cNvSpPr/>
              <p:nvPr/>
            </p:nvSpPr>
            <p:spPr>
              <a:xfrm rot="10800000" flipH="1">
                <a:off x="937297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Rectangle 1729">
                <a:extLst>
                  <a:ext uri="{FF2B5EF4-FFF2-40B4-BE49-F238E27FC236}">
                    <a16:creationId xmlns:a16="http://schemas.microsoft.com/office/drawing/2014/main" id="{5E932083-656F-47B5-DD38-20F3B247EE8B}"/>
                  </a:ext>
                </a:extLst>
              </p:cNvPr>
              <p:cNvSpPr/>
              <p:nvPr/>
            </p:nvSpPr>
            <p:spPr>
              <a:xfrm rot="10800000" flipH="1">
                <a:off x="947340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Rectangle 1730">
                <a:extLst>
                  <a:ext uri="{FF2B5EF4-FFF2-40B4-BE49-F238E27FC236}">
                    <a16:creationId xmlns:a16="http://schemas.microsoft.com/office/drawing/2014/main" id="{2BC3CF65-FFAB-30BE-9E0F-182DC32ED214}"/>
                  </a:ext>
                </a:extLst>
              </p:cNvPr>
              <p:cNvSpPr/>
              <p:nvPr/>
            </p:nvSpPr>
            <p:spPr>
              <a:xfrm rot="10800000" flipH="1">
                <a:off x="957382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Rectangle 1731">
                <a:extLst>
                  <a:ext uri="{FF2B5EF4-FFF2-40B4-BE49-F238E27FC236}">
                    <a16:creationId xmlns:a16="http://schemas.microsoft.com/office/drawing/2014/main" id="{41EA5791-C2F3-F403-5820-FCCCB41E02AD}"/>
                  </a:ext>
                </a:extLst>
              </p:cNvPr>
              <p:cNvSpPr/>
              <p:nvPr/>
            </p:nvSpPr>
            <p:spPr>
              <a:xfrm rot="10800000" flipH="1">
                <a:off x="967424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A583A386-0AFE-93C5-BB3E-3FE28C1B8790}"/>
                  </a:ext>
                </a:extLst>
              </p:cNvPr>
              <p:cNvSpPr/>
              <p:nvPr/>
            </p:nvSpPr>
            <p:spPr>
              <a:xfrm rot="10800000" flipH="1">
                <a:off x="977467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Rectangle 1733">
                <a:extLst>
                  <a:ext uri="{FF2B5EF4-FFF2-40B4-BE49-F238E27FC236}">
                    <a16:creationId xmlns:a16="http://schemas.microsoft.com/office/drawing/2014/main" id="{A1B470BB-7874-5DA3-728D-487536563C11}"/>
                  </a:ext>
                </a:extLst>
              </p:cNvPr>
              <p:cNvSpPr/>
              <p:nvPr/>
            </p:nvSpPr>
            <p:spPr>
              <a:xfrm rot="10800000" flipH="1">
                <a:off x="987509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70F3B810-DD78-F4BF-6B61-CE185D9510D2}"/>
                  </a:ext>
                </a:extLst>
              </p:cNvPr>
              <p:cNvSpPr/>
              <p:nvPr/>
            </p:nvSpPr>
            <p:spPr>
              <a:xfrm rot="10800000" flipH="1">
                <a:off x="997551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ECF94C1A-0EB4-69B2-6CAE-2CED7E667BAD}"/>
                  </a:ext>
                </a:extLst>
              </p:cNvPr>
              <p:cNvSpPr/>
              <p:nvPr/>
            </p:nvSpPr>
            <p:spPr>
              <a:xfrm rot="10800000" flipH="1">
                <a:off x="1007593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5CE041FF-6BE2-60E0-3FEF-1D8037E4F618}"/>
                  </a:ext>
                </a:extLst>
              </p:cNvPr>
              <p:cNvSpPr/>
              <p:nvPr/>
            </p:nvSpPr>
            <p:spPr>
              <a:xfrm rot="10800000" flipH="1">
                <a:off x="1017636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6137C7ED-1BB5-AFDE-B306-DCCDA032AAB5}"/>
                  </a:ext>
                </a:extLst>
              </p:cNvPr>
              <p:cNvSpPr/>
              <p:nvPr/>
            </p:nvSpPr>
            <p:spPr>
              <a:xfrm rot="10800000" flipH="1">
                <a:off x="1027678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CC444965-01CE-3577-E799-F5C0B4FD23CA}"/>
                  </a:ext>
                </a:extLst>
              </p:cNvPr>
              <p:cNvSpPr/>
              <p:nvPr/>
            </p:nvSpPr>
            <p:spPr>
              <a:xfrm rot="10800000" flipH="1">
                <a:off x="1037720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Rectangle 1739">
                <a:extLst>
                  <a:ext uri="{FF2B5EF4-FFF2-40B4-BE49-F238E27FC236}">
                    <a16:creationId xmlns:a16="http://schemas.microsoft.com/office/drawing/2014/main" id="{A3741A49-68B1-D144-F6FC-ADC17BC3837F}"/>
                  </a:ext>
                </a:extLst>
              </p:cNvPr>
              <p:cNvSpPr/>
              <p:nvPr/>
            </p:nvSpPr>
            <p:spPr>
              <a:xfrm rot="10800000" flipH="1">
                <a:off x="1047763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Rectangle 1740">
                <a:extLst>
                  <a:ext uri="{FF2B5EF4-FFF2-40B4-BE49-F238E27FC236}">
                    <a16:creationId xmlns:a16="http://schemas.microsoft.com/office/drawing/2014/main" id="{32825231-D574-6E51-71A6-BDB0A5E22F69}"/>
                  </a:ext>
                </a:extLst>
              </p:cNvPr>
              <p:cNvSpPr/>
              <p:nvPr/>
            </p:nvSpPr>
            <p:spPr>
              <a:xfrm rot="10800000" flipH="1">
                <a:off x="1057805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659C0842-9FB3-6326-30B9-F3FACDFA5D30}"/>
                  </a:ext>
                </a:extLst>
              </p:cNvPr>
              <p:cNvSpPr/>
              <p:nvPr/>
            </p:nvSpPr>
            <p:spPr>
              <a:xfrm rot="10800000" flipH="1">
                <a:off x="1067847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362C4051-F3A4-1191-CBC1-535A063A5051}"/>
                  </a:ext>
                </a:extLst>
              </p:cNvPr>
              <p:cNvSpPr/>
              <p:nvPr/>
            </p:nvSpPr>
            <p:spPr>
              <a:xfrm rot="10800000" flipH="1">
                <a:off x="1077889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1A824799-B8AD-A796-624C-58188BC38777}"/>
                  </a:ext>
                </a:extLst>
              </p:cNvPr>
              <p:cNvSpPr/>
              <p:nvPr/>
            </p:nvSpPr>
            <p:spPr>
              <a:xfrm rot="10800000" flipH="1">
                <a:off x="1087932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9CEA94A0-B0C2-855C-0BD0-23C5C522D6C3}"/>
                  </a:ext>
                </a:extLst>
              </p:cNvPr>
              <p:cNvSpPr/>
              <p:nvPr/>
            </p:nvSpPr>
            <p:spPr>
              <a:xfrm rot="10800000" flipH="1">
                <a:off x="1097974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F2C33F67-8C49-2DEF-28D2-87D82279F1AB}"/>
                  </a:ext>
                </a:extLst>
              </p:cNvPr>
              <p:cNvSpPr/>
              <p:nvPr/>
            </p:nvSpPr>
            <p:spPr>
              <a:xfrm rot="10800000" flipH="1">
                <a:off x="1108016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7" name="Group 1746">
                <a:extLst>
                  <a:ext uri="{FF2B5EF4-FFF2-40B4-BE49-F238E27FC236}">
                    <a16:creationId xmlns:a16="http://schemas.microsoft.com/office/drawing/2014/main" id="{8E4370FB-3DE1-BB84-C92B-DDBBA02FCFA7}"/>
                  </a:ext>
                </a:extLst>
              </p:cNvPr>
              <p:cNvGrpSpPr/>
              <p:nvPr/>
            </p:nvGrpSpPr>
            <p:grpSpPr>
              <a:xfrm rot="10800000" flipH="1">
                <a:off x="7967057" y="4518210"/>
                <a:ext cx="3213534" cy="100423"/>
                <a:chOff x="1743959" y="2564091"/>
                <a:chExt cx="6334816" cy="197963"/>
              </a:xfrm>
              <a:solidFill>
                <a:schemeClr val="bg1"/>
              </a:solidFill>
            </p:grpSpPr>
            <p:sp>
              <p:nvSpPr>
                <p:cNvPr id="1878" name="Rectangle 1877">
                  <a:extLst>
                    <a:ext uri="{FF2B5EF4-FFF2-40B4-BE49-F238E27FC236}">
                      <a16:creationId xmlns:a16="http://schemas.microsoft.com/office/drawing/2014/main" id="{CF0FD66D-BA50-E9C4-E220-9982C2DD79B6}"/>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Rectangle 1878">
                  <a:extLst>
                    <a:ext uri="{FF2B5EF4-FFF2-40B4-BE49-F238E27FC236}">
                      <a16:creationId xmlns:a16="http://schemas.microsoft.com/office/drawing/2014/main" id="{25990989-7B42-04EC-2ED1-58816DF17C1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Rectangle 1879">
                  <a:extLst>
                    <a:ext uri="{FF2B5EF4-FFF2-40B4-BE49-F238E27FC236}">
                      <a16:creationId xmlns:a16="http://schemas.microsoft.com/office/drawing/2014/main" id="{7501DD23-E543-3D6D-998B-E18368E356C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Rectangle 1880">
                  <a:extLst>
                    <a:ext uri="{FF2B5EF4-FFF2-40B4-BE49-F238E27FC236}">
                      <a16:creationId xmlns:a16="http://schemas.microsoft.com/office/drawing/2014/main" id="{AB335DD9-2E33-AA81-F4B1-6789D6F982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Rectangle 1881">
                  <a:extLst>
                    <a:ext uri="{FF2B5EF4-FFF2-40B4-BE49-F238E27FC236}">
                      <a16:creationId xmlns:a16="http://schemas.microsoft.com/office/drawing/2014/main" id="{00E1328A-9A28-0573-21B9-9824863974A7}"/>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Rectangle 1882">
                  <a:extLst>
                    <a:ext uri="{FF2B5EF4-FFF2-40B4-BE49-F238E27FC236}">
                      <a16:creationId xmlns:a16="http://schemas.microsoft.com/office/drawing/2014/main" id="{F9D176AC-ACB2-AD1C-4EC5-412CECB2013C}"/>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Rectangle 1883">
                  <a:extLst>
                    <a:ext uri="{FF2B5EF4-FFF2-40B4-BE49-F238E27FC236}">
                      <a16:creationId xmlns:a16="http://schemas.microsoft.com/office/drawing/2014/main" id="{32C2BC3E-0907-E217-ACAB-14788E856FE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5" name="Rectangle 1884">
                  <a:extLst>
                    <a:ext uri="{FF2B5EF4-FFF2-40B4-BE49-F238E27FC236}">
                      <a16:creationId xmlns:a16="http://schemas.microsoft.com/office/drawing/2014/main" id="{0C2C76A6-E4DA-2B16-B77B-B7B021F97E6A}"/>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Rectangle 1885">
                  <a:extLst>
                    <a:ext uri="{FF2B5EF4-FFF2-40B4-BE49-F238E27FC236}">
                      <a16:creationId xmlns:a16="http://schemas.microsoft.com/office/drawing/2014/main" id="{50CD7FD5-1AF9-938C-05F8-022B54CB0AEE}"/>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Rectangle 1886">
                  <a:extLst>
                    <a:ext uri="{FF2B5EF4-FFF2-40B4-BE49-F238E27FC236}">
                      <a16:creationId xmlns:a16="http://schemas.microsoft.com/office/drawing/2014/main" id="{8FCD612B-88E9-DDF8-C6A8-3BE0B274996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Rectangle 1887">
                  <a:extLst>
                    <a:ext uri="{FF2B5EF4-FFF2-40B4-BE49-F238E27FC236}">
                      <a16:creationId xmlns:a16="http://schemas.microsoft.com/office/drawing/2014/main" id="{DA57DC6D-D058-399C-F098-19ECDC960472}"/>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Rectangle 1888">
                  <a:extLst>
                    <a:ext uri="{FF2B5EF4-FFF2-40B4-BE49-F238E27FC236}">
                      <a16:creationId xmlns:a16="http://schemas.microsoft.com/office/drawing/2014/main" id="{206521CD-49A6-83EB-CF11-F31FFF6B519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Rectangle 1889">
                  <a:extLst>
                    <a:ext uri="{FF2B5EF4-FFF2-40B4-BE49-F238E27FC236}">
                      <a16:creationId xmlns:a16="http://schemas.microsoft.com/office/drawing/2014/main" id="{53E6A502-45EB-63BD-3BAE-6A5ACF130AAE}"/>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Rectangle 1890">
                  <a:extLst>
                    <a:ext uri="{FF2B5EF4-FFF2-40B4-BE49-F238E27FC236}">
                      <a16:creationId xmlns:a16="http://schemas.microsoft.com/office/drawing/2014/main" id="{6C08B546-0B7D-91A4-B7B5-D53D87DF88F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Rectangle 1891">
                  <a:extLst>
                    <a:ext uri="{FF2B5EF4-FFF2-40B4-BE49-F238E27FC236}">
                      <a16:creationId xmlns:a16="http://schemas.microsoft.com/office/drawing/2014/main" id="{B17F405D-085A-EF0B-CCF9-E2D8B6E59E0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3" name="Rectangle 1892">
                  <a:extLst>
                    <a:ext uri="{FF2B5EF4-FFF2-40B4-BE49-F238E27FC236}">
                      <a16:creationId xmlns:a16="http://schemas.microsoft.com/office/drawing/2014/main" id="{E94FEEF5-2CDE-14A2-6334-0E557D9A557E}"/>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Rectangle 1893">
                  <a:extLst>
                    <a:ext uri="{FF2B5EF4-FFF2-40B4-BE49-F238E27FC236}">
                      <a16:creationId xmlns:a16="http://schemas.microsoft.com/office/drawing/2014/main" id="{D2DE2209-9149-37AB-61F4-E4C9C1BD2C15}"/>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Rectangle 1894">
                  <a:extLst>
                    <a:ext uri="{FF2B5EF4-FFF2-40B4-BE49-F238E27FC236}">
                      <a16:creationId xmlns:a16="http://schemas.microsoft.com/office/drawing/2014/main" id="{87D376EC-1AA6-E803-C48E-183F7416529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Rectangle 1895">
                  <a:extLst>
                    <a:ext uri="{FF2B5EF4-FFF2-40B4-BE49-F238E27FC236}">
                      <a16:creationId xmlns:a16="http://schemas.microsoft.com/office/drawing/2014/main" id="{E1E3252E-1B37-8B7C-9FC6-B53EF6A1D82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Rectangle 1896">
                  <a:extLst>
                    <a:ext uri="{FF2B5EF4-FFF2-40B4-BE49-F238E27FC236}">
                      <a16:creationId xmlns:a16="http://schemas.microsoft.com/office/drawing/2014/main" id="{44DF8A51-68A0-65FF-5338-013720F6124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Rectangle 1897">
                  <a:extLst>
                    <a:ext uri="{FF2B5EF4-FFF2-40B4-BE49-F238E27FC236}">
                      <a16:creationId xmlns:a16="http://schemas.microsoft.com/office/drawing/2014/main" id="{1AD2BB08-5478-9206-9071-71D03EB86FA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Rectangle 1898">
                  <a:extLst>
                    <a:ext uri="{FF2B5EF4-FFF2-40B4-BE49-F238E27FC236}">
                      <a16:creationId xmlns:a16="http://schemas.microsoft.com/office/drawing/2014/main" id="{A63DFA95-8DA2-9762-D88B-0D85EDA4E24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Rectangle 1899">
                  <a:extLst>
                    <a:ext uri="{FF2B5EF4-FFF2-40B4-BE49-F238E27FC236}">
                      <a16:creationId xmlns:a16="http://schemas.microsoft.com/office/drawing/2014/main" id="{86ECF771-E844-00DB-16F5-6D0DAAAE105C}"/>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1" name="Rectangle 1900">
                  <a:extLst>
                    <a:ext uri="{FF2B5EF4-FFF2-40B4-BE49-F238E27FC236}">
                      <a16:creationId xmlns:a16="http://schemas.microsoft.com/office/drawing/2014/main" id="{E9EB19F1-38F9-A80C-E9C2-C152F363E046}"/>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Rectangle 1901">
                  <a:extLst>
                    <a:ext uri="{FF2B5EF4-FFF2-40B4-BE49-F238E27FC236}">
                      <a16:creationId xmlns:a16="http://schemas.microsoft.com/office/drawing/2014/main" id="{1382B38B-F46E-1257-B0EC-CF23C0844BBC}"/>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3" name="Rectangle 1902">
                  <a:extLst>
                    <a:ext uri="{FF2B5EF4-FFF2-40B4-BE49-F238E27FC236}">
                      <a16:creationId xmlns:a16="http://schemas.microsoft.com/office/drawing/2014/main" id="{5F152D60-48CE-57F0-7CD1-AEBA1ACF2FC3}"/>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4" name="Rectangle 1903">
                  <a:extLst>
                    <a:ext uri="{FF2B5EF4-FFF2-40B4-BE49-F238E27FC236}">
                      <a16:creationId xmlns:a16="http://schemas.microsoft.com/office/drawing/2014/main" id="{39371ABE-8A0B-3FE8-EE2C-7A16FB32554A}"/>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Rectangle 1904">
                  <a:extLst>
                    <a:ext uri="{FF2B5EF4-FFF2-40B4-BE49-F238E27FC236}">
                      <a16:creationId xmlns:a16="http://schemas.microsoft.com/office/drawing/2014/main" id="{9DDD3265-4DD3-8100-9354-69D3EA931D1F}"/>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Rectangle 1905">
                  <a:extLst>
                    <a:ext uri="{FF2B5EF4-FFF2-40B4-BE49-F238E27FC236}">
                      <a16:creationId xmlns:a16="http://schemas.microsoft.com/office/drawing/2014/main" id="{B62EAE50-AAA6-B510-0027-45FCC4143D6D}"/>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Rectangle 1906">
                  <a:extLst>
                    <a:ext uri="{FF2B5EF4-FFF2-40B4-BE49-F238E27FC236}">
                      <a16:creationId xmlns:a16="http://schemas.microsoft.com/office/drawing/2014/main" id="{13E55D48-1EBA-78D8-E097-756877C296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Rectangle 1907">
                  <a:extLst>
                    <a:ext uri="{FF2B5EF4-FFF2-40B4-BE49-F238E27FC236}">
                      <a16:creationId xmlns:a16="http://schemas.microsoft.com/office/drawing/2014/main" id="{B16ED4B7-0A20-3F16-8F45-8437A952E26A}"/>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9" name="Rectangle 1908">
                  <a:extLst>
                    <a:ext uri="{FF2B5EF4-FFF2-40B4-BE49-F238E27FC236}">
                      <a16:creationId xmlns:a16="http://schemas.microsoft.com/office/drawing/2014/main" id="{6735BF03-3EEA-7AF4-8779-73126AFC46F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8" name="Group 1747">
                <a:extLst>
                  <a:ext uri="{FF2B5EF4-FFF2-40B4-BE49-F238E27FC236}">
                    <a16:creationId xmlns:a16="http://schemas.microsoft.com/office/drawing/2014/main" id="{B155C8AE-B841-3006-CED8-339032FD812E}"/>
                  </a:ext>
                </a:extLst>
              </p:cNvPr>
              <p:cNvGrpSpPr/>
              <p:nvPr/>
            </p:nvGrpSpPr>
            <p:grpSpPr>
              <a:xfrm rot="10800000" flipH="1">
                <a:off x="7967057" y="4417788"/>
                <a:ext cx="3213534" cy="100423"/>
                <a:chOff x="1743959" y="2564091"/>
                <a:chExt cx="6334816" cy="197963"/>
              </a:xfrm>
              <a:solidFill>
                <a:schemeClr val="bg1"/>
              </a:solidFill>
            </p:grpSpPr>
            <p:sp>
              <p:nvSpPr>
                <p:cNvPr id="1846" name="Rectangle 1845">
                  <a:extLst>
                    <a:ext uri="{FF2B5EF4-FFF2-40B4-BE49-F238E27FC236}">
                      <a16:creationId xmlns:a16="http://schemas.microsoft.com/office/drawing/2014/main" id="{9C29459A-6C6C-287D-E8BD-7BFC793F1271}"/>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Rectangle 1846">
                  <a:extLst>
                    <a:ext uri="{FF2B5EF4-FFF2-40B4-BE49-F238E27FC236}">
                      <a16:creationId xmlns:a16="http://schemas.microsoft.com/office/drawing/2014/main" id="{03FE9215-DD40-7130-CA31-320ABEF0633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Rectangle 1847">
                  <a:extLst>
                    <a:ext uri="{FF2B5EF4-FFF2-40B4-BE49-F238E27FC236}">
                      <a16:creationId xmlns:a16="http://schemas.microsoft.com/office/drawing/2014/main" id="{0759C977-978B-04A5-8BE3-90997CFCFD2B}"/>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Rectangle 1848">
                  <a:extLst>
                    <a:ext uri="{FF2B5EF4-FFF2-40B4-BE49-F238E27FC236}">
                      <a16:creationId xmlns:a16="http://schemas.microsoft.com/office/drawing/2014/main" id="{505F1022-B9F9-578F-2363-EA708A0F81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Rectangle 1849">
                  <a:extLst>
                    <a:ext uri="{FF2B5EF4-FFF2-40B4-BE49-F238E27FC236}">
                      <a16:creationId xmlns:a16="http://schemas.microsoft.com/office/drawing/2014/main" id="{C7A0BE25-CFDC-6732-F0FA-4738B57DF3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Rectangle 1850">
                  <a:extLst>
                    <a:ext uri="{FF2B5EF4-FFF2-40B4-BE49-F238E27FC236}">
                      <a16:creationId xmlns:a16="http://schemas.microsoft.com/office/drawing/2014/main" id="{4F84231E-24BB-D28D-A226-9EEACF548F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Rectangle 1851">
                  <a:extLst>
                    <a:ext uri="{FF2B5EF4-FFF2-40B4-BE49-F238E27FC236}">
                      <a16:creationId xmlns:a16="http://schemas.microsoft.com/office/drawing/2014/main" id="{6043AB26-5DDF-32F1-7C35-B9A68E68B4F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3" name="Rectangle 1852">
                  <a:extLst>
                    <a:ext uri="{FF2B5EF4-FFF2-40B4-BE49-F238E27FC236}">
                      <a16:creationId xmlns:a16="http://schemas.microsoft.com/office/drawing/2014/main" id="{CE39530F-12CC-9773-AA6F-1ECCE1F78B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Rectangle 1853">
                  <a:extLst>
                    <a:ext uri="{FF2B5EF4-FFF2-40B4-BE49-F238E27FC236}">
                      <a16:creationId xmlns:a16="http://schemas.microsoft.com/office/drawing/2014/main" id="{3B7EF0CC-71CB-DC2B-3219-F47F3AD02E10}"/>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Rectangle 1854">
                  <a:extLst>
                    <a:ext uri="{FF2B5EF4-FFF2-40B4-BE49-F238E27FC236}">
                      <a16:creationId xmlns:a16="http://schemas.microsoft.com/office/drawing/2014/main" id="{7C1A9E9C-BF1B-1C5F-4D49-0BB22FB4CC9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Rectangle 1855">
                  <a:extLst>
                    <a:ext uri="{FF2B5EF4-FFF2-40B4-BE49-F238E27FC236}">
                      <a16:creationId xmlns:a16="http://schemas.microsoft.com/office/drawing/2014/main" id="{D6634B19-E54E-26E0-2B5F-017D335A7524}"/>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Rectangle 1856">
                  <a:extLst>
                    <a:ext uri="{FF2B5EF4-FFF2-40B4-BE49-F238E27FC236}">
                      <a16:creationId xmlns:a16="http://schemas.microsoft.com/office/drawing/2014/main" id="{567BB21D-AEBA-7F59-DB00-2CE509E7B2DE}"/>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Rectangle 1857">
                  <a:extLst>
                    <a:ext uri="{FF2B5EF4-FFF2-40B4-BE49-F238E27FC236}">
                      <a16:creationId xmlns:a16="http://schemas.microsoft.com/office/drawing/2014/main" id="{F1C68458-377C-4131-0455-30E33B338A7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Rectangle 1858">
                  <a:extLst>
                    <a:ext uri="{FF2B5EF4-FFF2-40B4-BE49-F238E27FC236}">
                      <a16:creationId xmlns:a16="http://schemas.microsoft.com/office/drawing/2014/main" id="{E7A4B7D3-3A41-2DB2-29D3-392089D4D1C3}"/>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Rectangle 1859">
                  <a:extLst>
                    <a:ext uri="{FF2B5EF4-FFF2-40B4-BE49-F238E27FC236}">
                      <a16:creationId xmlns:a16="http://schemas.microsoft.com/office/drawing/2014/main" id="{C429DB8F-608D-6812-BD3C-1EDD55FD82B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1" name="Rectangle 1860">
                  <a:extLst>
                    <a:ext uri="{FF2B5EF4-FFF2-40B4-BE49-F238E27FC236}">
                      <a16:creationId xmlns:a16="http://schemas.microsoft.com/office/drawing/2014/main" id="{AEB639F4-60F6-77B4-4C2A-83F7A3DCAB81}"/>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Rectangle 1861">
                  <a:extLst>
                    <a:ext uri="{FF2B5EF4-FFF2-40B4-BE49-F238E27FC236}">
                      <a16:creationId xmlns:a16="http://schemas.microsoft.com/office/drawing/2014/main" id="{5F80EFD1-DE06-189D-11BB-D018D758855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Rectangle 1862">
                  <a:extLst>
                    <a:ext uri="{FF2B5EF4-FFF2-40B4-BE49-F238E27FC236}">
                      <a16:creationId xmlns:a16="http://schemas.microsoft.com/office/drawing/2014/main" id="{8963B061-54CC-8B8D-7447-3FE5C2CF8F94}"/>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Rectangle 1863">
                  <a:extLst>
                    <a:ext uri="{FF2B5EF4-FFF2-40B4-BE49-F238E27FC236}">
                      <a16:creationId xmlns:a16="http://schemas.microsoft.com/office/drawing/2014/main" id="{E457111C-9E81-2726-40CC-9A1178F5E28D}"/>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50F3A40D-79B1-3191-8DD4-F39871FD2ED8}"/>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Rectangle 1865">
                  <a:extLst>
                    <a:ext uri="{FF2B5EF4-FFF2-40B4-BE49-F238E27FC236}">
                      <a16:creationId xmlns:a16="http://schemas.microsoft.com/office/drawing/2014/main" id="{6E2CC308-33B6-F86C-DC3B-6E5A82338622}"/>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Rectangle 1866">
                  <a:extLst>
                    <a:ext uri="{FF2B5EF4-FFF2-40B4-BE49-F238E27FC236}">
                      <a16:creationId xmlns:a16="http://schemas.microsoft.com/office/drawing/2014/main" id="{F756294C-CD09-4FE9-6E15-1455FC8D015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Rectangle 1867">
                  <a:extLst>
                    <a:ext uri="{FF2B5EF4-FFF2-40B4-BE49-F238E27FC236}">
                      <a16:creationId xmlns:a16="http://schemas.microsoft.com/office/drawing/2014/main" id="{EE16A7C6-1B95-7C61-2B09-4E83CD8E9BA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9" name="Rectangle 1868">
                  <a:extLst>
                    <a:ext uri="{FF2B5EF4-FFF2-40B4-BE49-F238E27FC236}">
                      <a16:creationId xmlns:a16="http://schemas.microsoft.com/office/drawing/2014/main" id="{1A1510DD-2C7C-B077-0DFD-0113063B7020}"/>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Rectangle 1869">
                  <a:extLst>
                    <a:ext uri="{FF2B5EF4-FFF2-40B4-BE49-F238E27FC236}">
                      <a16:creationId xmlns:a16="http://schemas.microsoft.com/office/drawing/2014/main" id="{3E194651-7F06-9BBB-9387-146B55FAE51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Rectangle 1870">
                  <a:extLst>
                    <a:ext uri="{FF2B5EF4-FFF2-40B4-BE49-F238E27FC236}">
                      <a16:creationId xmlns:a16="http://schemas.microsoft.com/office/drawing/2014/main" id="{A92CF69A-9355-8F66-0E01-FD447F8599B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Rectangle 1871">
                  <a:extLst>
                    <a:ext uri="{FF2B5EF4-FFF2-40B4-BE49-F238E27FC236}">
                      <a16:creationId xmlns:a16="http://schemas.microsoft.com/office/drawing/2014/main" id="{E4DFEB80-E131-8699-D1BF-D8418A2C8E0B}"/>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Rectangle 1872">
                  <a:extLst>
                    <a:ext uri="{FF2B5EF4-FFF2-40B4-BE49-F238E27FC236}">
                      <a16:creationId xmlns:a16="http://schemas.microsoft.com/office/drawing/2014/main" id="{FF12CDE6-C158-730A-4F5F-55DB6E2EBA8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Rectangle 1873">
                  <a:extLst>
                    <a:ext uri="{FF2B5EF4-FFF2-40B4-BE49-F238E27FC236}">
                      <a16:creationId xmlns:a16="http://schemas.microsoft.com/office/drawing/2014/main" id="{50A906FE-D7D8-6710-EF59-8C8B229350C4}"/>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Rectangle 1874">
                  <a:extLst>
                    <a:ext uri="{FF2B5EF4-FFF2-40B4-BE49-F238E27FC236}">
                      <a16:creationId xmlns:a16="http://schemas.microsoft.com/office/drawing/2014/main" id="{D3943798-C4E7-971B-5E5E-9A43DB8A007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Rectangle 1875">
                  <a:extLst>
                    <a:ext uri="{FF2B5EF4-FFF2-40B4-BE49-F238E27FC236}">
                      <a16:creationId xmlns:a16="http://schemas.microsoft.com/office/drawing/2014/main" id="{DB51F8E1-F8C7-6052-4EBE-326430B76514}"/>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7" name="Rectangle 1876">
                  <a:extLst>
                    <a:ext uri="{FF2B5EF4-FFF2-40B4-BE49-F238E27FC236}">
                      <a16:creationId xmlns:a16="http://schemas.microsoft.com/office/drawing/2014/main" id="{7167D150-CF12-89F8-B0D6-A37361FB4E0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9" name="Rectangle 1748">
                <a:extLst>
                  <a:ext uri="{FF2B5EF4-FFF2-40B4-BE49-F238E27FC236}">
                    <a16:creationId xmlns:a16="http://schemas.microsoft.com/office/drawing/2014/main" id="{E3F2D542-227F-D263-82CE-28A769E1BDB8}"/>
                  </a:ext>
                </a:extLst>
              </p:cNvPr>
              <p:cNvSpPr/>
              <p:nvPr/>
            </p:nvSpPr>
            <p:spPr>
              <a:xfrm rot="10800000" flipH="1">
                <a:off x="821813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085DB551-0940-081A-052F-6199E9D97AD9}"/>
                  </a:ext>
                </a:extLst>
              </p:cNvPr>
              <p:cNvSpPr/>
              <p:nvPr/>
            </p:nvSpPr>
            <p:spPr>
              <a:xfrm rot="10800000" flipH="1">
                <a:off x="831855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68BDD574-695B-055E-888F-EF21AACC4AF4}"/>
                  </a:ext>
                </a:extLst>
              </p:cNvPr>
              <p:cNvSpPr/>
              <p:nvPr/>
            </p:nvSpPr>
            <p:spPr>
              <a:xfrm rot="10800000" flipH="1">
                <a:off x="841898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4C0A7B09-4612-F26A-68DD-D4B142C0000D}"/>
                  </a:ext>
                </a:extLst>
              </p:cNvPr>
              <p:cNvSpPr/>
              <p:nvPr/>
            </p:nvSpPr>
            <p:spPr>
              <a:xfrm rot="10800000" flipH="1">
                <a:off x="851940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3" name="Rectangle 1752">
                <a:extLst>
                  <a:ext uri="{FF2B5EF4-FFF2-40B4-BE49-F238E27FC236}">
                    <a16:creationId xmlns:a16="http://schemas.microsoft.com/office/drawing/2014/main" id="{B1718493-9A5A-E242-203F-851E230AEB81}"/>
                  </a:ext>
                </a:extLst>
              </p:cNvPr>
              <p:cNvSpPr/>
              <p:nvPr/>
            </p:nvSpPr>
            <p:spPr>
              <a:xfrm rot="10800000" flipH="1">
                <a:off x="861982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4" name="Rectangle 1753">
                <a:extLst>
                  <a:ext uri="{FF2B5EF4-FFF2-40B4-BE49-F238E27FC236}">
                    <a16:creationId xmlns:a16="http://schemas.microsoft.com/office/drawing/2014/main" id="{4019A790-444B-5728-15AC-343915C6A8C7}"/>
                  </a:ext>
                </a:extLst>
              </p:cNvPr>
              <p:cNvSpPr/>
              <p:nvPr/>
            </p:nvSpPr>
            <p:spPr>
              <a:xfrm rot="10800000" flipH="1">
                <a:off x="872024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07AFE99E-76CD-63B4-7AB4-3B90BADDA81A}"/>
                  </a:ext>
                </a:extLst>
              </p:cNvPr>
              <p:cNvSpPr/>
              <p:nvPr/>
            </p:nvSpPr>
            <p:spPr>
              <a:xfrm rot="10800000" flipH="1">
                <a:off x="882067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B177D78A-ED73-BCE4-A9DE-323D57A945DE}"/>
                  </a:ext>
                </a:extLst>
              </p:cNvPr>
              <p:cNvSpPr/>
              <p:nvPr/>
            </p:nvSpPr>
            <p:spPr>
              <a:xfrm rot="10800000" flipH="1">
                <a:off x="892109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EF2BF7EC-4672-CA08-58D2-96C4470126F2}"/>
                  </a:ext>
                </a:extLst>
              </p:cNvPr>
              <p:cNvSpPr/>
              <p:nvPr/>
            </p:nvSpPr>
            <p:spPr>
              <a:xfrm rot="10800000" flipH="1">
                <a:off x="902151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D8FD4C0D-5DEF-CC6A-5BBB-409590602A2C}"/>
                  </a:ext>
                </a:extLst>
              </p:cNvPr>
              <p:cNvSpPr/>
              <p:nvPr/>
            </p:nvSpPr>
            <p:spPr>
              <a:xfrm rot="10800000" flipH="1">
                <a:off x="912194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1E3BF154-CAB0-D320-0831-BC3E7F9773DD}"/>
                  </a:ext>
                </a:extLst>
              </p:cNvPr>
              <p:cNvSpPr/>
              <p:nvPr/>
            </p:nvSpPr>
            <p:spPr>
              <a:xfrm rot="10800000" flipH="1">
                <a:off x="922236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Rectangle 1759">
                <a:extLst>
                  <a:ext uri="{FF2B5EF4-FFF2-40B4-BE49-F238E27FC236}">
                    <a16:creationId xmlns:a16="http://schemas.microsoft.com/office/drawing/2014/main" id="{A19C32B2-30F4-0897-1BE7-D5B13D94D9AB}"/>
                  </a:ext>
                </a:extLst>
              </p:cNvPr>
              <p:cNvSpPr/>
              <p:nvPr/>
            </p:nvSpPr>
            <p:spPr>
              <a:xfrm rot="10800000" flipH="1">
                <a:off x="932278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52769C2A-5155-11D4-8184-40DCBD62AF24}"/>
                  </a:ext>
                </a:extLst>
              </p:cNvPr>
              <p:cNvSpPr/>
              <p:nvPr/>
            </p:nvSpPr>
            <p:spPr>
              <a:xfrm rot="10800000" flipH="1">
                <a:off x="942320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D9BCE0FD-A4D0-ABC7-0588-2D13D7A825F9}"/>
                  </a:ext>
                </a:extLst>
              </p:cNvPr>
              <p:cNvSpPr/>
              <p:nvPr/>
            </p:nvSpPr>
            <p:spPr>
              <a:xfrm rot="10800000" flipH="1">
                <a:off x="952363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6DC4BE24-68B7-E87A-8A29-8AA5AB028746}"/>
                  </a:ext>
                </a:extLst>
              </p:cNvPr>
              <p:cNvSpPr/>
              <p:nvPr/>
            </p:nvSpPr>
            <p:spPr>
              <a:xfrm rot="10800000" flipH="1">
                <a:off x="962405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71563638-7A2F-3AC8-D319-6EFE75C754DF}"/>
                  </a:ext>
                </a:extLst>
              </p:cNvPr>
              <p:cNvSpPr/>
              <p:nvPr/>
            </p:nvSpPr>
            <p:spPr>
              <a:xfrm rot="10800000" flipH="1">
                <a:off x="972447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1746CEBE-33E1-F697-1FD9-B68E80B58524}"/>
                  </a:ext>
                </a:extLst>
              </p:cNvPr>
              <p:cNvSpPr/>
              <p:nvPr/>
            </p:nvSpPr>
            <p:spPr>
              <a:xfrm rot="10800000" flipH="1">
                <a:off x="982490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Rectangle 1765">
                <a:extLst>
                  <a:ext uri="{FF2B5EF4-FFF2-40B4-BE49-F238E27FC236}">
                    <a16:creationId xmlns:a16="http://schemas.microsoft.com/office/drawing/2014/main" id="{F25A8D3C-52BF-4AB3-AA5A-4C735593BCCF}"/>
                  </a:ext>
                </a:extLst>
              </p:cNvPr>
              <p:cNvSpPr/>
              <p:nvPr/>
            </p:nvSpPr>
            <p:spPr>
              <a:xfrm rot="10800000" flipH="1">
                <a:off x="992532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Rectangle 1766">
                <a:extLst>
                  <a:ext uri="{FF2B5EF4-FFF2-40B4-BE49-F238E27FC236}">
                    <a16:creationId xmlns:a16="http://schemas.microsoft.com/office/drawing/2014/main" id="{5EC05AE3-204B-EA31-E38A-FCD301DE601D}"/>
                  </a:ext>
                </a:extLst>
              </p:cNvPr>
              <p:cNvSpPr/>
              <p:nvPr/>
            </p:nvSpPr>
            <p:spPr>
              <a:xfrm rot="10800000" flipH="1">
                <a:off x="1002574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7BCCA751-CF46-E7BE-16FB-CFFC143B5329}"/>
                  </a:ext>
                </a:extLst>
              </p:cNvPr>
              <p:cNvSpPr/>
              <p:nvPr/>
            </p:nvSpPr>
            <p:spPr>
              <a:xfrm rot="10800000" flipH="1">
                <a:off x="1012616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7CC61230-8823-CABF-CAFF-C03DC7511DE3}"/>
                  </a:ext>
                </a:extLst>
              </p:cNvPr>
              <p:cNvSpPr/>
              <p:nvPr/>
            </p:nvSpPr>
            <p:spPr>
              <a:xfrm rot="10800000" flipH="1">
                <a:off x="1022659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47391A3D-FC57-E7DA-E775-38D1A87CF222}"/>
                  </a:ext>
                </a:extLst>
              </p:cNvPr>
              <p:cNvSpPr/>
              <p:nvPr/>
            </p:nvSpPr>
            <p:spPr>
              <a:xfrm rot="10800000" flipH="1">
                <a:off x="1032701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D46D5B0D-3585-7969-8E3D-24554A46107A}"/>
                  </a:ext>
                </a:extLst>
              </p:cNvPr>
              <p:cNvSpPr/>
              <p:nvPr/>
            </p:nvSpPr>
            <p:spPr>
              <a:xfrm rot="10800000" flipH="1">
                <a:off x="1042743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7B29DC49-D4C5-EECD-CD19-9D678A203D8D}"/>
                  </a:ext>
                </a:extLst>
              </p:cNvPr>
              <p:cNvSpPr/>
              <p:nvPr/>
            </p:nvSpPr>
            <p:spPr>
              <a:xfrm rot="10800000" flipH="1">
                <a:off x="1052786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3" name="Rectangle 1772">
                <a:extLst>
                  <a:ext uri="{FF2B5EF4-FFF2-40B4-BE49-F238E27FC236}">
                    <a16:creationId xmlns:a16="http://schemas.microsoft.com/office/drawing/2014/main" id="{5255B785-937E-2EF1-D65D-3AC1A62F297A}"/>
                  </a:ext>
                </a:extLst>
              </p:cNvPr>
              <p:cNvSpPr/>
              <p:nvPr/>
            </p:nvSpPr>
            <p:spPr>
              <a:xfrm rot="10800000" flipH="1">
                <a:off x="1062828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7F8403D5-63A9-5BA4-5083-BD0125523D70}"/>
                  </a:ext>
                </a:extLst>
              </p:cNvPr>
              <p:cNvSpPr/>
              <p:nvPr/>
            </p:nvSpPr>
            <p:spPr>
              <a:xfrm rot="10800000" flipH="1">
                <a:off x="1072870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Rectangle 1774">
                <a:extLst>
                  <a:ext uri="{FF2B5EF4-FFF2-40B4-BE49-F238E27FC236}">
                    <a16:creationId xmlns:a16="http://schemas.microsoft.com/office/drawing/2014/main" id="{00F9F373-C63C-FB3E-190D-6E7FBFC8C971}"/>
                  </a:ext>
                </a:extLst>
              </p:cNvPr>
              <p:cNvSpPr/>
              <p:nvPr/>
            </p:nvSpPr>
            <p:spPr>
              <a:xfrm rot="10800000" flipH="1">
                <a:off x="1082913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Rectangle 1775">
                <a:extLst>
                  <a:ext uri="{FF2B5EF4-FFF2-40B4-BE49-F238E27FC236}">
                    <a16:creationId xmlns:a16="http://schemas.microsoft.com/office/drawing/2014/main" id="{FC7D4A22-7A70-CE0D-727E-3B9FCE315EA8}"/>
                  </a:ext>
                </a:extLst>
              </p:cNvPr>
              <p:cNvSpPr/>
              <p:nvPr/>
            </p:nvSpPr>
            <p:spPr>
              <a:xfrm rot="10800000" flipH="1">
                <a:off x="1092955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Rectangle 1776">
                <a:extLst>
                  <a:ext uri="{FF2B5EF4-FFF2-40B4-BE49-F238E27FC236}">
                    <a16:creationId xmlns:a16="http://schemas.microsoft.com/office/drawing/2014/main" id="{8385CEF3-1567-71B1-E48E-7DA9ACF2D807}"/>
                  </a:ext>
                </a:extLst>
              </p:cNvPr>
              <p:cNvSpPr/>
              <p:nvPr/>
            </p:nvSpPr>
            <p:spPr>
              <a:xfrm rot="10800000" flipH="1">
                <a:off x="1102997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0B25E60B-B25C-FB1D-EEDE-DC05E206821D}"/>
                  </a:ext>
                </a:extLst>
              </p:cNvPr>
              <p:cNvSpPr/>
              <p:nvPr/>
            </p:nvSpPr>
            <p:spPr>
              <a:xfrm rot="10800000" flipH="1">
                <a:off x="821813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Rectangle 1778">
                <a:extLst>
                  <a:ext uri="{FF2B5EF4-FFF2-40B4-BE49-F238E27FC236}">
                    <a16:creationId xmlns:a16="http://schemas.microsoft.com/office/drawing/2014/main" id="{253CF679-D07C-42FC-E4ED-30340FD025D4}"/>
                  </a:ext>
                </a:extLst>
              </p:cNvPr>
              <p:cNvSpPr/>
              <p:nvPr/>
            </p:nvSpPr>
            <p:spPr>
              <a:xfrm rot="10800000" flipH="1">
                <a:off x="831855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Rectangle 1779">
                <a:extLst>
                  <a:ext uri="{FF2B5EF4-FFF2-40B4-BE49-F238E27FC236}">
                    <a16:creationId xmlns:a16="http://schemas.microsoft.com/office/drawing/2014/main" id="{A55B5949-8254-0894-0831-E5C57BC39AAB}"/>
                  </a:ext>
                </a:extLst>
              </p:cNvPr>
              <p:cNvSpPr/>
              <p:nvPr/>
            </p:nvSpPr>
            <p:spPr>
              <a:xfrm rot="10800000" flipH="1">
                <a:off x="841898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1" name="Rectangle 1780">
                <a:extLst>
                  <a:ext uri="{FF2B5EF4-FFF2-40B4-BE49-F238E27FC236}">
                    <a16:creationId xmlns:a16="http://schemas.microsoft.com/office/drawing/2014/main" id="{FD704240-4173-DBB4-208A-42EBBA22CF59}"/>
                  </a:ext>
                </a:extLst>
              </p:cNvPr>
              <p:cNvSpPr/>
              <p:nvPr/>
            </p:nvSpPr>
            <p:spPr>
              <a:xfrm rot="10800000" flipH="1">
                <a:off x="851940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Rectangle 1781">
                <a:extLst>
                  <a:ext uri="{FF2B5EF4-FFF2-40B4-BE49-F238E27FC236}">
                    <a16:creationId xmlns:a16="http://schemas.microsoft.com/office/drawing/2014/main" id="{44DD8C18-DDEE-018E-33FE-2683CC098AEA}"/>
                  </a:ext>
                </a:extLst>
              </p:cNvPr>
              <p:cNvSpPr/>
              <p:nvPr/>
            </p:nvSpPr>
            <p:spPr>
              <a:xfrm rot="10800000" flipH="1">
                <a:off x="861982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Rectangle 1782">
                <a:extLst>
                  <a:ext uri="{FF2B5EF4-FFF2-40B4-BE49-F238E27FC236}">
                    <a16:creationId xmlns:a16="http://schemas.microsoft.com/office/drawing/2014/main" id="{4C6F046B-ECD1-2EDE-8EC2-68D670490BCC}"/>
                  </a:ext>
                </a:extLst>
              </p:cNvPr>
              <p:cNvSpPr/>
              <p:nvPr/>
            </p:nvSpPr>
            <p:spPr>
              <a:xfrm rot="10800000" flipH="1">
                <a:off x="872024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Rectangle 1783">
                <a:extLst>
                  <a:ext uri="{FF2B5EF4-FFF2-40B4-BE49-F238E27FC236}">
                    <a16:creationId xmlns:a16="http://schemas.microsoft.com/office/drawing/2014/main" id="{34A3B13A-F045-7A96-CFA3-E8C9BA1EA6B4}"/>
                  </a:ext>
                </a:extLst>
              </p:cNvPr>
              <p:cNvSpPr/>
              <p:nvPr/>
            </p:nvSpPr>
            <p:spPr>
              <a:xfrm rot="10800000" flipH="1">
                <a:off x="882067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Rectangle 1784">
                <a:extLst>
                  <a:ext uri="{FF2B5EF4-FFF2-40B4-BE49-F238E27FC236}">
                    <a16:creationId xmlns:a16="http://schemas.microsoft.com/office/drawing/2014/main" id="{7F9834C9-3FE6-25B7-ECCA-079FE7E1A088}"/>
                  </a:ext>
                </a:extLst>
              </p:cNvPr>
              <p:cNvSpPr/>
              <p:nvPr/>
            </p:nvSpPr>
            <p:spPr>
              <a:xfrm rot="10800000" flipH="1">
                <a:off x="892109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Rectangle 1785">
                <a:extLst>
                  <a:ext uri="{FF2B5EF4-FFF2-40B4-BE49-F238E27FC236}">
                    <a16:creationId xmlns:a16="http://schemas.microsoft.com/office/drawing/2014/main" id="{707AC46E-4883-5A65-C70A-21FE6E06DCE9}"/>
                  </a:ext>
                </a:extLst>
              </p:cNvPr>
              <p:cNvSpPr/>
              <p:nvPr/>
            </p:nvSpPr>
            <p:spPr>
              <a:xfrm rot="10800000" flipH="1">
                <a:off x="902151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Rectangle 1786">
                <a:extLst>
                  <a:ext uri="{FF2B5EF4-FFF2-40B4-BE49-F238E27FC236}">
                    <a16:creationId xmlns:a16="http://schemas.microsoft.com/office/drawing/2014/main" id="{897DBCF9-C955-3946-7EA9-9D62DEFFF024}"/>
                  </a:ext>
                </a:extLst>
              </p:cNvPr>
              <p:cNvSpPr/>
              <p:nvPr/>
            </p:nvSpPr>
            <p:spPr>
              <a:xfrm rot="10800000" flipH="1">
                <a:off x="912194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Rectangle 1787">
                <a:extLst>
                  <a:ext uri="{FF2B5EF4-FFF2-40B4-BE49-F238E27FC236}">
                    <a16:creationId xmlns:a16="http://schemas.microsoft.com/office/drawing/2014/main" id="{768BB73D-DCE3-62DD-40AB-23B9FE437ACA}"/>
                  </a:ext>
                </a:extLst>
              </p:cNvPr>
              <p:cNvSpPr/>
              <p:nvPr/>
            </p:nvSpPr>
            <p:spPr>
              <a:xfrm rot="10800000" flipH="1">
                <a:off x="922236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9" name="Rectangle 1788">
                <a:extLst>
                  <a:ext uri="{FF2B5EF4-FFF2-40B4-BE49-F238E27FC236}">
                    <a16:creationId xmlns:a16="http://schemas.microsoft.com/office/drawing/2014/main" id="{DFF63845-4A91-4626-7101-CF3DBC3CC8AB}"/>
                  </a:ext>
                </a:extLst>
              </p:cNvPr>
              <p:cNvSpPr/>
              <p:nvPr/>
            </p:nvSpPr>
            <p:spPr>
              <a:xfrm rot="10800000" flipH="1">
                <a:off x="932278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Rectangle 1789">
                <a:extLst>
                  <a:ext uri="{FF2B5EF4-FFF2-40B4-BE49-F238E27FC236}">
                    <a16:creationId xmlns:a16="http://schemas.microsoft.com/office/drawing/2014/main" id="{BB7EAC88-063D-D94E-6FD6-A1FEEA431FD5}"/>
                  </a:ext>
                </a:extLst>
              </p:cNvPr>
              <p:cNvSpPr/>
              <p:nvPr/>
            </p:nvSpPr>
            <p:spPr>
              <a:xfrm rot="10800000" flipH="1">
                <a:off x="942320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Rectangle 1790">
                <a:extLst>
                  <a:ext uri="{FF2B5EF4-FFF2-40B4-BE49-F238E27FC236}">
                    <a16:creationId xmlns:a16="http://schemas.microsoft.com/office/drawing/2014/main" id="{C389C622-16EF-7756-43F7-C681D3327E29}"/>
                  </a:ext>
                </a:extLst>
              </p:cNvPr>
              <p:cNvSpPr/>
              <p:nvPr/>
            </p:nvSpPr>
            <p:spPr>
              <a:xfrm rot="10800000" flipH="1">
                <a:off x="952363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Rectangle 1791">
                <a:extLst>
                  <a:ext uri="{FF2B5EF4-FFF2-40B4-BE49-F238E27FC236}">
                    <a16:creationId xmlns:a16="http://schemas.microsoft.com/office/drawing/2014/main" id="{B01A419A-924F-B169-1E14-DB225F477942}"/>
                  </a:ext>
                </a:extLst>
              </p:cNvPr>
              <p:cNvSpPr/>
              <p:nvPr/>
            </p:nvSpPr>
            <p:spPr>
              <a:xfrm rot="10800000" flipH="1">
                <a:off x="962405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Rectangle 1792">
                <a:extLst>
                  <a:ext uri="{FF2B5EF4-FFF2-40B4-BE49-F238E27FC236}">
                    <a16:creationId xmlns:a16="http://schemas.microsoft.com/office/drawing/2014/main" id="{CDD3B6B1-32A3-8333-DB06-E8E9F4F4E538}"/>
                  </a:ext>
                </a:extLst>
              </p:cNvPr>
              <p:cNvSpPr/>
              <p:nvPr/>
            </p:nvSpPr>
            <p:spPr>
              <a:xfrm rot="10800000" flipH="1">
                <a:off x="972447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Rectangle 1793">
                <a:extLst>
                  <a:ext uri="{FF2B5EF4-FFF2-40B4-BE49-F238E27FC236}">
                    <a16:creationId xmlns:a16="http://schemas.microsoft.com/office/drawing/2014/main" id="{D73E25BB-9558-9A44-1905-2E847A28262D}"/>
                  </a:ext>
                </a:extLst>
              </p:cNvPr>
              <p:cNvSpPr/>
              <p:nvPr/>
            </p:nvSpPr>
            <p:spPr>
              <a:xfrm rot="10800000" flipH="1">
                <a:off x="982490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Rectangle 1794">
                <a:extLst>
                  <a:ext uri="{FF2B5EF4-FFF2-40B4-BE49-F238E27FC236}">
                    <a16:creationId xmlns:a16="http://schemas.microsoft.com/office/drawing/2014/main" id="{38A68247-5198-90B7-14BB-EA86D57784F9}"/>
                  </a:ext>
                </a:extLst>
              </p:cNvPr>
              <p:cNvSpPr/>
              <p:nvPr/>
            </p:nvSpPr>
            <p:spPr>
              <a:xfrm rot="10800000" flipH="1">
                <a:off x="992532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Rectangle 1795">
                <a:extLst>
                  <a:ext uri="{FF2B5EF4-FFF2-40B4-BE49-F238E27FC236}">
                    <a16:creationId xmlns:a16="http://schemas.microsoft.com/office/drawing/2014/main" id="{E1BF4397-8D28-1FBF-8DBA-6BC5153131A7}"/>
                  </a:ext>
                </a:extLst>
              </p:cNvPr>
              <p:cNvSpPr/>
              <p:nvPr/>
            </p:nvSpPr>
            <p:spPr>
              <a:xfrm rot="10800000" flipH="1">
                <a:off x="1002574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7" name="Rectangle 1796">
                <a:extLst>
                  <a:ext uri="{FF2B5EF4-FFF2-40B4-BE49-F238E27FC236}">
                    <a16:creationId xmlns:a16="http://schemas.microsoft.com/office/drawing/2014/main" id="{368FE222-2104-EE12-3E06-3992BC0C0A25}"/>
                  </a:ext>
                </a:extLst>
              </p:cNvPr>
              <p:cNvSpPr/>
              <p:nvPr/>
            </p:nvSpPr>
            <p:spPr>
              <a:xfrm rot="10800000" flipH="1">
                <a:off x="1012616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Rectangle 1797">
                <a:extLst>
                  <a:ext uri="{FF2B5EF4-FFF2-40B4-BE49-F238E27FC236}">
                    <a16:creationId xmlns:a16="http://schemas.microsoft.com/office/drawing/2014/main" id="{F88FDE09-50E4-5B40-358B-08C73686326B}"/>
                  </a:ext>
                </a:extLst>
              </p:cNvPr>
              <p:cNvSpPr/>
              <p:nvPr/>
            </p:nvSpPr>
            <p:spPr>
              <a:xfrm rot="10800000" flipH="1">
                <a:off x="1022659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Rectangle 1798">
                <a:extLst>
                  <a:ext uri="{FF2B5EF4-FFF2-40B4-BE49-F238E27FC236}">
                    <a16:creationId xmlns:a16="http://schemas.microsoft.com/office/drawing/2014/main" id="{1440CD5D-9FBA-E37E-F4ED-4DB821F10634}"/>
                  </a:ext>
                </a:extLst>
              </p:cNvPr>
              <p:cNvSpPr/>
              <p:nvPr/>
            </p:nvSpPr>
            <p:spPr>
              <a:xfrm rot="10800000" flipH="1">
                <a:off x="1032701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Rectangle 1799">
                <a:extLst>
                  <a:ext uri="{FF2B5EF4-FFF2-40B4-BE49-F238E27FC236}">
                    <a16:creationId xmlns:a16="http://schemas.microsoft.com/office/drawing/2014/main" id="{2174585A-52AA-6D0E-969B-DD8F57776302}"/>
                  </a:ext>
                </a:extLst>
              </p:cNvPr>
              <p:cNvSpPr/>
              <p:nvPr/>
            </p:nvSpPr>
            <p:spPr>
              <a:xfrm rot="10800000" flipH="1">
                <a:off x="1042743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Rectangle 1800">
                <a:extLst>
                  <a:ext uri="{FF2B5EF4-FFF2-40B4-BE49-F238E27FC236}">
                    <a16:creationId xmlns:a16="http://schemas.microsoft.com/office/drawing/2014/main" id="{AF8D1CA6-A149-C1E0-CC1C-7A7BEC9BF837}"/>
                  </a:ext>
                </a:extLst>
              </p:cNvPr>
              <p:cNvSpPr/>
              <p:nvPr/>
            </p:nvSpPr>
            <p:spPr>
              <a:xfrm rot="10800000" flipH="1">
                <a:off x="1052786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Rectangle 1801">
                <a:extLst>
                  <a:ext uri="{FF2B5EF4-FFF2-40B4-BE49-F238E27FC236}">
                    <a16:creationId xmlns:a16="http://schemas.microsoft.com/office/drawing/2014/main" id="{61A7D850-80EC-7D13-0A0A-852A4053EC40}"/>
                  </a:ext>
                </a:extLst>
              </p:cNvPr>
              <p:cNvSpPr/>
              <p:nvPr/>
            </p:nvSpPr>
            <p:spPr>
              <a:xfrm rot="10800000" flipH="1">
                <a:off x="1062828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Rectangle 1802">
                <a:extLst>
                  <a:ext uri="{FF2B5EF4-FFF2-40B4-BE49-F238E27FC236}">
                    <a16:creationId xmlns:a16="http://schemas.microsoft.com/office/drawing/2014/main" id="{E5B353EB-BAD5-1C11-F634-469CB5B07C33}"/>
                  </a:ext>
                </a:extLst>
              </p:cNvPr>
              <p:cNvSpPr/>
              <p:nvPr/>
            </p:nvSpPr>
            <p:spPr>
              <a:xfrm rot="10800000" flipH="1">
                <a:off x="1072870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Rectangle 1803">
                <a:extLst>
                  <a:ext uri="{FF2B5EF4-FFF2-40B4-BE49-F238E27FC236}">
                    <a16:creationId xmlns:a16="http://schemas.microsoft.com/office/drawing/2014/main" id="{840160A4-185D-6306-1481-B1C071A71C10}"/>
                  </a:ext>
                </a:extLst>
              </p:cNvPr>
              <p:cNvSpPr/>
              <p:nvPr/>
            </p:nvSpPr>
            <p:spPr>
              <a:xfrm rot="10800000" flipH="1">
                <a:off x="1082913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 name="Rectangle 1804">
                <a:extLst>
                  <a:ext uri="{FF2B5EF4-FFF2-40B4-BE49-F238E27FC236}">
                    <a16:creationId xmlns:a16="http://schemas.microsoft.com/office/drawing/2014/main" id="{9CD0656A-30EF-23B0-37A0-F7AD5112379A}"/>
                  </a:ext>
                </a:extLst>
              </p:cNvPr>
              <p:cNvSpPr/>
              <p:nvPr/>
            </p:nvSpPr>
            <p:spPr>
              <a:xfrm rot="10800000" flipH="1">
                <a:off x="1092955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Rectangle 1805">
                <a:extLst>
                  <a:ext uri="{FF2B5EF4-FFF2-40B4-BE49-F238E27FC236}">
                    <a16:creationId xmlns:a16="http://schemas.microsoft.com/office/drawing/2014/main" id="{CAAB8BA3-6BD4-093B-7C76-F1F93A0CDD40}"/>
                  </a:ext>
                </a:extLst>
              </p:cNvPr>
              <p:cNvSpPr/>
              <p:nvPr/>
            </p:nvSpPr>
            <p:spPr>
              <a:xfrm rot="10800000" flipH="1">
                <a:off x="1102997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07" name="Group 1806">
                <a:extLst>
                  <a:ext uri="{FF2B5EF4-FFF2-40B4-BE49-F238E27FC236}">
                    <a16:creationId xmlns:a16="http://schemas.microsoft.com/office/drawing/2014/main" id="{C1FB5550-41B0-13B4-8630-7CEFF79338D8}"/>
                  </a:ext>
                </a:extLst>
              </p:cNvPr>
              <p:cNvGrpSpPr/>
              <p:nvPr/>
            </p:nvGrpSpPr>
            <p:grpSpPr>
              <a:xfrm rot="10800000" flipH="1">
                <a:off x="7916865" y="4362172"/>
                <a:ext cx="301269" cy="301135"/>
                <a:chOff x="1051088" y="5406535"/>
                <a:chExt cx="593889" cy="593625"/>
              </a:xfrm>
              <a:solidFill>
                <a:srgbClr val="7030A0"/>
              </a:solidFill>
            </p:grpSpPr>
            <p:sp>
              <p:nvSpPr>
                <p:cNvPr id="1837" name="Rectangle 1836">
                  <a:extLst>
                    <a:ext uri="{FF2B5EF4-FFF2-40B4-BE49-F238E27FC236}">
                      <a16:creationId xmlns:a16="http://schemas.microsoft.com/office/drawing/2014/main" id="{BC961495-E929-0883-117C-D9CABA18A3F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Rectangle 1837">
                  <a:extLst>
                    <a:ext uri="{FF2B5EF4-FFF2-40B4-BE49-F238E27FC236}">
                      <a16:creationId xmlns:a16="http://schemas.microsoft.com/office/drawing/2014/main" id="{D5E68A11-A493-5C00-63EF-D07EFCC8B0E1}"/>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Rectangle 1838">
                  <a:extLst>
                    <a:ext uri="{FF2B5EF4-FFF2-40B4-BE49-F238E27FC236}">
                      <a16:creationId xmlns:a16="http://schemas.microsoft.com/office/drawing/2014/main" id="{49C7DD7E-9643-BD5A-B931-23C0C68A021C}"/>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Rectangle 1839">
                  <a:extLst>
                    <a:ext uri="{FF2B5EF4-FFF2-40B4-BE49-F238E27FC236}">
                      <a16:creationId xmlns:a16="http://schemas.microsoft.com/office/drawing/2014/main" id="{91262A5F-3528-48D9-067D-7B4E8FD59889}"/>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Rectangle 1840">
                  <a:extLst>
                    <a:ext uri="{FF2B5EF4-FFF2-40B4-BE49-F238E27FC236}">
                      <a16:creationId xmlns:a16="http://schemas.microsoft.com/office/drawing/2014/main" id="{E120F41B-3EBC-2D3A-1BB7-D3B8FFDAEA84}"/>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Rectangle 1841">
                  <a:extLst>
                    <a:ext uri="{FF2B5EF4-FFF2-40B4-BE49-F238E27FC236}">
                      <a16:creationId xmlns:a16="http://schemas.microsoft.com/office/drawing/2014/main" id="{89A192B9-B9AF-5D4B-D5AB-14F309CCE8E8}"/>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Rectangle 1842">
                  <a:extLst>
                    <a:ext uri="{FF2B5EF4-FFF2-40B4-BE49-F238E27FC236}">
                      <a16:creationId xmlns:a16="http://schemas.microsoft.com/office/drawing/2014/main" id="{DD41BD46-C3B7-C2BF-4017-B45FD8034F18}"/>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Rectangle 1843">
                  <a:extLst>
                    <a:ext uri="{FF2B5EF4-FFF2-40B4-BE49-F238E27FC236}">
                      <a16:creationId xmlns:a16="http://schemas.microsoft.com/office/drawing/2014/main" id="{7ACC9264-2DE4-6DEF-2E55-0C332C331EA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 name="Rectangle 1844">
                  <a:extLst>
                    <a:ext uri="{FF2B5EF4-FFF2-40B4-BE49-F238E27FC236}">
                      <a16:creationId xmlns:a16="http://schemas.microsoft.com/office/drawing/2014/main" id="{73E557B2-EFDE-174E-CE2E-5D71B6A6E6B8}"/>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08" name="Rectangle 1807">
                <a:extLst>
                  <a:ext uri="{FF2B5EF4-FFF2-40B4-BE49-F238E27FC236}">
                    <a16:creationId xmlns:a16="http://schemas.microsoft.com/office/drawing/2014/main" id="{1941F6BD-0D9C-2E88-7C28-7910074BE502}"/>
                  </a:ext>
                </a:extLst>
              </p:cNvPr>
              <p:cNvSpPr/>
              <p:nvPr/>
            </p:nvSpPr>
            <p:spPr>
              <a:xfrm rot="10800000" flipH="1">
                <a:off x="821813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Rectangle 1808">
                <a:extLst>
                  <a:ext uri="{FF2B5EF4-FFF2-40B4-BE49-F238E27FC236}">
                    <a16:creationId xmlns:a16="http://schemas.microsoft.com/office/drawing/2014/main" id="{47CBA564-3079-16F5-FE63-245B36952A3B}"/>
                  </a:ext>
                </a:extLst>
              </p:cNvPr>
              <p:cNvSpPr/>
              <p:nvPr/>
            </p:nvSpPr>
            <p:spPr>
              <a:xfrm rot="10800000" flipH="1">
                <a:off x="831855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Rectangle 1809">
                <a:extLst>
                  <a:ext uri="{FF2B5EF4-FFF2-40B4-BE49-F238E27FC236}">
                    <a16:creationId xmlns:a16="http://schemas.microsoft.com/office/drawing/2014/main" id="{60E27DC5-9917-9381-75BA-DC8D8CBC1D2A}"/>
                  </a:ext>
                </a:extLst>
              </p:cNvPr>
              <p:cNvSpPr/>
              <p:nvPr/>
            </p:nvSpPr>
            <p:spPr>
              <a:xfrm rot="10800000" flipH="1">
                <a:off x="841898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Rectangle 1810">
                <a:extLst>
                  <a:ext uri="{FF2B5EF4-FFF2-40B4-BE49-F238E27FC236}">
                    <a16:creationId xmlns:a16="http://schemas.microsoft.com/office/drawing/2014/main" id="{9237FD41-AB5B-0E2E-22F7-6D55D45D09C0}"/>
                  </a:ext>
                </a:extLst>
              </p:cNvPr>
              <p:cNvSpPr/>
              <p:nvPr/>
            </p:nvSpPr>
            <p:spPr>
              <a:xfrm rot="10800000" flipH="1">
                <a:off x="851940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Rectangle 1811">
                <a:extLst>
                  <a:ext uri="{FF2B5EF4-FFF2-40B4-BE49-F238E27FC236}">
                    <a16:creationId xmlns:a16="http://schemas.microsoft.com/office/drawing/2014/main" id="{5B15C3E0-B44A-833A-D8C1-111BCAFFE2C6}"/>
                  </a:ext>
                </a:extLst>
              </p:cNvPr>
              <p:cNvSpPr/>
              <p:nvPr/>
            </p:nvSpPr>
            <p:spPr>
              <a:xfrm rot="10800000" flipH="1">
                <a:off x="861982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3" name="Rectangle 1812">
                <a:extLst>
                  <a:ext uri="{FF2B5EF4-FFF2-40B4-BE49-F238E27FC236}">
                    <a16:creationId xmlns:a16="http://schemas.microsoft.com/office/drawing/2014/main" id="{B2BE4567-DA1B-2EF7-018F-BF92AAFC66E9}"/>
                  </a:ext>
                </a:extLst>
              </p:cNvPr>
              <p:cNvSpPr/>
              <p:nvPr/>
            </p:nvSpPr>
            <p:spPr>
              <a:xfrm rot="10800000" flipH="1">
                <a:off x="872024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Rectangle 1813">
                <a:extLst>
                  <a:ext uri="{FF2B5EF4-FFF2-40B4-BE49-F238E27FC236}">
                    <a16:creationId xmlns:a16="http://schemas.microsoft.com/office/drawing/2014/main" id="{ABA32A09-6535-5179-B33D-4303EB77B045}"/>
                  </a:ext>
                </a:extLst>
              </p:cNvPr>
              <p:cNvSpPr/>
              <p:nvPr/>
            </p:nvSpPr>
            <p:spPr>
              <a:xfrm rot="10800000" flipH="1">
                <a:off x="882067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Rectangle 1814">
                <a:extLst>
                  <a:ext uri="{FF2B5EF4-FFF2-40B4-BE49-F238E27FC236}">
                    <a16:creationId xmlns:a16="http://schemas.microsoft.com/office/drawing/2014/main" id="{3756E897-B15B-4F46-1E8A-43AC709E4AD1}"/>
                  </a:ext>
                </a:extLst>
              </p:cNvPr>
              <p:cNvSpPr/>
              <p:nvPr/>
            </p:nvSpPr>
            <p:spPr>
              <a:xfrm rot="10800000" flipH="1">
                <a:off x="892109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Rectangle 1815">
                <a:extLst>
                  <a:ext uri="{FF2B5EF4-FFF2-40B4-BE49-F238E27FC236}">
                    <a16:creationId xmlns:a16="http://schemas.microsoft.com/office/drawing/2014/main" id="{D00CA93C-129B-8CA4-E3AC-9BA7D3B29E9C}"/>
                  </a:ext>
                </a:extLst>
              </p:cNvPr>
              <p:cNvSpPr/>
              <p:nvPr/>
            </p:nvSpPr>
            <p:spPr>
              <a:xfrm rot="10800000" flipH="1">
                <a:off x="902151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Rectangle 1816">
                <a:extLst>
                  <a:ext uri="{FF2B5EF4-FFF2-40B4-BE49-F238E27FC236}">
                    <a16:creationId xmlns:a16="http://schemas.microsoft.com/office/drawing/2014/main" id="{5482A4F6-B451-626E-AD12-7DCC623AEB1F}"/>
                  </a:ext>
                </a:extLst>
              </p:cNvPr>
              <p:cNvSpPr/>
              <p:nvPr/>
            </p:nvSpPr>
            <p:spPr>
              <a:xfrm rot="10800000" flipH="1">
                <a:off x="912194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Rectangle 1817">
                <a:extLst>
                  <a:ext uri="{FF2B5EF4-FFF2-40B4-BE49-F238E27FC236}">
                    <a16:creationId xmlns:a16="http://schemas.microsoft.com/office/drawing/2014/main" id="{C606D2BB-CE6E-D851-921C-205DA15C20E0}"/>
                  </a:ext>
                </a:extLst>
              </p:cNvPr>
              <p:cNvSpPr/>
              <p:nvPr/>
            </p:nvSpPr>
            <p:spPr>
              <a:xfrm rot="10800000" flipH="1">
                <a:off x="922236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Rectangle 1818">
                <a:extLst>
                  <a:ext uri="{FF2B5EF4-FFF2-40B4-BE49-F238E27FC236}">
                    <a16:creationId xmlns:a16="http://schemas.microsoft.com/office/drawing/2014/main" id="{CAE0E005-300D-B4AC-2213-451270D312F5}"/>
                  </a:ext>
                </a:extLst>
              </p:cNvPr>
              <p:cNvSpPr/>
              <p:nvPr/>
            </p:nvSpPr>
            <p:spPr>
              <a:xfrm rot="10800000" flipH="1">
                <a:off x="932278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Rectangle 1819">
                <a:extLst>
                  <a:ext uri="{FF2B5EF4-FFF2-40B4-BE49-F238E27FC236}">
                    <a16:creationId xmlns:a16="http://schemas.microsoft.com/office/drawing/2014/main" id="{22C99B43-B254-9DD0-AC72-9418D362D3B4}"/>
                  </a:ext>
                </a:extLst>
              </p:cNvPr>
              <p:cNvSpPr/>
              <p:nvPr/>
            </p:nvSpPr>
            <p:spPr>
              <a:xfrm rot="10800000" flipH="1">
                <a:off x="942320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1" name="Rectangle 1820">
                <a:extLst>
                  <a:ext uri="{FF2B5EF4-FFF2-40B4-BE49-F238E27FC236}">
                    <a16:creationId xmlns:a16="http://schemas.microsoft.com/office/drawing/2014/main" id="{8A1F9B3F-FF75-060D-916F-EF976A6C06D5}"/>
                  </a:ext>
                </a:extLst>
              </p:cNvPr>
              <p:cNvSpPr/>
              <p:nvPr/>
            </p:nvSpPr>
            <p:spPr>
              <a:xfrm rot="10800000" flipH="1">
                <a:off x="952363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Rectangle 1821">
                <a:extLst>
                  <a:ext uri="{FF2B5EF4-FFF2-40B4-BE49-F238E27FC236}">
                    <a16:creationId xmlns:a16="http://schemas.microsoft.com/office/drawing/2014/main" id="{8870B457-A79D-D7A1-727C-B18E153C48D0}"/>
                  </a:ext>
                </a:extLst>
              </p:cNvPr>
              <p:cNvSpPr/>
              <p:nvPr/>
            </p:nvSpPr>
            <p:spPr>
              <a:xfrm rot="10800000" flipH="1">
                <a:off x="962405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Rectangle 1822">
                <a:extLst>
                  <a:ext uri="{FF2B5EF4-FFF2-40B4-BE49-F238E27FC236}">
                    <a16:creationId xmlns:a16="http://schemas.microsoft.com/office/drawing/2014/main" id="{75CA0D9B-3076-4B94-2739-3B9805D75760}"/>
                  </a:ext>
                </a:extLst>
              </p:cNvPr>
              <p:cNvSpPr/>
              <p:nvPr/>
            </p:nvSpPr>
            <p:spPr>
              <a:xfrm rot="10800000" flipH="1">
                <a:off x="972447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Rectangle 1823">
                <a:extLst>
                  <a:ext uri="{FF2B5EF4-FFF2-40B4-BE49-F238E27FC236}">
                    <a16:creationId xmlns:a16="http://schemas.microsoft.com/office/drawing/2014/main" id="{726AA36D-5CE1-E9CD-20B6-766DCAEFBC15}"/>
                  </a:ext>
                </a:extLst>
              </p:cNvPr>
              <p:cNvSpPr/>
              <p:nvPr/>
            </p:nvSpPr>
            <p:spPr>
              <a:xfrm rot="10800000" flipH="1">
                <a:off x="982490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Rectangle 1824">
                <a:extLst>
                  <a:ext uri="{FF2B5EF4-FFF2-40B4-BE49-F238E27FC236}">
                    <a16:creationId xmlns:a16="http://schemas.microsoft.com/office/drawing/2014/main" id="{E30E1948-EEAE-0919-9E5E-79C75D4E38E2}"/>
                  </a:ext>
                </a:extLst>
              </p:cNvPr>
              <p:cNvSpPr/>
              <p:nvPr/>
            </p:nvSpPr>
            <p:spPr>
              <a:xfrm rot="10800000" flipH="1">
                <a:off x="992532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Rectangle 1825">
                <a:extLst>
                  <a:ext uri="{FF2B5EF4-FFF2-40B4-BE49-F238E27FC236}">
                    <a16:creationId xmlns:a16="http://schemas.microsoft.com/office/drawing/2014/main" id="{2ADDA48A-0A7C-39B2-86F9-C129C8D0CE7D}"/>
                  </a:ext>
                </a:extLst>
              </p:cNvPr>
              <p:cNvSpPr/>
              <p:nvPr/>
            </p:nvSpPr>
            <p:spPr>
              <a:xfrm rot="10800000" flipH="1">
                <a:off x="1002574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Rectangle 1826">
                <a:extLst>
                  <a:ext uri="{FF2B5EF4-FFF2-40B4-BE49-F238E27FC236}">
                    <a16:creationId xmlns:a16="http://schemas.microsoft.com/office/drawing/2014/main" id="{8BB9AC7D-9257-45BA-595C-075A99BF983C}"/>
                  </a:ext>
                </a:extLst>
              </p:cNvPr>
              <p:cNvSpPr/>
              <p:nvPr/>
            </p:nvSpPr>
            <p:spPr>
              <a:xfrm rot="10800000" flipH="1">
                <a:off x="1012616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Rectangle 1827">
                <a:extLst>
                  <a:ext uri="{FF2B5EF4-FFF2-40B4-BE49-F238E27FC236}">
                    <a16:creationId xmlns:a16="http://schemas.microsoft.com/office/drawing/2014/main" id="{D6DF9F27-CDB0-3141-4CCB-2E34EBB38A3F}"/>
                  </a:ext>
                </a:extLst>
              </p:cNvPr>
              <p:cNvSpPr/>
              <p:nvPr/>
            </p:nvSpPr>
            <p:spPr>
              <a:xfrm rot="10800000" flipH="1">
                <a:off x="1022659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9" name="Rectangle 1828">
                <a:extLst>
                  <a:ext uri="{FF2B5EF4-FFF2-40B4-BE49-F238E27FC236}">
                    <a16:creationId xmlns:a16="http://schemas.microsoft.com/office/drawing/2014/main" id="{6FEF03A6-69F1-1E3D-D140-659CD6B5BAB7}"/>
                  </a:ext>
                </a:extLst>
              </p:cNvPr>
              <p:cNvSpPr/>
              <p:nvPr/>
            </p:nvSpPr>
            <p:spPr>
              <a:xfrm rot="10800000" flipH="1">
                <a:off x="1032701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Rectangle 1829">
                <a:extLst>
                  <a:ext uri="{FF2B5EF4-FFF2-40B4-BE49-F238E27FC236}">
                    <a16:creationId xmlns:a16="http://schemas.microsoft.com/office/drawing/2014/main" id="{1ADCE3D2-482F-84B3-BFDD-EBFE41C770D2}"/>
                  </a:ext>
                </a:extLst>
              </p:cNvPr>
              <p:cNvSpPr/>
              <p:nvPr/>
            </p:nvSpPr>
            <p:spPr>
              <a:xfrm rot="10800000" flipH="1">
                <a:off x="1042743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Rectangle 1830">
                <a:extLst>
                  <a:ext uri="{FF2B5EF4-FFF2-40B4-BE49-F238E27FC236}">
                    <a16:creationId xmlns:a16="http://schemas.microsoft.com/office/drawing/2014/main" id="{27B8610B-E856-61CD-942F-56FFAD8CA371}"/>
                  </a:ext>
                </a:extLst>
              </p:cNvPr>
              <p:cNvSpPr/>
              <p:nvPr/>
            </p:nvSpPr>
            <p:spPr>
              <a:xfrm rot="10800000" flipH="1">
                <a:off x="1052786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1D64A76E-0110-B4DB-826C-8196CB0831F0}"/>
                  </a:ext>
                </a:extLst>
              </p:cNvPr>
              <p:cNvSpPr/>
              <p:nvPr/>
            </p:nvSpPr>
            <p:spPr>
              <a:xfrm rot="10800000" flipH="1">
                <a:off x="1062828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Rectangle 1832">
                <a:extLst>
                  <a:ext uri="{FF2B5EF4-FFF2-40B4-BE49-F238E27FC236}">
                    <a16:creationId xmlns:a16="http://schemas.microsoft.com/office/drawing/2014/main" id="{1AC87421-6019-59B3-5499-1C2CC1743299}"/>
                  </a:ext>
                </a:extLst>
              </p:cNvPr>
              <p:cNvSpPr/>
              <p:nvPr/>
            </p:nvSpPr>
            <p:spPr>
              <a:xfrm rot="10800000" flipH="1">
                <a:off x="1072870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Rectangle 1833">
                <a:extLst>
                  <a:ext uri="{FF2B5EF4-FFF2-40B4-BE49-F238E27FC236}">
                    <a16:creationId xmlns:a16="http://schemas.microsoft.com/office/drawing/2014/main" id="{5F7FFAAF-9BA3-584B-C61E-E01D642F4FCB}"/>
                  </a:ext>
                </a:extLst>
              </p:cNvPr>
              <p:cNvSpPr/>
              <p:nvPr/>
            </p:nvSpPr>
            <p:spPr>
              <a:xfrm rot="10800000" flipH="1">
                <a:off x="1082913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Rectangle 1834">
                <a:extLst>
                  <a:ext uri="{FF2B5EF4-FFF2-40B4-BE49-F238E27FC236}">
                    <a16:creationId xmlns:a16="http://schemas.microsoft.com/office/drawing/2014/main" id="{E1AE3F92-F044-B75C-E665-918A0F2FA22B}"/>
                  </a:ext>
                </a:extLst>
              </p:cNvPr>
              <p:cNvSpPr/>
              <p:nvPr/>
            </p:nvSpPr>
            <p:spPr>
              <a:xfrm rot="10800000" flipH="1">
                <a:off x="1092955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Rectangle 1835">
                <a:extLst>
                  <a:ext uri="{FF2B5EF4-FFF2-40B4-BE49-F238E27FC236}">
                    <a16:creationId xmlns:a16="http://schemas.microsoft.com/office/drawing/2014/main" id="{79DE4D89-6082-129B-565A-D6E20F161B80}"/>
                  </a:ext>
                </a:extLst>
              </p:cNvPr>
              <p:cNvSpPr/>
              <p:nvPr/>
            </p:nvSpPr>
            <p:spPr>
              <a:xfrm rot="10800000" flipH="1">
                <a:off x="1102997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895887-6F31-69C7-9CE2-44BA873100BC}"/>
                  </a:ext>
                </a:extLst>
              </p:cNvPr>
              <p:cNvSpPr/>
              <p:nvPr/>
            </p:nvSpPr>
            <p:spPr>
              <a:xfrm rot="10800000" flipH="1">
                <a:off x="817270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AB4658-882F-D3C6-DB4B-05776A7A334B}"/>
                  </a:ext>
                </a:extLst>
              </p:cNvPr>
              <p:cNvSpPr/>
              <p:nvPr/>
            </p:nvSpPr>
            <p:spPr>
              <a:xfrm rot="10800000" flipH="1">
                <a:off x="827312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36D82A-4AF4-B1A5-CEEF-075BA1DC8111}"/>
                  </a:ext>
                </a:extLst>
              </p:cNvPr>
              <p:cNvSpPr/>
              <p:nvPr/>
            </p:nvSpPr>
            <p:spPr>
              <a:xfrm rot="10800000" flipH="1">
                <a:off x="837355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88244-C861-A6C2-9811-239B5F6B5AEC}"/>
                  </a:ext>
                </a:extLst>
              </p:cNvPr>
              <p:cNvSpPr/>
              <p:nvPr/>
            </p:nvSpPr>
            <p:spPr>
              <a:xfrm rot="10800000" flipH="1">
                <a:off x="847397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48A54D-CC1D-E065-57F7-29D44F1D49FA}"/>
                  </a:ext>
                </a:extLst>
              </p:cNvPr>
              <p:cNvSpPr/>
              <p:nvPr/>
            </p:nvSpPr>
            <p:spPr>
              <a:xfrm rot="10800000" flipH="1">
                <a:off x="857439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02C2289-EB1D-7EF9-7386-CC6289AD7DB9}"/>
                  </a:ext>
                </a:extLst>
              </p:cNvPr>
              <p:cNvSpPr/>
              <p:nvPr/>
            </p:nvSpPr>
            <p:spPr>
              <a:xfrm rot="10800000" flipH="1">
                <a:off x="867482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E3F746-1A4C-A032-114D-F4E77A250111}"/>
                  </a:ext>
                </a:extLst>
              </p:cNvPr>
              <p:cNvSpPr/>
              <p:nvPr/>
            </p:nvSpPr>
            <p:spPr>
              <a:xfrm rot="10800000" flipH="1">
                <a:off x="877524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0C85DC-5CF7-F6B9-3C81-A0CD71CFEFB7}"/>
                  </a:ext>
                </a:extLst>
              </p:cNvPr>
              <p:cNvSpPr/>
              <p:nvPr/>
            </p:nvSpPr>
            <p:spPr>
              <a:xfrm rot="10800000" flipH="1">
                <a:off x="887566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C1BB363-E2F9-704E-67B8-7814EEB7D4BF}"/>
                  </a:ext>
                </a:extLst>
              </p:cNvPr>
              <p:cNvSpPr/>
              <p:nvPr/>
            </p:nvSpPr>
            <p:spPr>
              <a:xfrm rot="10800000" flipH="1">
                <a:off x="897608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1A0DD7-7153-04AA-0F89-55B5D84BDAE6}"/>
                  </a:ext>
                </a:extLst>
              </p:cNvPr>
              <p:cNvSpPr/>
              <p:nvPr/>
            </p:nvSpPr>
            <p:spPr>
              <a:xfrm rot="10800000" flipH="1">
                <a:off x="907651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4A894CA-A78B-2290-AD1B-BC177687E03C}"/>
                  </a:ext>
                </a:extLst>
              </p:cNvPr>
              <p:cNvSpPr/>
              <p:nvPr/>
            </p:nvSpPr>
            <p:spPr>
              <a:xfrm rot="10800000" flipH="1">
                <a:off x="917693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54E28A-EC24-EEEE-1266-F27D8C106F3D}"/>
                  </a:ext>
                </a:extLst>
              </p:cNvPr>
              <p:cNvSpPr/>
              <p:nvPr/>
            </p:nvSpPr>
            <p:spPr>
              <a:xfrm rot="10800000" flipH="1">
                <a:off x="927735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7F2988F-92C6-4A35-0BCD-CBA2038B6A19}"/>
                  </a:ext>
                </a:extLst>
              </p:cNvPr>
              <p:cNvSpPr/>
              <p:nvPr/>
            </p:nvSpPr>
            <p:spPr>
              <a:xfrm rot="10800000" flipH="1">
                <a:off x="937778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446F7C9-FD84-9D98-008D-7E7D1E9C8B54}"/>
                  </a:ext>
                </a:extLst>
              </p:cNvPr>
              <p:cNvSpPr/>
              <p:nvPr/>
            </p:nvSpPr>
            <p:spPr>
              <a:xfrm rot="10800000" flipH="1">
                <a:off x="947820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4DBBC6D-DF11-B25A-2045-B94A27E23CBC}"/>
                  </a:ext>
                </a:extLst>
              </p:cNvPr>
              <p:cNvSpPr/>
              <p:nvPr/>
            </p:nvSpPr>
            <p:spPr>
              <a:xfrm rot="10800000" flipH="1">
                <a:off x="957862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10747C0-28A4-270E-A7EA-5DFA1E32F0C3}"/>
                  </a:ext>
                </a:extLst>
              </p:cNvPr>
              <p:cNvSpPr/>
              <p:nvPr/>
            </p:nvSpPr>
            <p:spPr>
              <a:xfrm rot="10800000" flipH="1">
                <a:off x="967905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7B86BF-EF6D-7580-A30C-316785C09DCD}"/>
                  </a:ext>
                </a:extLst>
              </p:cNvPr>
              <p:cNvSpPr/>
              <p:nvPr/>
            </p:nvSpPr>
            <p:spPr>
              <a:xfrm rot="10800000" flipH="1">
                <a:off x="977947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C41BFB-3105-A62E-A030-DD98FA327DCF}"/>
                  </a:ext>
                </a:extLst>
              </p:cNvPr>
              <p:cNvSpPr/>
              <p:nvPr/>
            </p:nvSpPr>
            <p:spPr>
              <a:xfrm rot="10800000" flipH="1">
                <a:off x="987989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6D31282-6B04-E929-7C42-ADF27B0DDD05}"/>
                  </a:ext>
                </a:extLst>
              </p:cNvPr>
              <p:cNvSpPr/>
              <p:nvPr/>
            </p:nvSpPr>
            <p:spPr>
              <a:xfrm rot="10800000" flipH="1">
                <a:off x="998031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C1F9A87-ABA0-2555-8466-1700F7B7889B}"/>
                  </a:ext>
                </a:extLst>
              </p:cNvPr>
              <p:cNvSpPr/>
              <p:nvPr/>
            </p:nvSpPr>
            <p:spPr>
              <a:xfrm rot="10800000" flipH="1">
                <a:off x="1008074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E5F821C-C517-F1E4-D5DD-40EC41CD86F6}"/>
                  </a:ext>
                </a:extLst>
              </p:cNvPr>
              <p:cNvSpPr/>
              <p:nvPr/>
            </p:nvSpPr>
            <p:spPr>
              <a:xfrm rot="10800000" flipH="1">
                <a:off x="1018116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5C004FA-EF9E-EA66-D9A4-AB78606EB97F}"/>
                  </a:ext>
                </a:extLst>
              </p:cNvPr>
              <p:cNvSpPr/>
              <p:nvPr/>
            </p:nvSpPr>
            <p:spPr>
              <a:xfrm rot="10800000" flipH="1">
                <a:off x="1028158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C0BC760-7A76-E5B9-E7BB-5163D80DB0D4}"/>
                  </a:ext>
                </a:extLst>
              </p:cNvPr>
              <p:cNvSpPr/>
              <p:nvPr/>
            </p:nvSpPr>
            <p:spPr>
              <a:xfrm rot="10800000" flipH="1">
                <a:off x="1038201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7941C26-5406-F867-9C85-2C3592670B22}"/>
                  </a:ext>
                </a:extLst>
              </p:cNvPr>
              <p:cNvSpPr/>
              <p:nvPr/>
            </p:nvSpPr>
            <p:spPr>
              <a:xfrm rot="10800000" flipH="1">
                <a:off x="1048243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85940D5-2AD9-BDAD-DC89-679FB980180B}"/>
                  </a:ext>
                </a:extLst>
              </p:cNvPr>
              <p:cNvSpPr/>
              <p:nvPr/>
            </p:nvSpPr>
            <p:spPr>
              <a:xfrm rot="10800000" flipH="1">
                <a:off x="1058285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D8F7F35-9BBC-6856-4413-1FA5DC1596A5}"/>
                  </a:ext>
                </a:extLst>
              </p:cNvPr>
              <p:cNvSpPr/>
              <p:nvPr/>
            </p:nvSpPr>
            <p:spPr>
              <a:xfrm rot="10800000" flipH="1">
                <a:off x="1068327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65CF598-1113-CF6E-51C6-4A3FDF12FB0F}"/>
                  </a:ext>
                </a:extLst>
              </p:cNvPr>
              <p:cNvSpPr/>
              <p:nvPr/>
            </p:nvSpPr>
            <p:spPr>
              <a:xfrm rot="10800000" flipH="1">
                <a:off x="1078370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437366C-8123-A594-E5C1-4FABAA16D945}"/>
                  </a:ext>
                </a:extLst>
              </p:cNvPr>
              <p:cNvSpPr/>
              <p:nvPr/>
            </p:nvSpPr>
            <p:spPr>
              <a:xfrm rot="10800000" flipH="1">
                <a:off x="1088412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7153A22-27BA-D212-3C80-B75FFEE0B724}"/>
                  </a:ext>
                </a:extLst>
              </p:cNvPr>
              <p:cNvSpPr/>
              <p:nvPr/>
            </p:nvSpPr>
            <p:spPr>
              <a:xfrm rot="10800000" flipH="1">
                <a:off x="1098454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7ADFF540-0B81-E1FE-410E-AE3CA856FCC0}"/>
                  </a:ext>
                </a:extLst>
              </p:cNvPr>
              <p:cNvGrpSpPr/>
              <p:nvPr/>
            </p:nvGrpSpPr>
            <p:grpSpPr>
              <a:xfrm rot="10800000" flipH="1">
                <a:off x="7871437" y="4419145"/>
                <a:ext cx="3213534" cy="100423"/>
                <a:chOff x="1743959" y="2564091"/>
                <a:chExt cx="6334816" cy="197963"/>
              </a:xfrm>
              <a:solidFill>
                <a:schemeClr val="bg1"/>
              </a:solidFill>
            </p:grpSpPr>
            <p:sp>
              <p:nvSpPr>
                <p:cNvPr id="1653" name="Rectangle 1652">
                  <a:extLst>
                    <a:ext uri="{FF2B5EF4-FFF2-40B4-BE49-F238E27FC236}">
                      <a16:creationId xmlns:a16="http://schemas.microsoft.com/office/drawing/2014/main" id="{037CA75F-3AEE-2DCD-0DEE-05A8AE1B0BB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Rectangle 1653">
                  <a:extLst>
                    <a:ext uri="{FF2B5EF4-FFF2-40B4-BE49-F238E27FC236}">
                      <a16:creationId xmlns:a16="http://schemas.microsoft.com/office/drawing/2014/main" id="{06DBD305-C5C7-5C9B-CAC9-9687CF423E9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Rectangle 1654">
                  <a:extLst>
                    <a:ext uri="{FF2B5EF4-FFF2-40B4-BE49-F238E27FC236}">
                      <a16:creationId xmlns:a16="http://schemas.microsoft.com/office/drawing/2014/main" id="{6EF863F6-649A-E09D-3194-8FB9C2944AE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Rectangle 1655">
                  <a:extLst>
                    <a:ext uri="{FF2B5EF4-FFF2-40B4-BE49-F238E27FC236}">
                      <a16:creationId xmlns:a16="http://schemas.microsoft.com/office/drawing/2014/main" id="{EF0AF3A1-98EE-D821-3A4C-69EA49E4A949}"/>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Rectangle 1656">
                  <a:extLst>
                    <a:ext uri="{FF2B5EF4-FFF2-40B4-BE49-F238E27FC236}">
                      <a16:creationId xmlns:a16="http://schemas.microsoft.com/office/drawing/2014/main" id="{79294986-2D03-9F51-27F7-4191177A5F62}"/>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Rectangle 1657">
                  <a:extLst>
                    <a:ext uri="{FF2B5EF4-FFF2-40B4-BE49-F238E27FC236}">
                      <a16:creationId xmlns:a16="http://schemas.microsoft.com/office/drawing/2014/main" id="{2AEBFC98-E595-7DD7-4DE1-7A78949552B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Rectangle 1658">
                  <a:extLst>
                    <a:ext uri="{FF2B5EF4-FFF2-40B4-BE49-F238E27FC236}">
                      <a16:creationId xmlns:a16="http://schemas.microsoft.com/office/drawing/2014/main" id="{3459CA2C-516E-67DB-2F78-64007E9EF69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Rectangle 1659">
                  <a:extLst>
                    <a:ext uri="{FF2B5EF4-FFF2-40B4-BE49-F238E27FC236}">
                      <a16:creationId xmlns:a16="http://schemas.microsoft.com/office/drawing/2014/main" id="{4BE30092-52D0-E880-7594-37C171C515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978587E2-C413-0CEE-5D15-5CF2009A9D6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Rectangle 1661">
                  <a:extLst>
                    <a:ext uri="{FF2B5EF4-FFF2-40B4-BE49-F238E27FC236}">
                      <a16:creationId xmlns:a16="http://schemas.microsoft.com/office/drawing/2014/main" id="{2F9B70CC-E1D1-48CB-E1D1-9A59AC4580E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Rectangle 1662">
                  <a:extLst>
                    <a:ext uri="{FF2B5EF4-FFF2-40B4-BE49-F238E27FC236}">
                      <a16:creationId xmlns:a16="http://schemas.microsoft.com/office/drawing/2014/main" id="{FE3E487B-81CC-0B6D-71A6-AD0B259FA99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Rectangle 1663">
                  <a:extLst>
                    <a:ext uri="{FF2B5EF4-FFF2-40B4-BE49-F238E27FC236}">
                      <a16:creationId xmlns:a16="http://schemas.microsoft.com/office/drawing/2014/main" id="{4A62DF50-58BB-F23E-50E2-BA67BC6B7E57}"/>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Rectangle 1664">
                  <a:extLst>
                    <a:ext uri="{FF2B5EF4-FFF2-40B4-BE49-F238E27FC236}">
                      <a16:creationId xmlns:a16="http://schemas.microsoft.com/office/drawing/2014/main" id="{C506F4D2-90B2-A25C-7424-5C80940EA26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Rectangle 1665">
                  <a:extLst>
                    <a:ext uri="{FF2B5EF4-FFF2-40B4-BE49-F238E27FC236}">
                      <a16:creationId xmlns:a16="http://schemas.microsoft.com/office/drawing/2014/main" id="{3435084A-6563-7423-00D2-411F92969E6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Rectangle 1666">
                  <a:extLst>
                    <a:ext uri="{FF2B5EF4-FFF2-40B4-BE49-F238E27FC236}">
                      <a16:creationId xmlns:a16="http://schemas.microsoft.com/office/drawing/2014/main" id="{1C11FEC6-8BFF-459A-7172-1DBB2E1692F9}"/>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Rectangle 1667">
                  <a:extLst>
                    <a:ext uri="{FF2B5EF4-FFF2-40B4-BE49-F238E27FC236}">
                      <a16:creationId xmlns:a16="http://schemas.microsoft.com/office/drawing/2014/main" id="{FCC4218F-8E30-9900-55F5-47974938476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9" name="Rectangle 1668">
                  <a:extLst>
                    <a:ext uri="{FF2B5EF4-FFF2-40B4-BE49-F238E27FC236}">
                      <a16:creationId xmlns:a16="http://schemas.microsoft.com/office/drawing/2014/main" id="{0F1911E3-87C1-D233-9152-6FBA01D568A7}"/>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Rectangle 1669">
                  <a:extLst>
                    <a:ext uri="{FF2B5EF4-FFF2-40B4-BE49-F238E27FC236}">
                      <a16:creationId xmlns:a16="http://schemas.microsoft.com/office/drawing/2014/main" id="{6DE1509A-BC29-2A2A-5BDB-A7FD005C96CF}"/>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Rectangle 1670">
                  <a:extLst>
                    <a:ext uri="{FF2B5EF4-FFF2-40B4-BE49-F238E27FC236}">
                      <a16:creationId xmlns:a16="http://schemas.microsoft.com/office/drawing/2014/main" id="{CC845820-100C-92C6-5418-0916A438C6C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Rectangle 1671">
                  <a:extLst>
                    <a:ext uri="{FF2B5EF4-FFF2-40B4-BE49-F238E27FC236}">
                      <a16:creationId xmlns:a16="http://schemas.microsoft.com/office/drawing/2014/main" id="{1E09D790-651C-E2BE-54B6-BFC0B78B453B}"/>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Rectangle 1672">
                  <a:extLst>
                    <a:ext uri="{FF2B5EF4-FFF2-40B4-BE49-F238E27FC236}">
                      <a16:creationId xmlns:a16="http://schemas.microsoft.com/office/drawing/2014/main" id="{BFD2A8F6-D4AC-9E10-5B02-0A46D8BEBE43}"/>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Rectangle 1673">
                  <a:extLst>
                    <a:ext uri="{FF2B5EF4-FFF2-40B4-BE49-F238E27FC236}">
                      <a16:creationId xmlns:a16="http://schemas.microsoft.com/office/drawing/2014/main" id="{DCD10748-BA82-1D2D-E38F-3C1DFFE2941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Rectangle 1674">
                  <a:extLst>
                    <a:ext uri="{FF2B5EF4-FFF2-40B4-BE49-F238E27FC236}">
                      <a16:creationId xmlns:a16="http://schemas.microsoft.com/office/drawing/2014/main" id="{95C9FBCC-0CE1-5169-01A3-199C63A6C4D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Rectangle 1675">
                  <a:extLst>
                    <a:ext uri="{FF2B5EF4-FFF2-40B4-BE49-F238E27FC236}">
                      <a16:creationId xmlns:a16="http://schemas.microsoft.com/office/drawing/2014/main" id="{9A544973-F25D-5B3E-CB75-9775081B1CE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7" name="Rectangle 1676">
                  <a:extLst>
                    <a:ext uri="{FF2B5EF4-FFF2-40B4-BE49-F238E27FC236}">
                      <a16:creationId xmlns:a16="http://schemas.microsoft.com/office/drawing/2014/main" id="{31E843EF-E8E4-54A9-1D52-27652B2A1F4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Rectangle 1677">
                  <a:extLst>
                    <a:ext uri="{FF2B5EF4-FFF2-40B4-BE49-F238E27FC236}">
                      <a16:creationId xmlns:a16="http://schemas.microsoft.com/office/drawing/2014/main" id="{1F022D55-07B3-6A22-F51C-CF47AF4D571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Rectangle 1678">
                  <a:extLst>
                    <a:ext uri="{FF2B5EF4-FFF2-40B4-BE49-F238E27FC236}">
                      <a16:creationId xmlns:a16="http://schemas.microsoft.com/office/drawing/2014/main" id="{62561A1B-D6A1-9E4C-9DCF-CE6560101F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309B2A54-A853-B9B0-8982-D3CEC3993C3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1" name="Rectangle 1680">
                  <a:extLst>
                    <a:ext uri="{FF2B5EF4-FFF2-40B4-BE49-F238E27FC236}">
                      <a16:creationId xmlns:a16="http://schemas.microsoft.com/office/drawing/2014/main" id="{A7411F2D-575C-A21D-5F28-4B9FF3033272}"/>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Rectangle 1681">
                  <a:extLst>
                    <a:ext uri="{FF2B5EF4-FFF2-40B4-BE49-F238E27FC236}">
                      <a16:creationId xmlns:a16="http://schemas.microsoft.com/office/drawing/2014/main" id="{B1D61E72-8695-5F29-4EF4-84E758DD5E9C}"/>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3" name="Rectangle 1682">
                  <a:extLst>
                    <a:ext uri="{FF2B5EF4-FFF2-40B4-BE49-F238E27FC236}">
                      <a16:creationId xmlns:a16="http://schemas.microsoft.com/office/drawing/2014/main" id="{49626B5E-47C1-6E9B-2A89-9009992334D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4" name="Rectangle 1683">
                  <a:extLst>
                    <a:ext uri="{FF2B5EF4-FFF2-40B4-BE49-F238E27FC236}">
                      <a16:creationId xmlns:a16="http://schemas.microsoft.com/office/drawing/2014/main" id="{4AB3E0DB-FA18-C79D-F86D-E299A15CE9EB}"/>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3511CA44-CC8E-6C03-8F9B-D3F259796D9F}"/>
                  </a:ext>
                </a:extLst>
              </p:cNvPr>
              <p:cNvGrpSpPr/>
              <p:nvPr/>
            </p:nvGrpSpPr>
            <p:grpSpPr>
              <a:xfrm rot="10800000" flipH="1">
                <a:off x="7871437" y="4318722"/>
                <a:ext cx="3213534" cy="100423"/>
                <a:chOff x="1743959" y="2564091"/>
                <a:chExt cx="6334816" cy="197963"/>
              </a:xfrm>
              <a:solidFill>
                <a:schemeClr val="bg1"/>
              </a:solidFill>
            </p:grpSpPr>
            <p:sp>
              <p:nvSpPr>
                <p:cNvPr id="1621" name="Rectangle 1620">
                  <a:extLst>
                    <a:ext uri="{FF2B5EF4-FFF2-40B4-BE49-F238E27FC236}">
                      <a16:creationId xmlns:a16="http://schemas.microsoft.com/office/drawing/2014/main" id="{82AB30E9-00E1-8D2F-13C3-F8805AFCC7AB}"/>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Rectangle 1621">
                  <a:extLst>
                    <a:ext uri="{FF2B5EF4-FFF2-40B4-BE49-F238E27FC236}">
                      <a16:creationId xmlns:a16="http://schemas.microsoft.com/office/drawing/2014/main" id="{DDDFFD04-7420-FF68-1212-888FA7F0C26E}"/>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Rectangle 1622">
                  <a:extLst>
                    <a:ext uri="{FF2B5EF4-FFF2-40B4-BE49-F238E27FC236}">
                      <a16:creationId xmlns:a16="http://schemas.microsoft.com/office/drawing/2014/main" id="{D96C6BF7-BC38-2B44-7585-34270C85657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Rectangle 1623">
                  <a:extLst>
                    <a:ext uri="{FF2B5EF4-FFF2-40B4-BE49-F238E27FC236}">
                      <a16:creationId xmlns:a16="http://schemas.microsoft.com/office/drawing/2014/main" id="{9EE733AE-008C-B8D4-F119-4AB2948E8E4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Rectangle 1624">
                  <a:extLst>
                    <a:ext uri="{FF2B5EF4-FFF2-40B4-BE49-F238E27FC236}">
                      <a16:creationId xmlns:a16="http://schemas.microsoft.com/office/drawing/2014/main" id="{1E48E4C5-BB5C-361D-1F60-8AB062A9376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Rectangle 1625">
                  <a:extLst>
                    <a:ext uri="{FF2B5EF4-FFF2-40B4-BE49-F238E27FC236}">
                      <a16:creationId xmlns:a16="http://schemas.microsoft.com/office/drawing/2014/main" id="{D8FCD695-F3AD-268F-CF58-C7D592951BD4}"/>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Rectangle 1626">
                  <a:extLst>
                    <a:ext uri="{FF2B5EF4-FFF2-40B4-BE49-F238E27FC236}">
                      <a16:creationId xmlns:a16="http://schemas.microsoft.com/office/drawing/2014/main" id="{466E3400-4F4F-EDBD-0941-2754B2513B9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Rectangle 1627">
                  <a:extLst>
                    <a:ext uri="{FF2B5EF4-FFF2-40B4-BE49-F238E27FC236}">
                      <a16:creationId xmlns:a16="http://schemas.microsoft.com/office/drawing/2014/main" id="{3EA7E00E-73BC-159E-2DEB-81AA6D5671F1}"/>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Rectangle 1628">
                  <a:extLst>
                    <a:ext uri="{FF2B5EF4-FFF2-40B4-BE49-F238E27FC236}">
                      <a16:creationId xmlns:a16="http://schemas.microsoft.com/office/drawing/2014/main" id="{5AA83461-76AE-9EF9-C17D-23849A0AE67D}"/>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Rectangle 1629">
                  <a:extLst>
                    <a:ext uri="{FF2B5EF4-FFF2-40B4-BE49-F238E27FC236}">
                      <a16:creationId xmlns:a16="http://schemas.microsoft.com/office/drawing/2014/main" id="{223BA4A3-D638-4CA1-598D-8B2A5A21CB7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Rectangle 1630">
                  <a:extLst>
                    <a:ext uri="{FF2B5EF4-FFF2-40B4-BE49-F238E27FC236}">
                      <a16:creationId xmlns:a16="http://schemas.microsoft.com/office/drawing/2014/main" id="{A53201BD-2FFB-2231-53EF-0050317A867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Rectangle 1631">
                  <a:extLst>
                    <a:ext uri="{FF2B5EF4-FFF2-40B4-BE49-F238E27FC236}">
                      <a16:creationId xmlns:a16="http://schemas.microsoft.com/office/drawing/2014/main" id="{D827F4DD-2494-336E-3A82-B7C4943C8EDA}"/>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Rectangle 1632">
                  <a:extLst>
                    <a:ext uri="{FF2B5EF4-FFF2-40B4-BE49-F238E27FC236}">
                      <a16:creationId xmlns:a16="http://schemas.microsoft.com/office/drawing/2014/main" id="{6B55ADCA-06BE-2F80-615B-52DBED788639}"/>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Rectangle 1633">
                  <a:extLst>
                    <a:ext uri="{FF2B5EF4-FFF2-40B4-BE49-F238E27FC236}">
                      <a16:creationId xmlns:a16="http://schemas.microsoft.com/office/drawing/2014/main" id="{1D68E784-44E6-625E-DAD4-E0B54B425BB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Rectangle 1634">
                  <a:extLst>
                    <a:ext uri="{FF2B5EF4-FFF2-40B4-BE49-F238E27FC236}">
                      <a16:creationId xmlns:a16="http://schemas.microsoft.com/office/drawing/2014/main" id="{C492EB10-2CDC-7E83-CCC2-22ACED38AD1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Rectangle 1635">
                  <a:extLst>
                    <a:ext uri="{FF2B5EF4-FFF2-40B4-BE49-F238E27FC236}">
                      <a16:creationId xmlns:a16="http://schemas.microsoft.com/office/drawing/2014/main" id="{E1BB4C52-CCA9-D28F-5A23-5E955A30BD72}"/>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7" name="Rectangle 1636">
                  <a:extLst>
                    <a:ext uri="{FF2B5EF4-FFF2-40B4-BE49-F238E27FC236}">
                      <a16:creationId xmlns:a16="http://schemas.microsoft.com/office/drawing/2014/main" id="{FFA7BAEE-BFDD-389C-CBEB-46334638CC3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Rectangle 1637">
                  <a:extLst>
                    <a:ext uri="{FF2B5EF4-FFF2-40B4-BE49-F238E27FC236}">
                      <a16:creationId xmlns:a16="http://schemas.microsoft.com/office/drawing/2014/main" id="{C6AE4336-BDC8-4547-C329-CCC499805BC2}"/>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Rectangle 1638">
                  <a:extLst>
                    <a:ext uri="{FF2B5EF4-FFF2-40B4-BE49-F238E27FC236}">
                      <a16:creationId xmlns:a16="http://schemas.microsoft.com/office/drawing/2014/main" id="{9D3F9E0A-9C18-44BD-8E74-43941014627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Rectangle 1639">
                  <a:extLst>
                    <a:ext uri="{FF2B5EF4-FFF2-40B4-BE49-F238E27FC236}">
                      <a16:creationId xmlns:a16="http://schemas.microsoft.com/office/drawing/2014/main" id="{46888A5E-C635-5E82-1F79-6FE594D5DAC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Rectangle 1640">
                  <a:extLst>
                    <a:ext uri="{FF2B5EF4-FFF2-40B4-BE49-F238E27FC236}">
                      <a16:creationId xmlns:a16="http://schemas.microsoft.com/office/drawing/2014/main" id="{99B82E8E-B865-4FB5-E502-1901D421B84E}"/>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Rectangle 1641">
                  <a:extLst>
                    <a:ext uri="{FF2B5EF4-FFF2-40B4-BE49-F238E27FC236}">
                      <a16:creationId xmlns:a16="http://schemas.microsoft.com/office/drawing/2014/main" id="{4082F0BA-0967-2072-AF01-4CAD49CA6D13}"/>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Rectangle 1642">
                  <a:extLst>
                    <a:ext uri="{FF2B5EF4-FFF2-40B4-BE49-F238E27FC236}">
                      <a16:creationId xmlns:a16="http://schemas.microsoft.com/office/drawing/2014/main" id="{543B3B8B-F018-B5E0-109E-433F5292369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Rectangle 1643">
                  <a:extLst>
                    <a:ext uri="{FF2B5EF4-FFF2-40B4-BE49-F238E27FC236}">
                      <a16:creationId xmlns:a16="http://schemas.microsoft.com/office/drawing/2014/main" id="{5F8F8064-AE38-298E-66D5-D69B6FA8CC9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5" name="Rectangle 1644">
                  <a:extLst>
                    <a:ext uri="{FF2B5EF4-FFF2-40B4-BE49-F238E27FC236}">
                      <a16:creationId xmlns:a16="http://schemas.microsoft.com/office/drawing/2014/main" id="{67C98FC4-3ED5-05EE-9E80-991ACC407E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Rectangle 1645">
                  <a:extLst>
                    <a:ext uri="{FF2B5EF4-FFF2-40B4-BE49-F238E27FC236}">
                      <a16:creationId xmlns:a16="http://schemas.microsoft.com/office/drawing/2014/main" id="{F40377A0-2D1E-499D-BA8E-485069E06FF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Rectangle 1646">
                  <a:extLst>
                    <a:ext uri="{FF2B5EF4-FFF2-40B4-BE49-F238E27FC236}">
                      <a16:creationId xmlns:a16="http://schemas.microsoft.com/office/drawing/2014/main" id="{33B5BC68-0718-25A2-9414-65017492EE7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Rectangle 1647">
                  <a:extLst>
                    <a:ext uri="{FF2B5EF4-FFF2-40B4-BE49-F238E27FC236}">
                      <a16:creationId xmlns:a16="http://schemas.microsoft.com/office/drawing/2014/main" id="{6D8E6A5B-F4C7-AAE9-BD47-DAAE822FC92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Rectangle 1648">
                  <a:extLst>
                    <a:ext uri="{FF2B5EF4-FFF2-40B4-BE49-F238E27FC236}">
                      <a16:creationId xmlns:a16="http://schemas.microsoft.com/office/drawing/2014/main" id="{29B39D37-A4A4-E163-30A7-FC44DA6CE6CE}"/>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Rectangle 1649">
                  <a:extLst>
                    <a:ext uri="{FF2B5EF4-FFF2-40B4-BE49-F238E27FC236}">
                      <a16:creationId xmlns:a16="http://schemas.microsoft.com/office/drawing/2014/main" id="{C60AB162-7B57-BE43-69B9-0BB585CB6826}"/>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Rectangle 1650">
                  <a:extLst>
                    <a:ext uri="{FF2B5EF4-FFF2-40B4-BE49-F238E27FC236}">
                      <a16:creationId xmlns:a16="http://schemas.microsoft.com/office/drawing/2014/main" id="{61AED839-2AD4-A96E-1B40-D4356DCB282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Rectangle 1651">
                  <a:extLst>
                    <a:ext uri="{FF2B5EF4-FFF2-40B4-BE49-F238E27FC236}">
                      <a16:creationId xmlns:a16="http://schemas.microsoft.com/office/drawing/2014/main" id="{C7B810BF-D677-BAF3-FC74-85FCF39AA82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C6228D9C-5C86-9869-1AF1-869470DA6591}"/>
                  </a:ext>
                </a:extLst>
              </p:cNvPr>
              <p:cNvGrpSpPr/>
              <p:nvPr/>
            </p:nvGrpSpPr>
            <p:grpSpPr>
              <a:xfrm rot="10800000" flipH="1">
                <a:off x="7822406" y="4473849"/>
                <a:ext cx="350300" cy="146008"/>
                <a:chOff x="1150032" y="5207038"/>
                <a:chExt cx="690543" cy="287825"/>
              </a:xfrm>
              <a:solidFill>
                <a:srgbClr val="7030A0"/>
              </a:solidFill>
            </p:grpSpPr>
            <p:sp>
              <p:nvSpPr>
                <p:cNvPr id="1615" name="Rectangle 1614">
                  <a:extLst>
                    <a:ext uri="{FF2B5EF4-FFF2-40B4-BE49-F238E27FC236}">
                      <a16:creationId xmlns:a16="http://schemas.microsoft.com/office/drawing/2014/main" id="{9CBEB711-D9FC-6557-8472-5CA8C50A5A9E}"/>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Rectangle 1615">
                  <a:extLst>
                    <a:ext uri="{FF2B5EF4-FFF2-40B4-BE49-F238E27FC236}">
                      <a16:creationId xmlns:a16="http://schemas.microsoft.com/office/drawing/2014/main" id="{62077D36-811D-4D55-8F6A-CFFA7DF32BBF}"/>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6D13FD86-DD03-1E07-702D-B2A6AEF1CF15}"/>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Rectangle 1617">
                  <a:extLst>
                    <a:ext uri="{FF2B5EF4-FFF2-40B4-BE49-F238E27FC236}">
                      <a16:creationId xmlns:a16="http://schemas.microsoft.com/office/drawing/2014/main" id="{91CC2388-2438-8227-E14E-FE22B385FB18}"/>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Rectangle 1618">
                  <a:extLst>
                    <a:ext uri="{FF2B5EF4-FFF2-40B4-BE49-F238E27FC236}">
                      <a16:creationId xmlns:a16="http://schemas.microsoft.com/office/drawing/2014/main" id="{59745458-4E35-D325-FE7E-E59EBA125CBA}"/>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Rectangle 1619">
                  <a:extLst>
                    <a:ext uri="{FF2B5EF4-FFF2-40B4-BE49-F238E27FC236}">
                      <a16:creationId xmlns:a16="http://schemas.microsoft.com/office/drawing/2014/main" id="{481D5314-D64C-F880-6C33-521AEFCB2B10}"/>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51">
                <a:extLst>
                  <a:ext uri="{FF2B5EF4-FFF2-40B4-BE49-F238E27FC236}">
                    <a16:creationId xmlns:a16="http://schemas.microsoft.com/office/drawing/2014/main" id="{3F78EFA0-E363-2BE2-9933-92F905E7B732}"/>
                  </a:ext>
                </a:extLst>
              </p:cNvPr>
              <p:cNvSpPr/>
              <p:nvPr/>
            </p:nvSpPr>
            <p:spPr>
              <a:xfrm rot="10800000" flipH="1">
                <a:off x="812367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211684F-A074-0BDD-50FD-94168A82860D}"/>
                  </a:ext>
                </a:extLst>
              </p:cNvPr>
              <p:cNvSpPr/>
              <p:nvPr/>
            </p:nvSpPr>
            <p:spPr>
              <a:xfrm rot="10800000" flipH="1">
                <a:off x="822409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C04D9A4-C095-F85B-BC90-E60958B2E3A1}"/>
                  </a:ext>
                </a:extLst>
              </p:cNvPr>
              <p:cNvSpPr/>
              <p:nvPr/>
            </p:nvSpPr>
            <p:spPr>
              <a:xfrm rot="10800000" flipH="1">
                <a:off x="832452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BA4C411-6569-F45E-9B54-65D68D1BE454}"/>
                  </a:ext>
                </a:extLst>
              </p:cNvPr>
              <p:cNvSpPr/>
              <p:nvPr/>
            </p:nvSpPr>
            <p:spPr>
              <a:xfrm rot="10800000" flipH="1">
                <a:off x="842494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3CB1F2F-50DE-82C5-7E8F-AFDF03BFB5A3}"/>
                  </a:ext>
                </a:extLst>
              </p:cNvPr>
              <p:cNvSpPr/>
              <p:nvPr/>
            </p:nvSpPr>
            <p:spPr>
              <a:xfrm rot="10800000" flipH="1">
                <a:off x="852536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47AB962-1290-9F41-DF47-294B8404E6D9}"/>
                  </a:ext>
                </a:extLst>
              </p:cNvPr>
              <p:cNvSpPr/>
              <p:nvPr/>
            </p:nvSpPr>
            <p:spPr>
              <a:xfrm rot="10800000" flipH="1">
                <a:off x="862579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5B045BC-F6FD-6202-741C-FF8596F03A35}"/>
                  </a:ext>
                </a:extLst>
              </p:cNvPr>
              <p:cNvSpPr/>
              <p:nvPr/>
            </p:nvSpPr>
            <p:spPr>
              <a:xfrm rot="10800000" flipH="1">
                <a:off x="872621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67737C89-DC88-B1E4-1D68-B514F5921B9A}"/>
                  </a:ext>
                </a:extLst>
              </p:cNvPr>
              <p:cNvSpPr/>
              <p:nvPr/>
            </p:nvSpPr>
            <p:spPr>
              <a:xfrm rot="10800000" flipH="1">
                <a:off x="882663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62D1FD6-755F-9786-24DC-4AB6D2D7CBAD}"/>
                  </a:ext>
                </a:extLst>
              </p:cNvPr>
              <p:cNvSpPr/>
              <p:nvPr/>
            </p:nvSpPr>
            <p:spPr>
              <a:xfrm rot="10800000" flipH="1">
                <a:off x="892705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52229797-9E43-A226-9E63-14F6A86A9B9D}"/>
                  </a:ext>
                </a:extLst>
              </p:cNvPr>
              <p:cNvSpPr/>
              <p:nvPr/>
            </p:nvSpPr>
            <p:spPr>
              <a:xfrm rot="10800000" flipH="1">
                <a:off x="902748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DB8DF2B9-5470-EC02-9552-7B66D0244230}"/>
                  </a:ext>
                </a:extLst>
              </p:cNvPr>
              <p:cNvSpPr/>
              <p:nvPr/>
            </p:nvSpPr>
            <p:spPr>
              <a:xfrm rot="10800000" flipH="1">
                <a:off x="912790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5962B170-DD71-4073-C954-C34E88747B8C}"/>
                  </a:ext>
                </a:extLst>
              </p:cNvPr>
              <p:cNvSpPr/>
              <p:nvPr/>
            </p:nvSpPr>
            <p:spPr>
              <a:xfrm rot="10800000" flipH="1">
                <a:off x="922832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2D0368E-293B-AD09-2E4A-EF03F8E09405}"/>
                  </a:ext>
                </a:extLst>
              </p:cNvPr>
              <p:cNvSpPr/>
              <p:nvPr/>
            </p:nvSpPr>
            <p:spPr>
              <a:xfrm rot="10800000" flipH="1">
                <a:off x="932875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4A81D18E-3993-204A-5FC9-ACE41173FCAA}"/>
                  </a:ext>
                </a:extLst>
              </p:cNvPr>
              <p:cNvSpPr/>
              <p:nvPr/>
            </p:nvSpPr>
            <p:spPr>
              <a:xfrm rot="10800000" flipH="1">
                <a:off x="942917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AEC28763-C726-7881-41FE-DEBC16FCCF06}"/>
                  </a:ext>
                </a:extLst>
              </p:cNvPr>
              <p:cNvSpPr/>
              <p:nvPr/>
            </p:nvSpPr>
            <p:spPr>
              <a:xfrm rot="10800000" flipH="1">
                <a:off x="952959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48A4AB46-72BE-D800-C1A1-3B20CFE53151}"/>
                  </a:ext>
                </a:extLst>
              </p:cNvPr>
              <p:cNvSpPr/>
              <p:nvPr/>
            </p:nvSpPr>
            <p:spPr>
              <a:xfrm rot="10800000" flipH="1">
                <a:off x="963001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AAB1E832-1249-241E-353E-78690C9A3541}"/>
                  </a:ext>
                </a:extLst>
              </p:cNvPr>
              <p:cNvSpPr/>
              <p:nvPr/>
            </p:nvSpPr>
            <p:spPr>
              <a:xfrm rot="10800000" flipH="1">
                <a:off x="973044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B41DB6C0-8B16-9C96-5D76-763E4CD26BF7}"/>
                  </a:ext>
                </a:extLst>
              </p:cNvPr>
              <p:cNvSpPr/>
              <p:nvPr/>
            </p:nvSpPr>
            <p:spPr>
              <a:xfrm rot="10800000" flipH="1">
                <a:off x="983086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5557A11A-589B-0548-90DA-D4BA7ADC4476}"/>
                  </a:ext>
                </a:extLst>
              </p:cNvPr>
              <p:cNvSpPr/>
              <p:nvPr/>
            </p:nvSpPr>
            <p:spPr>
              <a:xfrm rot="10800000" flipH="1">
                <a:off x="993128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D0F8A9CC-69BB-DB83-4844-62D13E8D39BC}"/>
                  </a:ext>
                </a:extLst>
              </p:cNvPr>
              <p:cNvSpPr/>
              <p:nvPr/>
            </p:nvSpPr>
            <p:spPr>
              <a:xfrm rot="10800000" flipH="1">
                <a:off x="1003171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398A6D0A-6383-FF23-702D-562464EA9F84}"/>
                  </a:ext>
                </a:extLst>
              </p:cNvPr>
              <p:cNvSpPr/>
              <p:nvPr/>
            </p:nvSpPr>
            <p:spPr>
              <a:xfrm rot="10800000" flipH="1">
                <a:off x="1013213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37E48C78-A416-1090-0625-C2A60BF7B3A1}"/>
                  </a:ext>
                </a:extLst>
              </p:cNvPr>
              <p:cNvSpPr/>
              <p:nvPr/>
            </p:nvSpPr>
            <p:spPr>
              <a:xfrm rot="10800000" flipH="1">
                <a:off x="1023255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AA045DEC-FF2A-7B5E-13B3-26F3D2217067}"/>
                  </a:ext>
                </a:extLst>
              </p:cNvPr>
              <p:cNvSpPr/>
              <p:nvPr/>
            </p:nvSpPr>
            <p:spPr>
              <a:xfrm rot="10800000" flipH="1">
                <a:off x="1033298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01F73593-79EB-A049-48C5-E36E56F76C4C}"/>
                  </a:ext>
                </a:extLst>
              </p:cNvPr>
              <p:cNvSpPr/>
              <p:nvPr/>
            </p:nvSpPr>
            <p:spPr>
              <a:xfrm rot="10800000" flipH="1">
                <a:off x="1043340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Rectangle 641">
                <a:extLst>
                  <a:ext uri="{FF2B5EF4-FFF2-40B4-BE49-F238E27FC236}">
                    <a16:creationId xmlns:a16="http://schemas.microsoft.com/office/drawing/2014/main" id="{B6C2E0CF-7D72-D655-C6D2-1E6037A45302}"/>
                  </a:ext>
                </a:extLst>
              </p:cNvPr>
              <p:cNvSpPr/>
              <p:nvPr/>
            </p:nvSpPr>
            <p:spPr>
              <a:xfrm rot="10800000" flipH="1">
                <a:off x="1053382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Rectangle 642">
                <a:extLst>
                  <a:ext uri="{FF2B5EF4-FFF2-40B4-BE49-F238E27FC236}">
                    <a16:creationId xmlns:a16="http://schemas.microsoft.com/office/drawing/2014/main" id="{F96EA5CC-6703-1BF3-1812-2946216CD03E}"/>
                  </a:ext>
                </a:extLst>
              </p:cNvPr>
              <p:cNvSpPr/>
              <p:nvPr/>
            </p:nvSpPr>
            <p:spPr>
              <a:xfrm rot="10800000" flipH="1">
                <a:off x="1063424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Rectangle 643">
                <a:extLst>
                  <a:ext uri="{FF2B5EF4-FFF2-40B4-BE49-F238E27FC236}">
                    <a16:creationId xmlns:a16="http://schemas.microsoft.com/office/drawing/2014/main" id="{9EDED814-F57A-2CE4-93A2-C580641C2519}"/>
                  </a:ext>
                </a:extLst>
              </p:cNvPr>
              <p:cNvSpPr/>
              <p:nvPr/>
            </p:nvSpPr>
            <p:spPr>
              <a:xfrm rot="10800000" flipH="1">
                <a:off x="1073467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Rectangle 644">
                <a:extLst>
                  <a:ext uri="{FF2B5EF4-FFF2-40B4-BE49-F238E27FC236}">
                    <a16:creationId xmlns:a16="http://schemas.microsoft.com/office/drawing/2014/main" id="{798A2E52-8057-3F11-299D-527EADB068C7}"/>
                  </a:ext>
                </a:extLst>
              </p:cNvPr>
              <p:cNvSpPr/>
              <p:nvPr/>
            </p:nvSpPr>
            <p:spPr>
              <a:xfrm rot="10800000" flipH="1">
                <a:off x="1083509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D2E86EED-F7D7-6879-DE02-6D2865A11E6A}"/>
                  </a:ext>
                </a:extLst>
              </p:cNvPr>
              <p:cNvSpPr/>
              <p:nvPr/>
            </p:nvSpPr>
            <p:spPr>
              <a:xfrm rot="10800000" flipH="1">
                <a:off x="1093551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7" name="Group 646">
                <a:extLst>
                  <a:ext uri="{FF2B5EF4-FFF2-40B4-BE49-F238E27FC236}">
                    <a16:creationId xmlns:a16="http://schemas.microsoft.com/office/drawing/2014/main" id="{359A9FD0-151F-19BA-F478-D3AED0631240}"/>
                  </a:ext>
                </a:extLst>
              </p:cNvPr>
              <p:cNvGrpSpPr/>
              <p:nvPr/>
            </p:nvGrpSpPr>
            <p:grpSpPr>
              <a:xfrm rot="10800000" flipH="1">
                <a:off x="7822406" y="4373559"/>
                <a:ext cx="3213534" cy="100423"/>
                <a:chOff x="1743959" y="2564091"/>
                <a:chExt cx="6334816" cy="197963"/>
              </a:xfrm>
              <a:solidFill>
                <a:schemeClr val="bg1"/>
              </a:solidFill>
            </p:grpSpPr>
            <p:sp>
              <p:nvSpPr>
                <p:cNvPr id="1419" name="Rectangle 1418">
                  <a:extLst>
                    <a:ext uri="{FF2B5EF4-FFF2-40B4-BE49-F238E27FC236}">
                      <a16:creationId xmlns:a16="http://schemas.microsoft.com/office/drawing/2014/main" id="{6545730D-B45F-9B65-5105-38D1141A461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Rectangle 1419">
                  <a:extLst>
                    <a:ext uri="{FF2B5EF4-FFF2-40B4-BE49-F238E27FC236}">
                      <a16:creationId xmlns:a16="http://schemas.microsoft.com/office/drawing/2014/main" id="{74520625-A045-733B-45B0-472DCC496AFF}"/>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1" name="Rectangle 1420">
                  <a:extLst>
                    <a:ext uri="{FF2B5EF4-FFF2-40B4-BE49-F238E27FC236}">
                      <a16:creationId xmlns:a16="http://schemas.microsoft.com/office/drawing/2014/main" id="{453BECC6-91F0-9BC0-4FD6-90269587EC24}"/>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Rectangle 1421">
                  <a:extLst>
                    <a:ext uri="{FF2B5EF4-FFF2-40B4-BE49-F238E27FC236}">
                      <a16:creationId xmlns:a16="http://schemas.microsoft.com/office/drawing/2014/main" id="{C557FA7C-2128-B79A-8CEB-94068E6EC25A}"/>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Rectangle 1422">
                  <a:extLst>
                    <a:ext uri="{FF2B5EF4-FFF2-40B4-BE49-F238E27FC236}">
                      <a16:creationId xmlns:a16="http://schemas.microsoft.com/office/drawing/2014/main" id="{B5B4E703-DEB8-4247-5793-07D36DBE3A3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Rectangle 1423">
                  <a:extLst>
                    <a:ext uri="{FF2B5EF4-FFF2-40B4-BE49-F238E27FC236}">
                      <a16:creationId xmlns:a16="http://schemas.microsoft.com/office/drawing/2014/main" id="{55E9CCC2-1850-0AA7-166C-E76A991C22CF}"/>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Rectangle 1424">
                  <a:extLst>
                    <a:ext uri="{FF2B5EF4-FFF2-40B4-BE49-F238E27FC236}">
                      <a16:creationId xmlns:a16="http://schemas.microsoft.com/office/drawing/2014/main" id="{F0DCF773-E084-24AC-0145-75382D431CC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Rectangle 1425">
                  <a:extLst>
                    <a:ext uri="{FF2B5EF4-FFF2-40B4-BE49-F238E27FC236}">
                      <a16:creationId xmlns:a16="http://schemas.microsoft.com/office/drawing/2014/main" id="{0DDB66DE-C3CD-6C3D-C58D-F22E0398086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Rectangle 1426">
                  <a:extLst>
                    <a:ext uri="{FF2B5EF4-FFF2-40B4-BE49-F238E27FC236}">
                      <a16:creationId xmlns:a16="http://schemas.microsoft.com/office/drawing/2014/main" id="{01428089-9593-0EA6-2E15-145E125BD074}"/>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Rectangle 1427">
                  <a:extLst>
                    <a:ext uri="{FF2B5EF4-FFF2-40B4-BE49-F238E27FC236}">
                      <a16:creationId xmlns:a16="http://schemas.microsoft.com/office/drawing/2014/main" id="{0AEADC41-AFE3-235B-989C-4D2C3FB4F14D}"/>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9" name="Rectangle 1428">
                  <a:extLst>
                    <a:ext uri="{FF2B5EF4-FFF2-40B4-BE49-F238E27FC236}">
                      <a16:creationId xmlns:a16="http://schemas.microsoft.com/office/drawing/2014/main" id="{8DDF22E6-DA9D-3409-BD59-36B8C3379D28}"/>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Rectangle 1429">
                  <a:extLst>
                    <a:ext uri="{FF2B5EF4-FFF2-40B4-BE49-F238E27FC236}">
                      <a16:creationId xmlns:a16="http://schemas.microsoft.com/office/drawing/2014/main" id="{CD75D27C-8B8D-2654-5682-971A5358904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Rectangle 1430">
                  <a:extLst>
                    <a:ext uri="{FF2B5EF4-FFF2-40B4-BE49-F238E27FC236}">
                      <a16:creationId xmlns:a16="http://schemas.microsoft.com/office/drawing/2014/main" id="{DC07D09F-C76B-84A2-3638-B50E43018F4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Rectangle 1431">
                  <a:extLst>
                    <a:ext uri="{FF2B5EF4-FFF2-40B4-BE49-F238E27FC236}">
                      <a16:creationId xmlns:a16="http://schemas.microsoft.com/office/drawing/2014/main" id="{B79E98A2-5F2F-9492-CF4A-14638DDF609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Rectangle 1432">
                  <a:extLst>
                    <a:ext uri="{FF2B5EF4-FFF2-40B4-BE49-F238E27FC236}">
                      <a16:creationId xmlns:a16="http://schemas.microsoft.com/office/drawing/2014/main" id="{01F0F221-1E89-C77D-1850-49B871DEEA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Rectangle 1433">
                  <a:extLst>
                    <a:ext uri="{FF2B5EF4-FFF2-40B4-BE49-F238E27FC236}">
                      <a16:creationId xmlns:a16="http://schemas.microsoft.com/office/drawing/2014/main" id="{E7BC3521-9742-A100-20DA-438E30701D2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Rectangle 1467">
                  <a:extLst>
                    <a:ext uri="{FF2B5EF4-FFF2-40B4-BE49-F238E27FC236}">
                      <a16:creationId xmlns:a16="http://schemas.microsoft.com/office/drawing/2014/main" id="{C1184ECC-71E2-FB7F-3AC8-E9D7DC48C6C9}"/>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Rectangle 1468">
                  <a:extLst>
                    <a:ext uri="{FF2B5EF4-FFF2-40B4-BE49-F238E27FC236}">
                      <a16:creationId xmlns:a16="http://schemas.microsoft.com/office/drawing/2014/main" id="{9114F463-C786-F983-8CE8-E939AA662E4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Rectangle 1470">
                  <a:extLst>
                    <a:ext uri="{FF2B5EF4-FFF2-40B4-BE49-F238E27FC236}">
                      <a16:creationId xmlns:a16="http://schemas.microsoft.com/office/drawing/2014/main" id="{BA5E297D-9739-6B1F-4AA0-2AC9B16F724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C06858B2-EC52-946B-E8C9-883DF70F017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Rectangle 1602">
                  <a:extLst>
                    <a:ext uri="{FF2B5EF4-FFF2-40B4-BE49-F238E27FC236}">
                      <a16:creationId xmlns:a16="http://schemas.microsoft.com/office/drawing/2014/main" id="{D3F94753-0738-4C53-E645-BC64B36A20D8}"/>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60A2BB2A-A056-5F94-4346-6E97B4999778}"/>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E88B900A-BBE3-5271-D93E-6A6D20A7AB98}"/>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B09C4DA8-B183-97C3-3852-B198DA0A2138}"/>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Rectangle 1606">
                  <a:extLst>
                    <a:ext uri="{FF2B5EF4-FFF2-40B4-BE49-F238E27FC236}">
                      <a16:creationId xmlns:a16="http://schemas.microsoft.com/office/drawing/2014/main" id="{60477670-B907-EF90-3918-E0D26219CA3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41D8226B-8FEF-47D1-955F-C011EB53A1C2}"/>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Rectangle 1608">
                  <a:extLst>
                    <a:ext uri="{FF2B5EF4-FFF2-40B4-BE49-F238E27FC236}">
                      <a16:creationId xmlns:a16="http://schemas.microsoft.com/office/drawing/2014/main" id="{247576EA-846A-A72B-BEA1-DA98C20FF4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Rectangle 1609">
                  <a:extLst>
                    <a:ext uri="{FF2B5EF4-FFF2-40B4-BE49-F238E27FC236}">
                      <a16:creationId xmlns:a16="http://schemas.microsoft.com/office/drawing/2014/main" id="{2ECC2DAA-3894-D88F-67F4-8651CF096C8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Rectangle 1610">
                  <a:extLst>
                    <a:ext uri="{FF2B5EF4-FFF2-40B4-BE49-F238E27FC236}">
                      <a16:creationId xmlns:a16="http://schemas.microsoft.com/office/drawing/2014/main" id="{1CEF7C38-A777-8E8F-6395-47813FC98EE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96A6C405-B99A-84F4-81D0-F739CB965BC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Rectangle 1612">
                  <a:extLst>
                    <a:ext uri="{FF2B5EF4-FFF2-40B4-BE49-F238E27FC236}">
                      <a16:creationId xmlns:a16="http://schemas.microsoft.com/office/drawing/2014/main" id="{BE5D21A9-A872-4312-705D-482516A8EB67}"/>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Rectangle 1613">
                  <a:extLst>
                    <a:ext uri="{FF2B5EF4-FFF2-40B4-BE49-F238E27FC236}">
                      <a16:creationId xmlns:a16="http://schemas.microsoft.com/office/drawing/2014/main" id="{899060FD-293B-6BE7-0C47-AC90689AF16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8" name="Group 647">
                <a:extLst>
                  <a:ext uri="{FF2B5EF4-FFF2-40B4-BE49-F238E27FC236}">
                    <a16:creationId xmlns:a16="http://schemas.microsoft.com/office/drawing/2014/main" id="{012E1BC0-D56F-CABC-E58F-EE5712A76255}"/>
                  </a:ext>
                </a:extLst>
              </p:cNvPr>
              <p:cNvGrpSpPr/>
              <p:nvPr/>
            </p:nvGrpSpPr>
            <p:grpSpPr>
              <a:xfrm rot="10800000" flipH="1">
                <a:off x="7822406" y="4273137"/>
                <a:ext cx="3213534" cy="100423"/>
                <a:chOff x="1743959" y="2564091"/>
                <a:chExt cx="6334816" cy="197963"/>
              </a:xfrm>
              <a:solidFill>
                <a:schemeClr val="bg1"/>
              </a:solidFill>
            </p:grpSpPr>
            <p:sp>
              <p:nvSpPr>
                <p:cNvPr id="1192" name="Rectangle 1191">
                  <a:extLst>
                    <a:ext uri="{FF2B5EF4-FFF2-40B4-BE49-F238E27FC236}">
                      <a16:creationId xmlns:a16="http://schemas.microsoft.com/office/drawing/2014/main" id="{0ABEBAE5-7527-7C6A-BC67-B6E9D147BBBD}"/>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452608BB-9237-ABFD-57F5-E72D056AC8D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Rectangle 1193">
                  <a:extLst>
                    <a:ext uri="{FF2B5EF4-FFF2-40B4-BE49-F238E27FC236}">
                      <a16:creationId xmlns:a16="http://schemas.microsoft.com/office/drawing/2014/main" id="{F68A139C-B458-56FD-EBCE-212C41489EB1}"/>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Rectangle 1194">
                  <a:extLst>
                    <a:ext uri="{FF2B5EF4-FFF2-40B4-BE49-F238E27FC236}">
                      <a16:creationId xmlns:a16="http://schemas.microsoft.com/office/drawing/2014/main" id="{1BDA667E-6D27-B464-2E19-D43E229C77B7}"/>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Rectangle 1195">
                  <a:extLst>
                    <a:ext uri="{FF2B5EF4-FFF2-40B4-BE49-F238E27FC236}">
                      <a16:creationId xmlns:a16="http://schemas.microsoft.com/office/drawing/2014/main" id="{00F9A8D1-B568-BCED-B6BD-E0F15B984ABA}"/>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1196">
                  <a:extLst>
                    <a:ext uri="{FF2B5EF4-FFF2-40B4-BE49-F238E27FC236}">
                      <a16:creationId xmlns:a16="http://schemas.microsoft.com/office/drawing/2014/main" id="{02634A49-808F-2758-E05F-949188BFD850}"/>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1197">
                  <a:extLst>
                    <a:ext uri="{FF2B5EF4-FFF2-40B4-BE49-F238E27FC236}">
                      <a16:creationId xmlns:a16="http://schemas.microsoft.com/office/drawing/2014/main" id="{69CA99AD-B110-47F0-22C3-9A8D8E66E8CE}"/>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4053AFAB-E8B2-80C0-5AA4-4D31131350E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8FF6FC05-972C-04BE-1E59-3C7A8177574A}"/>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04A3859A-FAF0-133B-4357-21B2858FD2EC}"/>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D285737C-92BF-3915-E965-8A884AD73AA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Rectangle 1269">
                  <a:extLst>
                    <a:ext uri="{FF2B5EF4-FFF2-40B4-BE49-F238E27FC236}">
                      <a16:creationId xmlns:a16="http://schemas.microsoft.com/office/drawing/2014/main" id="{8227F60A-D48E-C3F2-3A64-8EFD5F4F299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EF3C5055-FBED-607C-C2D6-E8C1D6DD3168}"/>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21210856-32B7-5A2E-DBA0-A520AEF9D794}"/>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Rectangle 1272">
                  <a:extLst>
                    <a:ext uri="{FF2B5EF4-FFF2-40B4-BE49-F238E27FC236}">
                      <a16:creationId xmlns:a16="http://schemas.microsoft.com/office/drawing/2014/main" id="{271495ED-DB64-CE40-6E0D-ABCC856F657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AAAAE8C7-916C-9F95-42C5-68978AC8371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BF519F51-8128-6C97-61B7-759D52D8719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64272F67-4032-9D9F-BB9E-6F4340AD5C8E}"/>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E74B3B43-BC15-6847-0A6D-78E397747C0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2CC2DED4-95E1-D81D-7F81-3CFCAC381133}"/>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4E2E2CAC-D49E-EF76-7259-7644DB6D7B9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Rectangle 1407">
                  <a:extLst>
                    <a:ext uri="{FF2B5EF4-FFF2-40B4-BE49-F238E27FC236}">
                      <a16:creationId xmlns:a16="http://schemas.microsoft.com/office/drawing/2014/main" id="{0A3E3531-D7EC-D786-A66C-94A18CFD60A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Rectangle 1408">
                  <a:extLst>
                    <a:ext uri="{FF2B5EF4-FFF2-40B4-BE49-F238E27FC236}">
                      <a16:creationId xmlns:a16="http://schemas.microsoft.com/office/drawing/2014/main" id="{7362ED30-4329-21A2-15DA-8846392F111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Rectangle 1409">
                  <a:extLst>
                    <a:ext uri="{FF2B5EF4-FFF2-40B4-BE49-F238E27FC236}">
                      <a16:creationId xmlns:a16="http://schemas.microsoft.com/office/drawing/2014/main" id="{FCAA45AC-8872-1DFB-CF41-AA8DE92AD167}"/>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Rectangle 1410">
                  <a:extLst>
                    <a:ext uri="{FF2B5EF4-FFF2-40B4-BE49-F238E27FC236}">
                      <a16:creationId xmlns:a16="http://schemas.microsoft.com/office/drawing/2014/main" id="{60D415EC-0B08-4B42-B63E-C7B1ED695178}"/>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Rectangle 1411">
                  <a:extLst>
                    <a:ext uri="{FF2B5EF4-FFF2-40B4-BE49-F238E27FC236}">
                      <a16:creationId xmlns:a16="http://schemas.microsoft.com/office/drawing/2014/main" id="{1719C6D4-5FE1-69BF-D95A-A697524EC3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3" name="Rectangle 1412">
                  <a:extLst>
                    <a:ext uri="{FF2B5EF4-FFF2-40B4-BE49-F238E27FC236}">
                      <a16:creationId xmlns:a16="http://schemas.microsoft.com/office/drawing/2014/main" id="{4EE78083-2717-BA93-68F0-38B47B27C1F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Rectangle 1413">
                  <a:extLst>
                    <a:ext uri="{FF2B5EF4-FFF2-40B4-BE49-F238E27FC236}">
                      <a16:creationId xmlns:a16="http://schemas.microsoft.com/office/drawing/2014/main" id="{BD0F1CC4-A27F-FDAE-3B6A-6C7146529102}"/>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Rectangle 1414">
                  <a:extLst>
                    <a:ext uri="{FF2B5EF4-FFF2-40B4-BE49-F238E27FC236}">
                      <a16:creationId xmlns:a16="http://schemas.microsoft.com/office/drawing/2014/main" id="{8CA0B874-4149-248B-4F87-3E35F85C978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Rectangle 1415">
                  <a:extLst>
                    <a:ext uri="{FF2B5EF4-FFF2-40B4-BE49-F238E27FC236}">
                      <a16:creationId xmlns:a16="http://schemas.microsoft.com/office/drawing/2014/main" id="{CB0EF5AA-ECB1-7A1F-BAFA-C6F878A9646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Rectangle 1416">
                  <a:extLst>
                    <a:ext uri="{FF2B5EF4-FFF2-40B4-BE49-F238E27FC236}">
                      <a16:creationId xmlns:a16="http://schemas.microsoft.com/office/drawing/2014/main" id="{00E53BD7-2A9C-A504-442F-29638275DE1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Rectangle 1417">
                  <a:extLst>
                    <a:ext uri="{FF2B5EF4-FFF2-40B4-BE49-F238E27FC236}">
                      <a16:creationId xmlns:a16="http://schemas.microsoft.com/office/drawing/2014/main" id="{8571DCA3-9DE2-1D74-4368-C657D7D5559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9" name="Rectangle 648">
                <a:extLst>
                  <a:ext uri="{FF2B5EF4-FFF2-40B4-BE49-F238E27FC236}">
                    <a16:creationId xmlns:a16="http://schemas.microsoft.com/office/drawing/2014/main" id="{D6D2B3D1-31AF-E671-6084-443C088FA049}"/>
                  </a:ext>
                </a:extLst>
              </p:cNvPr>
              <p:cNvSpPr/>
              <p:nvPr/>
            </p:nvSpPr>
            <p:spPr>
              <a:xfrm rot="10800000" flipH="1">
                <a:off x="807348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B85B5634-BD92-DF82-7A8B-917469014392}"/>
                  </a:ext>
                </a:extLst>
              </p:cNvPr>
              <p:cNvSpPr/>
              <p:nvPr/>
            </p:nvSpPr>
            <p:spPr>
              <a:xfrm rot="10800000" flipH="1">
                <a:off x="817390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C3B30C1-CE35-8C88-5124-1DD461B935F1}"/>
                  </a:ext>
                </a:extLst>
              </p:cNvPr>
              <p:cNvSpPr/>
              <p:nvPr/>
            </p:nvSpPr>
            <p:spPr>
              <a:xfrm rot="10800000" flipH="1">
                <a:off x="827432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F3232852-01D0-DB1D-1B9E-94DE05633C89}"/>
                  </a:ext>
                </a:extLst>
              </p:cNvPr>
              <p:cNvSpPr/>
              <p:nvPr/>
            </p:nvSpPr>
            <p:spPr>
              <a:xfrm rot="10800000" flipH="1">
                <a:off x="837475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6951E52D-9696-C61E-7FC6-C3B9E5A92913}"/>
                  </a:ext>
                </a:extLst>
              </p:cNvPr>
              <p:cNvSpPr/>
              <p:nvPr/>
            </p:nvSpPr>
            <p:spPr>
              <a:xfrm rot="10800000" flipH="1">
                <a:off x="847517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a16="http://schemas.microsoft.com/office/drawing/2014/main" id="{FAC7A68E-57DC-3A4C-1AEE-D0DBE93C84DF}"/>
                  </a:ext>
                </a:extLst>
              </p:cNvPr>
              <p:cNvSpPr/>
              <p:nvPr/>
            </p:nvSpPr>
            <p:spPr>
              <a:xfrm rot="10800000" flipH="1">
                <a:off x="857559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738CBF99-5B4D-D177-6DA1-04ED3C9D0413}"/>
                  </a:ext>
                </a:extLst>
              </p:cNvPr>
              <p:cNvSpPr/>
              <p:nvPr/>
            </p:nvSpPr>
            <p:spPr>
              <a:xfrm rot="10800000" flipH="1">
                <a:off x="867602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BD8C523C-5B92-4E9F-59E2-9EFA5E44DA67}"/>
                  </a:ext>
                </a:extLst>
              </p:cNvPr>
              <p:cNvSpPr/>
              <p:nvPr/>
            </p:nvSpPr>
            <p:spPr>
              <a:xfrm rot="10800000" flipH="1">
                <a:off x="877644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7DF83593-8046-A8E0-CA06-C0CB170B4371}"/>
                  </a:ext>
                </a:extLst>
              </p:cNvPr>
              <p:cNvSpPr/>
              <p:nvPr/>
            </p:nvSpPr>
            <p:spPr>
              <a:xfrm rot="10800000" flipH="1">
                <a:off x="887686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9DF9F654-900E-011E-12B1-44E85A6F4CF6}"/>
                  </a:ext>
                </a:extLst>
              </p:cNvPr>
              <p:cNvSpPr/>
              <p:nvPr/>
            </p:nvSpPr>
            <p:spPr>
              <a:xfrm rot="10800000" flipH="1">
                <a:off x="897728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D3232A1D-EB7B-138F-5791-06DB75B2CC4A}"/>
                  </a:ext>
                </a:extLst>
              </p:cNvPr>
              <p:cNvSpPr/>
              <p:nvPr/>
            </p:nvSpPr>
            <p:spPr>
              <a:xfrm rot="10800000" flipH="1">
                <a:off x="907771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DF0306B8-E3F9-8126-4027-4FC5CD6F07B6}"/>
                  </a:ext>
                </a:extLst>
              </p:cNvPr>
              <p:cNvSpPr/>
              <p:nvPr/>
            </p:nvSpPr>
            <p:spPr>
              <a:xfrm rot="10800000" flipH="1">
                <a:off x="917813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B8B4186E-B91D-DC78-5C38-0B0815A8A011}"/>
                  </a:ext>
                </a:extLst>
              </p:cNvPr>
              <p:cNvSpPr/>
              <p:nvPr/>
            </p:nvSpPr>
            <p:spPr>
              <a:xfrm rot="10800000" flipH="1">
                <a:off x="927855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2A262CC1-D67E-7F64-8D04-987587C0BBB8}"/>
                  </a:ext>
                </a:extLst>
              </p:cNvPr>
              <p:cNvSpPr/>
              <p:nvPr/>
            </p:nvSpPr>
            <p:spPr>
              <a:xfrm rot="10800000" flipH="1">
                <a:off x="937898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20DCFC70-CAEA-A18F-6B59-772FCE950257}"/>
                  </a:ext>
                </a:extLst>
              </p:cNvPr>
              <p:cNvSpPr/>
              <p:nvPr/>
            </p:nvSpPr>
            <p:spPr>
              <a:xfrm rot="10800000" flipH="1">
                <a:off x="947940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8024AD4B-99C2-7874-6A7F-26DA0EDFA8D3}"/>
                  </a:ext>
                </a:extLst>
              </p:cNvPr>
              <p:cNvSpPr/>
              <p:nvPr/>
            </p:nvSpPr>
            <p:spPr>
              <a:xfrm rot="10800000" flipH="1">
                <a:off x="957982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05DD0675-5B52-9F3C-859E-E521F8E05460}"/>
                  </a:ext>
                </a:extLst>
              </p:cNvPr>
              <p:cNvSpPr/>
              <p:nvPr/>
            </p:nvSpPr>
            <p:spPr>
              <a:xfrm rot="10800000" flipH="1">
                <a:off x="968025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94B47063-037C-F56B-4E6D-6FA28E5ED3D0}"/>
                  </a:ext>
                </a:extLst>
              </p:cNvPr>
              <p:cNvSpPr/>
              <p:nvPr/>
            </p:nvSpPr>
            <p:spPr>
              <a:xfrm rot="10800000" flipH="1">
                <a:off x="978067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D9DFA6E9-0B7A-13D9-B2C5-9457FA5C6A33}"/>
                  </a:ext>
                </a:extLst>
              </p:cNvPr>
              <p:cNvSpPr/>
              <p:nvPr/>
            </p:nvSpPr>
            <p:spPr>
              <a:xfrm rot="10800000" flipH="1">
                <a:off x="988109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C9FDC1FF-BE66-2AC5-CB07-BF741DFF3DB9}"/>
                  </a:ext>
                </a:extLst>
              </p:cNvPr>
              <p:cNvSpPr/>
              <p:nvPr/>
            </p:nvSpPr>
            <p:spPr>
              <a:xfrm rot="10800000" flipH="1">
                <a:off x="998151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E7539F9D-D631-565D-9CD3-4E47ED73907C}"/>
                  </a:ext>
                </a:extLst>
              </p:cNvPr>
              <p:cNvSpPr/>
              <p:nvPr/>
            </p:nvSpPr>
            <p:spPr>
              <a:xfrm rot="10800000" flipH="1">
                <a:off x="1008194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65AD3662-229D-8E8B-5A9A-35FB203FA3D5}"/>
                  </a:ext>
                </a:extLst>
              </p:cNvPr>
              <p:cNvSpPr/>
              <p:nvPr/>
            </p:nvSpPr>
            <p:spPr>
              <a:xfrm rot="10800000" flipH="1">
                <a:off x="1018236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58383A7D-8368-3E83-6851-734B7718DD35}"/>
                  </a:ext>
                </a:extLst>
              </p:cNvPr>
              <p:cNvSpPr/>
              <p:nvPr/>
            </p:nvSpPr>
            <p:spPr>
              <a:xfrm rot="10800000" flipH="1">
                <a:off x="1028278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2F55A0BD-115D-0D6F-2416-F2CB5492FF62}"/>
                  </a:ext>
                </a:extLst>
              </p:cNvPr>
              <p:cNvSpPr/>
              <p:nvPr/>
            </p:nvSpPr>
            <p:spPr>
              <a:xfrm rot="10800000" flipH="1">
                <a:off x="1038321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94A263CF-8F9B-A021-AD8F-758995E27F1A}"/>
                  </a:ext>
                </a:extLst>
              </p:cNvPr>
              <p:cNvSpPr/>
              <p:nvPr/>
            </p:nvSpPr>
            <p:spPr>
              <a:xfrm rot="10800000" flipH="1">
                <a:off x="1048363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55E29671-74A1-574B-6ABC-5937BEDE999D}"/>
                  </a:ext>
                </a:extLst>
              </p:cNvPr>
              <p:cNvSpPr/>
              <p:nvPr/>
            </p:nvSpPr>
            <p:spPr>
              <a:xfrm rot="10800000" flipH="1">
                <a:off x="1058405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D54C8E19-E743-5F22-50EE-0E53E72FD4B9}"/>
                  </a:ext>
                </a:extLst>
              </p:cNvPr>
              <p:cNvSpPr/>
              <p:nvPr/>
            </p:nvSpPr>
            <p:spPr>
              <a:xfrm rot="10800000" flipH="1">
                <a:off x="1068447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34BE3FE2-DF41-1550-AEBF-F4AD4D9425DD}"/>
                  </a:ext>
                </a:extLst>
              </p:cNvPr>
              <p:cNvSpPr/>
              <p:nvPr/>
            </p:nvSpPr>
            <p:spPr>
              <a:xfrm rot="10800000" flipH="1">
                <a:off x="1078490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8C0A573A-46FF-8BE7-92FD-CBA47E5E54A0}"/>
                  </a:ext>
                </a:extLst>
              </p:cNvPr>
              <p:cNvSpPr/>
              <p:nvPr/>
            </p:nvSpPr>
            <p:spPr>
              <a:xfrm rot="10800000" flipH="1">
                <a:off x="1088532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9DF2D8BF-D35F-1312-877D-AE16363B2ACD}"/>
                  </a:ext>
                </a:extLst>
              </p:cNvPr>
              <p:cNvSpPr/>
              <p:nvPr/>
            </p:nvSpPr>
            <p:spPr>
              <a:xfrm rot="10800000" flipH="1">
                <a:off x="807348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2B806DE1-C57A-651A-0BF8-D4150C3CA975}"/>
                  </a:ext>
                </a:extLst>
              </p:cNvPr>
              <p:cNvSpPr/>
              <p:nvPr/>
            </p:nvSpPr>
            <p:spPr>
              <a:xfrm rot="10800000" flipH="1">
                <a:off x="817390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163DC6C9-1773-F6F2-EFD7-63EAE18C194B}"/>
                  </a:ext>
                </a:extLst>
              </p:cNvPr>
              <p:cNvSpPr/>
              <p:nvPr/>
            </p:nvSpPr>
            <p:spPr>
              <a:xfrm rot="10800000" flipH="1">
                <a:off x="827432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F6FC1EBD-11D3-8F51-D69C-97E478F10D7C}"/>
                  </a:ext>
                </a:extLst>
              </p:cNvPr>
              <p:cNvSpPr/>
              <p:nvPr/>
            </p:nvSpPr>
            <p:spPr>
              <a:xfrm rot="10800000" flipH="1">
                <a:off x="837475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47CE676-439D-4810-3298-70B55824CE1F}"/>
                  </a:ext>
                </a:extLst>
              </p:cNvPr>
              <p:cNvSpPr/>
              <p:nvPr/>
            </p:nvSpPr>
            <p:spPr>
              <a:xfrm rot="10800000" flipH="1">
                <a:off x="847517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056692BC-8B85-31FC-F5B7-C003E559BE0C}"/>
                  </a:ext>
                </a:extLst>
              </p:cNvPr>
              <p:cNvSpPr/>
              <p:nvPr/>
            </p:nvSpPr>
            <p:spPr>
              <a:xfrm rot="10800000" flipH="1">
                <a:off x="857559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170252BD-13FE-3CFC-AF8B-A0119F0C3358}"/>
                  </a:ext>
                </a:extLst>
              </p:cNvPr>
              <p:cNvSpPr/>
              <p:nvPr/>
            </p:nvSpPr>
            <p:spPr>
              <a:xfrm rot="10800000" flipH="1">
                <a:off x="867602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CD975532-7CDD-B1B0-00D1-9064B59484E6}"/>
                  </a:ext>
                </a:extLst>
              </p:cNvPr>
              <p:cNvSpPr/>
              <p:nvPr/>
            </p:nvSpPr>
            <p:spPr>
              <a:xfrm rot="10800000" flipH="1">
                <a:off x="877644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55283ADF-02DF-9EC4-BAF0-E22034BB1880}"/>
                  </a:ext>
                </a:extLst>
              </p:cNvPr>
              <p:cNvSpPr/>
              <p:nvPr/>
            </p:nvSpPr>
            <p:spPr>
              <a:xfrm rot="10800000" flipH="1">
                <a:off x="887686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38DD92B2-1238-A50E-A286-E1BDF98EB514}"/>
                  </a:ext>
                </a:extLst>
              </p:cNvPr>
              <p:cNvSpPr/>
              <p:nvPr/>
            </p:nvSpPr>
            <p:spPr>
              <a:xfrm rot="10800000" flipH="1">
                <a:off x="897728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54B22001-B8FD-C091-2DEE-7D547E439A41}"/>
                  </a:ext>
                </a:extLst>
              </p:cNvPr>
              <p:cNvSpPr/>
              <p:nvPr/>
            </p:nvSpPr>
            <p:spPr>
              <a:xfrm rot="10800000" flipH="1">
                <a:off x="907771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AE0F2553-0855-DCAC-8DDB-390B9130A5FB}"/>
                  </a:ext>
                </a:extLst>
              </p:cNvPr>
              <p:cNvSpPr/>
              <p:nvPr/>
            </p:nvSpPr>
            <p:spPr>
              <a:xfrm rot="10800000" flipH="1">
                <a:off x="917813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322434C6-8899-217A-883F-A4FB1E467CAC}"/>
                  </a:ext>
                </a:extLst>
              </p:cNvPr>
              <p:cNvSpPr/>
              <p:nvPr/>
            </p:nvSpPr>
            <p:spPr>
              <a:xfrm rot="10800000" flipH="1">
                <a:off x="927855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3920D2C5-A45B-D541-5097-30169DBBC578}"/>
                  </a:ext>
                </a:extLst>
              </p:cNvPr>
              <p:cNvSpPr/>
              <p:nvPr/>
            </p:nvSpPr>
            <p:spPr>
              <a:xfrm rot="10800000" flipH="1">
                <a:off x="937898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51F6565A-C9F2-74E4-8E52-BC6799670F69}"/>
                  </a:ext>
                </a:extLst>
              </p:cNvPr>
              <p:cNvSpPr/>
              <p:nvPr/>
            </p:nvSpPr>
            <p:spPr>
              <a:xfrm rot="10800000" flipH="1">
                <a:off x="947940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D514F15E-B905-4199-25A2-D3806C779E62}"/>
                  </a:ext>
                </a:extLst>
              </p:cNvPr>
              <p:cNvSpPr/>
              <p:nvPr/>
            </p:nvSpPr>
            <p:spPr>
              <a:xfrm rot="10800000" flipH="1">
                <a:off x="957982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F6B79E6C-8A8C-9F0A-326B-D2914D6623AD}"/>
                  </a:ext>
                </a:extLst>
              </p:cNvPr>
              <p:cNvSpPr/>
              <p:nvPr/>
            </p:nvSpPr>
            <p:spPr>
              <a:xfrm rot="10800000" flipH="1">
                <a:off x="968025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2962E21F-2556-E20F-6A55-8EC3F74A591D}"/>
                  </a:ext>
                </a:extLst>
              </p:cNvPr>
              <p:cNvSpPr/>
              <p:nvPr/>
            </p:nvSpPr>
            <p:spPr>
              <a:xfrm rot="10800000" flipH="1">
                <a:off x="978067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DC3708F4-C300-07C3-87A0-E4FF7229FF82}"/>
                  </a:ext>
                </a:extLst>
              </p:cNvPr>
              <p:cNvSpPr/>
              <p:nvPr/>
            </p:nvSpPr>
            <p:spPr>
              <a:xfrm rot="10800000" flipH="1">
                <a:off x="988109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F6F79303-5478-FC14-EF47-CC158991EA77}"/>
                  </a:ext>
                </a:extLst>
              </p:cNvPr>
              <p:cNvSpPr/>
              <p:nvPr/>
            </p:nvSpPr>
            <p:spPr>
              <a:xfrm rot="10800000" flipH="1">
                <a:off x="998151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94206297-49C0-6592-6629-68FBE1C16641}"/>
                  </a:ext>
                </a:extLst>
              </p:cNvPr>
              <p:cNvSpPr/>
              <p:nvPr/>
            </p:nvSpPr>
            <p:spPr>
              <a:xfrm rot="10800000" flipH="1">
                <a:off x="1008194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815F0F43-176E-F9C7-6BCB-6646F1E47277}"/>
                  </a:ext>
                </a:extLst>
              </p:cNvPr>
              <p:cNvSpPr/>
              <p:nvPr/>
            </p:nvSpPr>
            <p:spPr>
              <a:xfrm rot="10800000" flipH="1">
                <a:off x="1018236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C54EEDE2-E248-6403-46E0-77DE17DFB845}"/>
                  </a:ext>
                </a:extLst>
              </p:cNvPr>
              <p:cNvSpPr/>
              <p:nvPr/>
            </p:nvSpPr>
            <p:spPr>
              <a:xfrm rot="10800000" flipH="1">
                <a:off x="1028278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E1DFF54C-5CC9-5D96-6C3D-B9EF65301E48}"/>
                  </a:ext>
                </a:extLst>
              </p:cNvPr>
              <p:cNvSpPr/>
              <p:nvPr/>
            </p:nvSpPr>
            <p:spPr>
              <a:xfrm rot="10800000" flipH="1">
                <a:off x="1038321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00CC8D09-145A-EC46-1D28-E2EAD5B4E82C}"/>
                  </a:ext>
                </a:extLst>
              </p:cNvPr>
              <p:cNvSpPr/>
              <p:nvPr/>
            </p:nvSpPr>
            <p:spPr>
              <a:xfrm rot="10800000" flipH="1">
                <a:off x="1048363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F6E91E3C-2883-BD0A-FFD6-839D74FD4322}"/>
                  </a:ext>
                </a:extLst>
              </p:cNvPr>
              <p:cNvSpPr/>
              <p:nvPr/>
            </p:nvSpPr>
            <p:spPr>
              <a:xfrm rot="10800000" flipH="1">
                <a:off x="1058405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823B643C-50A2-0DC2-BA97-83E0BC69F45F}"/>
                  </a:ext>
                </a:extLst>
              </p:cNvPr>
              <p:cNvSpPr/>
              <p:nvPr/>
            </p:nvSpPr>
            <p:spPr>
              <a:xfrm rot="10800000" flipH="1">
                <a:off x="1068447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2C1F7FEC-57C7-B9B6-A35F-25DECE6DCF3C}"/>
                  </a:ext>
                </a:extLst>
              </p:cNvPr>
              <p:cNvSpPr/>
              <p:nvPr/>
            </p:nvSpPr>
            <p:spPr>
              <a:xfrm rot="10800000" flipH="1">
                <a:off x="1078490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Rectangle 1151">
                <a:extLst>
                  <a:ext uri="{FF2B5EF4-FFF2-40B4-BE49-F238E27FC236}">
                    <a16:creationId xmlns:a16="http://schemas.microsoft.com/office/drawing/2014/main" id="{9218ECC3-6E98-6F19-6D48-DB73CB4DF778}"/>
                  </a:ext>
                </a:extLst>
              </p:cNvPr>
              <p:cNvSpPr/>
              <p:nvPr/>
            </p:nvSpPr>
            <p:spPr>
              <a:xfrm rot="10800000" flipH="1">
                <a:off x="1088532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3" name="Group 1152">
                <a:extLst>
                  <a:ext uri="{FF2B5EF4-FFF2-40B4-BE49-F238E27FC236}">
                    <a16:creationId xmlns:a16="http://schemas.microsoft.com/office/drawing/2014/main" id="{D36C54AB-6FFE-6FF9-BFDA-C406C4BD4EC3}"/>
                  </a:ext>
                </a:extLst>
              </p:cNvPr>
              <p:cNvGrpSpPr/>
              <p:nvPr/>
            </p:nvGrpSpPr>
            <p:grpSpPr>
              <a:xfrm rot="10800000" flipH="1">
                <a:off x="7772214" y="4217521"/>
                <a:ext cx="301269" cy="301135"/>
                <a:chOff x="1051088" y="5406535"/>
                <a:chExt cx="593889" cy="593625"/>
              </a:xfrm>
              <a:solidFill>
                <a:srgbClr val="7030A0"/>
              </a:solidFill>
            </p:grpSpPr>
            <p:sp>
              <p:nvSpPr>
                <p:cNvPr id="1183" name="Rectangle 1182">
                  <a:extLst>
                    <a:ext uri="{FF2B5EF4-FFF2-40B4-BE49-F238E27FC236}">
                      <a16:creationId xmlns:a16="http://schemas.microsoft.com/office/drawing/2014/main" id="{52D1EFF8-5AD6-3400-78EF-E0B37564D0D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Rectangle 1183">
                  <a:extLst>
                    <a:ext uri="{FF2B5EF4-FFF2-40B4-BE49-F238E27FC236}">
                      <a16:creationId xmlns:a16="http://schemas.microsoft.com/office/drawing/2014/main" id="{10EF03BD-EB97-C909-F0AD-4D385BFBBE0C}"/>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Rectangle 1184">
                  <a:extLst>
                    <a:ext uri="{FF2B5EF4-FFF2-40B4-BE49-F238E27FC236}">
                      <a16:creationId xmlns:a16="http://schemas.microsoft.com/office/drawing/2014/main" id="{C186ACC5-FA08-15CB-08E9-250C22F43A86}"/>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Rectangle 1185">
                  <a:extLst>
                    <a:ext uri="{FF2B5EF4-FFF2-40B4-BE49-F238E27FC236}">
                      <a16:creationId xmlns:a16="http://schemas.microsoft.com/office/drawing/2014/main" id="{29A33F48-0F59-44AB-4884-32AF9182153C}"/>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C1377D7C-CF1B-3EB6-0915-771513DEBF07}"/>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Rectangle 1187">
                  <a:extLst>
                    <a:ext uri="{FF2B5EF4-FFF2-40B4-BE49-F238E27FC236}">
                      <a16:creationId xmlns:a16="http://schemas.microsoft.com/office/drawing/2014/main" id="{AFF35642-3640-2940-073B-C58FEFEEABE3}"/>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A6970EEB-8356-FDBE-002F-140420DCC4C4}"/>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1189">
                  <a:extLst>
                    <a:ext uri="{FF2B5EF4-FFF2-40B4-BE49-F238E27FC236}">
                      <a16:creationId xmlns:a16="http://schemas.microsoft.com/office/drawing/2014/main" id="{CCD0DECE-D5F8-CFF3-3ED3-90E44586E73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25583DE-1F37-F41F-8A6F-688558470E55}"/>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4" name="Rectangle 1153">
                <a:extLst>
                  <a:ext uri="{FF2B5EF4-FFF2-40B4-BE49-F238E27FC236}">
                    <a16:creationId xmlns:a16="http://schemas.microsoft.com/office/drawing/2014/main" id="{0C9283E6-12B6-67C6-DEF7-7DE9CBDA9C4B}"/>
                  </a:ext>
                </a:extLst>
              </p:cNvPr>
              <p:cNvSpPr/>
              <p:nvPr/>
            </p:nvSpPr>
            <p:spPr>
              <a:xfrm rot="10800000" flipH="1">
                <a:off x="807348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Rectangle 1154">
                <a:extLst>
                  <a:ext uri="{FF2B5EF4-FFF2-40B4-BE49-F238E27FC236}">
                    <a16:creationId xmlns:a16="http://schemas.microsoft.com/office/drawing/2014/main" id="{04223569-8EF5-E55B-F35A-CDF6BF4C82DB}"/>
                  </a:ext>
                </a:extLst>
              </p:cNvPr>
              <p:cNvSpPr/>
              <p:nvPr/>
            </p:nvSpPr>
            <p:spPr>
              <a:xfrm rot="10800000" flipH="1">
                <a:off x="817390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Rectangle 1155">
                <a:extLst>
                  <a:ext uri="{FF2B5EF4-FFF2-40B4-BE49-F238E27FC236}">
                    <a16:creationId xmlns:a16="http://schemas.microsoft.com/office/drawing/2014/main" id="{AF99F701-D118-B84E-DEF1-043899D7CD1E}"/>
                  </a:ext>
                </a:extLst>
              </p:cNvPr>
              <p:cNvSpPr/>
              <p:nvPr/>
            </p:nvSpPr>
            <p:spPr>
              <a:xfrm rot="10800000" flipH="1">
                <a:off x="827432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Rectangle 1156">
                <a:extLst>
                  <a:ext uri="{FF2B5EF4-FFF2-40B4-BE49-F238E27FC236}">
                    <a16:creationId xmlns:a16="http://schemas.microsoft.com/office/drawing/2014/main" id="{EBA557F4-C451-FD75-4EC1-71DBEED345F1}"/>
                  </a:ext>
                </a:extLst>
              </p:cNvPr>
              <p:cNvSpPr/>
              <p:nvPr/>
            </p:nvSpPr>
            <p:spPr>
              <a:xfrm rot="10800000" flipH="1">
                <a:off x="837475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Rectangle 1157">
                <a:extLst>
                  <a:ext uri="{FF2B5EF4-FFF2-40B4-BE49-F238E27FC236}">
                    <a16:creationId xmlns:a16="http://schemas.microsoft.com/office/drawing/2014/main" id="{434E92E2-490C-BCEE-7D65-37757D5C3BE3}"/>
                  </a:ext>
                </a:extLst>
              </p:cNvPr>
              <p:cNvSpPr/>
              <p:nvPr/>
            </p:nvSpPr>
            <p:spPr>
              <a:xfrm rot="10800000" flipH="1">
                <a:off x="847517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Rectangle 1158">
                <a:extLst>
                  <a:ext uri="{FF2B5EF4-FFF2-40B4-BE49-F238E27FC236}">
                    <a16:creationId xmlns:a16="http://schemas.microsoft.com/office/drawing/2014/main" id="{34B00728-9E98-FAE4-12E8-9581617C7026}"/>
                  </a:ext>
                </a:extLst>
              </p:cNvPr>
              <p:cNvSpPr/>
              <p:nvPr/>
            </p:nvSpPr>
            <p:spPr>
              <a:xfrm rot="10800000" flipH="1">
                <a:off x="857559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Rectangle 1159">
                <a:extLst>
                  <a:ext uri="{FF2B5EF4-FFF2-40B4-BE49-F238E27FC236}">
                    <a16:creationId xmlns:a16="http://schemas.microsoft.com/office/drawing/2014/main" id="{71577977-90BB-D68B-1BEE-2E76341A4DA9}"/>
                  </a:ext>
                </a:extLst>
              </p:cNvPr>
              <p:cNvSpPr/>
              <p:nvPr/>
            </p:nvSpPr>
            <p:spPr>
              <a:xfrm rot="10800000" flipH="1">
                <a:off x="867602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Rectangle 1160">
                <a:extLst>
                  <a:ext uri="{FF2B5EF4-FFF2-40B4-BE49-F238E27FC236}">
                    <a16:creationId xmlns:a16="http://schemas.microsoft.com/office/drawing/2014/main" id="{B55CF703-5699-249A-04CD-C03925FE0AB1}"/>
                  </a:ext>
                </a:extLst>
              </p:cNvPr>
              <p:cNvSpPr/>
              <p:nvPr/>
            </p:nvSpPr>
            <p:spPr>
              <a:xfrm rot="10800000" flipH="1">
                <a:off x="877644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Rectangle 1161">
                <a:extLst>
                  <a:ext uri="{FF2B5EF4-FFF2-40B4-BE49-F238E27FC236}">
                    <a16:creationId xmlns:a16="http://schemas.microsoft.com/office/drawing/2014/main" id="{B9116882-A276-3A88-CE84-1937BAE340E3}"/>
                  </a:ext>
                </a:extLst>
              </p:cNvPr>
              <p:cNvSpPr/>
              <p:nvPr/>
            </p:nvSpPr>
            <p:spPr>
              <a:xfrm rot="10800000" flipH="1">
                <a:off x="887686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Rectangle 1162">
                <a:extLst>
                  <a:ext uri="{FF2B5EF4-FFF2-40B4-BE49-F238E27FC236}">
                    <a16:creationId xmlns:a16="http://schemas.microsoft.com/office/drawing/2014/main" id="{C732BBC8-B3AD-0781-CCD5-DDA134AAF9F1}"/>
                  </a:ext>
                </a:extLst>
              </p:cNvPr>
              <p:cNvSpPr/>
              <p:nvPr/>
            </p:nvSpPr>
            <p:spPr>
              <a:xfrm rot="10800000" flipH="1">
                <a:off x="897728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Rectangle 1163">
                <a:extLst>
                  <a:ext uri="{FF2B5EF4-FFF2-40B4-BE49-F238E27FC236}">
                    <a16:creationId xmlns:a16="http://schemas.microsoft.com/office/drawing/2014/main" id="{06849CF6-04A4-D0BB-3DAD-1D174DF0BDC5}"/>
                  </a:ext>
                </a:extLst>
              </p:cNvPr>
              <p:cNvSpPr/>
              <p:nvPr/>
            </p:nvSpPr>
            <p:spPr>
              <a:xfrm rot="10800000" flipH="1">
                <a:off x="907771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Rectangle 1164">
                <a:extLst>
                  <a:ext uri="{FF2B5EF4-FFF2-40B4-BE49-F238E27FC236}">
                    <a16:creationId xmlns:a16="http://schemas.microsoft.com/office/drawing/2014/main" id="{F670F6D5-A9F0-48E2-F502-3A0F0B82965D}"/>
                  </a:ext>
                </a:extLst>
              </p:cNvPr>
              <p:cNvSpPr/>
              <p:nvPr/>
            </p:nvSpPr>
            <p:spPr>
              <a:xfrm rot="10800000" flipH="1">
                <a:off x="917813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Rectangle 1165">
                <a:extLst>
                  <a:ext uri="{FF2B5EF4-FFF2-40B4-BE49-F238E27FC236}">
                    <a16:creationId xmlns:a16="http://schemas.microsoft.com/office/drawing/2014/main" id="{1B94D492-4A02-FCBC-F82B-839623E71008}"/>
                  </a:ext>
                </a:extLst>
              </p:cNvPr>
              <p:cNvSpPr/>
              <p:nvPr/>
            </p:nvSpPr>
            <p:spPr>
              <a:xfrm rot="10800000" flipH="1">
                <a:off x="927855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Rectangle 1166">
                <a:extLst>
                  <a:ext uri="{FF2B5EF4-FFF2-40B4-BE49-F238E27FC236}">
                    <a16:creationId xmlns:a16="http://schemas.microsoft.com/office/drawing/2014/main" id="{CD05F8E2-AD0E-EB89-AEC6-B71BC960CA88}"/>
                  </a:ext>
                </a:extLst>
              </p:cNvPr>
              <p:cNvSpPr/>
              <p:nvPr/>
            </p:nvSpPr>
            <p:spPr>
              <a:xfrm rot="10800000" flipH="1">
                <a:off x="937898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Rectangle 1167">
                <a:extLst>
                  <a:ext uri="{FF2B5EF4-FFF2-40B4-BE49-F238E27FC236}">
                    <a16:creationId xmlns:a16="http://schemas.microsoft.com/office/drawing/2014/main" id="{CD875E38-E41D-9CA3-116C-97E13FEEA23B}"/>
                  </a:ext>
                </a:extLst>
              </p:cNvPr>
              <p:cNvSpPr/>
              <p:nvPr/>
            </p:nvSpPr>
            <p:spPr>
              <a:xfrm rot="10800000" flipH="1">
                <a:off x="947940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Rectangle 1168">
                <a:extLst>
                  <a:ext uri="{FF2B5EF4-FFF2-40B4-BE49-F238E27FC236}">
                    <a16:creationId xmlns:a16="http://schemas.microsoft.com/office/drawing/2014/main" id="{561CEC71-0C15-BC02-4DBC-43645F4DE9C1}"/>
                  </a:ext>
                </a:extLst>
              </p:cNvPr>
              <p:cNvSpPr/>
              <p:nvPr/>
            </p:nvSpPr>
            <p:spPr>
              <a:xfrm rot="10800000" flipH="1">
                <a:off x="957982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Rectangle 1169">
                <a:extLst>
                  <a:ext uri="{FF2B5EF4-FFF2-40B4-BE49-F238E27FC236}">
                    <a16:creationId xmlns:a16="http://schemas.microsoft.com/office/drawing/2014/main" id="{668C5176-B612-551F-7B6E-CAC35E77CE8D}"/>
                  </a:ext>
                </a:extLst>
              </p:cNvPr>
              <p:cNvSpPr/>
              <p:nvPr/>
            </p:nvSpPr>
            <p:spPr>
              <a:xfrm rot="10800000" flipH="1">
                <a:off x="968025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Rectangle 1170">
                <a:extLst>
                  <a:ext uri="{FF2B5EF4-FFF2-40B4-BE49-F238E27FC236}">
                    <a16:creationId xmlns:a16="http://schemas.microsoft.com/office/drawing/2014/main" id="{1BF6351E-E442-94E7-B334-8DB27DBC9836}"/>
                  </a:ext>
                </a:extLst>
              </p:cNvPr>
              <p:cNvSpPr/>
              <p:nvPr/>
            </p:nvSpPr>
            <p:spPr>
              <a:xfrm rot="10800000" flipH="1">
                <a:off x="978067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Rectangle 1171">
                <a:extLst>
                  <a:ext uri="{FF2B5EF4-FFF2-40B4-BE49-F238E27FC236}">
                    <a16:creationId xmlns:a16="http://schemas.microsoft.com/office/drawing/2014/main" id="{08197D43-5E5F-C41C-E4F4-D16457C92C4E}"/>
                  </a:ext>
                </a:extLst>
              </p:cNvPr>
              <p:cNvSpPr/>
              <p:nvPr/>
            </p:nvSpPr>
            <p:spPr>
              <a:xfrm rot="10800000" flipH="1">
                <a:off x="988109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Rectangle 1172">
                <a:extLst>
                  <a:ext uri="{FF2B5EF4-FFF2-40B4-BE49-F238E27FC236}">
                    <a16:creationId xmlns:a16="http://schemas.microsoft.com/office/drawing/2014/main" id="{39359521-5DF6-1F26-4CE4-2509AC53EBAE}"/>
                  </a:ext>
                </a:extLst>
              </p:cNvPr>
              <p:cNvSpPr/>
              <p:nvPr/>
            </p:nvSpPr>
            <p:spPr>
              <a:xfrm rot="10800000" flipH="1">
                <a:off x="998151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Rectangle 1173">
                <a:extLst>
                  <a:ext uri="{FF2B5EF4-FFF2-40B4-BE49-F238E27FC236}">
                    <a16:creationId xmlns:a16="http://schemas.microsoft.com/office/drawing/2014/main" id="{3D2B3621-2849-F11E-4439-9572D9F15100}"/>
                  </a:ext>
                </a:extLst>
              </p:cNvPr>
              <p:cNvSpPr/>
              <p:nvPr/>
            </p:nvSpPr>
            <p:spPr>
              <a:xfrm rot="10800000" flipH="1">
                <a:off x="1008194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Rectangle 1174">
                <a:extLst>
                  <a:ext uri="{FF2B5EF4-FFF2-40B4-BE49-F238E27FC236}">
                    <a16:creationId xmlns:a16="http://schemas.microsoft.com/office/drawing/2014/main" id="{BBFDD19E-F15F-377C-3B2D-6B4EFF9A766C}"/>
                  </a:ext>
                </a:extLst>
              </p:cNvPr>
              <p:cNvSpPr/>
              <p:nvPr/>
            </p:nvSpPr>
            <p:spPr>
              <a:xfrm rot="10800000" flipH="1">
                <a:off x="1018236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Rectangle 1175">
                <a:extLst>
                  <a:ext uri="{FF2B5EF4-FFF2-40B4-BE49-F238E27FC236}">
                    <a16:creationId xmlns:a16="http://schemas.microsoft.com/office/drawing/2014/main" id="{613E5F45-B927-5E1A-4804-6971D42C6FF9}"/>
                  </a:ext>
                </a:extLst>
              </p:cNvPr>
              <p:cNvSpPr/>
              <p:nvPr/>
            </p:nvSpPr>
            <p:spPr>
              <a:xfrm rot="10800000" flipH="1">
                <a:off x="1028278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Rectangle 1176">
                <a:extLst>
                  <a:ext uri="{FF2B5EF4-FFF2-40B4-BE49-F238E27FC236}">
                    <a16:creationId xmlns:a16="http://schemas.microsoft.com/office/drawing/2014/main" id="{3D44395F-9A9B-164F-8E37-29ED726005BA}"/>
                  </a:ext>
                </a:extLst>
              </p:cNvPr>
              <p:cNvSpPr/>
              <p:nvPr/>
            </p:nvSpPr>
            <p:spPr>
              <a:xfrm rot="10800000" flipH="1">
                <a:off x="1038321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Rectangle 1177">
                <a:extLst>
                  <a:ext uri="{FF2B5EF4-FFF2-40B4-BE49-F238E27FC236}">
                    <a16:creationId xmlns:a16="http://schemas.microsoft.com/office/drawing/2014/main" id="{61690048-D7D7-04C7-A019-61182E2717E9}"/>
                  </a:ext>
                </a:extLst>
              </p:cNvPr>
              <p:cNvSpPr/>
              <p:nvPr/>
            </p:nvSpPr>
            <p:spPr>
              <a:xfrm rot="10800000" flipH="1">
                <a:off x="1048363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Rectangle 1178">
                <a:extLst>
                  <a:ext uri="{FF2B5EF4-FFF2-40B4-BE49-F238E27FC236}">
                    <a16:creationId xmlns:a16="http://schemas.microsoft.com/office/drawing/2014/main" id="{FFBA4337-698F-5FA2-5580-A8C3DEE1CA61}"/>
                  </a:ext>
                </a:extLst>
              </p:cNvPr>
              <p:cNvSpPr/>
              <p:nvPr/>
            </p:nvSpPr>
            <p:spPr>
              <a:xfrm rot="10800000" flipH="1">
                <a:off x="1058405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Rectangle 1179">
                <a:extLst>
                  <a:ext uri="{FF2B5EF4-FFF2-40B4-BE49-F238E27FC236}">
                    <a16:creationId xmlns:a16="http://schemas.microsoft.com/office/drawing/2014/main" id="{AC661894-8B3A-1525-641C-71571A0A3E87}"/>
                  </a:ext>
                </a:extLst>
              </p:cNvPr>
              <p:cNvSpPr/>
              <p:nvPr/>
            </p:nvSpPr>
            <p:spPr>
              <a:xfrm rot="10800000" flipH="1">
                <a:off x="1068447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Rectangle 1180">
                <a:extLst>
                  <a:ext uri="{FF2B5EF4-FFF2-40B4-BE49-F238E27FC236}">
                    <a16:creationId xmlns:a16="http://schemas.microsoft.com/office/drawing/2014/main" id="{5A97B970-5EF4-9710-0CD6-0E45F0887467}"/>
                  </a:ext>
                </a:extLst>
              </p:cNvPr>
              <p:cNvSpPr/>
              <p:nvPr/>
            </p:nvSpPr>
            <p:spPr>
              <a:xfrm rot="10800000" flipH="1">
                <a:off x="1078490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Rectangle 1181">
                <a:extLst>
                  <a:ext uri="{FF2B5EF4-FFF2-40B4-BE49-F238E27FC236}">
                    <a16:creationId xmlns:a16="http://schemas.microsoft.com/office/drawing/2014/main" id="{5E422893-6FFF-7075-78FE-B5D212959D1A}"/>
                  </a:ext>
                </a:extLst>
              </p:cNvPr>
              <p:cNvSpPr/>
              <p:nvPr/>
            </p:nvSpPr>
            <p:spPr>
              <a:xfrm rot="10800000" flipH="1">
                <a:off x="1088532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981" name="TextBox 1980">
            <a:extLst>
              <a:ext uri="{FF2B5EF4-FFF2-40B4-BE49-F238E27FC236}">
                <a16:creationId xmlns:a16="http://schemas.microsoft.com/office/drawing/2014/main" id="{88548184-B22F-2968-F005-702AC1ED24AD}"/>
              </a:ext>
            </a:extLst>
          </p:cNvPr>
          <p:cNvSpPr txBox="1"/>
          <p:nvPr/>
        </p:nvSpPr>
        <p:spPr>
          <a:xfrm>
            <a:off x="10581863" y="2407413"/>
            <a:ext cx="1352230" cy="338554"/>
          </a:xfrm>
          <a:prstGeom prst="rect">
            <a:avLst/>
          </a:prstGeom>
          <a:noFill/>
        </p:spPr>
        <p:txBody>
          <a:bodyPr wrap="none" rtlCol="0">
            <a:spAutoFit/>
          </a:bodyPr>
          <a:lstStyle/>
          <a:p>
            <a:r>
              <a:rPr lang="en-US" sz="1600" dirty="0"/>
              <a:t>parallel </a:t>
            </a:r>
            <a:r>
              <a:rPr lang="en-US" sz="1600" dirty="0" err="1"/>
              <a:t>ochan</a:t>
            </a:r>
            <a:endParaRPr lang="en-US" sz="1600" dirty="0"/>
          </a:p>
        </p:txBody>
      </p:sp>
      <p:cxnSp>
        <p:nvCxnSpPr>
          <p:cNvPr id="1985" name="Straight Connector 1984">
            <a:extLst>
              <a:ext uri="{FF2B5EF4-FFF2-40B4-BE49-F238E27FC236}">
                <a16:creationId xmlns:a16="http://schemas.microsoft.com/office/drawing/2014/main" id="{2F6EB435-7B39-652E-AEE0-D3430E8B30B5}"/>
              </a:ext>
            </a:extLst>
          </p:cNvPr>
          <p:cNvCxnSpPr>
            <a:cxnSpLocks/>
          </p:cNvCxnSpPr>
          <p:nvPr/>
        </p:nvCxnSpPr>
        <p:spPr>
          <a:xfrm>
            <a:off x="6641026" y="1690688"/>
            <a:ext cx="0" cy="4772105"/>
          </a:xfrm>
          <a:prstGeom prst="line">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331241E1-485A-33BE-742A-817E279EC127}"/>
              </a:ext>
            </a:extLst>
          </p:cNvPr>
          <p:cNvPicPr>
            <a:picLocks noChangeAspect="1"/>
          </p:cNvPicPr>
          <p:nvPr/>
        </p:nvPicPr>
        <p:blipFill>
          <a:blip r:embed="rId2"/>
          <a:stretch>
            <a:fillRect/>
          </a:stretch>
        </p:blipFill>
        <p:spPr>
          <a:xfrm>
            <a:off x="7022975" y="3854030"/>
            <a:ext cx="3480228" cy="1918618"/>
          </a:xfrm>
          <a:prstGeom prst="rect">
            <a:avLst/>
          </a:prstGeom>
        </p:spPr>
      </p:pic>
      <p:sp>
        <p:nvSpPr>
          <p:cNvPr id="11" name="TextBox 10">
            <a:extLst>
              <a:ext uri="{FF2B5EF4-FFF2-40B4-BE49-F238E27FC236}">
                <a16:creationId xmlns:a16="http://schemas.microsoft.com/office/drawing/2014/main" id="{C1AFFBAE-6DAF-9F5B-B81E-6EF93CDF4BF6}"/>
              </a:ext>
            </a:extLst>
          </p:cNvPr>
          <p:cNvSpPr txBox="1"/>
          <p:nvPr/>
        </p:nvSpPr>
        <p:spPr>
          <a:xfrm>
            <a:off x="10581863" y="4617440"/>
            <a:ext cx="1426865" cy="338554"/>
          </a:xfrm>
          <a:prstGeom prst="rect">
            <a:avLst/>
          </a:prstGeom>
          <a:noFill/>
        </p:spPr>
        <p:txBody>
          <a:bodyPr wrap="none" rtlCol="0">
            <a:spAutoFit/>
          </a:bodyPr>
          <a:lstStyle/>
          <a:p>
            <a:r>
              <a:rPr lang="en-US" sz="1600" dirty="0"/>
              <a:t>parallel </a:t>
            </a:r>
            <a:r>
              <a:rPr lang="en-US" sz="1600" dirty="0" err="1"/>
              <a:t>nstripe</a:t>
            </a:r>
            <a:endParaRPr lang="en-US" sz="1600" dirty="0"/>
          </a:p>
        </p:txBody>
      </p:sp>
      <p:pic>
        <p:nvPicPr>
          <p:cNvPr id="1980" name="Picture 1979">
            <a:extLst>
              <a:ext uri="{FF2B5EF4-FFF2-40B4-BE49-F238E27FC236}">
                <a16:creationId xmlns:a16="http://schemas.microsoft.com/office/drawing/2014/main" id="{D299A21A-2945-D6B4-1683-AA233C430AEF}"/>
              </a:ext>
            </a:extLst>
          </p:cNvPr>
          <p:cNvPicPr>
            <a:picLocks noChangeAspect="1"/>
          </p:cNvPicPr>
          <p:nvPr/>
        </p:nvPicPr>
        <p:blipFill>
          <a:blip r:embed="rId3"/>
          <a:stretch>
            <a:fillRect/>
          </a:stretch>
        </p:blipFill>
        <p:spPr>
          <a:xfrm>
            <a:off x="7018096" y="5830050"/>
            <a:ext cx="3544006" cy="859460"/>
          </a:xfrm>
          <a:prstGeom prst="rect">
            <a:avLst/>
          </a:prstGeom>
        </p:spPr>
      </p:pic>
    </p:spTree>
    <p:extLst>
      <p:ext uri="{BB962C8B-B14F-4D97-AF65-F5344CB8AC3E}">
        <p14:creationId xmlns:p14="http://schemas.microsoft.com/office/powerpoint/2010/main" val="21266218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74360-1FB1-3CD8-642A-70332589598D}"/>
              </a:ext>
            </a:extLst>
          </p:cNvPr>
          <p:cNvSpPr>
            <a:spLocks noGrp="1"/>
          </p:cNvSpPr>
          <p:nvPr>
            <p:ph type="title"/>
          </p:nvPr>
        </p:nvSpPr>
        <p:spPr/>
        <p:txBody>
          <a:bodyPr/>
          <a:lstStyle/>
          <a:p>
            <a:r>
              <a:rPr lang="en-US" dirty="0"/>
              <a:t>Backup</a:t>
            </a:r>
          </a:p>
        </p:txBody>
      </p:sp>
      <p:sp>
        <p:nvSpPr>
          <p:cNvPr id="3" name="Text Placeholder 2">
            <a:extLst>
              <a:ext uri="{FF2B5EF4-FFF2-40B4-BE49-F238E27FC236}">
                <a16:creationId xmlns:a16="http://schemas.microsoft.com/office/drawing/2014/main" id="{8CD39535-6D7C-1330-A826-23A8471301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2430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7" name="Group 626">
            <a:extLst>
              <a:ext uri="{FF2B5EF4-FFF2-40B4-BE49-F238E27FC236}">
                <a16:creationId xmlns:a16="http://schemas.microsoft.com/office/drawing/2014/main" id="{98AC0A86-74FD-1DB9-D97B-B36B49784EE8}"/>
              </a:ext>
            </a:extLst>
          </p:cNvPr>
          <p:cNvGrpSpPr/>
          <p:nvPr/>
        </p:nvGrpSpPr>
        <p:grpSpPr>
          <a:xfrm>
            <a:off x="2047560" y="2396108"/>
            <a:ext cx="803384" cy="100423"/>
            <a:chOff x="4288721" y="2634954"/>
            <a:chExt cx="803384" cy="100423"/>
          </a:xfrm>
        </p:grpSpPr>
        <p:sp>
          <p:nvSpPr>
            <p:cNvPr id="619" name="Rectangle 618">
              <a:extLst>
                <a:ext uri="{FF2B5EF4-FFF2-40B4-BE49-F238E27FC236}">
                  <a16:creationId xmlns:a16="http://schemas.microsoft.com/office/drawing/2014/main" id="{AC9F9E62-A1EE-6487-9628-681BEBD7FA69}"/>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CBF7BB1E-DA3E-FFF6-F41B-BAA92A63DE2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150C91E6-3D73-B602-1836-2FB53C5C0BD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5DC6433E-453E-878D-EEF1-40764725B4B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B4EFA143-0A4A-9A5F-ACBB-4437EED0C17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91951998-8C02-628F-C52E-F66226246C29}"/>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604B19DE-AEFB-A12E-2052-A480334F1E8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D8017259-2CCA-E834-BBB2-BA29C3E526DC}"/>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3" name="TextBox 672">
            <a:extLst>
              <a:ext uri="{FF2B5EF4-FFF2-40B4-BE49-F238E27FC236}">
                <a16:creationId xmlns:a16="http://schemas.microsoft.com/office/drawing/2014/main" id="{5513BE8D-6C4B-384E-F14E-C07B858562CC}"/>
              </a:ext>
            </a:extLst>
          </p:cNvPr>
          <p:cNvSpPr txBox="1"/>
          <p:nvPr/>
        </p:nvSpPr>
        <p:spPr>
          <a:xfrm>
            <a:off x="838200" y="2239860"/>
            <a:ext cx="1147943" cy="369332"/>
          </a:xfrm>
          <a:prstGeom prst="rect">
            <a:avLst/>
          </a:prstGeom>
          <a:noFill/>
        </p:spPr>
        <p:txBody>
          <a:bodyPr wrap="none" rtlCol="0">
            <a:spAutoFit/>
          </a:bodyPr>
          <a:lstStyle/>
          <a:p>
            <a:r>
              <a:rPr lang="en-US" dirty="0"/>
              <a:t>input data</a:t>
            </a:r>
          </a:p>
        </p:txBody>
      </p:sp>
      <p:sp>
        <p:nvSpPr>
          <p:cNvPr id="675" name="TextBox 674">
            <a:extLst>
              <a:ext uri="{FF2B5EF4-FFF2-40B4-BE49-F238E27FC236}">
                <a16:creationId xmlns:a16="http://schemas.microsoft.com/office/drawing/2014/main" id="{310A2CCD-B43B-6D66-9E0B-80B332969E0C}"/>
              </a:ext>
            </a:extLst>
          </p:cNvPr>
          <p:cNvSpPr txBox="1"/>
          <p:nvPr/>
        </p:nvSpPr>
        <p:spPr>
          <a:xfrm>
            <a:off x="5332990" y="2877953"/>
            <a:ext cx="490840" cy="369332"/>
          </a:xfrm>
          <a:prstGeom prst="rect">
            <a:avLst/>
          </a:prstGeom>
          <a:noFill/>
        </p:spPr>
        <p:txBody>
          <a:bodyPr wrap="none" rtlCol="0">
            <a:spAutoFit/>
          </a:bodyPr>
          <a:lstStyle/>
          <a:p>
            <a:r>
              <a:rPr lang="en-US" dirty="0"/>
              <a:t>acc</a:t>
            </a:r>
          </a:p>
        </p:txBody>
      </p:sp>
      <p:grpSp>
        <p:nvGrpSpPr>
          <p:cNvPr id="676" name="Group 675">
            <a:extLst>
              <a:ext uri="{FF2B5EF4-FFF2-40B4-BE49-F238E27FC236}">
                <a16:creationId xmlns:a16="http://schemas.microsoft.com/office/drawing/2014/main" id="{37AB9818-F8C9-AC3F-A68F-6CFD3059554D}"/>
              </a:ext>
            </a:extLst>
          </p:cNvPr>
          <p:cNvGrpSpPr/>
          <p:nvPr/>
        </p:nvGrpSpPr>
        <p:grpSpPr>
          <a:xfrm>
            <a:off x="2048014" y="3762860"/>
            <a:ext cx="803384" cy="100423"/>
            <a:chOff x="4288721" y="2634954"/>
            <a:chExt cx="803384" cy="100423"/>
          </a:xfrm>
        </p:grpSpPr>
        <p:sp>
          <p:nvSpPr>
            <p:cNvPr id="677" name="Rectangle 676">
              <a:extLst>
                <a:ext uri="{FF2B5EF4-FFF2-40B4-BE49-F238E27FC236}">
                  <a16:creationId xmlns:a16="http://schemas.microsoft.com/office/drawing/2014/main" id="{74AE5304-169C-E548-661E-0260D97A8D58}"/>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092AA97D-EDFB-D77F-4BB1-7B4032A817F8}"/>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8638E51D-CE85-F59F-55D8-02C1BBAFC6E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CB5AACE4-4B8A-0E1F-8A1E-9FF23DD84D01}"/>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328F8F73-632E-CF92-55DA-A881142021DE}"/>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217D4B5-B105-6BFF-F2DD-FA2116B506A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1E5D7EAD-710C-46DC-1029-C079B4B2204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3CBF38E6-8245-92BE-A1D2-EAFCF3CB77CE}"/>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5" name="Group 684">
            <a:extLst>
              <a:ext uri="{FF2B5EF4-FFF2-40B4-BE49-F238E27FC236}">
                <a16:creationId xmlns:a16="http://schemas.microsoft.com/office/drawing/2014/main" id="{9E504BAC-4F55-047E-B5E0-932F539107F7}"/>
              </a:ext>
            </a:extLst>
          </p:cNvPr>
          <p:cNvGrpSpPr/>
          <p:nvPr/>
        </p:nvGrpSpPr>
        <p:grpSpPr>
          <a:xfrm>
            <a:off x="2851398" y="3762860"/>
            <a:ext cx="803384" cy="100423"/>
            <a:chOff x="4288721" y="2634954"/>
            <a:chExt cx="803384" cy="100423"/>
          </a:xfrm>
        </p:grpSpPr>
        <p:sp>
          <p:nvSpPr>
            <p:cNvPr id="686" name="Rectangle 685">
              <a:extLst>
                <a:ext uri="{FF2B5EF4-FFF2-40B4-BE49-F238E27FC236}">
                  <a16:creationId xmlns:a16="http://schemas.microsoft.com/office/drawing/2014/main" id="{46BF1DDF-BD2A-5E70-F67D-659D49C2282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4FDC8B06-5A19-ED17-68BA-64205B009220}"/>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473D908E-0CA1-B37C-E2DA-6BB7F3E282B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33D559D8-1661-F3C5-67F0-B99B10613FB6}"/>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21C57602-FD3B-184A-B1AB-59814F10A44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4E04BE7F-CD27-03B3-4116-FDFFD4EA8CC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19304AEE-1BEB-1AF6-8AC9-8104C72178AC}"/>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798C1522-6560-095E-827D-46CF2DDB16DF}"/>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4" name="Group 693">
            <a:extLst>
              <a:ext uri="{FF2B5EF4-FFF2-40B4-BE49-F238E27FC236}">
                <a16:creationId xmlns:a16="http://schemas.microsoft.com/office/drawing/2014/main" id="{FD2086DB-D00E-EB8C-1D31-D1C16BB1BCA0}"/>
              </a:ext>
            </a:extLst>
          </p:cNvPr>
          <p:cNvGrpSpPr/>
          <p:nvPr/>
        </p:nvGrpSpPr>
        <p:grpSpPr>
          <a:xfrm>
            <a:off x="3654782" y="3762860"/>
            <a:ext cx="803384" cy="100423"/>
            <a:chOff x="4288721" y="2634954"/>
            <a:chExt cx="803384" cy="100423"/>
          </a:xfrm>
        </p:grpSpPr>
        <p:sp>
          <p:nvSpPr>
            <p:cNvPr id="695" name="Rectangle 694">
              <a:extLst>
                <a:ext uri="{FF2B5EF4-FFF2-40B4-BE49-F238E27FC236}">
                  <a16:creationId xmlns:a16="http://schemas.microsoft.com/office/drawing/2014/main" id="{86DB06F3-7B50-544C-D13D-01E653927F6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5024B74B-C4B1-18EE-4429-54FC0E804454}"/>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5DBF9D94-ED14-D017-2F35-C37E6EBA45FF}"/>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7FAD82CC-722C-6AF6-DC3C-2CCAA0534CEA}"/>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5210CD69-7374-5AD9-4466-AF4DBD96B17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232BA068-18E1-71A0-A3E3-5A3CE6DBABF2}"/>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E19B4767-74D2-233A-8FE3-CA8A3C74B78A}"/>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36ABB996-88BD-7C05-9209-0FE990AF4ECA}"/>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3" name="Group 702">
            <a:extLst>
              <a:ext uri="{FF2B5EF4-FFF2-40B4-BE49-F238E27FC236}">
                <a16:creationId xmlns:a16="http://schemas.microsoft.com/office/drawing/2014/main" id="{BA13897E-F040-5946-7F36-80ACA8D504EF}"/>
              </a:ext>
            </a:extLst>
          </p:cNvPr>
          <p:cNvGrpSpPr/>
          <p:nvPr/>
        </p:nvGrpSpPr>
        <p:grpSpPr>
          <a:xfrm>
            <a:off x="4458166" y="3762860"/>
            <a:ext cx="803384" cy="100423"/>
            <a:chOff x="4288721" y="2634954"/>
            <a:chExt cx="803384" cy="100423"/>
          </a:xfrm>
        </p:grpSpPr>
        <p:sp>
          <p:nvSpPr>
            <p:cNvPr id="704" name="Rectangle 703">
              <a:extLst>
                <a:ext uri="{FF2B5EF4-FFF2-40B4-BE49-F238E27FC236}">
                  <a16:creationId xmlns:a16="http://schemas.microsoft.com/office/drawing/2014/main" id="{3E793C9E-5C30-C4B1-C93B-1874BF5692E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5058C2AF-5993-05C7-C7DE-708D7816AE4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74E3DE8A-9EFB-8425-DF3B-63146132A2F3}"/>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C528208F-42B4-7AB4-1B36-66E7C7C45F0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FB1A2AE0-C973-DEC8-7A3F-CCAA111570C3}"/>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ECFC6DAD-2413-CCA0-9321-461E80CAC407}"/>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74DE0518-2400-1A62-051F-BE3734D05310}"/>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DB6F157C-E3A1-51C3-67E2-E874EAD0A59D}"/>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2" name="TextBox 711">
            <a:extLst>
              <a:ext uri="{FF2B5EF4-FFF2-40B4-BE49-F238E27FC236}">
                <a16:creationId xmlns:a16="http://schemas.microsoft.com/office/drawing/2014/main" id="{1870C471-28B1-6075-FD11-C5946262E016}"/>
              </a:ext>
            </a:extLst>
          </p:cNvPr>
          <p:cNvSpPr txBox="1"/>
          <p:nvPr/>
        </p:nvSpPr>
        <p:spPr>
          <a:xfrm>
            <a:off x="1359584" y="3628406"/>
            <a:ext cx="559769" cy="369332"/>
          </a:xfrm>
          <a:prstGeom prst="rect">
            <a:avLst/>
          </a:prstGeom>
          <a:noFill/>
        </p:spPr>
        <p:txBody>
          <a:bodyPr wrap="none" rtlCol="0">
            <a:spAutoFit/>
          </a:bodyPr>
          <a:lstStyle/>
          <a:p>
            <a:r>
              <a:rPr lang="en-US" dirty="0"/>
              <a:t>bias</a:t>
            </a:r>
          </a:p>
        </p:txBody>
      </p:sp>
      <p:sp>
        <p:nvSpPr>
          <p:cNvPr id="713" name="TextBox 712">
            <a:extLst>
              <a:ext uri="{FF2B5EF4-FFF2-40B4-BE49-F238E27FC236}">
                <a16:creationId xmlns:a16="http://schemas.microsoft.com/office/drawing/2014/main" id="{F8B67836-88D5-3760-DD32-71CCB3164498}"/>
              </a:ext>
            </a:extLst>
          </p:cNvPr>
          <p:cNvSpPr txBox="1"/>
          <p:nvPr/>
        </p:nvSpPr>
        <p:spPr>
          <a:xfrm>
            <a:off x="1915144" y="5079399"/>
            <a:ext cx="3579698" cy="1477328"/>
          </a:xfrm>
          <a:prstGeom prst="rect">
            <a:avLst/>
          </a:prstGeom>
          <a:noFill/>
        </p:spPr>
        <p:txBody>
          <a:bodyPr wrap="none" rtlCol="0">
            <a:spAutoFit/>
          </a:bodyPr>
          <a:lstStyle/>
          <a:p>
            <a:r>
              <a:rPr lang="en-US" dirty="0"/>
              <a:t>1: compute dot product (s9*s9+s32)</a:t>
            </a:r>
          </a:p>
          <a:p>
            <a:r>
              <a:rPr lang="en-US" dirty="0"/>
              <a:t>2: add bias (s32+s32)</a:t>
            </a:r>
          </a:p>
          <a:p>
            <a:r>
              <a:rPr lang="en-US" dirty="0"/>
              <a:t>3. multiply by scale (s32*s32)</a:t>
            </a:r>
          </a:p>
          <a:p>
            <a:r>
              <a:rPr lang="en-US" dirty="0"/>
              <a:t>4. shift right &gt;&gt;31</a:t>
            </a:r>
          </a:p>
          <a:p>
            <a:r>
              <a:rPr lang="en-US" dirty="0"/>
              <a:t>5. clamp to s9 bits and RELU</a:t>
            </a:r>
          </a:p>
        </p:txBody>
      </p:sp>
      <p:sp>
        <p:nvSpPr>
          <p:cNvPr id="714" name="TextBox 713">
            <a:extLst>
              <a:ext uri="{FF2B5EF4-FFF2-40B4-BE49-F238E27FC236}">
                <a16:creationId xmlns:a16="http://schemas.microsoft.com/office/drawing/2014/main" id="{F92E0EA7-23AB-19BF-08C8-02FC3910ECAC}"/>
              </a:ext>
            </a:extLst>
          </p:cNvPr>
          <p:cNvSpPr txBox="1"/>
          <p:nvPr/>
        </p:nvSpPr>
        <p:spPr>
          <a:xfrm>
            <a:off x="2326781" y="2026776"/>
            <a:ext cx="391454" cy="369332"/>
          </a:xfrm>
          <a:prstGeom prst="rect">
            <a:avLst/>
          </a:prstGeom>
          <a:noFill/>
        </p:spPr>
        <p:txBody>
          <a:bodyPr wrap="none" rtlCol="0">
            <a:spAutoFit/>
          </a:bodyPr>
          <a:lstStyle/>
          <a:p>
            <a:r>
              <a:rPr lang="en-US" dirty="0"/>
              <a:t>s9</a:t>
            </a:r>
          </a:p>
        </p:txBody>
      </p:sp>
      <p:grpSp>
        <p:nvGrpSpPr>
          <p:cNvPr id="733" name="Group 732">
            <a:extLst>
              <a:ext uri="{FF2B5EF4-FFF2-40B4-BE49-F238E27FC236}">
                <a16:creationId xmlns:a16="http://schemas.microsoft.com/office/drawing/2014/main" id="{73F27B99-16B8-6554-23B6-49636BC5CFAC}"/>
              </a:ext>
            </a:extLst>
          </p:cNvPr>
          <p:cNvGrpSpPr/>
          <p:nvPr/>
        </p:nvGrpSpPr>
        <p:grpSpPr>
          <a:xfrm>
            <a:off x="2056073" y="2952050"/>
            <a:ext cx="803384" cy="100423"/>
            <a:chOff x="4288721" y="2634954"/>
            <a:chExt cx="803384" cy="100423"/>
          </a:xfrm>
        </p:grpSpPr>
        <p:sp>
          <p:nvSpPr>
            <p:cNvPr id="734" name="Rectangle 733">
              <a:extLst>
                <a:ext uri="{FF2B5EF4-FFF2-40B4-BE49-F238E27FC236}">
                  <a16:creationId xmlns:a16="http://schemas.microsoft.com/office/drawing/2014/main" id="{BF1758E8-BCF8-2DF1-707D-CEE3120FB8EF}"/>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F7BE66AD-A4AE-EEE0-24F7-7AF3041FD352}"/>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06CAC7D9-29D2-E70F-66D4-4E96EFD3208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874A97EA-D96A-7BDF-91B7-F025D48A6F4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BE78745A-0DB3-1BF2-7A92-B4B9553C32AC}"/>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B700FE05-0654-49BF-6CF2-2A4DA3110893}"/>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FA66B6F6-C2F8-87EB-7D33-CE0687D9E936}"/>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C232551E-E8C0-C4E9-739B-ED150C1EB4D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42" name="TextBox 741">
            <a:extLst>
              <a:ext uri="{FF2B5EF4-FFF2-40B4-BE49-F238E27FC236}">
                <a16:creationId xmlns:a16="http://schemas.microsoft.com/office/drawing/2014/main" id="{54BDC716-91EC-1114-2718-C590ABE0675F}"/>
              </a:ext>
            </a:extLst>
          </p:cNvPr>
          <p:cNvSpPr txBox="1"/>
          <p:nvPr/>
        </p:nvSpPr>
        <p:spPr>
          <a:xfrm>
            <a:off x="1104763" y="2815119"/>
            <a:ext cx="821700" cy="369332"/>
          </a:xfrm>
          <a:prstGeom prst="rect">
            <a:avLst/>
          </a:prstGeom>
          <a:noFill/>
        </p:spPr>
        <p:txBody>
          <a:bodyPr wrap="none" rtlCol="0">
            <a:spAutoFit/>
          </a:bodyPr>
          <a:lstStyle/>
          <a:p>
            <a:r>
              <a:rPr lang="en-US" dirty="0"/>
              <a:t>weight</a:t>
            </a:r>
          </a:p>
        </p:txBody>
      </p:sp>
      <p:sp>
        <p:nvSpPr>
          <p:cNvPr id="743" name="TextBox 742">
            <a:extLst>
              <a:ext uri="{FF2B5EF4-FFF2-40B4-BE49-F238E27FC236}">
                <a16:creationId xmlns:a16="http://schemas.microsoft.com/office/drawing/2014/main" id="{98A1F364-E1DB-79BC-CB83-0EF378EBEC2D}"/>
              </a:ext>
            </a:extLst>
          </p:cNvPr>
          <p:cNvSpPr txBox="1"/>
          <p:nvPr/>
        </p:nvSpPr>
        <p:spPr>
          <a:xfrm>
            <a:off x="2335294" y="2582718"/>
            <a:ext cx="391454" cy="369332"/>
          </a:xfrm>
          <a:prstGeom prst="rect">
            <a:avLst/>
          </a:prstGeom>
          <a:noFill/>
        </p:spPr>
        <p:txBody>
          <a:bodyPr wrap="none" rtlCol="0">
            <a:spAutoFit/>
          </a:bodyPr>
          <a:lstStyle/>
          <a:p>
            <a:r>
              <a:rPr lang="en-US" dirty="0"/>
              <a:t>s8</a:t>
            </a:r>
          </a:p>
        </p:txBody>
      </p:sp>
      <p:cxnSp>
        <p:nvCxnSpPr>
          <p:cNvPr id="756" name="Straight Arrow Connector 755">
            <a:extLst>
              <a:ext uri="{FF2B5EF4-FFF2-40B4-BE49-F238E27FC236}">
                <a16:creationId xmlns:a16="http://schemas.microsoft.com/office/drawing/2014/main" id="{9A900AA2-847C-34B3-47AC-4FC9EC8740D7}"/>
              </a:ext>
            </a:extLst>
          </p:cNvPr>
          <p:cNvCxnSpPr>
            <a:cxnSpLocks/>
            <a:stCxn id="734" idx="1"/>
            <a:endCxn id="758" idx="3"/>
          </p:cNvCxnSpPr>
          <p:nvPr/>
        </p:nvCxnSpPr>
        <p:spPr>
          <a:xfrm flipV="1">
            <a:off x="2859457" y="2836845"/>
            <a:ext cx="1240758" cy="1654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8" name="Oval 757">
            <a:extLst>
              <a:ext uri="{FF2B5EF4-FFF2-40B4-BE49-F238E27FC236}">
                <a16:creationId xmlns:a16="http://schemas.microsoft.com/office/drawing/2014/main" id="{07AC2462-C9F0-70A4-6E18-2A5291FB1478}"/>
              </a:ext>
            </a:extLst>
          </p:cNvPr>
          <p:cNvSpPr/>
          <p:nvPr/>
        </p:nvSpPr>
        <p:spPr>
          <a:xfrm>
            <a:off x="4056034" y="2579340"/>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latin typeface="Consolas" panose="020B0609020204030204" pitchFamily="49" charset="0"/>
              </a:rPr>
              <a:t>*</a:t>
            </a:r>
          </a:p>
        </p:txBody>
      </p:sp>
      <p:cxnSp>
        <p:nvCxnSpPr>
          <p:cNvPr id="759" name="Straight Arrow Connector 758">
            <a:extLst>
              <a:ext uri="{FF2B5EF4-FFF2-40B4-BE49-F238E27FC236}">
                <a16:creationId xmlns:a16="http://schemas.microsoft.com/office/drawing/2014/main" id="{AFBB3D3A-A7D9-326E-CD3A-730F243B5D6A}"/>
              </a:ext>
            </a:extLst>
          </p:cNvPr>
          <p:cNvCxnSpPr>
            <a:cxnSpLocks/>
            <a:stCxn id="619" idx="1"/>
            <a:endCxn id="758" idx="1"/>
          </p:cNvCxnSpPr>
          <p:nvPr/>
        </p:nvCxnSpPr>
        <p:spPr>
          <a:xfrm>
            <a:off x="2850944" y="2446319"/>
            <a:ext cx="1249271" cy="177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5" name="Oval 764">
            <a:extLst>
              <a:ext uri="{FF2B5EF4-FFF2-40B4-BE49-F238E27FC236}">
                <a16:creationId xmlns:a16="http://schemas.microsoft.com/office/drawing/2014/main" id="{EF94DA03-F68C-7DAE-5397-3C11101FD8F3}"/>
              </a:ext>
            </a:extLst>
          </p:cNvPr>
          <p:cNvSpPr/>
          <p:nvPr/>
        </p:nvSpPr>
        <p:spPr>
          <a:xfrm>
            <a:off x="4536212" y="2579340"/>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66" name="Straight Arrow Connector 765">
            <a:extLst>
              <a:ext uri="{FF2B5EF4-FFF2-40B4-BE49-F238E27FC236}">
                <a16:creationId xmlns:a16="http://schemas.microsoft.com/office/drawing/2014/main" id="{27F801DF-7172-44F2-ACF1-FADD34453545}"/>
              </a:ext>
            </a:extLst>
          </p:cNvPr>
          <p:cNvCxnSpPr>
            <a:cxnSpLocks/>
            <a:stCxn id="758" idx="6"/>
            <a:endCxn id="765" idx="2"/>
          </p:cNvCxnSpPr>
          <p:nvPr/>
        </p:nvCxnSpPr>
        <p:spPr>
          <a:xfrm>
            <a:off x="4357720" y="2730183"/>
            <a:ext cx="1784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2" name="Group 771">
            <a:extLst>
              <a:ext uri="{FF2B5EF4-FFF2-40B4-BE49-F238E27FC236}">
                <a16:creationId xmlns:a16="http://schemas.microsoft.com/office/drawing/2014/main" id="{65791396-05DB-AA8D-21D9-546123B94CFB}"/>
              </a:ext>
            </a:extLst>
          </p:cNvPr>
          <p:cNvGrpSpPr/>
          <p:nvPr/>
        </p:nvGrpSpPr>
        <p:grpSpPr>
          <a:xfrm>
            <a:off x="5403312" y="2555086"/>
            <a:ext cx="350195" cy="350195"/>
            <a:chOff x="10045338" y="619432"/>
            <a:chExt cx="350195" cy="350195"/>
          </a:xfrm>
        </p:grpSpPr>
        <p:sp>
          <p:nvSpPr>
            <p:cNvPr id="770" name="Rectangle 769">
              <a:extLst>
                <a:ext uri="{FF2B5EF4-FFF2-40B4-BE49-F238E27FC236}">
                  <a16:creationId xmlns:a16="http://schemas.microsoft.com/office/drawing/2014/main" id="{60979633-E2A6-6BAD-1BA4-39FC94E007A4}"/>
                </a:ext>
              </a:extLst>
            </p:cNvPr>
            <p:cNvSpPr/>
            <p:nvPr/>
          </p:nvSpPr>
          <p:spPr>
            <a:xfrm>
              <a:off x="10045338" y="619432"/>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Isosceles Triangle 770">
              <a:extLst>
                <a:ext uri="{FF2B5EF4-FFF2-40B4-BE49-F238E27FC236}">
                  <a16:creationId xmlns:a16="http://schemas.microsoft.com/office/drawing/2014/main" id="{93EC38DA-4EEA-35C6-84A0-254066D8508F}"/>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73" name="Straight Arrow Connector 772">
            <a:extLst>
              <a:ext uri="{FF2B5EF4-FFF2-40B4-BE49-F238E27FC236}">
                <a16:creationId xmlns:a16="http://schemas.microsoft.com/office/drawing/2014/main" id="{685E33A4-7C0D-29DB-B853-9C0EA8B4EEA9}"/>
              </a:ext>
            </a:extLst>
          </p:cNvPr>
          <p:cNvCxnSpPr>
            <a:cxnSpLocks/>
            <a:stCxn id="765" idx="6"/>
            <a:endCxn id="770" idx="1"/>
          </p:cNvCxnSpPr>
          <p:nvPr/>
        </p:nvCxnSpPr>
        <p:spPr>
          <a:xfrm>
            <a:off x="4837898" y="2730183"/>
            <a:ext cx="5654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5" name="TextBox 784">
            <a:extLst>
              <a:ext uri="{FF2B5EF4-FFF2-40B4-BE49-F238E27FC236}">
                <a16:creationId xmlns:a16="http://schemas.microsoft.com/office/drawing/2014/main" id="{7278B6B7-983D-9388-F348-78F8CED091C8}"/>
              </a:ext>
            </a:extLst>
          </p:cNvPr>
          <p:cNvSpPr txBox="1"/>
          <p:nvPr/>
        </p:nvSpPr>
        <p:spPr>
          <a:xfrm>
            <a:off x="4862152" y="2365476"/>
            <a:ext cx="508473" cy="369332"/>
          </a:xfrm>
          <a:prstGeom prst="rect">
            <a:avLst/>
          </a:prstGeom>
          <a:noFill/>
        </p:spPr>
        <p:txBody>
          <a:bodyPr wrap="none" rtlCol="0">
            <a:spAutoFit/>
          </a:bodyPr>
          <a:lstStyle/>
          <a:p>
            <a:r>
              <a:rPr lang="en-US" dirty="0"/>
              <a:t>s32</a:t>
            </a:r>
          </a:p>
        </p:txBody>
      </p:sp>
      <p:sp>
        <p:nvSpPr>
          <p:cNvPr id="786" name="TextBox 785">
            <a:extLst>
              <a:ext uri="{FF2B5EF4-FFF2-40B4-BE49-F238E27FC236}">
                <a16:creationId xmlns:a16="http://schemas.microsoft.com/office/drawing/2014/main" id="{82B2FCDC-4E1D-8D33-1EF3-73822A76DF1D}"/>
              </a:ext>
            </a:extLst>
          </p:cNvPr>
          <p:cNvSpPr txBox="1"/>
          <p:nvPr/>
        </p:nvSpPr>
        <p:spPr>
          <a:xfrm>
            <a:off x="3353511" y="3376420"/>
            <a:ext cx="508473" cy="369332"/>
          </a:xfrm>
          <a:prstGeom prst="rect">
            <a:avLst/>
          </a:prstGeom>
          <a:noFill/>
        </p:spPr>
        <p:txBody>
          <a:bodyPr wrap="none" rtlCol="0">
            <a:spAutoFit/>
          </a:bodyPr>
          <a:lstStyle/>
          <a:p>
            <a:r>
              <a:rPr lang="en-US" dirty="0"/>
              <a:t>s32</a:t>
            </a:r>
          </a:p>
        </p:txBody>
      </p:sp>
      <p:sp>
        <p:nvSpPr>
          <p:cNvPr id="787" name="Oval 786">
            <a:extLst>
              <a:ext uri="{FF2B5EF4-FFF2-40B4-BE49-F238E27FC236}">
                <a16:creationId xmlns:a16="http://schemas.microsoft.com/office/drawing/2014/main" id="{419CD7BF-734C-0D75-4A64-1176A99955A6}"/>
              </a:ext>
            </a:extLst>
          </p:cNvPr>
          <p:cNvSpPr/>
          <p:nvPr/>
        </p:nvSpPr>
        <p:spPr>
          <a:xfrm>
            <a:off x="6520279" y="3136375"/>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88" name="Straight Arrow Connector 787">
            <a:extLst>
              <a:ext uri="{FF2B5EF4-FFF2-40B4-BE49-F238E27FC236}">
                <a16:creationId xmlns:a16="http://schemas.microsoft.com/office/drawing/2014/main" id="{A815611F-A332-E9E2-97FB-066C4EE2E44A}"/>
              </a:ext>
            </a:extLst>
          </p:cNvPr>
          <p:cNvCxnSpPr>
            <a:cxnSpLocks/>
            <a:stCxn id="704" idx="1"/>
            <a:endCxn id="787" idx="3"/>
          </p:cNvCxnSpPr>
          <p:nvPr/>
        </p:nvCxnSpPr>
        <p:spPr>
          <a:xfrm flipV="1">
            <a:off x="5261550" y="3393880"/>
            <a:ext cx="1302910" cy="4191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2" name="Straight Arrow Connector 791">
            <a:extLst>
              <a:ext uri="{FF2B5EF4-FFF2-40B4-BE49-F238E27FC236}">
                <a16:creationId xmlns:a16="http://schemas.microsoft.com/office/drawing/2014/main" id="{A591E250-95BE-C886-2545-5AF0BDA9B261}"/>
              </a:ext>
            </a:extLst>
          </p:cNvPr>
          <p:cNvCxnSpPr>
            <a:cxnSpLocks/>
            <a:stCxn id="770" idx="3"/>
            <a:endCxn id="787" idx="1"/>
          </p:cNvCxnSpPr>
          <p:nvPr/>
        </p:nvCxnSpPr>
        <p:spPr>
          <a:xfrm>
            <a:off x="5753507" y="2730184"/>
            <a:ext cx="810953" cy="4503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3" name="Connector: Curved 802">
            <a:extLst>
              <a:ext uri="{FF2B5EF4-FFF2-40B4-BE49-F238E27FC236}">
                <a16:creationId xmlns:a16="http://schemas.microsoft.com/office/drawing/2014/main" id="{6B71668A-48ED-F653-F86C-7CA904A1329A}"/>
              </a:ext>
            </a:extLst>
          </p:cNvPr>
          <p:cNvCxnSpPr>
            <a:stCxn id="770" idx="3"/>
            <a:endCxn id="765" idx="0"/>
          </p:cNvCxnSpPr>
          <p:nvPr/>
        </p:nvCxnSpPr>
        <p:spPr>
          <a:xfrm flipH="1" flipV="1">
            <a:off x="4687055" y="2579340"/>
            <a:ext cx="1066452" cy="150844"/>
          </a:xfrm>
          <a:prstGeom prst="curvedConnector4">
            <a:avLst>
              <a:gd name="adj1" fmla="val -16392"/>
              <a:gd name="adj2" fmla="val 39837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8" name="Group 807">
            <a:extLst>
              <a:ext uri="{FF2B5EF4-FFF2-40B4-BE49-F238E27FC236}">
                <a16:creationId xmlns:a16="http://schemas.microsoft.com/office/drawing/2014/main" id="{8D60D1FF-0699-56BF-3323-8FFCC8F66285}"/>
              </a:ext>
            </a:extLst>
          </p:cNvPr>
          <p:cNvGrpSpPr/>
          <p:nvPr/>
        </p:nvGrpSpPr>
        <p:grpSpPr>
          <a:xfrm>
            <a:off x="2048014" y="4315862"/>
            <a:ext cx="803384" cy="100423"/>
            <a:chOff x="4288721" y="2634954"/>
            <a:chExt cx="803384" cy="100423"/>
          </a:xfrm>
        </p:grpSpPr>
        <p:sp>
          <p:nvSpPr>
            <p:cNvPr id="809" name="Rectangle 808">
              <a:extLst>
                <a:ext uri="{FF2B5EF4-FFF2-40B4-BE49-F238E27FC236}">
                  <a16:creationId xmlns:a16="http://schemas.microsoft.com/office/drawing/2014/main" id="{ACED1C48-0F5F-261A-4160-4190BC9FC3CE}"/>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3BD08B0F-C7D1-409E-475E-E33436602D5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52F378C-7176-E62F-59D2-B43141D32E8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D878960C-E0C8-031A-F20F-1EB8E44EB64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3C7EBEEB-09EC-E5D9-A888-83482459E43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CAE14465-9D5E-135E-5355-C0CE82BA0AF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7F75FC8E-B9F2-5AEF-27AB-1EB68588AF9B}"/>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C36B0CDA-CEF4-DE02-81AD-32CE35019297}"/>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7" name="Group 816">
            <a:extLst>
              <a:ext uri="{FF2B5EF4-FFF2-40B4-BE49-F238E27FC236}">
                <a16:creationId xmlns:a16="http://schemas.microsoft.com/office/drawing/2014/main" id="{5710110D-6FAC-00C7-F1EF-77E28DD767D7}"/>
              </a:ext>
            </a:extLst>
          </p:cNvPr>
          <p:cNvGrpSpPr/>
          <p:nvPr/>
        </p:nvGrpSpPr>
        <p:grpSpPr>
          <a:xfrm>
            <a:off x="2851398" y="4315862"/>
            <a:ext cx="803384" cy="100423"/>
            <a:chOff x="4288721" y="2634954"/>
            <a:chExt cx="803384" cy="100423"/>
          </a:xfrm>
        </p:grpSpPr>
        <p:sp>
          <p:nvSpPr>
            <p:cNvPr id="818" name="Rectangle 817">
              <a:extLst>
                <a:ext uri="{FF2B5EF4-FFF2-40B4-BE49-F238E27FC236}">
                  <a16:creationId xmlns:a16="http://schemas.microsoft.com/office/drawing/2014/main" id="{16CF0C30-3850-A0A4-59C7-91E78BCCD09D}"/>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19F47E3F-7D8D-D90E-F9DA-3918B2E9099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7196841C-150A-8007-6C4E-97BD18DFEA6A}"/>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AE6FCA8E-00A7-828F-968A-F5B6688907A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CCD528F2-B436-CE9E-F2A5-049D253FBAE7}"/>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6E13FBA1-CD04-A5E2-2ACF-DC5F6029398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2FFD7094-8CA6-F9F5-2A12-45D5BF5987B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1A610562-2DBB-035C-9EEC-EFE3B5A30014}"/>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6" name="Group 825">
            <a:extLst>
              <a:ext uri="{FF2B5EF4-FFF2-40B4-BE49-F238E27FC236}">
                <a16:creationId xmlns:a16="http://schemas.microsoft.com/office/drawing/2014/main" id="{BCB68644-B2B5-6CFB-A1CA-A9C53D7EE90A}"/>
              </a:ext>
            </a:extLst>
          </p:cNvPr>
          <p:cNvGrpSpPr/>
          <p:nvPr/>
        </p:nvGrpSpPr>
        <p:grpSpPr>
          <a:xfrm>
            <a:off x="3654782" y="4315862"/>
            <a:ext cx="803384" cy="100423"/>
            <a:chOff x="4288721" y="2634954"/>
            <a:chExt cx="803384" cy="100423"/>
          </a:xfrm>
        </p:grpSpPr>
        <p:sp>
          <p:nvSpPr>
            <p:cNvPr id="827" name="Rectangle 826">
              <a:extLst>
                <a:ext uri="{FF2B5EF4-FFF2-40B4-BE49-F238E27FC236}">
                  <a16:creationId xmlns:a16="http://schemas.microsoft.com/office/drawing/2014/main" id="{781BCC9E-AAFE-94CA-0256-B43AFD2228B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1B966B90-E426-E7DC-AEDA-29F5A42A74B6}"/>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E4D3F131-17E1-99DD-5F25-B816F02071F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C4F1480E-344B-839B-712B-513274CC480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8AC524BB-B71D-4012-126D-D342A307AC2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882F6FA8-AF11-B637-6B8A-5D4E02BB920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2BF43E49-DA19-CE7C-CBDD-B84A1F625098}"/>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AAAC783F-490E-9415-931E-0F33CCD5B748}"/>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5" name="Group 834">
            <a:extLst>
              <a:ext uri="{FF2B5EF4-FFF2-40B4-BE49-F238E27FC236}">
                <a16:creationId xmlns:a16="http://schemas.microsoft.com/office/drawing/2014/main" id="{71472E7D-B4F4-CA45-0D4D-C8201BEF292A}"/>
              </a:ext>
            </a:extLst>
          </p:cNvPr>
          <p:cNvGrpSpPr/>
          <p:nvPr/>
        </p:nvGrpSpPr>
        <p:grpSpPr>
          <a:xfrm>
            <a:off x="4458166" y="4315862"/>
            <a:ext cx="803384" cy="100423"/>
            <a:chOff x="4288721" y="2634954"/>
            <a:chExt cx="803384" cy="100423"/>
          </a:xfrm>
        </p:grpSpPr>
        <p:sp>
          <p:nvSpPr>
            <p:cNvPr id="836" name="Rectangle 835">
              <a:extLst>
                <a:ext uri="{FF2B5EF4-FFF2-40B4-BE49-F238E27FC236}">
                  <a16:creationId xmlns:a16="http://schemas.microsoft.com/office/drawing/2014/main" id="{C103A747-DD80-DDB1-77A7-A4557FD5A14B}"/>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88415B6B-42B3-CB0E-8FA3-F7EA0B69C9B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ED723378-7FF1-0F5F-8843-AD3A9CC0DE6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C46A42B8-219C-17D1-9AB2-BCF4DE1B9B6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AD06489C-6075-9DD5-BD17-406CC172A6A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7F5ADE5E-9E79-FA4F-983E-64DACDED44F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32B47B08-BAA4-3D2D-1B4E-AD84D604BEA9}"/>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6DB2BFF7-2166-7966-D0B8-D45CF98BD16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4" name="TextBox 843">
            <a:extLst>
              <a:ext uri="{FF2B5EF4-FFF2-40B4-BE49-F238E27FC236}">
                <a16:creationId xmlns:a16="http://schemas.microsoft.com/office/drawing/2014/main" id="{0D619915-FF5B-3853-8D0B-0F2FF9CD0956}"/>
              </a:ext>
            </a:extLst>
          </p:cNvPr>
          <p:cNvSpPr txBox="1"/>
          <p:nvPr/>
        </p:nvSpPr>
        <p:spPr>
          <a:xfrm>
            <a:off x="909623" y="4181408"/>
            <a:ext cx="899285" cy="369332"/>
          </a:xfrm>
          <a:prstGeom prst="rect">
            <a:avLst/>
          </a:prstGeom>
          <a:noFill/>
        </p:spPr>
        <p:txBody>
          <a:bodyPr wrap="none" rtlCol="0">
            <a:spAutoFit/>
          </a:bodyPr>
          <a:lstStyle/>
          <a:p>
            <a:r>
              <a:rPr lang="en-US" dirty="0"/>
              <a:t>scale M</a:t>
            </a:r>
          </a:p>
        </p:txBody>
      </p:sp>
      <p:sp>
        <p:nvSpPr>
          <p:cNvPr id="845" name="TextBox 844">
            <a:extLst>
              <a:ext uri="{FF2B5EF4-FFF2-40B4-BE49-F238E27FC236}">
                <a16:creationId xmlns:a16="http://schemas.microsoft.com/office/drawing/2014/main" id="{6360F8AE-C07D-89E2-21FD-FA829F38E089}"/>
              </a:ext>
            </a:extLst>
          </p:cNvPr>
          <p:cNvSpPr txBox="1"/>
          <p:nvPr/>
        </p:nvSpPr>
        <p:spPr>
          <a:xfrm>
            <a:off x="3353511" y="3929422"/>
            <a:ext cx="508473" cy="369332"/>
          </a:xfrm>
          <a:prstGeom prst="rect">
            <a:avLst/>
          </a:prstGeom>
          <a:noFill/>
        </p:spPr>
        <p:txBody>
          <a:bodyPr wrap="none" rtlCol="0">
            <a:spAutoFit/>
          </a:bodyPr>
          <a:lstStyle/>
          <a:p>
            <a:r>
              <a:rPr lang="en-US" dirty="0"/>
              <a:t>s32</a:t>
            </a:r>
          </a:p>
        </p:txBody>
      </p:sp>
      <p:cxnSp>
        <p:nvCxnSpPr>
          <p:cNvPr id="847" name="Straight Arrow Connector 846">
            <a:extLst>
              <a:ext uri="{FF2B5EF4-FFF2-40B4-BE49-F238E27FC236}">
                <a16:creationId xmlns:a16="http://schemas.microsoft.com/office/drawing/2014/main" id="{C7E3352F-2D70-F7C3-03F3-A460C3F97198}"/>
              </a:ext>
            </a:extLst>
          </p:cNvPr>
          <p:cNvCxnSpPr>
            <a:cxnSpLocks/>
            <a:stCxn id="787" idx="6"/>
          </p:cNvCxnSpPr>
          <p:nvPr/>
        </p:nvCxnSpPr>
        <p:spPr>
          <a:xfrm>
            <a:off x="6821965" y="3287218"/>
            <a:ext cx="453086" cy="2427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1" name="Straight Arrow Connector 850">
            <a:extLst>
              <a:ext uri="{FF2B5EF4-FFF2-40B4-BE49-F238E27FC236}">
                <a16:creationId xmlns:a16="http://schemas.microsoft.com/office/drawing/2014/main" id="{539B4678-0DF8-7109-49A2-2F19F062A20A}"/>
              </a:ext>
            </a:extLst>
          </p:cNvPr>
          <p:cNvCxnSpPr>
            <a:cxnSpLocks/>
            <a:stCxn id="836" idx="1"/>
          </p:cNvCxnSpPr>
          <p:nvPr/>
        </p:nvCxnSpPr>
        <p:spPr>
          <a:xfrm flipV="1">
            <a:off x="5261550" y="3810229"/>
            <a:ext cx="2013501" cy="5558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5" name="Oval 874">
            <a:extLst>
              <a:ext uri="{FF2B5EF4-FFF2-40B4-BE49-F238E27FC236}">
                <a16:creationId xmlns:a16="http://schemas.microsoft.com/office/drawing/2014/main" id="{9BC1B9D4-5569-33B7-D983-43006C661E9F}"/>
              </a:ext>
            </a:extLst>
          </p:cNvPr>
          <p:cNvSpPr/>
          <p:nvPr/>
        </p:nvSpPr>
        <p:spPr>
          <a:xfrm>
            <a:off x="9014376" y="3471884"/>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700" b="1" dirty="0">
                <a:solidFill>
                  <a:sysClr val="windowText" lastClr="000000"/>
                </a:solidFill>
              </a:rPr>
              <a:t>CLAMP RELU</a:t>
            </a:r>
          </a:p>
        </p:txBody>
      </p:sp>
      <p:cxnSp>
        <p:nvCxnSpPr>
          <p:cNvPr id="880" name="Straight Arrow Connector 879">
            <a:extLst>
              <a:ext uri="{FF2B5EF4-FFF2-40B4-BE49-F238E27FC236}">
                <a16:creationId xmlns:a16="http://schemas.microsoft.com/office/drawing/2014/main" id="{F296B849-912C-D70F-EE26-9117B1EF2362}"/>
              </a:ext>
            </a:extLst>
          </p:cNvPr>
          <p:cNvCxnSpPr>
            <a:cxnSpLocks/>
          </p:cNvCxnSpPr>
          <p:nvPr/>
        </p:nvCxnSpPr>
        <p:spPr>
          <a:xfrm>
            <a:off x="9402938" y="3659391"/>
            <a:ext cx="367860" cy="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1" name="Group 880">
            <a:extLst>
              <a:ext uri="{FF2B5EF4-FFF2-40B4-BE49-F238E27FC236}">
                <a16:creationId xmlns:a16="http://schemas.microsoft.com/office/drawing/2014/main" id="{DD10669D-4630-10C3-1312-8A645489A489}"/>
              </a:ext>
            </a:extLst>
          </p:cNvPr>
          <p:cNvGrpSpPr/>
          <p:nvPr/>
        </p:nvGrpSpPr>
        <p:grpSpPr>
          <a:xfrm>
            <a:off x="9817951" y="3614663"/>
            <a:ext cx="803384" cy="100423"/>
            <a:chOff x="4288721" y="2634954"/>
            <a:chExt cx="803384" cy="100423"/>
          </a:xfrm>
        </p:grpSpPr>
        <p:sp>
          <p:nvSpPr>
            <p:cNvPr id="882" name="Rectangle 881">
              <a:extLst>
                <a:ext uri="{FF2B5EF4-FFF2-40B4-BE49-F238E27FC236}">
                  <a16:creationId xmlns:a16="http://schemas.microsoft.com/office/drawing/2014/main" id="{55ED7DC9-ED0A-5F4C-5A28-6DC1F50C4571}"/>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7E005A46-A575-FCB9-7D70-3496747F895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198643A6-D443-1B3F-0567-7457EA6AC7BC}"/>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C653A6F3-8BE1-46AF-9A6E-385168C63EE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0042AB77-5258-8310-F169-6F18B16DFDB1}"/>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6371B92E-3466-1120-EE7A-0BC0801E3AF8}"/>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1B74CE1D-3656-E2E1-C809-D6EF65B9693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19C5E73B-2521-262A-700E-B39DD7B325F3}"/>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0" name="TextBox 889">
            <a:extLst>
              <a:ext uri="{FF2B5EF4-FFF2-40B4-BE49-F238E27FC236}">
                <a16:creationId xmlns:a16="http://schemas.microsoft.com/office/drawing/2014/main" id="{4C0B8668-6615-C28B-78EB-D79FCC209118}"/>
              </a:ext>
            </a:extLst>
          </p:cNvPr>
          <p:cNvSpPr txBox="1"/>
          <p:nvPr/>
        </p:nvSpPr>
        <p:spPr>
          <a:xfrm>
            <a:off x="10097172" y="3227764"/>
            <a:ext cx="391454" cy="369332"/>
          </a:xfrm>
          <a:prstGeom prst="rect">
            <a:avLst/>
          </a:prstGeom>
          <a:noFill/>
        </p:spPr>
        <p:txBody>
          <a:bodyPr wrap="none" rtlCol="0">
            <a:spAutoFit/>
          </a:bodyPr>
          <a:lstStyle/>
          <a:p>
            <a:r>
              <a:rPr lang="en-US" dirty="0"/>
              <a:t>s9</a:t>
            </a:r>
          </a:p>
        </p:txBody>
      </p:sp>
      <p:sp>
        <p:nvSpPr>
          <p:cNvPr id="891" name="TextBox 890">
            <a:extLst>
              <a:ext uri="{FF2B5EF4-FFF2-40B4-BE49-F238E27FC236}">
                <a16:creationId xmlns:a16="http://schemas.microsoft.com/office/drawing/2014/main" id="{1944A110-45BE-AB85-1894-B5A0CBE18CC6}"/>
              </a:ext>
            </a:extLst>
          </p:cNvPr>
          <p:cNvSpPr txBox="1"/>
          <p:nvPr/>
        </p:nvSpPr>
        <p:spPr>
          <a:xfrm>
            <a:off x="10641974" y="3438865"/>
            <a:ext cx="1293816" cy="369332"/>
          </a:xfrm>
          <a:prstGeom prst="rect">
            <a:avLst/>
          </a:prstGeom>
          <a:noFill/>
        </p:spPr>
        <p:txBody>
          <a:bodyPr wrap="none" rtlCol="0">
            <a:spAutoFit/>
          </a:bodyPr>
          <a:lstStyle/>
          <a:p>
            <a:r>
              <a:rPr lang="en-US" dirty="0"/>
              <a:t>output data</a:t>
            </a:r>
          </a:p>
        </p:txBody>
      </p:sp>
      <p:sp>
        <p:nvSpPr>
          <p:cNvPr id="900" name="Oval 899">
            <a:extLst>
              <a:ext uri="{FF2B5EF4-FFF2-40B4-BE49-F238E27FC236}">
                <a16:creationId xmlns:a16="http://schemas.microsoft.com/office/drawing/2014/main" id="{056449BB-6551-6B39-74EA-5E5187953EC2}"/>
              </a:ext>
            </a:extLst>
          </p:cNvPr>
          <p:cNvSpPr/>
          <p:nvPr/>
        </p:nvSpPr>
        <p:spPr>
          <a:xfrm>
            <a:off x="7237635" y="3457368"/>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b="1" dirty="0">
                <a:solidFill>
                  <a:sysClr val="windowText" lastClr="000000"/>
                </a:solidFill>
              </a:rPr>
              <a:t>*</a:t>
            </a:r>
          </a:p>
        </p:txBody>
      </p:sp>
      <p:sp>
        <p:nvSpPr>
          <p:cNvPr id="902" name="TextBox 901">
            <a:extLst>
              <a:ext uri="{FF2B5EF4-FFF2-40B4-BE49-F238E27FC236}">
                <a16:creationId xmlns:a16="http://schemas.microsoft.com/office/drawing/2014/main" id="{DAA9C5CA-2B5B-5C35-1EC9-390733280519}"/>
              </a:ext>
            </a:extLst>
          </p:cNvPr>
          <p:cNvSpPr txBox="1"/>
          <p:nvPr/>
        </p:nvSpPr>
        <p:spPr>
          <a:xfrm>
            <a:off x="7623014" y="3287218"/>
            <a:ext cx="508473" cy="369332"/>
          </a:xfrm>
          <a:prstGeom prst="rect">
            <a:avLst/>
          </a:prstGeom>
          <a:noFill/>
        </p:spPr>
        <p:txBody>
          <a:bodyPr wrap="none" rtlCol="0">
            <a:spAutoFit/>
          </a:bodyPr>
          <a:lstStyle/>
          <a:p>
            <a:r>
              <a:rPr lang="en-US" dirty="0"/>
              <a:t>s64</a:t>
            </a:r>
          </a:p>
        </p:txBody>
      </p:sp>
      <p:cxnSp>
        <p:nvCxnSpPr>
          <p:cNvPr id="2" name="Straight Arrow Connector 1">
            <a:extLst>
              <a:ext uri="{FF2B5EF4-FFF2-40B4-BE49-F238E27FC236}">
                <a16:creationId xmlns:a16="http://schemas.microsoft.com/office/drawing/2014/main" id="{D7CCE7F2-C794-95AC-6C24-44A4A2B1C103}"/>
              </a:ext>
            </a:extLst>
          </p:cNvPr>
          <p:cNvCxnSpPr>
            <a:cxnSpLocks/>
          </p:cNvCxnSpPr>
          <p:nvPr/>
        </p:nvCxnSpPr>
        <p:spPr>
          <a:xfrm>
            <a:off x="7652648" y="3664875"/>
            <a:ext cx="5871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A9A84A1A-0BE7-F5B9-F469-8A80AF6322F1}"/>
              </a:ext>
            </a:extLst>
          </p:cNvPr>
          <p:cNvSpPr/>
          <p:nvPr/>
        </p:nvSpPr>
        <p:spPr>
          <a:xfrm>
            <a:off x="8257156" y="3471884"/>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1000" b="1" dirty="0">
                <a:solidFill>
                  <a:sysClr val="windowText" lastClr="000000"/>
                </a:solidFill>
              </a:rPr>
              <a:t>&gt;&gt;31</a:t>
            </a:r>
          </a:p>
        </p:txBody>
      </p:sp>
      <p:cxnSp>
        <p:nvCxnSpPr>
          <p:cNvPr id="7" name="Straight Arrow Connector 6">
            <a:extLst>
              <a:ext uri="{FF2B5EF4-FFF2-40B4-BE49-F238E27FC236}">
                <a16:creationId xmlns:a16="http://schemas.microsoft.com/office/drawing/2014/main" id="{8EEDAB8F-A692-70A7-BB6C-540D2E337E84}"/>
              </a:ext>
            </a:extLst>
          </p:cNvPr>
          <p:cNvCxnSpPr>
            <a:cxnSpLocks/>
            <a:stCxn id="5" idx="6"/>
            <a:endCxn id="875" idx="2"/>
          </p:cNvCxnSpPr>
          <p:nvPr/>
        </p:nvCxnSpPr>
        <p:spPr>
          <a:xfrm>
            <a:off x="8672169" y="3679391"/>
            <a:ext cx="3422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FD51BD7-9F4E-4314-1280-4FAE81DDF0CC}"/>
              </a:ext>
            </a:extLst>
          </p:cNvPr>
          <p:cNvSpPr txBox="1">
            <a:spLocks/>
          </p:cNvSpPr>
          <p:nvPr/>
        </p:nvSpPr>
        <p:spPr>
          <a:xfrm>
            <a:off x="838200" y="365125"/>
            <a:ext cx="10515600"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TFLite</a:t>
            </a:r>
            <a:r>
              <a:rPr lang="en-US" dirty="0"/>
              <a:t> int8 quantization</a:t>
            </a:r>
          </a:p>
        </p:txBody>
      </p:sp>
    </p:spTree>
    <p:extLst>
      <p:ext uri="{BB962C8B-B14F-4D97-AF65-F5344CB8AC3E}">
        <p14:creationId xmlns:p14="http://schemas.microsoft.com/office/powerpoint/2010/main" val="18814238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4826" y="513209"/>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9573" y="615582"/>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9573" y="615582"/>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9573" y="615582"/>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9573" y="615582"/>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9573" y="615582"/>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9573" y="615582"/>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9573" y="615582"/>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9573" y="615582"/>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4" name="TextBox 353">
            <a:extLst>
              <a:ext uri="{FF2B5EF4-FFF2-40B4-BE49-F238E27FC236}">
                <a16:creationId xmlns:a16="http://schemas.microsoft.com/office/drawing/2014/main" id="{EC0C5359-39FB-6536-2844-7AE61AA2E9F0}"/>
              </a:ext>
            </a:extLst>
          </p:cNvPr>
          <p:cNvSpPr txBox="1"/>
          <p:nvPr/>
        </p:nvSpPr>
        <p:spPr>
          <a:xfrm>
            <a:off x="3650165" y="6471312"/>
            <a:ext cx="1377172" cy="307777"/>
          </a:xfrm>
          <a:prstGeom prst="rect">
            <a:avLst/>
          </a:prstGeom>
          <a:noFill/>
          <a:ln w="12700">
            <a:noFill/>
          </a:ln>
        </p:spPr>
        <p:txBody>
          <a:bodyPr wrap="none" rtlCol="0">
            <a:spAutoFit/>
          </a:bodyPr>
          <a:lstStyle/>
          <a:p>
            <a:r>
              <a:rPr lang="en-US" sz="1400" i="1" dirty="0"/>
              <a:t>weight [OCHAN]</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352503" y="294440"/>
            <a:ext cx="1210268" cy="307777"/>
          </a:xfrm>
          <a:prstGeom prst="rect">
            <a:avLst/>
          </a:prstGeom>
          <a:noFill/>
          <a:ln w="12700">
            <a:noFill/>
          </a:ln>
        </p:spPr>
        <p:txBody>
          <a:bodyPr wrap="none" rtlCol="0">
            <a:spAutoFit/>
          </a:bodyPr>
          <a:lstStyle/>
          <a:p>
            <a:r>
              <a:rPr lang="en-US" sz="1400" i="1" dirty="0"/>
              <a:t>DTYPE*ICHAN</a:t>
            </a:r>
          </a:p>
        </p:txBody>
      </p:sp>
      <p:sp>
        <p:nvSpPr>
          <p:cNvPr id="370" name="TextBox 369">
            <a:extLst>
              <a:ext uri="{FF2B5EF4-FFF2-40B4-BE49-F238E27FC236}">
                <a16:creationId xmlns:a16="http://schemas.microsoft.com/office/drawing/2014/main" id="{C8EA116F-81B4-BEA4-C51F-6B1CCEDBFC93}"/>
              </a:ext>
            </a:extLst>
          </p:cNvPr>
          <p:cNvSpPr txBox="1"/>
          <p:nvPr/>
        </p:nvSpPr>
        <p:spPr>
          <a:xfrm>
            <a:off x="78107" y="6456835"/>
            <a:ext cx="2976905" cy="307777"/>
          </a:xfrm>
          <a:prstGeom prst="rect">
            <a:avLst/>
          </a:prstGeom>
          <a:noFill/>
          <a:ln w="12700">
            <a:noFill/>
          </a:ln>
        </p:spPr>
        <p:txBody>
          <a:bodyPr wrap="none" rtlCol="0">
            <a:spAutoFit/>
          </a:bodyPr>
          <a:lstStyle/>
          <a:p>
            <a:r>
              <a:rPr lang="en-US" sz="1400" dirty="0">
                <a:hlinkClick r:id="rId2"/>
              </a:rPr>
              <a:t>conv2d_data.v</a:t>
            </a:r>
            <a:r>
              <a:rPr lang="en-US" sz="1400" dirty="0"/>
              <a:t> : NSTRIPE=3, OCHAN=8</a:t>
            </a:r>
          </a:p>
        </p:txBody>
      </p:sp>
      <p:sp>
        <p:nvSpPr>
          <p:cNvPr id="487" name="TextBox 486">
            <a:extLst>
              <a:ext uri="{FF2B5EF4-FFF2-40B4-BE49-F238E27FC236}">
                <a16:creationId xmlns:a16="http://schemas.microsoft.com/office/drawing/2014/main" id="{2A8EA452-5104-0284-FE2B-2B10D87C2C46}"/>
              </a:ext>
            </a:extLst>
          </p:cNvPr>
          <p:cNvSpPr txBox="1"/>
          <p:nvPr/>
        </p:nvSpPr>
        <p:spPr>
          <a:xfrm>
            <a:off x="8062998" y="2503"/>
            <a:ext cx="373820" cy="307777"/>
          </a:xfrm>
          <a:prstGeom prst="rect">
            <a:avLst/>
          </a:prstGeom>
          <a:noFill/>
          <a:ln w="12700">
            <a:noFill/>
          </a:ln>
        </p:spPr>
        <p:txBody>
          <a:bodyPr wrap="none" rtlCol="0">
            <a:spAutoFit/>
          </a:bodyPr>
          <a:lstStyle/>
          <a:p>
            <a:r>
              <a:rPr lang="en-US" sz="1400" dirty="0"/>
              <a:t>op</a:t>
            </a:r>
          </a:p>
        </p:txBody>
      </p: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769302"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769302"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769302"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769302"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769302"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769302"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769302"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769302"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2" name="TextBox 301">
            <a:extLst>
              <a:ext uri="{FF2B5EF4-FFF2-40B4-BE49-F238E27FC236}">
                <a16:creationId xmlns:a16="http://schemas.microsoft.com/office/drawing/2014/main" id="{CBB51427-AA1D-926D-227B-1BE7D65881AF}"/>
              </a:ext>
            </a:extLst>
          </p:cNvPr>
          <p:cNvSpPr txBox="1"/>
          <p:nvPr/>
        </p:nvSpPr>
        <p:spPr>
          <a:xfrm>
            <a:off x="7193579" y="2185248"/>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193579" y="194568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193579" y="171202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193579" y="147246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193579" y="123402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193579" y="99446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193579" y="760796"/>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193579" y="521237"/>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nvGrpSpPr>
          <p:cNvPr id="222" name="Group 221">
            <a:extLst>
              <a:ext uri="{FF2B5EF4-FFF2-40B4-BE49-F238E27FC236}">
                <a16:creationId xmlns:a16="http://schemas.microsoft.com/office/drawing/2014/main" id="{86BAE69D-0E6C-7FA8-6585-3571E6EEAE5D}"/>
              </a:ext>
            </a:extLst>
          </p:cNvPr>
          <p:cNvGrpSpPr/>
          <p:nvPr/>
        </p:nvGrpSpPr>
        <p:grpSpPr>
          <a:xfrm>
            <a:off x="8564554"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564554"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564554"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564554"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564554"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564554"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564554"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564554"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318" name="Rectangle 317">
            <a:extLst>
              <a:ext uri="{FF2B5EF4-FFF2-40B4-BE49-F238E27FC236}">
                <a16:creationId xmlns:a16="http://schemas.microsoft.com/office/drawing/2014/main" id="{1B30B63D-479C-604D-1C6C-0E11B58C4043}"/>
              </a:ext>
            </a:extLst>
          </p:cNvPr>
          <p:cNvSpPr/>
          <p:nvPr/>
        </p:nvSpPr>
        <p:spPr>
          <a:xfrm>
            <a:off x="10177071" y="603934"/>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299071" y="86258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825592"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29593" y="757129"/>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621220" y="443245"/>
            <a:ext cx="1282402" cy="307777"/>
          </a:xfrm>
          <a:prstGeom prst="rect">
            <a:avLst/>
          </a:prstGeom>
          <a:noFill/>
          <a:ln w="12700">
            <a:noFill/>
          </a:ln>
        </p:spPr>
        <p:txBody>
          <a:bodyPr wrap="none" rtlCol="0">
            <a:spAutoFit/>
          </a:bodyPr>
          <a:lstStyle/>
          <a:p>
            <a:r>
              <a:rPr lang="en-US" sz="1400" i="1" dirty="0"/>
              <a:t>DTYPE*OCHAN</a:t>
            </a:r>
          </a:p>
        </p:txBody>
      </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9076264"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185172"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484781"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8263331"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27" name="Group 426">
            <a:extLst>
              <a:ext uri="{FF2B5EF4-FFF2-40B4-BE49-F238E27FC236}">
                <a16:creationId xmlns:a16="http://schemas.microsoft.com/office/drawing/2014/main" id="{ADD9AAF4-C664-D114-B259-C50C3949513D}"/>
              </a:ext>
            </a:extLst>
          </p:cNvPr>
          <p:cNvGrpSpPr/>
          <p:nvPr/>
        </p:nvGrpSpPr>
        <p:grpSpPr>
          <a:xfrm>
            <a:off x="6988833" y="2192230"/>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6988833" y="1952671"/>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6988833" y="1719002"/>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6988833" y="1479442"/>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6988833" y="1241007"/>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6988833" y="1001447"/>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6988833" y="767778"/>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6988833" y="528219"/>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4" name="TextBox 3">
            <a:extLst>
              <a:ext uri="{FF2B5EF4-FFF2-40B4-BE49-F238E27FC236}">
                <a16:creationId xmlns:a16="http://schemas.microsoft.com/office/drawing/2014/main" id="{F9469775-542C-D59A-E570-7C566B67802B}"/>
              </a:ext>
            </a:extLst>
          </p:cNvPr>
          <p:cNvSpPr txBox="1"/>
          <p:nvPr/>
        </p:nvSpPr>
        <p:spPr>
          <a:xfrm>
            <a:off x="1545350" y="23211"/>
            <a:ext cx="753348" cy="307777"/>
          </a:xfrm>
          <a:prstGeom prst="rect">
            <a:avLst/>
          </a:prstGeom>
          <a:noFill/>
          <a:ln w="12700">
            <a:noFill/>
          </a:ln>
        </p:spPr>
        <p:txBody>
          <a:bodyPr wrap="none" rtlCol="0">
            <a:spAutoFit/>
          </a:bodyPr>
          <a:lstStyle/>
          <a:p>
            <a:r>
              <a:rPr lang="en-US" sz="1400" dirty="0" err="1"/>
              <a:t>wa,wen</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3183357"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3568843"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29B62355-CCBA-57DA-BF5F-7DA470B7C05C}"/>
              </a:ext>
            </a:extLst>
          </p:cNvPr>
          <p:cNvSpPr txBox="1"/>
          <p:nvPr/>
        </p:nvSpPr>
        <p:spPr>
          <a:xfrm>
            <a:off x="4344220" y="4106680"/>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9251531"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a:stCxn id="21" idx="2"/>
          </p:cNvCxnSpPr>
          <p:nvPr/>
        </p:nvCxnSpPr>
        <p:spPr>
          <a:xfrm>
            <a:off x="9698737"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6553685" y="15321"/>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8421061" y="205739"/>
            <a:ext cx="579839" cy="307777"/>
          </a:xfrm>
          <a:prstGeom prst="rect">
            <a:avLst/>
          </a:prstGeom>
          <a:noFill/>
          <a:ln w="12700">
            <a:noFill/>
          </a:ln>
        </p:spPr>
        <p:txBody>
          <a:bodyPr wrap="none" rtlCol="0">
            <a:spAutoFit/>
          </a:bodyPr>
          <a:lstStyle/>
          <a:p>
            <a:r>
              <a:rPr lang="en-US" sz="1400" dirty="0" err="1"/>
              <a:t>reg_z</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4271279" y="193630"/>
            <a:ext cx="592791" cy="307777"/>
          </a:xfrm>
          <a:prstGeom prst="rect">
            <a:avLst/>
          </a:prstGeom>
          <a:noFill/>
          <a:ln w="12700">
            <a:noFill/>
          </a:ln>
        </p:spPr>
        <p:txBody>
          <a:bodyPr wrap="none" rtlCol="0">
            <a:spAutoFit/>
          </a:bodyPr>
          <a:lstStyle/>
          <a:p>
            <a:r>
              <a:rPr lang="en-US" sz="1400" dirty="0"/>
              <a:t>patch</a:t>
            </a:r>
          </a:p>
        </p:txBody>
      </p:sp>
      <p:grpSp>
        <p:nvGrpSpPr>
          <p:cNvPr id="450" name="Group 449">
            <a:extLst>
              <a:ext uri="{FF2B5EF4-FFF2-40B4-BE49-F238E27FC236}">
                <a16:creationId xmlns:a16="http://schemas.microsoft.com/office/drawing/2014/main" id="{5959E7B4-D744-0D75-C5B3-19584FE4F469}"/>
              </a:ext>
            </a:extLst>
          </p:cNvPr>
          <p:cNvGrpSpPr/>
          <p:nvPr/>
        </p:nvGrpSpPr>
        <p:grpSpPr>
          <a:xfrm>
            <a:off x="7773367" y="2191441"/>
            <a:ext cx="204747" cy="190150"/>
            <a:chOff x="7531202" y="6119530"/>
            <a:chExt cx="350195" cy="325227"/>
          </a:xfrm>
        </p:grpSpPr>
        <p:sp>
          <p:nvSpPr>
            <p:cNvPr id="81" name="Rectangle 80">
              <a:extLst>
                <a:ext uri="{FF2B5EF4-FFF2-40B4-BE49-F238E27FC236}">
                  <a16:creationId xmlns:a16="http://schemas.microsoft.com/office/drawing/2014/main" id="{3341A524-4FCB-00D0-F90C-5F2E7E2025E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3" name="Isosceles Triangle 82">
              <a:extLst>
                <a:ext uri="{FF2B5EF4-FFF2-40B4-BE49-F238E27FC236}">
                  <a16:creationId xmlns:a16="http://schemas.microsoft.com/office/drawing/2014/main" id="{FCDCADF4-22BF-2B7B-674A-92F34ED56AF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1" name="Group 450">
            <a:extLst>
              <a:ext uri="{FF2B5EF4-FFF2-40B4-BE49-F238E27FC236}">
                <a16:creationId xmlns:a16="http://schemas.microsoft.com/office/drawing/2014/main" id="{624A5A05-9AA6-5BC2-423B-8EFD62A28BED}"/>
              </a:ext>
            </a:extLst>
          </p:cNvPr>
          <p:cNvGrpSpPr/>
          <p:nvPr/>
        </p:nvGrpSpPr>
        <p:grpSpPr>
          <a:xfrm>
            <a:off x="7773367" y="1951882"/>
            <a:ext cx="204747" cy="190150"/>
            <a:chOff x="7531202" y="6119530"/>
            <a:chExt cx="350195" cy="325227"/>
          </a:xfrm>
        </p:grpSpPr>
        <p:sp>
          <p:nvSpPr>
            <p:cNvPr id="76" name="Rectangle 75">
              <a:extLst>
                <a:ext uri="{FF2B5EF4-FFF2-40B4-BE49-F238E27FC236}">
                  <a16:creationId xmlns:a16="http://schemas.microsoft.com/office/drawing/2014/main" id="{AF5BF8AB-852C-55CF-6B72-44A00A5A802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0" name="Isosceles Triangle 79">
              <a:extLst>
                <a:ext uri="{FF2B5EF4-FFF2-40B4-BE49-F238E27FC236}">
                  <a16:creationId xmlns:a16="http://schemas.microsoft.com/office/drawing/2014/main" id="{8B98F4AF-1B42-AD17-AD10-346A8D6DFE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2" name="Group 451">
            <a:extLst>
              <a:ext uri="{FF2B5EF4-FFF2-40B4-BE49-F238E27FC236}">
                <a16:creationId xmlns:a16="http://schemas.microsoft.com/office/drawing/2014/main" id="{788DC912-35F7-7AAF-AB13-B9787EA0FACC}"/>
              </a:ext>
            </a:extLst>
          </p:cNvPr>
          <p:cNvGrpSpPr/>
          <p:nvPr/>
        </p:nvGrpSpPr>
        <p:grpSpPr>
          <a:xfrm>
            <a:off x="7773367" y="1718213"/>
            <a:ext cx="204747" cy="190150"/>
            <a:chOff x="7531202" y="6119530"/>
            <a:chExt cx="350195" cy="325227"/>
          </a:xfrm>
        </p:grpSpPr>
        <p:sp>
          <p:nvSpPr>
            <p:cNvPr id="72" name="Rectangle 71">
              <a:extLst>
                <a:ext uri="{FF2B5EF4-FFF2-40B4-BE49-F238E27FC236}">
                  <a16:creationId xmlns:a16="http://schemas.microsoft.com/office/drawing/2014/main" id="{EB85F0AD-802B-CF07-A781-B01857EF089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3" name="Isosceles Triangle 72">
              <a:extLst>
                <a:ext uri="{FF2B5EF4-FFF2-40B4-BE49-F238E27FC236}">
                  <a16:creationId xmlns:a16="http://schemas.microsoft.com/office/drawing/2014/main" id="{46214154-C497-8F43-92D8-87345664C3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3" name="Group 452">
            <a:extLst>
              <a:ext uri="{FF2B5EF4-FFF2-40B4-BE49-F238E27FC236}">
                <a16:creationId xmlns:a16="http://schemas.microsoft.com/office/drawing/2014/main" id="{81489E04-2728-B263-5034-9C2D03724181}"/>
              </a:ext>
            </a:extLst>
          </p:cNvPr>
          <p:cNvGrpSpPr/>
          <p:nvPr/>
        </p:nvGrpSpPr>
        <p:grpSpPr>
          <a:xfrm>
            <a:off x="7773367" y="1478653"/>
            <a:ext cx="204747" cy="190150"/>
            <a:chOff x="7531202" y="6119530"/>
            <a:chExt cx="350195" cy="325227"/>
          </a:xfrm>
        </p:grpSpPr>
        <p:sp>
          <p:nvSpPr>
            <p:cNvPr id="70" name="Rectangle 69">
              <a:extLst>
                <a:ext uri="{FF2B5EF4-FFF2-40B4-BE49-F238E27FC236}">
                  <a16:creationId xmlns:a16="http://schemas.microsoft.com/office/drawing/2014/main" id="{6C3BB669-B27E-C4FC-3438-FBB8735F28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1" name="Isosceles Triangle 70">
              <a:extLst>
                <a:ext uri="{FF2B5EF4-FFF2-40B4-BE49-F238E27FC236}">
                  <a16:creationId xmlns:a16="http://schemas.microsoft.com/office/drawing/2014/main" id="{DED82A16-30BD-88DA-D4C8-759CFB7E99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4" name="Group 453">
            <a:extLst>
              <a:ext uri="{FF2B5EF4-FFF2-40B4-BE49-F238E27FC236}">
                <a16:creationId xmlns:a16="http://schemas.microsoft.com/office/drawing/2014/main" id="{C1F963CF-503B-589A-E1A5-F157C3692B5C}"/>
              </a:ext>
            </a:extLst>
          </p:cNvPr>
          <p:cNvGrpSpPr/>
          <p:nvPr/>
        </p:nvGrpSpPr>
        <p:grpSpPr>
          <a:xfrm>
            <a:off x="7773367" y="1240218"/>
            <a:ext cx="204747" cy="190150"/>
            <a:chOff x="7531202" y="6119530"/>
            <a:chExt cx="350195" cy="325227"/>
          </a:xfrm>
        </p:grpSpPr>
        <p:sp>
          <p:nvSpPr>
            <p:cNvPr id="67" name="Rectangle 66">
              <a:extLst>
                <a:ext uri="{FF2B5EF4-FFF2-40B4-BE49-F238E27FC236}">
                  <a16:creationId xmlns:a16="http://schemas.microsoft.com/office/drawing/2014/main" id="{71FA329B-7460-ED94-853E-7CFD6C55A65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8" name="Isosceles Triangle 67">
              <a:extLst>
                <a:ext uri="{FF2B5EF4-FFF2-40B4-BE49-F238E27FC236}">
                  <a16:creationId xmlns:a16="http://schemas.microsoft.com/office/drawing/2014/main" id="{4BE049BE-30C4-14CD-281D-923146A7679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5" name="Group 454">
            <a:extLst>
              <a:ext uri="{FF2B5EF4-FFF2-40B4-BE49-F238E27FC236}">
                <a16:creationId xmlns:a16="http://schemas.microsoft.com/office/drawing/2014/main" id="{0F366194-0105-704A-7270-37CDED041629}"/>
              </a:ext>
            </a:extLst>
          </p:cNvPr>
          <p:cNvGrpSpPr/>
          <p:nvPr/>
        </p:nvGrpSpPr>
        <p:grpSpPr>
          <a:xfrm>
            <a:off x="7773367" y="1000658"/>
            <a:ext cx="204747" cy="190150"/>
            <a:chOff x="7531202" y="6119530"/>
            <a:chExt cx="350195" cy="325227"/>
          </a:xfrm>
        </p:grpSpPr>
        <p:sp>
          <p:nvSpPr>
            <p:cNvPr id="488" name="Rectangle 487">
              <a:extLst>
                <a:ext uri="{FF2B5EF4-FFF2-40B4-BE49-F238E27FC236}">
                  <a16:creationId xmlns:a16="http://schemas.microsoft.com/office/drawing/2014/main" id="{3849D643-921A-342A-3B7D-CE3931986B3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0" name="Isosceles Triangle 489">
              <a:extLst>
                <a:ext uri="{FF2B5EF4-FFF2-40B4-BE49-F238E27FC236}">
                  <a16:creationId xmlns:a16="http://schemas.microsoft.com/office/drawing/2014/main" id="{A933F807-845A-5D2C-5924-238FCF471A1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5" name="Group 464">
            <a:extLst>
              <a:ext uri="{FF2B5EF4-FFF2-40B4-BE49-F238E27FC236}">
                <a16:creationId xmlns:a16="http://schemas.microsoft.com/office/drawing/2014/main" id="{09B82D3C-918B-6F25-099D-03C80981E312}"/>
              </a:ext>
            </a:extLst>
          </p:cNvPr>
          <p:cNvGrpSpPr/>
          <p:nvPr/>
        </p:nvGrpSpPr>
        <p:grpSpPr>
          <a:xfrm>
            <a:off x="7773367" y="766989"/>
            <a:ext cx="204747" cy="190150"/>
            <a:chOff x="7531202" y="6119530"/>
            <a:chExt cx="350195" cy="325227"/>
          </a:xfrm>
        </p:grpSpPr>
        <p:sp>
          <p:nvSpPr>
            <p:cNvPr id="477" name="Rectangle 476">
              <a:extLst>
                <a:ext uri="{FF2B5EF4-FFF2-40B4-BE49-F238E27FC236}">
                  <a16:creationId xmlns:a16="http://schemas.microsoft.com/office/drawing/2014/main" id="{4A34A62B-B717-85EE-1A01-D88C300552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6" name="Isosceles Triangle 485">
              <a:extLst>
                <a:ext uri="{FF2B5EF4-FFF2-40B4-BE49-F238E27FC236}">
                  <a16:creationId xmlns:a16="http://schemas.microsoft.com/office/drawing/2014/main" id="{419D0450-B4DC-E621-EA50-77D585FC25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2" name="Group 471">
            <a:extLst>
              <a:ext uri="{FF2B5EF4-FFF2-40B4-BE49-F238E27FC236}">
                <a16:creationId xmlns:a16="http://schemas.microsoft.com/office/drawing/2014/main" id="{9DC7DBD6-3DF8-AA8C-D708-F64DADE8B794}"/>
              </a:ext>
            </a:extLst>
          </p:cNvPr>
          <p:cNvGrpSpPr/>
          <p:nvPr/>
        </p:nvGrpSpPr>
        <p:grpSpPr>
          <a:xfrm>
            <a:off x="7773367" y="527430"/>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547" name="TextBox 546">
            <a:extLst>
              <a:ext uri="{FF2B5EF4-FFF2-40B4-BE49-F238E27FC236}">
                <a16:creationId xmlns:a16="http://schemas.microsoft.com/office/drawing/2014/main" id="{F3AFD9BE-98A8-09B4-0395-5A91CB9CEF20}"/>
              </a:ext>
            </a:extLst>
          </p:cNvPr>
          <p:cNvSpPr txBox="1"/>
          <p:nvPr/>
        </p:nvSpPr>
        <p:spPr>
          <a:xfrm>
            <a:off x="7980967" y="2183418"/>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8" name="TextBox 547">
            <a:extLst>
              <a:ext uri="{FF2B5EF4-FFF2-40B4-BE49-F238E27FC236}">
                <a16:creationId xmlns:a16="http://schemas.microsoft.com/office/drawing/2014/main" id="{61B3E405-B98C-47E8-F67B-9CC1051F872B}"/>
              </a:ext>
            </a:extLst>
          </p:cNvPr>
          <p:cNvSpPr txBox="1"/>
          <p:nvPr/>
        </p:nvSpPr>
        <p:spPr>
          <a:xfrm>
            <a:off x="7980967" y="1943859"/>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9" name="TextBox 548">
            <a:extLst>
              <a:ext uri="{FF2B5EF4-FFF2-40B4-BE49-F238E27FC236}">
                <a16:creationId xmlns:a16="http://schemas.microsoft.com/office/drawing/2014/main" id="{7308E877-57FD-0E4C-408A-0D0A2477A1BE}"/>
              </a:ext>
            </a:extLst>
          </p:cNvPr>
          <p:cNvSpPr txBox="1"/>
          <p:nvPr/>
        </p:nvSpPr>
        <p:spPr>
          <a:xfrm>
            <a:off x="7980967" y="1710190"/>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0" name="TextBox 549">
            <a:extLst>
              <a:ext uri="{FF2B5EF4-FFF2-40B4-BE49-F238E27FC236}">
                <a16:creationId xmlns:a16="http://schemas.microsoft.com/office/drawing/2014/main" id="{BD85E6E9-7B65-3850-1A65-FA85C8B7E9AC}"/>
              </a:ext>
            </a:extLst>
          </p:cNvPr>
          <p:cNvSpPr txBox="1"/>
          <p:nvPr/>
        </p:nvSpPr>
        <p:spPr>
          <a:xfrm>
            <a:off x="7980967" y="1470630"/>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1" name="TextBox 550">
            <a:extLst>
              <a:ext uri="{FF2B5EF4-FFF2-40B4-BE49-F238E27FC236}">
                <a16:creationId xmlns:a16="http://schemas.microsoft.com/office/drawing/2014/main" id="{F2D85960-0591-D9F5-6DC3-22EA1879C46C}"/>
              </a:ext>
            </a:extLst>
          </p:cNvPr>
          <p:cNvSpPr txBox="1"/>
          <p:nvPr/>
        </p:nvSpPr>
        <p:spPr>
          <a:xfrm>
            <a:off x="7980967" y="1232195"/>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2" name="TextBox 551">
            <a:extLst>
              <a:ext uri="{FF2B5EF4-FFF2-40B4-BE49-F238E27FC236}">
                <a16:creationId xmlns:a16="http://schemas.microsoft.com/office/drawing/2014/main" id="{CEA7FC5A-DCA4-B897-4405-FF35BA2371B5}"/>
              </a:ext>
            </a:extLst>
          </p:cNvPr>
          <p:cNvSpPr txBox="1"/>
          <p:nvPr/>
        </p:nvSpPr>
        <p:spPr>
          <a:xfrm>
            <a:off x="7980967" y="992635"/>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3" name="TextBox 552">
            <a:extLst>
              <a:ext uri="{FF2B5EF4-FFF2-40B4-BE49-F238E27FC236}">
                <a16:creationId xmlns:a16="http://schemas.microsoft.com/office/drawing/2014/main" id="{FDC18443-1D45-A60B-1283-95CC4E4327E5}"/>
              </a:ext>
            </a:extLst>
          </p:cNvPr>
          <p:cNvSpPr txBox="1"/>
          <p:nvPr/>
        </p:nvSpPr>
        <p:spPr>
          <a:xfrm>
            <a:off x="7980967" y="758966"/>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4" name="TextBox 553">
            <a:extLst>
              <a:ext uri="{FF2B5EF4-FFF2-40B4-BE49-F238E27FC236}">
                <a16:creationId xmlns:a16="http://schemas.microsoft.com/office/drawing/2014/main" id="{147709EE-637D-9978-A2B0-74792948F552}"/>
              </a:ext>
            </a:extLst>
          </p:cNvPr>
          <p:cNvSpPr txBox="1"/>
          <p:nvPr/>
        </p:nvSpPr>
        <p:spPr>
          <a:xfrm>
            <a:off x="7980967" y="519407"/>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5" name="TextBox 554">
            <a:extLst>
              <a:ext uri="{FF2B5EF4-FFF2-40B4-BE49-F238E27FC236}">
                <a16:creationId xmlns:a16="http://schemas.microsoft.com/office/drawing/2014/main" id="{708A001A-1238-6945-2A78-8F660F321D8A}"/>
              </a:ext>
            </a:extLst>
          </p:cNvPr>
          <p:cNvSpPr txBox="1"/>
          <p:nvPr/>
        </p:nvSpPr>
        <p:spPr>
          <a:xfrm>
            <a:off x="7662340" y="214021"/>
            <a:ext cx="421910" cy="307777"/>
          </a:xfrm>
          <a:prstGeom prst="rect">
            <a:avLst/>
          </a:prstGeom>
          <a:noFill/>
          <a:ln w="12700">
            <a:noFill/>
          </a:ln>
        </p:spPr>
        <p:txBody>
          <a:bodyPr wrap="none" rtlCol="0">
            <a:spAutoFit/>
          </a:bodyPr>
          <a:lstStyle/>
          <a:p>
            <a:r>
              <a:rPr lang="en-US" sz="1400" dirty="0"/>
              <a:t>acc</a:t>
            </a:r>
          </a:p>
        </p:txBody>
      </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7479353"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1" name="TextBox 560">
            <a:extLst>
              <a:ext uri="{FF2B5EF4-FFF2-40B4-BE49-F238E27FC236}">
                <a16:creationId xmlns:a16="http://schemas.microsoft.com/office/drawing/2014/main" id="{7254F57F-C0FA-26E2-D6AD-6128BACB1A9C}"/>
              </a:ext>
            </a:extLst>
          </p:cNvPr>
          <p:cNvSpPr txBox="1"/>
          <p:nvPr/>
        </p:nvSpPr>
        <p:spPr>
          <a:xfrm>
            <a:off x="7309772" y="41453"/>
            <a:ext cx="364202" cy="307777"/>
          </a:xfrm>
          <a:prstGeom prst="rect">
            <a:avLst/>
          </a:prstGeom>
          <a:noFill/>
          <a:ln w="12700">
            <a:noFill/>
          </a:ln>
        </p:spPr>
        <p:txBody>
          <a:bodyPr wrap="none" rtlCol="0">
            <a:spAutoFit/>
          </a:bodyPr>
          <a:lstStyle/>
          <a:p>
            <a:r>
              <a:rPr lang="en-US" sz="1400" dirty="0" err="1"/>
              <a:t>clr</a:t>
            </a:r>
            <a:endParaRPr lang="en-US" sz="1400" dirty="0"/>
          </a:p>
        </p:txBody>
      </p:sp>
      <p:cxnSp>
        <p:nvCxnSpPr>
          <p:cNvPr id="3" name="Straight Connector 2">
            <a:extLst>
              <a:ext uri="{FF2B5EF4-FFF2-40B4-BE49-F238E27FC236}">
                <a16:creationId xmlns:a16="http://schemas.microsoft.com/office/drawing/2014/main" id="{5F806D18-B8E6-B823-F8A2-BC681A1A83B7}"/>
              </a:ext>
            </a:extLst>
          </p:cNvPr>
          <p:cNvCxnSpPr>
            <a:cxnSpLocks/>
            <a:stCxn id="7" idx="0"/>
            <a:endCxn id="235" idx="1"/>
          </p:cNvCxnSpPr>
          <p:nvPr/>
        </p:nvCxnSpPr>
        <p:spPr>
          <a:xfrm flipV="1">
            <a:off x="4096358" y="615582"/>
            <a:ext cx="268468" cy="519"/>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21698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354529" y="3224257"/>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425859" y="3375476"/>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354529" y="2984698"/>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425859" y="3135917"/>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354529" y="275102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425859" y="290224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354529" y="25114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425859" y="26626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354529" y="2273034"/>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425859" y="2424253"/>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354529" y="2033474"/>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354529" y="1799805"/>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620536" y="1561790"/>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354529" y="1560246"/>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4826" y="513209"/>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9573" y="615582"/>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8AE56B44-FA22-0E6E-ADA6-51E12E969B01}"/>
              </a:ext>
            </a:extLst>
          </p:cNvPr>
          <p:cNvGrpSpPr/>
          <p:nvPr/>
        </p:nvGrpSpPr>
        <p:grpSpPr>
          <a:xfrm>
            <a:off x="4559276" y="1138844"/>
            <a:ext cx="1514640" cy="2187786"/>
            <a:chOff x="4559276" y="1138844"/>
            <a:chExt cx="1908026" cy="2187786"/>
          </a:xfrm>
        </p:grpSpPr>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559276" y="1679171"/>
              <a:ext cx="1883088" cy="164745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559276" y="1579418"/>
              <a:ext cx="1891400" cy="150765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559276" y="1463040"/>
              <a:ext cx="1908026" cy="13903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559276" y="1379913"/>
              <a:ext cx="1883088" cy="123392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559276" y="1288473"/>
              <a:ext cx="1899713" cy="108693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559276" y="1238596"/>
              <a:ext cx="1891400" cy="8972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559276" y="1205345"/>
              <a:ext cx="1883088" cy="6968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559276" y="1138844"/>
              <a:ext cx="1891400" cy="52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4" name="TextBox 353">
            <a:extLst>
              <a:ext uri="{FF2B5EF4-FFF2-40B4-BE49-F238E27FC236}">
                <a16:creationId xmlns:a16="http://schemas.microsoft.com/office/drawing/2014/main" id="{EC0C5359-39FB-6536-2844-7AE61AA2E9F0}"/>
              </a:ext>
            </a:extLst>
          </p:cNvPr>
          <p:cNvSpPr txBox="1"/>
          <p:nvPr/>
        </p:nvSpPr>
        <p:spPr>
          <a:xfrm>
            <a:off x="3374814" y="3429000"/>
            <a:ext cx="1377172" cy="307777"/>
          </a:xfrm>
          <a:prstGeom prst="rect">
            <a:avLst/>
          </a:prstGeom>
          <a:noFill/>
          <a:ln w="12700">
            <a:noFill/>
          </a:ln>
        </p:spPr>
        <p:txBody>
          <a:bodyPr wrap="none" rtlCol="0">
            <a:spAutoFit/>
          </a:bodyPr>
          <a:lstStyle/>
          <a:p>
            <a:r>
              <a:rPr lang="en-US" sz="1400" i="1" dirty="0"/>
              <a:t>weight [OCHAN]</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352503" y="294440"/>
            <a:ext cx="1210268" cy="307777"/>
          </a:xfrm>
          <a:prstGeom prst="rect">
            <a:avLst/>
          </a:prstGeom>
          <a:noFill/>
          <a:ln w="12700">
            <a:noFill/>
          </a:ln>
        </p:spPr>
        <p:txBody>
          <a:bodyPr wrap="none" rtlCol="0">
            <a:spAutoFit/>
          </a:bodyPr>
          <a:lstStyle/>
          <a:p>
            <a:r>
              <a:rPr lang="en-US" sz="1400" i="1" dirty="0"/>
              <a:t>DTYPE*ICHAN</a:t>
            </a:r>
          </a:p>
        </p:txBody>
      </p:sp>
      <p:sp>
        <p:nvSpPr>
          <p:cNvPr id="370" name="TextBox 369">
            <a:extLst>
              <a:ext uri="{FF2B5EF4-FFF2-40B4-BE49-F238E27FC236}">
                <a16:creationId xmlns:a16="http://schemas.microsoft.com/office/drawing/2014/main" id="{C8EA116F-81B4-BEA4-C51F-6B1CCEDBFC93}"/>
              </a:ext>
            </a:extLst>
          </p:cNvPr>
          <p:cNvSpPr txBox="1"/>
          <p:nvPr/>
        </p:nvSpPr>
        <p:spPr>
          <a:xfrm>
            <a:off x="78107" y="6456835"/>
            <a:ext cx="2976905" cy="307777"/>
          </a:xfrm>
          <a:prstGeom prst="rect">
            <a:avLst/>
          </a:prstGeom>
          <a:noFill/>
          <a:ln w="12700">
            <a:noFill/>
          </a:ln>
        </p:spPr>
        <p:txBody>
          <a:bodyPr wrap="none" rtlCol="0">
            <a:spAutoFit/>
          </a:bodyPr>
          <a:lstStyle/>
          <a:p>
            <a:r>
              <a:rPr lang="en-US" sz="1400" dirty="0">
                <a:hlinkClick r:id="rId2"/>
              </a:rPr>
              <a:t>conv2d_data.v</a:t>
            </a:r>
            <a:r>
              <a:rPr lang="en-US" sz="1400" dirty="0"/>
              <a:t> : NSTRIPE=3, OCHAN=8</a:t>
            </a:r>
          </a:p>
        </p:txBody>
      </p:sp>
      <p:sp>
        <p:nvSpPr>
          <p:cNvPr id="487" name="TextBox 486">
            <a:extLst>
              <a:ext uri="{FF2B5EF4-FFF2-40B4-BE49-F238E27FC236}">
                <a16:creationId xmlns:a16="http://schemas.microsoft.com/office/drawing/2014/main" id="{2A8EA452-5104-0284-FE2B-2B10D87C2C46}"/>
              </a:ext>
            </a:extLst>
          </p:cNvPr>
          <p:cNvSpPr txBox="1"/>
          <p:nvPr/>
        </p:nvSpPr>
        <p:spPr>
          <a:xfrm>
            <a:off x="8062998" y="2503"/>
            <a:ext cx="373820" cy="307777"/>
          </a:xfrm>
          <a:prstGeom prst="rect">
            <a:avLst/>
          </a:prstGeom>
          <a:noFill/>
          <a:ln w="12700">
            <a:noFill/>
          </a:ln>
        </p:spPr>
        <p:txBody>
          <a:bodyPr wrap="none" rtlCol="0">
            <a:spAutoFit/>
          </a:bodyPr>
          <a:lstStyle/>
          <a:p>
            <a:r>
              <a:rPr lang="en-US" sz="1400" dirty="0"/>
              <a:t>op</a:t>
            </a:r>
          </a:p>
        </p:txBody>
      </p: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769302" y="624801"/>
            <a:ext cx="718308"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9" name="TextBox 308">
            <a:extLst>
              <a:ext uri="{FF2B5EF4-FFF2-40B4-BE49-F238E27FC236}">
                <a16:creationId xmlns:a16="http://schemas.microsoft.com/office/drawing/2014/main" id="{3E6DA17B-1EFC-5991-9E45-6B5166FA542E}"/>
              </a:ext>
            </a:extLst>
          </p:cNvPr>
          <p:cNvSpPr txBox="1"/>
          <p:nvPr/>
        </p:nvSpPr>
        <p:spPr>
          <a:xfrm>
            <a:off x="7193579" y="521237"/>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nvGrpSpPr>
          <p:cNvPr id="310" name="Group 309">
            <a:extLst>
              <a:ext uri="{FF2B5EF4-FFF2-40B4-BE49-F238E27FC236}">
                <a16:creationId xmlns:a16="http://schemas.microsoft.com/office/drawing/2014/main" id="{5E22916A-2AD7-9CC8-03E2-1F0E2A3793D7}"/>
              </a:ext>
            </a:extLst>
          </p:cNvPr>
          <p:cNvGrpSpPr/>
          <p:nvPr/>
        </p:nvGrpSpPr>
        <p:grpSpPr>
          <a:xfrm>
            <a:off x="8564554"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318" name="Rectangle 317">
            <a:extLst>
              <a:ext uri="{FF2B5EF4-FFF2-40B4-BE49-F238E27FC236}">
                <a16:creationId xmlns:a16="http://schemas.microsoft.com/office/drawing/2014/main" id="{1B30B63D-479C-604D-1C6C-0E11B58C4043}"/>
              </a:ext>
            </a:extLst>
          </p:cNvPr>
          <p:cNvSpPr/>
          <p:nvPr/>
        </p:nvSpPr>
        <p:spPr>
          <a:xfrm>
            <a:off x="10177071" y="603934"/>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299071" y="86258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825592"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29593" y="757129"/>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621220" y="443245"/>
            <a:ext cx="1282402" cy="307777"/>
          </a:xfrm>
          <a:prstGeom prst="rect">
            <a:avLst/>
          </a:prstGeom>
          <a:noFill/>
          <a:ln w="12700">
            <a:noFill/>
          </a:ln>
        </p:spPr>
        <p:txBody>
          <a:bodyPr wrap="none" rtlCol="0">
            <a:spAutoFit/>
          </a:bodyPr>
          <a:lstStyle/>
          <a:p>
            <a:r>
              <a:rPr lang="en-US" sz="1400" i="1" dirty="0"/>
              <a:t>DTYPE*OCHAN</a:t>
            </a:r>
          </a:p>
        </p:txBody>
      </p:sp>
      <p:sp>
        <p:nvSpPr>
          <p:cNvPr id="316" name="Trapezoid 315">
            <a:extLst>
              <a:ext uri="{FF2B5EF4-FFF2-40B4-BE49-F238E27FC236}">
                <a16:creationId xmlns:a16="http://schemas.microsoft.com/office/drawing/2014/main" id="{BDC4532B-7576-1EFC-0525-DAD40F475A14}"/>
              </a:ext>
            </a:extLst>
          </p:cNvPr>
          <p:cNvSpPr/>
          <p:nvPr/>
        </p:nvSpPr>
        <p:spPr>
          <a:xfrm rot="5400000">
            <a:off x="5877318" y="1260745"/>
            <a:ext cx="668744" cy="247637"/>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8263331"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18" name="Group 517">
            <a:extLst>
              <a:ext uri="{FF2B5EF4-FFF2-40B4-BE49-F238E27FC236}">
                <a16:creationId xmlns:a16="http://schemas.microsoft.com/office/drawing/2014/main" id="{D5C1296D-2AC3-88BE-BE23-E9F3C0F5AC4C}"/>
              </a:ext>
            </a:extLst>
          </p:cNvPr>
          <p:cNvGrpSpPr/>
          <p:nvPr/>
        </p:nvGrpSpPr>
        <p:grpSpPr>
          <a:xfrm>
            <a:off x="6988833" y="528219"/>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4" name="TextBox 3">
            <a:extLst>
              <a:ext uri="{FF2B5EF4-FFF2-40B4-BE49-F238E27FC236}">
                <a16:creationId xmlns:a16="http://schemas.microsoft.com/office/drawing/2014/main" id="{F9469775-542C-D59A-E570-7C566B67802B}"/>
              </a:ext>
            </a:extLst>
          </p:cNvPr>
          <p:cNvSpPr txBox="1"/>
          <p:nvPr/>
        </p:nvSpPr>
        <p:spPr>
          <a:xfrm>
            <a:off x="1545350" y="23211"/>
            <a:ext cx="753348" cy="307777"/>
          </a:xfrm>
          <a:prstGeom prst="rect">
            <a:avLst/>
          </a:prstGeom>
          <a:noFill/>
          <a:ln w="12700">
            <a:noFill/>
          </a:ln>
        </p:spPr>
        <p:txBody>
          <a:bodyPr wrap="none" rtlCol="0">
            <a:spAutoFit/>
          </a:bodyPr>
          <a:lstStyle/>
          <a:p>
            <a:r>
              <a:rPr lang="en-US" sz="1400" dirty="0" err="1"/>
              <a:t>wa,wen</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3183357"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3568843"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29B62355-CCBA-57DA-BF5F-7DA470B7C05C}"/>
              </a:ext>
            </a:extLst>
          </p:cNvPr>
          <p:cNvSpPr txBox="1"/>
          <p:nvPr/>
        </p:nvSpPr>
        <p:spPr>
          <a:xfrm>
            <a:off x="4068869" y="1064368"/>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233914" y="1333515"/>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9251531"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a:stCxn id="21" idx="2"/>
          </p:cNvCxnSpPr>
          <p:nvPr/>
        </p:nvCxnSpPr>
        <p:spPr>
          <a:xfrm>
            <a:off x="9698737"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6553685" y="15321"/>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8421061" y="205739"/>
            <a:ext cx="579839" cy="307777"/>
          </a:xfrm>
          <a:prstGeom prst="rect">
            <a:avLst/>
          </a:prstGeom>
          <a:noFill/>
          <a:ln w="12700">
            <a:noFill/>
          </a:ln>
        </p:spPr>
        <p:txBody>
          <a:bodyPr wrap="none" rtlCol="0">
            <a:spAutoFit/>
          </a:bodyPr>
          <a:lstStyle/>
          <a:p>
            <a:r>
              <a:rPr lang="en-US" sz="1400" dirty="0" err="1"/>
              <a:t>reg_z</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4271279" y="193630"/>
            <a:ext cx="592791" cy="307777"/>
          </a:xfrm>
          <a:prstGeom prst="rect">
            <a:avLst/>
          </a:prstGeom>
          <a:noFill/>
          <a:ln w="12700">
            <a:noFill/>
          </a:ln>
        </p:spPr>
        <p:txBody>
          <a:bodyPr wrap="none" rtlCol="0">
            <a:spAutoFit/>
          </a:bodyPr>
          <a:lstStyle/>
          <a:p>
            <a:r>
              <a:rPr lang="en-US" sz="1400" dirty="0"/>
              <a:t>patch</a:t>
            </a:r>
          </a:p>
        </p:txBody>
      </p:sp>
      <p:grpSp>
        <p:nvGrpSpPr>
          <p:cNvPr id="472" name="Group 471">
            <a:extLst>
              <a:ext uri="{FF2B5EF4-FFF2-40B4-BE49-F238E27FC236}">
                <a16:creationId xmlns:a16="http://schemas.microsoft.com/office/drawing/2014/main" id="{9DC7DBD6-3DF8-AA8C-D708-F64DADE8B794}"/>
              </a:ext>
            </a:extLst>
          </p:cNvPr>
          <p:cNvGrpSpPr/>
          <p:nvPr/>
        </p:nvGrpSpPr>
        <p:grpSpPr>
          <a:xfrm>
            <a:off x="7773367" y="527430"/>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554" name="TextBox 553">
            <a:extLst>
              <a:ext uri="{FF2B5EF4-FFF2-40B4-BE49-F238E27FC236}">
                <a16:creationId xmlns:a16="http://schemas.microsoft.com/office/drawing/2014/main" id="{147709EE-637D-9978-A2B0-74792948F552}"/>
              </a:ext>
            </a:extLst>
          </p:cNvPr>
          <p:cNvSpPr txBox="1"/>
          <p:nvPr/>
        </p:nvSpPr>
        <p:spPr>
          <a:xfrm>
            <a:off x="7980967" y="519407"/>
            <a:ext cx="571247"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5" name="TextBox 554">
            <a:extLst>
              <a:ext uri="{FF2B5EF4-FFF2-40B4-BE49-F238E27FC236}">
                <a16:creationId xmlns:a16="http://schemas.microsoft.com/office/drawing/2014/main" id="{708A001A-1238-6945-2A78-8F660F321D8A}"/>
              </a:ext>
            </a:extLst>
          </p:cNvPr>
          <p:cNvSpPr txBox="1"/>
          <p:nvPr/>
        </p:nvSpPr>
        <p:spPr>
          <a:xfrm>
            <a:off x="7662340" y="214021"/>
            <a:ext cx="421910" cy="307777"/>
          </a:xfrm>
          <a:prstGeom prst="rect">
            <a:avLst/>
          </a:prstGeom>
          <a:noFill/>
          <a:ln w="12700">
            <a:noFill/>
          </a:ln>
        </p:spPr>
        <p:txBody>
          <a:bodyPr wrap="none" rtlCol="0">
            <a:spAutoFit/>
          </a:bodyPr>
          <a:lstStyle/>
          <a:p>
            <a:r>
              <a:rPr lang="en-US" sz="1400" dirty="0"/>
              <a:t>acc</a:t>
            </a:r>
          </a:p>
        </p:txBody>
      </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7479353"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1" name="TextBox 560">
            <a:extLst>
              <a:ext uri="{FF2B5EF4-FFF2-40B4-BE49-F238E27FC236}">
                <a16:creationId xmlns:a16="http://schemas.microsoft.com/office/drawing/2014/main" id="{7254F57F-C0FA-26E2-D6AD-6128BACB1A9C}"/>
              </a:ext>
            </a:extLst>
          </p:cNvPr>
          <p:cNvSpPr txBox="1"/>
          <p:nvPr/>
        </p:nvSpPr>
        <p:spPr>
          <a:xfrm>
            <a:off x="7309772" y="41453"/>
            <a:ext cx="364202" cy="307777"/>
          </a:xfrm>
          <a:prstGeom prst="rect">
            <a:avLst/>
          </a:prstGeom>
          <a:noFill/>
          <a:ln w="12700">
            <a:noFill/>
          </a:ln>
        </p:spPr>
        <p:txBody>
          <a:bodyPr wrap="none" rtlCol="0">
            <a:spAutoFit/>
          </a:bodyPr>
          <a:lstStyle/>
          <a:p>
            <a:r>
              <a:rPr lang="en-US" sz="1400" dirty="0" err="1"/>
              <a:t>clr</a:t>
            </a:r>
            <a:endParaRPr lang="en-US" sz="1400" dirty="0"/>
          </a:p>
        </p:txBody>
      </p:sp>
      <p:cxnSp>
        <p:nvCxnSpPr>
          <p:cNvPr id="3" name="Straight Connector 2">
            <a:extLst>
              <a:ext uri="{FF2B5EF4-FFF2-40B4-BE49-F238E27FC236}">
                <a16:creationId xmlns:a16="http://schemas.microsoft.com/office/drawing/2014/main" id="{5F806D18-B8E6-B823-F8A2-BC681A1A83B7}"/>
              </a:ext>
            </a:extLst>
          </p:cNvPr>
          <p:cNvCxnSpPr>
            <a:cxnSpLocks/>
            <a:stCxn id="7" idx="0"/>
            <a:endCxn id="235" idx="1"/>
          </p:cNvCxnSpPr>
          <p:nvPr/>
        </p:nvCxnSpPr>
        <p:spPr>
          <a:xfrm flipV="1">
            <a:off x="4096358" y="615582"/>
            <a:ext cx="268468" cy="519"/>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33002DA-023B-2D6F-5102-4E73EFEA8C9F}"/>
              </a:ext>
            </a:extLst>
          </p:cNvPr>
          <p:cNvCxnSpPr>
            <a:cxnSpLocks/>
            <a:stCxn id="316" idx="0"/>
          </p:cNvCxnSpPr>
          <p:nvPr/>
        </p:nvCxnSpPr>
        <p:spPr>
          <a:xfrm flipV="1">
            <a:off x="6335509" y="698269"/>
            <a:ext cx="630556" cy="68629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6476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8ECCCD-C598-DC86-C6E8-1C2895BCD2E5}"/>
              </a:ext>
            </a:extLst>
          </p:cNvPr>
          <p:cNvCxnSpPr/>
          <p:nvPr/>
        </p:nvCxnSpPr>
        <p:spPr>
          <a:xfrm>
            <a:off x="1999281" y="1015139"/>
            <a:ext cx="7919634"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85F9DD8A-194F-9288-BA09-45AE61005FC0}"/>
              </a:ext>
            </a:extLst>
          </p:cNvPr>
          <p:cNvSpPr txBox="1"/>
          <p:nvPr/>
        </p:nvSpPr>
        <p:spPr>
          <a:xfrm>
            <a:off x="224726" y="414974"/>
            <a:ext cx="1575111" cy="1200329"/>
          </a:xfrm>
          <a:prstGeom prst="rect">
            <a:avLst/>
          </a:prstGeom>
          <a:noFill/>
        </p:spPr>
        <p:txBody>
          <a:bodyPr wrap="none" rtlCol="0">
            <a:spAutoFit/>
          </a:bodyPr>
          <a:lstStyle/>
          <a:p>
            <a:r>
              <a:rPr lang="en-US" dirty="0"/>
              <a:t>fill row of</a:t>
            </a:r>
          </a:p>
          <a:p>
            <a:r>
              <a:rPr lang="en-US" dirty="0"/>
              <a:t>padded stripes</a:t>
            </a:r>
          </a:p>
          <a:p>
            <a:r>
              <a:rPr lang="en-US" dirty="0"/>
              <a:t>from previous</a:t>
            </a:r>
          </a:p>
          <a:p>
            <a:r>
              <a:rPr lang="en-US" dirty="0"/>
              <a:t>layer</a:t>
            </a:r>
          </a:p>
        </p:txBody>
      </p:sp>
      <p:cxnSp>
        <p:nvCxnSpPr>
          <p:cNvPr id="6" name="Straight Connector 5">
            <a:extLst>
              <a:ext uri="{FF2B5EF4-FFF2-40B4-BE49-F238E27FC236}">
                <a16:creationId xmlns:a16="http://schemas.microsoft.com/office/drawing/2014/main" id="{4F617905-863A-A12E-A731-7EC90AAF342D}"/>
              </a:ext>
            </a:extLst>
          </p:cNvPr>
          <p:cNvCxnSpPr>
            <a:cxnSpLocks/>
          </p:cNvCxnSpPr>
          <p:nvPr/>
        </p:nvCxnSpPr>
        <p:spPr>
          <a:xfrm>
            <a:off x="1999281" y="858219"/>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4CD0515-CF59-D78F-10F4-AEFE796558DD}"/>
              </a:ext>
            </a:extLst>
          </p:cNvPr>
          <p:cNvCxnSpPr>
            <a:cxnSpLocks/>
          </p:cNvCxnSpPr>
          <p:nvPr/>
        </p:nvCxnSpPr>
        <p:spPr>
          <a:xfrm>
            <a:off x="4641742" y="858219"/>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C566D43-F8C2-8DAA-CC65-AFF5930CEEFA}"/>
              </a:ext>
            </a:extLst>
          </p:cNvPr>
          <p:cNvCxnSpPr>
            <a:cxnSpLocks/>
          </p:cNvCxnSpPr>
          <p:nvPr/>
        </p:nvCxnSpPr>
        <p:spPr>
          <a:xfrm>
            <a:off x="7284203" y="858219"/>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C92629DA-498B-AC20-18B1-A0B5CC395632}"/>
              </a:ext>
            </a:extLst>
          </p:cNvPr>
          <p:cNvCxnSpPr>
            <a:cxnSpLocks/>
          </p:cNvCxnSpPr>
          <p:nvPr/>
        </p:nvCxnSpPr>
        <p:spPr>
          <a:xfrm>
            <a:off x="9926664" y="858219"/>
            <a:ext cx="0" cy="302217"/>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7641D1BC-2FE0-ECCE-B237-D8A2B87FA217}"/>
              </a:ext>
            </a:extLst>
          </p:cNvPr>
          <p:cNvSpPr txBox="1"/>
          <p:nvPr/>
        </p:nvSpPr>
        <p:spPr>
          <a:xfrm>
            <a:off x="811899" y="2022621"/>
            <a:ext cx="3415166" cy="923330"/>
          </a:xfrm>
          <a:prstGeom prst="rect">
            <a:avLst/>
          </a:prstGeom>
          <a:noFill/>
        </p:spPr>
        <p:txBody>
          <a:bodyPr wrap="none" rtlCol="0">
            <a:spAutoFit/>
          </a:bodyPr>
          <a:lstStyle/>
          <a:p>
            <a:r>
              <a:rPr lang="en-US" dirty="0"/>
              <a:t>compute NSTRIPE*OCHAN parallel</a:t>
            </a:r>
          </a:p>
          <a:p>
            <a:r>
              <a:rPr lang="en-US" dirty="0"/>
              <a:t>dot products, quant scale, RELU</a:t>
            </a:r>
          </a:p>
          <a:p>
            <a:r>
              <a:rPr lang="en-US" dirty="0"/>
              <a:t> stride through input row data</a:t>
            </a:r>
          </a:p>
        </p:txBody>
      </p:sp>
      <p:grpSp>
        <p:nvGrpSpPr>
          <p:cNvPr id="38" name="Group 37">
            <a:extLst>
              <a:ext uri="{FF2B5EF4-FFF2-40B4-BE49-F238E27FC236}">
                <a16:creationId xmlns:a16="http://schemas.microsoft.com/office/drawing/2014/main" id="{E8919BC0-1353-E98C-B971-FEE07BF999B7}"/>
              </a:ext>
            </a:extLst>
          </p:cNvPr>
          <p:cNvGrpSpPr/>
          <p:nvPr/>
        </p:nvGrpSpPr>
        <p:grpSpPr>
          <a:xfrm>
            <a:off x="4693402" y="2442274"/>
            <a:ext cx="2286000" cy="302217"/>
            <a:chOff x="4693402" y="2442274"/>
            <a:chExt cx="2286000" cy="302217"/>
          </a:xfrm>
        </p:grpSpPr>
        <p:cxnSp>
          <p:nvCxnSpPr>
            <p:cNvPr id="11" name="Straight Connector 10">
              <a:extLst>
                <a:ext uri="{FF2B5EF4-FFF2-40B4-BE49-F238E27FC236}">
                  <a16:creationId xmlns:a16="http://schemas.microsoft.com/office/drawing/2014/main" id="{6B0875E2-CE60-9879-9D14-AE419FB51A5A}"/>
                </a:ext>
              </a:extLst>
            </p:cNvPr>
            <p:cNvCxnSpPr>
              <a:cxnSpLocks/>
            </p:cNvCxnSpPr>
            <p:nvPr/>
          </p:nvCxnSpPr>
          <p:spPr>
            <a:xfrm>
              <a:off x="4695986" y="2593383"/>
              <a:ext cx="2283416"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AF6D1E2-6170-891A-391C-C6D95170D686}"/>
                </a:ext>
              </a:extLst>
            </p:cNvPr>
            <p:cNvCxnSpPr>
              <a:cxnSpLocks/>
            </p:cNvCxnSpPr>
            <p:nvPr/>
          </p:nvCxnSpPr>
          <p:spPr>
            <a:xfrm>
              <a:off x="4693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9F6F143-EB53-6E7F-CFEF-61C7138E84B5}"/>
                </a:ext>
              </a:extLst>
            </p:cNvPr>
            <p:cNvCxnSpPr>
              <a:cxnSpLocks/>
            </p:cNvCxnSpPr>
            <p:nvPr/>
          </p:nvCxnSpPr>
          <p:spPr>
            <a:xfrm>
              <a:off x="4845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AC6FDF84-080D-E90D-8E9C-18A443D2A61B}"/>
                </a:ext>
              </a:extLst>
            </p:cNvPr>
            <p:cNvCxnSpPr>
              <a:cxnSpLocks/>
            </p:cNvCxnSpPr>
            <p:nvPr/>
          </p:nvCxnSpPr>
          <p:spPr>
            <a:xfrm>
              <a:off x="4998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2F7D0B22-9465-DC57-CFD6-2EC7BFA059AA}"/>
                </a:ext>
              </a:extLst>
            </p:cNvPr>
            <p:cNvCxnSpPr>
              <a:cxnSpLocks/>
            </p:cNvCxnSpPr>
            <p:nvPr/>
          </p:nvCxnSpPr>
          <p:spPr>
            <a:xfrm>
              <a:off x="5150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F31EC015-3D03-E23F-3BAE-27EE1B9FD7E2}"/>
                </a:ext>
              </a:extLst>
            </p:cNvPr>
            <p:cNvCxnSpPr>
              <a:cxnSpLocks/>
            </p:cNvCxnSpPr>
            <p:nvPr/>
          </p:nvCxnSpPr>
          <p:spPr>
            <a:xfrm>
              <a:off x="5303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9050BAC-D9CD-5EDD-699E-5F0D511C9719}"/>
                </a:ext>
              </a:extLst>
            </p:cNvPr>
            <p:cNvCxnSpPr>
              <a:cxnSpLocks/>
            </p:cNvCxnSpPr>
            <p:nvPr/>
          </p:nvCxnSpPr>
          <p:spPr>
            <a:xfrm>
              <a:off x="5455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95F3057-6911-5E24-1D39-DEE549522F61}"/>
                </a:ext>
              </a:extLst>
            </p:cNvPr>
            <p:cNvCxnSpPr>
              <a:cxnSpLocks/>
            </p:cNvCxnSpPr>
            <p:nvPr/>
          </p:nvCxnSpPr>
          <p:spPr>
            <a:xfrm>
              <a:off x="5607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1DD6DF4-D880-AC50-2533-FFA010B0D019}"/>
                </a:ext>
              </a:extLst>
            </p:cNvPr>
            <p:cNvCxnSpPr>
              <a:cxnSpLocks/>
            </p:cNvCxnSpPr>
            <p:nvPr/>
          </p:nvCxnSpPr>
          <p:spPr>
            <a:xfrm>
              <a:off x="5760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FE3AED2A-84C6-3D00-20DE-E41E4D6B3A2E}"/>
                </a:ext>
              </a:extLst>
            </p:cNvPr>
            <p:cNvCxnSpPr>
              <a:cxnSpLocks/>
            </p:cNvCxnSpPr>
            <p:nvPr/>
          </p:nvCxnSpPr>
          <p:spPr>
            <a:xfrm>
              <a:off x="5912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41AB554-6248-1AFA-29DE-8BD9D3C48000}"/>
                </a:ext>
              </a:extLst>
            </p:cNvPr>
            <p:cNvCxnSpPr>
              <a:cxnSpLocks/>
            </p:cNvCxnSpPr>
            <p:nvPr/>
          </p:nvCxnSpPr>
          <p:spPr>
            <a:xfrm>
              <a:off x="6065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678B77E3-C031-3FED-26C0-8038BCB53E8F}"/>
                </a:ext>
              </a:extLst>
            </p:cNvPr>
            <p:cNvCxnSpPr>
              <a:cxnSpLocks/>
            </p:cNvCxnSpPr>
            <p:nvPr/>
          </p:nvCxnSpPr>
          <p:spPr>
            <a:xfrm>
              <a:off x="6217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B02DD85A-6A9B-D99D-1C33-6B8196B06130}"/>
                </a:ext>
              </a:extLst>
            </p:cNvPr>
            <p:cNvCxnSpPr>
              <a:cxnSpLocks/>
            </p:cNvCxnSpPr>
            <p:nvPr/>
          </p:nvCxnSpPr>
          <p:spPr>
            <a:xfrm>
              <a:off x="6369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9885B930-9B92-9554-ADC7-43251CC80192}"/>
                </a:ext>
              </a:extLst>
            </p:cNvPr>
            <p:cNvCxnSpPr>
              <a:cxnSpLocks/>
            </p:cNvCxnSpPr>
            <p:nvPr/>
          </p:nvCxnSpPr>
          <p:spPr>
            <a:xfrm>
              <a:off x="6522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F071AB9E-74DE-BC6C-808E-5C01DF355E5E}"/>
                </a:ext>
              </a:extLst>
            </p:cNvPr>
            <p:cNvCxnSpPr>
              <a:cxnSpLocks/>
            </p:cNvCxnSpPr>
            <p:nvPr/>
          </p:nvCxnSpPr>
          <p:spPr>
            <a:xfrm>
              <a:off x="6674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452BB69-9E4D-31E8-B45B-01F52DFA3F5A}"/>
                </a:ext>
              </a:extLst>
            </p:cNvPr>
            <p:cNvCxnSpPr>
              <a:cxnSpLocks/>
            </p:cNvCxnSpPr>
            <p:nvPr/>
          </p:nvCxnSpPr>
          <p:spPr>
            <a:xfrm>
              <a:off x="6827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87CC5BD2-51E0-CFAC-7E16-3C8AE95527C3}"/>
                </a:ext>
              </a:extLst>
            </p:cNvPr>
            <p:cNvCxnSpPr>
              <a:cxnSpLocks/>
            </p:cNvCxnSpPr>
            <p:nvPr/>
          </p:nvCxnSpPr>
          <p:spPr>
            <a:xfrm>
              <a:off x="6979402" y="2442274"/>
              <a:ext cx="0" cy="302217"/>
            </a:xfrm>
            <a:prstGeom prst="line">
              <a:avLst/>
            </a:prstGeom>
          </p:spPr>
          <p:style>
            <a:lnRef idx="1">
              <a:schemeClr val="dk1"/>
            </a:lnRef>
            <a:fillRef idx="0">
              <a:schemeClr val="dk1"/>
            </a:fillRef>
            <a:effectRef idx="0">
              <a:schemeClr val="dk1"/>
            </a:effectRef>
            <a:fontRef idx="minor">
              <a:schemeClr val="tx1"/>
            </a:fontRef>
          </p:style>
        </p:cxnSp>
      </p:grpSp>
      <p:sp>
        <p:nvSpPr>
          <p:cNvPr id="31" name="TextBox 30">
            <a:extLst>
              <a:ext uri="{FF2B5EF4-FFF2-40B4-BE49-F238E27FC236}">
                <a16:creationId xmlns:a16="http://schemas.microsoft.com/office/drawing/2014/main" id="{769FDE3E-BED2-9D88-7AF1-BFE133AA6D27}"/>
              </a:ext>
            </a:extLst>
          </p:cNvPr>
          <p:cNvSpPr txBox="1"/>
          <p:nvPr/>
        </p:nvSpPr>
        <p:spPr>
          <a:xfrm>
            <a:off x="2932665" y="500511"/>
            <a:ext cx="503792" cy="369332"/>
          </a:xfrm>
          <a:prstGeom prst="rect">
            <a:avLst/>
          </a:prstGeom>
          <a:noFill/>
        </p:spPr>
        <p:txBody>
          <a:bodyPr wrap="none" rtlCol="0">
            <a:spAutoFit/>
          </a:bodyPr>
          <a:lstStyle/>
          <a:p>
            <a:r>
              <a:rPr lang="en-US" dirty="0" err="1"/>
              <a:t>t</a:t>
            </a:r>
            <a:r>
              <a:rPr lang="en-US" baseline="-25000" dirty="0" err="1"/>
              <a:t>row</a:t>
            </a:r>
            <a:endParaRPr lang="en-US" baseline="-25000" dirty="0"/>
          </a:p>
        </p:txBody>
      </p:sp>
      <p:sp>
        <p:nvSpPr>
          <p:cNvPr id="33" name="TextBox 32">
            <a:extLst>
              <a:ext uri="{FF2B5EF4-FFF2-40B4-BE49-F238E27FC236}">
                <a16:creationId xmlns:a16="http://schemas.microsoft.com/office/drawing/2014/main" id="{032543C9-BAAC-074E-FE91-47ED0331916B}"/>
              </a:ext>
            </a:extLst>
          </p:cNvPr>
          <p:cNvSpPr txBox="1"/>
          <p:nvPr/>
        </p:nvSpPr>
        <p:spPr>
          <a:xfrm>
            <a:off x="5202732" y="1896339"/>
            <a:ext cx="472245" cy="369332"/>
          </a:xfrm>
          <a:prstGeom prst="rect">
            <a:avLst/>
          </a:prstGeom>
          <a:noFill/>
        </p:spPr>
        <p:txBody>
          <a:bodyPr wrap="none" rtlCol="0">
            <a:spAutoFit/>
          </a:bodyPr>
          <a:lstStyle/>
          <a:p>
            <a:r>
              <a:rPr lang="en-US" dirty="0" err="1"/>
              <a:t>t</a:t>
            </a:r>
            <a:r>
              <a:rPr lang="en-US" baseline="-25000" dirty="0" err="1"/>
              <a:t>dot</a:t>
            </a:r>
            <a:endParaRPr lang="en-US" baseline="-25000" dirty="0"/>
          </a:p>
        </p:txBody>
      </p:sp>
      <p:sp>
        <p:nvSpPr>
          <p:cNvPr id="36" name="TextBox 35">
            <a:extLst>
              <a:ext uri="{FF2B5EF4-FFF2-40B4-BE49-F238E27FC236}">
                <a16:creationId xmlns:a16="http://schemas.microsoft.com/office/drawing/2014/main" id="{728F07BC-64F9-91F3-B13C-189B52D1EC3D}"/>
              </a:ext>
            </a:extLst>
          </p:cNvPr>
          <p:cNvSpPr txBox="1"/>
          <p:nvPr/>
        </p:nvSpPr>
        <p:spPr>
          <a:xfrm>
            <a:off x="7240093" y="2824214"/>
            <a:ext cx="2722733" cy="369332"/>
          </a:xfrm>
          <a:prstGeom prst="rect">
            <a:avLst/>
          </a:prstGeom>
          <a:noFill/>
        </p:spPr>
        <p:txBody>
          <a:bodyPr wrap="none" rtlCol="0">
            <a:spAutoFit/>
          </a:bodyPr>
          <a:lstStyle/>
          <a:p>
            <a:r>
              <a:rPr lang="en-US" dirty="0"/>
              <a:t>(</a:t>
            </a:r>
            <a:r>
              <a:rPr lang="en-US" dirty="0" err="1"/>
              <a:t>owidth</a:t>
            </a:r>
            <a:r>
              <a:rPr lang="en-US" dirty="0"/>
              <a:t>/</a:t>
            </a:r>
            <a:r>
              <a:rPr lang="en-US" dirty="0" err="1"/>
              <a:t>nstripe</a:t>
            </a:r>
            <a:r>
              <a:rPr lang="en-US" dirty="0"/>
              <a:t>)∙</a:t>
            </a:r>
            <a:r>
              <a:rPr lang="en-US" dirty="0" err="1"/>
              <a:t>t</a:t>
            </a:r>
            <a:r>
              <a:rPr lang="en-US" baseline="-25000" dirty="0" err="1"/>
              <a:t>dot</a:t>
            </a:r>
            <a:r>
              <a:rPr lang="en-US" dirty="0"/>
              <a:t>  &lt; </a:t>
            </a:r>
            <a:r>
              <a:rPr lang="en-US" dirty="0" err="1"/>
              <a:t>t</a:t>
            </a:r>
            <a:r>
              <a:rPr lang="en-US" baseline="-25000" dirty="0" err="1"/>
              <a:t>row</a:t>
            </a:r>
            <a:r>
              <a:rPr lang="en-US" dirty="0"/>
              <a:t> </a:t>
            </a:r>
            <a:endParaRPr lang="en-US" baseline="-25000" dirty="0"/>
          </a:p>
        </p:txBody>
      </p:sp>
      <p:grpSp>
        <p:nvGrpSpPr>
          <p:cNvPr id="39" name="Group 38">
            <a:extLst>
              <a:ext uri="{FF2B5EF4-FFF2-40B4-BE49-F238E27FC236}">
                <a16:creationId xmlns:a16="http://schemas.microsoft.com/office/drawing/2014/main" id="{C4F95E90-79C7-F5BF-31D2-7006B052ECEA}"/>
              </a:ext>
            </a:extLst>
          </p:cNvPr>
          <p:cNvGrpSpPr/>
          <p:nvPr/>
        </p:nvGrpSpPr>
        <p:grpSpPr>
          <a:xfrm>
            <a:off x="7377191" y="2452600"/>
            <a:ext cx="2286000" cy="302217"/>
            <a:chOff x="4693402" y="2442274"/>
            <a:chExt cx="2286000" cy="302217"/>
          </a:xfrm>
        </p:grpSpPr>
        <p:cxnSp>
          <p:nvCxnSpPr>
            <p:cNvPr id="40" name="Straight Connector 39">
              <a:extLst>
                <a:ext uri="{FF2B5EF4-FFF2-40B4-BE49-F238E27FC236}">
                  <a16:creationId xmlns:a16="http://schemas.microsoft.com/office/drawing/2014/main" id="{9015AFBC-6EA4-971E-B0AA-68E0526B9C3A}"/>
                </a:ext>
              </a:extLst>
            </p:cNvPr>
            <p:cNvCxnSpPr>
              <a:cxnSpLocks/>
            </p:cNvCxnSpPr>
            <p:nvPr/>
          </p:nvCxnSpPr>
          <p:spPr>
            <a:xfrm>
              <a:off x="4695986" y="2593383"/>
              <a:ext cx="2283416" cy="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1E6FD276-64C0-60DD-290E-692559310B42}"/>
                </a:ext>
              </a:extLst>
            </p:cNvPr>
            <p:cNvCxnSpPr>
              <a:cxnSpLocks/>
            </p:cNvCxnSpPr>
            <p:nvPr/>
          </p:nvCxnSpPr>
          <p:spPr>
            <a:xfrm>
              <a:off x="4693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25D057D8-66B9-BC8D-A46C-8645BFD92CA9}"/>
                </a:ext>
              </a:extLst>
            </p:cNvPr>
            <p:cNvCxnSpPr>
              <a:cxnSpLocks/>
            </p:cNvCxnSpPr>
            <p:nvPr/>
          </p:nvCxnSpPr>
          <p:spPr>
            <a:xfrm>
              <a:off x="4845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5BE9A734-B51A-1D23-E299-FFB7AFDC1A32}"/>
                </a:ext>
              </a:extLst>
            </p:cNvPr>
            <p:cNvCxnSpPr>
              <a:cxnSpLocks/>
            </p:cNvCxnSpPr>
            <p:nvPr/>
          </p:nvCxnSpPr>
          <p:spPr>
            <a:xfrm>
              <a:off x="4998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E74F0BD4-FCBE-BEF4-15AD-60B783602E9A}"/>
                </a:ext>
              </a:extLst>
            </p:cNvPr>
            <p:cNvCxnSpPr>
              <a:cxnSpLocks/>
            </p:cNvCxnSpPr>
            <p:nvPr/>
          </p:nvCxnSpPr>
          <p:spPr>
            <a:xfrm>
              <a:off x="5150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8F6474-2AAF-950B-F19F-DE3BEA62F445}"/>
                </a:ext>
              </a:extLst>
            </p:cNvPr>
            <p:cNvCxnSpPr>
              <a:cxnSpLocks/>
            </p:cNvCxnSpPr>
            <p:nvPr/>
          </p:nvCxnSpPr>
          <p:spPr>
            <a:xfrm>
              <a:off x="5303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62F322A-1F36-D54D-8C05-977F4FC2B44C}"/>
                </a:ext>
              </a:extLst>
            </p:cNvPr>
            <p:cNvCxnSpPr>
              <a:cxnSpLocks/>
            </p:cNvCxnSpPr>
            <p:nvPr/>
          </p:nvCxnSpPr>
          <p:spPr>
            <a:xfrm>
              <a:off x="5455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F0D656A5-A6CD-5BD4-8E2F-3F708A2A5364}"/>
                </a:ext>
              </a:extLst>
            </p:cNvPr>
            <p:cNvCxnSpPr>
              <a:cxnSpLocks/>
            </p:cNvCxnSpPr>
            <p:nvPr/>
          </p:nvCxnSpPr>
          <p:spPr>
            <a:xfrm>
              <a:off x="5607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9EC4C4A7-6F0F-36DF-D1F7-19F674776FF1}"/>
                </a:ext>
              </a:extLst>
            </p:cNvPr>
            <p:cNvCxnSpPr>
              <a:cxnSpLocks/>
            </p:cNvCxnSpPr>
            <p:nvPr/>
          </p:nvCxnSpPr>
          <p:spPr>
            <a:xfrm>
              <a:off x="5760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AE978E87-49F5-787E-F56D-F205199A0626}"/>
                </a:ext>
              </a:extLst>
            </p:cNvPr>
            <p:cNvCxnSpPr>
              <a:cxnSpLocks/>
            </p:cNvCxnSpPr>
            <p:nvPr/>
          </p:nvCxnSpPr>
          <p:spPr>
            <a:xfrm>
              <a:off x="5912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0614E8F5-2EF8-7761-5271-3B63E3334E0A}"/>
                </a:ext>
              </a:extLst>
            </p:cNvPr>
            <p:cNvCxnSpPr>
              <a:cxnSpLocks/>
            </p:cNvCxnSpPr>
            <p:nvPr/>
          </p:nvCxnSpPr>
          <p:spPr>
            <a:xfrm>
              <a:off x="6065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A4DE7998-7B21-1A89-E758-B0D10F92FB15}"/>
                </a:ext>
              </a:extLst>
            </p:cNvPr>
            <p:cNvCxnSpPr>
              <a:cxnSpLocks/>
            </p:cNvCxnSpPr>
            <p:nvPr/>
          </p:nvCxnSpPr>
          <p:spPr>
            <a:xfrm>
              <a:off x="62174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AE6F5863-B3C1-31A9-36F6-1383A33778A3}"/>
                </a:ext>
              </a:extLst>
            </p:cNvPr>
            <p:cNvCxnSpPr>
              <a:cxnSpLocks/>
            </p:cNvCxnSpPr>
            <p:nvPr/>
          </p:nvCxnSpPr>
          <p:spPr>
            <a:xfrm>
              <a:off x="63698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4E33CE2C-E9D5-16E5-39C5-D39625017F40}"/>
                </a:ext>
              </a:extLst>
            </p:cNvPr>
            <p:cNvCxnSpPr>
              <a:cxnSpLocks/>
            </p:cNvCxnSpPr>
            <p:nvPr/>
          </p:nvCxnSpPr>
          <p:spPr>
            <a:xfrm>
              <a:off x="65222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CB03716F-F42E-6278-F2AB-6867060FAA85}"/>
                </a:ext>
              </a:extLst>
            </p:cNvPr>
            <p:cNvCxnSpPr>
              <a:cxnSpLocks/>
            </p:cNvCxnSpPr>
            <p:nvPr/>
          </p:nvCxnSpPr>
          <p:spPr>
            <a:xfrm>
              <a:off x="66746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B84A6500-E2C9-B395-E5F3-A2D0D99A7C47}"/>
                </a:ext>
              </a:extLst>
            </p:cNvPr>
            <p:cNvCxnSpPr>
              <a:cxnSpLocks/>
            </p:cNvCxnSpPr>
            <p:nvPr/>
          </p:nvCxnSpPr>
          <p:spPr>
            <a:xfrm>
              <a:off x="6827002" y="2442274"/>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210CCF79-A5A3-9F51-7547-B85AE9066C35}"/>
                </a:ext>
              </a:extLst>
            </p:cNvPr>
            <p:cNvCxnSpPr>
              <a:cxnSpLocks/>
            </p:cNvCxnSpPr>
            <p:nvPr/>
          </p:nvCxnSpPr>
          <p:spPr>
            <a:xfrm>
              <a:off x="6979402" y="2442274"/>
              <a:ext cx="0" cy="302217"/>
            </a:xfrm>
            <a:prstGeom prst="line">
              <a:avLst/>
            </a:prstGeom>
          </p:spPr>
          <p:style>
            <a:lnRef idx="1">
              <a:schemeClr val="dk1"/>
            </a:lnRef>
            <a:fillRef idx="0">
              <a:schemeClr val="dk1"/>
            </a:fillRef>
            <a:effectRef idx="0">
              <a:schemeClr val="dk1"/>
            </a:effectRef>
            <a:fontRef idx="minor">
              <a:schemeClr val="tx1"/>
            </a:fontRef>
          </p:style>
        </p:cxnSp>
      </p:grpSp>
      <p:sp>
        <p:nvSpPr>
          <p:cNvPr id="94" name="Left Brace 93">
            <a:extLst>
              <a:ext uri="{FF2B5EF4-FFF2-40B4-BE49-F238E27FC236}">
                <a16:creationId xmlns:a16="http://schemas.microsoft.com/office/drawing/2014/main" id="{4EA17D3C-8480-32EC-EF9F-664C220FAAC6}"/>
              </a:ext>
            </a:extLst>
          </p:cNvPr>
          <p:cNvSpPr/>
          <p:nvPr/>
        </p:nvSpPr>
        <p:spPr>
          <a:xfrm rot="5400000">
            <a:off x="5317373" y="2261647"/>
            <a:ext cx="129243" cy="14877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5" name="TextBox 94">
            <a:extLst>
              <a:ext uri="{FF2B5EF4-FFF2-40B4-BE49-F238E27FC236}">
                <a16:creationId xmlns:a16="http://schemas.microsoft.com/office/drawing/2014/main" id="{F244A17A-6AD4-B70E-19E4-4B16B4EFE349}"/>
              </a:ext>
            </a:extLst>
          </p:cNvPr>
          <p:cNvSpPr txBox="1"/>
          <p:nvPr/>
        </p:nvSpPr>
        <p:spPr>
          <a:xfrm>
            <a:off x="1711756" y="3769395"/>
            <a:ext cx="2943947" cy="646331"/>
          </a:xfrm>
          <a:prstGeom prst="rect">
            <a:avLst/>
          </a:prstGeom>
          <a:noFill/>
        </p:spPr>
        <p:txBody>
          <a:bodyPr wrap="none" rtlCol="0">
            <a:spAutoFit/>
          </a:bodyPr>
          <a:lstStyle/>
          <a:p>
            <a:r>
              <a:rPr lang="en-US" dirty="0"/>
              <a:t>serialize </a:t>
            </a:r>
            <a:r>
              <a:rPr lang="en-US" dirty="0" err="1"/>
              <a:t>nstripe</a:t>
            </a:r>
            <a:r>
              <a:rPr lang="en-US" dirty="0"/>
              <a:t> features over</a:t>
            </a:r>
          </a:p>
          <a:p>
            <a:r>
              <a:rPr lang="en-US" dirty="0"/>
              <a:t>output TDATA*OCHAN</a:t>
            </a:r>
          </a:p>
        </p:txBody>
      </p:sp>
      <p:grpSp>
        <p:nvGrpSpPr>
          <p:cNvPr id="156" name="Group 155">
            <a:extLst>
              <a:ext uri="{FF2B5EF4-FFF2-40B4-BE49-F238E27FC236}">
                <a16:creationId xmlns:a16="http://schemas.microsoft.com/office/drawing/2014/main" id="{C330894F-4C08-4A32-4280-31576627B161}"/>
              </a:ext>
            </a:extLst>
          </p:cNvPr>
          <p:cNvGrpSpPr/>
          <p:nvPr/>
        </p:nvGrpSpPr>
        <p:grpSpPr>
          <a:xfrm>
            <a:off x="4888732" y="3836511"/>
            <a:ext cx="2251973" cy="302217"/>
            <a:chOff x="4841435" y="3196967"/>
            <a:chExt cx="2298533" cy="302217"/>
          </a:xfrm>
        </p:grpSpPr>
        <p:grpSp>
          <p:nvGrpSpPr>
            <p:cNvPr id="78" name="Group 77">
              <a:extLst>
                <a:ext uri="{FF2B5EF4-FFF2-40B4-BE49-F238E27FC236}">
                  <a16:creationId xmlns:a16="http://schemas.microsoft.com/office/drawing/2014/main" id="{C25A50B3-D3FA-F004-A9AF-DB5DB0E16A69}"/>
                </a:ext>
              </a:extLst>
            </p:cNvPr>
            <p:cNvGrpSpPr/>
            <p:nvPr/>
          </p:nvGrpSpPr>
          <p:grpSpPr>
            <a:xfrm>
              <a:off x="4841435" y="3196967"/>
              <a:ext cx="87026" cy="302217"/>
              <a:chOff x="4845800" y="3773233"/>
              <a:chExt cx="426720" cy="302217"/>
            </a:xfrm>
          </p:grpSpPr>
          <p:cxnSp>
            <p:nvCxnSpPr>
              <p:cNvPr id="58" name="Straight Connector 57">
                <a:extLst>
                  <a:ext uri="{FF2B5EF4-FFF2-40B4-BE49-F238E27FC236}">
                    <a16:creationId xmlns:a16="http://schemas.microsoft.com/office/drawing/2014/main" id="{6C2374A0-5A6F-3702-85E1-62F78CEF0D7B}"/>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5D52688C-C0A8-391D-A62A-CB41D6C01720}"/>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29FE89C3-19C6-4FFA-C106-9457206854C2}"/>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5DEF1FB7-7781-1863-B3E7-56D789D97138}"/>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84" name="Group 83">
              <a:extLst>
                <a:ext uri="{FF2B5EF4-FFF2-40B4-BE49-F238E27FC236}">
                  <a16:creationId xmlns:a16="http://schemas.microsoft.com/office/drawing/2014/main" id="{2C821C8E-B008-E0C3-A917-1A8B5BEEE436}"/>
                </a:ext>
              </a:extLst>
            </p:cNvPr>
            <p:cNvGrpSpPr/>
            <p:nvPr/>
          </p:nvGrpSpPr>
          <p:grpSpPr>
            <a:xfrm>
              <a:off x="4999400" y="3196967"/>
              <a:ext cx="87026" cy="302217"/>
              <a:chOff x="4845800" y="3773233"/>
              <a:chExt cx="426720" cy="302217"/>
            </a:xfrm>
          </p:grpSpPr>
          <p:cxnSp>
            <p:nvCxnSpPr>
              <p:cNvPr id="85" name="Straight Connector 84">
                <a:extLst>
                  <a:ext uri="{FF2B5EF4-FFF2-40B4-BE49-F238E27FC236}">
                    <a16:creationId xmlns:a16="http://schemas.microsoft.com/office/drawing/2014/main" id="{29E409BC-1D2B-CBA3-22F7-47C9F2649E69}"/>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AAA08482-4A52-FF71-7893-A88FB2393421}"/>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E6915605-4021-2AB3-FF09-1DC202A74E80}"/>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67F45960-B2C0-0BDC-237A-FBBF9D93D6A5}"/>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89" name="Group 88">
              <a:extLst>
                <a:ext uri="{FF2B5EF4-FFF2-40B4-BE49-F238E27FC236}">
                  <a16:creationId xmlns:a16="http://schemas.microsoft.com/office/drawing/2014/main" id="{B95B38F5-C0E4-48C0-54BF-D07BE98CA167}"/>
                </a:ext>
              </a:extLst>
            </p:cNvPr>
            <p:cNvGrpSpPr/>
            <p:nvPr/>
          </p:nvGrpSpPr>
          <p:grpSpPr>
            <a:xfrm>
              <a:off x="5157365" y="3196967"/>
              <a:ext cx="87026" cy="302217"/>
              <a:chOff x="4845800" y="3773233"/>
              <a:chExt cx="426720" cy="302217"/>
            </a:xfrm>
          </p:grpSpPr>
          <p:cxnSp>
            <p:nvCxnSpPr>
              <p:cNvPr id="90" name="Straight Connector 89">
                <a:extLst>
                  <a:ext uri="{FF2B5EF4-FFF2-40B4-BE49-F238E27FC236}">
                    <a16:creationId xmlns:a16="http://schemas.microsoft.com/office/drawing/2014/main" id="{2B2159A9-97C3-019E-2AE5-41DC03F04612}"/>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800CD833-18F3-70E4-B586-8B2F90CCCA3E}"/>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4F1DA01C-5C82-AEAA-4863-225F58DCC8A6}"/>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FAB9F1B4-DD10-1753-D62E-65BC4B086B06}"/>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96" name="Group 95">
              <a:extLst>
                <a:ext uri="{FF2B5EF4-FFF2-40B4-BE49-F238E27FC236}">
                  <a16:creationId xmlns:a16="http://schemas.microsoft.com/office/drawing/2014/main" id="{E65DDC70-8DC0-BD92-B47F-311C487514C4}"/>
                </a:ext>
              </a:extLst>
            </p:cNvPr>
            <p:cNvGrpSpPr/>
            <p:nvPr/>
          </p:nvGrpSpPr>
          <p:grpSpPr>
            <a:xfrm>
              <a:off x="5315330" y="3196967"/>
              <a:ext cx="87026" cy="302217"/>
              <a:chOff x="4845800" y="3773233"/>
              <a:chExt cx="426720" cy="302217"/>
            </a:xfrm>
          </p:grpSpPr>
          <p:cxnSp>
            <p:nvCxnSpPr>
              <p:cNvPr id="97" name="Straight Connector 96">
                <a:extLst>
                  <a:ext uri="{FF2B5EF4-FFF2-40B4-BE49-F238E27FC236}">
                    <a16:creationId xmlns:a16="http://schemas.microsoft.com/office/drawing/2014/main" id="{67B532D7-1B9F-5309-A114-1C70AE4C5A2C}"/>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871BC441-1A7D-959E-39D0-CAA1A65D1DBA}"/>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07851567-BA4D-6912-1BB4-80130EE31EF9}"/>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EBCA35C3-BD44-7EDD-D906-FC00DECC8C5F}"/>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01" name="Group 100">
              <a:extLst>
                <a:ext uri="{FF2B5EF4-FFF2-40B4-BE49-F238E27FC236}">
                  <a16:creationId xmlns:a16="http://schemas.microsoft.com/office/drawing/2014/main" id="{EDB12135-8FF9-E5AC-4D95-90FDC0DA8179}"/>
                </a:ext>
              </a:extLst>
            </p:cNvPr>
            <p:cNvGrpSpPr/>
            <p:nvPr/>
          </p:nvGrpSpPr>
          <p:grpSpPr>
            <a:xfrm>
              <a:off x="5473295" y="3196967"/>
              <a:ext cx="87026" cy="302217"/>
              <a:chOff x="4845800" y="3773233"/>
              <a:chExt cx="426720" cy="302217"/>
            </a:xfrm>
          </p:grpSpPr>
          <p:cxnSp>
            <p:nvCxnSpPr>
              <p:cNvPr id="102" name="Straight Connector 101">
                <a:extLst>
                  <a:ext uri="{FF2B5EF4-FFF2-40B4-BE49-F238E27FC236}">
                    <a16:creationId xmlns:a16="http://schemas.microsoft.com/office/drawing/2014/main" id="{D59A29EA-DD05-9C18-79C5-56C4D32F0C2D}"/>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03" name="Straight Connector 102">
                <a:extLst>
                  <a:ext uri="{FF2B5EF4-FFF2-40B4-BE49-F238E27FC236}">
                    <a16:creationId xmlns:a16="http://schemas.microsoft.com/office/drawing/2014/main" id="{5FDA8E19-B524-84FC-4D7F-38736B118CB1}"/>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796E4E9A-4582-A13E-302D-D5AFC4715ABF}"/>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a:extLst>
                  <a:ext uri="{FF2B5EF4-FFF2-40B4-BE49-F238E27FC236}">
                    <a16:creationId xmlns:a16="http://schemas.microsoft.com/office/drawing/2014/main" id="{FCC6B7BF-6803-B731-39CC-16D671185900}"/>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06" name="Group 105">
              <a:extLst>
                <a:ext uri="{FF2B5EF4-FFF2-40B4-BE49-F238E27FC236}">
                  <a16:creationId xmlns:a16="http://schemas.microsoft.com/office/drawing/2014/main" id="{C29A3563-97AD-F1CE-233C-23233D4D85C9}"/>
                </a:ext>
              </a:extLst>
            </p:cNvPr>
            <p:cNvGrpSpPr/>
            <p:nvPr/>
          </p:nvGrpSpPr>
          <p:grpSpPr>
            <a:xfrm>
              <a:off x="5631260" y="3196967"/>
              <a:ext cx="87026" cy="302217"/>
              <a:chOff x="4845800" y="3773233"/>
              <a:chExt cx="426720" cy="302217"/>
            </a:xfrm>
          </p:grpSpPr>
          <p:cxnSp>
            <p:nvCxnSpPr>
              <p:cNvPr id="107" name="Straight Connector 106">
                <a:extLst>
                  <a:ext uri="{FF2B5EF4-FFF2-40B4-BE49-F238E27FC236}">
                    <a16:creationId xmlns:a16="http://schemas.microsoft.com/office/drawing/2014/main" id="{C4BB47D2-1BD9-7D35-2D4E-B76C83F86E6D}"/>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882F6D23-9EAA-946C-59D3-C6D2725F87C1}"/>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50621EC9-712F-182D-4680-93C43EFB5CE1}"/>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10AE6203-400D-E731-59B5-42963414437A}"/>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11" name="Group 110">
              <a:extLst>
                <a:ext uri="{FF2B5EF4-FFF2-40B4-BE49-F238E27FC236}">
                  <a16:creationId xmlns:a16="http://schemas.microsoft.com/office/drawing/2014/main" id="{A938CEBB-A620-3515-8DC4-1B9F74C33764}"/>
                </a:ext>
              </a:extLst>
            </p:cNvPr>
            <p:cNvGrpSpPr/>
            <p:nvPr/>
          </p:nvGrpSpPr>
          <p:grpSpPr>
            <a:xfrm>
              <a:off x="5789225" y="3196967"/>
              <a:ext cx="87026" cy="302217"/>
              <a:chOff x="4845800" y="3773233"/>
              <a:chExt cx="426720" cy="302217"/>
            </a:xfrm>
          </p:grpSpPr>
          <p:cxnSp>
            <p:nvCxnSpPr>
              <p:cNvPr id="112" name="Straight Connector 111">
                <a:extLst>
                  <a:ext uri="{FF2B5EF4-FFF2-40B4-BE49-F238E27FC236}">
                    <a16:creationId xmlns:a16="http://schemas.microsoft.com/office/drawing/2014/main" id="{7422BF98-C2CF-4797-AA30-B6CC510C47B4}"/>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414CAC4F-0923-732B-2C9B-390AA3758B98}"/>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0835F171-FE74-9C71-4C77-BDC0C0E8F5D9}"/>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7754AE42-958F-5F25-2EB9-2A1195EB00D5}"/>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16" name="Group 115">
              <a:extLst>
                <a:ext uri="{FF2B5EF4-FFF2-40B4-BE49-F238E27FC236}">
                  <a16:creationId xmlns:a16="http://schemas.microsoft.com/office/drawing/2014/main" id="{8A883CC9-A3E4-9FCF-F425-9313225290F3}"/>
                </a:ext>
              </a:extLst>
            </p:cNvPr>
            <p:cNvGrpSpPr/>
            <p:nvPr/>
          </p:nvGrpSpPr>
          <p:grpSpPr>
            <a:xfrm>
              <a:off x="5947190" y="3196967"/>
              <a:ext cx="87026" cy="302217"/>
              <a:chOff x="4845800" y="3773233"/>
              <a:chExt cx="426720" cy="302217"/>
            </a:xfrm>
          </p:grpSpPr>
          <p:cxnSp>
            <p:nvCxnSpPr>
              <p:cNvPr id="117" name="Straight Connector 116">
                <a:extLst>
                  <a:ext uri="{FF2B5EF4-FFF2-40B4-BE49-F238E27FC236}">
                    <a16:creationId xmlns:a16="http://schemas.microsoft.com/office/drawing/2014/main" id="{C48348FC-269F-B2BA-5EAF-4D5369CBC5FF}"/>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B4E28025-5A40-B883-2AAB-EDAB12332DD1}"/>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34143421-E3FE-D1A1-D6EB-D0B573159614}"/>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2EB500D0-3DB6-B936-B243-ADBA26BB250D}"/>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21" name="Group 120">
              <a:extLst>
                <a:ext uri="{FF2B5EF4-FFF2-40B4-BE49-F238E27FC236}">
                  <a16:creationId xmlns:a16="http://schemas.microsoft.com/office/drawing/2014/main" id="{B6E78D24-313B-D0B3-5855-27E37594F338}"/>
                </a:ext>
              </a:extLst>
            </p:cNvPr>
            <p:cNvGrpSpPr/>
            <p:nvPr/>
          </p:nvGrpSpPr>
          <p:grpSpPr>
            <a:xfrm>
              <a:off x="6105155" y="3196967"/>
              <a:ext cx="87026" cy="302217"/>
              <a:chOff x="4845800" y="3773233"/>
              <a:chExt cx="426720" cy="302217"/>
            </a:xfrm>
          </p:grpSpPr>
          <p:cxnSp>
            <p:nvCxnSpPr>
              <p:cNvPr id="122" name="Straight Connector 121">
                <a:extLst>
                  <a:ext uri="{FF2B5EF4-FFF2-40B4-BE49-F238E27FC236}">
                    <a16:creationId xmlns:a16="http://schemas.microsoft.com/office/drawing/2014/main" id="{1094F7ED-AD76-6934-EB25-0AC597977492}"/>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AC367290-67F8-5415-3EFD-52D66792F9D2}"/>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517A192F-32C3-7A22-5867-54904D2FAD05}"/>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6ADDAD60-6E62-7EB1-AF9F-0311D5CFA109}"/>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26" name="Group 125">
              <a:extLst>
                <a:ext uri="{FF2B5EF4-FFF2-40B4-BE49-F238E27FC236}">
                  <a16:creationId xmlns:a16="http://schemas.microsoft.com/office/drawing/2014/main" id="{36E5A89B-0623-6A9A-3FD8-A4EC41FA95D8}"/>
                </a:ext>
              </a:extLst>
            </p:cNvPr>
            <p:cNvGrpSpPr/>
            <p:nvPr/>
          </p:nvGrpSpPr>
          <p:grpSpPr>
            <a:xfrm>
              <a:off x="6263120" y="3196967"/>
              <a:ext cx="87026" cy="302217"/>
              <a:chOff x="4845800" y="3773233"/>
              <a:chExt cx="426720" cy="302217"/>
            </a:xfrm>
          </p:grpSpPr>
          <p:cxnSp>
            <p:nvCxnSpPr>
              <p:cNvPr id="127" name="Straight Connector 126">
                <a:extLst>
                  <a:ext uri="{FF2B5EF4-FFF2-40B4-BE49-F238E27FC236}">
                    <a16:creationId xmlns:a16="http://schemas.microsoft.com/office/drawing/2014/main" id="{7608E1AB-049D-5D68-A7C5-5B496C2812C1}"/>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1B1FABCD-A2D2-B61B-0E90-0B23B1613D86}"/>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29" name="Straight Connector 128">
                <a:extLst>
                  <a:ext uri="{FF2B5EF4-FFF2-40B4-BE49-F238E27FC236}">
                    <a16:creationId xmlns:a16="http://schemas.microsoft.com/office/drawing/2014/main" id="{01DFF71E-9EDF-CC00-4933-D4AC51D8F10E}"/>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418598B2-7423-30AF-C263-333ABD35AFDF}"/>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31" name="Group 130">
              <a:extLst>
                <a:ext uri="{FF2B5EF4-FFF2-40B4-BE49-F238E27FC236}">
                  <a16:creationId xmlns:a16="http://schemas.microsoft.com/office/drawing/2014/main" id="{FB5C87D4-5D36-C5A5-BC43-588E3BE987A3}"/>
                </a:ext>
              </a:extLst>
            </p:cNvPr>
            <p:cNvGrpSpPr/>
            <p:nvPr/>
          </p:nvGrpSpPr>
          <p:grpSpPr>
            <a:xfrm>
              <a:off x="6421085" y="3196967"/>
              <a:ext cx="87026" cy="302217"/>
              <a:chOff x="4845800" y="3773233"/>
              <a:chExt cx="426720" cy="302217"/>
            </a:xfrm>
          </p:grpSpPr>
          <p:cxnSp>
            <p:nvCxnSpPr>
              <p:cNvPr id="132" name="Straight Connector 131">
                <a:extLst>
                  <a:ext uri="{FF2B5EF4-FFF2-40B4-BE49-F238E27FC236}">
                    <a16:creationId xmlns:a16="http://schemas.microsoft.com/office/drawing/2014/main" id="{65703BEB-2312-E756-7EFE-5C7ABD472663}"/>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BAC4F508-AE8E-2336-EDB8-8B2029C5337D}"/>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6F988364-C988-EC76-EFD2-C236439D6304}"/>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10EBA70F-FBF2-9D62-AFEC-0F1C2A270852}"/>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36" name="Group 135">
              <a:extLst>
                <a:ext uri="{FF2B5EF4-FFF2-40B4-BE49-F238E27FC236}">
                  <a16:creationId xmlns:a16="http://schemas.microsoft.com/office/drawing/2014/main" id="{B5B9A214-E568-5AE6-8D07-E7C774D6E726}"/>
                </a:ext>
              </a:extLst>
            </p:cNvPr>
            <p:cNvGrpSpPr/>
            <p:nvPr/>
          </p:nvGrpSpPr>
          <p:grpSpPr>
            <a:xfrm>
              <a:off x="6579050" y="3196967"/>
              <a:ext cx="87026" cy="302217"/>
              <a:chOff x="4845800" y="3773233"/>
              <a:chExt cx="426720" cy="302217"/>
            </a:xfrm>
          </p:grpSpPr>
          <p:cxnSp>
            <p:nvCxnSpPr>
              <p:cNvPr id="137" name="Straight Connector 136">
                <a:extLst>
                  <a:ext uri="{FF2B5EF4-FFF2-40B4-BE49-F238E27FC236}">
                    <a16:creationId xmlns:a16="http://schemas.microsoft.com/office/drawing/2014/main" id="{74CD5828-19C9-5D60-C613-A867DD42836F}"/>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F3EBAA00-DBEE-83EF-7636-112D32A7C4B0}"/>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7935BDAC-E463-162F-C2AE-57F574A1EE6B}"/>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40" name="Straight Connector 139">
                <a:extLst>
                  <a:ext uri="{FF2B5EF4-FFF2-40B4-BE49-F238E27FC236}">
                    <a16:creationId xmlns:a16="http://schemas.microsoft.com/office/drawing/2014/main" id="{E6F30DCB-9D8A-8688-1C94-9B348D46F879}"/>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41" name="Group 140">
              <a:extLst>
                <a:ext uri="{FF2B5EF4-FFF2-40B4-BE49-F238E27FC236}">
                  <a16:creationId xmlns:a16="http://schemas.microsoft.com/office/drawing/2014/main" id="{43646EBF-A616-66D1-3F5C-CBE22EB76A56}"/>
                </a:ext>
              </a:extLst>
            </p:cNvPr>
            <p:cNvGrpSpPr/>
            <p:nvPr/>
          </p:nvGrpSpPr>
          <p:grpSpPr>
            <a:xfrm>
              <a:off x="6737015" y="3196967"/>
              <a:ext cx="87026" cy="302217"/>
              <a:chOff x="4845800" y="3773233"/>
              <a:chExt cx="426720" cy="302217"/>
            </a:xfrm>
          </p:grpSpPr>
          <p:cxnSp>
            <p:nvCxnSpPr>
              <p:cNvPr id="142" name="Straight Connector 141">
                <a:extLst>
                  <a:ext uri="{FF2B5EF4-FFF2-40B4-BE49-F238E27FC236}">
                    <a16:creationId xmlns:a16="http://schemas.microsoft.com/office/drawing/2014/main" id="{8EC74B0C-C0EB-50E3-43BA-431CA9B95741}"/>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43" name="Straight Connector 142">
                <a:extLst>
                  <a:ext uri="{FF2B5EF4-FFF2-40B4-BE49-F238E27FC236}">
                    <a16:creationId xmlns:a16="http://schemas.microsoft.com/office/drawing/2014/main" id="{3113DEA3-61BF-4F2F-9A87-28D5E592ADF1}"/>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9CB8A74C-6734-CFDB-DC7D-A1AE6062E8E6}"/>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BD338ED6-5DD0-73E2-D55C-7DA1A817C2C3}"/>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46" name="Group 145">
              <a:extLst>
                <a:ext uri="{FF2B5EF4-FFF2-40B4-BE49-F238E27FC236}">
                  <a16:creationId xmlns:a16="http://schemas.microsoft.com/office/drawing/2014/main" id="{BC136B6D-DBE0-78BE-5621-933C55BE34D2}"/>
                </a:ext>
              </a:extLst>
            </p:cNvPr>
            <p:cNvGrpSpPr/>
            <p:nvPr/>
          </p:nvGrpSpPr>
          <p:grpSpPr>
            <a:xfrm>
              <a:off x="6894980" y="3196967"/>
              <a:ext cx="87026" cy="302217"/>
              <a:chOff x="4845800" y="3773233"/>
              <a:chExt cx="426720" cy="302217"/>
            </a:xfrm>
          </p:grpSpPr>
          <p:cxnSp>
            <p:nvCxnSpPr>
              <p:cNvPr id="147" name="Straight Connector 146">
                <a:extLst>
                  <a:ext uri="{FF2B5EF4-FFF2-40B4-BE49-F238E27FC236}">
                    <a16:creationId xmlns:a16="http://schemas.microsoft.com/office/drawing/2014/main" id="{8F076B9D-5582-762D-689F-75706F789137}"/>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F92E25A9-DA66-0F62-D8B1-EE70B3F742B8}"/>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49" name="Straight Connector 148">
                <a:extLst>
                  <a:ext uri="{FF2B5EF4-FFF2-40B4-BE49-F238E27FC236}">
                    <a16:creationId xmlns:a16="http://schemas.microsoft.com/office/drawing/2014/main" id="{969621A4-D7E0-F6CF-A413-D7AAD62B8266}"/>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50" name="Straight Connector 149">
                <a:extLst>
                  <a:ext uri="{FF2B5EF4-FFF2-40B4-BE49-F238E27FC236}">
                    <a16:creationId xmlns:a16="http://schemas.microsoft.com/office/drawing/2014/main" id="{4EFD9EEB-E476-DAED-4669-3FB67508DE3F}"/>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nvGrpSpPr>
            <p:cNvPr id="151" name="Group 150">
              <a:extLst>
                <a:ext uri="{FF2B5EF4-FFF2-40B4-BE49-F238E27FC236}">
                  <a16:creationId xmlns:a16="http://schemas.microsoft.com/office/drawing/2014/main" id="{689D244F-36CF-6D32-1CBB-342E745B26F5}"/>
                </a:ext>
              </a:extLst>
            </p:cNvPr>
            <p:cNvGrpSpPr/>
            <p:nvPr/>
          </p:nvGrpSpPr>
          <p:grpSpPr>
            <a:xfrm>
              <a:off x="7052942" y="3196967"/>
              <a:ext cx="87026" cy="302217"/>
              <a:chOff x="4845800" y="3773233"/>
              <a:chExt cx="426720" cy="302217"/>
            </a:xfrm>
          </p:grpSpPr>
          <p:cxnSp>
            <p:nvCxnSpPr>
              <p:cNvPr id="152" name="Straight Connector 151">
                <a:extLst>
                  <a:ext uri="{FF2B5EF4-FFF2-40B4-BE49-F238E27FC236}">
                    <a16:creationId xmlns:a16="http://schemas.microsoft.com/office/drawing/2014/main" id="{F1DBE9D7-234F-9797-B944-39CFB4811D53}"/>
                  </a:ext>
                </a:extLst>
              </p:cNvPr>
              <p:cNvCxnSpPr>
                <a:cxnSpLocks/>
              </p:cNvCxnSpPr>
              <p:nvPr/>
            </p:nvCxnSpPr>
            <p:spPr>
              <a:xfrm>
                <a:off x="4849418" y="3924342"/>
                <a:ext cx="423102" cy="0"/>
              </a:xfrm>
              <a:prstGeom prst="line">
                <a:avLst/>
              </a:prstGeom>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7B57C5E6-62AC-2877-3F7C-F68A62467045}"/>
                  </a:ext>
                </a:extLst>
              </p:cNvPr>
              <p:cNvCxnSpPr>
                <a:cxnSpLocks/>
              </p:cNvCxnSpPr>
              <p:nvPr/>
            </p:nvCxnSpPr>
            <p:spPr>
              <a:xfrm>
                <a:off x="484580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E3F7235A-DDB0-F795-87C5-BC3B0222E47B}"/>
                  </a:ext>
                </a:extLst>
              </p:cNvPr>
              <p:cNvCxnSpPr>
                <a:cxnSpLocks/>
              </p:cNvCxnSpPr>
              <p:nvPr/>
            </p:nvCxnSpPr>
            <p:spPr>
              <a:xfrm>
                <a:off x="5059160" y="3773233"/>
                <a:ext cx="0" cy="302217"/>
              </a:xfrm>
              <a:prstGeom prst="line">
                <a:avLst/>
              </a:prstGeom>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C55DA543-504C-1C16-D5F5-120C6592B76F}"/>
                  </a:ext>
                </a:extLst>
              </p:cNvPr>
              <p:cNvCxnSpPr>
                <a:cxnSpLocks/>
              </p:cNvCxnSpPr>
              <p:nvPr/>
            </p:nvCxnSpPr>
            <p:spPr>
              <a:xfrm>
                <a:off x="5272520" y="3773233"/>
                <a:ext cx="0" cy="30221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158" name="Connector: Curved 157">
            <a:extLst>
              <a:ext uri="{FF2B5EF4-FFF2-40B4-BE49-F238E27FC236}">
                <a16:creationId xmlns:a16="http://schemas.microsoft.com/office/drawing/2014/main" id="{60F86192-3B85-042C-3825-0D7307F329D0}"/>
              </a:ext>
            </a:extLst>
          </p:cNvPr>
          <p:cNvCxnSpPr>
            <a:cxnSpLocks/>
          </p:cNvCxnSpPr>
          <p:nvPr/>
        </p:nvCxnSpPr>
        <p:spPr>
          <a:xfrm rot="16200000" flipH="1">
            <a:off x="4185899" y="1803519"/>
            <a:ext cx="985776" cy="79254"/>
          </a:xfrm>
          <a:prstGeom prst="curvedConnector3">
            <a:avLst>
              <a:gd name="adj1" fmla="val 50000"/>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60" name="Connector: Curved 159">
            <a:extLst>
              <a:ext uri="{FF2B5EF4-FFF2-40B4-BE49-F238E27FC236}">
                <a16:creationId xmlns:a16="http://schemas.microsoft.com/office/drawing/2014/main" id="{0A765EBF-D2B2-6218-4EC6-7222ABCE5B61}"/>
              </a:ext>
            </a:extLst>
          </p:cNvPr>
          <p:cNvCxnSpPr>
            <a:cxnSpLocks/>
          </p:cNvCxnSpPr>
          <p:nvPr/>
        </p:nvCxnSpPr>
        <p:spPr>
          <a:xfrm rot="16200000" flipH="1">
            <a:off x="4367281" y="3227889"/>
            <a:ext cx="998107" cy="84905"/>
          </a:xfrm>
          <a:prstGeom prst="curvedConnector3">
            <a:avLst>
              <a:gd name="adj1" fmla="val 50000"/>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7" name="TextBox 166">
            <a:extLst>
              <a:ext uri="{FF2B5EF4-FFF2-40B4-BE49-F238E27FC236}">
                <a16:creationId xmlns:a16="http://schemas.microsoft.com/office/drawing/2014/main" id="{14E32433-90D6-DC27-CCCA-8BD12043C53F}"/>
              </a:ext>
            </a:extLst>
          </p:cNvPr>
          <p:cNvSpPr txBox="1"/>
          <p:nvPr/>
        </p:nvSpPr>
        <p:spPr>
          <a:xfrm>
            <a:off x="7446836" y="3769396"/>
            <a:ext cx="1811778" cy="369332"/>
          </a:xfrm>
          <a:prstGeom prst="rect">
            <a:avLst/>
          </a:prstGeom>
          <a:noFill/>
        </p:spPr>
        <p:txBody>
          <a:bodyPr wrap="none" rtlCol="0">
            <a:spAutoFit/>
          </a:bodyPr>
          <a:lstStyle/>
          <a:p>
            <a:r>
              <a:rPr lang="en-US" dirty="0" err="1"/>
              <a:t>nstripe</a:t>
            </a:r>
            <a:r>
              <a:rPr lang="en-US" dirty="0"/>
              <a:t> ∙ </a:t>
            </a:r>
            <a:r>
              <a:rPr lang="en-US" dirty="0" err="1"/>
              <a:t>t</a:t>
            </a:r>
            <a:r>
              <a:rPr lang="en-US" baseline="-25000" dirty="0" err="1"/>
              <a:t>clk</a:t>
            </a:r>
            <a:r>
              <a:rPr lang="en-US" dirty="0"/>
              <a:t> &lt; </a:t>
            </a:r>
            <a:r>
              <a:rPr lang="en-US" dirty="0" err="1"/>
              <a:t>t</a:t>
            </a:r>
            <a:r>
              <a:rPr lang="en-US" baseline="-25000" dirty="0" err="1"/>
              <a:t>dot</a:t>
            </a:r>
            <a:r>
              <a:rPr lang="en-US" dirty="0"/>
              <a:t> </a:t>
            </a:r>
            <a:endParaRPr lang="en-US" baseline="-25000" dirty="0"/>
          </a:p>
        </p:txBody>
      </p:sp>
      <p:cxnSp>
        <p:nvCxnSpPr>
          <p:cNvPr id="170" name="Connector: Curved 169">
            <a:extLst>
              <a:ext uri="{FF2B5EF4-FFF2-40B4-BE49-F238E27FC236}">
                <a16:creationId xmlns:a16="http://schemas.microsoft.com/office/drawing/2014/main" id="{638444AF-6F73-3D14-3D3F-BE3CA352AEAE}"/>
              </a:ext>
            </a:extLst>
          </p:cNvPr>
          <p:cNvCxnSpPr>
            <a:cxnSpLocks/>
          </p:cNvCxnSpPr>
          <p:nvPr/>
        </p:nvCxnSpPr>
        <p:spPr>
          <a:xfrm rot="16200000" flipH="1">
            <a:off x="6586167" y="3292767"/>
            <a:ext cx="906725" cy="61949"/>
          </a:xfrm>
          <a:prstGeom prst="curvedConnector3">
            <a:avLst>
              <a:gd name="adj1" fmla="val 50000"/>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72" name="Connector: Curved 171">
            <a:extLst>
              <a:ext uri="{FF2B5EF4-FFF2-40B4-BE49-F238E27FC236}">
                <a16:creationId xmlns:a16="http://schemas.microsoft.com/office/drawing/2014/main" id="{38A65109-6686-60CA-4C69-DE1B2946AEE4}"/>
              </a:ext>
            </a:extLst>
          </p:cNvPr>
          <p:cNvCxnSpPr>
            <a:cxnSpLocks/>
          </p:cNvCxnSpPr>
          <p:nvPr/>
        </p:nvCxnSpPr>
        <p:spPr>
          <a:xfrm rot="16200000" flipH="1">
            <a:off x="6832642" y="1683094"/>
            <a:ext cx="985776" cy="79254"/>
          </a:xfrm>
          <a:prstGeom prst="curvedConnector3">
            <a:avLst>
              <a:gd name="adj1" fmla="val 50000"/>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75" name="TextBox 174">
            <a:extLst>
              <a:ext uri="{FF2B5EF4-FFF2-40B4-BE49-F238E27FC236}">
                <a16:creationId xmlns:a16="http://schemas.microsoft.com/office/drawing/2014/main" id="{4CA38282-AB61-5792-880A-2E1A34442468}"/>
              </a:ext>
            </a:extLst>
          </p:cNvPr>
          <p:cNvSpPr txBox="1"/>
          <p:nvPr/>
        </p:nvSpPr>
        <p:spPr>
          <a:xfrm>
            <a:off x="635431" y="5556142"/>
            <a:ext cx="5529784" cy="646331"/>
          </a:xfrm>
          <a:prstGeom prst="rect">
            <a:avLst/>
          </a:prstGeom>
          <a:noFill/>
        </p:spPr>
        <p:txBody>
          <a:bodyPr wrap="none" rtlCol="0">
            <a:spAutoFit/>
          </a:bodyPr>
          <a:lstStyle/>
          <a:p>
            <a:r>
              <a:rPr lang="en-US" dirty="0" err="1"/>
              <a:t>ndata</a:t>
            </a:r>
            <a:r>
              <a:rPr lang="en-US" dirty="0"/>
              <a:t> = # of input features since TLAST (for current layer)</a:t>
            </a:r>
          </a:p>
          <a:p>
            <a:r>
              <a:rPr lang="en-US" dirty="0"/>
              <a:t>stripe = </a:t>
            </a:r>
            <a:r>
              <a:rPr lang="en-US" dirty="0" err="1"/>
              <a:t>ndata</a:t>
            </a:r>
            <a:r>
              <a:rPr lang="en-US" dirty="0"/>
              <a:t> % </a:t>
            </a:r>
            <a:r>
              <a:rPr lang="en-US" dirty="0" err="1"/>
              <a:t>istripe</a:t>
            </a:r>
            <a:endParaRPr lang="en-US" dirty="0"/>
          </a:p>
        </p:txBody>
      </p:sp>
    </p:spTree>
    <p:extLst>
      <p:ext uri="{BB962C8B-B14F-4D97-AF65-F5344CB8AC3E}">
        <p14:creationId xmlns:p14="http://schemas.microsoft.com/office/powerpoint/2010/main" val="10700002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62" name="Group 5161">
            <a:extLst>
              <a:ext uri="{FF2B5EF4-FFF2-40B4-BE49-F238E27FC236}">
                <a16:creationId xmlns:a16="http://schemas.microsoft.com/office/drawing/2014/main" id="{B71BCE0F-EA3E-6644-E47C-553CCEFA3416}"/>
              </a:ext>
            </a:extLst>
          </p:cNvPr>
          <p:cNvGrpSpPr/>
          <p:nvPr/>
        </p:nvGrpSpPr>
        <p:grpSpPr>
          <a:xfrm>
            <a:off x="8863304" y="4435341"/>
            <a:ext cx="2912265" cy="2106145"/>
            <a:chOff x="6370267" y="4635397"/>
            <a:chExt cx="2912265" cy="2106145"/>
          </a:xfrm>
        </p:grpSpPr>
        <p:grpSp>
          <p:nvGrpSpPr>
            <p:cNvPr id="2871" name="Group 2870">
              <a:extLst>
                <a:ext uri="{FF2B5EF4-FFF2-40B4-BE49-F238E27FC236}">
                  <a16:creationId xmlns:a16="http://schemas.microsoft.com/office/drawing/2014/main" id="{EB8482E7-C085-14E1-259A-623A0E9A7DAD}"/>
                </a:ext>
              </a:extLst>
            </p:cNvPr>
            <p:cNvGrpSpPr/>
            <p:nvPr/>
          </p:nvGrpSpPr>
          <p:grpSpPr>
            <a:xfrm>
              <a:off x="6370267" y="4635397"/>
              <a:ext cx="2912265" cy="301135"/>
              <a:chOff x="2844481" y="3245377"/>
              <a:chExt cx="2912265" cy="301135"/>
            </a:xfrm>
            <a:noFill/>
          </p:grpSpPr>
          <p:sp>
            <p:nvSpPr>
              <p:cNvPr id="2872" name="Rectangle 2871">
                <a:extLst>
                  <a:ext uri="{FF2B5EF4-FFF2-40B4-BE49-F238E27FC236}">
                    <a16:creationId xmlns:a16="http://schemas.microsoft.com/office/drawing/2014/main" id="{1E2B6B82-2C0F-0AC0-E56D-305A7CCCFA20}"/>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3" name="Rectangle 2872">
                <a:extLst>
                  <a:ext uri="{FF2B5EF4-FFF2-40B4-BE49-F238E27FC236}">
                    <a16:creationId xmlns:a16="http://schemas.microsoft.com/office/drawing/2014/main" id="{E1CC3864-0AF9-A7F6-97E5-3AC8209694A2}"/>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4" name="Rectangle 2873">
                <a:extLst>
                  <a:ext uri="{FF2B5EF4-FFF2-40B4-BE49-F238E27FC236}">
                    <a16:creationId xmlns:a16="http://schemas.microsoft.com/office/drawing/2014/main" id="{D50EEE5F-EA56-8E4A-DC4F-1E440E645CA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5" name="Rectangle 2874">
                <a:extLst>
                  <a:ext uri="{FF2B5EF4-FFF2-40B4-BE49-F238E27FC236}">
                    <a16:creationId xmlns:a16="http://schemas.microsoft.com/office/drawing/2014/main" id="{9E7CAD97-F3E2-2726-EC30-CC21D6431847}"/>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6" name="Rectangle 2875">
                <a:extLst>
                  <a:ext uri="{FF2B5EF4-FFF2-40B4-BE49-F238E27FC236}">
                    <a16:creationId xmlns:a16="http://schemas.microsoft.com/office/drawing/2014/main" id="{19519F6D-15DE-AC27-06E7-1D8B25409047}"/>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7" name="Rectangle 2876">
                <a:extLst>
                  <a:ext uri="{FF2B5EF4-FFF2-40B4-BE49-F238E27FC236}">
                    <a16:creationId xmlns:a16="http://schemas.microsoft.com/office/drawing/2014/main" id="{93031DE7-8296-1B92-9539-7EA8FFA4F83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8" name="Rectangle 2877">
                <a:extLst>
                  <a:ext uri="{FF2B5EF4-FFF2-40B4-BE49-F238E27FC236}">
                    <a16:creationId xmlns:a16="http://schemas.microsoft.com/office/drawing/2014/main" id="{AF74C617-9059-7C08-75B9-7F9AB29520C5}"/>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9" name="Rectangle 2878">
                <a:extLst>
                  <a:ext uri="{FF2B5EF4-FFF2-40B4-BE49-F238E27FC236}">
                    <a16:creationId xmlns:a16="http://schemas.microsoft.com/office/drawing/2014/main" id="{C0CCCB80-5B36-AE5F-E6C0-620EF96E5FAF}"/>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0" name="Rectangle 2879">
                <a:extLst>
                  <a:ext uri="{FF2B5EF4-FFF2-40B4-BE49-F238E27FC236}">
                    <a16:creationId xmlns:a16="http://schemas.microsoft.com/office/drawing/2014/main" id="{4205C001-7CB1-E0BD-85EB-7EE508AD5CB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1" name="Rectangle 2880">
                <a:extLst>
                  <a:ext uri="{FF2B5EF4-FFF2-40B4-BE49-F238E27FC236}">
                    <a16:creationId xmlns:a16="http://schemas.microsoft.com/office/drawing/2014/main" id="{BAD3A3DB-4C41-9CB7-4E37-8F698EC303FD}"/>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2" name="Rectangle 2881">
                <a:extLst>
                  <a:ext uri="{FF2B5EF4-FFF2-40B4-BE49-F238E27FC236}">
                    <a16:creationId xmlns:a16="http://schemas.microsoft.com/office/drawing/2014/main" id="{28D58F3C-D1A0-4608-1FD9-595A203BB7AC}"/>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3" name="Rectangle 2882">
                <a:extLst>
                  <a:ext uri="{FF2B5EF4-FFF2-40B4-BE49-F238E27FC236}">
                    <a16:creationId xmlns:a16="http://schemas.microsoft.com/office/drawing/2014/main" id="{FF5359C9-9E8A-3F60-3ECF-8ECC2F4BDAB0}"/>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4" name="Rectangle 2883">
                <a:extLst>
                  <a:ext uri="{FF2B5EF4-FFF2-40B4-BE49-F238E27FC236}">
                    <a16:creationId xmlns:a16="http://schemas.microsoft.com/office/drawing/2014/main" id="{15187F89-5572-8F4A-952B-F5186C246673}"/>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5" name="Rectangle 2884">
                <a:extLst>
                  <a:ext uri="{FF2B5EF4-FFF2-40B4-BE49-F238E27FC236}">
                    <a16:creationId xmlns:a16="http://schemas.microsoft.com/office/drawing/2014/main" id="{F42C09B8-A2C5-DC1E-74A8-49B7F1703E88}"/>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6" name="Rectangle 2885">
                <a:extLst>
                  <a:ext uri="{FF2B5EF4-FFF2-40B4-BE49-F238E27FC236}">
                    <a16:creationId xmlns:a16="http://schemas.microsoft.com/office/drawing/2014/main" id="{609A86A6-7AA7-8F8B-BB55-A60752691E52}"/>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7" name="Rectangle 2886">
                <a:extLst>
                  <a:ext uri="{FF2B5EF4-FFF2-40B4-BE49-F238E27FC236}">
                    <a16:creationId xmlns:a16="http://schemas.microsoft.com/office/drawing/2014/main" id="{3979227E-AE43-1955-1E81-60F4F94E7BB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8" name="Rectangle 2887">
                <a:extLst>
                  <a:ext uri="{FF2B5EF4-FFF2-40B4-BE49-F238E27FC236}">
                    <a16:creationId xmlns:a16="http://schemas.microsoft.com/office/drawing/2014/main" id="{161C94F6-0DFF-3328-C1DE-E6C044C71A1E}"/>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9" name="Rectangle 2888">
                <a:extLst>
                  <a:ext uri="{FF2B5EF4-FFF2-40B4-BE49-F238E27FC236}">
                    <a16:creationId xmlns:a16="http://schemas.microsoft.com/office/drawing/2014/main" id="{85E0B3CF-5753-2906-4B7B-77BDDAFC8AD0}"/>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0" name="Rectangle 2889">
                <a:extLst>
                  <a:ext uri="{FF2B5EF4-FFF2-40B4-BE49-F238E27FC236}">
                    <a16:creationId xmlns:a16="http://schemas.microsoft.com/office/drawing/2014/main" id="{1B8EC188-7FE7-7D4C-B8EE-FF6985ED61F3}"/>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1" name="Rectangle 2890">
                <a:extLst>
                  <a:ext uri="{FF2B5EF4-FFF2-40B4-BE49-F238E27FC236}">
                    <a16:creationId xmlns:a16="http://schemas.microsoft.com/office/drawing/2014/main" id="{7F350E0A-A74F-4304-D1DB-77D8EA84E15B}"/>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2" name="Rectangle 2891">
                <a:extLst>
                  <a:ext uri="{FF2B5EF4-FFF2-40B4-BE49-F238E27FC236}">
                    <a16:creationId xmlns:a16="http://schemas.microsoft.com/office/drawing/2014/main" id="{2AA5468D-DE26-1F39-B881-C747B77FA4A2}"/>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Rectangle 2892">
                <a:extLst>
                  <a:ext uri="{FF2B5EF4-FFF2-40B4-BE49-F238E27FC236}">
                    <a16:creationId xmlns:a16="http://schemas.microsoft.com/office/drawing/2014/main" id="{C0911751-517E-EE80-8B3A-510110D4595E}"/>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Rectangle 2893">
                <a:extLst>
                  <a:ext uri="{FF2B5EF4-FFF2-40B4-BE49-F238E27FC236}">
                    <a16:creationId xmlns:a16="http://schemas.microsoft.com/office/drawing/2014/main" id="{B51CECE4-CE32-EB55-7AF6-207E5511BD6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5" name="Rectangle 2894">
                <a:extLst>
                  <a:ext uri="{FF2B5EF4-FFF2-40B4-BE49-F238E27FC236}">
                    <a16:creationId xmlns:a16="http://schemas.microsoft.com/office/drawing/2014/main" id="{55273EC8-D335-9C16-AE92-982B06AA625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Rectangle 2895">
                <a:extLst>
                  <a:ext uri="{FF2B5EF4-FFF2-40B4-BE49-F238E27FC236}">
                    <a16:creationId xmlns:a16="http://schemas.microsoft.com/office/drawing/2014/main" id="{3EBD96FD-B700-5197-4CCD-3B53BFBDFC3A}"/>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Rectangle 2896">
                <a:extLst>
                  <a:ext uri="{FF2B5EF4-FFF2-40B4-BE49-F238E27FC236}">
                    <a16:creationId xmlns:a16="http://schemas.microsoft.com/office/drawing/2014/main" id="{3DD94C8C-E4CA-4F74-BD05-1086657F0823}"/>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Rectangle 2897">
                <a:extLst>
                  <a:ext uri="{FF2B5EF4-FFF2-40B4-BE49-F238E27FC236}">
                    <a16:creationId xmlns:a16="http://schemas.microsoft.com/office/drawing/2014/main" id="{4C4D243F-D749-EF71-B513-36AD91E917E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Rectangle 2898">
                <a:extLst>
                  <a:ext uri="{FF2B5EF4-FFF2-40B4-BE49-F238E27FC236}">
                    <a16:creationId xmlns:a16="http://schemas.microsoft.com/office/drawing/2014/main" id="{31287897-7C02-BA7D-C6C0-176B2F948A7F}"/>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Rectangle 2899">
                <a:extLst>
                  <a:ext uri="{FF2B5EF4-FFF2-40B4-BE49-F238E27FC236}">
                    <a16:creationId xmlns:a16="http://schemas.microsoft.com/office/drawing/2014/main" id="{60FE9B45-6002-4F10-32AF-0B17E9DAE976}"/>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Rectangle 2900">
                <a:extLst>
                  <a:ext uri="{FF2B5EF4-FFF2-40B4-BE49-F238E27FC236}">
                    <a16:creationId xmlns:a16="http://schemas.microsoft.com/office/drawing/2014/main" id="{8A0EF90B-7D3D-86F2-931F-7591D04FD424}"/>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Rectangle 2901">
                <a:extLst>
                  <a:ext uri="{FF2B5EF4-FFF2-40B4-BE49-F238E27FC236}">
                    <a16:creationId xmlns:a16="http://schemas.microsoft.com/office/drawing/2014/main" id="{943EAB04-E04E-2585-0212-E24074F7252D}"/>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3" name="Rectangle 2902">
                <a:extLst>
                  <a:ext uri="{FF2B5EF4-FFF2-40B4-BE49-F238E27FC236}">
                    <a16:creationId xmlns:a16="http://schemas.microsoft.com/office/drawing/2014/main" id="{45E000F2-B54C-F362-3D16-57B649B597B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Rectangle 2903">
                <a:extLst>
                  <a:ext uri="{FF2B5EF4-FFF2-40B4-BE49-F238E27FC236}">
                    <a16:creationId xmlns:a16="http://schemas.microsoft.com/office/drawing/2014/main" id="{2117BA4D-3924-8CA3-E96D-B78ED440F839}"/>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Rectangle 2904">
                <a:extLst>
                  <a:ext uri="{FF2B5EF4-FFF2-40B4-BE49-F238E27FC236}">
                    <a16:creationId xmlns:a16="http://schemas.microsoft.com/office/drawing/2014/main" id="{D5438866-31D4-256B-4D7C-82EF79172C28}"/>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Rectangle 2905">
                <a:extLst>
                  <a:ext uri="{FF2B5EF4-FFF2-40B4-BE49-F238E27FC236}">
                    <a16:creationId xmlns:a16="http://schemas.microsoft.com/office/drawing/2014/main" id="{8E22548D-47DB-DE13-0B7F-DB01225B491A}"/>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7" name="Rectangle 2906">
                <a:extLst>
                  <a:ext uri="{FF2B5EF4-FFF2-40B4-BE49-F238E27FC236}">
                    <a16:creationId xmlns:a16="http://schemas.microsoft.com/office/drawing/2014/main" id="{C67E3E37-2AAD-2061-5548-417BC1672AAB}"/>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8" name="Rectangle 2907">
                <a:extLst>
                  <a:ext uri="{FF2B5EF4-FFF2-40B4-BE49-F238E27FC236}">
                    <a16:creationId xmlns:a16="http://schemas.microsoft.com/office/drawing/2014/main" id="{B74D8060-EB7C-7458-42F6-EE5E2C4F329C}"/>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9" name="Rectangle 2908">
                <a:extLst>
                  <a:ext uri="{FF2B5EF4-FFF2-40B4-BE49-F238E27FC236}">
                    <a16:creationId xmlns:a16="http://schemas.microsoft.com/office/drawing/2014/main" id="{A7CA9631-1F13-F75D-18E0-D5ED66E15DC9}"/>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0" name="Rectangle 2909">
                <a:extLst>
                  <a:ext uri="{FF2B5EF4-FFF2-40B4-BE49-F238E27FC236}">
                    <a16:creationId xmlns:a16="http://schemas.microsoft.com/office/drawing/2014/main" id="{7DA4AC4F-C96C-D5B3-DC4D-CAD5A633B495}"/>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1" name="Rectangle 2910">
                <a:extLst>
                  <a:ext uri="{FF2B5EF4-FFF2-40B4-BE49-F238E27FC236}">
                    <a16:creationId xmlns:a16="http://schemas.microsoft.com/office/drawing/2014/main" id="{5964B550-340A-B49B-C552-8F3C14EF0148}"/>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2" name="Rectangle 2911">
                <a:extLst>
                  <a:ext uri="{FF2B5EF4-FFF2-40B4-BE49-F238E27FC236}">
                    <a16:creationId xmlns:a16="http://schemas.microsoft.com/office/drawing/2014/main" id="{24940B66-96A7-2EE6-8F7A-17E3D6E86E5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3" name="Rectangle 2912">
                <a:extLst>
                  <a:ext uri="{FF2B5EF4-FFF2-40B4-BE49-F238E27FC236}">
                    <a16:creationId xmlns:a16="http://schemas.microsoft.com/office/drawing/2014/main" id="{BBEFFAFE-A727-3EDF-3112-7D65B18E78D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4" name="Rectangle 2913">
                <a:extLst>
                  <a:ext uri="{FF2B5EF4-FFF2-40B4-BE49-F238E27FC236}">
                    <a16:creationId xmlns:a16="http://schemas.microsoft.com/office/drawing/2014/main" id="{D7D11BB5-ACE8-71DD-9174-6B1C1CACFE0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5" name="Rectangle 2914">
                <a:extLst>
                  <a:ext uri="{FF2B5EF4-FFF2-40B4-BE49-F238E27FC236}">
                    <a16:creationId xmlns:a16="http://schemas.microsoft.com/office/drawing/2014/main" id="{16C1B273-2628-0AA0-275D-0BA576C614EA}"/>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6" name="Rectangle 2915">
                <a:extLst>
                  <a:ext uri="{FF2B5EF4-FFF2-40B4-BE49-F238E27FC236}">
                    <a16:creationId xmlns:a16="http://schemas.microsoft.com/office/drawing/2014/main" id="{FA584C1D-E35D-3E04-082F-BDAA0C7FD37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7" name="Rectangle 2916">
                <a:extLst>
                  <a:ext uri="{FF2B5EF4-FFF2-40B4-BE49-F238E27FC236}">
                    <a16:creationId xmlns:a16="http://schemas.microsoft.com/office/drawing/2014/main" id="{7B90A039-115E-6B8C-5E03-ABD6779F6684}"/>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8" name="Rectangle 2917">
                <a:extLst>
                  <a:ext uri="{FF2B5EF4-FFF2-40B4-BE49-F238E27FC236}">
                    <a16:creationId xmlns:a16="http://schemas.microsoft.com/office/drawing/2014/main" id="{D2B409C9-3784-A2A1-D114-4CB16ADD42F1}"/>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9" name="Rectangle 2918">
                <a:extLst>
                  <a:ext uri="{FF2B5EF4-FFF2-40B4-BE49-F238E27FC236}">
                    <a16:creationId xmlns:a16="http://schemas.microsoft.com/office/drawing/2014/main" id="{3302C9AD-50A9-1B62-3BFD-619EDD9A1DE2}"/>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0" name="Rectangle 2919">
                <a:extLst>
                  <a:ext uri="{FF2B5EF4-FFF2-40B4-BE49-F238E27FC236}">
                    <a16:creationId xmlns:a16="http://schemas.microsoft.com/office/drawing/2014/main" id="{959A2A54-41D3-FBDB-86FC-69D99AC82988}"/>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1" name="Rectangle 2920">
                <a:extLst>
                  <a:ext uri="{FF2B5EF4-FFF2-40B4-BE49-F238E27FC236}">
                    <a16:creationId xmlns:a16="http://schemas.microsoft.com/office/drawing/2014/main" id="{ECD05AFB-3183-E11D-D3F2-791E06548E03}"/>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2" name="Rectangle 2921">
                <a:extLst>
                  <a:ext uri="{FF2B5EF4-FFF2-40B4-BE49-F238E27FC236}">
                    <a16:creationId xmlns:a16="http://schemas.microsoft.com/office/drawing/2014/main" id="{54F53A8C-F904-7D64-C1D7-FE469BF7B84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3" name="Rectangle 2922">
                <a:extLst>
                  <a:ext uri="{FF2B5EF4-FFF2-40B4-BE49-F238E27FC236}">
                    <a16:creationId xmlns:a16="http://schemas.microsoft.com/office/drawing/2014/main" id="{261228B8-81C6-97EF-6D6F-0E7308D56BC6}"/>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4" name="Rectangle 2923">
                <a:extLst>
                  <a:ext uri="{FF2B5EF4-FFF2-40B4-BE49-F238E27FC236}">
                    <a16:creationId xmlns:a16="http://schemas.microsoft.com/office/drawing/2014/main" id="{BA57427F-2D97-B8D9-5867-935F2C222FE6}"/>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5" name="Rectangle 2924">
                <a:extLst>
                  <a:ext uri="{FF2B5EF4-FFF2-40B4-BE49-F238E27FC236}">
                    <a16:creationId xmlns:a16="http://schemas.microsoft.com/office/drawing/2014/main" id="{1EF8FEAE-AD74-3A01-C69B-D77AEAD7ED07}"/>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6" name="Rectangle 2925">
                <a:extLst>
                  <a:ext uri="{FF2B5EF4-FFF2-40B4-BE49-F238E27FC236}">
                    <a16:creationId xmlns:a16="http://schemas.microsoft.com/office/drawing/2014/main" id="{2A8EE840-6B5A-0F2C-0241-818B04A11AE0}"/>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7" name="Rectangle 2926">
                <a:extLst>
                  <a:ext uri="{FF2B5EF4-FFF2-40B4-BE49-F238E27FC236}">
                    <a16:creationId xmlns:a16="http://schemas.microsoft.com/office/drawing/2014/main" id="{4372A3E5-B5EF-9C22-79CF-88BC80BED3BC}"/>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Rectangle 2927">
                <a:extLst>
                  <a:ext uri="{FF2B5EF4-FFF2-40B4-BE49-F238E27FC236}">
                    <a16:creationId xmlns:a16="http://schemas.microsoft.com/office/drawing/2014/main" id="{51465686-851C-9C69-72E5-7F2A839F977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9" name="Rectangle 2928">
                <a:extLst>
                  <a:ext uri="{FF2B5EF4-FFF2-40B4-BE49-F238E27FC236}">
                    <a16:creationId xmlns:a16="http://schemas.microsoft.com/office/drawing/2014/main" id="{0D228604-70A3-E4D1-FFB1-31853013F230}"/>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0" name="Rectangle 2929">
                <a:extLst>
                  <a:ext uri="{FF2B5EF4-FFF2-40B4-BE49-F238E27FC236}">
                    <a16:creationId xmlns:a16="http://schemas.microsoft.com/office/drawing/2014/main" id="{4EF7FB09-6F08-1981-0168-E8B9C9FCB487}"/>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1" name="Rectangle 2930">
                <a:extLst>
                  <a:ext uri="{FF2B5EF4-FFF2-40B4-BE49-F238E27FC236}">
                    <a16:creationId xmlns:a16="http://schemas.microsoft.com/office/drawing/2014/main" id="{4BDE0EAD-D07A-F338-85FB-21C459DFC73A}"/>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2" name="Rectangle 2931">
                <a:extLst>
                  <a:ext uri="{FF2B5EF4-FFF2-40B4-BE49-F238E27FC236}">
                    <a16:creationId xmlns:a16="http://schemas.microsoft.com/office/drawing/2014/main" id="{0B73CCA9-016D-A745-381C-277DE03DC939}"/>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 name="Rectangle 2932">
                <a:extLst>
                  <a:ext uri="{FF2B5EF4-FFF2-40B4-BE49-F238E27FC236}">
                    <a16:creationId xmlns:a16="http://schemas.microsoft.com/office/drawing/2014/main" id="{B1D233E9-6E4D-C3CF-2606-D666C2D476C7}"/>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4" name="Rectangle 2933">
                <a:extLst>
                  <a:ext uri="{FF2B5EF4-FFF2-40B4-BE49-F238E27FC236}">
                    <a16:creationId xmlns:a16="http://schemas.microsoft.com/office/drawing/2014/main" id="{6D01E2C1-993E-F9BF-E112-FD13212BE710}"/>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5" name="Rectangle 2934">
                <a:extLst>
                  <a:ext uri="{FF2B5EF4-FFF2-40B4-BE49-F238E27FC236}">
                    <a16:creationId xmlns:a16="http://schemas.microsoft.com/office/drawing/2014/main" id="{E85EB252-BD13-9B90-1A3B-247EFC87C5D1}"/>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6" name="Rectangle 2935">
                <a:extLst>
                  <a:ext uri="{FF2B5EF4-FFF2-40B4-BE49-F238E27FC236}">
                    <a16:creationId xmlns:a16="http://schemas.microsoft.com/office/drawing/2014/main" id="{18A894FC-5A90-C224-E066-EC3F0D1004C7}"/>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7" name="Rectangle 2936">
                <a:extLst>
                  <a:ext uri="{FF2B5EF4-FFF2-40B4-BE49-F238E27FC236}">
                    <a16:creationId xmlns:a16="http://schemas.microsoft.com/office/drawing/2014/main" id="{6B967CB4-87F8-6987-A08D-134D68304AEE}"/>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8" name="Rectangle 2937">
                <a:extLst>
                  <a:ext uri="{FF2B5EF4-FFF2-40B4-BE49-F238E27FC236}">
                    <a16:creationId xmlns:a16="http://schemas.microsoft.com/office/drawing/2014/main" id="{153AA457-51FF-FA24-EFE2-17B500FED3E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9" name="Rectangle 2938">
                <a:extLst>
                  <a:ext uri="{FF2B5EF4-FFF2-40B4-BE49-F238E27FC236}">
                    <a16:creationId xmlns:a16="http://schemas.microsoft.com/office/drawing/2014/main" id="{81C5A0C9-9219-59B6-0C77-96D3A18C81FC}"/>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0" name="Rectangle 2939">
                <a:extLst>
                  <a:ext uri="{FF2B5EF4-FFF2-40B4-BE49-F238E27FC236}">
                    <a16:creationId xmlns:a16="http://schemas.microsoft.com/office/drawing/2014/main" id="{ED1DEBEC-8649-7DE1-0ACE-9B42299F0B45}"/>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1" name="Rectangle 2940">
                <a:extLst>
                  <a:ext uri="{FF2B5EF4-FFF2-40B4-BE49-F238E27FC236}">
                    <a16:creationId xmlns:a16="http://schemas.microsoft.com/office/drawing/2014/main" id="{363D761A-4E20-1E3B-4BFE-4E78C728EEA7}"/>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2" name="Rectangle 2941">
                <a:extLst>
                  <a:ext uri="{FF2B5EF4-FFF2-40B4-BE49-F238E27FC236}">
                    <a16:creationId xmlns:a16="http://schemas.microsoft.com/office/drawing/2014/main" id="{DB547B69-FFB7-C328-19A5-1817E92F7D3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3" name="Rectangle 2942">
                <a:extLst>
                  <a:ext uri="{FF2B5EF4-FFF2-40B4-BE49-F238E27FC236}">
                    <a16:creationId xmlns:a16="http://schemas.microsoft.com/office/drawing/2014/main" id="{E7C3804B-18C1-46DC-4083-3C81689DA56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4" name="Rectangle 2943">
                <a:extLst>
                  <a:ext uri="{FF2B5EF4-FFF2-40B4-BE49-F238E27FC236}">
                    <a16:creationId xmlns:a16="http://schemas.microsoft.com/office/drawing/2014/main" id="{55850F91-6388-6772-4564-9DD0EE9906DA}"/>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5" name="Rectangle 2944">
                <a:extLst>
                  <a:ext uri="{FF2B5EF4-FFF2-40B4-BE49-F238E27FC236}">
                    <a16:creationId xmlns:a16="http://schemas.microsoft.com/office/drawing/2014/main" id="{91F0DF35-3D97-69B9-EC42-F078E6088F7C}"/>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6" name="Rectangle 2945">
                <a:extLst>
                  <a:ext uri="{FF2B5EF4-FFF2-40B4-BE49-F238E27FC236}">
                    <a16:creationId xmlns:a16="http://schemas.microsoft.com/office/drawing/2014/main" id="{C06D0A23-03EC-36CB-3C02-1DB35708718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7" name="Rectangle 2946">
                <a:extLst>
                  <a:ext uri="{FF2B5EF4-FFF2-40B4-BE49-F238E27FC236}">
                    <a16:creationId xmlns:a16="http://schemas.microsoft.com/office/drawing/2014/main" id="{82EFFE07-CEE1-1661-088C-F1B50CCDBE0A}"/>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8" name="Rectangle 2947">
                <a:extLst>
                  <a:ext uri="{FF2B5EF4-FFF2-40B4-BE49-F238E27FC236}">
                    <a16:creationId xmlns:a16="http://schemas.microsoft.com/office/drawing/2014/main" id="{85D9ADEE-2F55-4CBF-33A6-33ACCBDD3EE4}"/>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9" name="Rectangle 2948">
                <a:extLst>
                  <a:ext uri="{FF2B5EF4-FFF2-40B4-BE49-F238E27FC236}">
                    <a16:creationId xmlns:a16="http://schemas.microsoft.com/office/drawing/2014/main" id="{536B20AC-503C-6CC3-DA08-6C0730444C0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0" name="Rectangle 2949">
                <a:extLst>
                  <a:ext uri="{FF2B5EF4-FFF2-40B4-BE49-F238E27FC236}">
                    <a16:creationId xmlns:a16="http://schemas.microsoft.com/office/drawing/2014/main" id="{0CCEF47C-D147-9F26-2F07-E77F3FDE08F1}"/>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1" name="Rectangle 2950">
                <a:extLst>
                  <a:ext uri="{FF2B5EF4-FFF2-40B4-BE49-F238E27FC236}">
                    <a16:creationId xmlns:a16="http://schemas.microsoft.com/office/drawing/2014/main" id="{7B4F7AE8-FCA6-28DD-40A5-309E45D1B93A}"/>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2" name="Rectangle 2951">
                <a:extLst>
                  <a:ext uri="{FF2B5EF4-FFF2-40B4-BE49-F238E27FC236}">
                    <a16:creationId xmlns:a16="http://schemas.microsoft.com/office/drawing/2014/main" id="{94392E59-0805-C1DA-6D9E-4C285FE6ABC6}"/>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Rectangle 2952">
                <a:extLst>
                  <a:ext uri="{FF2B5EF4-FFF2-40B4-BE49-F238E27FC236}">
                    <a16:creationId xmlns:a16="http://schemas.microsoft.com/office/drawing/2014/main" id="{736C26E6-71B1-14BC-9A59-7B6A875FC7C2}"/>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4" name="Rectangle 2953">
                <a:extLst>
                  <a:ext uri="{FF2B5EF4-FFF2-40B4-BE49-F238E27FC236}">
                    <a16:creationId xmlns:a16="http://schemas.microsoft.com/office/drawing/2014/main" id="{5086D803-9B90-0BE8-5EEA-D8B90838542D}"/>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5" name="Rectangle 2954">
                <a:extLst>
                  <a:ext uri="{FF2B5EF4-FFF2-40B4-BE49-F238E27FC236}">
                    <a16:creationId xmlns:a16="http://schemas.microsoft.com/office/drawing/2014/main" id="{1EA76625-C1DE-6C87-ECAC-DEE1D3609892}"/>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6" name="Rectangle 2955">
                <a:extLst>
                  <a:ext uri="{FF2B5EF4-FFF2-40B4-BE49-F238E27FC236}">
                    <a16:creationId xmlns:a16="http://schemas.microsoft.com/office/drawing/2014/main" id="{F6AC65D3-C524-C792-1FA0-CB5E206DCF44}"/>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7" name="Rectangle 2956">
                <a:extLst>
                  <a:ext uri="{FF2B5EF4-FFF2-40B4-BE49-F238E27FC236}">
                    <a16:creationId xmlns:a16="http://schemas.microsoft.com/office/drawing/2014/main" id="{9AADD5EE-4B62-4A2E-8EFE-5D06718772D4}"/>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8" name="Rectangle 2957">
                <a:extLst>
                  <a:ext uri="{FF2B5EF4-FFF2-40B4-BE49-F238E27FC236}">
                    <a16:creationId xmlns:a16="http://schemas.microsoft.com/office/drawing/2014/main" id="{A7FFB57B-EA92-DFA4-D4AC-252D38A9917D}"/>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7" name="Group 2606">
              <a:extLst>
                <a:ext uri="{FF2B5EF4-FFF2-40B4-BE49-F238E27FC236}">
                  <a16:creationId xmlns:a16="http://schemas.microsoft.com/office/drawing/2014/main" id="{B8FA913F-06DA-4778-4DE1-0ADDC49CF11F}"/>
                </a:ext>
              </a:extLst>
            </p:cNvPr>
            <p:cNvGrpSpPr/>
            <p:nvPr/>
          </p:nvGrpSpPr>
          <p:grpSpPr>
            <a:xfrm>
              <a:off x="6370267" y="4936466"/>
              <a:ext cx="2912265" cy="301135"/>
              <a:chOff x="2844481" y="3245377"/>
              <a:chExt cx="2912265" cy="301135"/>
            </a:xfrm>
            <a:noFill/>
          </p:grpSpPr>
          <p:sp>
            <p:nvSpPr>
              <p:cNvPr id="2608" name="Rectangle 2607">
                <a:extLst>
                  <a:ext uri="{FF2B5EF4-FFF2-40B4-BE49-F238E27FC236}">
                    <a16:creationId xmlns:a16="http://schemas.microsoft.com/office/drawing/2014/main" id="{B7EAA38D-E585-BE52-A836-2ECA16F5711C}"/>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9" name="Rectangle 2608">
                <a:extLst>
                  <a:ext uri="{FF2B5EF4-FFF2-40B4-BE49-F238E27FC236}">
                    <a16:creationId xmlns:a16="http://schemas.microsoft.com/office/drawing/2014/main" id="{C564BCF7-B298-1556-BDCB-A761582D0DFB}"/>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0" name="Rectangle 2609">
                <a:extLst>
                  <a:ext uri="{FF2B5EF4-FFF2-40B4-BE49-F238E27FC236}">
                    <a16:creationId xmlns:a16="http://schemas.microsoft.com/office/drawing/2014/main" id="{21CDC15D-FAAD-E38B-D3F6-05644FC5D171}"/>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1" name="Rectangle 2610">
                <a:extLst>
                  <a:ext uri="{FF2B5EF4-FFF2-40B4-BE49-F238E27FC236}">
                    <a16:creationId xmlns:a16="http://schemas.microsoft.com/office/drawing/2014/main" id="{1264F487-5894-E917-1A1F-4982AD4DC187}"/>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2" name="Rectangle 2611">
                <a:extLst>
                  <a:ext uri="{FF2B5EF4-FFF2-40B4-BE49-F238E27FC236}">
                    <a16:creationId xmlns:a16="http://schemas.microsoft.com/office/drawing/2014/main" id="{0588ED00-58A9-F688-E689-C6100503B39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3" name="Rectangle 2612">
                <a:extLst>
                  <a:ext uri="{FF2B5EF4-FFF2-40B4-BE49-F238E27FC236}">
                    <a16:creationId xmlns:a16="http://schemas.microsoft.com/office/drawing/2014/main" id="{93283E41-D206-5201-E42E-14D650CC559F}"/>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4" name="Rectangle 2613">
                <a:extLst>
                  <a:ext uri="{FF2B5EF4-FFF2-40B4-BE49-F238E27FC236}">
                    <a16:creationId xmlns:a16="http://schemas.microsoft.com/office/drawing/2014/main" id="{F9026ED7-9C00-039A-98B8-EE5E2E07833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5" name="Rectangle 2614">
                <a:extLst>
                  <a:ext uri="{FF2B5EF4-FFF2-40B4-BE49-F238E27FC236}">
                    <a16:creationId xmlns:a16="http://schemas.microsoft.com/office/drawing/2014/main" id="{10044F27-473F-810B-1A23-CD4A03231890}"/>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6" name="Rectangle 2615">
                <a:extLst>
                  <a:ext uri="{FF2B5EF4-FFF2-40B4-BE49-F238E27FC236}">
                    <a16:creationId xmlns:a16="http://schemas.microsoft.com/office/drawing/2014/main" id="{024B3798-48ED-FC9E-8BEA-48357ABB889E}"/>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7" name="Rectangle 2616">
                <a:extLst>
                  <a:ext uri="{FF2B5EF4-FFF2-40B4-BE49-F238E27FC236}">
                    <a16:creationId xmlns:a16="http://schemas.microsoft.com/office/drawing/2014/main" id="{4176DC13-3FE2-BBCA-5E9D-665F309C2D6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8" name="Rectangle 2617">
                <a:extLst>
                  <a:ext uri="{FF2B5EF4-FFF2-40B4-BE49-F238E27FC236}">
                    <a16:creationId xmlns:a16="http://schemas.microsoft.com/office/drawing/2014/main" id="{A0E4DFE3-0DB3-C520-62D1-099755F3C3AF}"/>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9" name="Rectangle 2618">
                <a:extLst>
                  <a:ext uri="{FF2B5EF4-FFF2-40B4-BE49-F238E27FC236}">
                    <a16:creationId xmlns:a16="http://schemas.microsoft.com/office/drawing/2014/main" id="{EC9AFDD0-E3D4-3B30-0A41-F95451388094}"/>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0" name="Rectangle 2619">
                <a:extLst>
                  <a:ext uri="{FF2B5EF4-FFF2-40B4-BE49-F238E27FC236}">
                    <a16:creationId xmlns:a16="http://schemas.microsoft.com/office/drawing/2014/main" id="{45A0D0F1-B97A-44B6-F859-22A783AFFDC4}"/>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 name="Rectangle 2620">
                <a:extLst>
                  <a:ext uri="{FF2B5EF4-FFF2-40B4-BE49-F238E27FC236}">
                    <a16:creationId xmlns:a16="http://schemas.microsoft.com/office/drawing/2014/main" id="{FA65C11E-5C54-1CF2-E3A0-CD9F10B4ED27}"/>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2" name="Rectangle 2621">
                <a:extLst>
                  <a:ext uri="{FF2B5EF4-FFF2-40B4-BE49-F238E27FC236}">
                    <a16:creationId xmlns:a16="http://schemas.microsoft.com/office/drawing/2014/main" id="{D9989DF0-C106-891B-7F09-AD0B1160E47D}"/>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3" name="Rectangle 2622">
                <a:extLst>
                  <a:ext uri="{FF2B5EF4-FFF2-40B4-BE49-F238E27FC236}">
                    <a16:creationId xmlns:a16="http://schemas.microsoft.com/office/drawing/2014/main" id="{C16A803A-54E9-20FD-8E2B-102900E49C9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4" name="Rectangle 2623">
                <a:extLst>
                  <a:ext uri="{FF2B5EF4-FFF2-40B4-BE49-F238E27FC236}">
                    <a16:creationId xmlns:a16="http://schemas.microsoft.com/office/drawing/2014/main" id="{9DAB93AB-E21E-B467-9439-0587F853A22C}"/>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5" name="Rectangle 2624">
                <a:extLst>
                  <a:ext uri="{FF2B5EF4-FFF2-40B4-BE49-F238E27FC236}">
                    <a16:creationId xmlns:a16="http://schemas.microsoft.com/office/drawing/2014/main" id="{DFB8E9C9-3D11-4228-B6C9-E55AF96D09CC}"/>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6" name="Rectangle 2625">
                <a:extLst>
                  <a:ext uri="{FF2B5EF4-FFF2-40B4-BE49-F238E27FC236}">
                    <a16:creationId xmlns:a16="http://schemas.microsoft.com/office/drawing/2014/main" id="{1EBC1BE4-53E0-BA96-2B93-B5AA1AA67A5F}"/>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7" name="Rectangle 2626">
                <a:extLst>
                  <a:ext uri="{FF2B5EF4-FFF2-40B4-BE49-F238E27FC236}">
                    <a16:creationId xmlns:a16="http://schemas.microsoft.com/office/drawing/2014/main" id="{CEF64F60-6C85-5BCF-B7FF-CA9142BFBD4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8" name="Rectangle 2627">
                <a:extLst>
                  <a:ext uri="{FF2B5EF4-FFF2-40B4-BE49-F238E27FC236}">
                    <a16:creationId xmlns:a16="http://schemas.microsoft.com/office/drawing/2014/main" id="{DE43EE6F-6D5C-BBB8-0A12-5B5AB48399DB}"/>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9" name="Rectangle 2628">
                <a:extLst>
                  <a:ext uri="{FF2B5EF4-FFF2-40B4-BE49-F238E27FC236}">
                    <a16:creationId xmlns:a16="http://schemas.microsoft.com/office/drawing/2014/main" id="{13302C83-BE6F-F9D1-2060-94F10B958D1C}"/>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0" name="Rectangle 2629">
                <a:extLst>
                  <a:ext uri="{FF2B5EF4-FFF2-40B4-BE49-F238E27FC236}">
                    <a16:creationId xmlns:a16="http://schemas.microsoft.com/office/drawing/2014/main" id="{A92700CB-692D-2A8B-3EC8-849CB6D5A929}"/>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1" name="Rectangle 2630">
                <a:extLst>
                  <a:ext uri="{FF2B5EF4-FFF2-40B4-BE49-F238E27FC236}">
                    <a16:creationId xmlns:a16="http://schemas.microsoft.com/office/drawing/2014/main" id="{ADA9FC15-B883-F638-FB4B-1A6DE0D123CB}"/>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2" name="Rectangle 2631">
                <a:extLst>
                  <a:ext uri="{FF2B5EF4-FFF2-40B4-BE49-F238E27FC236}">
                    <a16:creationId xmlns:a16="http://schemas.microsoft.com/office/drawing/2014/main" id="{169C0DEE-611E-21A8-EF8B-0F463632CC14}"/>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3" name="Rectangle 2632">
                <a:extLst>
                  <a:ext uri="{FF2B5EF4-FFF2-40B4-BE49-F238E27FC236}">
                    <a16:creationId xmlns:a16="http://schemas.microsoft.com/office/drawing/2014/main" id="{2C6B2542-588A-9214-123E-4D2BADFB8F86}"/>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4" name="Rectangle 2633">
                <a:extLst>
                  <a:ext uri="{FF2B5EF4-FFF2-40B4-BE49-F238E27FC236}">
                    <a16:creationId xmlns:a16="http://schemas.microsoft.com/office/drawing/2014/main" id="{C88300B9-D416-1FE0-CA53-A0BC269C5358}"/>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5" name="Rectangle 2634">
                <a:extLst>
                  <a:ext uri="{FF2B5EF4-FFF2-40B4-BE49-F238E27FC236}">
                    <a16:creationId xmlns:a16="http://schemas.microsoft.com/office/drawing/2014/main" id="{AC3C4D1B-5D64-B742-0538-8BC04CBCE14A}"/>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6" name="Rectangle 2635">
                <a:extLst>
                  <a:ext uri="{FF2B5EF4-FFF2-40B4-BE49-F238E27FC236}">
                    <a16:creationId xmlns:a16="http://schemas.microsoft.com/office/drawing/2014/main" id="{A561D909-A5BD-5598-2A4D-0D99B3C411CB}"/>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 name="Rectangle 2636">
                <a:extLst>
                  <a:ext uri="{FF2B5EF4-FFF2-40B4-BE49-F238E27FC236}">
                    <a16:creationId xmlns:a16="http://schemas.microsoft.com/office/drawing/2014/main" id="{394D212C-5E4F-CB20-93E3-1DF560EA205A}"/>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8" name="Rectangle 2637">
                <a:extLst>
                  <a:ext uri="{FF2B5EF4-FFF2-40B4-BE49-F238E27FC236}">
                    <a16:creationId xmlns:a16="http://schemas.microsoft.com/office/drawing/2014/main" id="{32BA333D-C59D-BC5E-6441-30617B0B9889}"/>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9" name="Rectangle 2638">
                <a:extLst>
                  <a:ext uri="{FF2B5EF4-FFF2-40B4-BE49-F238E27FC236}">
                    <a16:creationId xmlns:a16="http://schemas.microsoft.com/office/drawing/2014/main" id="{B76837B3-AFBD-81F1-4C85-15CEC39F28C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0" name="Rectangle 2639">
                <a:extLst>
                  <a:ext uri="{FF2B5EF4-FFF2-40B4-BE49-F238E27FC236}">
                    <a16:creationId xmlns:a16="http://schemas.microsoft.com/office/drawing/2014/main" id="{EF947F7C-15C4-C3E4-E886-9C1634BBC9BA}"/>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1" name="Rectangle 2640">
                <a:extLst>
                  <a:ext uri="{FF2B5EF4-FFF2-40B4-BE49-F238E27FC236}">
                    <a16:creationId xmlns:a16="http://schemas.microsoft.com/office/drawing/2014/main" id="{4D2348EC-96CB-3A5C-30AB-035D4D4C839B}"/>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2" name="Rectangle 2641">
                <a:extLst>
                  <a:ext uri="{FF2B5EF4-FFF2-40B4-BE49-F238E27FC236}">
                    <a16:creationId xmlns:a16="http://schemas.microsoft.com/office/drawing/2014/main" id="{57BE5B3E-4FD5-2559-6036-447CF1A644CD}"/>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3" name="Rectangle 2642">
                <a:extLst>
                  <a:ext uri="{FF2B5EF4-FFF2-40B4-BE49-F238E27FC236}">
                    <a16:creationId xmlns:a16="http://schemas.microsoft.com/office/drawing/2014/main" id="{A19573AC-0ADB-010F-2C37-50AE398CCFC3}"/>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4" name="Rectangle 2643">
                <a:extLst>
                  <a:ext uri="{FF2B5EF4-FFF2-40B4-BE49-F238E27FC236}">
                    <a16:creationId xmlns:a16="http://schemas.microsoft.com/office/drawing/2014/main" id="{1349953F-9992-0957-3F04-7BCDA7C8E292}"/>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5" name="Rectangle 2644">
                <a:extLst>
                  <a:ext uri="{FF2B5EF4-FFF2-40B4-BE49-F238E27FC236}">
                    <a16:creationId xmlns:a16="http://schemas.microsoft.com/office/drawing/2014/main" id="{9B370A5C-CACF-0F0A-401F-7094ED9A2162}"/>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6" name="Rectangle 2645">
                <a:extLst>
                  <a:ext uri="{FF2B5EF4-FFF2-40B4-BE49-F238E27FC236}">
                    <a16:creationId xmlns:a16="http://schemas.microsoft.com/office/drawing/2014/main" id="{30011982-FB9F-29FF-B732-1FE16D1D467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7" name="Rectangle 2646">
                <a:extLst>
                  <a:ext uri="{FF2B5EF4-FFF2-40B4-BE49-F238E27FC236}">
                    <a16:creationId xmlns:a16="http://schemas.microsoft.com/office/drawing/2014/main" id="{83E1327F-E93D-196F-418F-187D65DF2DA4}"/>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8" name="Rectangle 2647">
                <a:extLst>
                  <a:ext uri="{FF2B5EF4-FFF2-40B4-BE49-F238E27FC236}">
                    <a16:creationId xmlns:a16="http://schemas.microsoft.com/office/drawing/2014/main" id="{36BA26DC-C6AD-C02D-B7F5-42A6DAFA56EE}"/>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9" name="Rectangle 2648">
                <a:extLst>
                  <a:ext uri="{FF2B5EF4-FFF2-40B4-BE49-F238E27FC236}">
                    <a16:creationId xmlns:a16="http://schemas.microsoft.com/office/drawing/2014/main" id="{05A5E868-D5C4-319F-4B19-9185D7D35B54}"/>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0" name="Rectangle 2649">
                <a:extLst>
                  <a:ext uri="{FF2B5EF4-FFF2-40B4-BE49-F238E27FC236}">
                    <a16:creationId xmlns:a16="http://schemas.microsoft.com/office/drawing/2014/main" id="{4FB16EC7-6355-9D2C-D7E4-459F068E5442}"/>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1" name="Rectangle 2650">
                <a:extLst>
                  <a:ext uri="{FF2B5EF4-FFF2-40B4-BE49-F238E27FC236}">
                    <a16:creationId xmlns:a16="http://schemas.microsoft.com/office/drawing/2014/main" id="{849A5026-A99A-9D7E-5A4C-42F5923535A1}"/>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2" name="Rectangle 2651">
                <a:extLst>
                  <a:ext uri="{FF2B5EF4-FFF2-40B4-BE49-F238E27FC236}">
                    <a16:creationId xmlns:a16="http://schemas.microsoft.com/office/drawing/2014/main" id="{6E4A2F8F-2806-00A0-2E42-350B6BB89B41}"/>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3" name="Rectangle 2652">
                <a:extLst>
                  <a:ext uri="{FF2B5EF4-FFF2-40B4-BE49-F238E27FC236}">
                    <a16:creationId xmlns:a16="http://schemas.microsoft.com/office/drawing/2014/main" id="{8E58F7CF-6CD3-1C7A-8A88-9EF37235B3D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4" name="Rectangle 2653">
                <a:extLst>
                  <a:ext uri="{FF2B5EF4-FFF2-40B4-BE49-F238E27FC236}">
                    <a16:creationId xmlns:a16="http://schemas.microsoft.com/office/drawing/2014/main" id="{97D2CBCD-363B-D997-8C8B-FCBB9B37702F}"/>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 name="Rectangle 2654">
                <a:extLst>
                  <a:ext uri="{FF2B5EF4-FFF2-40B4-BE49-F238E27FC236}">
                    <a16:creationId xmlns:a16="http://schemas.microsoft.com/office/drawing/2014/main" id="{50F0CA65-0F88-DA99-A7C6-C0C1D41D51A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6" name="Rectangle 2655">
                <a:extLst>
                  <a:ext uri="{FF2B5EF4-FFF2-40B4-BE49-F238E27FC236}">
                    <a16:creationId xmlns:a16="http://schemas.microsoft.com/office/drawing/2014/main" id="{76E0FADE-13F5-C24E-6F3E-CA6F29242817}"/>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7" name="Rectangle 2656">
                <a:extLst>
                  <a:ext uri="{FF2B5EF4-FFF2-40B4-BE49-F238E27FC236}">
                    <a16:creationId xmlns:a16="http://schemas.microsoft.com/office/drawing/2014/main" id="{F606FE12-F9DE-F5A4-31DD-872C75ABCDC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8" name="Rectangle 2657">
                <a:extLst>
                  <a:ext uri="{FF2B5EF4-FFF2-40B4-BE49-F238E27FC236}">
                    <a16:creationId xmlns:a16="http://schemas.microsoft.com/office/drawing/2014/main" id="{C03AD56C-25A4-1FB2-E0DA-61002EEB0EE9}"/>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9" name="Rectangle 2658">
                <a:extLst>
                  <a:ext uri="{FF2B5EF4-FFF2-40B4-BE49-F238E27FC236}">
                    <a16:creationId xmlns:a16="http://schemas.microsoft.com/office/drawing/2014/main" id="{EA9AD054-2F51-2CEC-3A51-2E81D0E57124}"/>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0" name="Rectangle 2659">
                <a:extLst>
                  <a:ext uri="{FF2B5EF4-FFF2-40B4-BE49-F238E27FC236}">
                    <a16:creationId xmlns:a16="http://schemas.microsoft.com/office/drawing/2014/main" id="{E3CF2C6A-D0D8-A193-9435-AADC2F8FE071}"/>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1" name="Rectangle 2660">
                <a:extLst>
                  <a:ext uri="{FF2B5EF4-FFF2-40B4-BE49-F238E27FC236}">
                    <a16:creationId xmlns:a16="http://schemas.microsoft.com/office/drawing/2014/main" id="{1C5A300B-0C4E-B123-8882-6874C35FF28D}"/>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 name="Rectangle 2661">
                <a:extLst>
                  <a:ext uri="{FF2B5EF4-FFF2-40B4-BE49-F238E27FC236}">
                    <a16:creationId xmlns:a16="http://schemas.microsoft.com/office/drawing/2014/main" id="{59B6DD48-7A0B-A7D8-39AE-AE3E14B76B8F}"/>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 name="Rectangle 2662">
                <a:extLst>
                  <a:ext uri="{FF2B5EF4-FFF2-40B4-BE49-F238E27FC236}">
                    <a16:creationId xmlns:a16="http://schemas.microsoft.com/office/drawing/2014/main" id="{468ACFDF-C486-33B9-20EE-F56569DC779A}"/>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 name="Rectangle 2663">
                <a:extLst>
                  <a:ext uri="{FF2B5EF4-FFF2-40B4-BE49-F238E27FC236}">
                    <a16:creationId xmlns:a16="http://schemas.microsoft.com/office/drawing/2014/main" id="{6991F918-0BED-BC82-941D-BF9D24E65FA1}"/>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 name="Rectangle 2664">
                <a:extLst>
                  <a:ext uri="{FF2B5EF4-FFF2-40B4-BE49-F238E27FC236}">
                    <a16:creationId xmlns:a16="http://schemas.microsoft.com/office/drawing/2014/main" id="{059B40A0-C84A-158E-614A-0A043580127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6" name="Rectangle 2665">
                <a:extLst>
                  <a:ext uri="{FF2B5EF4-FFF2-40B4-BE49-F238E27FC236}">
                    <a16:creationId xmlns:a16="http://schemas.microsoft.com/office/drawing/2014/main" id="{6457AA2F-56E1-F25C-9A30-ED7BFC1F596D}"/>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7" name="Rectangle 2666">
                <a:extLst>
                  <a:ext uri="{FF2B5EF4-FFF2-40B4-BE49-F238E27FC236}">
                    <a16:creationId xmlns:a16="http://schemas.microsoft.com/office/drawing/2014/main" id="{CBA888E8-EEF7-DBBA-3F00-4F7EDEA78299}"/>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8" name="Rectangle 2667">
                <a:extLst>
                  <a:ext uri="{FF2B5EF4-FFF2-40B4-BE49-F238E27FC236}">
                    <a16:creationId xmlns:a16="http://schemas.microsoft.com/office/drawing/2014/main" id="{4EA5D35C-E77C-52DD-DF84-22D31875B78A}"/>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9" name="Rectangle 2668">
                <a:extLst>
                  <a:ext uri="{FF2B5EF4-FFF2-40B4-BE49-F238E27FC236}">
                    <a16:creationId xmlns:a16="http://schemas.microsoft.com/office/drawing/2014/main" id="{E06813AC-8809-0655-F0A9-D9FBE8F980A9}"/>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0" name="Rectangle 2669">
                <a:extLst>
                  <a:ext uri="{FF2B5EF4-FFF2-40B4-BE49-F238E27FC236}">
                    <a16:creationId xmlns:a16="http://schemas.microsoft.com/office/drawing/2014/main" id="{CA53BD66-17B3-0421-AE57-5F9FF472EA03}"/>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1" name="Rectangle 2670">
                <a:extLst>
                  <a:ext uri="{FF2B5EF4-FFF2-40B4-BE49-F238E27FC236}">
                    <a16:creationId xmlns:a16="http://schemas.microsoft.com/office/drawing/2014/main" id="{43CA1CB8-6C8D-824B-D9A3-D4F3BE09B032}"/>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2" name="Rectangle 2671">
                <a:extLst>
                  <a:ext uri="{FF2B5EF4-FFF2-40B4-BE49-F238E27FC236}">
                    <a16:creationId xmlns:a16="http://schemas.microsoft.com/office/drawing/2014/main" id="{48F2B722-49BB-4E08-2ADA-3E5D09177E5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Rectangle 2672">
                <a:extLst>
                  <a:ext uri="{FF2B5EF4-FFF2-40B4-BE49-F238E27FC236}">
                    <a16:creationId xmlns:a16="http://schemas.microsoft.com/office/drawing/2014/main" id="{78F67004-4053-58F7-ABF6-943CCE59460A}"/>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4" name="Rectangle 2673">
                <a:extLst>
                  <a:ext uri="{FF2B5EF4-FFF2-40B4-BE49-F238E27FC236}">
                    <a16:creationId xmlns:a16="http://schemas.microsoft.com/office/drawing/2014/main" id="{D1FB5422-7620-5A28-BFC6-29FD69F4F5A1}"/>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5" name="Rectangle 2674">
                <a:extLst>
                  <a:ext uri="{FF2B5EF4-FFF2-40B4-BE49-F238E27FC236}">
                    <a16:creationId xmlns:a16="http://schemas.microsoft.com/office/drawing/2014/main" id="{78B6AA38-94D7-43D8-BB7F-43F924F2FC10}"/>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6" name="Rectangle 2675">
                <a:extLst>
                  <a:ext uri="{FF2B5EF4-FFF2-40B4-BE49-F238E27FC236}">
                    <a16:creationId xmlns:a16="http://schemas.microsoft.com/office/drawing/2014/main" id="{E46D0667-AF7F-4C1D-4366-A3FD01C88647}"/>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7" name="Rectangle 2676">
                <a:extLst>
                  <a:ext uri="{FF2B5EF4-FFF2-40B4-BE49-F238E27FC236}">
                    <a16:creationId xmlns:a16="http://schemas.microsoft.com/office/drawing/2014/main" id="{473700AA-3CFE-09FD-4860-C23F3D1FC779}"/>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8" name="Rectangle 2677">
                <a:extLst>
                  <a:ext uri="{FF2B5EF4-FFF2-40B4-BE49-F238E27FC236}">
                    <a16:creationId xmlns:a16="http://schemas.microsoft.com/office/drawing/2014/main" id="{67C0F449-3B91-57B3-9E42-69DD6021B1D8}"/>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9" name="Rectangle 2678">
                <a:extLst>
                  <a:ext uri="{FF2B5EF4-FFF2-40B4-BE49-F238E27FC236}">
                    <a16:creationId xmlns:a16="http://schemas.microsoft.com/office/drawing/2014/main" id="{2FC02582-5662-20A6-6897-992D8283C88B}"/>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0" name="Rectangle 2679">
                <a:extLst>
                  <a:ext uri="{FF2B5EF4-FFF2-40B4-BE49-F238E27FC236}">
                    <a16:creationId xmlns:a16="http://schemas.microsoft.com/office/drawing/2014/main" id="{1B7794DF-7F2C-8AB4-E75E-F9FBC84C9B4C}"/>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1" name="Rectangle 2680">
                <a:extLst>
                  <a:ext uri="{FF2B5EF4-FFF2-40B4-BE49-F238E27FC236}">
                    <a16:creationId xmlns:a16="http://schemas.microsoft.com/office/drawing/2014/main" id="{67C0D3C6-8B88-74BB-51DA-92FF88FC8C60}"/>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2" name="Rectangle 2681">
                <a:extLst>
                  <a:ext uri="{FF2B5EF4-FFF2-40B4-BE49-F238E27FC236}">
                    <a16:creationId xmlns:a16="http://schemas.microsoft.com/office/drawing/2014/main" id="{93470B97-586C-1F44-E7C6-E029054AABC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3" name="Rectangle 2682">
                <a:extLst>
                  <a:ext uri="{FF2B5EF4-FFF2-40B4-BE49-F238E27FC236}">
                    <a16:creationId xmlns:a16="http://schemas.microsoft.com/office/drawing/2014/main" id="{C5D50C8A-2731-7F60-1C48-D6CBA8D7DFAE}"/>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4" name="Rectangle 2683">
                <a:extLst>
                  <a:ext uri="{FF2B5EF4-FFF2-40B4-BE49-F238E27FC236}">
                    <a16:creationId xmlns:a16="http://schemas.microsoft.com/office/drawing/2014/main" id="{F18556E3-9B3E-F7DC-7E1F-8EE3B07E3DF5}"/>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5" name="Rectangle 2684">
                <a:extLst>
                  <a:ext uri="{FF2B5EF4-FFF2-40B4-BE49-F238E27FC236}">
                    <a16:creationId xmlns:a16="http://schemas.microsoft.com/office/drawing/2014/main" id="{2E762DBD-9648-854D-3769-1F8F322DE833}"/>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6" name="Rectangle 2685">
                <a:extLst>
                  <a:ext uri="{FF2B5EF4-FFF2-40B4-BE49-F238E27FC236}">
                    <a16:creationId xmlns:a16="http://schemas.microsoft.com/office/drawing/2014/main" id="{CE8DC973-030C-9130-4E82-D967E0632B40}"/>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7" name="Rectangle 2686">
                <a:extLst>
                  <a:ext uri="{FF2B5EF4-FFF2-40B4-BE49-F238E27FC236}">
                    <a16:creationId xmlns:a16="http://schemas.microsoft.com/office/drawing/2014/main" id="{84860EC5-45A6-2C33-7A2F-56EBB4A6D6D4}"/>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Rectangle 2687">
                <a:extLst>
                  <a:ext uri="{FF2B5EF4-FFF2-40B4-BE49-F238E27FC236}">
                    <a16:creationId xmlns:a16="http://schemas.microsoft.com/office/drawing/2014/main" id="{B99E9A00-1EF1-CE57-1490-2F11F8956AF2}"/>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9" name="Rectangle 2688">
                <a:extLst>
                  <a:ext uri="{FF2B5EF4-FFF2-40B4-BE49-F238E27FC236}">
                    <a16:creationId xmlns:a16="http://schemas.microsoft.com/office/drawing/2014/main" id="{C11B92DD-338B-6758-696E-DB8F811E5336}"/>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0" name="Rectangle 2689">
                <a:extLst>
                  <a:ext uri="{FF2B5EF4-FFF2-40B4-BE49-F238E27FC236}">
                    <a16:creationId xmlns:a16="http://schemas.microsoft.com/office/drawing/2014/main" id="{C10B58D1-EAE3-890B-60BE-481131224710}"/>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 name="Rectangle 2690">
                <a:extLst>
                  <a:ext uri="{FF2B5EF4-FFF2-40B4-BE49-F238E27FC236}">
                    <a16:creationId xmlns:a16="http://schemas.microsoft.com/office/drawing/2014/main" id="{B6F0A998-3481-F5D4-FFE1-57E5B35DEB47}"/>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2" name="Rectangle 2691">
                <a:extLst>
                  <a:ext uri="{FF2B5EF4-FFF2-40B4-BE49-F238E27FC236}">
                    <a16:creationId xmlns:a16="http://schemas.microsoft.com/office/drawing/2014/main" id="{0864F731-3F6F-AA22-46FE-71E05DC0C1CA}"/>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3" name="Rectangle 2692">
                <a:extLst>
                  <a:ext uri="{FF2B5EF4-FFF2-40B4-BE49-F238E27FC236}">
                    <a16:creationId xmlns:a16="http://schemas.microsoft.com/office/drawing/2014/main" id="{42DE6954-BF51-15CE-1E31-180A609D86FA}"/>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4" name="Rectangle 2693">
                <a:extLst>
                  <a:ext uri="{FF2B5EF4-FFF2-40B4-BE49-F238E27FC236}">
                    <a16:creationId xmlns:a16="http://schemas.microsoft.com/office/drawing/2014/main" id="{5DDE10EE-604C-8C23-FCA4-7FD4F9687BE7}"/>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3" name="Group 2342">
              <a:extLst>
                <a:ext uri="{FF2B5EF4-FFF2-40B4-BE49-F238E27FC236}">
                  <a16:creationId xmlns:a16="http://schemas.microsoft.com/office/drawing/2014/main" id="{CF35CD7C-0B76-8C5E-551D-ED82282200DE}"/>
                </a:ext>
              </a:extLst>
            </p:cNvPr>
            <p:cNvGrpSpPr/>
            <p:nvPr/>
          </p:nvGrpSpPr>
          <p:grpSpPr>
            <a:xfrm>
              <a:off x="6370267" y="5237535"/>
              <a:ext cx="2912265" cy="301135"/>
              <a:chOff x="2844481" y="3245377"/>
              <a:chExt cx="2912265" cy="301135"/>
            </a:xfrm>
            <a:noFill/>
          </p:grpSpPr>
          <p:sp>
            <p:nvSpPr>
              <p:cNvPr id="2344" name="Rectangle 2343">
                <a:extLst>
                  <a:ext uri="{FF2B5EF4-FFF2-40B4-BE49-F238E27FC236}">
                    <a16:creationId xmlns:a16="http://schemas.microsoft.com/office/drawing/2014/main" id="{0E69697C-78EF-EBB2-7C8C-1C08BD29DBA8}"/>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Rectangle 2344">
                <a:extLst>
                  <a:ext uri="{FF2B5EF4-FFF2-40B4-BE49-F238E27FC236}">
                    <a16:creationId xmlns:a16="http://schemas.microsoft.com/office/drawing/2014/main" id="{D80B9D9C-7EDF-F4E1-8142-A5016DD1A7F6}"/>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 name="Rectangle 2345">
                <a:extLst>
                  <a:ext uri="{FF2B5EF4-FFF2-40B4-BE49-F238E27FC236}">
                    <a16:creationId xmlns:a16="http://schemas.microsoft.com/office/drawing/2014/main" id="{3BC842DD-6BB7-0EE8-9850-EDDB03606F9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 name="Rectangle 2346">
                <a:extLst>
                  <a:ext uri="{FF2B5EF4-FFF2-40B4-BE49-F238E27FC236}">
                    <a16:creationId xmlns:a16="http://schemas.microsoft.com/office/drawing/2014/main" id="{DAF977FD-E77A-6B15-4774-A4D17249A00A}"/>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8" name="Rectangle 2347">
                <a:extLst>
                  <a:ext uri="{FF2B5EF4-FFF2-40B4-BE49-F238E27FC236}">
                    <a16:creationId xmlns:a16="http://schemas.microsoft.com/office/drawing/2014/main" id="{2111B4C9-80E2-5F30-460A-01834DD004CB}"/>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9" name="Rectangle 2348">
                <a:extLst>
                  <a:ext uri="{FF2B5EF4-FFF2-40B4-BE49-F238E27FC236}">
                    <a16:creationId xmlns:a16="http://schemas.microsoft.com/office/drawing/2014/main" id="{C67FBFBA-F82E-7FF2-A370-AA1E9FD49EEC}"/>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0" name="Rectangle 2349">
                <a:extLst>
                  <a:ext uri="{FF2B5EF4-FFF2-40B4-BE49-F238E27FC236}">
                    <a16:creationId xmlns:a16="http://schemas.microsoft.com/office/drawing/2014/main" id="{E578149A-BE0B-DA13-9E63-4D94DD8BDB2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Rectangle 2350">
                <a:extLst>
                  <a:ext uri="{FF2B5EF4-FFF2-40B4-BE49-F238E27FC236}">
                    <a16:creationId xmlns:a16="http://schemas.microsoft.com/office/drawing/2014/main" id="{229CFC04-351B-219E-297B-1AABE508817F}"/>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2" name="Rectangle 2351">
                <a:extLst>
                  <a:ext uri="{FF2B5EF4-FFF2-40B4-BE49-F238E27FC236}">
                    <a16:creationId xmlns:a16="http://schemas.microsoft.com/office/drawing/2014/main" id="{FA066CC9-C28B-3830-65E1-8AA982B8CD0E}"/>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Rectangle 2352">
                <a:extLst>
                  <a:ext uri="{FF2B5EF4-FFF2-40B4-BE49-F238E27FC236}">
                    <a16:creationId xmlns:a16="http://schemas.microsoft.com/office/drawing/2014/main" id="{A36F845B-4094-BEC6-C781-29CECF639A5B}"/>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4" name="Rectangle 2353">
                <a:extLst>
                  <a:ext uri="{FF2B5EF4-FFF2-40B4-BE49-F238E27FC236}">
                    <a16:creationId xmlns:a16="http://schemas.microsoft.com/office/drawing/2014/main" id="{5D429AE1-06D5-31E1-D54C-1C5BC3AC8CC7}"/>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Rectangle 2354">
                <a:extLst>
                  <a:ext uri="{FF2B5EF4-FFF2-40B4-BE49-F238E27FC236}">
                    <a16:creationId xmlns:a16="http://schemas.microsoft.com/office/drawing/2014/main" id="{6EE4822C-F735-B6FA-8FB8-626E65255794}"/>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 name="Rectangle 2355">
                <a:extLst>
                  <a:ext uri="{FF2B5EF4-FFF2-40B4-BE49-F238E27FC236}">
                    <a16:creationId xmlns:a16="http://schemas.microsoft.com/office/drawing/2014/main" id="{9C687E00-B502-9877-9BF7-C94A762DDEB1}"/>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 name="Rectangle 2356">
                <a:extLst>
                  <a:ext uri="{FF2B5EF4-FFF2-40B4-BE49-F238E27FC236}">
                    <a16:creationId xmlns:a16="http://schemas.microsoft.com/office/drawing/2014/main" id="{CCA04D72-E730-D426-8618-01512CB8498E}"/>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 name="Rectangle 2357">
                <a:extLst>
                  <a:ext uri="{FF2B5EF4-FFF2-40B4-BE49-F238E27FC236}">
                    <a16:creationId xmlns:a16="http://schemas.microsoft.com/office/drawing/2014/main" id="{10EEF50D-0CE6-4CB8-F56F-E429464B6479}"/>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 name="Rectangle 2358">
                <a:extLst>
                  <a:ext uri="{FF2B5EF4-FFF2-40B4-BE49-F238E27FC236}">
                    <a16:creationId xmlns:a16="http://schemas.microsoft.com/office/drawing/2014/main" id="{840CAD7D-16BD-BFBB-527B-42D8B50910A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0" name="Rectangle 2359">
                <a:extLst>
                  <a:ext uri="{FF2B5EF4-FFF2-40B4-BE49-F238E27FC236}">
                    <a16:creationId xmlns:a16="http://schemas.microsoft.com/office/drawing/2014/main" id="{8C74E12B-5596-3E5F-F5F4-F1764CD4C58F}"/>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1" name="Rectangle 2360">
                <a:extLst>
                  <a:ext uri="{FF2B5EF4-FFF2-40B4-BE49-F238E27FC236}">
                    <a16:creationId xmlns:a16="http://schemas.microsoft.com/office/drawing/2014/main" id="{BCB00924-E6ED-9804-0BD0-1588371590B8}"/>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 name="Rectangle 2361">
                <a:extLst>
                  <a:ext uri="{FF2B5EF4-FFF2-40B4-BE49-F238E27FC236}">
                    <a16:creationId xmlns:a16="http://schemas.microsoft.com/office/drawing/2014/main" id="{1BCBDADA-9091-7728-153A-03F457388DC0}"/>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 name="Rectangle 2362">
                <a:extLst>
                  <a:ext uri="{FF2B5EF4-FFF2-40B4-BE49-F238E27FC236}">
                    <a16:creationId xmlns:a16="http://schemas.microsoft.com/office/drawing/2014/main" id="{CFFA909F-BB02-BCFC-391B-F4CF28A9D600}"/>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 name="Rectangle 2363">
                <a:extLst>
                  <a:ext uri="{FF2B5EF4-FFF2-40B4-BE49-F238E27FC236}">
                    <a16:creationId xmlns:a16="http://schemas.microsoft.com/office/drawing/2014/main" id="{82C9CD1D-D1F1-A765-C7FA-26F02FFF8C12}"/>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 name="Rectangle 2364">
                <a:extLst>
                  <a:ext uri="{FF2B5EF4-FFF2-40B4-BE49-F238E27FC236}">
                    <a16:creationId xmlns:a16="http://schemas.microsoft.com/office/drawing/2014/main" id="{7D9F9EB0-8FBB-3108-2C31-1896CCBCCA49}"/>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Rectangle 2365">
                <a:extLst>
                  <a:ext uri="{FF2B5EF4-FFF2-40B4-BE49-F238E27FC236}">
                    <a16:creationId xmlns:a16="http://schemas.microsoft.com/office/drawing/2014/main" id="{38505599-5323-16AE-7C90-55FCFD1C3F9C}"/>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7" name="Rectangle 2366">
                <a:extLst>
                  <a:ext uri="{FF2B5EF4-FFF2-40B4-BE49-F238E27FC236}">
                    <a16:creationId xmlns:a16="http://schemas.microsoft.com/office/drawing/2014/main" id="{20136DBA-2883-465C-D7F6-60EF35DA4FB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8" name="Rectangle 2367">
                <a:extLst>
                  <a:ext uri="{FF2B5EF4-FFF2-40B4-BE49-F238E27FC236}">
                    <a16:creationId xmlns:a16="http://schemas.microsoft.com/office/drawing/2014/main" id="{1042CC92-3241-75B5-3026-410AFF939DDE}"/>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9" name="Rectangle 2368">
                <a:extLst>
                  <a:ext uri="{FF2B5EF4-FFF2-40B4-BE49-F238E27FC236}">
                    <a16:creationId xmlns:a16="http://schemas.microsoft.com/office/drawing/2014/main" id="{6D410EC3-FFF0-57F6-5973-6D3EC93FFE1A}"/>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0" name="Rectangle 2369">
                <a:extLst>
                  <a:ext uri="{FF2B5EF4-FFF2-40B4-BE49-F238E27FC236}">
                    <a16:creationId xmlns:a16="http://schemas.microsoft.com/office/drawing/2014/main" id="{5D968540-F6CA-FB2B-0674-F3B69B558842}"/>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1" name="Rectangle 2370">
                <a:extLst>
                  <a:ext uri="{FF2B5EF4-FFF2-40B4-BE49-F238E27FC236}">
                    <a16:creationId xmlns:a16="http://schemas.microsoft.com/office/drawing/2014/main" id="{1C545F4C-04E7-5CFC-5F8A-73003037CB61}"/>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2" name="Rectangle 2371">
                <a:extLst>
                  <a:ext uri="{FF2B5EF4-FFF2-40B4-BE49-F238E27FC236}">
                    <a16:creationId xmlns:a16="http://schemas.microsoft.com/office/drawing/2014/main" id="{83F2F857-0F4E-A0AC-E500-42AC8D08E3F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 name="Rectangle 2372">
                <a:extLst>
                  <a:ext uri="{FF2B5EF4-FFF2-40B4-BE49-F238E27FC236}">
                    <a16:creationId xmlns:a16="http://schemas.microsoft.com/office/drawing/2014/main" id="{65AE8601-9E55-D958-0C90-DCBFC23C34BC}"/>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 name="Rectangle 2373">
                <a:extLst>
                  <a:ext uri="{FF2B5EF4-FFF2-40B4-BE49-F238E27FC236}">
                    <a16:creationId xmlns:a16="http://schemas.microsoft.com/office/drawing/2014/main" id="{2AC77425-52E7-090E-BB3A-5BC3ED0FEE3D}"/>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5" name="Rectangle 2374">
                <a:extLst>
                  <a:ext uri="{FF2B5EF4-FFF2-40B4-BE49-F238E27FC236}">
                    <a16:creationId xmlns:a16="http://schemas.microsoft.com/office/drawing/2014/main" id="{63B47C0A-E18A-B57B-95AF-86FF8CA045E7}"/>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Rectangle 2375">
                <a:extLst>
                  <a:ext uri="{FF2B5EF4-FFF2-40B4-BE49-F238E27FC236}">
                    <a16:creationId xmlns:a16="http://schemas.microsoft.com/office/drawing/2014/main" id="{81276DA6-2D26-3776-59E2-0584AD9ECB4F}"/>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 name="Rectangle 2376">
                <a:extLst>
                  <a:ext uri="{FF2B5EF4-FFF2-40B4-BE49-F238E27FC236}">
                    <a16:creationId xmlns:a16="http://schemas.microsoft.com/office/drawing/2014/main" id="{452F8815-BEB2-E5DF-2885-86FDB55B4150}"/>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 name="Rectangle 2377">
                <a:extLst>
                  <a:ext uri="{FF2B5EF4-FFF2-40B4-BE49-F238E27FC236}">
                    <a16:creationId xmlns:a16="http://schemas.microsoft.com/office/drawing/2014/main" id="{1D0E43DB-0BC9-050C-DFB5-5D97075AC925}"/>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 name="Rectangle 2378">
                <a:extLst>
                  <a:ext uri="{FF2B5EF4-FFF2-40B4-BE49-F238E27FC236}">
                    <a16:creationId xmlns:a16="http://schemas.microsoft.com/office/drawing/2014/main" id="{1FC70E21-9D51-17E1-9485-6626BDA417AA}"/>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0" name="Rectangle 2379">
                <a:extLst>
                  <a:ext uri="{FF2B5EF4-FFF2-40B4-BE49-F238E27FC236}">
                    <a16:creationId xmlns:a16="http://schemas.microsoft.com/office/drawing/2014/main" id="{DDC6C723-CD03-2218-B7D2-D9DDAB60FCB6}"/>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1" name="Rectangle 2380">
                <a:extLst>
                  <a:ext uri="{FF2B5EF4-FFF2-40B4-BE49-F238E27FC236}">
                    <a16:creationId xmlns:a16="http://schemas.microsoft.com/office/drawing/2014/main" id="{2D9586F7-6C12-B4D9-027B-BC5DDE9615A8}"/>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2" name="Rectangle 2381">
                <a:extLst>
                  <a:ext uri="{FF2B5EF4-FFF2-40B4-BE49-F238E27FC236}">
                    <a16:creationId xmlns:a16="http://schemas.microsoft.com/office/drawing/2014/main" id="{AE4A3247-6EBC-417D-122E-603EE8504E22}"/>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 name="Rectangle 2382">
                <a:extLst>
                  <a:ext uri="{FF2B5EF4-FFF2-40B4-BE49-F238E27FC236}">
                    <a16:creationId xmlns:a16="http://schemas.microsoft.com/office/drawing/2014/main" id="{812BBD5A-B78C-44EC-6FB1-A2A83238EE60}"/>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 name="Rectangle 2383">
                <a:extLst>
                  <a:ext uri="{FF2B5EF4-FFF2-40B4-BE49-F238E27FC236}">
                    <a16:creationId xmlns:a16="http://schemas.microsoft.com/office/drawing/2014/main" id="{9474F992-A768-29BD-11CA-49B6AD52475F}"/>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 name="Rectangle 2384">
                <a:extLst>
                  <a:ext uri="{FF2B5EF4-FFF2-40B4-BE49-F238E27FC236}">
                    <a16:creationId xmlns:a16="http://schemas.microsoft.com/office/drawing/2014/main" id="{0A17EB31-0046-7230-472E-5720E6E027F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6" name="Rectangle 2385">
                <a:extLst>
                  <a:ext uri="{FF2B5EF4-FFF2-40B4-BE49-F238E27FC236}">
                    <a16:creationId xmlns:a16="http://schemas.microsoft.com/office/drawing/2014/main" id="{C09A7339-7181-8473-148A-B3D047C8FAC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 name="Rectangle 2386">
                <a:extLst>
                  <a:ext uri="{FF2B5EF4-FFF2-40B4-BE49-F238E27FC236}">
                    <a16:creationId xmlns:a16="http://schemas.microsoft.com/office/drawing/2014/main" id="{C6F800D2-5AB1-7AD3-9617-A97714F59278}"/>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8" name="Rectangle 2387">
                <a:extLst>
                  <a:ext uri="{FF2B5EF4-FFF2-40B4-BE49-F238E27FC236}">
                    <a16:creationId xmlns:a16="http://schemas.microsoft.com/office/drawing/2014/main" id="{F7ED7BDF-55D7-C604-6034-B78146B1082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9" name="Rectangle 2388">
                <a:extLst>
                  <a:ext uri="{FF2B5EF4-FFF2-40B4-BE49-F238E27FC236}">
                    <a16:creationId xmlns:a16="http://schemas.microsoft.com/office/drawing/2014/main" id="{426AAFD1-89D3-01F7-D55B-B83A9D60C231}"/>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0" name="Rectangle 2389">
                <a:extLst>
                  <a:ext uri="{FF2B5EF4-FFF2-40B4-BE49-F238E27FC236}">
                    <a16:creationId xmlns:a16="http://schemas.microsoft.com/office/drawing/2014/main" id="{4835A031-85EC-99C9-178E-68A2829840D2}"/>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1" name="Rectangle 2390">
                <a:extLst>
                  <a:ext uri="{FF2B5EF4-FFF2-40B4-BE49-F238E27FC236}">
                    <a16:creationId xmlns:a16="http://schemas.microsoft.com/office/drawing/2014/main" id="{ECDFAB50-C68B-888E-3C8B-3826A521A9D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2" name="Rectangle 2391">
                <a:extLst>
                  <a:ext uri="{FF2B5EF4-FFF2-40B4-BE49-F238E27FC236}">
                    <a16:creationId xmlns:a16="http://schemas.microsoft.com/office/drawing/2014/main" id="{31BC29C0-220F-1584-89FB-AB16B5E86AB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3" name="Rectangle 2392">
                <a:extLst>
                  <a:ext uri="{FF2B5EF4-FFF2-40B4-BE49-F238E27FC236}">
                    <a16:creationId xmlns:a16="http://schemas.microsoft.com/office/drawing/2014/main" id="{EF36E8E2-14ED-AB2D-920F-37EDF8616DEC}"/>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4" name="Rectangle 2393">
                <a:extLst>
                  <a:ext uri="{FF2B5EF4-FFF2-40B4-BE49-F238E27FC236}">
                    <a16:creationId xmlns:a16="http://schemas.microsoft.com/office/drawing/2014/main" id="{DC92B348-FCD2-A44C-406D-8C9C18613706}"/>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5" name="Rectangle 2394">
                <a:extLst>
                  <a:ext uri="{FF2B5EF4-FFF2-40B4-BE49-F238E27FC236}">
                    <a16:creationId xmlns:a16="http://schemas.microsoft.com/office/drawing/2014/main" id="{92EFD58E-67E8-436B-E58B-EC8686DE2AE8}"/>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6" name="Rectangle 2395">
                <a:extLst>
                  <a:ext uri="{FF2B5EF4-FFF2-40B4-BE49-F238E27FC236}">
                    <a16:creationId xmlns:a16="http://schemas.microsoft.com/office/drawing/2014/main" id="{43C1620B-37A8-5372-090B-6392D2E82707}"/>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7" name="Rectangle 2396">
                <a:extLst>
                  <a:ext uri="{FF2B5EF4-FFF2-40B4-BE49-F238E27FC236}">
                    <a16:creationId xmlns:a16="http://schemas.microsoft.com/office/drawing/2014/main" id="{87D215FD-2DCF-F5CE-56A8-053B85F25973}"/>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8" name="Rectangle 2397">
                <a:extLst>
                  <a:ext uri="{FF2B5EF4-FFF2-40B4-BE49-F238E27FC236}">
                    <a16:creationId xmlns:a16="http://schemas.microsoft.com/office/drawing/2014/main" id="{991D0A80-B821-7B39-56B7-ACAF21E652B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9" name="Rectangle 2398">
                <a:extLst>
                  <a:ext uri="{FF2B5EF4-FFF2-40B4-BE49-F238E27FC236}">
                    <a16:creationId xmlns:a16="http://schemas.microsoft.com/office/drawing/2014/main" id="{9AA0C4BE-9A94-0447-86CA-2ECCB60985A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0" name="Rectangle 2399">
                <a:extLst>
                  <a:ext uri="{FF2B5EF4-FFF2-40B4-BE49-F238E27FC236}">
                    <a16:creationId xmlns:a16="http://schemas.microsoft.com/office/drawing/2014/main" id="{C6FC1E98-A174-FF08-6FD3-F9EB950394E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1" name="Rectangle 2400">
                <a:extLst>
                  <a:ext uri="{FF2B5EF4-FFF2-40B4-BE49-F238E27FC236}">
                    <a16:creationId xmlns:a16="http://schemas.microsoft.com/office/drawing/2014/main" id="{044F1142-A4DA-4C98-C9AD-6CFA486827C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2" name="Rectangle 2401">
                <a:extLst>
                  <a:ext uri="{FF2B5EF4-FFF2-40B4-BE49-F238E27FC236}">
                    <a16:creationId xmlns:a16="http://schemas.microsoft.com/office/drawing/2014/main" id="{A0C8D38D-2108-4525-9F1E-8D960EB2E1CF}"/>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3" name="Rectangle 2402">
                <a:extLst>
                  <a:ext uri="{FF2B5EF4-FFF2-40B4-BE49-F238E27FC236}">
                    <a16:creationId xmlns:a16="http://schemas.microsoft.com/office/drawing/2014/main" id="{6C9B0AAD-DB7F-8CF1-20C9-5595E0059546}"/>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 name="Rectangle 2403">
                <a:extLst>
                  <a:ext uri="{FF2B5EF4-FFF2-40B4-BE49-F238E27FC236}">
                    <a16:creationId xmlns:a16="http://schemas.microsoft.com/office/drawing/2014/main" id="{E9B8F6C4-78D0-9291-2039-C993CB6E2F1E}"/>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5" name="Rectangle 2404">
                <a:extLst>
                  <a:ext uri="{FF2B5EF4-FFF2-40B4-BE49-F238E27FC236}">
                    <a16:creationId xmlns:a16="http://schemas.microsoft.com/office/drawing/2014/main" id="{BCB2ECE7-CC18-0E31-1AEA-57861A6A7831}"/>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 name="Rectangle 2405">
                <a:extLst>
                  <a:ext uri="{FF2B5EF4-FFF2-40B4-BE49-F238E27FC236}">
                    <a16:creationId xmlns:a16="http://schemas.microsoft.com/office/drawing/2014/main" id="{FE922E84-3C83-A411-81A9-22074837444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 name="Rectangle 2406">
                <a:extLst>
                  <a:ext uri="{FF2B5EF4-FFF2-40B4-BE49-F238E27FC236}">
                    <a16:creationId xmlns:a16="http://schemas.microsoft.com/office/drawing/2014/main" id="{3BB4F331-5D51-5815-2BB6-488933935478}"/>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8" name="Rectangle 2407">
                <a:extLst>
                  <a:ext uri="{FF2B5EF4-FFF2-40B4-BE49-F238E27FC236}">
                    <a16:creationId xmlns:a16="http://schemas.microsoft.com/office/drawing/2014/main" id="{B2D941CC-D5E1-8669-5702-F96AE4223A24}"/>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 name="Rectangle 2408">
                <a:extLst>
                  <a:ext uri="{FF2B5EF4-FFF2-40B4-BE49-F238E27FC236}">
                    <a16:creationId xmlns:a16="http://schemas.microsoft.com/office/drawing/2014/main" id="{73311962-3FC9-F655-2767-A0C6963049D7}"/>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 name="Rectangle 2409">
                <a:extLst>
                  <a:ext uri="{FF2B5EF4-FFF2-40B4-BE49-F238E27FC236}">
                    <a16:creationId xmlns:a16="http://schemas.microsoft.com/office/drawing/2014/main" id="{26996979-0AFD-EF46-E315-B5A998F8992C}"/>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1" name="Rectangle 2410">
                <a:extLst>
                  <a:ext uri="{FF2B5EF4-FFF2-40B4-BE49-F238E27FC236}">
                    <a16:creationId xmlns:a16="http://schemas.microsoft.com/office/drawing/2014/main" id="{79B738D3-4863-B1D6-ADFD-6D034CEDF38B}"/>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 name="Rectangle 2411">
                <a:extLst>
                  <a:ext uri="{FF2B5EF4-FFF2-40B4-BE49-F238E27FC236}">
                    <a16:creationId xmlns:a16="http://schemas.microsoft.com/office/drawing/2014/main" id="{0EDEE3DE-CF2B-D6AC-56A8-10BBE6D7E8B6}"/>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3" name="Rectangle 2412">
                <a:extLst>
                  <a:ext uri="{FF2B5EF4-FFF2-40B4-BE49-F238E27FC236}">
                    <a16:creationId xmlns:a16="http://schemas.microsoft.com/office/drawing/2014/main" id="{0D4F3E09-CDA5-7CFE-BC95-8ADC969FA6C3}"/>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 name="Rectangle 2413">
                <a:extLst>
                  <a:ext uri="{FF2B5EF4-FFF2-40B4-BE49-F238E27FC236}">
                    <a16:creationId xmlns:a16="http://schemas.microsoft.com/office/drawing/2014/main" id="{9DA0BFEF-778F-BAC9-D4E7-8A3838215EF1}"/>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 name="Rectangle 2414">
                <a:extLst>
                  <a:ext uri="{FF2B5EF4-FFF2-40B4-BE49-F238E27FC236}">
                    <a16:creationId xmlns:a16="http://schemas.microsoft.com/office/drawing/2014/main" id="{739E512A-F8F8-ED65-20BA-F7D8DD2D368E}"/>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 name="Rectangle 2415">
                <a:extLst>
                  <a:ext uri="{FF2B5EF4-FFF2-40B4-BE49-F238E27FC236}">
                    <a16:creationId xmlns:a16="http://schemas.microsoft.com/office/drawing/2014/main" id="{C43525CC-4390-808E-03F5-529A81531CF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 name="Rectangle 2416">
                <a:extLst>
                  <a:ext uri="{FF2B5EF4-FFF2-40B4-BE49-F238E27FC236}">
                    <a16:creationId xmlns:a16="http://schemas.microsoft.com/office/drawing/2014/main" id="{B2740C43-8E6A-4168-7816-17F459A1B5E2}"/>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8" name="Rectangle 2417">
                <a:extLst>
                  <a:ext uri="{FF2B5EF4-FFF2-40B4-BE49-F238E27FC236}">
                    <a16:creationId xmlns:a16="http://schemas.microsoft.com/office/drawing/2014/main" id="{1A260B3C-A081-0BDD-4C4E-403CAC79A529}"/>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9" name="Rectangle 2418">
                <a:extLst>
                  <a:ext uri="{FF2B5EF4-FFF2-40B4-BE49-F238E27FC236}">
                    <a16:creationId xmlns:a16="http://schemas.microsoft.com/office/drawing/2014/main" id="{C19EF854-224B-7774-E5D0-7B1030EE2780}"/>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0" name="Rectangle 2419">
                <a:extLst>
                  <a:ext uri="{FF2B5EF4-FFF2-40B4-BE49-F238E27FC236}">
                    <a16:creationId xmlns:a16="http://schemas.microsoft.com/office/drawing/2014/main" id="{47F7FE9A-B227-AA4A-63E8-AB05BB150895}"/>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1" name="Rectangle 2420">
                <a:extLst>
                  <a:ext uri="{FF2B5EF4-FFF2-40B4-BE49-F238E27FC236}">
                    <a16:creationId xmlns:a16="http://schemas.microsoft.com/office/drawing/2014/main" id="{2E15C0DF-2FEA-8443-F7D2-3E350E11F058}"/>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2" name="Rectangle 2421">
                <a:extLst>
                  <a:ext uri="{FF2B5EF4-FFF2-40B4-BE49-F238E27FC236}">
                    <a16:creationId xmlns:a16="http://schemas.microsoft.com/office/drawing/2014/main" id="{75AE5FF4-03FB-36AB-FFD7-AAC428FF2F55}"/>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3" name="Rectangle 2422">
                <a:extLst>
                  <a:ext uri="{FF2B5EF4-FFF2-40B4-BE49-F238E27FC236}">
                    <a16:creationId xmlns:a16="http://schemas.microsoft.com/office/drawing/2014/main" id="{244EBD79-07D3-9329-0527-F25346BE1D41}"/>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4" name="Rectangle 2423">
                <a:extLst>
                  <a:ext uri="{FF2B5EF4-FFF2-40B4-BE49-F238E27FC236}">
                    <a16:creationId xmlns:a16="http://schemas.microsoft.com/office/drawing/2014/main" id="{244CA6D4-B46F-4635-A61A-C6F5714C52B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5" name="Rectangle 2424">
                <a:extLst>
                  <a:ext uri="{FF2B5EF4-FFF2-40B4-BE49-F238E27FC236}">
                    <a16:creationId xmlns:a16="http://schemas.microsoft.com/office/drawing/2014/main" id="{6E2E6F6D-684E-9699-C689-BDCC8AADDECD}"/>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6" name="Rectangle 2425">
                <a:extLst>
                  <a:ext uri="{FF2B5EF4-FFF2-40B4-BE49-F238E27FC236}">
                    <a16:creationId xmlns:a16="http://schemas.microsoft.com/office/drawing/2014/main" id="{18B04E65-D622-43DB-7BBB-8B5E1ECF243C}"/>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7" name="Rectangle 2426">
                <a:extLst>
                  <a:ext uri="{FF2B5EF4-FFF2-40B4-BE49-F238E27FC236}">
                    <a16:creationId xmlns:a16="http://schemas.microsoft.com/office/drawing/2014/main" id="{07CF8E6C-86EC-B4A0-F595-B11107F61F54}"/>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8" name="Rectangle 2427">
                <a:extLst>
                  <a:ext uri="{FF2B5EF4-FFF2-40B4-BE49-F238E27FC236}">
                    <a16:creationId xmlns:a16="http://schemas.microsoft.com/office/drawing/2014/main" id="{B122DFE3-80F1-5ADD-1A94-83C71D64851E}"/>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9" name="Rectangle 2428">
                <a:extLst>
                  <a:ext uri="{FF2B5EF4-FFF2-40B4-BE49-F238E27FC236}">
                    <a16:creationId xmlns:a16="http://schemas.microsoft.com/office/drawing/2014/main" id="{4BD05B04-2890-8945-1D0B-FB3CB9ACCB9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 name="Rectangle 2429">
                <a:extLst>
                  <a:ext uri="{FF2B5EF4-FFF2-40B4-BE49-F238E27FC236}">
                    <a16:creationId xmlns:a16="http://schemas.microsoft.com/office/drawing/2014/main" id="{97535D42-2BCC-A21E-AD40-48C436B61D26}"/>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6" name="Group 4195">
              <a:extLst>
                <a:ext uri="{FF2B5EF4-FFF2-40B4-BE49-F238E27FC236}">
                  <a16:creationId xmlns:a16="http://schemas.microsoft.com/office/drawing/2014/main" id="{8674DD62-E5D3-E288-B42E-BD874F2DC4D2}"/>
                </a:ext>
              </a:extLst>
            </p:cNvPr>
            <p:cNvGrpSpPr/>
            <p:nvPr/>
          </p:nvGrpSpPr>
          <p:grpSpPr>
            <a:xfrm>
              <a:off x="6370267" y="5537200"/>
              <a:ext cx="2912265" cy="301135"/>
              <a:chOff x="2844481" y="3245377"/>
              <a:chExt cx="2912265" cy="301135"/>
            </a:xfrm>
            <a:noFill/>
          </p:grpSpPr>
          <p:sp>
            <p:nvSpPr>
              <p:cNvPr id="4197" name="Rectangle 4196">
                <a:extLst>
                  <a:ext uri="{FF2B5EF4-FFF2-40B4-BE49-F238E27FC236}">
                    <a16:creationId xmlns:a16="http://schemas.microsoft.com/office/drawing/2014/main" id="{A66183DA-2B21-EC81-E8B8-56583D9CE38E}"/>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 name="Rectangle 4197">
                <a:extLst>
                  <a:ext uri="{FF2B5EF4-FFF2-40B4-BE49-F238E27FC236}">
                    <a16:creationId xmlns:a16="http://schemas.microsoft.com/office/drawing/2014/main" id="{67979543-194F-06CC-2FA7-661C875B140F}"/>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 name="Rectangle 4198">
                <a:extLst>
                  <a:ext uri="{FF2B5EF4-FFF2-40B4-BE49-F238E27FC236}">
                    <a16:creationId xmlns:a16="http://schemas.microsoft.com/office/drawing/2014/main" id="{8CA7B901-681D-FFAB-9B12-C16E668650DA}"/>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0" name="Rectangle 4199">
                <a:extLst>
                  <a:ext uri="{FF2B5EF4-FFF2-40B4-BE49-F238E27FC236}">
                    <a16:creationId xmlns:a16="http://schemas.microsoft.com/office/drawing/2014/main" id="{8426DE36-E968-2365-A5B1-7AD09875D1D2}"/>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1" name="Rectangle 4200">
                <a:extLst>
                  <a:ext uri="{FF2B5EF4-FFF2-40B4-BE49-F238E27FC236}">
                    <a16:creationId xmlns:a16="http://schemas.microsoft.com/office/drawing/2014/main" id="{8156C5C7-FC18-354E-79CC-5E4A04F445B3}"/>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2" name="Rectangle 4201">
                <a:extLst>
                  <a:ext uri="{FF2B5EF4-FFF2-40B4-BE49-F238E27FC236}">
                    <a16:creationId xmlns:a16="http://schemas.microsoft.com/office/drawing/2014/main" id="{7CA6C723-64E7-763F-FD09-4D1EA17BDC37}"/>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3" name="Rectangle 4202">
                <a:extLst>
                  <a:ext uri="{FF2B5EF4-FFF2-40B4-BE49-F238E27FC236}">
                    <a16:creationId xmlns:a16="http://schemas.microsoft.com/office/drawing/2014/main" id="{A049748B-1280-D0B1-84DC-71A82251C89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4" name="Rectangle 4203">
                <a:extLst>
                  <a:ext uri="{FF2B5EF4-FFF2-40B4-BE49-F238E27FC236}">
                    <a16:creationId xmlns:a16="http://schemas.microsoft.com/office/drawing/2014/main" id="{FE0CDE56-B20E-592E-E26A-00F71078B606}"/>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5" name="Rectangle 4204">
                <a:extLst>
                  <a:ext uri="{FF2B5EF4-FFF2-40B4-BE49-F238E27FC236}">
                    <a16:creationId xmlns:a16="http://schemas.microsoft.com/office/drawing/2014/main" id="{6DBABFD9-3708-F45C-CC7B-3CD07FBF0573}"/>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6" name="Rectangle 4205">
                <a:extLst>
                  <a:ext uri="{FF2B5EF4-FFF2-40B4-BE49-F238E27FC236}">
                    <a16:creationId xmlns:a16="http://schemas.microsoft.com/office/drawing/2014/main" id="{1302FFB7-21EB-90CB-D1E5-D6A5733C0F26}"/>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7" name="Rectangle 4206">
                <a:extLst>
                  <a:ext uri="{FF2B5EF4-FFF2-40B4-BE49-F238E27FC236}">
                    <a16:creationId xmlns:a16="http://schemas.microsoft.com/office/drawing/2014/main" id="{BB28DF7A-68B6-099E-8E06-03C958E7B826}"/>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8" name="Rectangle 4207">
                <a:extLst>
                  <a:ext uri="{FF2B5EF4-FFF2-40B4-BE49-F238E27FC236}">
                    <a16:creationId xmlns:a16="http://schemas.microsoft.com/office/drawing/2014/main" id="{5EB98E61-AB38-8DA6-EB5D-72BC189C7E4F}"/>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9" name="Rectangle 4208">
                <a:extLst>
                  <a:ext uri="{FF2B5EF4-FFF2-40B4-BE49-F238E27FC236}">
                    <a16:creationId xmlns:a16="http://schemas.microsoft.com/office/drawing/2014/main" id="{42F20854-CB84-4114-BA69-313F1904422B}"/>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0" name="Rectangle 4209">
                <a:extLst>
                  <a:ext uri="{FF2B5EF4-FFF2-40B4-BE49-F238E27FC236}">
                    <a16:creationId xmlns:a16="http://schemas.microsoft.com/office/drawing/2014/main" id="{57194398-F1A5-81FD-5CAD-C3034E75646F}"/>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1" name="Rectangle 4210">
                <a:extLst>
                  <a:ext uri="{FF2B5EF4-FFF2-40B4-BE49-F238E27FC236}">
                    <a16:creationId xmlns:a16="http://schemas.microsoft.com/office/drawing/2014/main" id="{D69B56F8-97D0-C125-05FA-04487AEF4D2C}"/>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2" name="Rectangle 4211">
                <a:extLst>
                  <a:ext uri="{FF2B5EF4-FFF2-40B4-BE49-F238E27FC236}">
                    <a16:creationId xmlns:a16="http://schemas.microsoft.com/office/drawing/2014/main" id="{D82D8CFC-0239-4641-9AB9-D200B5EE9DA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3" name="Rectangle 4212">
                <a:extLst>
                  <a:ext uri="{FF2B5EF4-FFF2-40B4-BE49-F238E27FC236}">
                    <a16:creationId xmlns:a16="http://schemas.microsoft.com/office/drawing/2014/main" id="{2011A875-2D74-549E-A39F-564DF61CEA90}"/>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4" name="Rectangle 4213">
                <a:extLst>
                  <a:ext uri="{FF2B5EF4-FFF2-40B4-BE49-F238E27FC236}">
                    <a16:creationId xmlns:a16="http://schemas.microsoft.com/office/drawing/2014/main" id="{082296E9-836C-04B5-A700-489EBC5A25DF}"/>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5" name="Rectangle 4214">
                <a:extLst>
                  <a:ext uri="{FF2B5EF4-FFF2-40B4-BE49-F238E27FC236}">
                    <a16:creationId xmlns:a16="http://schemas.microsoft.com/office/drawing/2014/main" id="{16295355-CC13-F921-C2F2-1FCA8CA5FF7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6" name="Rectangle 4215">
                <a:extLst>
                  <a:ext uri="{FF2B5EF4-FFF2-40B4-BE49-F238E27FC236}">
                    <a16:creationId xmlns:a16="http://schemas.microsoft.com/office/drawing/2014/main" id="{6E7317DF-B854-DA97-0954-E6FAF109CA29}"/>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7" name="Rectangle 4216">
                <a:extLst>
                  <a:ext uri="{FF2B5EF4-FFF2-40B4-BE49-F238E27FC236}">
                    <a16:creationId xmlns:a16="http://schemas.microsoft.com/office/drawing/2014/main" id="{323C33D4-BDC3-6DE8-DAD9-B093EBA64B38}"/>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8" name="Rectangle 4217">
                <a:extLst>
                  <a:ext uri="{FF2B5EF4-FFF2-40B4-BE49-F238E27FC236}">
                    <a16:creationId xmlns:a16="http://schemas.microsoft.com/office/drawing/2014/main" id="{16404E90-BF49-1C85-1BE4-ADA22CC02C52}"/>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9" name="Rectangle 4218">
                <a:extLst>
                  <a:ext uri="{FF2B5EF4-FFF2-40B4-BE49-F238E27FC236}">
                    <a16:creationId xmlns:a16="http://schemas.microsoft.com/office/drawing/2014/main" id="{F6B65C82-DDDE-7949-2197-12E358D9849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0" name="Rectangle 4219">
                <a:extLst>
                  <a:ext uri="{FF2B5EF4-FFF2-40B4-BE49-F238E27FC236}">
                    <a16:creationId xmlns:a16="http://schemas.microsoft.com/office/drawing/2014/main" id="{113F24F2-5C63-7AD4-E64E-6C080139D81F}"/>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1" name="Rectangle 4220">
                <a:extLst>
                  <a:ext uri="{FF2B5EF4-FFF2-40B4-BE49-F238E27FC236}">
                    <a16:creationId xmlns:a16="http://schemas.microsoft.com/office/drawing/2014/main" id="{0266EB98-517A-BEFF-CE4E-2E23D0ACD2B5}"/>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2" name="Rectangle 4221">
                <a:extLst>
                  <a:ext uri="{FF2B5EF4-FFF2-40B4-BE49-F238E27FC236}">
                    <a16:creationId xmlns:a16="http://schemas.microsoft.com/office/drawing/2014/main" id="{2FB0FAAB-0FE9-B962-1531-C8F2152223BD}"/>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3" name="Rectangle 4222">
                <a:extLst>
                  <a:ext uri="{FF2B5EF4-FFF2-40B4-BE49-F238E27FC236}">
                    <a16:creationId xmlns:a16="http://schemas.microsoft.com/office/drawing/2014/main" id="{FD2A30F5-3754-94D2-42A5-C8FDB2CF4C7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4" name="Rectangle 4223">
                <a:extLst>
                  <a:ext uri="{FF2B5EF4-FFF2-40B4-BE49-F238E27FC236}">
                    <a16:creationId xmlns:a16="http://schemas.microsoft.com/office/drawing/2014/main" id="{722D8993-C5E9-FC6E-9BBD-94A335E63F30}"/>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5" name="Rectangle 4224">
                <a:extLst>
                  <a:ext uri="{FF2B5EF4-FFF2-40B4-BE49-F238E27FC236}">
                    <a16:creationId xmlns:a16="http://schemas.microsoft.com/office/drawing/2014/main" id="{EC13FF72-01A6-3CFA-8BA3-1D2818CB512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6" name="Rectangle 4225">
                <a:extLst>
                  <a:ext uri="{FF2B5EF4-FFF2-40B4-BE49-F238E27FC236}">
                    <a16:creationId xmlns:a16="http://schemas.microsoft.com/office/drawing/2014/main" id="{35EDE8E4-8DD4-2BD5-753F-26F10C595611}"/>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7" name="Rectangle 4226">
                <a:extLst>
                  <a:ext uri="{FF2B5EF4-FFF2-40B4-BE49-F238E27FC236}">
                    <a16:creationId xmlns:a16="http://schemas.microsoft.com/office/drawing/2014/main" id="{F44EF0D6-756E-ABCE-23E9-3DC5ED7F0D0C}"/>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8" name="Rectangle 4227">
                <a:extLst>
                  <a:ext uri="{FF2B5EF4-FFF2-40B4-BE49-F238E27FC236}">
                    <a16:creationId xmlns:a16="http://schemas.microsoft.com/office/drawing/2014/main" id="{07C6BB42-691C-4D90-0FE1-42A418C89D91}"/>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9" name="Rectangle 4228">
                <a:extLst>
                  <a:ext uri="{FF2B5EF4-FFF2-40B4-BE49-F238E27FC236}">
                    <a16:creationId xmlns:a16="http://schemas.microsoft.com/office/drawing/2014/main" id="{10AC2FBC-2629-0A70-617B-D795CB373E94}"/>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0" name="Rectangle 4229">
                <a:extLst>
                  <a:ext uri="{FF2B5EF4-FFF2-40B4-BE49-F238E27FC236}">
                    <a16:creationId xmlns:a16="http://schemas.microsoft.com/office/drawing/2014/main" id="{2158400D-A492-1B59-D194-CC15FE938F83}"/>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1" name="Rectangle 4230">
                <a:extLst>
                  <a:ext uri="{FF2B5EF4-FFF2-40B4-BE49-F238E27FC236}">
                    <a16:creationId xmlns:a16="http://schemas.microsoft.com/office/drawing/2014/main" id="{1C04C829-365A-9AED-8A81-15EC351F6D55}"/>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2" name="Rectangle 4231">
                <a:extLst>
                  <a:ext uri="{FF2B5EF4-FFF2-40B4-BE49-F238E27FC236}">
                    <a16:creationId xmlns:a16="http://schemas.microsoft.com/office/drawing/2014/main" id="{C71DFE87-F98D-483D-4268-E97BD0EC55BA}"/>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3" name="Rectangle 4232">
                <a:extLst>
                  <a:ext uri="{FF2B5EF4-FFF2-40B4-BE49-F238E27FC236}">
                    <a16:creationId xmlns:a16="http://schemas.microsoft.com/office/drawing/2014/main" id="{20AC5E11-41B8-E5DA-DAC8-F2A340145EAA}"/>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4" name="Rectangle 4233">
                <a:extLst>
                  <a:ext uri="{FF2B5EF4-FFF2-40B4-BE49-F238E27FC236}">
                    <a16:creationId xmlns:a16="http://schemas.microsoft.com/office/drawing/2014/main" id="{C0D186ED-DDF2-C11D-0BD4-8465385B8365}"/>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5" name="Rectangle 4234">
                <a:extLst>
                  <a:ext uri="{FF2B5EF4-FFF2-40B4-BE49-F238E27FC236}">
                    <a16:creationId xmlns:a16="http://schemas.microsoft.com/office/drawing/2014/main" id="{34F86386-32D6-9D6C-D3D3-2FE1428861F3}"/>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6" name="Rectangle 4235">
                <a:extLst>
                  <a:ext uri="{FF2B5EF4-FFF2-40B4-BE49-F238E27FC236}">
                    <a16:creationId xmlns:a16="http://schemas.microsoft.com/office/drawing/2014/main" id="{A59E63D1-674E-64A3-D492-6C90C19C3369}"/>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7" name="Rectangle 4236">
                <a:extLst>
                  <a:ext uri="{FF2B5EF4-FFF2-40B4-BE49-F238E27FC236}">
                    <a16:creationId xmlns:a16="http://schemas.microsoft.com/office/drawing/2014/main" id="{AE3655A3-2C02-E026-3355-7EC2DA68D157}"/>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8" name="Rectangle 4237">
                <a:extLst>
                  <a:ext uri="{FF2B5EF4-FFF2-40B4-BE49-F238E27FC236}">
                    <a16:creationId xmlns:a16="http://schemas.microsoft.com/office/drawing/2014/main" id="{4E55360B-FAB6-FDC0-FD60-DE3768713886}"/>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9" name="Rectangle 4238">
                <a:extLst>
                  <a:ext uri="{FF2B5EF4-FFF2-40B4-BE49-F238E27FC236}">
                    <a16:creationId xmlns:a16="http://schemas.microsoft.com/office/drawing/2014/main" id="{04C407EF-9FD4-7E11-F0F8-D03139016EB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0" name="Rectangle 4239">
                <a:extLst>
                  <a:ext uri="{FF2B5EF4-FFF2-40B4-BE49-F238E27FC236}">
                    <a16:creationId xmlns:a16="http://schemas.microsoft.com/office/drawing/2014/main" id="{533B418B-70FA-50AD-1B26-917DC6CDB6ED}"/>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1" name="Rectangle 4240">
                <a:extLst>
                  <a:ext uri="{FF2B5EF4-FFF2-40B4-BE49-F238E27FC236}">
                    <a16:creationId xmlns:a16="http://schemas.microsoft.com/office/drawing/2014/main" id="{BECB2022-B083-206F-BFBF-F00D05536B10}"/>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2" name="Rectangle 4241">
                <a:extLst>
                  <a:ext uri="{FF2B5EF4-FFF2-40B4-BE49-F238E27FC236}">
                    <a16:creationId xmlns:a16="http://schemas.microsoft.com/office/drawing/2014/main" id="{E8AED845-6F72-99F4-5872-871E16DBE5E1}"/>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3" name="Rectangle 4242">
                <a:extLst>
                  <a:ext uri="{FF2B5EF4-FFF2-40B4-BE49-F238E27FC236}">
                    <a16:creationId xmlns:a16="http://schemas.microsoft.com/office/drawing/2014/main" id="{24BC483E-0CAB-E59C-9837-69AB889C030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4" name="Rectangle 4243">
                <a:extLst>
                  <a:ext uri="{FF2B5EF4-FFF2-40B4-BE49-F238E27FC236}">
                    <a16:creationId xmlns:a16="http://schemas.microsoft.com/office/drawing/2014/main" id="{ECC1C3EC-E499-4AA7-5BA7-985C53514481}"/>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5" name="Rectangle 4244">
                <a:extLst>
                  <a:ext uri="{FF2B5EF4-FFF2-40B4-BE49-F238E27FC236}">
                    <a16:creationId xmlns:a16="http://schemas.microsoft.com/office/drawing/2014/main" id="{BC32E588-F6AE-D253-D0EF-C53658010D96}"/>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6" name="Rectangle 4245">
                <a:extLst>
                  <a:ext uri="{FF2B5EF4-FFF2-40B4-BE49-F238E27FC236}">
                    <a16:creationId xmlns:a16="http://schemas.microsoft.com/office/drawing/2014/main" id="{6F6BBA93-CAEF-066F-485C-FDBE7B384915}"/>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7" name="Rectangle 4246">
                <a:extLst>
                  <a:ext uri="{FF2B5EF4-FFF2-40B4-BE49-F238E27FC236}">
                    <a16:creationId xmlns:a16="http://schemas.microsoft.com/office/drawing/2014/main" id="{5AB78729-E38E-F10F-5C15-2CAB2E9727DB}"/>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8" name="Rectangle 4247">
                <a:extLst>
                  <a:ext uri="{FF2B5EF4-FFF2-40B4-BE49-F238E27FC236}">
                    <a16:creationId xmlns:a16="http://schemas.microsoft.com/office/drawing/2014/main" id="{F791A7ED-B3D9-88FA-11F8-4295ABF470BA}"/>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9" name="Rectangle 4248">
                <a:extLst>
                  <a:ext uri="{FF2B5EF4-FFF2-40B4-BE49-F238E27FC236}">
                    <a16:creationId xmlns:a16="http://schemas.microsoft.com/office/drawing/2014/main" id="{8D560BB2-64C8-CF47-23BE-B4AEE863E3B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0" name="Rectangle 4249">
                <a:extLst>
                  <a:ext uri="{FF2B5EF4-FFF2-40B4-BE49-F238E27FC236}">
                    <a16:creationId xmlns:a16="http://schemas.microsoft.com/office/drawing/2014/main" id="{C98B69B6-FA67-ABA2-BD1D-DD99C49B066C}"/>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1" name="Rectangle 4250">
                <a:extLst>
                  <a:ext uri="{FF2B5EF4-FFF2-40B4-BE49-F238E27FC236}">
                    <a16:creationId xmlns:a16="http://schemas.microsoft.com/office/drawing/2014/main" id="{F2C1007A-E633-9AF5-A16C-0709F2BB3B4B}"/>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2" name="Rectangle 4251">
                <a:extLst>
                  <a:ext uri="{FF2B5EF4-FFF2-40B4-BE49-F238E27FC236}">
                    <a16:creationId xmlns:a16="http://schemas.microsoft.com/office/drawing/2014/main" id="{86EEE3AF-4EE5-31FD-0705-15FDB227E3E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3" name="Rectangle 4252">
                <a:extLst>
                  <a:ext uri="{FF2B5EF4-FFF2-40B4-BE49-F238E27FC236}">
                    <a16:creationId xmlns:a16="http://schemas.microsoft.com/office/drawing/2014/main" id="{E2ECADB6-23BE-1C59-71EC-8E4ACB207E21}"/>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4" name="Rectangle 4253">
                <a:extLst>
                  <a:ext uri="{FF2B5EF4-FFF2-40B4-BE49-F238E27FC236}">
                    <a16:creationId xmlns:a16="http://schemas.microsoft.com/office/drawing/2014/main" id="{B66B8FA2-F3AC-CA76-D670-D0C38A8D85BE}"/>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5" name="Rectangle 4254">
                <a:extLst>
                  <a:ext uri="{FF2B5EF4-FFF2-40B4-BE49-F238E27FC236}">
                    <a16:creationId xmlns:a16="http://schemas.microsoft.com/office/drawing/2014/main" id="{CD77B30A-14D2-B4A3-36F2-79C4390D27CF}"/>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6" name="Rectangle 4255">
                <a:extLst>
                  <a:ext uri="{FF2B5EF4-FFF2-40B4-BE49-F238E27FC236}">
                    <a16:creationId xmlns:a16="http://schemas.microsoft.com/office/drawing/2014/main" id="{75054903-7555-45A0-6AE3-24D4B692F2B7}"/>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7" name="Rectangle 4256">
                <a:extLst>
                  <a:ext uri="{FF2B5EF4-FFF2-40B4-BE49-F238E27FC236}">
                    <a16:creationId xmlns:a16="http://schemas.microsoft.com/office/drawing/2014/main" id="{6B02528C-C58C-8469-81E9-E37FBE88E80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8" name="Rectangle 4257">
                <a:extLst>
                  <a:ext uri="{FF2B5EF4-FFF2-40B4-BE49-F238E27FC236}">
                    <a16:creationId xmlns:a16="http://schemas.microsoft.com/office/drawing/2014/main" id="{43F1BDAA-1CB6-119D-138A-46C7DB7F133A}"/>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9" name="Rectangle 4258">
                <a:extLst>
                  <a:ext uri="{FF2B5EF4-FFF2-40B4-BE49-F238E27FC236}">
                    <a16:creationId xmlns:a16="http://schemas.microsoft.com/office/drawing/2014/main" id="{12326C56-5B26-0F4D-BC6D-8917697EAEC1}"/>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0" name="Rectangle 4259">
                <a:extLst>
                  <a:ext uri="{FF2B5EF4-FFF2-40B4-BE49-F238E27FC236}">
                    <a16:creationId xmlns:a16="http://schemas.microsoft.com/office/drawing/2014/main" id="{0CC4A68D-0085-5498-E8E5-01E41F9FDAC5}"/>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1" name="Rectangle 4260">
                <a:extLst>
                  <a:ext uri="{FF2B5EF4-FFF2-40B4-BE49-F238E27FC236}">
                    <a16:creationId xmlns:a16="http://schemas.microsoft.com/office/drawing/2014/main" id="{EAE795DA-29EB-A2A6-3D3B-A1B0993F2D04}"/>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2" name="Rectangle 4261">
                <a:extLst>
                  <a:ext uri="{FF2B5EF4-FFF2-40B4-BE49-F238E27FC236}">
                    <a16:creationId xmlns:a16="http://schemas.microsoft.com/office/drawing/2014/main" id="{D938BFB0-6FA1-1F2B-8D66-8D79CBFAE868}"/>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3" name="Rectangle 4262">
                <a:extLst>
                  <a:ext uri="{FF2B5EF4-FFF2-40B4-BE49-F238E27FC236}">
                    <a16:creationId xmlns:a16="http://schemas.microsoft.com/office/drawing/2014/main" id="{C50F0C63-4E55-6B86-EF45-DF7F1EF50159}"/>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4" name="Rectangle 4263">
                <a:extLst>
                  <a:ext uri="{FF2B5EF4-FFF2-40B4-BE49-F238E27FC236}">
                    <a16:creationId xmlns:a16="http://schemas.microsoft.com/office/drawing/2014/main" id="{6E0B663F-6F9D-4B69-6995-F80A95EBF013}"/>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5" name="Rectangle 4264">
                <a:extLst>
                  <a:ext uri="{FF2B5EF4-FFF2-40B4-BE49-F238E27FC236}">
                    <a16:creationId xmlns:a16="http://schemas.microsoft.com/office/drawing/2014/main" id="{651D4158-52F4-FD9A-EBE7-2F1F0332A6C4}"/>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6" name="Rectangle 4265">
                <a:extLst>
                  <a:ext uri="{FF2B5EF4-FFF2-40B4-BE49-F238E27FC236}">
                    <a16:creationId xmlns:a16="http://schemas.microsoft.com/office/drawing/2014/main" id="{00507864-6B7D-2984-1821-F3505E0B5D8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7" name="Rectangle 4266">
                <a:extLst>
                  <a:ext uri="{FF2B5EF4-FFF2-40B4-BE49-F238E27FC236}">
                    <a16:creationId xmlns:a16="http://schemas.microsoft.com/office/drawing/2014/main" id="{A073F694-894F-E29F-96C5-23969A44B47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8" name="Rectangle 4267">
                <a:extLst>
                  <a:ext uri="{FF2B5EF4-FFF2-40B4-BE49-F238E27FC236}">
                    <a16:creationId xmlns:a16="http://schemas.microsoft.com/office/drawing/2014/main" id="{06F7CE21-4E8F-C0CC-9C53-85ADBF761A1D}"/>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9" name="Rectangle 4268">
                <a:extLst>
                  <a:ext uri="{FF2B5EF4-FFF2-40B4-BE49-F238E27FC236}">
                    <a16:creationId xmlns:a16="http://schemas.microsoft.com/office/drawing/2014/main" id="{A86C1B0B-129B-FA47-8FD0-3C983E44AB6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0" name="Rectangle 4269">
                <a:extLst>
                  <a:ext uri="{FF2B5EF4-FFF2-40B4-BE49-F238E27FC236}">
                    <a16:creationId xmlns:a16="http://schemas.microsoft.com/office/drawing/2014/main" id="{D9C97AF3-4040-D396-483E-4FDFA204C6AF}"/>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1" name="Rectangle 4270">
                <a:extLst>
                  <a:ext uri="{FF2B5EF4-FFF2-40B4-BE49-F238E27FC236}">
                    <a16:creationId xmlns:a16="http://schemas.microsoft.com/office/drawing/2014/main" id="{D2E39E40-EEF0-B263-665D-12D4D04C2D5F}"/>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2" name="Rectangle 4271">
                <a:extLst>
                  <a:ext uri="{FF2B5EF4-FFF2-40B4-BE49-F238E27FC236}">
                    <a16:creationId xmlns:a16="http://schemas.microsoft.com/office/drawing/2014/main" id="{1CD58F71-FB55-BB8C-8A40-40368D54AEE7}"/>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3" name="Rectangle 4272">
                <a:extLst>
                  <a:ext uri="{FF2B5EF4-FFF2-40B4-BE49-F238E27FC236}">
                    <a16:creationId xmlns:a16="http://schemas.microsoft.com/office/drawing/2014/main" id="{E9629B04-E3E5-A42A-A458-EB49FCCC1518}"/>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4" name="Rectangle 4273">
                <a:extLst>
                  <a:ext uri="{FF2B5EF4-FFF2-40B4-BE49-F238E27FC236}">
                    <a16:creationId xmlns:a16="http://schemas.microsoft.com/office/drawing/2014/main" id="{68950466-7E2D-F07D-7860-A9224DD712EE}"/>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5" name="Rectangle 4274">
                <a:extLst>
                  <a:ext uri="{FF2B5EF4-FFF2-40B4-BE49-F238E27FC236}">
                    <a16:creationId xmlns:a16="http://schemas.microsoft.com/office/drawing/2014/main" id="{82BE6334-A749-5521-1350-2DB03BDD9DF2}"/>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6" name="Rectangle 4275">
                <a:extLst>
                  <a:ext uri="{FF2B5EF4-FFF2-40B4-BE49-F238E27FC236}">
                    <a16:creationId xmlns:a16="http://schemas.microsoft.com/office/drawing/2014/main" id="{E7B03BBE-3B3D-C4C7-3318-281FD89A1763}"/>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7" name="Rectangle 4276">
                <a:extLst>
                  <a:ext uri="{FF2B5EF4-FFF2-40B4-BE49-F238E27FC236}">
                    <a16:creationId xmlns:a16="http://schemas.microsoft.com/office/drawing/2014/main" id="{708E1469-A4F8-E452-9CB5-C402D79D89F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8" name="Rectangle 4277">
                <a:extLst>
                  <a:ext uri="{FF2B5EF4-FFF2-40B4-BE49-F238E27FC236}">
                    <a16:creationId xmlns:a16="http://schemas.microsoft.com/office/drawing/2014/main" id="{CABE89AB-4018-EF7E-75DA-331DD2F2F1DA}"/>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9" name="Rectangle 4278">
                <a:extLst>
                  <a:ext uri="{FF2B5EF4-FFF2-40B4-BE49-F238E27FC236}">
                    <a16:creationId xmlns:a16="http://schemas.microsoft.com/office/drawing/2014/main" id="{D4DB4910-D84A-DD52-8D57-53310AE75773}"/>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0" name="Rectangle 4279">
                <a:extLst>
                  <a:ext uri="{FF2B5EF4-FFF2-40B4-BE49-F238E27FC236}">
                    <a16:creationId xmlns:a16="http://schemas.microsoft.com/office/drawing/2014/main" id="{2D87E3AE-3276-36AD-5DBC-7A39E4217E79}"/>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1" name="Rectangle 4280">
                <a:extLst>
                  <a:ext uri="{FF2B5EF4-FFF2-40B4-BE49-F238E27FC236}">
                    <a16:creationId xmlns:a16="http://schemas.microsoft.com/office/drawing/2014/main" id="{086923A9-F293-1972-1632-E2E032ECB028}"/>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2" name="Rectangle 4281">
                <a:extLst>
                  <a:ext uri="{FF2B5EF4-FFF2-40B4-BE49-F238E27FC236}">
                    <a16:creationId xmlns:a16="http://schemas.microsoft.com/office/drawing/2014/main" id="{5BF58DDE-1B8A-5285-6E5F-F2EE383D28B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3" name="Rectangle 4282">
                <a:extLst>
                  <a:ext uri="{FF2B5EF4-FFF2-40B4-BE49-F238E27FC236}">
                    <a16:creationId xmlns:a16="http://schemas.microsoft.com/office/drawing/2014/main" id="{C6066E5B-49FD-958E-1500-9CF6C2C246EA}"/>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32" name="Group 3931">
              <a:extLst>
                <a:ext uri="{FF2B5EF4-FFF2-40B4-BE49-F238E27FC236}">
                  <a16:creationId xmlns:a16="http://schemas.microsoft.com/office/drawing/2014/main" id="{83C78D11-06A0-6B16-05E2-E3A657202DE1}"/>
                </a:ext>
              </a:extLst>
            </p:cNvPr>
            <p:cNvGrpSpPr/>
            <p:nvPr/>
          </p:nvGrpSpPr>
          <p:grpSpPr>
            <a:xfrm>
              <a:off x="6370267" y="5838269"/>
              <a:ext cx="2912265" cy="301135"/>
              <a:chOff x="2844481" y="3245377"/>
              <a:chExt cx="2912265" cy="301135"/>
            </a:xfrm>
            <a:noFill/>
          </p:grpSpPr>
          <p:sp>
            <p:nvSpPr>
              <p:cNvPr id="3933" name="Rectangle 3932">
                <a:extLst>
                  <a:ext uri="{FF2B5EF4-FFF2-40B4-BE49-F238E27FC236}">
                    <a16:creationId xmlns:a16="http://schemas.microsoft.com/office/drawing/2014/main" id="{9998B2F2-FAAB-F423-1BE4-530A981BE674}"/>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4" name="Rectangle 3933">
                <a:extLst>
                  <a:ext uri="{FF2B5EF4-FFF2-40B4-BE49-F238E27FC236}">
                    <a16:creationId xmlns:a16="http://schemas.microsoft.com/office/drawing/2014/main" id="{30599D8E-C849-278F-F1C6-52196BBD7F3D}"/>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5" name="Rectangle 3934">
                <a:extLst>
                  <a:ext uri="{FF2B5EF4-FFF2-40B4-BE49-F238E27FC236}">
                    <a16:creationId xmlns:a16="http://schemas.microsoft.com/office/drawing/2014/main" id="{61AD374B-2D07-06F7-D648-F2D9C9126400}"/>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6" name="Rectangle 3935">
                <a:extLst>
                  <a:ext uri="{FF2B5EF4-FFF2-40B4-BE49-F238E27FC236}">
                    <a16:creationId xmlns:a16="http://schemas.microsoft.com/office/drawing/2014/main" id="{14F5B5D9-974C-1B05-DDAB-5B670D1D0F1F}"/>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7" name="Rectangle 3936">
                <a:extLst>
                  <a:ext uri="{FF2B5EF4-FFF2-40B4-BE49-F238E27FC236}">
                    <a16:creationId xmlns:a16="http://schemas.microsoft.com/office/drawing/2014/main" id="{3ECDBCD3-0B84-6EB4-1FE9-CCAC538F47E3}"/>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8" name="Rectangle 3937">
                <a:extLst>
                  <a:ext uri="{FF2B5EF4-FFF2-40B4-BE49-F238E27FC236}">
                    <a16:creationId xmlns:a16="http://schemas.microsoft.com/office/drawing/2014/main" id="{803ACCAA-1970-C5A5-1359-299EBBA66C18}"/>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9" name="Rectangle 3938">
                <a:extLst>
                  <a:ext uri="{FF2B5EF4-FFF2-40B4-BE49-F238E27FC236}">
                    <a16:creationId xmlns:a16="http://schemas.microsoft.com/office/drawing/2014/main" id="{770AD095-0B59-8CD9-0CEC-C4DFED88115F}"/>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0" name="Rectangle 3939">
                <a:extLst>
                  <a:ext uri="{FF2B5EF4-FFF2-40B4-BE49-F238E27FC236}">
                    <a16:creationId xmlns:a16="http://schemas.microsoft.com/office/drawing/2014/main" id="{F9253C5E-63E7-7AB8-B948-9FAD45CE3A63}"/>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1" name="Rectangle 3940">
                <a:extLst>
                  <a:ext uri="{FF2B5EF4-FFF2-40B4-BE49-F238E27FC236}">
                    <a16:creationId xmlns:a16="http://schemas.microsoft.com/office/drawing/2014/main" id="{12C3D622-A527-CD3B-747E-BA460ADC6F7D}"/>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2" name="Rectangle 3941">
                <a:extLst>
                  <a:ext uri="{FF2B5EF4-FFF2-40B4-BE49-F238E27FC236}">
                    <a16:creationId xmlns:a16="http://schemas.microsoft.com/office/drawing/2014/main" id="{7D61EB9A-CDD8-454E-16F6-E05636E43FCD}"/>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3" name="Rectangle 3942">
                <a:extLst>
                  <a:ext uri="{FF2B5EF4-FFF2-40B4-BE49-F238E27FC236}">
                    <a16:creationId xmlns:a16="http://schemas.microsoft.com/office/drawing/2014/main" id="{961A899C-9E8E-B94C-96DE-C73268B2E8DF}"/>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4" name="Rectangle 3943">
                <a:extLst>
                  <a:ext uri="{FF2B5EF4-FFF2-40B4-BE49-F238E27FC236}">
                    <a16:creationId xmlns:a16="http://schemas.microsoft.com/office/drawing/2014/main" id="{37E6EA28-E7D4-B8D9-41E8-564F98EE6FD8}"/>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5" name="Rectangle 3944">
                <a:extLst>
                  <a:ext uri="{FF2B5EF4-FFF2-40B4-BE49-F238E27FC236}">
                    <a16:creationId xmlns:a16="http://schemas.microsoft.com/office/drawing/2014/main" id="{8189593A-F46B-D036-10F3-DC910AE2E9DA}"/>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6" name="Rectangle 3945">
                <a:extLst>
                  <a:ext uri="{FF2B5EF4-FFF2-40B4-BE49-F238E27FC236}">
                    <a16:creationId xmlns:a16="http://schemas.microsoft.com/office/drawing/2014/main" id="{001BE36E-0965-D170-E898-F93DEA8B5894}"/>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7" name="Rectangle 3946">
                <a:extLst>
                  <a:ext uri="{FF2B5EF4-FFF2-40B4-BE49-F238E27FC236}">
                    <a16:creationId xmlns:a16="http://schemas.microsoft.com/office/drawing/2014/main" id="{21F4365A-3BD7-9EEB-27F1-BF80E5EC21EB}"/>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8" name="Rectangle 3947">
                <a:extLst>
                  <a:ext uri="{FF2B5EF4-FFF2-40B4-BE49-F238E27FC236}">
                    <a16:creationId xmlns:a16="http://schemas.microsoft.com/office/drawing/2014/main" id="{3A4785ED-5750-1961-F5E7-57B4297A94C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9" name="Rectangle 3948">
                <a:extLst>
                  <a:ext uri="{FF2B5EF4-FFF2-40B4-BE49-F238E27FC236}">
                    <a16:creationId xmlns:a16="http://schemas.microsoft.com/office/drawing/2014/main" id="{B3071B89-969C-3476-F205-3D6EA2CC9085}"/>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0" name="Rectangle 3949">
                <a:extLst>
                  <a:ext uri="{FF2B5EF4-FFF2-40B4-BE49-F238E27FC236}">
                    <a16:creationId xmlns:a16="http://schemas.microsoft.com/office/drawing/2014/main" id="{BE141220-E01B-6639-F729-C49B75AC1542}"/>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1" name="Rectangle 3950">
                <a:extLst>
                  <a:ext uri="{FF2B5EF4-FFF2-40B4-BE49-F238E27FC236}">
                    <a16:creationId xmlns:a16="http://schemas.microsoft.com/office/drawing/2014/main" id="{354FFC64-B8DA-101E-3584-4E264C25B801}"/>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2" name="Rectangle 3951">
                <a:extLst>
                  <a:ext uri="{FF2B5EF4-FFF2-40B4-BE49-F238E27FC236}">
                    <a16:creationId xmlns:a16="http://schemas.microsoft.com/office/drawing/2014/main" id="{47256EC1-F8E0-8438-1D30-EEE236040C3F}"/>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3" name="Rectangle 3952">
                <a:extLst>
                  <a:ext uri="{FF2B5EF4-FFF2-40B4-BE49-F238E27FC236}">
                    <a16:creationId xmlns:a16="http://schemas.microsoft.com/office/drawing/2014/main" id="{03C9D7F2-0738-7A05-EB17-9525C96EC261}"/>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4" name="Rectangle 3953">
                <a:extLst>
                  <a:ext uri="{FF2B5EF4-FFF2-40B4-BE49-F238E27FC236}">
                    <a16:creationId xmlns:a16="http://schemas.microsoft.com/office/drawing/2014/main" id="{5CEBBFE1-C9C9-B30E-FD54-D05F4D036E2C}"/>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5" name="Rectangle 3954">
                <a:extLst>
                  <a:ext uri="{FF2B5EF4-FFF2-40B4-BE49-F238E27FC236}">
                    <a16:creationId xmlns:a16="http://schemas.microsoft.com/office/drawing/2014/main" id="{E4F1D1C4-C476-FCF4-5616-27C8BFF0877D}"/>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6" name="Rectangle 3955">
                <a:extLst>
                  <a:ext uri="{FF2B5EF4-FFF2-40B4-BE49-F238E27FC236}">
                    <a16:creationId xmlns:a16="http://schemas.microsoft.com/office/drawing/2014/main" id="{369CB39B-B159-27C2-AEF4-980869E9FB4C}"/>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7" name="Rectangle 3956">
                <a:extLst>
                  <a:ext uri="{FF2B5EF4-FFF2-40B4-BE49-F238E27FC236}">
                    <a16:creationId xmlns:a16="http://schemas.microsoft.com/office/drawing/2014/main" id="{FFB4F3EB-D8C4-73B0-68C9-BAEBCE4B4A09}"/>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8" name="Rectangle 3957">
                <a:extLst>
                  <a:ext uri="{FF2B5EF4-FFF2-40B4-BE49-F238E27FC236}">
                    <a16:creationId xmlns:a16="http://schemas.microsoft.com/office/drawing/2014/main" id="{00C21C43-8054-36BB-E167-002C60D689F3}"/>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9" name="Rectangle 3958">
                <a:extLst>
                  <a:ext uri="{FF2B5EF4-FFF2-40B4-BE49-F238E27FC236}">
                    <a16:creationId xmlns:a16="http://schemas.microsoft.com/office/drawing/2014/main" id="{649E9A8C-5233-D33E-9B3C-03D86CDBAB8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0" name="Rectangle 3959">
                <a:extLst>
                  <a:ext uri="{FF2B5EF4-FFF2-40B4-BE49-F238E27FC236}">
                    <a16:creationId xmlns:a16="http://schemas.microsoft.com/office/drawing/2014/main" id="{F73D5192-D376-A5B6-9FA2-F3C106DB66B3}"/>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1" name="Rectangle 3960">
                <a:extLst>
                  <a:ext uri="{FF2B5EF4-FFF2-40B4-BE49-F238E27FC236}">
                    <a16:creationId xmlns:a16="http://schemas.microsoft.com/office/drawing/2014/main" id="{ED7895FB-CBE3-E4E5-168A-4A50F8D39470}"/>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2" name="Rectangle 3961">
                <a:extLst>
                  <a:ext uri="{FF2B5EF4-FFF2-40B4-BE49-F238E27FC236}">
                    <a16:creationId xmlns:a16="http://schemas.microsoft.com/office/drawing/2014/main" id="{2C030064-011B-155F-114B-2D6B0A0397BB}"/>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3" name="Rectangle 3962">
                <a:extLst>
                  <a:ext uri="{FF2B5EF4-FFF2-40B4-BE49-F238E27FC236}">
                    <a16:creationId xmlns:a16="http://schemas.microsoft.com/office/drawing/2014/main" id="{743C9956-95D8-BE4C-5104-598514F78087}"/>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4" name="Rectangle 3963">
                <a:extLst>
                  <a:ext uri="{FF2B5EF4-FFF2-40B4-BE49-F238E27FC236}">
                    <a16:creationId xmlns:a16="http://schemas.microsoft.com/office/drawing/2014/main" id="{C31D7B64-1CDD-70EF-318B-62E5C7FD6046}"/>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5" name="Rectangle 3964">
                <a:extLst>
                  <a:ext uri="{FF2B5EF4-FFF2-40B4-BE49-F238E27FC236}">
                    <a16:creationId xmlns:a16="http://schemas.microsoft.com/office/drawing/2014/main" id="{55DB6FE4-7F88-EADD-49CA-A7FB3DE6F63C}"/>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6" name="Rectangle 3965">
                <a:extLst>
                  <a:ext uri="{FF2B5EF4-FFF2-40B4-BE49-F238E27FC236}">
                    <a16:creationId xmlns:a16="http://schemas.microsoft.com/office/drawing/2014/main" id="{793A66C6-2397-FA45-3679-35870D45E69F}"/>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7" name="Rectangle 3966">
                <a:extLst>
                  <a:ext uri="{FF2B5EF4-FFF2-40B4-BE49-F238E27FC236}">
                    <a16:creationId xmlns:a16="http://schemas.microsoft.com/office/drawing/2014/main" id="{DEFF6FA0-C80B-177A-E283-20A6D6439D30}"/>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8" name="Rectangle 3967">
                <a:extLst>
                  <a:ext uri="{FF2B5EF4-FFF2-40B4-BE49-F238E27FC236}">
                    <a16:creationId xmlns:a16="http://schemas.microsoft.com/office/drawing/2014/main" id="{F0DB952D-B435-034F-DE95-B796593C32C0}"/>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9" name="Rectangle 3968">
                <a:extLst>
                  <a:ext uri="{FF2B5EF4-FFF2-40B4-BE49-F238E27FC236}">
                    <a16:creationId xmlns:a16="http://schemas.microsoft.com/office/drawing/2014/main" id="{4C45C854-6E05-AEB4-EB5D-B49D39597F98}"/>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0" name="Rectangle 3969">
                <a:extLst>
                  <a:ext uri="{FF2B5EF4-FFF2-40B4-BE49-F238E27FC236}">
                    <a16:creationId xmlns:a16="http://schemas.microsoft.com/office/drawing/2014/main" id="{F15BC6DA-2C5C-0FDC-BE81-7543BBF51CDF}"/>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1" name="Rectangle 3970">
                <a:extLst>
                  <a:ext uri="{FF2B5EF4-FFF2-40B4-BE49-F238E27FC236}">
                    <a16:creationId xmlns:a16="http://schemas.microsoft.com/office/drawing/2014/main" id="{75EC1EE6-3FB6-4FEC-2D96-47193C5C763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2" name="Rectangle 3971">
                <a:extLst>
                  <a:ext uri="{FF2B5EF4-FFF2-40B4-BE49-F238E27FC236}">
                    <a16:creationId xmlns:a16="http://schemas.microsoft.com/office/drawing/2014/main" id="{5BA0E0C1-3D24-E14A-BDD3-BE6D5D70AB8A}"/>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3" name="Rectangle 3972">
                <a:extLst>
                  <a:ext uri="{FF2B5EF4-FFF2-40B4-BE49-F238E27FC236}">
                    <a16:creationId xmlns:a16="http://schemas.microsoft.com/office/drawing/2014/main" id="{7120CC51-FA4F-1FF8-C2E4-82BFC88CF076}"/>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4" name="Rectangle 3973">
                <a:extLst>
                  <a:ext uri="{FF2B5EF4-FFF2-40B4-BE49-F238E27FC236}">
                    <a16:creationId xmlns:a16="http://schemas.microsoft.com/office/drawing/2014/main" id="{09A3278F-4725-9F8D-4F15-FAEE602C965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5" name="Rectangle 3974">
                <a:extLst>
                  <a:ext uri="{FF2B5EF4-FFF2-40B4-BE49-F238E27FC236}">
                    <a16:creationId xmlns:a16="http://schemas.microsoft.com/office/drawing/2014/main" id="{9D3F10DE-E46E-0159-0BDA-5F0C57B32ABE}"/>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6" name="Rectangle 3975">
                <a:extLst>
                  <a:ext uri="{FF2B5EF4-FFF2-40B4-BE49-F238E27FC236}">
                    <a16:creationId xmlns:a16="http://schemas.microsoft.com/office/drawing/2014/main" id="{711BB90B-4A38-1D5F-C7F9-D8A0D307E926}"/>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7" name="Rectangle 3976">
                <a:extLst>
                  <a:ext uri="{FF2B5EF4-FFF2-40B4-BE49-F238E27FC236}">
                    <a16:creationId xmlns:a16="http://schemas.microsoft.com/office/drawing/2014/main" id="{141A31D0-E047-269A-AA89-1B08A555C97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8" name="Rectangle 3977">
                <a:extLst>
                  <a:ext uri="{FF2B5EF4-FFF2-40B4-BE49-F238E27FC236}">
                    <a16:creationId xmlns:a16="http://schemas.microsoft.com/office/drawing/2014/main" id="{72AF7EF1-C327-8BD7-978F-9657C8B1271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9" name="Rectangle 3978">
                <a:extLst>
                  <a:ext uri="{FF2B5EF4-FFF2-40B4-BE49-F238E27FC236}">
                    <a16:creationId xmlns:a16="http://schemas.microsoft.com/office/drawing/2014/main" id="{67EF93CA-7BEA-7616-0A4A-88C22F7D6DE4}"/>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0" name="Rectangle 3979">
                <a:extLst>
                  <a:ext uri="{FF2B5EF4-FFF2-40B4-BE49-F238E27FC236}">
                    <a16:creationId xmlns:a16="http://schemas.microsoft.com/office/drawing/2014/main" id="{9649DAFA-1B41-1113-B4D3-B1A151BFA71C}"/>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1" name="Rectangle 3980">
                <a:extLst>
                  <a:ext uri="{FF2B5EF4-FFF2-40B4-BE49-F238E27FC236}">
                    <a16:creationId xmlns:a16="http://schemas.microsoft.com/office/drawing/2014/main" id="{7495AFAB-B64D-CC24-1BC0-49088ACE89FE}"/>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2" name="Rectangle 3981">
                <a:extLst>
                  <a:ext uri="{FF2B5EF4-FFF2-40B4-BE49-F238E27FC236}">
                    <a16:creationId xmlns:a16="http://schemas.microsoft.com/office/drawing/2014/main" id="{D333CD65-0DAD-F346-7447-3AE2F4CB478C}"/>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3" name="Rectangle 3982">
                <a:extLst>
                  <a:ext uri="{FF2B5EF4-FFF2-40B4-BE49-F238E27FC236}">
                    <a16:creationId xmlns:a16="http://schemas.microsoft.com/office/drawing/2014/main" id="{28B59643-0A4F-9B08-231D-3A7DA0E2897A}"/>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4" name="Rectangle 3983">
                <a:extLst>
                  <a:ext uri="{FF2B5EF4-FFF2-40B4-BE49-F238E27FC236}">
                    <a16:creationId xmlns:a16="http://schemas.microsoft.com/office/drawing/2014/main" id="{37B973A9-D36A-94E0-606D-23FEE70B239B}"/>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5" name="Rectangle 3984">
                <a:extLst>
                  <a:ext uri="{FF2B5EF4-FFF2-40B4-BE49-F238E27FC236}">
                    <a16:creationId xmlns:a16="http://schemas.microsoft.com/office/drawing/2014/main" id="{E864E863-5970-AAF5-1C3D-7CD841510035}"/>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6" name="Rectangle 3985">
                <a:extLst>
                  <a:ext uri="{FF2B5EF4-FFF2-40B4-BE49-F238E27FC236}">
                    <a16:creationId xmlns:a16="http://schemas.microsoft.com/office/drawing/2014/main" id="{E24C814C-B7FC-6CE4-3836-E3E4D9F7F8F1}"/>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7" name="Rectangle 3986">
                <a:extLst>
                  <a:ext uri="{FF2B5EF4-FFF2-40B4-BE49-F238E27FC236}">
                    <a16:creationId xmlns:a16="http://schemas.microsoft.com/office/drawing/2014/main" id="{E1E119D4-453B-35A2-CCE4-7B88DD9504AF}"/>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8" name="Rectangle 3987">
                <a:extLst>
                  <a:ext uri="{FF2B5EF4-FFF2-40B4-BE49-F238E27FC236}">
                    <a16:creationId xmlns:a16="http://schemas.microsoft.com/office/drawing/2014/main" id="{2BF994E9-5DAD-31EC-2493-D3C25EAAF49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9" name="Rectangle 3988">
                <a:extLst>
                  <a:ext uri="{FF2B5EF4-FFF2-40B4-BE49-F238E27FC236}">
                    <a16:creationId xmlns:a16="http://schemas.microsoft.com/office/drawing/2014/main" id="{0EE725C1-D9F8-7350-3E35-2E0B56D176F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0" name="Rectangle 3989">
                <a:extLst>
                  <a:ext uri="{FF2B5EF4-FFF2-40B4-BE49-F238E27FC236}">
                    <a16:creationId xmlns:a16="http://schemas.microsoft.com/office/drawing/2014/main" id="{9ADA2D18-736A-2846-C373-78ED410F724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1" name="Rectangle 3990">
                <a:extLst>
                  <a:ext uri="{FF2B5EF4-FFF2-40B4-BE49-F238E27FC236}">
                    <a16:creationId xmlns:a16="http://schemas.microsoft.com/office/drawing/2014/main" id="{FD7BC1A3-8295-C5C8-F36D-1239750C3C44}"/>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2" name="Rectangle 3991">
                <a:extLst>
                  <a:ext uri="{FF2B5EF4-FFF2-40B4-BE49-F238E27FC236}">
                    <a16:creationId xmlns:a16="http://schemas.microsoft.com/office/drawing/2014/main" id="{60AE33B5-0A52-A449-3212-8ED529496814}"/>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 name="Rectangle 3992">
                <a:extLst>
                  <a:ext uri="{FF2B5EF4-FFF2-40B4-BE49-F238E27FC236}">
                    <a16:creationId xmlns:a16="http://schemas.microsoft.com/office/drawing/2014/main" id="{AEDE8717-0C3F-7B09-7584-A7B239F7A175}"/>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4" name="Rectangle 3993">
                <a:extLst>
                  <a:ext uri="{FF2B5EF4-FFF2-40B4-BE49-F238E27FC236}">
                    <a16:creationId xmlns:a16="http://schemas.microsoft.com/office/drawing/2014/main" id="{34DA61E0-15D8-696C-7A56-4A9ADB5FC042}"/>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 name="Rectangle 3994">
                <a:extLst>
                  <a:ext uri="{FF2B5EF4-FFF2-40B4-BE49-F238E27FC236}">
                    <a16:creationId xmlns:a16="http://schemas.microsoft.com/office/drawing/2014/main" id="{A02B2B12-4E1F-904E-8D18-9F5DDE3E6322}"/>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6" name="Rectangle 3995">
                <a:extLst>
                  <a:ext uri="{FF2B5EF4-FFF2-40B4-BE49-F238E27FC236}">
                    <a16:creationId xmlns:a16="http://schemas.microsoft.com/office/drawing/2014/main" id="{95615FA1-C6C8-4AE6-19AC-15893EDFC616}"/>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7" name="Rectangle 3996">
                <a:extLst>
                  <a:ext uri="{FF2B5EF4-FFF2-40B4-BE49-F238E27FC236}">
                    <a16:creationId xmlns:a16="http://schemas.microsoft.com/office/drawing/2014/main" id="{6A19C38F-6AC9-AA58-91C5-83C1D16CD1A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8" name="Rectangle 3997">
                <a:extLst>
                  <a:ext uri="{FF2B5EF4-FFF2-40B4-BE49-F238E27FC236}">
                    <a16:creationId xmlns:a16="http://schemas.microsoft.com/office/drawing/2014/main" id="{9F0BA6B8-9410-1C68-2938-CBF1597CA9ED}"/>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9" name="Rectangle 3998">
                <a:extLst>
                  <a:ext uri="{FF2B5EF4-FFF2-40B4-BE49-F238E27FC236}">
                    <a16:creationId xmlns:a16="http://schemas.microsoft.com/office/drawing/2014/main" id="{DF902458-0502-F916-F95C-E04D70739367}"/>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0" name="Rectangle 3999">
                <a:extLst>
                  <a:ext uri="{FF2B5EF4-FFF2-40B4-BE49-F238E27FC236}">
                    <a16:creationId xmlns:a16="http://schemas.microsoft.com/office/drawing/2014/main" id="{09C270D1-DD85-E843-67BF-1FBACB73676E}"/>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1" name="Rectangle 4000">
                <a:extLst>
                  <a:ext uri="{FF2B5EF4-FFF2-40B4-BE49-F238E27FC236}">
                    <a16:creationId xmlns:a16="http://schemas.microsoft.com/office/drawing/2014/main" id="{A515A065-DBB7-65EA-ACF7-17C90CD170B3}"/>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2" name="Rectangle 4001">
                <a:extLst>
                  <a:ext uri="{FF2B5EF4-FFF2-40B4-BE49-F238E27FC236}">
                    <a16:creationId xmlns:a16="http://schemas.microsoft.com/office/drawing/2014/main" id="{E4D3E812-2323-11EE-2203-F149B98B0FBC}"/>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3" name="Rectangle 4002">
                <a:extLst>
                  <a:ext uri="{FF2B5EF4-FFF2-40B4-BE49-F238E27FC236}">
                    <a16:creationId xmlns:a16="http://schemas.microsoft.com/office/drawing/2014/main" id="{A11590E5-EEAD-C863-5E0D-4976245E42C7}"/>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4" name="Rectangle 4003">
                <a:extLst>
                  <a:ext uri="{FF2B5EF4-FFF2-40B4-BE49-F238E27FC236}">
                    <a16:creationId xmlns:a16="http://schemas.microsoft.com/office/drawing/2014/main" id="{0C9C7324-2568-22F5-19D0-C1A7A09722D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5" name="Rectangle 4004">
                <a:extLst>
                  <a:ext uri="{FF2B5EF4-FFF2-40B4-BE49-F238E27FC236}">
                    <a16:creationId xmlns:a16="http://schemas.microsoft.com/office/drawing/2014/main" id="{1AB9F50B-E4A8-2945-F03E-3FF1F2EF828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6" name="Rectangle 4005">
                <a:extLst>
                  <a:ext uri="{FF2B5EF4-FFF2-40B4-BE49-F238E27FC236}">
                    <a16:creationId xmlns:a16="http://schemas.microsoft.com/office/drawing/2014/main" id="{12F86AC9-49A5-E0EF-F482-CB1865B4F4F4}"/>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7" name="Rectangle 4006">
                <a:extLst>
                  <a:ext uri="{FF2B5EF4-FFF2-40B4-BE49-F238E27FC236}">
                    <a16:creationId xmlns:a16="http://schemas.microsoft.com/office/drawing/2014/main" id="{FA30D95F-AA23-D199-53E7-F581099AAF1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8" name="Rectangle 4007">
                <a:extLst>
                  <a:ext uri="{FF2B5EF4-FFF2-40B4-BE49-F238E27FC236}">
                    <a16:creationId xmlns:a16="http://schemas.microsoft.com/office/drawing/2014/main" id="{B3393136-F9C3-061C-BFD0-65CC6557EADF}"/>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9" name="Rectangle 4008">
                <a:extLst>
                  <a:ext uri="{FF2B5EF4-FFF2-40B4-BE49-F238E27FC236}">
                    <a16:creationId xmlns:a16="http://schemas.microsoft.com/office/drawing/2014/main" id="{D2C7B64B-AAC0-1811-41CD-84B0E0FB7190}"/>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0" name="Rectangle 4009">
                <a:extLst>
                  <a:ext uri="{FF2B5EF4-FFF2-40B4-BE49-F238E27FC236}">
                    <a16:creationId xmlns:a16="http://schemas.microsoft.com/office/drawing/2014/main" id="{A82C346F-F3D1-B873-C969-CA8074602E26}"/>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1" name="Rectangle 4010">
                <a:extLst>
                  <a:ext uri="{FF2B5EF4-FFF2-40B4-BE49-F238E27FC236}">
                    <a16:creationId xmlns:a16="http://schemas.microsoft.com/office/drawing/2014/main" id="{021CB89C-3349-19C1-1804-88A138872F99}"/>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2" name="Rectangle 4011">
                <a:extLst>
                  <a:ext uri="{FF2B5EF4-FFF2-40B4-BE49-F238E27FC236}">
                    <a16:creationId xmlns:a16="http://schemas.microsoft.com/office/drawing/2014/main" id="{9EB9FC74-37C4-7E82-C61B-C86434BCC624}"/>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3" name="Rectangle 4012">
                <a:extLst>
                  <a:ext uri="{FF2B5EF4-FFF2-40B4-BE49-F238E27FC236}">
                    <a16:creationId xmlns:a16="http://schemas.microsoft.com/office/drawing/2014/main" id="{0394BB68-99D0-8291-9139-E539A8DF2220}"/>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4" name="Rectangle 4013">
                <a:extLst>
                  <a:ext uri="{FF2B5EF4-FFF2-40B4-BE49-F238E27FC236}">
                    <a16:creationId xmlns:a16="http://schemas.microsoft.com/office/drawing/2014/main" id="{287A27B4-FC2F-422A-A15B-A66127317C67}"/>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5" name="Rectangle 4014">
                <a:extLst>
                  <a:ext uri="{FF2B5EF4-FFF2-40B4-BE49-F238E27FC236}">
                    <a16:creationId xmlns:a16="http://schemas.microsoft.com/office/drawing/2014/main" id="{739755B9-67A5-3B15-9D30-4D5267165777}"/>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6" name="Rectangle 4015">
                <a:extLst>
                  <a:ext uri="{FF2B5EF4-FFF2-40B4-BE49-F238E27FC236}">
                    <a16:creationId xmlns:a16="http://schemas.microsoft.com/office/drawing/2014/main" id="{E21FCCB4-D085-7D74-BE38-B26E13E3C29E}"/>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7" name="Rectangle 4016">
                <a:extLst>
                  <a:ext uri="{FF2B5EF4-FFF2-40B4-BE49-F238E27FC236}">
                    <a16:creationId xmlns:a16="http://schemas.microsoft.com/office/drawing/2014/main" id="{05042E49-FA15-ECF1-4A47-609B30AB643F}"/>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8" name="Rectangle 4017">
                <a:extLst>
                  <a:ext uri="{FF2B5EF4-FFF2-40B4-BE49-F238E27FC236}">
                    <a16:creationId xmlns:a16="http://schemas.microsoft.com/office/drawing/2014/main" id="{611F4DA0-395C-AC9C-7024-ECAF07251E0B}"/>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9" name="Rectangle 4018">
                <a:extLst>
                  <a:ext uri="{FF2B5EF4-FFF2-40B4-BE49-F238E27FC236}">
                    <a16:creationId xmlns:a16="http://schemas.microsoft.com/office/drawing/2014/main" id="{1BABB531-EDD7-F225-D683-52E0E4904B03}"/>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8" name="Group 3667">
              <a:extLst>
                <a:ext uri="{FF2B5EF4-FFF2-40B4-BE49-F238E27FC236}">
                  <a16:creationId xmlns:a16="http://schemas.microsoft.com/office/drawing/2014/main" id="{0DF62CBA-23A7-6F9D-5637-2C11271F38DC}"/>
                </a:ext>
              </a:extLst>
            </p:cNvPr>
            <p:cNvGrpSpPr/>
            <p:nvPr/>
          </p:nvGrpSpPr>
          <p:grpSpPr>
            <a:xfrm>
              <a:off x="6370267" y="6139338"/>
              <a:ext cx="2912265" cy="301135"/>
              <a:chOff x="2844481" y="3245377"/>
              <a:chExt cx="2912265" cy="301135"/>
            </a:xfrm>
            <a:noFill/>
          </p:grpSpPr>
          <p:sp>
            <p:nvSpPr>
              <p:cNvPr id="3669" name="Rectangle 3668">
                <a:extLst>
                  <a:ext uri="{FF2B5EF4-FFF2-40B4-BE49-F238E27FC236}">
                    <a16:creationId xmlns:a16="http://schemas.microsoft.com/office/drawing/2014/main" id="{DBE362C3-BB2E-5586-464A-B06B85ADBBB5}"/>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0" name="Rectangle 3669">
                <a:extLst>
                  <a:ext uri="{FF2B5EF4-FFF2-40B4-BE49-F238E27FC236}">
                    <a16:creationId xmlns:a16="http://schemas.microsoft.com/office/drawing/2014/main" id="{1F5F8F50-9A62-FC72-7184-1834704FE62D}"/>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1" name="Rectangle 3670">
                <a:extLst>
                  <a:ext uri="{FF2B5EF4-FFF2-40B4-BE49-F238E27FC236}">
                    <a16:creationId xmlns:a16="http://schemas.microsoft.com/office/drawing/2014/main" id="{EAD16730-78CE-BA7F-B33B-01B79F3E7BDA}"/>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2" name="Rectangle 3671">
                <a:extLst>
                  <a:ext uri="{FF2B5EF4-FFF2-40B4-BE49-F238E27FC236}">
                    <a16:creationId xmlns:a16="http://schemas.microsoft.com/office/drawing/2014/main" id="{BE4B0061-29A9-818C-F88B-6FCC4E0341EE}"/>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3" name="Rectangle 3672">
                <a:extLst>
                  <a:ext uri="{FF2B5EF4-FFF2-40B4-BE49-F238E27FC236}">
                    <a16:creationId xmlns:a16="http://schemas.microsoft.com/office/drawing/2014/main" id="{0226B5E8-D7A9-5D7D-C4C9-B8121D2D9D2F}"/>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4" name="Rectangle 3673">
                <a:extLst>
                  <a:ext uri="{FF2B5EF4-FFF2-40B4-BE49-F238E27FC236}">
                    <a16:creationId xmlns:a16="http://schemas.microsoft.com/office/drawing/2014/main" id="{49B6AA6A-F8FA-1CE1-206B-A945439DBF3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5" name="Rectangle 3674">
                <a:extLst>
                  <a:ext uri="{FF2B5EF4-FFF2-40B4-BE49-F238E27FC236}">
                    <a16:creationId xmlns:a16="http://schemas.microsoft.com/office/drawing/2014/main" id="{218983CD-3368-E6F4-D2CE-E21BBF0818F8}"/>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6" name="Rectangle 3675">
                <a:extLst>
                  <a:ext uri="{FF2B5EF4-FFF2-40B4-BE49-F238E27FC236}">
                    <a16:creationId xmlns:a16="http://schemas.microsoft.com/office/drawing/2014/main" id="{752F2D63-DB4B-9B51-D724-FD1DD4787429}"/>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7" name="Rectangle 3676">
                <a:extLst>
                  <a:ext uri="{FF2B5EF4-FFF2-40B4-BE49-F238E27FC236}">
                    <a16:creationId xmlns:a16="http://schemas.microsoft.com/office/drawing/2014/main" id="{F5AE730C-4263-29BA-B8FA-87638AE0D71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8" name="Rectangle 3677">
                <a:extLst>
                  <a:ext uri="{FF2B5EF4-FFF2-40B4-BE49-F238E27FC236}">
                    <a16:creationId xmlns:a16="http://schemas.microsoft.com/office/drawing/2014/main" id="{03E78A2A-468D-000D-AC01-171C6531585E}"/>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9" name="Rectangle 3678">
                <a:extLst>
                  <a:ext uri="{FF2B5EF4-FFF2-40B4-BE49-F238E27FC236}">
                    <a16:creationId xmlns:a16="http://schemas.microsoft.com/office/drawing/2014/main" id="{EB345020-F584-7377-5ED7-86A9794B3903}"/>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0" name="Rectangle 3679">
                <a:extLst>
                  <a:ext uri="{FF2B5EF4-FFF2-40B4-BE49-F238E27FC236}">
                    <a16:creationId xmlns:a16="http://schemas.microsoft.com/office/drawing/2014/main" id="{D9C816FC-F0B7-6697-CBE3-B0D7C333DFE2}"/>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1" name="Rectangle 3680">
                <a:extLst>
                  <a:ext uri="{FF2B5EF4-FFF2-40B4-BE49-F238E27FC236}">
                    <a16:creationId xmlns:a16="http://schemas.microsoft.com/office/drawing/2014/main" id="{B33B2E7B-0A85-28C6-3FDD-B3446F784F3C}"/>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2" name="Rectangle 3681">
                <a:extLst>
                  <a:ext uri="{FF2B5EF4-FFF2-40B4-BE49-F238E27FC236}">
                    <a16:creationId xmlns:a16="http://schemas.microsoft.com/office/drawing/2014/main" id="{A1C0F324-1E26-55B6-0F7F-40C6253E9F85}"/>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3" name="Rectangle 3682">
                <a:extLst>
                  <a:ext uri="{FF2B5EF4-FFF2-40B4-BE49-F238E27FC236}">
                    <a16:creationId xmlns:a16="http://schemas.microsoft.com/office/drawing/2014/main" id="{91AD2CFD-5D84-C18E-F574-CCD0A8CF5281}"/>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4" name="Rectangle 3683">
                <a:extLst>
                  <a:ext uri="{FF2B5EF4-FFF2-40B4-BE49-F238E27FC236}">
                    <a16:creationId xmlns:a16="http://schemas.microsoft.com/office/drawing/2014/main" id="{C4F66DAF-3EFC-9E07-8371-97AAC3ECA4D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5" name="Rectangle 3684">
                <a:extLst>
                  <a:ext uri="{FF2B5EF4-FFF2-40B4-BE49-F238E27FC236}">
                    <a16:creationId xmlns:a16="http://schemas.microsoft.com/office/drawing/2014/main" id="{A59077BD-28D4-27FE-50D0-F16D532D75B1}"/>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 name="Rectangle 3685">
                <a:extLst>
                  <a:ext uri="{FF2B5EF4-FFF2-40B4-BE49-F238E27FC236}">
                    <a16:creationId xmlns:a16="http://schemas.microsoft.com/office/drawing/2014/main" id="{EFD4FD21-390A-2B42-8CCF-6E6020DCDA46}"/>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7" name="Rectangle 3686">
                <a:extLst>
                  <a:ext uri="{FF2B5EF4-FFF2-40B4-BE49-F238E27FC236}">
                    <a16:creationId xmlns:a16="http://schemas.microsoft.com/office/drawing/2014/main" id="{7FB19A50-3970-6EF8-BBEF-76CB20A2F7D8}"/>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8" name="Rectangle 3687">
                <a:extLst>
                  <a:ext uri="{FF2B5EF4-FFF2-40B4-BE49-F238E27FC236}">
                    <a16:creationId xmlns:a16="http://schemas.microsoft.com/office/drawing/2014/main" id="{D3AA0006-6E5B-88ED-7605-60A41FCD0249}"/>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 name="Rectangle 3688">
                <a:extLst>
                  <a:ext uri="{FF2B5EF4-FFF2-40B4-BE49-F238E27FC236}">
                    <a16:creationId xmlns:a16="http://schemas.microsoft.com/office/drawing/2014/main" id="{C91C8A2A-D2D3-9629-0C85-0E3A79ECF2D4}"/>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0" name="Rectangle 3689">
                <a:extLst>
                  <a:ext uri="{FF2B5EF4-FFF2-40B4-BE49-F238E27FC236}">
                    <a16:creationId xmlns:a16="http://schemas.microsoft.com/office/drawing/2014/main" id="{F19EE48D-D415-A622-011C-F0789325959A}"/>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1" name="Rectangle 3690">
                <a:extLst>
                  <a:ext uri="{FF2B5EF4-FFF2-40B4-BE49-F238E27FC236}">
                    <a16:creationId xmlns:a16="http://schemas.microsoft.com/office/drawing/2014/main" id="{FFA8B720-CDEE-5014-3C34-916EA0F9E07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2" name="Rectangle 3691">
                <a:extLst>
                  <a:ext uri="{FF2B5EF4-FFF2-40B4-BE49-F238E27FC236}">
                    <a16:creationId xmlns:a16="http://schemas.microsoft.com/office/drawing/2014/main" id="{5CE40173-F26F-98BA-9DE3-40E9FD68EE6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3" name="Rectangle 3692">
                <a:extLst>
                  <a:ext uri="{FF2B5EF4-FFF2-40B4-BE49-F238E27FC236}">
                    <a16:creationId xmlns:a16="http://schemas.microsoft.com/office/drawing/2014/main" id="{BA49858C-D181-C308-18D1-58FE9834D782}"/>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4" name="Rectangle 3693">
                <a:extLst>
                  <a:ext uri="{FF2B5EF4-FFF2-40B4-BE49-F238E27FC236}">
                    <a16:creationId xmlns:a16="http://schemas.microsoft.com/office/drawing/2014/main" id="{4F5FAE30-5D0A-9598-B294-BFF6C9D005A2}"/>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5" name="Rectangle 3694">
                <a:extLst>
                  <a:ext uri="{FF2B5EF4-FFF2-40B4-BE49-F238E27FC236}">
                    <a16:creationId xmlns:a16="http://schemas.microsoft.com/office/drawing/2014/main" id="{AA0F6D42-9873-3AB7-B052-048E066969D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6" name="Rectangle 3695">
                <a:extLst>
                  <a:ext uri="{FF2B5EF4-FFF2-40B4-BE49-F238E27FC236}">
                    <a16:creationId xmlns:a16="http://schemas.microsoft.com/office/drawing/2014/main" id="{797604BD-BA72-0E20-BD6E-D720DB646FBD}"/>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7" name="Rectangle 3696">
                <a:extLst>
                  <a:ext uri="{FF2B5EF4-FFF2-40B4-BE49-F238E27FC236}">
                    <a16:creationId xmlns:a16="http://schemas.microsoft.com/office/drawing/2014/main" id="{DD196C8D-77E5-4F6F-EE21-CF68383C3D8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8" name="Rectangle 3697">
                <a:extLst>
                  <a:ext uri="{FF2B5EF4-FFF2-40B4-BE49-F238E27FC236}">
                    <a16:creationId xmlns:a16="http://schemas.microsoft.com/office/drawing/2014/main" id="{E5903A40-B9C2-1013-3200-6C1D2EA17D4F}"/>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9" name="Rectangle 3698">
                <a:extLst>
                  <a:ext uri="{FF2B5EF4-FFF2-40B4-BE49-F238E27FC236}">
                    <a16:creationId xmlns:a16="http://schemas.microsoft.com/office/drawing/2014/main" id="{ACBA34D0-56A4-1D41-3E6C-EB6BEA857CE3}"/>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Rectangle 3699">
                <a:extLst>
                  <a:ext uri="{FF2B5EF4-FFF2-40B4-BE49-F238E27FC236}">
                    <a16:creationId xmlns:a16="http://schemas.microsoft.com/office/drawing/2014/main" id="{A6368E83-78F0-B868-0BBC-A3B9ED5960F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1" name="Rectangle 3700">
                <a:extLst>
                  <a:ext uri="{FF2B5EF4-FFF2-40B4-BE49-F238E27FC236}">
                    <a16:creationId xmlns:a16="http://schemas.microsoft.com/office/drawing/2014/main" id="{1209EE10-7FF6-E899-D065-9DEBDD74B2CA}"/>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Rectangle 3701">
                <a:extLst>
                  <a:ext uri="{FF2B5EF4-FFF2-40B4-BE49-F238E27FC236}">
                    <a16:creationId xmlns:a16="http://schemas.microsoft.com/office/drawing/2014/main" id="{A5D68E11-6DAC-A4A0-8C95-6E5F3EE913B9}"/>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3" name="Rectangle 3702">
                <a:extLst>
                  <a:ext uri="{FF2B5EF4-FFF2-40B4-BE49-F238E27FC236}">
                    <a16:creationId xmlns:a16="http://schemas.microsoft.com/office/drawing/2014/main" id="{F1A42231-1B31-3C04-970C-4A9ACA7537F2}"/>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Rectangle 3703">
                <a:extLst>
                  <a:ext uri="{FF2B5EF4-FFF2-40B4-BE49-F238E27FC236}">
                    <a16:creationId xmlns:a16="http://schemas.microsoft.com/office/drawing/2014/main" id="{0FD30FB3-0CE3-88D8-1DE2-BABC800FEFAD}"/>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5" name="Rectangle 3704">
                <a:extLst>
                  <a:ext uri="{FF2B5EF4-FFF2-40B4-BE49-F238E27FC236}">
                    <a16:creationId xmlns:a16="http://schemas.microsoft.com/office/drawing/2014/main" id="{88E1FD91-1DE2-F2DC-B060-D49CE5CB3C02}"/>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6" name="Rectangle 3705">
                <a:extLst>
                  <a:ext uri="{FF2B5EF4-FFF2-40B4-BE49-F238E27FC236}">
                    <a16:creationId xmlns:a16="http://schemas.microsoft.com/office/drawing/2014/main" id="{65E6042D-FEFD-22D5-E9C5-CD9B861779FE}"/>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7" name="Rectangle 3706">
                <a:extLst>
                  <a:ext uri="{FF2B5EF4-FFF2-40B4-BE49-F238E27FC236}">
                    <a16:creationId xmlns:a16="http://schemas.microsoft.com/office/drawing/2014/main" id="{050D96DB-9A3F-BB18-E064-54CF803B3EC8}"/>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Rectangle 3707">
                <a:extLst>
                  <a:ext uri="{FF2B5EF4-FFF2-40B4-BE49-F238E27FC236}">
                    <a16:creationId xmlns:a16="http://schemas.microsoft.com/office/drawing/2014/main" id="{3CE91C41-5CC4-4EA6-60E9-886853CB1D76}"/>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9" name="Rectangle 3708">
                <a:extLst>
                  <a:ext uri="{FF2B5EF4-FFF2-40B4-BE49-F238E27FC236}">
                    <a16:creationId xmlns:a16="http://schemas.microsoft.com/office/drawing/2014/main" id="{2B5633D1-E917-8FCC-3AD2-66D8C08A43E8}"/>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0" name="Rectangle 3709">
                <a:extLst>
                  <a:ext uri="{FF2B5EF4-FFF2-40B4-BE49-F238E27FC236}">
                    <a16:creationId xmlns:a16="http://schemas.microsoft.com/office/drawing/2014/main" id="{656879AD-F043-FEDC-F513-1728AB0A38E6}"/>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1" name="Rectangle 3710">
                <a:extLst>
                  <a:ext uri="{FF2B5EF4-FFF2-40B4-BE49-F238E27FC236}">
                    <a16:creationId xmlns:a16="http://schemas.microsoft.com/office/drawing/2014/main" id="{FBC4C99F-0FB6-951E-568E-EEC35592253C}"/>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2" name="Rectangle 3711">
                <a:extLst>
                  <a:ext uri="{FF2B5EF4-FFF2-40B4-BE49-F238E27FC236}">
                    <a16:creationId xmlns:a16="http://schemas.microsoft.com/office/drawing/2014/main" id="{5B420F4D-8611-60BD-C466-B1CCB976A03B}"/>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3" name="Rectangle 3712">
                <a:extLst>
                  <a:ext uri="{FF2B5EF4-FFF2-40B4-BE49-F238E27FC236}">
                    <a16:creationId xmlns:a16="http://schemas.microsoft.com/office/drawing/2014/main" id="{20685CDF-1370-74AB-9687-9776FF0F7D3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4" name="Rectangle 3713">
                <a:extLst>
                  <a:ext uri="{FF2B5EF4-FFF2-40B4-BE49-F238E27FC236}">
                    <a16:creationId xmlns:a16="http://schemas.microsoft.com/office/drawing/2014/main" id="{A1F120B1-3048-C0A6-D3E8-447D2596DC8B}"/>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5" name="Rectangle 3714">
                <a:extLst>
                  <a:ext uri="{FF2B5EF4-FFF2-40B4-BE49-F238E27FC236}">
                    <a16:creationId xmlns:a16="http://schemas.microsoft.com/office/drawing/2014/main" id="{B0C58C47-FB98-3C17-2F18-FBBD14075B2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6" name="Rectangle 3715">
                <a:extLst>
                  <a:ext uri="{FF2B5EF4-FFF2-40B4-BE49-F238E27FC236}">
                    <a16:creationId xmlns:a16="http://schemas.microsoft.com/office/drawing/2014/main" id="{BD77142E-50EA-075D-4846-82B2401F8654}"/>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7" name="Rectangle 3716">
                <a:extLst>
                  <a:ext uri="{FF2B5EF4-FFF2-40B4-BE49-F238E27FC236}">
                    <a16:creationId xmlns:a16="http://schemas.microsoft.com/office/drawing/2014/main" id="{7C9D462C-2BE7-9B1D-6D68-613EFDAD7D5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8" name="Rectangle 3717">
                <a:extLst>
                  <a:ext uri="{FF2B5EF4-FFF2-40B4-BE49-F238E27FC236}">
                    <a16:creationId xmlns:a16="http://schemas.microsoft.com/office/drawing/2014/main" id="{7CF20D9C-8592-2DA9-A4D0-893D6D674E09}"/>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9" name="Rectangle 3718">
                <a:extLst>
                  <a:ext uri="{FF2B5EF4-FFF2-40B4-BE49-F238E27FC236}">
                    <a16:creationId xmlns:a16="http://schemas.microsoft.com/office/drawing/2014/main" id="{43BC83CB-F8F1-79A1-C581-F32586C8F452}"/>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0" name="Rectangle 3719">
                <a:extLst>
                  <a:ext uri="{FF2B5EF4-FFF2-40B4-BE49-F238E27FC236}">
                    <a16:creationId xmlns:a16="http://schemas.microsoft.com/office/drawing/2014/main" id="{E14A708C-EF91-2468-312C-EE4E57C3A1DF}"/>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1" name="Rectangle 3720">
                <a:extLst>
                  <a:ext uri="{FF2B5EF4-FFF2-40B4-BE49-F238E27FC236}">
                    <a16:creationId xmlns:a16="http://schemas.microsoft.com/office/drawing/2014/main" id="{651B37F3-6162-FE5F-FD4E-4AE289D5F0F6}"/>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2" name="Rectangle 3721">
                <a:extLst>
                  <a:ext uri="{FF2B5EF4-FFF2-40B4-BE49-F238E27FC236}">
                    <a16:creationId xmlns:a16="http://schemas.microsoft.com/office/drawing/2014/main" id="{7BEBEAAC-445B-C21C-AD45-0BAC824257AF}"/>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3" name="Rectangle 3722">
                <a:extLst>
                  <a:ext uri="{FF2B5EF4-FFF2-40B4-BE49-F238E27FC236}">
                    <a16:creationId xmlns:a16="http://schemas.microsoft.com/office/drawing/2014/main" id="{00BF0B6F-21AF-701B-ADC7-567967CCFCA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4" name="Rectangle 3723">
                <a:extLst>
                  <a:ext uri="{FF2B5EF4-FFF2-40B4-BE49-F238E27FC236}">
                    <a16:creationId xmlns:a16="http://schemas.microsoft.com/office/drawing/2014/main" id="{67E74353-CA87-FF3C-555E-D3D93B039123}"/>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5" name="Rectangle 3724">
                <a:extLst>
                  <a:ext uri="{FF2B5EF4-FFF2-40B4-BE49-F238E27FC236}">
                    <a16:creationId xmlns:a16="http://schemas.microsoft.com/office/drawing/2014/main" id="{72912F85-3A61-648A-74DA-3F4D1187D3A2}"/>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6" name="Rectangle 3725">
                <a:extLst>
                  <a:ext uri="{FF2B5EF4-FFF2-40B4-BE49-F238E27FC236}">
                    <a16:creationId xmlns:a16="http://schemas.microsoft.com/office/drawing/2014/main" id="{8FA26A21-A1D2-CEF5-605C-5BC49E4B916A}"/>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7" name="Rectangle 3726">
                <a:extLst>
                  <a:ext uri="{FF2B5EF4-FFF2-40B4-BE49-F238E27FC236}">
                    <a16:creationId xmlns:a16="http://schemas.microsoft.com/office/drawing/2014/main" id="{038D27E9-9BC7-4C88-DE0A-6218A73C93B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8" name="Rectangle 3727">
                <a:extLst>
                  <a:ext uri="{FF2B5EF4-FFF2-40B4-BE49-F238E27FC236}">
                    <a16:creationId xmlns:a16="http://schemas.microsoft.com/office/drawing/2014/main" id="{9C5936B6-A21A-8CB0-F6F0-EDA18CAE1DF2}"/>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9" name="Rectangle 3728">
                <a:extLst>
                  <a:ext uri="{FF2B5EF4-FFF2-40B4-BE49-F238E27FC236}">
                    <a16:creationId xmlns:a16="http://schemas.microsoft.com/office/drawing/2014/main" id="{CA77075C-93C7-9D1B-F7E1-77CF6943EDC9}"/>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0" name="Rectangle 3729">
                <a:extLst>
                  <a:ext uri="{FF2B5EF4-FFF2-40B4-BE49-F238E27FC236}">
                    <a16:creationId xmlns:a16="http://schemas.microsoft.com/office/drawing/2014/main" id="{4B28AECA-F5F4-41F5-577C-8DF2E6649FEF}"/>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1" name="Rectangle 3730">
                <a:extLst>
                  <a:ext uri="{FF2B5EF4-FFF2-40B4-BE49-F238E27FC236}">
                    <a16:creationId xmlns:a16="http://schemas.microsoft.com/office/drawing/2014/main" id="{BF2BB075-D468-6472-1F96-88CF9B4471D9}"/>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2" name="Rectangle 3731">
                <a:extLst>
                  <a:ext uri="{FF2B5EF4-FFF2-40B4-BE49-F238E27FC236}">
                    <a16:creationId xmlns:a16="http://schemas.microsoft.com/office/drawing/2014/main" id="{6DBA53ED-C2A8-6E85-7375-24993CFB5A42}"/>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3" name="Rectangle 3732">
                <a:extLst>
                  <a:ext uri="{FF2B5EF4-FFF2-40B4-BE49-F238E27FC236}">
                    <a16:creationId xmlns:a16="http://schemas.microsoft.com/office/drawing/2014/main" id="{0108C3C8-34A0-2FF2-4AA9-DCBA42C3A75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4" name="Rectangle 3733">
                <a:extLst>
                  <a:ext uri="{FF2B5EF4-FFF2-40B4-BE49-F238E27FC236}">
                    <a16:creationId xmlns:a16="http://schemas.microsoft.com/office/drawing/2014/main" id="{9CD035A6-0A0E-CB9E-23F8-1528812E6C17}"/>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5" name="Rectangle 3734">
                <a:extLst>
                  <a:ext uri="{FF2B5EF4-FFF2-40B4-BE49-F238E27FC236}">
                    <a16:creationId xmlns:a16="http://schemas.microsoft.com/office/drawing/2014/main" id="{481E402F-416E-583C-7539-92D32AD2B89F}"/>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6" name="Rectangle 3735">
                <a:extLst>
                  <a:ext uri="{FF2B5EF4-FFF2-40B4-BE49-F238E27FC236}">
                    <a16:creationId xmlns:a16="http://schemas.microsoft.com/office/drawing/2014/main" id="{1C7FD341-0B02-7CA7-A00E-FBCC76E3FEE7}"/>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7" name="Rectangle 3736">
                <a:extLst>
                  <a:ext uri="{FF2B5EF4-FFF2-40B4-BE49-F238E27FC236}">
                    <a16:creationId xmlns:a16="http://schemas.microsoft.com/office/drawing/2014/main" id="{31BF813B-2E45-F918-5142-085DBC110B52}"/>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8" name="Rectangle 3737">
                <a:extLst>
                  <a:ext uri="{FF2B5EF4-FFF2-40B4-BE49-F238E27FC236}">
                    <a16:creationId xmlns:a16="http://schemas.microsoft.com/office/drawing/2014/main" id="{C64FCB08-1E07-1F8E-5AB3-1636E73BE62A}"/>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9" name="Rectangle 3738">
                <a:extLst>
                  <a:ext uri="{FF2B5EF4-FFF2-40B4-BE49-F238E27FC236}">
                    <a16:creationId xmlns:a16="http://schemas.microsoft.com/office/drawing/2014/main" id="{B5AD07C9-73AA-3457-2686-33CFE10E56D4}"/>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0" name="Rectangle 3739">
                <a:extLst>
                  <a:ext uri="{FF2B5EF4-FFF2-40B4-BE49-F238E27FC236}">
                    <a16:creationId xmlns:a16="http://schemas.microsoft.com/office/drawing/2014/main" id="{C995532D-A176-12F7-A065-619F3CB87D1C}"/>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1" name="Rectangle 3740">
                <a:extLst>
                  <a:ext uri="{FF2B5EF4-FFF2-40B4-BE49-F238E27FC236}">
                    <a16:creationId xmlns:a16="http://schemas.microsoft.com/office/drawing/2014/main" id="{37B2DEE4-C26B-2691-5FCC-5EF1B6916BF3}"/>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2" name="Rectangle 3741">
                <a:extLst>
                  <a:ext uri="{FF2B5EF4-FFF2-40B4-BE49-F238E27FC236}">
                    <a16:creationId xmlns:a16="http://schemas.microsoft.com/office/drawing/2014/main" id="{F3003E78-554F-F491-1188-490A79E35461}"/>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3" name="Rectangle 3742">
                <a:extLst>
                  <a:ext uri="{FF2B5EF4-FFF2-40B4-BE49-F238E27FC236}">
                    <a16:creationId xmlns:a16="http://schemas.microsoft.com/office/drawing/2014/main" id="{1B0F2AAB-8C46-AD87-93A3-E1D86B6CF630}"/>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4" name="Rectangle 3743">
                <a:extLst>
                  <a:ext uri="{FF2B5EF4-FFF2-40B4-BE49-F238E27FC236}">
                    <a16:creationId xmlns:a16="http://schemas.microsoft.com/office/drawing/2014/main" id="{27CDA563-2E4C-C4BD-C5B2-A379398BE6E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5" name="Rectangle 3744">
                <a:extLst>
                  <a:ext uri="{FF2B5EF4-FFF2-40B4-BE49-F238E27FC236}">
                    <a16:creationId xmlns:a16="http://schemas.microsoft.com/office/drawing/2014/main" id="{4FEAC903-6F65-4A86-8C8F-96B559552BE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6" name="Rectangle 3745">
                <a:extLst>
                  <a:ext uri="{FF2B5EF4-FFF2-40B4-BE49-F238E27FC236}">
                    <a16:creationId xmlns:a16="http://schemas.microsoft.com/office/drawing/2014/main" id="{8BA8000A-9100-93D3-C896-71FA5D627A7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7" name="Rectangle 3746">
                <a:extLst>
                  <a:ext uri="{FF2B5EF4-FFF2-40B4-BE49-F238E27FC236}">
                    <a16:creationId xmlns:a16="http://schemas.microsoft.com/office/drawing/2014/main" id="{9E5D4C0C-9FCD-6455-B669-3E16ADDEDFB5}"/>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8" name="Rectangle 3747">
                <a:extLst>
                  <a:ext uri="{FF2B5EF4-FFF2-40B4-BE49-F238E27FC236}">
                    <a16:creationId xmlns:a16="http://schemas.microsoft.com/office/drawing/2014/main" id="{43FB31F1-3444-FCEC-E71A-AAED05FBC5FE}"/>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9" name="Rectangle 3748">
                <a:extLst>
                  <a:ext uri="{FF2B5EF4-FFF2-40B4-BE49-F238E27FC236}">
                    <a16:creationId xmlns:a16="http://schemas.microsoft.com/office/drawing/2014/main" id="{FDACD0DB-85C5-F1A6-316D-5EE55FB9A8A5}"/>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0" name="Rectangle 3749">
                <a:extLst>
                  <a:ext uri="{FF2B5EF4-FFF2-40B4-BE49-F238E27FC236}">
                    <a16:creationId xmlns:a16="http://schemas.microsoft.com/office/drawing/2014/main" id="{FF3B434A-BFBF-98DA-85AA-D7D6B47D3D34}"/>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1" name="Rectangle 3750">
                <a:extLst>
                  <a:ext uri="{FF2B5EF4-FFF2-40B4-BE49-F238E27FC236}">
                    <a16:creationId xmlns:a16="http://schemas.microsoft.com/office/drawing/2014/main" id="{310C42A6-5FC4-D273-2D31-42681043B00C}"/>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2" name="Rectangle 3751">
                <a:extLst>
                  <a:ext uri="{FF2B5EF4-FFF2-40B4-BE49-F238E27FC236}">
                    <a16:creationId xmlns:a16="http://schemas.microsoft.com/office/drawing/2014/main" id="{940CBDD8-58C7-A4E1-FE69-0B7206525B8A}"/>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3" name="Rectangle 3752">
                <a:extLst>
                  <a:ext uri="{FF2B5EF4-FFF2-40B4-BE49-F238E27FC236}">
                    <a16:creationId xmlns:a16="http://schemas.microsoft.com/office/drawing/2014/main" id="{EA538DCD-1AC5-6E52-A801-F880DBCD3A74}"/>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4" name="Rectangle 3753">
                <a:extLst>
                  <a:ext uri="{FF2B5EF4-FFF2-40B4-BE49-F238E27FC236}">
                    <a16:creationId xmlns:a16="http://schemas.microsoft.com/office/drawing/2014/main" id="{3CE4C8A7-5ABF-6008-2F1C-0420C2280AF2}"/>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5" name="Rectangle 3754">
                <a:extLst>
                  <a:ext uri="{FF2B5EF4-FFF2-40B4-BE49-F238E27FC236}">
                    <a16:creationId xmlns:a16="http://schemas.microsoft.com/office/drawing/2014/main" id="{AFFC97DF-2237-63A7-D0BC-70830984513E}"/>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04" name="Group 3403">
              <a:extLst>
                <a:ext uri="{FF2B5EF4-FFF2-40B4-BE49-F238E27FC236}">
                  <a16:creationId xmlns:a16="http://schemas.microsoft.com/office/drawing/2014/main" id="{CF0F2879-7AA0-6420-4427-57DED02C8791}"/>
                </a:ext>
              </a:extLst>
            </p:cNvPr>
            <p:cNvGrpSpPr/>
            <p:nvPr/>
          </p:nvGrpSpPr>
          <p:grpSpPr>
            <a:xfrm>
              <a:off x="6370267" y="6440407"/>
              <a:ext cx="2912265" cy="301135"/>
              <a:chOff x="2844481" y="3245377"/>
              <a:chExt cx="2912265" cy="301135"/>
            </a:xfrm>
            <a:noFill/>
          </p:grpSpPr>
          <p:sp>
            <p:nvSpPr>
              <p:cNvPr id="3405" name="Rectangle 3404">
                <a:extLst>
                  <a:ext uri="{FF2B5EF4-FFF2-40B4-BE49-F238E27FC236}">
                    <a16:creationId xmlns:a16="http://schemas.microsoft.com/office/drawing/2014/main" id="{3C0CC3CA-F5DC-2958-0726-C53C37EBE04D}"/>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6" name="Rectangle 3405">
                <a:extLst>
                  <a:ext uri="{FF2B5EF4-FFF2-40B4-BE49-F238E27FC236}">
                    <a16:creationId xmlns:a16="http://schemas.microsoft.com/office/drawing/2014/main" id="{2C9A658D-4F5F-85CD-3B8B-82F8B59D1F5C}"/>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7" name="Rectangle 3406">
                <a:extLst>
                  <a:ext uri="{FF2B5EF4-FFF2-40B4-BE49-F238E27FC236}">
                    <a16:creationId xmlns:a16="http://schemas.microsoft.com/office/drawing/2014/main" id="{162124DC-7B87-DE74-C043-0F502B8280D1}"/>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8" name="Rectangle 3407">
                <a:extLst>
                  <a:ext uri="{FF2B5EF4-FFF2-40B4-BE49-F238E27FC236}">
                    <a16:creationId xmlns:a16="http://schemas.microsoft.com/office/drawing/2014/main" id="{BA6998F0-9B10-7205-F7B5-239F61651F0E}"/>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9" name="Rectangle 3408">
                <a:extLst>
                  <a:ext uri="{FF2B5EF4-FFF2-40B4-BE49-F238E27FC236}">
                    <a16:creationId xmlns:a16="http://schemas.microsoft.com/office/drawing/2014/main" id="{944EC50E-0C7F-0DA5-3CFD-2932DA78A21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0" name="Rectangle 3409">
                <a:extLst>
                  <a:ext uri="{FF2B5EF4-FFF2-40B4-BE49-F238E27FC236}">
                    <a16:creationId xmlns:a16="http://schemas.microsoft.com/office/drawing/2014/main" id="{E366C969-3C21-7694-4202-03B3C48A6951}"/>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1" name="Rectangle 3410">
                <a:extLst>
                  <a:ext uri="{FF2B5EF4-FFF2-40B4-BE49-F238E27FC236}">
                    <a16:creationId xmlns:a16="http://schemas.microsoft.com/office/drawing/2014/main" id="{9E128FDF-AA34-2766-C8FA-550F8A1E8CD9}"/>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2" name="Rectangle 3411">
                <a:extLst>
                  <a:ext uri="{FF2B5EF4-FFF2-40B4-BE49-F238E27FC236}">
                    <a16:creationId xmlns:a16="http://schemas.microsoft.com/office/drawing/2014/main" id="{FC559A9C-CE06-AF35-DF8D-C3D0E647653A}"/>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3" name="Rectangle 3412">
                <a:extLst>
                  <a:ext uri="{FF2B5EF4-FFF2-40B4-BE49-F238E27FC236}">
                    <a16:creationId xmlns:a16="http://schemas.microsoft.com/office/drawing/2014/main" id="{09C3BF41-7DE7-6B85-A8B9-9A05305291CA}"/>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4" name="Rectangle 3413">
                <a:extLst>
                  <a:ext uri="{FF2B5EF4-FFF2-40B4-BE49-F238E27FC236}">
                    <a16:creationId xmlns:a16="http://schemas.microsoft.com/office/drawing/2014/main" id="{FFCBAE7B-0465-1A95-2506-02B1BD69F389}"/>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5" name="Rectangle 3414">
                <a:extLst>
                  <a:ext uri="{FF2B5EF4-FFF2-40B4-BE49-F238E27FC236}">
                    <a16:creationId xmlns:a16="http://schemas.microsoft.com/office/drawing/2014/main" id="{92C021F1-A7CB-EFC6-F485-93D071B5D572}"/>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6" name="Rectangle 3415">
                <a:extLst>
                  <a:ext uri="{FF2B5EF4-FFF2-40B4-BE49-F238E27FC236}">
                    <a16:creationId xmlns:a16="http://schemas.microsoft.com/office/drawing/2014/main" id="{2436E375-B300-1A8D-E6DE-C1031E3311AB}"/>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7" name="Rectangle 3416">
                <a:extLst>
                  <a:ext uri="{FF2B5EF4-FFF2-40B4-BE49-F238E27FC236}">
                    <a16:creationId xmlns:a16="http://schemas.microsoft.com/office/drawing/2014/main" id="{DA6CEB5A-954E-D497-7541-E2047B3B2833}"/>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8" name="Rectangle 3417">
                <a:extLst>
                  <a:ext uri="{FF2B5EF4-FFF2-40B4-BE49-F238E27FC236}">
                    <a16:creationId xmlns:a16="http://schemas.microsoft.com/office/drawing/2014/main" id="{387A0B5B-C986-19A0-A440-524DF22E9C61}"/>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9" name="Rectangle 3418">
                <a:extLst>
                  <a:ext uri="{FF2B5EF4-FFF2-40B4-BE49-F238E27FC236}">
                    <a16:creationId xmlns:a16="http://schemas.microsoft.com/office/drawing/2014/main" id="{8BF30EF1-364F-A1E5-D158-985EC9997066}"/>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0" name="Rectangle 3419">
                <a:extLst>
                  <a:ext uri="{FF2B5EF4-FFF2-40B4-BE49-F238E27FC236}">
                    <a16:creationId xmlns:a16="http://schemas.microsoft.com/office/drawing/2014/main" id="{905ADE98-472A-3F28-B946-B5E798F0B801}"/>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1" name="Rectangle 3420">
                <a:extLst>
                  <a:ext uri="{FF2B5EF4-FFF2-40B4-BE49-F238E27FC236}">
                    <a16:creationId xmlns:a16="http://schemas.microsoft.com/office/drawing/2014/main" id="{8B71F44A-7D7E-737A-DAE8-7D58E2159305}"/>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2" name="Rectangle 3421">
                <a:extLst>
                  <a:ext uri="{FF2B5EF4-FFF2-40B4-BE49-F238E27FC236}">
                    <a16:creationId xmlns:a16="http://schemas.microsoft.com/office/drawing/2014/main" id="{F2A30C9D-2ACE-5F6E-DBCC-A8EAB21595ED}"/>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3" name="Rectangle 3422">
                <a:extLst>
                  <a:ext uri="{FF2B5EF4-FFF2-40B4-BE49-F238E27FC236}">
                    <a16:creationId xmlns:a16="http://schemas.microsoft.com/office/drawing/2014/main" id="{216B27AA-8AEE-6212-E41A-1400CAC17811}"/>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4" name="Rectangle 3423">
                <a:extLst>
                  <a:ext uri="{FF2B5EF4-FFF2-40B4-BE49-F238E27FC236}">
                    <a16:creationId xmlns:a16="http://schemas.microsoft.com/office/drawing/2014/main" id="{DEE8491A-3933-294C-8C53-7C22AF68EE06}"/>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5" name="Rectangle 3424">
                <a:extLst>
                  <a:ext uri="{FF2B5EF4-FFF2-40B4-BE49-F238E27FC236}">
                    <a16:creationId xmlns:a16="http://schemas.microsoft.com/office/drawing/2014/main" id="{2F9FBBE6-F353-871E-6B66-CD0D32D74650}"/>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6" name="Rectangle 3425">
                <a:extLst>
                  <a:ext uri="{FF2B5EF4-FFF2-40B4-BE49-F238E27FC236}">
                    <a16:creationId xmlns:a16="http://schemas.microsoft.com/office/drawing/2014/main" id="{3D5FB70F-E677-8C40-E730-9BAEC25E2A78}"/>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7" name="Rectangle 3426">
                <a:extLst>
                  <a:ext uri="{FF2B5EF4-FFF2-40B4-BE49-F238E27FC236}">
                    <a16:creationId xmlns:a16="http://schemas.microsoft.com/office/drawing/2014/main" id="{C0ED7D6F-88F6-28A1-B499-606A836B339A}"/>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8" name="Rectangle 3427">
                <a:extLst>
                  <a:ext uri="{FF2B5EF4-FFF2-40B4-BE49-F238E27FC236}">
                    <a16:creationId xmlns:a16="http://schemas.microsoft.com/office/drawing/2014/main" id="{A7F16575-F6C8-13CA-16D6-38A5A0A57E7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9" name="Rectangle 3428">
                <a:extLst>
                  <a:ext uri="{FF2B5EF4-FFF2-40B4-BE49-F238E27FC236}">
                    <a16:creationId xmlns:a16="http://schemas.microsoft.com/office/drawing/2014/main" id="{D315F697-AA0B-215D-6AF2-372EF00BDCAB}"/>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0" name="Rectangle 3429">
                <a:extLst>
                  <a:ext uri="{FF2B5EF4-FFF2-40B4-BE49-F238E27FC236}">
                    <a16:creationId xmlns:a16="http://schemas.microsoft.com/office/drawing/2014/main" id="{9B2DD59E-7D2E-D70F-B8A7-C621C0E0E949}"/>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1" name="Rectangle 3430">
                <a:extLst>
                  <a:ext uri="{FF2B5EF4-FFF2-40B4-BE49-F238E27FC236}">
                    <a16:creationId xmlns:a16="http://schemas.microsoft.com/office/drawing/2014/main" id="{E41ADDEB-6F85-4903-F6B9-DD37C9F85F1F}"/>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2" name="Rectangle 3431">
                <a:extLst>
                  <a:ext uri="{FF2B5EF4-FFF2-40B4-BE49-F238E27FC236}">
                    <a16:creationId xmlns:a16="http://schemas.microsoft.com/office/drawing/2014/main" id="{E8399711-4DDF-21A4-4214-6D404B2C426B}"/>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3" name="Rectangle 3432">
                <a:extLst>
                  <a:ext uri="{FF2B5EF4-FFF2-40B4-BE49-F238E27FC236}">
                    <a16:creationId xmlns:a16="http://schemas.microsoft.com/office/drawing/2014/main" id="{0296DB75-A2FA-4FB3-E6F5-E87FC8F6BC01}"/>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4" name="Rectangle 3433">
                <a:extLst>
                  <a:ext uri="{FF2B5EF4-FFF2-40B4-BE49-F238E27FC236}">
                    <a16:creationId xmlns:a16="http://schemas.microsoft.com/office/drawing/2014/main" id="{8E7204C2-7482-D61C-9BF6-02F642BE7BFC}"/>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5" name="Rectangle 3434">
                <a:extLst>
                  <a:ext uri="{FF2B5EF4-FFF2-40B4-BE49-F238E27FC236}">
                    <a16:creationId xmlns:a16="http://schemas.microsoft.com/office/drawing/2014/main" id="{B521323F-A01B-E339-43EF-8C0570006538}"/>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6" name="Rectangle 3435">
                <a:extLst>
                  <a:ext uri="{FF2B5EF4-FFF2-40B4-BE49-F238E27FC236}">
                    <a16:creationId xmlns:a16="http://schemas.microsoft.com/office/drawing/2014/main" id="{BC2221C3-914A-2A7A-92A1-6F4F6E99681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7" name="Rectangle 3436">
                <a:extLst>
                  <a:ext uri="{FF2B5EF4-FFF2-40B4-BE49-F238E27FC236}">
                    <a16:creationId xmlns:a16="http://schemas.microsoft.com/office/drawing/2014/main" id="{394A68D4-A905-0DEA-E4D2-CB480D5B2B03}"/>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8" name="Rectangle 3437">
                <a:extLst>
                  <a:ext uri="{FF2B5EF4-FFF2-40B4-BE49-F238E27FC236}">
                    <a16:creationId xmlns:a16="http://schemas.microsoft.com/office/drawing/2014/main" id="{90502F4D-1EDF-354F-8894-794F9599A339}"/>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9" name="Rectangle 3438">
                <a:extLst>
                  <a:ext uri="{FF2B5EF4-FFF2-40B4-BE49-F238E27FC236}">
                    <a16:creationId xmlns:a16="http://schemas.microsoft.com/office/drawing/2014/main" id="{B3D0A318-6143-592C-BE18-DF55CB8743D1}"/>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0" name="Rectangle 3439">
                <a:extLst>
                  <a:ext uri="{FF2B5EF4-FFF2-40B4-BE49-F238E27FC236}">
                    <a16:creationId xmlns:a16="http://schemas.microsoft.com/office/drawing/2014/main" id="{A1104031-39B8-BDDF-A0BB-3B028559A439}"/>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1" name="Rectangle 3440">
                <a:extLst>
                  <a:ext uri="{FF2B5EF4-FFF2-40B4-BE49-F238E27FC236}">
                    <a16:creationId xmlns:a16="http://schemas.microsoft.com/office/drawing/2014/main" id="{6FEF1AA0-94B5-C045-5AE9-CAFC79AC1569}"/>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2" name="Rectangle 3441">
                <a:extLst>
                  <a:ext uri="{FF2B5EF4-FFF2-40B4-BE49-F238E27FC236}">
                    <a16:creationId xmlns:a16="http://schemas.microsoft.com/office/drawing/2014/main" id="{13A4850A-B45F-B6C6-2273-9C3AC9F74BC3}"/>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3" name="Rectangle 3442">
                <a:extLst>
                  <a:ext uri="{FF2B5EF4-FFF2-40B4-BE49-F238E27FC236}">
                    <a16:creationId xmlns:a16="http://schemas.microsoft.com/office/drawing/2014/main" id="{E2E28993-A0B5-AE90-366A-4B546829997A}"/>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4" name="Rectangle 3443">
                <a:extLst>
                  <a:ext uri="{FF2B5EF4-FFF2-40B4-BE49-F238E27FC236}">
                    <a16:creationId xmlns:a16="http://schemas.microsoft.com/office/drawing/2014/main" id="{541F4608-A117-9C36-FEBA-324B9A27707E}"/>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5" name="Rectangle 3444">
                <a:extLst>
                  <a:ext uri="{FF2B5EF4-FFF2-40B4-BE49-F238E27FC236}">
                    <a16:creationId xmlns:a16="http://schemas.microsoft.com/office/drawing/2014/main" id="{1059106D-3454-424C-19E2-1067D8E759E9}"/>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6" name="Rectangle 3445">
                <a:extLst>
                  <a:ext uri="{FF2B5EF4-FFF2-40B4-BE49-F238E27FC236}">
                    <a16:creationId xmlns:a16="http://schemas.microsoft.com/office/drawing/2014/main" id="{667F5A46-99D4-18D1-FFB7-6793621A27AA}"/>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7" name="Rectangle 3446">
                <a:extLst>
                  <a:ext uri="{FF2B5EF4-FFF2-40B4-BE49-F238E27FC236}">
                    <a16:creationId xmlns:a16="http://schemas.microsoft.com/office/drawing/2014/main" id="{1BDB546B-6A88-89CD-8038-793F2F198AD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8" name="Rectangle 3447">
                <a:extLst>
                  <a:ext uri="{FF2B5EF4-FFF2-40B4-BE49-F238E27FC236}">
                    <a16:creationId xmlns:a16="http://schemas.microsoft.com/office/drawing/2014/main" id="{7EC7AD3E-3047-B433-7FB9-9D01CC7A5A39}"/>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9" name="Rectangle 3448">
                <a:extLst>
                  <a:ext uri="{FF2B5EF4-FFF2-40B4-BE49-F238E27FC236}">
                    <a16:creationId xmlns:a16="http://schemas.microsoft.com/office/drawing/2014/main" id="{2CF31A7F-3BCC-8F8F-72FA-5DB1F8E9A5E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0" name="Rectangle 3449">
                <a:extLst>
                  <a:ext uri="{FF2B5EF4-FFF2-40B4-BE49-F238E27FC236}">
                    <a16:creationId xmlns:a16="http://schemas.microsoft.com/office/drawing/2014/main" id="{505D194A-BE21-EC8F-4B9A-9F8282938729}"/>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1" name="Rectangle 3450">
                <a:extLst>
                  <a:ext uri="{FF2B5EF4-FFF2-40B4-BE49-F238E27FC236}">
                    <a16:creationId xmlns:a16="http://schemas.microsoft.com/office/drawing/2014/main" id="{7908FB37-FF91-4654-F914-1DB85C7309C3}"/>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2" name="Rectangle 3451">
                <a:extLst>
                  <a:ext uri="{FF2B5EF4-FFF2-40B4-BE49-F238E27FC236}">
                    <a16:creationId xmlns:a16="http://schemas.microsoft.com/office/drawing/2014/main" id="{BC911762-2CA5-243F-CAE3-6E0E1E5E4342}"/>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3" name="Rectangle 3452">
                <a:extLst>
                  <a:ext uri="{FF2B5EF4-FFF2-40B4-BE49-F238E27FC236}">
                    <a16:creationId xmlns:a16="http://schemas.microsoft.com/office/drawing/2014/main" id="{C9BCED22-FEF2-3051-C8A7-15383CC19A7F}"/>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4" name="Rectangle 3453">
                <a:extLst>
                  <a:ext uri="{FF2B5EF4-FFF2-40B4-BE49-F238E27FC236}">
                    <a16:creationId xmlns:a16="http://schemas.microsoft.com/office/drawing/2014/main" id="{7E95614E-BC9D-266A-5CDE-A5E3BE3E4CF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5" name="Rectangle 3454">
                <a:extLst>
                  <a:ext uri="{FF2B5EF4-FFF2-40B4-BE49-F238E27FC236}">
                    <a16:creationId xmlns:a16="http://schemas.microsoft.com/office/drawing/2014/main" id="{1AD27579-B53A-8B4B-7DE7-E424E866CCE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6" name="Rectangle 3455">
                <a:extLst>
                  <a:ext uri="{FF2B5EF4-FFF2-40B4-BE49-F238E27FC236}">
                    <a16:creationId xmlns:a16="http://schemas.microsoft.com/office/drawing/2014/main" id="{3C9E99BD-AE73-9E0B-DF89-8DE40AE497C3}"/>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7" name="Rectangle 3456">
                <a:extLst>
                  <a:ext uri="{FF2B5EF4-FFF2-40B4-BE49-F238E27FC236}">
                    <a16:creationId xmlns:a16="http://schemas.microsoft.com/office/drawing/2014/main" id="{82D5AC50-43CD-9847-7FE1-C7537A9EA90F}"/>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8" name="Rectangle 3457">
                <a:extLst>
                  <a:ext uri="{FF2B5EF4-FFF2-40B4-BE49-F238E27FC236}">
                    <a16:creationId xmlns:a16="http://schemas.microsoft.com/office/drawing/2014/main" id="{8DEE1B0C-05D9-6B39-DF2B-640569D93FD3}"/>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9" name="Rectangle 3458">
                <a:extLst>
                  <a:ext uri="{FF2B5EF4-FFF2-40B4-BE49-F238E27FC236}">
                    <a16:creationId xmlns:a16="http://schemas.microsoft.com/office/drawing/2014/main" id="{609323B0-07B9-7C3B-DAAB-B8712EAC6BA8}"/>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0" name="Rectangle 3459">
                <a:extLst>
                  <a:ext uri="{FF2B5EF4-FFF2-40B4-BE49-F238E27FC236}">
                    <a16:creationId xmlns:a16="http://schemas.microsoft.com/office/drawing/2014/main" id="{9617A348-5AE0-601A-C0D6-C390A56FE940}"/>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1" name="Rectangle 3460">
                <a:extLst>
                  <a:ext uri="{FF2B5EF4-FFF2-40B4-BE49-F238E27FC236}">
                    <a16:creationId xmlns:a16="http://schemas.microsoft.com/office/drawing/2014/main" id="{BF0F1D11-5279-A1BA-09EE-CE671A913D83}"/>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2" name="Rectangle 3461">
                <a:extLst>
                  <a:ext uri="{FF2B5EF4-FFF2-40B4-BE49-F238E27FC236}">
                    <a16:creationId xmlns:a16="http://schemas.microsoft.com/office/drawing/2014/main" id="{01BEA708-B8E2-DD30-D130-E6E4109655DF}"/>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3" name="Rectangle 3462">
                <a:extLst>
                  <a:ext uri="{FF2B5EF4-FFF2-40B4-BE49-F238E27FC236}">
                    <a16:creationId xmlns:a16="http://schemas.microsoft.com/office/drawing/2014/main" id="{3800E2BA-7F01-AD88-215A-494E4E20DB19}"/>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4" name="Rectangle 3463">
                <a:extLst>
                  <a:ext uri="{FF2B5EF4-FFF2-40B4-BE49-F238E27FC236}">
                    <a16:creationId xmlns:a16="http://schemas.microsoft.com/office/drawing/2014/main" id="{58F38281-F311-DAA7-ACE2-0E6B5342AB46}"/>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5" name="Rectangle 3464">
                <a:extLst>
                  <a:ext uri="{FF2B5EF4-FFF2-40B4-BE49-F238E27FC236}">
                    <a16:creationId xmlns:a16="http://schemas.microsoft.com/office/drawing/2014/main" id="{B6F6135E-9E6F-6EF7-7DF4-2749D5A4962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6" name="Rectangle 3465">
                <a:extLst>
                  <a:ext uri="{FF2B5EF4-FFF2-40B4-BE49-F238E27FC236}">
                    <a16:creationId xmlns:a16="http://schemas.microsoft.com/office/drawing/2014/main" id="{A169480C-E5C2-359A-C0E8-099B986451F0}"/>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7" name="Rectangle 3466">
                <a:extLst>
                  <a:ext uri="{FF2B5EF4-FFF2-40B4-BE49-F238E27FC236}">
                    <a16:creationId xmlns:a16="http://schemas.microsoft.com/office/drawing/2014/main" id="{6CDBBCFF-3603-D971-8E9E-351202FAE47E}"/>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8" name="Rectangle 3467">
                <a:extLst>
                  <a:ext uri="{FF2B5EF4-FFF2-40B4-BE49-F238E27FC236}">
                    <a16:creationId xmlns:a16="http://schemas.microsoft.com/office/drawing/2014/main" id="{E00963DF-BE5D-75D7-C05E-18BBBFF9F8FC}"/>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9" name="Rectangle 3468">
                <a:extLst>
                  <a:ext uri="{FF2B5EF4-FFF2-40B4-BE49-F238E27FC236}">
                    <a16:creationId xmlns:a16="http://schemas.microsoft.com/office/drawing/2014/main" id="{85E7D179-A7F0-BF38-8005-F999834C60D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0" name="Rectangle 3469">
                <a:extLst>
                  <a:ext uri="{FF2B5EF4-FFF2-40B4-BE49-F238E27FC236}">
                    <a16:creationId xmlns:a16="http://schemas.microsoft.com/office/drawing/2014/main" id="{812B10C2-5D9E-AB24-5088-B200C4DC9DF2}"/>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 name="Rectangle 3470">
                <a:extLst>
                  <a:ext uri="{FF2B5EF4-FFF2-40B4-BE49-F238E27FC236}">
                    <a16:creationId xmlns:a16="http://schemas.microsoft.com/office/drawing/2014/main" id="{67B545F5-35F8-3B0D-9080-57369189F47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2" name="Rectangle 3471">
                <a:extLst>
                  <a:ext uri="{FF2B5EF4-FFF2-40B4-BE49-F238E27FC236}">
                    <a16:creationId xmlns:a16="http://schemas.microsoft.com/office/drawing/2014/main" id="{62ADE098-64C3-7F7D-1892-C178F4E68EA6}"/>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3" name="Rectangle 3472">
                <a:extLst>
                  <a:ext uri="{FF2B5EF4-FFF2-40B4-BE49-F238E27FC236}">
                    <a16:creationId xmlns:a16="http://schemas.microsoft.com/office/drawing/2014/main" id="{FB141FAD-D8C2-8644-A2BC-D53E26B3C206}"/>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4" name="Rectangle 3473">
                <a:extLst>
                  <a:ext uri="{FF2B5EF4-FFF2-40B4-BE49-F238E27FC236}">
                    <a16:creationId xmlns:a16="http://schemas.microsoft.com/office/drawing/2014/main" id="{30BBF9B2-F928-36CE-E72D-2329702A4CFC}"/>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5" name="Rectangle 3474">
                <a:extLst>
                  <a:ext uri="{FF2B5EF4-FFF2-40B4-BE49-F238E27FC236}">
                    <a16:creationId xmlns:a16="http://schemas.microsoft.com/office/drawing/2014/main" id="{8C686155-3DAB-0B58-F240-560273A57FC1}"/>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6" name="Rectangle 3475">
                <a:extLst>
                  <a:ext uri="{FF2B5EF4-FFF2-40B4-BE49-F238E27FC236}">
                    <a16:creationId xmlns:a16="http://schemas.microsoft.com/office/drawing/2014/main" id="{EAB45971-A61C-C707-7589-A93A97D5B30F}"/>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7" name="Rectangle 3476">
                <a:extLst>
                  <a:ext uri="{FF2B5EF4-FFF2-40B4-BE49-F238E27FC236}">
                    <a16:creationId xmlns:a16="http://schemas.microsoft.com/office/drawing/2014/main" id="{B873B30A-A8A3-3BB2-7E21-AB8970B1C736}"/>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8" name="Rectangle 3477">
                <a:extLst>
                  <a:ext uri="{FF2B5EF4-FFF2-40B4-BE49-F238E27FC236}">
                    <a16:creationId xmlns:a16="http://schemas.microsoft.com/office/drawing/2014/main" id="{21E1C67A-C6B0-A014-4CBA-30A290E40F57}"/>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9" name="Rectangle 3478">
                <a:extLst>
                  <a:ext uri="{FF2B5EF4-FFF2-40B4-BE49-F238E27FC236}">
                    <a16:creationId xmlns:a16="http://schemas.microsoft.com/office/drawing/2014/main" id="{A0E1072B-1F08-231D-FACD-B7BF8C014C84}"/>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Rectangle 3479">
                <a:extLst>
                  <a:ext uri="{FF2B5EF4-FFF2-40B4-BE49-F238E27FC236}">
                    <a16:creationId xmlns:a16="http://schemas.microsoft.com/office/drawing/2014/main" id="{E77DF2C4-0BE1-F57C-924B-5CAA1ECE3E07}"/>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 name="Rectangle 3480">
                <a:extLst>
                  <a:ext uri="{FF2B5EF4-FFF2-40B4-BE49-F238E27FC236}">
                    <a16:creationId xmlns:a16="http://schemas.microsoft.com/office/drawing/2014/main" id="{B5A6AA7C-065D-CDF0-E680-E54A42E109C9}"/>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 name="Rectangle 3481">
                <a:extLst>
                  <a:ext uri="{FF2B5EF4-FFF2-40B4-BE49-F238E27FC236}">
                    <a16:creationId xmlns:a16="http://schemas.microsoft.com/office/drawing/2014/main" id="{B0E820AA-B117-84B3-811D-95244C94F71B}"/>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3" name="Rectangle 3482">
                <a:extLst>
                  <a:ext uri="{FF2B5EF4-FFF2-40B4-BE49-F238E27FC236}">
                    <a16:creationId xmlns:a16="http://schemas.microsoft.com/office/drawing/2014/main" id="{59E8029C-F217-EAAA-6520-52B31E974F28}"/>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4" name="Rectangle 3483">
                <a:extLst>
                  <a:ext uri="{FF2B5EF4-FFF2-40B4-BE49-F238E27FC236}">
                    <a16:creationId xmlns:a16="http://schemas.microsoft.com/office/drawing/2014/main" id="{E34AF888-EF3C-127B-ACC0-A41275FE453C}"/>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5" name="Rectangle 3484">
                <a:extLst>
                  <a:ext uri="{FF2B5EF4-FFF2-40B4-BE49-F238E27FC236}">
                    <a16:creationId xmlns:a16="http://schemas.microsoft.com/office/drawing/2014/main" id="{7D73CB67-5490-AD64-0336-050547FC8E2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6" name="Rectangle 3485">
                <a:extLst>
                  <a:ext uri="{FF2B5EF4-FFF2-40B4-BE49-F238E27FC236}">
                    <a16:creationId xmlns:a16="http://schemas.microsoft.com/office/drawing/2014/main" id="{0DF4FCC0-B0C8-46E2-AECE-875802B5C941}"/>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7" name="Rectangle 3486">
                <a:extLst>
                  <a:ext uri="{FF2B5EF4-FFF2-40B4-BE49-F238E27FC236}">
                    <a16:creationId xmlns:a16="http://schemas.microsoft.com/office/drawing/2014/main" id="{7024B193-90EF-FF3A-C71F-D4CF562C2401}"/>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8" name="Rectangle 3487">
                <a:extLst>
                  <a:ext uri="{FF2B5EF4-FFF2-40B4-BE49-F238E27FC236}">
                    <a16:creationId xmlns:a16="http://schemas.microsoft.com/office/drawing/2014/main" id="{2456271F-AB55-561E-7437-02167F5730BD}"/>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9" name="Rectangle 3488">
                <a:extLst>
                  <a:ext uri="{FF2B5EF4-FFF2-40B4-BE49-F238E27FC236}">
                    <a16:creationId xmlns:a16="http://schemas.microsoft.com/office/drawing/2014/main" id="{A512DD80-0C51-A723-2AE9-CD02C845180B}"/>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0" name="Rectangle 3489">
                <a:extLst>
                  <a:ext uri="{FF2B5EF4-FFF2-40B4-BE49-F238E27FC236}">
                    <a16:creationId xmlns:a16="http://schemas.microsoft.com/office/drawing/2014/main" id="{312ABB94-04B4-F133-D911-07811B3AD49A}"/>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1" name="Rectangle 3490">
                <a:extLst>
                  <a:ext uri="{FF2B5EF4-FFF2-40B4-BE49-F238E27FC236}">
                    <a16:creationId xmlns:a16="http://schemas.microsoft.com/office/drawing/2014/main" id="{3E2915EF-D859-9043-B7B6-241D24B66650}"/>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36" name="Group 2335">
            <a:extLst>
              <a:ext uri="{FF2B5EF4-FFF2-40B4-BE49-F238E27FC236}">
                <a16:creationId xmlns:a16="http://schemas.microsoft.com/office/drawing/2014/main" id="{C7404568-0079-D9EF-C9CB-11402409A45B}"/>
              </a:ext>
            </a:extLst>
          </p:cNvPr>
          <p:cNvGrpSpPr/>
          <p:nvPr/>
        </p:nvGrpSpPr>
        <p:grpSpPr>
          <a:xfrm>
            <a:off x="1433805" y="555419"/>
            <a:ext cx="8333305" cy="1113278"/>
            <a:chOff x="1503547" y="847285"/>
            <a:chExt cx="8333305" cy="1113278"/>
          </a:xfrm>
        </p:grpSpPr>
        <p:sp>
          <p:nvSpPr>
            <p:cNvPr id="391" name="Rectangle 390">
              <a:extLst>
                <a:ext uri="{FF2B5EF4-FFF2-40B4-BE49-F238E27FC236}">
                  <a16:creationId xmlns:a16="http://schemas.microsoft.com/office/drawing/2014/main" id="{A2ACDEB4-327A-04F5-0C90-CA9BAA0040FF}"/>
                </a:ext>
              </a:extLst>
            </p:cNvPr>
            <p:cNvSpPr/>
            <p:nvPr/>
          </p:nvSpPr>
          <p:spPr>
            <a:xfrm rot="10800000">
              <a:off x="431538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C5B86B6B-97C4-357D-7BC2-FF17F34DD3B9}"/>
                </a:ext>
              </a:extLst>
            </p:cNvPr>
            <p:cNvSpPr/>
            <p:nvPr/>
          </p:nvSpPr>
          <p:spPr>
            <a:xfrm rot="10800000">
              <a:off x="421496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4A55C33-908C-147F-A5FD-40C4D1884B42}"/>
                </a:ext>
              </a:extLst>
            </p:cNvPr>
            <p:cNvSpPr/>
            <p:nvPr/>
          </p:nvSpPr>
          <p:spPr>
            <a:xfrm rot="10800000">
              <a:off x="411454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D4B007DC-981F-B440-3DD8-4CFC9D74D98C}"/>
                </a:ext>
              </a:extLst>
            </p:cNvPr>
            <p:cNvSpPr/>
            <p:nvPr/>
          </p:nvSpPr>
          <p:spPr>
            <a:xfrm rot="10800000">
              <a:off x="401412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3F0E143D-E1FE-02A3-B9E6-0DE1054CC856}"/>
                </a:ext>
              </a:extLst>
            </p:cNvPr>
            <p:cNvSpPr/>
            <p:nvPr/>
          </p:nvSpPr>
          <p:spPr>
            <a:xfrm rot="10800000">
              <a:off x="391369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254600CB-DD0F-98F9-887A-6723F870B9DB}"/>
                </a:ext>
              </a:extLst>
            </p:cNvPr>
            <p:cNvSpPr/>
            <p:nvPr/>
          </p:nvSpPr>
          <p:spPr>
            <a:xfrm rot="10800000">
              <a:off x="381327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79AE9F21-EACD-DC96-BB18-63D87C7CB794}"/>
                </a:ext>
              </a:extLst>
            </p:cNvPr>
            <p:cNvSpPr/>
            <p:nvPr/>
          </p:nvSpPr>
          <p:spPr>
            <a:xfrm rot="10800000">
              <a:off x="371285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D5C14BED-5124-6B7D-4F39-697E66D67D54}"/>
                </a:ext>
              </a:extLst>
            </p:cNvPr>
            <p:cNvSpPr/>
            <p:nvPr/>
          </p:nvSpPr>
          <p:spPr>
            <a:xfrm rot="10800000">
              <a:off x="361242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29B8CD4F-0FE2-F8F5-DAC7-2ED27A467137}"/>
                </a:ext>
              </a:extLst>
            </p:cNvPr>
            <p:cNvSpPr/>
            <p:nvPr/>
          </p:nvSpPr>
          <p:spPr>
            <a:xfrm rot="10800000">
              <a:off x="351200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F9FF0DEB-185F-93D3-97A5-59940E82EEBB}"/>
                </a:ext>
              </a:extLst>
            </p:cNvPr>
            <p:cNvSpPr/>
            <p:nvPr/>
          </p:nvSpPr>
          <p:spPr>
            <a:xfrm rot="10800000">
              <a:off x="341158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21A0C5F5-5DB6-9478-A7D5-939BC45489F6}"/>
                </a:ext>
              </a:extLst>
            </p:cNvPr>
            <p:cNvSpPr/>
            <p:nvPr/>
          </p:nvSpPr>
          <p:spPr>
            <a:xfrm rot="10800000">
              <a:off x="331116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010C5A18-CD72-3E0D-BEB9-50B630D4ADD5}"/>
                </a:ext>
              </a:extLst>
            </p:cNvPr>
            <p:cNvSpPr/>
            <p:nvPr/>
          </p:nvSpPr>
          <p:spPr>
            <a:xfrm rot="10800000">
              <a:off x="321073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36CFE47-B455-3665-6321-AD37FFB7FB7E}"/>
                </a:ext>
              </a:extLst>
            </p:cNvPr>
            <p:cNvSpPr/>
            <p:nvPr/>
          </p:nvSpPr>
          <p:spPr>
            <a:xfrm rot="10800000">
              <a:off x="3110314"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C213F432-72C2-FBAF-C792-35C5D5906776}"/>
                </a:ext>
              </a:extLst>
            </p:cNvPr>
            <p:cNvSpPr/>
            <p:nvPr/>
          </p:nvSpPr>
          <p:spPr>
            <a:xfrm rot="10800000">
              <a:off x="3009891"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16F9F03-DDB7-83C5-7A22-99D70A12A324}"/>
                </a:ext>
              </a:extLst>
            </p:cNvPr>
            <p:cNvSpPr/>
            <p:nvPr/>
          </p:nvSpPr>
          <p:spPr>
            <a:xfrm rot="10800000">
              <a:off x="290946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02DD8DF1-9A4E-6429-CDB3-00B4769327DD}"/>
                </a:ext>
              </a:extLst>
            </p:cNvPr>
            <p:cNvSpPr/>
            <p:nvPr/>
          </p:nvSpPr>
          <p:spPr>
            <a:xfrm rot="10800000">
              <a:off x="280904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0EB080A6-1925-FFAD-4AA3-9967D358FB7D}"/>
                </a:ext>
              </a:extLst>
            </p:cNvPr>
            <p:cNvSpPr/>
            <p:nvPr/>
          </p:nvSpPr>
          <p:spPr>
            <a:xfrm rot="10800000">
              <a:off x="270862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79F07D0A-CB38-06D0-D488-3E5D848164E5}"/>
                </a:ext>
              </a:extLst>
            </p:cNvPr>
            <p:cNvSpPr/>
            <p:nvPr/>
          </p:nvSpPr>
          <p:spPr>
            <a:xfrm rot="10800000">
              <a:off x="260819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E686164-8265-826D-6E13-94083C0559F2}"/>
                </a:ext>
              </a:extLst>
            </p:cNvPr>
            <p:cNvSpPr/>
            <p:nvPr/>
          </p:nvSpPr>
          <p:spPr>
            <a:xfrm rot="10800000">
              <a:off x="250777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0E7908AB-3B0F-2AED-B3DF-B6B7E4199733}"/>
                </a:ext>
              </a:extLst>
            </p:cNvPr>
            <p:cNvSpPr/>
            <p:nvPr/>
          </p:nvSpPr>
          <p:spPr>
            <a:xfrm rot="10800000">
              <a:off x="2407354"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DFE5FDC-92CF-0727-EDF4-7967AA59DA00}"/>
                </a:ext>
              </a:extLst>
            </p:cNvPr>
            <p:cNvSpPr/>
            <p:nvPr/>
          </p:nvSpPr>
          <p:spPr>
            <a:xfrm rot="10800000">
              <a:off x="2306931"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1F311CC2-9A6C-C69A-7CE7-4DED4DAFA964}"/>
                </a:ext>
              </a:extLst>
            </p:cNvPr>
            <p:cNvSpPr/>
            <p:nvPr/>
          </p:nvSpPr>
          <p:spPr>
            <a:xfrm rot="10800000">
              <a:off x="2206508"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1F14059C-8F01-6459-6D7D-34675A6FD16D}"/>
                </a:ext>
              </a:extLst>
            </p:cNvPr>
            <p:cNvSpPr/>
            <p:nvPr/>
          </p:nvSpPr>
          <p:spPr>
            <a:xfrm rot="10800000">
              <a:off x="2106085"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26DEEE6D-18FE-12D0-1AD9-0DB8397E576E}"/>
                </a:ext>
              </a:extLst>
            </p:cNvPr>
            <p:cNvSpPr/>
            <p:nvPr/>
          </p:nvSpPr>
          <p:spPr>
            <a:xfrm rot="10800000">
              <a:off x="2005662"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E5A48FA-DF6F-7F1A-3209-5A528A2BE72B}"/>
                </a:ext>
              </a:extLst>
            </p:cNvPr>
            <p:cNvSpPr/>
            <p:nvPr/>
          </p:nvSpPr>
          <p:spPr>
            <a:xfrm rot="10800000">
              <a:off x="1905239"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52AF2880-D97A-BCAE-69A8-B5B7EFAF6EF1}"/>
                </a:ext>
              </a:extLst>
            </p:cNvPr>
            <p:cNvSpPr/>
            <p:nvPr/>
          </p:nvSpPr>
          <p:spPr>
            <a:xfrm rot="10800000">
              <a:off x="1804816"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C9F715AF-6B25-F366-3868-ABB9DC09F9E6}"/>
                </a:ext>
              </a:extLst>
            </p:cNvPr>
            <p:cNvSpPr/>
            <p:nvPr/>
          </p:nvSpPr>
          <p:spPr>
            <a:xfrm rot="10800000">
              <a:off x="1704393"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C796EF99-8F55-098E-F4D6-FDA7A16DEF22}"/>
                </a:ext>
              </a:extLst>
            </p:cNvPr>
            <p:cNvSpPr/>
            <p:nvPr/>
          </p:nvSpPr>
          <p:spPr>
            <a:xfrm rot="10800000">
              <a:off x="1603970"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D581E21F-D832-A4FB-9DE4-C589B1555832}"/>
                </a:ext>
              </a:extLst>
            </p:cNvPr>
            <p:cNvSpPr/>
            <p:nvPr/>
          </p:nvSpPr>
          <p:spPr>
            <a:xfrm rot="10800000">
              <a:off x="1503547" y="104799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79A35F1A-A0D5-E3E6-1389-20EB32791326}"/>
                </a:ext>
              </a:extLst>
            </p:cNvPr>
            <p:cNvSpPr/>
            <p:nvPr/>
          </p:nvSpPr>
          <p:spPr>
            <a:xfrm rot="10800000">
              <a:off x="4315389" y="94770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84C805C-A584-8E2B-F606-9167DCB3A93A}"/>
                </a:ext>
              </a:extLst>
            </p:cNvPr>
            <p:cNvSpPr/>
            <p:nvPr/>
          </p:nvSpPr>
          <p:spPr>
            <a:xfrm rot="10800000">
              <a:off x="421496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2171EB2D-26C1-C9C8-D351-62EBD4DC24E1}"/>
                </a:ext>
              </a:extLst>
            </p:cNvPr>
            <p:cNvSpPr/>
            <p:nvPr/>
          </p:nvSpPr>
          <p:spPr>
            <a:xfrm rot="10800000">
              <a:off x="411454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D883623D-E3EE-112C-2B2E-F58027D55075}"/>
                </a:ext>
              </a:extLst>
            </p:cNvPr>
            <p:cNvSpPr/>
            <p:nvPr/>
          </p:nvSpPr>
          <p:spPr>
            <a:xfrm rot="10800000">
              <a:off x="401412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3173B96D-B141-7C56-C953-F072A7F21F80}"/>
                </a:ext>
              </a:extLst>
            </p:cNvPr>
            <p:cNvSpPr/>
            <p:nvPr/>
          </p:nvSpPr>
          <p:spPr>
            <a:xfrm rot="10800000">
              <a:off x="391369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6063C10C-6FB2-8601-901E-0AAEF5D54372}"/>
                </a:ext>
              </a:extLst>
            </p:cNvPr>
            <p:cNvSpPr/>
            <p:nvPr/>
          </p:nvSpPr>
          <p:spPr>
            <a:xfrm rot="10800000">
              <a:off x="381327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DF7F6C83-C05B-D13F-777F-0ECF96D688B9}"/>
                </a:ext>
              </a:extLst>
            </p:cNvPr>
            <p:cNvSpPr/>
            <p:nvPr/>
          </p:nvSpPr>
          <p:spPr>
            <a:xfrm rot="10800000">
              <a:off x="371285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C96D958B-EFC1-B195-96B3-9ADB7D38513F}"/>
                </a:ext>
              </a:extLst>
            </p:cNvPr>
            <p:cNvSpPr/>
            <p:nvPr/>
          </p:nvSpPr>
          <p:spPr>
            <a:xfrm rot="10800000">
              <a:off x="361242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BC9D8DB7-F766-9933-078E-0266FEB29151}"/>
                </a:ext>
              </a:extLst>
            </p:cNvPr>
            <p:cNvSpPr/>
            <p:nvPr/>
          </p:nvSpPr>
          <p:spPr>
            <a:xfrm rot="10800000">
              <a:off x="351200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0D83D150-A85A-6324-E3BD-AFD96F6FACBD}"/>
                </a:ext>
              </a:extLst>
            </p:cNvPr>
            <p:cNvSpPr/>
            <p:nvPr/>
          </p:nvSpPr>
          <p:spPr>
            <a:xfrm rot="10800000">
              <a:off x="341158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53594121-41B7-C107-723B-32700C5F50A2}"/>
                </a:ext>
              </a:extLst>
            </p:cNvPr>
            <p:cNvSpPr/>
            <p:nvPr/>
          </p:nvSpPr>
          <p:spPr>
            <a:xfrm rot="10800000">
              <a:off x="331116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23077541-B7D7-0A84-57C2-E235F5539224}"/>
                </a:ext>
              </a:extLst>
            </p:cNvPr>
            <p:cNvSpPr/>
            <p:nvPr/>
          </p:nvSpPr>
          <p:spPr>
            <a:xfrm rot="10800000">
              <a:off x="3210737"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374D4E12-33B1-E23B-056B-3D8394AA29AB}"/>
                </a:ext>
              </a:extLst>
            </p:cNvPr>
            <p:cNvSpPr/>
            <p:nvPr/>
          </p:nvSpPr>
          <p:spPr>
            <a:xfrm rot="10800000">
              <a:off x="3110314"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6BBF8331-BCD8-2E13-F2DA-76462928BA80}"/>
                </a:ext>
              </a:extLst>
            </p:cNvPr>
            <p:cNvSpPr/>
            <p:nvPr/>
          </p:nvSpPr>
          <p:spPr>
            <a:xfrm rot="10800000">
              <a:off x="3009891"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DED1DF47-5F46-2FC5-F506-1E8DF77D3625}"/>
                </a:ext>
              </a:extLst>
            </p:cNvPr>
            <p:cNvSpPr/>
            <p:nvPr/>
          </p:nvSpPr>
          <p:spPr>
            <a:xfrm rot="10800000">
              <a:off x="290946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883870A9-EBD8-9B0A-00EF-D850D7F38039}"/>
                </a:ext>
              </a:extLst>
            </p:cNvPr>
            <p:cNvSpPr/>
            <p:nvPr/>
          </p:nvSpPr>
          <p:spPr>
            <a:xfrm rot="10800000">
              <a:off x="280904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CA9FA108-4124-0F60-29FB-62A1FD239CE6}"/>
                </a:ext>
              </a:extLst>
            </p:cNvPr>
            <p:cNvSpPr/>
            <p:nvPr/>
          </p:nvSpPr>
          <p:spPr>
            <a:xfrm rot="10800000">
              <a:off x="270862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611E6335-286F-AED1-043D-9010BF6D801C}"/>
                </a:ext>
              </a:extLst>
            </p:cNvPr>
            <p:cNvSpPr/>
            <p:nvPr/>
          </p:nvSpPr>
          <p:spPr>
            <a:xfrm rot="10800000">
              <a:off x="260819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2D0FFA87-0989-BF2E-CEE9-2C3D5B324ED8}"/>
                </a:ext>
              </a:extLst>
            </p:cNvPr>
            <p:cNvSpPr/>
            <p:nvPr/>
          </p:nvSpPr>
          <p:spPr>
            <a:xfrm rot="10800000">
              <a:off x="2507777"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E125794F-72B2-05D2-F3B2-17E633A9D2E2}"/>
                </a:ext>
              </a:extLst>
            </p:cNvPr>
            <p:cNvSpPr/>
            <p:nvPr/>
          </p:nvSpPr>
          <p:spPr>
            <a:xfrm rot="10800000">
              <a:off x="2407354"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FB9238A4-CC22-86E5-7EE1-1BCB51EA2A47}"/>
                </a:ext>
              </a:extLst>
            </p:cNvPr>
            <p:cNvSpPr/>
            <p:nvPr/>
          </p:nvSpPr>
          <p:spPr>
            <a:xfrm rot="10800000">
              <a:off x="2306931"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8E6FBD68-F91B-8EF7-DB7D-F7FB602FC5FB}"/>
                </a:ext>
              </a:extLst>
            </p:cNvPr>
            <p:cNvSpPr/>
            <p:nvPr/>
          </p:nvSpPr>
          <p:spPr>
            <a:xfrm rot="10800000">
              <a:off x="2206508"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B342271F-0928-C47E-DB1D-9A10C973855C}"/>
                </a:ext>
              </a:extLst>
            </p:cNvPr>
            <p:cNvSpPr/>
            <p:nvPr/>
          </p:nvSpPr>
          <p:spPr>
            <a:xfrm rot="10800000">
              <a:off x="2106085"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4FF60AB3-6B5F-41D2-B116-064620070040}"/>
                </a:ext>
              </a:extLst>
            </p:cNvPr>
            <p:cNvSpPr/>
            <p:nvPr/>
          </p:nvSpPr>
          <p:spPr>
            <a:xfrm rot="10800000">
              <a:off x="2005662"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BCB334E8-645B-9881-9471-9D97642688DB}"/>
                </a:ext>
              </a:extLst>
            </p:cNvPr>
            <p:cNvSpPr/>
            <p:nvPr/>
          </p:nvSpPr>
          <p:spPr>
            <a:xfrm rot="10800000">
              <a:off x="1905239"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48FD03D2-841C-C7CF-0F01-3BC309298556}"/>
                </a:ext>
              </a:extLst>
            </p:cNvPr>
            <p:cNvSpPr/>
            <p:nvPr/>
          </p:nvSpPr>
          <p:spPr>
            <a:xfrm rot="10800000">
              <a:off x="1804816"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F1B6DE12-9EC7-22B3-BC60-52B7C9F76822}"/>
                </a:ext>
              </a:extLst>
            </p:cNvPr>
            <p:cNvSpPr/>
            <p:nvPr/>
          </p:nvSpPr>
          <p:spPr>
            <a:xfrm rot="10800000">
              <a:off x="1704393"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DC3E37D-F299-76A0-ED05-5DAED6A54875}"/>
                </a:ext>
              </a:extLst>
            </p:cNvPr>
            <p:cNvSpPr/>
            <p:nvPr/>
          </p:nvSpPr>
          <p:spPr>
            <a:xfrm rot="10800000">
              <a:off x="1603970" y="947707"/>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DAF65AFD-FEDB-6555-1FD8-088C80A37442}"/>
                </a:ext>
              </a:extLst>
            </p:cNvPr>
            <p:cNvSpPr/>
            <p:nvPr/>
          </p:nvSpPr>
          <p:spPr>
            <a:xfrm rot="10800000">
              <a:off x="1503547" y="94770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5944A48-D71D-3A68-0D19-53FFBE242737}"/>
                </a:ext>
              </a:extLst>
            </p:cNvPr>
            <p:cNvSpPr/>
            <p:nvPr/>
          </p:nvSpPr>
          <p:spPr>
            <a:xfrm rot="10800000">
              <a:off x="431538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F0CE9A5D-98D7-967D-C1B7-CF32036E904B}"/>
                </a:ext>
              </a:extLst>
            </p:cNvPr>
            <p:cNvSpPr/>
            <p:nvPr/>
          </p:nvSpPr>
          <p:spPr>
            <a:xfrm rot="10800000">
              <a:off x="421496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656E57A4-EFA7-34D3-993F-3E82F3322CE7}"/>
                </a:ext>
              </a:extLst>
            </p:cNvPr>
            <p:cNvSpPr/>
            <p:nvPr/>
          </p:nvSpPr>
          <p:spPr>
            <a:xfrm rot="10800000">
              <a:off x="411454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93580BEE-4F6B-1DBB-953B-5E483895DB73}"/>
                </a:ext>
              </a:extLst>
            </p:cNvPr>
            <p:cNvSpPr/>
            <p:nvPr/>
          </p:nvSpPr>
          <p:spPr>
            <a:xfrm rot="10800000">
              <a:off x="401412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2C581748-C4EB-1C87-149C-E98DA85BB205}"/>
                </a:ext>
              </a:extLst>
            </p:cNvPr>
            <p:cNvSpPr/>
            <p:nvPr/>
          </p:nvSpPr>
          <p:spPr>
            <a:xfrm rot="10800000">
              <a:off x="391369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E31A227F-F3D5-9F44-99B3-C395C514A70D}"/>
                </a:ext>
              </a:extLst>
            </p:cNvPr>
            <p:cNvSpPr/>
            <p:nvPr/>
          </p:nvSpPr>
          <p:spPr>
            <a:xfrm rot="10800000">
              <a:off x="381327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5EB16D88-044E-A1EA-209F-17928B4113E9}"/>
                </a:ext>
              </a:extLst>
            </p:cNvPr>
            <p:cNvSpPr/>
            <p:nvPr/>
          </p:nvSpPr>
          <p:spPr>
            <a:xfrm rot="10800000">
              <a:off x="371285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D953E8AD-FFB7-825D-C755-0F3BF1DE8B08}"/>
                </a:ext>
              </a:extLst>
            </p:cNvPr>
            <p:cNvSpPr/>
            <p:nvPr/>
          </p:nvSpPr>
          <p:spPr>
            <a:xfrm rot="10800000">
              <a:off x="361242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BB0527FE-D286-2EB9-2BEE-C46A8F3CDD0E}"/>
                </a:ext>
              </a:extLst>
            </p:cNvPr>
            <p:cNvSpPr/>
            <p:nvPr/>
          </p:nvSpPr>
          <p:spPr>
            <a:xfrm rot="10800000">
              <a:off x="351200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97C132D2-9709-740F-F305-ACD0B7565A56}"/>
                </a:ext>
              </a:extLst>
            </p:cNvPr>
            <p:cNvSpPr/>
            <p:nvPr/>
          </p:nvSpPr>
          <p:spPr>
            <a:xfrm rot="10800000">
              <a:off x="341158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046175E3-DCD1-F7EF-5ADE-08BFA18A2B43}"/>
                </a:ext>
              </a:extLst>
            </p:cNvPr>
            <p:cNvSpPr/>
            <p:nvPr/>
          </p:nvSpPr>
          <p:spPr>
            <a:xfrm rot="10800000">
              <a:off x="331116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6F5E6A93-B12A-A9D6-FBA1-F66570846354}"/>
                </a:ext>
              </a:extLst>
            </p:cNvPr>
            <p:cNvSpPr/>
            <p:nvPr/>
          </p:nvSpPr>
          <p:spPr>
            <a:xfrm rot="10800000">
              <a:off x="321073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FDCB0A54-B307-4588-6446-96341B27FF36}"/>
                </a:ext>
              </a:extLst>
            </p:cNvPr>
            <p:cNvSpPr/>
            <p:nvPr/>
          </p:nvSpPr>
          <p:spPr>
            <a:xfrm rot="10800000">
              <a:off x="3110314"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DD60A26D-81FE-35E7-F509-CB7BB6E21724}"/>
                </a:ext>
              </a:extLst>
            </p:cNvPr>
            <p:cNvSpPr/>
            <p:nvPr/>
          </p:nvSpPr>
          <p:spPr>
            <a:xfrm rot="10800000">
              <a:off x="3009891"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F11D7D0C-B4FD-90D1-00DA-E4F824B922BC}"/>
                </a:ext>
              </a:extLst>
            </p:cNvPr>
            <p:cNvSpPr/>
            <p:nvPr/>
          </p:nvSpPr>
          <p:spPr>
            <a:xfrm rot="10800000">
              <a:off x="290946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0B6245FA-43F7-C60E-21FB-BD356A64575C}"/>
                </a:ext>
              </a:extLst>
            </p:cNvPr>
            <p:cNvSpPr/>
            <p:nvPr/>
          </p:nvSpPr>
          <p:spPr>
            <a:xfrm rot="10800000">
              <a:off x="280904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097B5F65-1099-C17C-1DE6-4576CCCBD47D}"/>
                </a:ext>
              </a:extLst>
            </p:cNvPr>
            <p:cNvSpPr/>
            <p:nvPr/>
          </p:nvSpPr>
          <p:spPr>
            <a:xfrm rot="10800000">
              <a:off x="270862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34AD7EC7-F925-1FD7-E774-8BF6BB1DDD89}"/>
                </a:ext>
              </a:extLst>
            </p:cNvPr>
            <p:cNvSpPr/>
            <p:nvPr/>
          </p:nvSpPr>
          <p:spPr>
            <a:xfrm rot="10800000">
              <a:off x="260819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72A2FE06-E43C-F1F3-61D4-C57F759565B5}"/>
                </a:ext>
              </a:extLst>
            </p:cNvPr>
            <p:cNvSpPr/>
            <p:nvPr/>
          </p:nvSpPr>
          <p:spPr>
            <a:xfrm rot="10800000">
              <a:off x="250777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5337A7FF-16DC-157E-9C0A-D894BA9B5AD4}"/>
                </a:ext>
              </a:extLst>
            </p:cNvPr>
            <p:cNvSpPr/>
            <p:nvPr/>
          </p:nvSpPr>
          <p:spPr>
            <a:xfrm rot="10800000">
              <a:off x="2407354"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7CA10491-35CE-D93F-3D64-0C4105C85366}"/>
                </a:ext>
              </a:extLst>
            </p:cNvPr>
            <p:cNvSpPr/>
            <p:nvPr/>
          </p:nvSpPr>
          <p:spPr>
            <a:xfrm rot="10800000">
              <a:off x="2306931"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7AEE6101-E504-1762-2A23-CE8BC9A786B3}"/>
                </a:ext>
              </a:extLst>
            </p:cNvPr>
            <p:cNvSpPr/>
            <p:nvPr/>
          </p:nvSpPr>
          <p:spPr>
            <a:xfrm rot="10800000">
              <a:off x="2206508"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7314A1E8-3D8B-F73C-640B-DF614EFAFD8A}"/>
                </a:ext>
              </a:extLst>
            </p:cNvPr>
            <p:cNvSpPr/>
            <p:nvPr/>
          </p:nvSpPr>
          <p:spPr>
            <a:xfrm rot="10800000">
              <a:off x="2106085"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2FB2ADD4-025D-0AB6-1C45-335C9ABB5857}"/>
                </a:ext>
              </a:extLst>
            </p:cNvPr>
            <p:cNvSpPr/>
            <p:nvPr/>
          </p:nvSpPr>
          <p:spPr>
            <a:xfrm rot="10800000">
              <a:off x="2005662"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85E7FDB-2977-89F5-F2B8-AC0EC42B6595}"/>
                </a:ext>
              </a:extLst>
            </p:cNvPr>
            <p:cNvSpPr/>
            <p:nvPr/>
          </p:nvSpPr>
          <p:spPr>
            <a:xfrm rot="10800000">
              <a:off x="1905239"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E4D4C296-1F17-BD9A-930E-9EAFE1064F71}"/>
                </a:ext>
              </a:extLst>
            </p:cNvPr>
            <p:cNvSpPr/>
            <p:nvPr/>
          </p:nvSpPr>
          <p:spPr>
            <a:xfrm rot="10800000">
              <a:off x="1804816"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70A6369D-BE98-CAAE-62FF-B4FED8D72B6E}"/>
                </a:ext>
              </a:extLst>
            </p:cNvPr>
            <p:cNvSpPr/>
            <p:nvPr/>
          </p:nvSpPr>
          <p:spPr>
            <a:xfrm rot="10800000">
              <a:off x="1704393"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FC6AC2A4-7E9D-2FD5-6688-110F09874CEE}"/>
                </a:ext>
              </a:extLst>
            </p:cNvPr>
            <p:cNvSpPr/>
            <p:nvPr/>
          </p:nvSpPr>
          <p:spPr>
            <a:xfrm rot="10800000">
              <a:off x="1603970"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558CD36-7B7A-01A2-FBCD-5807DA6942F9}"/>
                </a:ext>
              </a:extLst>
            </p:cNvPr>
            <p:cNvSpPr/>
            <p:nvPr/>
          </p:nvSpPr>
          <p:spPr>
            <a:xfrm rot="10800000">
              <a:off x="1503547" y="847285"/>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0E5FC31D-0AC5-2A07-C9F1-AD8792514A6C}"/>
                </a:ext>
              </a:extLst>
            </p:cNvPr>
            <p:cNvSpPr/>
            <p:nvPr/>
          </p:nvSpPr>
          <p:spPr>
            <a:xfrm rot="10800000">
              <a:off x="702680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CF1F28D3-663B-1437-1ABD-F993406BD9FB}"/>
                </a:ext>
              </a:extLst>
            </p:cNvPr>
            <p:cNvSpPr/>
            <p:nvPr/>
          </p:nvSpPr>
          <p:spPr>
            <a:xfrm rot="10800000">
              <a:off x="692638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8F9ABFB8-4F3E-7132-F4F7-BC1C76DBFEB5}"/>
                </a:ext>
              </a:extLst>
            </p:cNvPr>
            <p:cNvSpPr/>
            <p:nvPr/>
          </p:nvSpPr>
          <p:spPr>
            <a:xfrm rot="10800000">
              <a:off x="682596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10E8E0FE-8008-B617-D69D-98DE2A7189B8}"/>
                </a:ext>
              </a:extLst>
            </p:cNvPr>
            <p:cNvSpPr/>
            <p:nvPr/>
          </p:nvSpPr>
          <p:spPr>
            <a:xfrm rot="10800000">
              <a:off x="672554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37DB8A8E-372E-B6FC-238E-F581126F1C70}"/>
                </a:ext>
              </a:extLst>
            </p:cNvPr>
            <p:cNvSpPr/>
            <p:nvPr/>
          </p:nvSpPr>
          <p:spPr>
            <a:xfrm rot="10800000">
              <a:off x="662511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FB1C8DFE-D0D1-643A-8720-150343151EC1}"/>
                </a:ext>
              </a:extLst>
            </p:cNvPr>
            <p:cNvSpPr/>
            <p:nvPr/>
          </p:nvSpPr>
          <p:spPr>
            <a:xfrm rot="10800000">
              <a:off x="652469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92ADDE6D-C69F-DE9A-66E9-6116CD8AEDCE}"/>
                </a:ext>
              </a:extLst>
            </p:cNvPr>
            <p:cNvSpPr/>
            <p:nvPr/>
          </p:nvSpPr>
          <p:spPr>
            <a:xfrm rot="10800000">
              <a:off x="642427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AD26278B-EB1B-BE12-538C-3602EDC7E855}"/>
                </a:ext>
              </a:extLst>
            </p:cNvPr>
            <p:cNvSpPr/>
            <p:nvPr/>
          </p:nvSpPr>
          <p:spPr>
            <a:xfrm rot="10800000">
              <a:off x="632384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D09D5D70-DBC8-3A6C-CED9-A23AD0B3114D}"/>
                </a:ext>
              </a:extLst>
            </p:cNvPr>
            <p:cNvSpPr/>
            <p:nvPr/>
          </p:nvSpPr>
          <p:spPr>
            <a:xfrm rot="10800000">
              <a:off x="622342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D7160C9F-4216-76F3-7224-8E7DE863A507}"/>
                </a:ext>
              </a:extLst>
            </p:cNvPr>
            <p:cNvSpPr/>
            <p:nvPr/>
          </p:nvSpPr>
          <p:spPr>
            <a:xfrm rot="10800000">
              <a:off x="612300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A997408B-1DAC-B74D-2D33-DF9ECE628EF3}"/>
                </a:ext>
              </a:extLst>
            </p:cNvPr>
            <p:cNvSpPr/>
            <p:nvPr/>
          </p:nvSpPr>
          <p:spPr>
            <a:xfrm rot="10800000">
              <a:off x="602258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CAFCB8B-325E-36B6-1C66-6BDA85003E9A}"/>
                </a:ext>
              </a:extLst>
            </p:cNvPr>
            <p:cNvSpPr/>
            <p:nvPr/>
          </p:nvSpPr>
          <p:spPr>
            <a:xfrm rot="10800000">
              <a:off x="592215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67F8512-5B56-43CC-E1C1-E52A3A9E1EF8}"/>
                </a:ext>
              </a:extLst>
            </p:cNvPr>
            <p:cNvSpPr/>
            <p:nvPr/>
          </p:nvSpPr>
          <p:spPr>
            <a:xfrm rot="10800000">
              <a:off x="5821734"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265AB8AE-04EF-2C15-D052-927BD6F897B3}"/>
                </a:ext>
              </a:extLst>
            </p:cNvPr>
            <p:cNvSpPr/>
            <p:nvPr/>
          </p:nvSpPr>
          <p:spPr>
            <a:xfrm rot="10800000">
              <a:off x="5721311"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4CF32D39-7F7A-3BCE-04ED-6B353C39F75E}"/>
                </a:ext>
              </a:extLst>
            </p:cNvPr>
            <p:cNvSpPr/>
            <p:nvPr/>
          </p:nvSpPr>
          <p:spPr>
            <a:xfrm rot="10800000">
              <a:off x="562088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C1630CA6-E3DF-B39C-567E-18FBE4AFB2C4}"/>
                </a:ext>
              </a:extLst>
            </p:cNvPr>
            <p:cNvSpPr/>
            <p:nvPr/>
          </p:nvSpPr>
          <p:spPr>
            <a:xfrm rot="10800000">
              <a:off x="552046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FE3BE856-00E6-7F4B-22BA-31DFA8D515B8}"/>
                </a:ext>
              </a:extLst>
            </p:cNvPr>
            <p:cNvSpPr/>
            <p:nvPr/>
          </p:nvSpPr>
          <p:spPr>
            <a:xfrm rot="10800000">
              <a:off x="542004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5F98C1E3-5755-B19B-8644-2AA796F4EAA4}"/>
                </a:ext>
              </a:extLst>
            </p:cNvPr>
            <p:cNvSpPr/>
            <p:nvPr/>
          </p:nvSpPr>
          <p:spPr>
            <a:xfrm rot="10800000">
              <a:off x="531961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B329CF39-4A2D-9E09-AC80-73859476BC05}"/>
                </a:ext>
              </a:extLst>
            </p:cNvPr>
            <p:cNvSpPr/>
            <p:nvPr/>
          </p:nvSpPr>
          <p:spPr>
            <a:xfrm rot="10800000">
              <a:off x="521919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53AD9B86-58D5-5753-FAC4-8D23A840C667}"/>
                </a:ext>
              </a:extLst>
            </p:cNvPr>
            <p:cNvSpPr/>
            <p:nvPr/>
          </p:nvSpPr>
          <p:spPr>
            <a:xfrm rot="10800000">
              <a:off x="5118774"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D9BF09FA-BED0-3FC0-5AEC-43562AF28C68}"/>
                </a:ext>
              </a:extLst>
            </p:cNvPr>
            <p:cNvSpPr/>
            <p:nvPr/>
          </p:nvSpPr>
          <p:spPr>
            <a:xfrm rot="10800000">
              <a:off x="5018351"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146737A1-445F-23A9-31CA-41FF5C14FA91}"/>
                </a:ext>
              </a:extLst>
            </p:cNvPr>
            <p:cNvSpPr/>
            <p:nvPr/>
          </p:nvSpPr>
          <p:spPr>
            <a:xfrm rot="10800000">
              <a:off x="4917928"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6BB2383D-67BD-C916-3C16-CDE63EB59B1D}"/>
                </a:ext>
              </a:extLst>
            </p:cNvPr>
            <p:cNvSpPr/>
            <p:nvPr/>
          </p:nvSpPr>
          <p:spPr>
            <a:xfrm rot="10800000">
              <a:off x="4817505"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D1CB91B3-94A8-D042-05F4-E3CAA3E53334}"/>
                </a:ext>
              </a:extLst>
            </p:cNvPr>
            <p:cNvSpPr/>
            <p:nvPr/>
          </p:nvSpPr>
          <p:spPr>
            <a:xfrm rot="10800000">
              <a:off x="4717082"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1D9CA4EF-35B0-CE9E-E6A2-990BA9FC4B77}"/>
                </a:ext>
              </a:extLst>
            </p:cNvPr>
            <p:cNvSpPr/>
            <p:nvPr/>
          </p:nvSpPr>
          <p:spPr>
            <a:xfrm rot="10800000">
              <a:off x="4616659"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F4512D7D-63C7-FBFA-90AD-40FD545DE494}"/>
                </a:ext>
              </a:extLst>
            </p:cNvPr>
            <p:cNvSpPr/>
            <p:nvPr/>
          </p:nvSpPr>
          <p:spPr>
            <a:xfrm rot="10800000">
              <a:off x="4516236"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78C2A9D2-2803-1152-F122-3996F326C427}"/>
                </a:ext>
              </a:extLst>
            </p:cNvPr>
            <p:cNvSpPr/>
            <p:nvPr/>
          </p:nvSpPr>
          <p:spPr>
            <a:xfrm rot="10800000">
              <a:off x="4415813"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48CBFF6A-2FCC-5F7E-5778-D0F38BCAC1B5}"/>
                </a:ext>
              </a:extLst>
            </p:cNvPr>
            <p:cNvSpPr/>
            <p:nvPr/>
          </p:nvSpPr>
          <p:spPr>
            <a:xfrm rot="10800000">
              <a:off x="4315390"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E39BCA22-0FAD-44EB-C364-A08CB77881B0}"/>
                </a:ext>
              </a:extLst>
            </p:cNvPr>
            <p:cNvSpPr/>
            <p:nvPr/>
          </p:nvSpPr>
          <p:spPr>
            <a:xfrm rot="10800000">
              <a:off x="4214967" y="145406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00F8480A-766D-DE85-05C0-13B76B2FC3C5}"/>
                </a:ext>
              </a:extLst>
            </p:cNvPr>
            <p:cNvSpPr/>
            <p:nvPr/>
          </p:nvSpPr>
          <p:spPr>
            <a:xfrm rot="10800000">
              <a:off x="7026809" y="135377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A29F3A39-A42F-B8EF-C599-110B66C8E853}"/>
                </a:ext>
              </a:extLst>
            </p:cNvPr>
            <p:cNvSpPr/>
            <p:nvPr/>
          </p:nvSpPr>
          <p:spPr>
            <a:xfrm rot="10800000">
              <a:off x="692638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AA56B0EA-0D99-9C59-E1BC-006C26BC0F22}"/>
                </a:ext>
              </a:extLst>
            </p:cNvPr>
            <p:cNvSpPr/>
            <p:nvPr/>
          </p:nvSpPr>
          <p:spPr>
            <a:xfrm rot="10800000">
              <a:off x="682596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46559D29-B749-F943-FEE2-5807A235DB25}"/>
                </a:ext>
              </a:extLst>
            </p:cNvPr>
            <p:cNvSpPr/>
            <p:nvPr/>
          </p:nvSpPr>
          <p:spPr>
            <a:xfrm rot="10800000">
              <a:off x="672554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6607ED04-0136-E4AF-BC37-2BA79B1EC590}"/>
                </a:ext>
              </a:extLst>
            </p:cNvPr>
            <p:cNvSpPr/>
            <p:nvPr/>
          </p:nvSpPr>
          <p:spPr>
            <a:xfrm rot="10800000">
              <a:off x="662511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C7BF177F-27F9-4049-2D72-2C3F90D80D7A}"/>
                </a:ext>
              </a:extLst>
            </p:cNvPr>
            <p:cNvSpPr/>
            <p:nvPr/>
          </p:nvSpPr>
          <p:spPr>
            <a:xfrm rot="10800000">
              <a:off x="652469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E89F2C20-21E7-391E-6F35-4293A6CA183E}"/>
                </a:ext>
              </a:extLst>
            </p:cNvPr>
            <p:cNvSpPr/>
            <p:nvPr/>
          </p:nvSpPr>
          <p:spPr>
            <a:xfrm rot="10800000">
              <a:off x="642427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29182E84-3ED5-1D4C-681B-F0A77EF6FB92}"/>
                </a:ext>
              </a:extLst>
            </p:cNvPr>
            <p:cNvSpPr/>
            <p:nvPr/>
          </p:nvSpPr>
          <p:spPr>
            <a:xfrm rot="10800000">
              <a:off x="632384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BCEEFDC4-2ED2-7185-B663-001F88FBF737}"/>
                </a:ext>
              </a:extLst>
            </p:cNvPr>
            <p:cNvSpPr/>
            <p:nvPr/>
          </p:nvSpPr>
          <p:spPr>
            <a:xfrm rot="10800000">
              <a:off x="622342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AF24BB9A-79AC-571B-3E0C-897E57E0CF3F}"/>
                </a:ext>
              </a:extLst>
            </p:cNvPr>
            <p:cNvSpPr/>
            <p:nvPr/>
          </p:nvSpPr>
          <p:spPr>
            <a:xfrm rot="10800000">
              <a:off x="612300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5FF7E929-8E66-20FE-5E60-4B1E62D3F868}"/>
                </a:ext>
              </a:extLst>
            </p:cNvPr>
            <p:cNvSpPr/>
            <p:nvPr/>
          </p:nvSpPr>
          <p:spPr>
            <a:xfrm rot="10800000">
              <a:off x="602258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E674C9C8-4DD6-F289-45C5-83FF464D5CEC}"/>
                </a:ext>
              </a:extLst>
            </p:cNvPr>
            <p:cNvSpPr/>
            <p:nvPr/>
          </p:nvSpPr>
          <p:spPr>
            <a:xfrm rot="10800000">
              <a:off x="5922157"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B86FBD66-F769-4561-1FCB-6201B8B82269}"/>
                </a:ext>
              </a:extLst>
            </p:cNvPr>
            <p:cNvSpPr/>
            <p:nvPr/>
          </p:nvSpPr>
          <p:spPr>
            <a:xfrm rot="10800000">
              <a:off x="5821734"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15420F39-D9EC-3ABB-D984-C77366606C05}"/>
                </a:ext>
              </a:extLst>
            </p:cNvPr>
            <p:cNvSpPr/>
            <p:nvPr/>
          </p:nvSpPr>
          <p:spPr>
            <a:xfrm rot="10800000">
              <a:off x="5721311"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392B5E78-3A6D-ABAF-0CB5-BB147CD94D90}"/>
                </a:ext>
              </a:extLst>
            </p:cNvPr>
            <p:cNvSpPr/>
            <p:nvPr/>
          </p:nvSpPr>
          <p:spPr>
            <a:xfrm rot="10800000">
              <a:off x="562088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F9AF2F41-7BF2-AF20-546E-81A75DD5DF85}"/>
                </a:ext>
              </a:extLst>
            </p:cNvPr>
            <p:cNvSpPr/>
            <p:nvPr/>
          </p:nvSpPr>
          <p:spPr>
            <a:xfrm rot="10800000">
              <a:off x="552046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F864634F-8D98-1FB4-D945-FE8F038A016A}"/>
                </a:ext>
              </a:extLst>
            </p:cNvPr>
            <p:cNvSpPr/>
            <p:nvPr/>
          </p:nvSpPr>
          <p:spPr>
            <a:xfrm rot="10800000">
              <a:off x="542004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70CBC541-7613-2B52-BA01-C954CC325A21}"/>
                </a:ext>
              </a:extLst>
            </p:cNvPr>
            <p:cNvSpPr/>
            <p:nvPr/>
          </p:nvSpPr>
          <p:spPr>
            <a:xfrm rot="10800000">
              <a:off x="531961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8453EEE0-1B74-4411-0537-933B74412F70}"/>
                </a:ext>
              </a:extLst>
            </p:cNvPr>
            <p:cNvSpPr/>
            <p:nvPr/>
          </p:nvSpPr>
          <p:spPr>
            <a:xfrm rot="10800000">
              <a:off x="5219197"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7A769FC7-CA7D-CD63-98C8-3D22AD1ECA0D}"/>
                </a:ext>
              </a:extLst>
            </p:cNvPr>
            <p:cNvSpPr/>
            <p:nvPr/>
          </p:nvSpPr>
          <p:spPr>
            <a:xfrm rot="10800000">
              <a:off x="5118774"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5A07C10F-0DF9-CE12-0A08-CCBF0F80A9F2}"/>
                </a:ext>
              </a:extLst>
            </p:cNvPr>
            <p:cNvSpPr/>
            <p:nvPr/>
          </p:nvSpPr>
          <p:spPr>
            <a:xfrm rot="10800000">
              <a:off x="5018351"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1BE27587-5665-5B94-8359-4F6E2AE0E550}"/>
                </a:ext>
              </a:extLst>
            </p:cNvPr>
            <p:cNvSpPr/>
            <p:nvPr/>
          </p:nvSpPr>
          <p:spPr>
            <a:xfrm rot="10800000">
              <a:off x="4917928"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AAA684A2-F4C3-D1C5-F676-F58D96CD70E0}"/>
                </a:ext>
              </a:extLst>
            </p:cNvPr>
            <p:cNvSpPr/>
            <p:nvPr/>
          </p:nvSpPr>
          <p:spPr>
            <a:xfrm rot="10800000">
              <a:off x="4817505"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1B5419D1-A008-2A22-D3DC-4AB385AA2C7B}"/>
                </a:ext>
              </a:extLst>
            </p:cNvPr>
            <p:cNvSpPr/>
            <p:nvPr/>
          </p:nvSpPr>
          <p:spPr>
            <a:xfrm rot="10800000">
              <a:off x="4717082"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5134D055-2190-8AEC-3F8C-8809D0CE5D55}"/>
                </a:ext>
              </a:extLst>
            </p:cNvPr>
            <p:cNvSpPr/>
            <p:nvPr/>
          </p:nvSpPr>
          <p:spPr>
            <a:xfrm rot="10800000">
              <a:off x="4616659"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6872D0DD-16FE-E0DD-C94A-B5146C4F699A}"/>
                </a:ext>
              </a:extLst>
            </p:cNvPr>
            <p:cNvSpPr/>
            <p:nvPr/>
          </p:nvSpPr>
          <p:spPr>
            <a:xfrm rot="10800000">
              <a:off x="4516236"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5BB56C3B-10ED-D2EA-F8DF-F4E2BF2A12BF}"/>
                </a:ext>
              </a:extLst>
            </p:cNvPr>
            <p:cNvSpPr/>
            <p:nvPr/>
          </p:nvSpPr>
          <p:spPr>
            <a:xfrm rot="10800000">
              <a:off x="4415813"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B3BEC575-55D9-D7F7-20F0-503A05B2AAA2}"/>
                </a:ext>
              </a:extLst>
            </p:cNvPr>
            <p:cNvSpPr/>
            <p:nvPr/>
          </p:nvSpPr>
          <p:spPr>
            <a:xfrm rot="10800000">
              <a:off x="4315390" y="135377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52C4D017-3FAF-97A3-5142-5C236409D284}"/>
                </a:ext>
              </a:extLst>
            </p:cNvPr>
            <p:cNvSpPr/>
            <p:nvPr/>
          </p:nvSpPr>
          <p:spPr>
            <a:xfrm rot="10800000">
              <a:off x="4214967" y="135377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4373F48B-FDA5-8289-BBF9-C590729A388B}"/>
                </a:ext>
              </a:extLst>
            </p:cNvPr>
            <p:cNvSpPr/>
            <p:nvPr/>
          </p:nvSpPr>
          <p:spPr>
            <a:xfrm rot="10800000">
              <a:off x="702680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DDBBFBBD-457A-6E46-B30E-41CBEA22177D}"/>
                </a:ext>
              </a:extLst>
            </p:cNvPr>
            <p:cNvSpPr/>
            <p:nvPr/>
          </p:nvSpPr>
          <p:spPr>
            <a:xfrm rot="10800000">
              <a:off x="692638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ACA39DAF-0DAD-634D-6460-D3240C750767}"/>
                </a:ext>
              </a:extLst>
            </p:cNvPr>
            <p:cNvSpPr/>
            <p:nvPr/>
          </p:nvSpPr>
          <p:spPr>
            <a:xfrm rot="10800000">
              <a:off x="682596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D6FC459F-F139-0D2E-552D-D7F9C0755905}"/>
                </a:ext>
              </a:extLst>
            </p:cNvPr>
            <p:cNvSpPr/>
            <p:nvPr/>
          </p:nvSpPr>
          <p:spPr>
            <a:xfrm rot="10800000">
              <a:off x="672554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6ACF776C-682D-169C-EFEF-50A98735CA0C}"/>
                </a:ext>
              </a:extLst>
            </p:cNvPr>
            <p:cNvSpPr/>
            <p:nvPr/>
          </p:nvSpPr>
          <p:spPr>
            <a:xfrm rot="10800000">
              <a:off x="662511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95B857F5-124F-8392-37CA-6E60FD5E304E}"/>
                </a:ext>
              </a:extLst>
            </p:cNvPr>
            <p:cNvSpPr/>
            <p:nvPr/>
          </p:nvSpPr>
          <p:spPr>
            <a:xfrm rot="10800000">
              <a:off x="652469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2BF0E328-30ED-1D60-59E6-8CD1FDA710D4}"/>
                </a:ext>
              </a:extLst>
            </p:cNvPr>
            <p:cNvSpPr/>
            <p:nvPr/>
          </p:nvSpPr>
          <p:spPr>
            <a:xfrm rot="10800000">
              <a:off x="642427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0DCAC986-8615-CFA7-1244-B636052D2F61}"/>
                </a:ext>
              </a:extLst>
            </p:cNvPr>
            <p:cNvSpPr/>
            <p:nvPr/>
          </p:nvSpPr>
          <p:spPr>
            <a:xfrm rot="10800000">
              <a:off x="632384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CD3797F7-AE53-27FE-1C36-EA5DF210A2F9}"/>
                </a:ext>
              </a:extLst>
            </p:cNvPr>
            <p:cNvSpPr/>
            <p:nvPr/>
          </p:nvSpPr>
          <p:spPr>
            <a:xfrm rot="10800000">
              <a:off x="622342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45CCE5C6-0CCD-718B-3B03-EDA8FCE1C1DE}"/>
                </a:ext>
              </a:extLst>
            </p:cNvPr>
            <p:cNvSpPr/>
            <p:nvPr/>
          </p:nvSpPr>
          <p:spPr>
            <a:xfrm rot="10800000">
              <a:off x="612300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DE44531B-8E8E-5EB2-C48E-62ECB2C6D7E0}"/>
                </a:ext>
              </a:extLst>
            </p:cNvPr>
            <p:cNvSpPr/>
            <p:nvPr/>
          </p:nvSpPr>
          <p:spPr>
            <a:xfrm rot="10800000">
              <a:off x="602258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3AF2916E-4145-FC2B-B76C-A0FF0D47F6BF}"/>
                </a:ext>
              </a:extLst>
            </p:cNvPr>
            <p:cNvSpPr/>
            <p:nvPr/>
          </p:nvSpPr>
          <p:spPr>
            <a:xfrm rot="10800000">
              <a:off x="592215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4246E5F7-5A88-4DEE-635D-86EF45C47ACF}"/>
                </a:ext>
              </a:extLst>
            </p:cNvPr>
            <p:cNvSpPr/>
            <p:nvPr/>
          </p:nvSpPr>
          <p:spPr>
            <a:xfrm rot="10800000">
              <a:off x="5821734"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97F5B007-E256-D877-ACCF-5F8ACF8947C1}"/>
                </a:ext>
              </a:extLst>
            </p:cNvPr>
            <p:cNvSpPr/>
            <p:nvPr/>
          </p:nvSpPr>
          <p:spPr>
            <a:xfrm rot="10800000">
              <a:off x="5721311"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E580AFF6-93C0-7728-51BE-54D60611C7D5}"/>
                </a:ext>
              </a:extLst>
            </p:cNvPr>
            <p:cNvSpPr/>
            <p:nvPr/>
          </p:nvSpPr>
          <p:spPr>
            <a:xfrm rot="10800000">
              <a:off x="562088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84C7CAED-B9F8-382F-2CD2-FEA3CB98677B}"/>
                </a:ext>
              </a:extLst>
            </p:cNvPr>
            <p:cNvSpPr/>
            <p:nvPr/>
          </p:nvSpPr>
          <p:spPr>
            <a:xfrm rot="10800000">
              <a:off x="552046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6A6EF9FA-3B52-81AD-8CBE-68CE4C77A0FC}"/>
                </a:ext>
              </a:extLst>
            </p:cNvPr>
            <p:cNvSpPr/>
            <p:nvPr/>
          </p:nvSpPr>
          <p:spPr>
            <a:xfrm rot="10800000">
              <a:off x="542004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B536252E-86E7-F569-4B9E-00D383D085B5}"/>
                </a:ext>
              </a:extLst>
            </p:cNvPr>
            <p:cNvSpPr/>
            <p:nvPr/>
          </p:nvSpPr>
          <p:spPr>
            <a:xfrm rot="10800000">
              <a:off x="531961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42EA9251-B5A1-6293-15BE-961DD0F35C23}"/>
                </a:ext>
              </a:extLst>
            </p:cNvPr>
            <p:cNvSpPr/>
            <p:nvPr/>
          </p:nvSpPr>
          <p:spPr>
            <a:xfrm rot="10800000">
              <a:off x="521919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62A441F8-486D-E3DA-FA62-EC228DE12F1C}"/>
                </a:ext>
              </a:extLst>
            </p:cNvPr>
            <p:cNvSpPr/>
            <p:nvPr/>
          </p:nvSpPr>
          <p:spPr>
            <a:xfrm rot="10800000">
              <a:off x="5118774"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F5E87803-64C1-BDD9-3418-2B02B01133FC}"/>
                </a:ext>
              </a:extLst>
            </p:cNvPr>
            <p:cNvSpPr/>
            <p:nvPr/>
          </p:nvSpPr>
          <p:spPr>
            <a:xfrm rot="10800000">
              <a:off x="5018351"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E7AA9BCE-15DA-A946-2071-A895B59A92C0}"/>
                </a:ext>
              </a:extLst>
            </p:cNvPr>
            <p:cNvSpPr/>
            <p:nvPr/>
          </p:nvSpPr>
          <p:spPr>
            <a:xfrm rot="10800000">
              <a:off x="4917928"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B6F2070D-C811-FD1C-35D1-31FD16AD354C}"/>
                </a:ext>
              </a:extLst>
            </p:cNvPr>
            <p:cNvSpPr/>
            <p:nvPr/>
          </p:nvSpPr>
          <p:spPr>
            <a:xfrm rot="10800000">
              <a:off x="4817505"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D9503132-8A44-E727-EEF3-7A751C9409FF}"/>
                </a:ext>
              </a:extLst>
            </p:cNvPr>
            <p:cNvSpPr/>
            <p:nvPr/>
          </p:nvSpPr>
          <p:spPr>
            <a:xfrm rot="10800000">
              <a:off x="4717082"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316C0E39-DD06-C07B-378B-790DA37149A3}"/>
                </a:ext>
              </a:extLst>
            </p:cNvPr>
            <p:cNvSpPr/>
            <p:nvPr/>
          </p:nvSpPr>
          <p:spPr>
            <a:xfrm rot="10800000">
              <a:off x="4616659"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BCC12CBA-8E74-42C9-D348-40EA637682A2}"/>
                </a:ext>
              </a:extLst>
            </p:cNvPr>
            <p:cNvSpPr/>
            <p:nvPr/>
          </p:nvSpPr>
          <p:spPr>
            <a:xfrm rot="10800000">
              <a:off x="4516236"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83D3CF57-138D-8A98-8DD7-3EA3EE25769D}"/>
                </a:ext>
              </a:extLst>
            </p:cNvPr>
            <p:cNvSpPr/>
            <p:nvPr/>
          </p:nvSpPr>
          <p:spPr>
            <a:xfrm rot="10800000">
              <a:off x="4415813"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CFA88338-6B73-5ED5-90CB-74F6ABE6C75E}"/>
                </a:ext>
              </a:extLst>
            </p:cNvPr>
            <p:cNvSpPr/>
            <p:nvPr/>
          </p:nvSpPr>
          <p:spPr>
            <a:xfrm rot="10800000">
              <a:off x="4315390"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C5B21E05-A43F-FDAB-0B5F-CDC655930038}"/>
                </a:ext>
              </a:extLst>
            </p:cNvPr>
            <p:cNvSpPr/>
            <p:nvPr/>
          </p:nvSpPr>
          <p:spPr>
            <a:xfrm rot="10800000">
              <a:off x="4214967" y="125335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A9ADD36-17A9-94D3-F3BB-A47E710BA2DB}"/>
                </a:ext>
              </a:extLst>
            </p:cNvPr>
            <p:cNvSpPr/>
            <p:nvPr/>
          </p:nvSpPr>
          <p:spPr>
            <a:xfrm rot="10800000">
              <a:off x="973642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5A546B-0A22-B7FC-2420-154B1F7E1850}"/>
                </a:ext>
              </a:extLst>
            </p:cNvPr>
            <p:cNvSpPr/>
            <p:nvPr/>
          </p:nvSpPr>
          <p:spPr>
            <a:xfrm rot="10800000">
              <a:off x="963600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27CE076-CC81-7D17-E2A6-D7D0C7103A72}"/>
                </a:ext>
              </a:extLst>
            </p:cNvPr>
            <p:cNvSpPr/>
            <p:nvPr/>
          </p:nvSpPr>
          <p:spPr>
            <a:xfrm rot="10800000">
              <a:off x="953558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58DF4C-D1F3-B062-FE36-1C17CC23D757}"/>
                </a:ext>
              </a:extLst>
            </p:cNvPr>
            <p:cNvSpPr/>
            <p:nvPr/>
          </p:nvSpPr>
          <p:spPr>
            <a:xfrm rot="10800000">
              <a:off x="943516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EC09795-0EA8-5B7E-422C-ECCD1A448FBE}"/>
                </a:ext>
              </a:extLst>
            </p:cNvPr>
            <p:cNvSpPr/>
            <p:nvPr/>
          </p:nvSpPr>
          <p:spPr>
            <a:xfrm rot="10800000">
              <a:off x="933473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84EE0D-B15D-F149-6D3A-E279622C892A}"/>
                </a:ext>
              </a:extLst>
            </p:cNvPr>
            <p:cNvSpPr/>
            <p:nvPr/>
          </p:nvSpPr>
          <p:spPr>
            <a:xfrm rot="10800000">
              <a:off x="923431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B67FCA-8AD5-A7C6-415D-7ABACA0A8D38}"/>
                </a:ext>
              </a:extLst>
            </p:cNvPr>
            <p:cNvSpPr/>
            <p:nvPr/>
          </p:nvSpPr>
          <p:spPr>
            <a:xfrm rot="10800000">
              <a:off x="913389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F074DB4-0726-BBF0-ED06-3B654CDC6843}"/>
                </a:ext>
              </a:extLst>
            </p:cNvPr>
            <p:cNvSpPr/>
            <p:nvPr/>
          </p:nvSpPr>
          <p:spPr>
            <a:xfrm rot="10800000">
              <a:off x="903346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7D7DB5B-6520-CBC7-86D9-485135534DA4}"/>
                </a:ext>
              </a:extLst>
            </p:cNvPr>
            <p:cNvSpPr/>
            <p:nvPr/>
          </p:nvSpPr>
          <p:spPr>
            <a:xfrm rot="10800000">
              <a:off x="893304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E375FE-F681-A69B-BCB8-B382AE0A4E3C}"/>
                </a:ext>
              </a:extLst>
            </p:cNvPr>
            <p:cNvSpPr/>
            <p:nvPr/>
          </p:nvSpPr>
          <p:spPr>
            <a:xfrm rot="10800000">
              <a:off x="883262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15A55B3-9738-188B-673F-8D05A3E009F9}"/>
                </a:ext>
              </a:extLst>
            </p:cNvPr>
            <p:cNvSpPr/>
            <p:nvPr/>
          </p:nvSpPr>
          <p:spPr>
            <a:xfrm rot="10800000">
              <a:off x="873220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E65D4FA-6C37-1841-BE73-454180FB9CED}"/>
                </a:ext>
              </a:extLst>
            </p:cNvPr>
            <p:cNvSpPr/>
            <p:nvPr/>
          </p:nvSpPr>
          <p:spPr>
            <a:xfrm rot="10800000">
              <a:off x="863177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4139E41-F09E-3222-11CE-CC97E86538AD}"/>
                </a:ext>
              </a:extLst>
            </p:cNvPr>
            <p:cNvSpPr/>
            <p:nvPr/>
          </p:nvSpPr>
          <p:spPr>
            <a:xfrm rot="10800000">
              <a:off x="8531354"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D2BBFC-76F4-E279-8624-2BA9B782FED9}"/>
                </a:ext>
              </a:extLst>
            </p:cNvPr>
            <p:cNvSpPr/>
            <p:nvPr/>
          </p:nvSpPr>
          <p:spPr>
            <a:xfrm rot="10800000">
              <a:off x="8430931"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DEA8739-1D81-B880-BDBE-A65BB9DA62E1}"/>
                </a:ext>
              </a:extLst>
            </p:cNvPr>
            <p:cNvSpPr/>
            <p:nvPr/>
          </p:nvSpPr>
          <p:spPr>
            <a:xfrm rot="10800000">
              <a:off x="833050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5ABD24-9E66-532E-9243-72C1D4190F8C}"/>
                </a:ext>
              </a:extLst>
            </p:cNvPr>
            <p:cNvSpPr/>
            <p:nvPr/>
          </p:nvSpPr>
          <p:spPr>
            <a:xfrm rot="10800000">
              <a:off x="823008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9021E3D-3775-3CBC-1D6C-AC19FC2AEEF4}"/>
                </a:ext>
              </a:extLst>
            </p:cNvPr>
            <p:cNvSpPr/>
            <p:nvPr/>
          </p:nvSpPr>
          <p:spPr>
            <a:xfrm rot="10800000">
              <a:off x="812966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60F5F24-4E51-E920-44AE-19848C16625B}"/>
                </a:ext>
              </a:extLst>
            </p:cNvPr>
            <p:cNvSpPr/>
            <p:nvPr/>
          </p:nvSpPr>
          <p:spPr>
            <a:xfrm rot="10800000">
              <a:off x="802923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0683C7B-AFB6-2F54-93BD-D3CC7F4438B9}"/>
                </a:ext>
              </a:extLst>
            </p:cNvPr>
            <p:cNvSpPr/>
            <p:nvPr/>
          </p:nvSpPr>
          <p:spPr>
            <a:xfrm rot="10800000">
              <a:off x="792881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A193DB6-337E-09E4-BEDD-E5351BA7772E}"/>
                </a:ext>
              </a:extLst>
            </p:cNvPr>
            <p:cNvSpPr/>
            <p:nvPr/>
          </p:nvSpPr>
          <p:spPr>
            <a:xfrm rot="10800000">
              <a:off x="7828394"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E8218AC-5300-F134-87D4-2F390A29F387}"/>
                </a:ext>
              </a:extLst>
            </p:cNvPr>
            <p:cNvSpPr/>
            <p:nvPr/>
          </p:nvSpPr>
          <p:spPr>
            <a:xfrm rot="10800000">
              <a:off x="7727971"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4A7C7D6-964D-33AD-9D7B-AF52454CADBB}"/>
                </a:ext>
              </a:extLst>
            </p:cNvPr>
            <p:cNvSpPr/>
            <p:nvPr/>
          </p:nvSpPr>
          <p:spPr>
            <a:xfrm rot="10800000">
              <a:off x="7627548"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C6B3B92-0C6A-5773-BA14-A8FFE09C9826}"/>
                </a:ext>
              </a:extLst>
            </p:cNvPr>
            <p:cNvSpPr/>
            <p:nvPr/>
          </p:nvSpPr>
          <p:spPr>
            <a:xfrm rot="10800000">
              <a:off x="7527125"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CD05216-70F5-974A-BF45-8469F4DA3EC1}"/>
                </a:ext>
              </a:extLst>
            </p:cNvPr>
            <p:cNvSpPr/>
            <p:nvPr/>
          </p:nvSpPr>
          <p:spPr>
            <a:xfrm rot="10800000">
              <a:off x="7426702"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79EF91A-1A3E-A6C9-6196-5F7026F3077E}"/>
                </a:ext>
              </a:extLst>
            </p:cNvPr>
            <p:cNvSpPr/>
            <p:nvPr/>
          </p:nvSpPr>
          <p:spPr>
            <a:xfrm rot="10800000">
              <a:off x="7326279"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56A0D05-A2A7-4480-2BB2-AC8E1D90178C}"/>
                </a:ext>
              </a:extLst>
            </p:cNvPr>
            <p:cNvSpPr/>
            <p:nvPr/>
          </p:nvSpPr>
          <p:spPr>
            <a:xfrm rot="10800000">
              <a:off x="7225856"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AED8EE7-7BA6-0753-2ACE-60122C1744C2}"/>
                </a:ext>
              </a:extLst>
            </p:cNvPr>
            <p:cNvSpPr/>
            <p:nvPr/>
          </p:nvSpPr>
          <p:spPr>
            <a:xfrm rot="10800000">
              <a:off x="7125433"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C516FC5-EBB6-54C7-8C1D-E52E70C2A0D8}"/>
                </a:ext>
              </a:extLst>
            </p:cNvPr>
            <p:cNvSpPr/>
            <p:nvPr/>
          </p:nvSpPr>
          <p:spPr>
            <a:xfrm rot="10800000">
              <a:off x="7025010"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DE720CB-9CE0-AE74-B834-FCAEFF383F28}"/>
                </a:ext>
              </a:extLst>
            </p:cNvPr>
            <p:cNvSpPr/>
            <p:nvPr/>
          </p:nvSpPr>
          <p:spPr>
            <a:xfrm rot="10800000">
              <a:off x="6924587" y="18601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F65A50C-26B1-630A-AC43-9A6F9D777696}"/>
                </a:ext>
              </a:extLst>
            </p:cNvPr>
            <p:cNvSpPr/>
            <p:nvPr/>
          </p:nvSpPr>
          <p:spPr>
            <a:xfrm rot="10800000">
              <a:off x="9736429" y="175985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61013B4-2E72-DF58-2CF3-BA8C7B424F0E}"/>
                </a:ext>
              </a:extLst>
            </p:cNvPr>
            <p:cNvSpPr/>
            <p:nvPr/>
          </p:nvSpPr>
          <p:spPr>
            <a:xfrm rot="10800000">
              <a:off x="963600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B246794-2DFA-1071-077C-AC463E6BEB6D}"/>
                </a:ext>
              </a:extLst>
            </p:cNvPr>
            <p:cNvSpPr/>
            <p:nvPr/>
          </p:nvSpPr>
          <p:spPr>
            <a:xfrm rot="10800000">
              <a:off x="953558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3021EB7-2A48-793E-DA55-1792659CA885}"/>
                </a:ext>
              </a:extLst>
            </p:cNvPr>
            <p:cNvSpPr/>
            <p:nvPr/>
          </p:nvSpPr>
          <p:spPr>
            <a:xfrm rot="10800000">
              <a:off x="943516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6FF3E2F-FC17-39BD-9F0C-E717BE45EAFC}"/>
                </a:ext>
              </a:extLst>
            </p:cNvPr>
            <p:cNvSpPr/>
            <p:nvPr/>
          </p:nvSpPr>
          <p:spPr>
            <a:xfrm rot="10800000">
              <a:off x="933473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5C11629-D053-21B8-560F-00447A584A0C}"/>
                </a:ext>
              </a:extLst>
            </p:cNvPr>
            <p:cNvSpPr/>
            <p:nvPr/>
          </p:nvSpPr>
          <p:spPr>
            <a:xfrm rot="10800000">
              <a:off x="923431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A20048D-0F25-7FA2-34A4-A65EEBAAF09E}"/>
                </a:ext>
              </a:extLst>
            </p:cNvPr>
            <p:cNvSpPr/>
            <p:nvPr/>
          </p:nvSpPr>
          <p:spPr>
            <a:xfrm rot="10800000">
              <a:off x="913389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F565FC1-96D3-B789-6D54-732471339F3C}"/>
                </a:ext>
              </a:extLst>
            </p:cNvPr>
            <p:cNvSpPr/>
            <p:nvPr/>
          </p:nvSpPr>
          <p:spPr>
            <a:xfrm rot="10800000">
              <a:off x="903346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2D02DF0-252F-856F-1EDB-0825C40E874D}"/>
                </a:ext>
              </a:extLst>
            </p:cNvPr>
            <p:cNvSpPr/>
            <p:nvPr/>
          </p:nvSpPr>
          <p:spPr>
            <a:xfrm rot="10800000">
              <a:off x="893304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2C14EF3-DA63-B077-E7DD-42B6B573A26D}"/>
                </a:ext>
              </a:extLst>
            </p:cNvPr>
            <p:cNvSpPr/>
            <p:nvPr/>
          </p:nvSpPr>
          <p:spPr>
            <a:xfrm rot="10800000">
              <a:off x="883262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41F52A0-3510-E193-1F3B-855097419165}"/>
                </a:ext>
              </a:extLst>
            </p:cNvPr>
            <p:cNvSpPr/>
            <p:nvPr/>
          </p:nvSpPr>
          <p:spPr>
            <a:xfrm rot="10800000">
              <a:off x="873220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7B7EE48-770A-855D-BDFD-7374CF605AEA}"/>
                </a:ext>
              </a:extLst>
            </p:cNvPr>
            <p:cNvSpPr/>
            <p:nvPr/>
          </p:nvSpPr>
          <p:spPr>
            <a:xfrm rot="10800000">
              <a:off x="8631777"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FDE4709-0CAD-691D-60A4-D434E20F0B1F}"/>
                </a:ext>
              </a:extLst>
            </p:cNvPr>
            <p:cNvSpPr/>
            <p:nvPr/>
          </p:nvSpPr>
          <p:spPr>
            <a:xfrm rot="10800000">
              <a:off x="8531354"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7084905-BCDE-2E3B-2C57-71C08DF7EBD5}"/>
                </a:ext>
              </a:extLst>
            </p:cNvPr>
            <p:cNvSpPr/>
            <p:nvPr/>
          </p:nvSpPr>
          <p:spPr>
            <a:xfrm rot="10800000">
              <a:off x="8430931"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28D9EFE-A04E-F125-1D44-B13127051C88}"/>
                </a:ext>
              </a:extLst>
            </p:cNvPr>
            <p:cNvSpPr/>
            <p:nvPr/>
          </p:nvSpPr>
          <p:spPr>
            <a:xfrm rot="10800000">
              <a:off x="833050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431A72C-166B-F8A6-6390-BCAE34F7FCA1}"/>
                </a:ext>
              </a:extLst>
            </p:cNvPr>
            <p:cNvSpPr/>
            <p:nvPr/>
          </p:nvSpPr>
          <p:spPr>
            <a:xfrm rot="10800000">
              <a:off x="823008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9BA36BD-4D56-321B-8D02-FC70B4662566}"/>
                </a:ext>
              </a:extLst>
            </p:cNvPr>
            <p:cNvSpPr/>
            <p:nvPr/>
          </p:nvSpPr>
          <p:spPr>
            <a:xfrm rot="10800000">
              <a:off x="812966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F46AFBD-76F2-451C-326C-EACCEAAD697A}"/>
                </a:ext>
              </a:extLst>
            </p:cNvPr>
            <p:cNvSpPr/>
            <p:nvPr/>
          </p:nvSpPr>
          <p:spPr>
            <a:xfrm rot="10800000">
              <a:off x="802923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7F4F0CF-0850-6E13-F888-FB48D275C913}"/>
                </a:ext>
              </a:extLst>
            </p:cNvPr>
            <p:cNvSpPr/>
            <p:nvPr/>
          </p:nvSpPr>
          <p:spPr>
            <a:xfrm rot="10800000">
              <a:off x="7928817"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97961E5-73FD-7CBA-5DA7-F5B331E9CFF0}"/>
                </a:ext>
              </a:extLst>
            </p:cNvPr>
            <p:cNvSpPr/>
            <p:nvPr/>
          </p:nvSpPr>
          <p:spPr>
            <a:xfrm rot="10800000">
              <a:off x="7828394"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6587693-20C7-3A55-8B4F-8B82A73406C1}"/>
                </a:ext>
              </a:extLst>
            </p:cNvPr>
            <p:cNvSpPr/>
            <p:nvPr/>
          </p:nvSpPr>
          <p:spPr>
            <a:xfrm rot="10800000">
              <a:off x="7727971"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AC81B6F-64E7-8A6B-8AB8-06428389C4AC}"/>
                </a:ext>
              </a:extLst>
            </p:cNvPr>
            <p:cNvSpPr/>
            <p:nvPr/>
          </p:nvSpPr>
          <p:spPr>
            <a:xfrm rot="10800000">
              <a:off x="7627548"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9B0FC58-2C35-9F96-5801-BF4E474644A9}"/>
                </a:ext>
              </a:extLst>
            </p:cNvPr>
            <p:cNvSpPr/>
            <p:nvPr/>
          </p:nvSpPr>
          <p:spPr>
            <a:xfrm rot="10800000">
              <a:off x="7527125"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19470E2-A749-DE97-1F64-03894E06AC90}"/>
                </a:ext>
              </a:extLst>
            </p:cNvPr>
            <p:cNvSpPr/>
            <p:nvPr/>
          </p:nvSpPr>
          <p:spPr>
            <a:xfrm rot="10800000">
              <a:off x="7426702"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979AFD9-550A-E1AE-41E2-F8B7B4AD8D2A}"/>
                </a:ext>
              </a:extLst>
            </p:cNvPr>
            <p:cNvSpPr/>
            <p:nvPr/>
          </p:nvSpPr>
          <p:spPr>
            <a:xfrm rot="10800000">
              <a:off x="7326279"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A2E84F5-3554-631A-0C91-19D51805BBCF}"/>
                </a:ext>
              </a:extLst>
            </p:cNvPr>
            <p:cNvSpPr/>
            <p:nvPr/>
          </p:nvSpPr>
          <p:spPr>
            <a:xfrm rot="10800000">
              <a:off x="7225856"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912DC586-245B-A84C-1AA0-373D3435EB5A}"/>
                </a:ext>
              </a:extLst>
            </p:cNvPr>
            <p:cNvSpPr/>
            <p:nvPr/>
          </p:nvSpPr>
          <p:spPr>
            <a:xfrm rot="10800000">
              <a:off x="7125433"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AFDE9926-684F-8AC1-635A-2228BC2BC8F4}"/>
                </a:ext>
              </a:extLst>
            </p:cNvPr>
            <p:cNvSpPr/>
            <p:nvPr/>
          </p:nvSpPr>
          <p:spPr>
            <a:xfrm rot="10800000">
              <a:off x="7025010" y="175985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61856B57-E20A-2F9C-0805-31581C0F5C41}"/>
                </a:ext>
              </a:extLst>
            </p:cNvPr>
            <p:cNvSpPr/>
            <p:nvPr/>
          </p:nvSpPr>
          <p:spPr>
            <a:xfrm rot="10800000">
              <a:off x="6924587" y="175985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7AA3202-62AC-C775-8BB3-70F792831872}"/>
                </a:ext>
              </a:extLst>
            </p:cNvPr>
            <p:cNvSpPr/>
            <p:nvPr/>
          </p:nvSpPr>
          <p:spPr>
            <a:xfrm rot="10800000">
              <a:off x="973642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3763095D-9FEC-FBB6-8209-90E102C414D6}"/>
                </a:ext>
              </a:extLst>
            </p:cNvPr>
            <p:cNvSpPr/>
            <p:nvPr/>
          </p:nvSpPr>
          <p:spPr>
            <a:xfrm rot="10800000">
              <a:off x="963600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818581A-CF18-CD18-F71F-CF6A664A0885}"/>
                </a:ext>
              </a:extLst>
            </p:cNvPr>
            <p:cNvSpPr/>
            <p:nvPr/>
          </p:nvSpPr>
          <p:spPr>
            <a:xfrm rot="10800000">
              <a:off x="953558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D045766C-BBD7-547B-7FB2-F88005E5FC36}"/>
                </a:ext>
              </a:extLst>
            </p:cNvPr>
            <p:cNvSpPr/>
            <p:nvPr/>
          </p:nvSpPr>
          <p:spPr>
            <a:xfrm rot="10800000">
              <a:off x="943516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D19B79D3-2205-B1BA-B2F2-5B6834F5E990}"/>
                </a:ext>
              </a:extLst>
            </p:cNvPr>
            <p:cNvSpPr/>
            <p:nvPr/>
          </p:nvSpPr>
          <p:spPr>
            <a:xfrm rot="10800000">
              <a:off x="933473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FD007BEC-A5D2-6A18-3727-4B62FF6AC273}"/>
                </a:ext>
              </a:extLst>
            </p:cNvPr>
            <p:cNvSpPr/>
            <p:nvPr/>
          </p:nvSpPr>
          <p:spPr>
            <a:xfrm rot="10800000">
              <a:off x="923431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262B0E9-043F-7D88-7DEE-36BF928E8080}"/>
                </a:ext>
              </a:extLst>
            </p:cNvPr>
            <p:cNvSpPr/>
            <p:nvPr/>
          </p:nvSpPr>
          <p:spPr>
            <a:xfrm rot="10800000">
              <a:off x="913389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1947CF23-3452-DAE7-7C12-9672B26E1EC7}"/>
                </a:ext>
              </a:extLst>
            </p:cNvPr>
            <p:cNvSpPr/>
            <p:nvPr/>
          </p:nvSpPr>
          <p:spPr>
            <a:xfrm rot="10800000">
              <a:off x="903346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43565BB4-1B13-0555-B54D-CEB757F1A3FB}"/>
                </a:ext>
              </a:extLst>
            </p:cNvPr>
            <p:cNvSpPr/>
            <p:nvPr/>
          </p:nvSpPr>
          <p:spPr>
            <a:xfrm rot="10800000">
              <a:off x="893304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22C12D84-551E-4FB4-A666-190010F196BE}"/>
                </a:ext>
              </a:extLst>
            </p:cNvPr>
            <p:cNvSpPr/>
            <p:nvPr/>
          </p:nvSpPr>
          <p:spPr>
            <a:xfrm rot="10800000">
              <a:off x="883262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48653BAE-87E7-7AF5-0D8E-0802C21CD466}"/>
                </a:ext>
              </a:extLst>
            </p:cNvPr>
            <p:cNvSpPr/>
            <p:nvPr/>
          </p:nvSpPr>
          <p:spPr>
            <a:xfrm rot="10800000">
              <a:off x="873220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1EB91CAA-D8C0-F103-7493-2F33E3515741}"/>
                </a:ext>
              </a:extLst>
            </p:cNvPr>
            <p:cNvSpPr/>
            <p:nvPr/>
          </p:nvSpPr>
          <p:spPr>
            <a:xfrm rot="10800000">
              <a:off x="863177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0216D75C-13F1-FDE4-6346-7B8E82489562}"/>
                </a:ext>
              </a:extLst>
            </p:cNvPr>
            <p:cNvSpPr/>
            <p:nvPr/>
          </p:nvSpPr>
          <p:spPr>
            <a:xfrm rot="10800000">
              <a:off x="8531354"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81C1BFDA-83CE-720F-00E0-4240D01EA5B5}"/>
                </a:ext>
              </a:extLst>
            </p:cNvPr>
            <p:cNvSpPr/>
            <p:nvPr/>
          </p:nvSpPr>
          <p:spPr>
            <a:xfrm rot="10800000">
              <a:off x="8430931"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1CBF6B70-DBA5-C347-3EFE-416F44D2BC50}"/>
                </a:ext>
              </a:extLst>
            </p:cNvPr>
            <p:cNvSpPr/>
            <p:nvPr/>
          </p:nvSpPr>
          <p:spPr>
            <a:xfrm rot="10800000">
              <a:off x="833050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155E8EA1-566C-3B40-FC53-9D370CC25CFA}"/>
                </a:ext>
              </a:extLst>
            </p:cNvPr>
            <p:cNvSpPr/>
            <p:nvPr/>
          </p:nvSpPr>
          <p:spPr>
            <a:xfrm rot="10800000">
              <a:off x="823008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66F4245-2982-7806-7AF8-CC2526A0041D}"/>
                </a:ext>
              </a:extLst>
            </p:cNvPr>
            <p:cNvSpPr/>
            <p:nvPr/>
          </p:nvSpPr>
          <p:spPr>
            <a:xfrm rot="10800000">
              <a:off x="812966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19494286-88E6-55FF-ED0F-FD0624FE01B6}"/>
                </a:ext>
              </a:extLst>
            </p:cNvPr>
            <p:cNvSpPr/>
            <p:nvPr/>
          </p:nvSpPr>
          <p:spPr>
            <a:xfrm rot="10800000">
              <a:off x="802923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D2E922A-3A3E-F1D0-C42E-1A26107D40EA}"/>
                </a:ext>
              </a:extLst>
            </p:cNvPr>
            <p:cNvSpPr/>
            <p:nvPr/>
          </p:nvSpPr>
          <p:spPr>
            <a:xfrm rot="10800000">
              <a:off x="792881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450B62F7-1AA0-845E-B359-22CCB4674244}"/>
                </a:ext>
              </a:extLst>
            </p:cNvPr>
            <p:cNvSpPr/>
            <p:nvPr/>
          </p:nvSpPr>
          <p:spPr>
            <a:xfrm rot="10800000">
              <a:off x="7828394"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C3C5798D-9C17-7805-04EF-43AC6EF03F3A}"/>
                </a:ext>
              </a:extLst>
            </p:cNvPr>
            <p:cNvSpPr/>
            <p:nvPr/>
          </p:nvSpPr>
          <p:spPr>
            <a:xfrm rot="10800000">
              <a:off x="7727971"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4608B74D-D740-D6FB-CE13-C2E516CDB15E}"/>
                </a:ext>
              </a:extLst>
            </p:cNvPr>
            <p:cNvSpPr/>
            <p:nvPr/>
          </p:nvSpPr>
          <p:spPr>
            <a:xfrm rot="10800000">
              <a:off x="7627548"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7B2A71D5-08BD-5EDF-F89D-876220361A64}"/>
                </a:ext>
              </a:extLst>
            </p:cNvPr>
            <p:cNvSpPr/>
            <p:nvPr/>
          </p:nvSpPr>
          <p:spPr>
            <a:xfrm rot="10800000">
              <a:off x="7527125"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5304D400-B041-1B3E-D22D-CD7CC45AFBE3}"/>
                </a:ext>
              </a:extLst>
            </p:cNvPr>
            <p:cNvSpPr/>
            <p:nvPr/>
          </p:nvSpPr>
          <p:spPr>
            <a:xfrm rot="10800000">
              <a:off x="7426702"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7D3FD4BD-2780-65FF-78B1-FF209B144EC1}"/>
                </a:ext>
              </a:extLst>
            </p:cNvPr>
            <p:cNvSpPr/>
            <p:nvPr/>
          </p:nvSpPr>
          <p:spPr>
            <a:xfrm rot="10800000">
              <a:off x="7326279"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46CB590B-5018-FE06-443D-2DAD6FE7793F}"/>
                </a:ext>
              </a:extLst>
            </p:cNvPr>
            <p:cNvSpPr/>
            <p:nvPr/>
          </p:nvSpPr>
          <p:spPr>
            <a:xfrm rot="10800000">
              <a:off x="7225856"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36FDC67B-D083-5E4E-84F4-0EBAB112BB3C}"/>
                </a:ext>
              </a:extLst>
            </p:cNvPr>
            <p:cNvSpPr/>
            <p:nvPr/>
          </p:nvSpPr>
          <p:spPr>
            <a:xfrm rot="10800000">
              <a:off x="7125433"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AC5BF5A1-1AA8-D489-14AE-1BC554388CC5}"/>
                </a:ext>
              </a:extLst>
            </p:cNvPr>
            <p:cNvSpPr/>
            <p:nvPr/>
          </p:nvSpPr>
          <p:spPr>
            <a:xfrm rot="10800000">
              <a:off x="7025010"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06A07617-00D9-2ABF-35D8-29252D0C8C19}"/>
                </a:ext>
              </a:extLst>
            </p:cNvPr>
            <p:cNvSpPr/>
            <p:nvPr/>
          </p:nvSpPr>
          <p:spPr>
            <a:xfrm rot="10800000">
              <a:off x="6924587" y="165942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16" name="Group 4715">
            <a:extLst>
              <a:ext uri="{FF2B5EF4-FFF2-40B4-BE49-F238E27FC236}">
                <a16:creationId xmlns:a16="http://schemas.microsoft.com/office/drawing/2014/main" id="{C621A9C6-C84F-41B0-301F-2F9BBB791FC5}"/>
              </a:ext>
            </a:extLst>
          </p:cNvPr>
          <p:cNvGrpSpPr/>
          <p:nvPr/>
        </p:nvGrpSpPr>
        <p:grpSpPr>
          <a:xfrm>
            <a:off x="1431222" y="1878240"/>
            <a:ext cx="2912265" cy="301135"/>
            <a:chOff x="1431222" y="2094918"/>
            <a:chExt cx="2912265" cy="301135"/>
          </a:xfrm>
        </p:grpSpPr>
        <p:sp>
          <p:nvSpPr>
            <p:cNvPr id="2338" name="Rectangle 2337">
              <a:extLst>
                <a:ext uri="{FF2B5EF4-FFF2-40B4-BE49-F238E27FC236}">
                  <a16:creationId xmlns:a16="http://schemas.microsoft.com/office/drawing/2014/main" id="{64060077-D7AA-5C41-CA88-17F5B42DD22B}"/>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 name="Rectangle 2338">
              <a:extLst>
                <a:ext uri="{FF2B5EF4-FFF2-40B4-BE49-F238E27FC236}">
                  <a16:creationId xmlns:a16="http://schemas.microsoft.com/office/drawing/2014/main" id="{2911B6E7-86D9-0D3F-8A1B-5ED1305EEE37}"/>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0" name="Rectangle 2339">
              <a:extLst>
                <a:ext uri="{FF2B5EF4-FFF2-40B4-BE49-F238E27FC236}">
                  <a16:creationId xmlns:a16="http://schemas.microsoft.com/office/drawing/2014/main" id="{AE232949-2BE6-871E-39FD-6950D9FF8CA6}"/>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7" name="Rectangle 3396">
              <a:extLst>
                <a:ext uri="{FF2B5EF4-FFF2-40B4-BE49-F238E27FC236}">
                  <a16:creationId xmlns:a16="http://schemas.microsoft.com/office/drawing/2014/main" id="{4887446D-346A-0045-0105-349F3C8F94AE}"/>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8" name="Rectangle 3397">
              <a:extLst>
                <a:ext uri="{FF2B5EF4-FFF2-40B4-BE49-F238E27FC236}">
                  <a16:creationId xmlns:a16="http://schemas.microsoft.com/office/drawing/2014/main" id="{6A85DCFB-F207-8032-8D22-C4AC2BEC4F9C}"/>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9" name="Rectangle 3398">
              <a:extLst>
                <a:ext uri="{FF2B5EF4-FFF2-40B4-BE49-F238E27FC236}">
                  <a16:creationId xmlns:a16="http://schemas.microsoft.com/office/drawing/2014/main" id="{964FA860-7FF5-CA8E-106A-5B96D5D64254}"/>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0" name="Rectangle 3399">
              <a:extLst>
                <a:ext uri="{FF2B5EF4-FFF2-40B4-BE49-F238E27FC236}">
                  <a16:creationId xmlns:a16="http://schemas.microsoft.com/office/drawing/2014/main" id="{230A5288-7932-444E-F1EB-27C7992ADF62}"/>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1" name="Rectangle 3400">
              <a:extLst>
                <a:ext uri="{FF2B5EF4-FFF2-40B4-BE49-F238E27FC236}">
                  <a16:creationId xmlns:a16="http://schemas.microsoft.com/office/drawing/2014/main" id="{71771530-79F7-94EC-41E1-DE398D937C51}"/>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8" name="Rectangle 4457">
              <a:extLst>
                <a:ext uri="{FF2B5EF4-FFF2-40B4-BE49-F238E27FC236}">
                  <a16:creationId xmlns:a16="http://schemas.microsoft.com/office/drawing/2014/main" id="{551AFC34-9B45-E79F-E002-86B9698503A5}"/>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2" name="Rectangle 4461">
              <a:extLst>
                <a:ext uri="{FF2B5EF4-FFF2-40B4-BE49-F238E27FC236}">
                  <a16:creationId xmlns:a16="http://schemas.microsoft.com/office/drawing/2014/main" id="{2BBEE527-206A-ED1E-24B6-BBD41C2CB75E}"/>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3" name="Rectangle 4462">
              <a:extLst>
                <a:ext uri="{FF2B5EF4-FFF2-40B4-BE49-F238E27FC236}">
                  <a16:creationId xmlns:a16="http://schemas.microsoft.com/office/drawing/2014/main" id="{DD3F82AE-5FB9-D577-7B95-833D2AE182E7}"/>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6" name="Rectangle 4465">
              <a:extLst>
                <a:ext uri="{FF2B5EF4-FFF2-40B4-BE49-F238E27FC236}">
                  <a16:creationId xmlns:a16="http://schemas.microsoft.com/office/drawing/2014/main" id="{F30B9EBF-0005-438A-17D8-12BF512A5FBE}"/>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7" name="Rectangle 4466">
              <a:extLst>
                <a:ext uri="{FF2B5EF4-FFF2-40B4-BE49-F238E27FC236}">
                  <a16:creationId xmlns:a16="http://schemas.microsoft.com/office/drawing/2014/main" id="{6ED71E5C-B948-C15E-BBA8-3F97F6DE2072}"/>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8" name="Rectangle 4467">
              <a:extLst>
                <a:ext uri="{FF2B5EF4-FFF2-40B4-BE49-F238E27FC236}">
                  <a16:creationId xmlns:a16="http://schemas.microsoft.com/office/drawing/2014/main" id="{CD23B6DA-7DEA-894B-0455-83D9422AA877}"/>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9" name="Rectangle 4468">
              <a:extLst>
                <a:ext uri="{FF2B5EF4-FFF2-40B4-BE49-F238E27FC236}">
                  <a16:creationId xmlns:a16="http://schemas.microsoft.com/office/drawing/2014/main" id="{72EE94EA-7CCD-BC18-4D4F-44D6769B31B9}"/>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0" name="Rectangle 4469">
              <a:extLst>
                <a:ext uri="{FF2B5EF4-FFF2-40B4-BE49-F238E27FC236}">
                  <a16:creationId xmlns:a16="http://schemas.microsoft.com/office/drawing/2014/main" id="{44035A74-127D-2AD6-6885-3AD7E70040AE}"/>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1" name="Rectangle 4470">
              <a:extLst>
                <a:ext uri="{FF2B5EF4-FFF2-40B4-BE49-F238E27FC236}">
                  <a16:creationId xmlns:a16="http://schemas.microsoft.com/office/drawing/2014/main" id="{186202D4-EDA2-E575-CA54-3BD5363E8DA3}"/>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2" name="Rectangle 4471">
              <a:extLst>
                <a:ext uri="{FF2B5EF4-FFF2-40B4-BE49-F238E27FC236}">
                  <a16:creationId xmlns:a16="http://schemas.microsoft.com/office/drawing/2014/main" id="{83516CE7-1EE2-CF6C-7CCD-D50CD4D2EA17}"/>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3" name="Rectangle 4472">
              <a:extLst>
                <a:ext uri="{FF2B5EF4-FFF2-40B4-BE49-F238E27FC236}">
                  <a16:creationId xmlns:a16="http://schemas.microsoft.com/office/drawing/2014/main" id="{FEC7BF94-3D71-C623-82EC-1961977E8B46}"/>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4" name="Rectangle 4473">
              <a:extLst>
                <a:ext uri="{FF2B5EF4-FFF2-40B4-BE49-F238E27FC236}">
                  <a16:creationId xmlns:a16="http://schemas.microsoft.com/office/drawing/2014/main" id="{39BA216E-E875-4E45-2910-056931873CC9}"/>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5" name="Rectangle 4474">
              <a:extLst>
                <a:ext uri="{FF2B5EF4-FFF2-40B4-BE49-F238E27FC236}">
                  <a16:creationId xmlns:a16="http://schemas.microsoft.com/office/drawing/2014/main" id="{F910A2EA-8BE1-5E68-0525-43D6FAFD659B}"/>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6" name="Rectangle 4475">
              <a:extLst>
                <a:ext uri="{FF2B5EF4-FFF2-40B4-BE49-F238E27FC236}">
                  <a16:creationId xmlns:a16="http://schemas.microsoft.com/office/drawing/2014/main" id="{426F2B57-4ED4-340C-90A6-804EE128FA06}"/>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7" name="Rectangle 4476">
              <a:extLst>
                <a:ext uri="{FF2B5EF4-FFF2-40B4-BE49-F238E27FC236}">
                  <a16:creationId xmlns:a16="http://schemas.microsoft.com/office/drawing/2014/main" id="{E105B044-8087-2FD4-CD16-06EDB7D3E6EE}"/>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8" name="Rectangle 4477">
              <a:extLst>
                <a:ext uri="{FF2B5EF4-FFF2-40B4-BE49-F238E27FC236}">
                  <a16:creationId xmlns:a16="http://schemas.microsoft.com/office/drawing/2014/main" id="{8D947FB7-CEE6-A720-A6BD-095ED61F0142}"/>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9" name="Rectangle 4478">
              <a:extLst>
                <a:ext uri="{FF2B5EF4-FFF2-40B4-BE49-F238E27FC236}">
                  <a16:creationId xmlns:a16="http://schemas.microsoft.com/office/drawing/2014/main" id="{BB6AFAC9-365E-FAD4-8FD2-91E5F4993354}"/>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0" name="Rectangle 4479">
              <a:extLst>
                <a:ext uri="{FF2B5EF4-FFF2-40B4-BE49-F238E27FC236}">
                  <a16:creationId xmlns:a16="http://schemas.microsoft.com/office/drawing/2014/main" id="{06A66D0B-C56F-28F7-E27D-4AA2FA84E64C}"/>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1" name="Rectangle 4480">
              <a:extLst>
                <a:ext uri="{FF2B5EF4-FFF2-40B4-BE49-F238E27FC236}">
                  <a16:creationId xmlns:a16="http://schemas.microsoft.com/office/drawing/2014/main" id="{E8F29133-7DA4-E108-4B9D-D65D492F630D}"/>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2" name="Rectangle 4481">
              <a:extLst>
                <a:ext uri="{FF2B5EF4-FFF2-40B4-BE49-F238E27FC236}">
                  <a16:creationId xmlns:a16="http://schemas.microsoft.com/office/drawing/2014/main" id="{9D3AA480-55BE-3F10-5323-80D9B98EC1A5}"/>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3" name="Rectangle 4482">
              <a:extLst>
                <a:ext uri="{FF2B5EF4-FFF2-40B4-BE49-F238E27FC236}">
                  <a16:creationId xmlns:a16="http://schemas.microsoft.com/office/drawing/2014/main" id="{003589C7-16E0-33C2-050E-BBF3135A544F}"/>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4" name="Rectangle 4483">
              <a:extLst>
                <a:ext uri="{FF2B5EF4-FFF2-40B4-BE49-F238E27FC236}">
                  <a16:creationId xmlns:a16="http://schemas.microsoft.com/office/drawing/2014/main" id="{37A1BDEE-FF82-F474-42EB-85E920CE90B3}"/>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5" name="Rectangle 4484">
              <a:extLst>
                <a:ext uri="{FF2B5EF4-FFF2-40B4-BE49-F238E27FC236}">
                  <a16:creationId xmlns:a16="http://schemas.microsoft.com/office/drawing/2014/main" id="{4E5BF64F-EBDC-D1D8-80FE-CF9E95377C4F}"/>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6" name="Rectangle 4485">
              <a:extLst>
                <a:ext uri="{FF2B5EF4-FFF2-40B4-BE49-F238E27FC236}">
                  <a16:creationId xmlns:a16="http://schemas.microsoft.com/office/drawing/2014/main" id="{3EE637B8-25F9-01D6-C23A-2D461D314FCB}"/>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7" name="Rectangle 4486">
              <a:extLst>
                <a:ext uri="{FF2B5EF4-FFF2-40B4-BE49-F238E27FC236}">
                  <a16:creationId xmlns:a16="http://schemas.microsoft.com/office/drawing/2014/main" id="{F4F0D459-28C8-97C2-5291-4332CA0AC785}"/>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8" name="Rectangle 4487">
              <a:extLst>
                <a:ext uri="{FF2B5EF4-FFF2-40B4-BE49-F238E27FC236}">
                  <a16:creationId xmlns:a16="http://schemas.microsoft.com/office/drawing/2014/main" id="{9F269A5C-48C1-DF50-8495-C243412CC6CC}"/>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9" name="Rectangle 4488">
              <a:extLst>
                <a:ext uri="{FF2B5EF4-FFF2-40B4-BE49-F238E27FC236}">
                  <a16:creationId xmlns:a16="http://schemas.microsoft.com/office/drawing/2014/main" id="{D6174C2B-4E30-AAD8-5B21-A99B7146AB3A}"/>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0" name="Rectangle 4489">
              <a:extLst>
                <a:ext uri="{FF2B5EF4-FFF2-40B4-BE49-F238E27FC236}">
                  <a16:creationId xmlns:a16="http://schemas.microsoft.com/office/drawing/2014/main" id="{4C04906B-634C-9C14-B5EF-57A1E72A942D}"/>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1" name="Rectangle 4490">
              <a:extLst>
                <a:ext uri="{FF2B5EF4-FFF2-40B4-BE49-F238E27FC236}">
                  <a16:creationId xmlns:a16="http://schemas.microsoft.com/office/drawing/2014/main" id="{A1D67AEC-8550-7901-8858-D2C07AF86EEA}"/>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2" name="Rectangle 4491">
              <a:extLst>
                <a:ext uri="{FF2B5EF4-FFF2-40B4-BE49-F238E27FC236}">
                  <a16:creationId xmlns:a16="http://schemas.microsoft.com/office/drawing/2014/main" id="{B3DB5608-46B0-38F2-E56E-F12639729C80}"/>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3" name="Rectangle 4492">
              <a:extLst>
                <a:ext uri="{FF2B5EF4-FFF2-40B4-BE49-F238E27FC236}">
                  <a16:creationId xmlns:a16="http://schemas.microsoft.com/office/drawing/2014/main" id="{AEAB9820-23CC-6372-B0C0-113A0C7F56C0}"/>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4" name="Rectangle 4493">
              <a:extLst>
                <a:ext uri="{FF2B5EF4-FFF2-40B4-BE49-F238E27FC236}">
                  <a16:creationId xmlns:a16="http://schemas.microsoft.com/office/drawing/2014/main" id="{56A399EE-E2EE-2578-0742-86631261C55E}"/>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5" name="Rectangle 4494">
              <a:extLst>
                <a:ext uri="{FF2B5EF4-FFF2-40B4-BE49-F238E27FC236}">
                  <a16:creationId xmlns:a16="http://schemas.microsoft.com/office/drawing/2014/main" id="{0414F4E0-97AB-1ECA-293E-0F7F2D827E6B}"/>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6" name="Rectangle 4495">
              <a:extLst>
                <a:ext uri="{FF2B5EF4-FFF2-40B4-BE49-F238E27FC236}">
                  <a16:creationId xmlns:a16="http://schemas.microsoft.com/office/drawing/2014/main" id="{404EDC20-58D3-F022-53D9-7B35CB2A79C2}"/>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7" name="Rectangle 4496">
              <a:extLst>
                <a:ext uri="{FF2B5EF4-FFF2-40B4-BE49-F238E27FC236}">
                  <a16:creationId xmlns:a16="http://schemas.microsoft.com/office/drawing/2014/main" id="{192EB1CC-8DF5-B38E-D3B7-350915731DD1}"/>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8" name="Rectangle 4497">
              <a:extLst>
                <a:ext uri="{FF2B5EF4-FFF2-40B4-BE49-F238E27FC236}">
                  <a16:creationId xmlns:a16="http://schemas.microsoft.com/office/drawing/2014/main" id="{D95F29B1-CA14-727B-0EFE-2BB7E00BAF8A}"/>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9" name="Rectangle 4498">
              <a:extLst>
                <a:ext uri="{FF2B5EF4-FFF2-40B4-BE49-F238E27FC236}">
                  <a16:creationId xmlns:a16="http://schemas.microsoft.com/office/drawing/2014/main" id="{C6F86D60-7DD2-2753-324E-350335721188}"/>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0" name="Rectangle 4499">
              <a:extLst>
                <a:ext uri="{FF2B5EF4-FFF2-40B4-BE49-F238E27FC236}">
                  <a16:creationId xmlns:a16="http://schemas.microsoft.com/office/drawing/2014/main" id="{96DBCC5B-6130-371C-B6BA-AED1FE1D620A}"/>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1" name="Rectangle 4500">
              <a:extLst>
                <a:ext uri="{FF2B5EF4-FFF2-40B4-BE49-F238E27FC236}">
                  <a16:creationId xmlns:a16="http://schemas.microsoft.com/office/drawing/2014/main" id="{F2A7DA6E-8791-F1D2-286D-03C7AA88F669}"/>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2" name="Rectangle 4501">
              <a:extLst>
                <a:ext uri="{FF2B5EF4-FFF2-40B4-BE49-F238E27FC236}">
                  <a16:creationId xmlns:a16="http://schemas.microsoft.com/office/drawing/2014/main" id="{4DD1A107-8CE4-D9BB-648E-6C1EF50ED387}"/>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3" name="Rectangle 4502">
              <a:extLst>
                <a:ext uri="{FF2B5EF4-FFF2-40B4-BE49-F238E27FC236}">
                  <a16:creationId xmlns:a16="http://schemas.microsoft.com/office/drawing/2014/main" id="{6915A0C2-0BC5-DF8B-BB34-F898C49BD3F7}"/>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4" name="Rectangle 4503">
              <a:extLst>
                <a:ext uri="{FF2B5EF4-FFF2-40B4-BE49-F238E27FC236}">
                  <a16:creationId xmlns:a16="http://schemas.microsoft.com/office/drawing/2014/main" id="{1EC8B4F2-7DD8-B82C-1A34-DDF17C005CA2}"/>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 name="Rectangle 4504">
              <a:extLst>
                <a:ext uri="{FF2B5EF4-FFF2-40B4-BE49-F238E27FC236}">
                  <a16:creationId xmlns:a16="http://schemas.microsoft.com/office/drawing/2014/main" id="{CBC6734D-30D0-03E9-10EF-01039B674600}"/>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6" name="Rectangle 4505">
              <a:extLst>
                <a:ext uri="{FF2B5EF4-FFF2-40B4-BE49-F238E27FC236}">
                  <a16:creationId xmlns:a16="http://schemas.microsoft.com/office/drawing/2014/main" id="{FF0AF356-42AF-67E6-D912-DC048255744A}"/>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7" name="Rectangle 4506">
              <a:extLst>
                <a:ext uri="{FF2B5EF4-FFF2-40B4-BE49-F238E27FC236}">
                  <a16:creationId xmlns:a16="http://schemas.microsoft.com/office/drawing/2014/main" id="{2432392A-EA2E-985A-0CDA-94D1F9E625C0}"/>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8" name="Rectangle 4507">
              <a:extLst>
                <a:ext uri="{FF2B5EF4-FFF2-40B4-BE49-F238E27FC236}">
                  <a16:creationId xmlns:a16="http://schemas.microsoft.com/office/drawing/2014/main" id="{04D1C26F-BC20-83DC-1C2B-62567AE9CF29}"/>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9" name="Rectangle 4508">
              <a:extLst>
                <a:ext uri="{FF2B5EF4-FFF2-40B4-BE49-F238E27FC236}">
                  <a16:creationId xmlns:a16="http://schemas.microsoft.com/office/drawing/2014/main" id="{4675652C-8DA6-1894-D86F-947DD4DC408B}"/>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0" name="Rectangle 4509">
              <a:extLst>
                <a:ext uri="{FF2B5EF4-FFF2-40B4-BE49-F238E27FC236}">
                  <a16:creationId xmlns:a16="http://schemas.microsoft.com/office/drawing/2014/main" id="{FD970B03-2284-7932-88C8-E3BDED149A0C}"/>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1" name="Rectangle 4510">
              <a:extLst>
                <a:ext uri="{FF2B5EF4-FFF2-40B4-BE49-F238E27FC236}">
                  <a16:creationId xmlns:a16="http://schemas.microsoft.com/office/drawing/2014/main" id="{6A3FDAAF-5EAD-A3DB-695C-27307A63190E}"/>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2" name="Rectangle 4511">
              <a:extLst>
                <a:ext uri="{FF2B5EF4-FFF2-40B4-BE49-F238E27FC236}">
                  <a16:creationId xmlns:a16="http://schemas.microsoft.com/office/drawing/2014/main" id="{4BB0D83C-9257-6AF5-EC54-E56F27EE47B4}"/>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3" name="Rectangle 4512">
              <a:extLst>
                <a:ext uri="{FF2B5EF4-FFF2-40B4-BE49-F238E27FC236}">
                  <a16:creationId xmlns:a16="http://schemas.microsoft.com/office/drawing/2014/main" id="{77725B25-EB78-9F46-608A-1D6C7932CFAD}"/>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4" name="Rectangle 4513">
              <a:extLst>
                <a:ext uri="{FF2B5EF4-FFF2-40B4-BE49-F238E27FC236}">
                  <a16:creationId xmlns:a16="http://schemas.microsoft.com/office/drawing/2014/main" id="{DC928C2E-2C48-2C4D-49AF-BED51680B16A}"/>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5" name="Rectangle 4514">
              <a:extLst>
                <a:ext uri="{FF2B5EF4-FFF2-40B4-BE49-F238E27FC236}">
                  <a16:creationId xmlns:a16="http://schemas.microsoft.com/office/drawing/2014/main" id="{7FBA8A30-D36D-9E07-1DA3-3065A5C7C48A}"/>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6" name="Rectangle 4515">
              <a:extLst>
                <a:ext uri="{FF2B5EF4-FFF2-40B4-BE49-F238E27FC236}">
                  <a16:creationId xmlns:a16="http://schemas.microsoft.com/office/drawing/2014/main" id="{AD861768-2BF4-16B9-11A6-F4F20584966E}"/>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7" name="Rectangle 4516">
              <a:extLst>
                <a:ext uri="{FF2B5EF4-FFF2-40B4-BE49-F238E27FC236}">
                  <a16:creationId xmlns:a16="http://schemas.microsoft.com/office/drawing/2014/main" id="{2527C899-1040-3422-AB2A-020D17BD4BD4}"/>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8" name="Rectangle 4517">
              <a:extLst>
                <a:ext uri="{FF2B5EF4-FFF2-40B4-BE49-F238E27FC236}">
                  <a16:creationId xmlns:a16="http://schemas.microsoft.com/office/drawing/2014/main" id="{CED25A5C-1893-FCDF-546D-95FAAC9A6831}"/>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9" name="Rectangle 4518">
              <a:extLst>
                <a:ext uri="{FF2B5EF4-FFF2-40B4-BE49-F238E27FC236}">
                  <a16:creationId xmlns:a16="http://schemas.microsoft.com/office/drawing/2014/main" id="{A816CD5F-FC77-0AEB-BB64-5C1BEDFCC143}"/>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0" name="Rectangle 4519">
              <a:extLst>
                <a:ext uri="{FF2B5EF4-FFF2-40B4-BE49-F238E27FC236}">
                  <a16:creationId xmlns:a16="http://schemas.microsoft.com/office/drawing/2014/main" id="{BC282940-4BC4-7CE5-23A9-27ACF9238850}"/>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1" name="Rectangle 4520">
              <a:extLst>
                <a:ext uri="{FF2B5EF4-FFF2-40B4-BE49-F238E27FC236}">
                  <a16:creationId xmlns:a16="http://schemas.microsoft.com/office/drawing/2014/main" id="{DC5440AA-323B-B9FF-1486-1694084FBE77}"/>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2" name="Rectangle 4521">
              <a:extLst>
                <a:ext uri="{FF2B5EF4-FFF2-40B4-BE49-F238E27FC236}">
                  <a16:creationId xmlns:a16="http://schemas.microsoft.com/office/drawing/2014/main" id="{E7877603-08DA-9A09-331B-588D0940ACC5}"/>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3" name="Rectangle 4522">
              <a:extLst>
                <a:ext uri="{FF2B5EF4-FFF2-40B4-BE49-F238E27FC236}">
                  <a16:creationId xmlns:a16="http://schemas.microsoft.com/office/drawing/2014/main" id="{CAABC0C1-1A0D-D982-C147-021D1E414B94}"/>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4" name="Rectangle 4523">
              <a:extLst>
                <a:ext uri="{FF2B5EF4-FFF2-40B4-BE49-F238E27FC236}">
                  <a16:creationId xmlns:a16="http://schemas.microsoft.com/office/drawing/2014/main" id="{4050406A-D048-009E-21B2-563AB6893184}"/>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5" name="Rectangle 4524">
              <a:extLst>
                <a:ext uri="{FF2B5EF4-FFF2-40B4-BE49-F238E27FC236}">
                  <a16:creationId xmlns:a16="http://schemas.microsoft.com/office/drawing/2014/main" id="{C2E78368-BED8-E7D2-8258-FA3BDF033210}"/>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6" name="Rectangle 4525">
              <a:extLst>
                <a:ext uri="{FF2B5EF4-FFF2-40B4-BE49-F238E27FC236}">
                  <a16:creationId xmlns:a16="http://schemas.microsoft.com/office/drawing/2014/main" id="{528F762F-8DCB-148F-11C0-2E9F737BCFD4}"/>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7" name="Rectangle 4526">
              <a:extLst>
                <a:ext uri="{FF2B5EF4-FFF2-40B4-BE49-F238E27FC236}">
                  <a16:creationId xmlns:a16="http://schemas.microsoft.com/office/drawing/2014/main" id="{9E2F0363-1CA7-FA80-7838-31EDF0C82B0C}"/>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8" name="Rectangle 4527">
              <a:extLst>
                <a:ext uri="{FF2B5EF4-FFF2-40B4-BE49-F238E27FC236}">
                  <a16:creationId xmlns:a16="http://schemas.microsoft.com/office/drawing/2014/main" id="{2998EB3B-6C8D-1449-A95B-C6A2D6C59731}"/>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9" name="Rectangle 4528">
              <a:extLst>
                <a:ext uri="{FF2B5EF4-FFF2-40B4-BE49-F238E27FC236}">
                  <a16:creationId xmlns:a16="http://schemas.microsoft.com/office/drawing/2014/main" id="{8DA159AE-5F98-9D1E-0D27-609F06D09CDA}"/>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0" name="Rectangle 4529">
              <a:extLst>
                <a:ext uri="{FF2B5EF4-FFF2-40B4-BE49-F238E27FC236}">
                  <a16:creationId xmlns:a16="http://schemas.microsoft.com/office/drawing/2014/main" id="{0916A4C6-26A3-62D8-BD4E-16BBCA207FFE}"/>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1" name="Rectangle 4530">
              <a:extLst>
                <a:ext uri="{FF2B5EF4-FFF2-40B4-BE49-F238E27FC236}">
                  <a16:creationId xmlns:a16="http://schemas.microsoft.com/office/drawing/2014/main" id="{0C55E94B-30DF-658D-18DC-0040AF0D12A8}"/>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2" name="Rectangle 4531">
              <a:extLst>
                <a:ext uri="{FF2B5EF4-FFF2-40B4-BE49-F238E27FC236}">
                  <a16:creationId xmlns:a16="http://schemas.microsoft.com/office/drawing/2014/main" id="{9FC34A78-5FB3-7134-AE8F-1F89E60F42A0}"/>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3" name="Rectangle 4532">
              <a:extLst>
                <a:ext uri="{FF2B5EF4-FFF2-40B4-BE49-F238E27FC236}">
                  <a16:creationId xmlns:a16="http://schemas.microsoft.com/office/drawing/2014/main" id="{F1CD390C-3C81-9652-B876-7FD5D83D2BE1}"/>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4" name="Rectangle 4533">
              <a:extLst>
                <a:ext uri="{FF2B5EF4-FFF2-40B4-BE49-F238E27FC236}">
                  <a16:creationId xmlns:a16="http://schemas.microsoft.com/office/drawing/2014/main" id="{53211CA7-7E79-F0E4-1277-573D01AFE967}"/>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5" name="Rectangle 4534">
              <a:extLst>
                <a:ext uri="{FF2B5EF4-FFF2-40B4-BE49-F238E27FC236}">
                  <a16:creationId xmlns:a16="http://schemas.microsoft.com/office/drawing/2014/main" id="{33DFE335-CD6C-5F2C-0CDE-997C9C95B7DA}"/>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6" name="Rectangle 4535">
              <a:extLst>
                <a:ext uri="{FF2B5EF4-FFF2-40B4-BE49-F238E27FC236}">
                  <a16:creationId xmlns:a16="http://schemas.microsoft.com/office/drawing/2014/main" id="{AC5B48D6-859F-FBF8-16A7-38CA8FEA59BA}"/>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7" name="Rectangle 4536">
              <a:extLst>
                <a:ext uri="{FF2B5EF4-FFF2-40B4-BE49-F238E27FC236}">
                  <a16:creationId xmlns:a16="http://schemas.microsoft.com/office/drawing/2014/main" id="{95230C10-449E-DA80-AC7C-A7767BCE5346}"/>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8" name="Rectangle 4537">
              <a:extLst>
                <a:ext uri="{FF2B5EF4-FFF2-40B4-BE49-F238E27FC236}">
                  <a16:creationId xmlns:a16="http://schemas.microsoft.com/office/drawing/2014/main" id="{660C7E8F-5C91-0C77-F878-01DEB07E2C54}"/>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9" name="Rectangle 4538">
              <a:extLst>
                <a:ext uri="{FF2B5EF4-FFF2-40B4-BE49-F238E27FC236}">
                  <a16:creationId xmlns:a16="http://schemas.microsoft.com/office/drawing/2014/main" id="{B3791662-5894-40DF-E59A-7CFBEFE56BE9}"/>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0" name="Rectangle 4539">
              <a:extLst>
                <a:ext uri="{FF2B5EF4-FFF2-40B4-BE49-F238E27FC236}">
                  <a16:creationId xmlns:a16="http://schemas.microsoft.com/office/drawing/2014/main" id="{7F053F1C-E7FB-7DB5-AD6D-C5AF25FA7864}"/>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1" name="Rectangle 4540">
              <a:extLst>
                <a:ext uri="{FF2B5EF4-FFF2-40B4-BE49-F238E27FC236}">
                  <a16:creationId xmlns:a16="http://schemas.microsoft.com/office/drawing/2014/main" id="{F9F1713C-E503-E11B-08A7-D7BD04E1FF0B}"/>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17" name="Group 4716">
            <a:extLst>
              <a:ext uri="{FF2B5EF4-FFF2-40B4-BE49-F238E27FC236}">
                <a16:creationId xmlns:a16="http://schemas.microsoft.com/office/drawing/2014/main" id="{D7FAED23-3B47-87DD-75CD-E658547DF4B6}"/>
              </a:ext>
            </a:extLst>
          </p:cNvPr>
          <p:cNvGrpSpPr/>
          <p:nvPr/>
        </p:nvGrpSpPr>
        <p:grpSpPr>
          <a:xfrm>
            <a:off x="4249331" y="2216621"/>
            <a:ext cx="2912265" cy="301135"/>
            <a:chOff x="1431222" y="2094918"/>
            <a:chExt cx="2912265" cy="301135"/>
          </a:xfrm>
        </p:grpSpPr>
        <p:sp>
          <p:nvSpPr>
            <p:cNvPr id="4718" name="Rectangle 4717">
              <a:extLst>
                <a:ext uri="{FF2B5EF4-FFF2-40B4-BE49-F238E27FC236}">
                  <a16:creationId xmlns:a16="http://schemas.microsoft.com/office/drawing/2014/main" id="{FB9E7193-37CC-0551-DDB7-F597D6E7D1C7}"/>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9" name="Rectangle 4718">
              <a:extLst>
                <a:ext uri="{FF2B5EF4-FFF2-40B4-BE49-F238E27FC236}">
                  <a16:creationId xmlns:a16="http://schemas.microsoft.com/office/drawing/2014/main" id="{16D35AFC-ABE0-40D9-8B8D-5F5C235797B5}"/>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0" name="Rectangle 4719">
              <a:extLst>
                <a:ext uri="{FF2B5EF4-FFF2-40B4-BE49-F238E27FC236}">
                  <a16:creationId xmlns:a16="http://schemas.microsoft.com/office/drawing/2014/main" id="{F23E480A-341C-4B83-A41C-1F51FCE7E97F}"/>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1" name="Rectangle 4720">
              <a:extLst>
                <a:ext uri="{FF2B5EF4-FFF2-40B4-BE49-F238E27FC236}">
                  <a16:creationId xmlns:a16="http://schemas.microsoft.com/office/drawing/2014/main" id="{C73E79C7-E950-ACE7-A5CC-6D486BAA2600}"/>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2" name="Rectangle 4721">
              <a:extLst>
                <a:ext uri="{FF2B5EF4-FFF2-40B4-BE49-F238E27FC236}">
                  <a16:creationId xmlns:a16="http://schemas.microsoft.com/office/drawing/2014/main" id="{E0E4956F-6D82-59D3-4340-FFB4C47AEA42}"/>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3" name="Rectangle 4722">
              <a:extLst>
                <a:ext uri="{FF2B5EF4-FFF2-40B4-BE49-F238E27FC236}">
                  <a16:creationId xmlns:a16="http://schemas.microsoft.com/office/drawing/2014/main" id="{10C06758-DB68-32DE-1FB5-4C531625C995}"/>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4" name="Rectangle 4723">
              <a:extLst>
                <a:ext uri="{FF2B5EF4-FFF2-40B4-BE49-F238E27FC236}">
                  <a16:creationId xmlns:a16="http://schemas.microsoft.com/office/drawing/2014/main" id="{5B118FD1-FD8F-F6E2-A1D5-F229FDA10C06}"/>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5" name="Rectangle 4724">
              <a:extLst>
                <a:ext uri="{FF2B5EF4-FFF2-40B4-BE49-F238E27FC236}">
                  <a16:creationId xmlns:a16="http://schemas.microsoft.com/office/drawing/2014/main" id="{5868B090-97D1-5325-861E-EC06C87DF2D8}"/>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6" name="Rectangle 4725">
              <a:extLst>
                <a:ext uri="{FF2B5EF4-FFF2-40B4-BE49-F238E27FC236}">
                  <a16:creationId xmlns:a16="http://schemas.microsoft.com/office/drawing/2014/main" id="{A6DBD006-474C-A42E-83F7-6D6934292A8C}"/>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7" name="Rectangle 4726">
              <a:extLst>
                <a:ext uri="{FF2B5EF4-FFF2-40B4-BE49-F238E27FC236}">
                  <a16:creationId xmlns:a16="http://schemas.microsoft.com/office/drawing/2014/main" id="{3A67D7AB-F517-A0BA-4373-0DE49AA9D35B}"/>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8" name="Rectangle 4727">
              <a:extLst>
                <a:ext uri="{FF2B5EF4-FFF2-40B4-BE49-F238E27FC236}">
                  <a16:creationId xmlns:a16="http://schemas.microsoft.com/office/drawing/2014/main" id="{BF9607C1-8E70-A563-4A00-C3096C246717}"/>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9" name="Rectangle 4728">
              <a:extLst>
                <a:ext uri="{FF2B5EF4-FFF2-40B4-BE49-F238E27FC236}">
                  <a16:creationId xmlns:a16="http://schemas.microsoft.com/office/drawing/2014/main" id="{9C21DE57-E98A-F4CE-6873-90C1E1B622B6}"/>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0" name="Rectangle 4729">
              <a:extLst>
                <a:ext uri="{FF2B5EF4-FFF2-40B4-BE49-F238E27FC236}">
                  <a16:creationId xmlns:a16="http://schemas.microsoft.com/office/drawing/2014/main" id="{B0632A41-4343-2E07-3C3F-710B7621A6FF}"/>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1" name="Rectangle 4730">
              <a:extLst>
                <a:ext uri="{FF2B5EF4-FFF2-40B4-BE49-F238E27FC236}">
                  <a16:creationId xmlns:a16="http://schemas.microsoft.com/office/drawing/2014/main" id="{FB1050C3-BC55-68FF-B060-4D9EE5CA3759}"/>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2" name="Rectangle 4731">
              <a:extLst>
                <a:ext uri="{FF2B5EF4-FFF2-40B4-BE49-F238E27FC236}">
                  <a16:creationId xmlns:a16="http://schemas.microsoft.com/office/drawing/2014/main" id="{8A2725D6-A59F-16A3-492D-A069292D53B8}"/>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3" name="Rectangle 4732">
              <a:extLst>
                <a:ext uri="{FF2B5EF4-FFF2-40B4-BE49-F238E27FC236}">
                  <a16:creationId xmlns:a16="http://schemas.microsoft.com/office/drawing/2014/main" id="{A7D42FA8-AB28-F5CF-F4EA-E2EC8D47696C}"/>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4" name="Rectangle 4733">
              <a:extLst>
                <a:ext uri="{FF2B5EF4-FFF2-40B4-BE49-F238E27FC236}">
                  <a16:creationId xmlns:a16="http://schemas.microsoft.com/office/drawing/2014/main" id="{4448EE17-EE7E-C3BF-E4C6-334CC1931B54}"/>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5" name="Rectangle 4734">
              <a:extLst>
                <a:ext uri="{FF2B5EF4-FFF2-40B4-BE49-F238E27FC236}">
                  <a16:creationId xmlns:a16="http://schemas.microsoft.com/office/drawing/2014/main" id="{E4A7F186-7752-4D7A-3CDC-010DC059283C}"/>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6" name="Rectangle 4735">
              <a:extLst>
                <a:ext uri="{FF2B5EF4-FFF2-40B4-BE49-F238E27FC236}">
                  <a16:creationId xmlns:a16="http://schemas.microsoft.com/office/drawing/2014/main" id="{F50D7AB7-036F-3226-A437-B134E1B9CE13}"/>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7" name="Rectangle 4736">
              <a:extLst>
                <a:ext uri="{FF2B5EF4-FFF2-40B4-BE49-F238E27FC236}">
                  <a16:creationId xmlns:a16="http://schemas.microsoft.com/office/drawing/2014/main" id="{638B301C-D3FA-D8DB-7978-1181DAB5F273}"/>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8" name="Rectangle 4737">
              <a:extLst>
                <a:ext uri="{FF2B5EF4-FFF2-40B4-BE49-F238E27FC236}">
                  <a16:creationId xmlns:a16="http://schemas.microsoft.com/office/drawing/2014/main" id="{C8EB7C17-8E23-DB97-EDEA-72E31F728EA2}"/>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9" name="Rectangle 4738">
              <a:extLst>
                <a:ext uri="{FF2B5EF4-FFF2-40B4-BE49-F238E27FC236}">
                  <a16:creationId xmlns:a16="http://schemas.microsoft.com/office/drawing/2014/main" id="{AD580451-B0F3-4831-540F-D951C2B6428D}"/>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0" name="Rectangle 4739">
              <a:extLst>
                <a:ext uri="{FF2B5EF4-FFF2-40B4-BE49-F238E27FC236}">
                  <a16:creationId xmlns:a16="http://schemas.microsoft.com/office/drawing/2014/main" id="{359662F5-68D8-59FA-BCB3-7A24E3D448DD}"/>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1" name="Rectangle 4740">
              <a:extLst>
                <a:ext uri="{FF2B5EF4-FFF2-40B4-BE49-F238E27FC236}">
                  <a16:creationId xmlns:a16="http://schemas.microsoft.com/office/drawing/2014/main" id="{00D03C41-D03C-4A6C-4288-DA0712A4F4FF}"/>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2" name="Rectangle 4741">
              <a:extLst>
                <a:ext uri="{FF2B5EF4-FFF2-40B4-BE49-F238E27FC236}">
                  <a16:creationId xmlns:a16="http://schemas.microsoft.com/office/drawing/2014/main" id="{05BE9C76-434A-89DD-9C55-E05B6D63FA46}"/>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3" name="Rectangle 4742">
              <a:extLst>
                <a:ext uri="{FF2B5EF4-FFF2-40B4-BE49-F238E27FC236}">
                  <a16:creationId xmlns:a16="http://schemas.microsoft.com/office/drawing/2014/main" id="{C3AF7311-BE46-EFB9-79FA-AA89AA4667FF}"/>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4" name="Rectangle 4743">
              <a:extLst>
                <a:ext uri="{FF2B5EF4-FFF2-40B4-BE49-F238E27FC236}">
                  <a16:creationId xmlns:a16="http://schemas.microsoft.com/office/drawing/2014/main" id="{2FAAADDE-D45F-86E0-C4C1-42D317F3DFC0}"/>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5" name="Rectangle 4744">
              <a:extLst>
                <a:ext uri="{FF2B5EF4-FFF2-40B4-BE49-F238E27FC236}">
                  <a16:creationId xmlns:a16="http://schemas.microsoft.com/office/drawing/2014/main" id="{602ECBD6-4FFE-CA47-2066-69942216C81A}"/>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6" name="Rectangle 4745">
              <a:extLst>
                <a:ext uri="{FF2B5EF4-FFF2-40B4-BE49-F238E27FC236}">
                  <a16:creationId xmlns:a16="http://schemas.microsoft.com/office/drawing/2014/main" id="{1F59049F-864E-CE22-C600-0DBA1AF4BD35}"/>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7" name="Rectangle 4746">
              <a:extLst>
                <a:ext uri="{FF2B5EF4-FFF2-40B4-BE49-F238E27FC236}">
                  <a16:creationId xmlns:a16="http://schemas.microsoft.com/office/drawing/2014/main" id="{0DEE4222-457D-8E3B-9506-5BE8EA8CD155}"/>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8" name="Rectangle 4747">
              <a:extLst>
                <a:ext uri="{FF2B5EF4-FFF2-40B4-BE49-F238E27FC236}">
                  <a16:creationId xmlns:a16="http://schemas.microsoft.com/office/drawing/2014/main" id="{B535F9D0-59FB-927B-6F55-B86F5AA71121}"/>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9" name="Rectangle 4748">
              <a:extLst>
                <a:ext uri="{FF2B5EF4-FFF2-40B4-BE49-F238E27FC236}">
                  <a16:creationId xmlns:a16="http://schemas.microsoft.com/office/drawing/2014/main" id="{5C203D82-2365-BB16-BEF8-1B70725B2528}"/>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0" name="Rectangle 4749">
              <a:extLst>
                <a:ext uri="{FF2B5EF4-FFF2-40B4-BE49-F238E27FC236}">
                  <a16:creationId xmlns:a16="http://schemas.microsoft.com/office/drawing/2014/main" id="{5430E0FF-A62B-9606-DB4E-FD0942B1D14B}"/>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1" name="Rectangle 4750">
              <a:extLst>
                <a:ext uri="{FF2B5EF4-FFF2-40B4-BE49-F238E27FC236}">
                  <a16:creationId xmlns:a16="http://schemas.microsoft.com/office/drawing/2014/main" id="{95F20332-D00C-D9B0-B832-42AD797938E4}"/>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2" name="Rectangle 4751">
              <a:extLst>
                <a:ext uri="{FF2B5EF4-FFF2-40B4-BE49-F238E27FC236}">
                  <a16:creationId xmlns:a16="http://schemas.microsoft.com/office/drawing/2014/main" id="{0AD5B32E-5BE2-16FC-F33B-77B46CBF262B}"/>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3" name="Rectangle 4752">
              <a:extLst>
                <a:ext uri="{FF2B5EF4-FFF2-40B4-BE49-F238E27FC236}">
                  <a16:creationId xmlns:a16="http://schemas.microsoft.com/office/drawing/2014/main" id="{C38B8EB0-FA14-2D0C-C380-343547DA93C9}"/>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4" name="Rectangle 4753">
              <a:extLst>
                <a:ext uri="{FF2B5EF4-FFF2-40B4-BE49-F238E27FC236}">
                  <a16:creationId xmlns:a16="http://schemas.microsoft.com/office/drawing/2014/main" id="{68642F6A-8AC3-DFF0-8A22-0A805C1891AE}"/>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5" name="Rectangle 4754">
              <a:extLst>
                <a:ext uri="{FF2B5EF4-FFF2-40B4-BE49-F238E27FC236}">
                  <a16:creationId xmlns:a16="http://schemas.microsoft.com/office/drawing/2014/main" id="{3EFFBB62-CF1A-3825-B580-48629564C1CA}"/>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6" name="Rectangle 4755">
              <a:extLst>
                <a:ext uri="{FF2B5EF4-FFF2-40B4-BE49-F238E27FC236}">
                  <a16:creationId xmlns:a16="http://schemas.microsoft.com/office/drawing/2014/main" id="{B92A43D7-23BF-5F58-8E48-4B1292135858}"/>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7" name="Rectangle 4756">
              <a:extLst>
                <a:ext uri="{FF2B5EF4-FFF2-40B4-BE49-F238E27FC236}">
                  <a16:creationId xmlns:a16="http://schemas.microsoft.com/office/drawing/2014/main" id="{37DEBBF7-0DE0-82A1-5ADC-A18F6F78C891}"/>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8" name="Rectangle 4757">
              <a:extLst>
                <a:ext uri="{FF2B5EF4-FFF2-40B4-BE49-F238E27FC236}">
                  <a16:creationId xmlns:a16="http://schemas.microsoft.com/office/drawing/2014/main" id="{C5280739-6D81-AEF3-B5A3-A6F19D31D87A}"/>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9" name="Rectangle 4758">
              <a:extLst>
                <a:ext uri="{FF2B5EF4-FFF2-40B4-BE49-F238E27FC236}">
                  <a16:creationId xmlns:a16="http://schemas.microsoft.com/office/drawing/2014/main" id="{EC337220-9024-892B-8862-33F43A417E2B}"/>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0" name="Rectangle 4759">
              <a:extLst>
                <a:ext uri="{FF2B5EF4-FFF2-40B4-BE49-F238E27FC236}">
                  <a16:creationId xmlns:a16="http://schemas.microsoft.com/office/drawing/2014/main" id="{BF80E497-7BE1-0A17-B88F-B15CFDAC3C01}"/>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1" name="Rectangle 4760">
              <a:extLst>
                <a:ext uri="{FF2B5EF4-FFF2-40B4-BE49-F238E27FC236}">
                  <a16:creationId xmlns:a16="http://schemas.microsoft.com/office/drawing/2014/main" id="{BBFBD693-89B7-E2A7-4C05-F9B4A0B2207B}"/>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2" name="Rectangle 4761">
              <a:extLst>
                <a:ext uri="{FF2B5EF4-FFF2-40B4-BE49-F238E27FC236}">
                  <a16:creationId xmlns:a16="http://schemas.microsoft.com/office/drawing/2014/main" id="{74AD0430-762E-A2CD-78D5-26ECA548CB6D}"/>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3" name="Rectangle 4762">
              <a:extLst>
                <a:ext uri="{FF2B5EF4-FFF2-40B4-BE49-F238E27FC236}">
                  <a16:creationId xmlns:a16="http://schemas.microsoft.com/office/drawing/2014/main" id="{1218AE76-9EF5-686E-A8B4-D746245232E5}"/>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4" name="Rectangle 4763">
              <a:extLst>
                <a:ext uri="{FF2B5EF4-FFF2-40B4-BE49-F238E27FC236}">
                  <a16:creationId xmlns:a16="http://schemas.microsoft.com/office/drawing/2014/main" id="{A3005590-8D22-D659-D973-A23554DC57A6}"/>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5" name="Rectangle 4764">
              <a:extLst>
                <a:ext uri="{FF2B5EF4-FFF2-40B4-BE49-F238E27FC236}">
                  <a16:creationId xmlns:a16="http://schemas.microsoft.com/office/drawing/2014/main" id="{799B88B1-8BD5-B76F-07D2-34AE5D8865DE}"/>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6" name="Rectangle 4765">
              <a:extLst>
                <a:ext uri="{FF2B5EF4-FFF2-40B4-BE49-F238E27FC236}">
                  <a16:creationId xmlns:a16="http://schemas.microsoft.com/office/drawing/2014/main" id="{D258A04B-B4D2-3E4F-753E-944A9FEBDAD6}"/>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7" name="Rectangle 4766">
              <a:extLst>
                <a:ext uri="{FF2B5EF4-FFF2-40B4-BE49-F238E27FC236}">
                  <a16:creationId xmlns:a16="http://schemas.microsoft.com/office/drawing/2014/main" id="{2E60C2F3-8E9A-0C6C-0693-72D72062131A}"/>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8" name="Rectangle 4767">
              <a:extLst>
                <a:ext uri="{FF2B5EF4-FFF2-40B4-BE49-F238E27FC236}">
                  <a16:creationId xmlns:a16="http://schemas.microsoft.com/office/drawing/2014/main" id="{9E8CC198-C789-BAF0-E286-644A6FB119FC}"/>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9" name="Rectangle 4768">
              <a:extLst>
                <a:ext uri="{FF2B5EF4-FFF2-40B4-BE49-F238E27FC236}">
                  <a16:creationId xmlns:a16="http://schemas.microsoft.com/office/drawing/2014/main" id="{BB30A9F7-B599-9628-5EF0-DB0CCD9B9A71}"/>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0" name="Rectangle 4769">
              <a:extLst>
                <a:ext uri="{FF2B5EF4-FFF2-40B4-BE49-F238E27FC236}">
                  <a16:creationId xmlns:a16="http://schemas.microsoft.com/office/drawing/2014/main" id="{E60D4210-7035-C1DF-26BA-B9CDF8E474FE}"/>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1" name="Rectangle 4770">
              <a:extLst>
                <a:ext uri="{FF2B5EF4-FFF2-40B4-BE49-F238E27FC236}">
                  <a16:creationId xmlns:a16="http://schemas.microsoft.com/office/drawing/2014/main" id="{C8AABFD4-1B9A-C02A-8624-8176587FCE7A}"/>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2" name="Rectangle 4771">
              <a:extLst>
                <a:ext uri="{FF2B5EF4-FFF2-40B4-BE49-F238E27FC236}">
                  <a16:creationId xmlns:a16="http://schemas.microsoft.com/office/drawing/2014/main" id="{2887A430-565A-7368-8178-55603A9BC6C3}"/>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3" name="Rectangle 4772">
              <a:extLst>
                <a:ext uri="{FF2B5EF4-FFF2-40B4-BE49-F238E27FC236}">
                  <a16:creationId xmlns:a16="http://schemas.microsoft.com/office/drawing/2014/main" id="{76A1108D-3304-A28D-2462-1ADC5F43B1A6}"/>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4" name="Rectangle 4773">
              <a:extLst>
                <a:ext uri="{FF2B5EF4-FFF2-40B4-BE49-F238E27FC236}">
                  <a16:creationId xmlns:a16="http://schemas.microsoft.com/office/drawing/2014/main" id="{5CC2A6CF-2243-D2F9-8247-1A7491683283}"/>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5" name="Rectangle 4774">
              <a:extLst>
                <a:ext uri="{FF2B5EF4-FFF2-40B4-BE49-F238E27FC236}">
                  <a16:creationId xmlns:a16="http://schemas.microsoft.com/office/drawing/2014/main" id="{4319DF69-BB05-EE32-4EAF-6E9337303AA3}"/>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6" name="Rectangle 4775">
              <a:extLst>
                <a:ext uri="{FF2B5EF4-FFF2-40B4-BE49-F238E27FC236}">
                  <a16:creationId xmlns:a16="http://schemas.microsoft.com/office/drawing/2014/main" id="{7D78B688-DBF5-3EC5-BEC8-3884A3380B61}"/>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7" name="Rectangle 4776">
              <a:extLst>
                <a:ext uri="{FF2B5EF4-FFF2-40B4-BE49-F238E27FC236}">
                  <a16:creationId xmlns:a16="http://schemas.microsoft.com/office/drawing/2014/main" id="{EC5812C6-01DA-71A3-7BB8-005C2039BD2C}"/>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8" name="Rectangle 4777">
              <a:extLst>
                <a:ext uri="{FF2B5EF4-FFF2-40B4-BE49-F238E27FC236}">
                  <a16:creationId xmlns:a16="http://schemas.microsoft.com/office/drawing/2014/main" id="{FA6225DC-94C3-98B0-287C-8A5E713B6F05}"/>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9" name="Rectangle 4778">
              <a:extLst>
                <a:ext uri="{FF2B5EF4-FFF2-40B4-BE49-F238E27FC236}">
                  <a16:creationId xmlns:a16="http://schemas.microsoft.com/office/drawing/2014/main" id="{980C65E0-92A5-3A72-91F6-1E99CAC8B852}"/>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0" name="Rectangle 4779">
              <a:extLst>
                <a:ext uri="{FF2B5EF4-FFF2-40B4-BE49-F238E27FC236}">
                  <a16:creationId xmlns:a16="http://schemas.microsoft.com/office/drawing/2014/main" id="{463A9ACB-43FC-2B29-1CEC-16ED894A065B}"/>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1" name="Rectangle 4780">
              <a:extLst>
                <a:ext uri="{FF2B5EF4-FFF2-40B4-BE49-F238E27FC236}">
                  <a16:creationId xmlns:a16="http://schemas.microsoft.com/office/drawing/2014/main" id="{FD8F08BC-BC47-60D8-88A0-8E5E26926970}"/>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2" name="Rectangle 4781">
              <a:extLst>
                <a:ext uri="{FF2B5EF4-FFF2-40B4-BE49-F238E27FC236}">
                  <a16:creationId xmlns:a16="http://schemas.microsoft.com/office/drawing/2014/main" id="{252DBE53-74C8-0D46-DB0F-CC798D1CA46A}"/>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3" name="Rectangle 4782">
              <a:extLst>
                <a:ext uri="{FF2B5EF4-FFF2-40B4-BE49-F238E27FC236}">
                  <a16:creationId xmlns:a16="http://schemas.microsoft.com/office/drawing/2014/main" id="{55D847EC-BC7F-95D0-456A-242A4DD930CC}"/>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4" name="Rectangle 4783">
              <a:extLst>
                <a:ext uri="{FF2B5EF4-FFF2-40B4-BE49-F238E27FC236}">
                  <a16:creationId xmlns:a16="http://schemas.microsoft.com/office/drawing/2014/main" id="{B417EB8C-A66D-0434-FA8D-B8768C9194CF}"/>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5" name="Rectangle 4784">
              <a:extLst>
                <a:ext uri="{FF2B5EF4-FFF2-40B4-BE49-F238E27FC236}">
                  <a16:creationId xmlns:a16="http://schemas.microsoft.com/office/drawing/2014/main" id="{673E60C9-0FB4-25C7-B2E6-29E29E918C6A}"/>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6" name="Rectangle 4785">
              <a:extLst>
                <a:ext uri="{FF2B5EF4-FFF2-40B4-BE49-F238E27FC236}">
                  <a16:creationId xmlns:a16="http://schemas.microsoft.com/office/drawing/2014/main" id="{1A6469F7-B6BB-1DDB-9086-8D43AC4C9B57}"/>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7" name="Rectangle 4786">
              <a:extLst>
                <a:ext uri="{FF2B5EF4-FFF2-40B4-BE49-F238E27FC236}">
                  <a16:creationId xmlns:a16="http://schemas.microsoft.com/office/drawing/2014/main" id="{8CB1C68E-4382-64EF-508B-E1536E546074}"/>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8" name="Rectangle 4787">
              <a:extLst>
                <a:ext uri="{FF2B5EF4-FFF2-40B4-BE49-F238E27FC236}">
                  <a16:creationId xmlns:a16="http://schemas.microsoft.com/office/drawing/2014/main" id="{D178A866-8CC7-5FD0-2026-50063BCBE0F6}"/>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9" name="Rectangle 4788">
              <a:extLst>
                <a:ext uri="{FF2B5EF4-FFF2-40B4-BE49-F238E27FC236}">
                  <a16:creationId xmlns:a16="http://schemas.microsoft.com/office/drawing/2014/main" id="{7944C2C5-878F-2E0A-C7CA-CAF09B3200FF}"/>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0" name="Rectangle 4789">
              <a:extLst>
                <a:ext uri="{FF2B5EF4-FFF2-40B4-BE49-F238E27FC236}">
                  <a16:creationId xmlns:a16="http://schemas.microsoft.com/office/drawing/2014/main" id="{96FA345E-1F63-8EC2-F9DF-9959184B4D36}"/>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1" name="Rectangle 4790">
              <a:extLst>
                <a:ext uri="{FF2B5EF4-FFF2-40B4-BE49-F238E27FC236}">
                  <a16:creationId xmlns:a16="http://schemas.microsoft.com/office/drawing/2014/main" id="{B04F8ABB-5C51-E3B1-0CC2-B5CBF3573E44}"/>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2" name="Rectangle 4791">
              <a:extLst>
                <a:ext uri="{FF2B5EF4-FFF2-40B4-BE49-F238E27FC236}">
                  <a16:creationId xmlns:a16="http://schemas.microsoft.com/office/drawing/2014/main" id="{CC975794-725B-0967-662C-A13513E2AFB0}"/>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3" name="Rectangle 4792">
              <a:extLst>
                <a:ext uri="{FF2B5EF4-FFF2-40B4-BE49-F238E27FC236}">
                  <a16:creationId xmlns:a16="http://schemas.microsoft.com/office/drawing/2014/main" id="{7B8BDF2F-146A-7D18-5922-90BE85E818D8}"/>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4" name="Rectangle 4793">
              <a:extLst>
                <a:ext uri="{FF2B5EF4-FFF2-40B4-BE49-F238E27FC236}">
                  <a16:creationId xmlns:a16="http://schemas.microsoft.com/office/drawing/2014/main" id="{31902C1A-E74A-E7ED-AA53-B4BB9AD7904F}"/>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5" name="Rectangle 4794">
              <a:extLst>
                <a:ext uri="{FF2B5EF4-FFF2-40B4-BE49-F238E27FC236}">
                  <a16:creationId xmlns:a16="http://schemas.microsoft.com/office/drawing/2014/main" id="{C2422244-DF98-E6BB-5374-A2F54802146F}"/>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6" name="Rectangle 4795">
              <a:extLst>
                <a:ext uri="{FF2B5EF4-FFF2-40B4-BE49-F238E27FC236}">
                  <a16:creationId xmlns:a16="http://schemas.microsoft.com/office/drawing/2014/main" id="{9BEFC59D-A7EE-EDFE-41E9-016078D2E326}"/>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7" name="Rectangle 4796">
              <a:extLst>
                <a:ext uri="{FF2B5EF4-FFF2-40B4-BE49-F238E27FC236}">
                  <a16:creationId xmlns:a16="http://schemas.microsoft.com/office/drawing/2014/main" id="{0B577F52-3D28-332F-E3D3-9DA8499EA33B}"/>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8" name="Rectangle 4797">
              <a:extLst>
                <a:ext uri="{FF2B5EF4-FFF2-40B4-BE49-F238E27FC236}">
                  <a16:creationId xmlns:a16="http://schemas.microsoft.com/office/drawing/2014/main" id="{A862DB30-1E2D-9589-72DB-5CFB70166114}"/>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9" name="Rectangle 4798">
              <a:extLst>
                <a:ext uri="{FF2B5EF4-FFF2-40B4-BE49-F238E27FC236}">
                  <a16:creationId xmlns:a16="http://schemas.microsoft.com/office/drawing/2014/main" id="{FDCD5D8C-794B-A2C4-75BD-78197B37FB1D}"/>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0" name="Rectangle 4799">
              <a:extLst>
                <a:ext uri="{FF2B5EF4-FFF2-40B4-BE49-F238E27FC236}">
                  <a16:creationId xmlns:a16="http://schemas.microsoft.com/office/drawing/2014/main" id="{E4D91A88-A49E-64FB-4B36-B18229C74A7C}"/>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1" name="Rectangle 4800">
              <a:extLst>
                <a:ext uri="{FF2B5EF4-FFF2-40B4-BE49-F238E27FC236}">
                  <a16:creationId xmlns:a16="http://schemas.microsoft.com/office/drawing/2014/main" id="{2AC96D6A-7778-7E63-E84B-AF911F7D7E51}"/>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2" name="Rectangle 4801">
              <a:extLst>
                <a:ext uri="{FF2B5EF4-FFF2-40B4-BE49-F238E27FC236}">
                  <a16:creationId xmlns:a16="http://schemas.microsoft.com/office/drawing/2014/main" id="{1886C4F6-C59B-7DF2-757C-875E45CC0196}"/>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3" name="Rectangle 4802">
              <a:extLst>
                <a:ext uri="{FF2B5EF4-FFF2-40B4-BE49-F238E27FC236}">
                  <a16:creationId xmlns:a16="http://schemas.microsoft.com/office/drawing/2014/main" id="{49B13DC9-0485-6D44-0D44-992B84116A61}"/>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4" name="Rectangle 4803">
              <a:extLst>
                <a:ext uri="{FF2B5EF4-FFF2-40B4-BE49-F238E27FC236}">
                  <a16:creationId xmlns:a16="http://schemas.microsoft.com/office/drawing/2014/main" id="{D348D926-857B-8A3A-8457-FE7864467DF2}"/>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05" name="Group 4804">
            <a:extLst>
              <a:ext uri="{FF2B5EF4-FFF2-40B4-BE49-F238E27FC236}">
                <a16:creationId xmlns:a16="http://schemas.microsoft.com/office/drawing/2014/main" id="{D1907A5F-4B63-93B3-CB05-1DD0F6B27063}"/>
              </a:ext>
            </a:extLst>
          </p:cNvPr>
          <p:cNvGrpSpPr/>
          <p:nvPr/>
        </p:nvGrpSpPr>
        <p:grpSpPr>
          <a:xfrm>
            <a:off x="7059686" y="2555001"/>
            <a:ext cx="2912265" cy="301135"/>
            <a:chOff x="1431222" y="2094918"/>
            <a:chExt cx="2912265" cy="301135"/>
          </a:xfrm>
        </p:grpSpPr>
        <p:sp>
          <p:nvSpPr>
            <p:cNvPr id="4806" name="Rectangle 4805">
              <a:extLst>
                <a:ext uri="{FF2B5EF4-FFF2-40B4-BE49-F238E27FC236}">
                  <a16:creationId xmlns:a16="http://schemas.microsoft.com/office/drawing/2014/main" id="{522433B3-EDA3-3675-699B-21B7F0BC1461}"/>
                </a:ext>
              </a:extLst>
            </p:cNvPr>
            <p:cNvSpPr/>
            <p:nvPr/>
          </p:nvSpPr>
          <p:spPr>
            <a:xfrm rot="10800000">
              <a:off x="424306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7" name="Rectangle 4806">
              <a:extLst>
                <a:ext uri="{FF2B5EF4-FFF2-40B4-BE49-F238E27FC236}">
                  <a16:creationId xmlns:a16="http://schemas.microsoft.com/office/drawing/2014/main" id="{26F5E1A8-FC5A-6547-0B49-47BE69393FC3}"/>
                </a:ext>
              </a:extLst>
            </p:cNvPr>
            <p:cNvSpPr/>
            <p:nvPr/>
          </p:nvSpPr>
          <p:spPr>
            <a:xfrm rot="10800000">
              <a:off x="414264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8" name="Rectangle 4807">
              <a:extLst>
                <a:ext uri="{FF2B5EF4-FFF2-40B4-BE49-F238E27FC236}">
                  <a16:creationId xmlns:a16="http://schemas.microsoft.com/office/drawing/2014/main" id="{3FF7839C-84C8-AFA0-4E2A-D16126218B08}"/>
                </a:ext>
              </a:extLst>
            </p:cNvPr>
            <p:cNvSpPr/>
            <p:nvPr/>
          </p:nvSpPr>
          <p:spPr>
            <a:xfrm rot="10800000">
              <a:off x="404221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9" name="Rectangle 4808">
              <a:extLst>
                <a:ext uri="{FF2B5EF4-FFF2-40B4-BE49-F238E27FC236}">
                  <a16:creationId xmlns:a16="http://schemas.microsoft.com/office/drawing/2014/main" id="{04739858-C7DB-3E1B-54B7-FEB0F56E14C1}"/>
                </a:ext>
              </a:extLst>
            </p:cNvPr>
            <p:cNvSpPr/>
            <p:nvPr/>
          </p:nvSpPr>
          <p:spPr>
            <a:xfrm rot="10800000">
              <a:off x="394179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0" name="Rectangle 4809">
              <a:extLst>
                <a:ext uri="{FF2B5EF4-FFF2-40B4-BE49-F238E27FC236}">
                  <a16:creationId xmlns:a16="http://schemas.microsoft.com/office/drawing/2014/main" id="{0A82967B-B9FD-C233-BBFB-0FC2E702E46B}"/>
                </a:ext>
              </a:extLst>
            </p:cNvPr>
            <p:cNvSpPr/>
            <p:nvPr/>
          </p:nvSpPr>
          <p:spPr>
            <a:xfrm rot="10800000">
              <a:off x="384137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1" name="Rectangle 4810">
              <a:extLst>
                <a:ext uri="{FF2B5EF4-FFF2-40B4-BE49-F238E27FC236}">
                  <a16:creationId xmlns:a16="http://schemas.microsoft.com/office/drawing/2014/main" id="{D63DF9BD-1F36-8636-E4DC-7F9BA989925B}"/>
                </a:ext>
              </a:extLst>
            </p:cNvPr>
            <p:cNvSpPr/>
            <p:nvPr/>
          </p:nvSpPr>
          <p:spPr>
            <a:xfrm rot="10800000">
              <a:off x="374095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2" name="Rectangle 4811">
              <a:extLst>
                <a:ext uri="{FF2B5EF4-FFF2-40B4-BE49-F238E27FC236}">
                  <a16:creationId xmlns:a16="http://schemas.microsoft.com/office/drawing/2014/main" id="{DEA94A1E-22F1-0C30-6DF8-A94FECCE9023}"/>
                </a:ext>
              </a:extLst>
            </p:cNvPr>
            <p:cNvSpPr/>
            <p:nvPr/>
          </p:nvSpPr>
          <p:spPr>
            <a:xfrm rot="10800000">
              <a:off x="364052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3" name="Rectangle 4812">
              <a:extLst>
                <a:ext uri="{FF2B5EF4-FFF2-40B4-BE49-F238E27FC236}">
                  <a16:creationId xmlns:a16="http://schemas.microsoft.com/office/drawing/2014/main" id="{6401E2F3-CBE3-731B-209E-8B2588EBA9D2}"/>
                </a:ext>
              </a:extLst>
            </p:cNvPr>
            <p:cNvSpPr/>
            <p:nvPr/>
          </p:nvSpPr>
          <p:spPr>
            <a:xfrm rot="10800000">
              <a:off x="354010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 name="Rectangle 4813">
              <a:extLst>
                <a:ext uri="{FF2B5EF4-FFF2-40B4-BE49-F238E27FC236}">
                  <a16:creationId xmlns:a16="http://schemas.microsoft.com/office/drawing/2014/main" id="{6261E6D5-5D05-138C-7CB0-9AC2422B7D29}"/>
                </a:ext>
              </a:extLst>
            </p:cNvPr>
            <p:cNvSpPr/>
            <p:nvPr/>
          </p:nvSpPr>
          <p:spPr>
            <a:xfrm rot="10800000">
              <a:off x="343968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5" name="Rectangle 4814">
              <a:extLst>
                <a:ext uri="{FF2B5EF4-FFF2-40B4-BE49-F238E27FC236}">
                  <a16:creationId xmlns:a16="http://schemas.microsoft.com/office/drawing/2014/main" id="{680877AC-B065-BC59-01B6-5B7D792AB97A}"/>
                </a:ext>
              </a:extLst>
            </p:cNvPr>
            <p:cNvSpPr/>
            <p:nvPr/>
          </p:nvSpPr>
          <p:spPr>
            <a:xfrm rot="10800000">
              <a:off x="333925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6" name="Rectangle 4815">
              <a:extLst>
                <a:ext uri="{FF2B5EF4-FFF2-40B4-BE49-F238E27FC236}">
                  <a16:creationId xmlns:a16="http://schemas.microsoft.com/office/drawing/2014/main" id="{267B11B1-C3FA-7BA0-F77B-1421426A6C08}"/>
                </a:ext>
              </a:extLst>
            </p:cNvPr>
            <p:cNvSpPr/>
            <p:nvPr/>
          </p:nvSpPr>
          <p:spPr>
            <a:xfrm rot="10800000">
              <a:off x="323883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7" name="Rectangle 4816">
              <a:extLst>
                <a:ext uri="{FF2B5EF4-FFF2-40B4-BE49-F238E27FC236}">
                  <a16:creationId xmlns:a16="http://schemas.microsoft.com/office/drawing/2014/main" id="{F503ABF1-BB15-8716-B4B6-51E01D170FB5}"/>
                </a:ext>
              </a:extLst>
            </p:cNvPr>
            <p:cNvSpPr/>
            <p:nvPr/>
          </p:nvSpPr>
          <p:spPr>
            <a:xfrm rot="10800000">
              <a:off x="313841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8" name="Rectangle 4817">
              <a:extLst>
                <a:ext uri="{FF2B5EF4-FFF2-40B4-BE49-F238E27FC236}">
                  <a16:creationId xmlns:a16="http://schemas.microsoft.com/office/drawing/2014/main" id="{FC6D20F0-CDC1-94C4-29A5-3F48214B36D3}"/>
                </a:ext>
              </a:extLst>
            </p:cNvPr>
            <p:cNvSpPr/>
            <p:nvPr/>
          </p:nvSpPr>
          <p:spPr>
            <a:xfrm rot="10800000">
              <a:off x="303798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9" name="Rectangle 4818">
              <a:extLst>
                <a:ext uri="{FF2B5EF4-FFF2-40B4-BE49-F238E27FC236}">
                  <a16:creationId xmlns:a16="http://schemas.microsoft.com/office/drawing/2014/main" id="{80F34D27-CE7B-6F23-ADA0-8A43C347A664}"/>
                </a:ext>
              </a:extLst>
            </p:cNvPr>
            <p:cNvSpPr/>
            <p:nvPr/>
          </p:nvSpPr>
          <p:spPr>
            <a:xfrm rot="10800000">
              <a:off x="293756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0" name="Rectangle 4819">
              <a:extLst>
                <a:ext uri="{FF2B5EF4-FFF2-40B4-BE49-F238E27FC236}">
                  <a16:creationId xmlns:a16="http://schemas.microsoft.com/office/drawing/2014/main" id="{1A02880D-F276-62BC-4C81-F183FEDD1E75}"/>
                </a:ext>
              </a:extLst>
            </p:cNvPr>
            <p:cNvSpPr/>
            <p:nvPr/>
          </p:nvSpPr>
          <p:spPr>
            <a:xfrm rot="10800000">
              <a:off x="283714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1" name="Rectangle 4820">
              <a:extLst>
                <a:ext uri="{FF2B5EF4-FFF2-40B4-BE49-F238E27FC236}">
                  <a16:creationId xmlns:a16="http://schemas.microsoft.com/office/drawing/2014/main" id="{5EA016B2-7769-6893-117D-22B0B12A6BC4}"/>
                </a:ext>
              </a:extLst>
            </p:cNvPr>
            <p:cNvSpPr/>
            <p:nvPr/>
          </p:nvSpPr>
          <p:spPr>
            <a:xfrm rot="10800000">
              <a:off x="273672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2" name="Rectangle 4821">
              <a:extLst>
                <a:ext uri="{FF2B5EF4-FFF2-40B4-BE49-F238E27FC236}">
                  <a16:creationId xmlns:a16="http://schemas.microsoft.com/office/drawing/2014/main" id="{3A5DC409-0CEE-397C-B63D-20D4D5DB64AD}"/>
                </a:ext>
              </a:extLst>
            </p:cNvPr>
            <p:cNvSpPr/>
            <p:nvPr/>
          </p:nvSpPr>
          <p:spPr>
            <a:xfrm rot="10800000">
              <a:off x="263629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3" name="Rectangle 4822">
              <a:extLst>
                <a:ext uri="{FF2B5EF4-FFF2-40B4-BE49-F238E27FC236}">
                  <a16:creationId xmlns:a16="http://schemas.microsoft.com/office/drawing/2014/main" id="{65ACAE6B-1A81-F7ED-21C9-F98C7A1A5A91}"/>
                </a:ext>
              </a:extLst>
            </p:cNvPr>
            <p:cNvSpPr/>
            <p:nvPr/>
          </p:nvSpPr>
          <p:spPr>
            <a:xfrm rot="10800000">
              <a:off x="253587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4" name="Rectangle 4823">
              <a:extLst>
                <a:ext uri="{FF2B5EF4-FFF2-40B4-BE49-F238E27FC236}">
                  <a16:creationId xmlns:a16="http://schemas.microsoft.com/office/drawing/2014/main" id="{03A89E2B-26B4-0F9B-5F8C-35FCFB9FBFE2}"/>
                </a:ext>
              </a:extLst>
            </p:cNvPr>
            <p:cNvSpPr/>
            <p:nvPr/>
          </p:nvSpPr>
          <p:spPr>
            <a:xfrm rot="10800000">
              <a:off x="243545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5" name="Rectangle 4824">
              <a:extLst>
                <a:ext uri="{FF2B5EF4-FFF2-40B4-BE49-F238E27FC236}">
                  <a16:creationId xmlns:a16="http://schemas.microsoft.com/office/drawing/2014/main" id="{CD3107F0-6C72-5BEF-ED37-C3331DFF2D44}"/>
                </a:ext>
              </a:extLst>
            </p:cNvPr>
            <p:cNvSpPr/>
            <p:nvPr/>
          </p:nvSpPr>
          <p:spPr>
            <a:xfrm rot="10800000">
              <a:off x="2335029"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6" name="Rectangle 4825">
              <a:extLst>
                <a:ext uri="{FF2B5EF4-FFF2-40B4-BE49-F238E27FC236}">
                  <a16:creationId xmlns:a16="http://schemas.microsoft.com/office/drawing/2014/main" id="{DB3716AA-7C0E-73AF-6F2E-DB74689469CC}"/>
                </a:ext>
              </a:extLst>
            </p:cNvPr>
            <p:cNvSpPr/>
            <p:nvPr/>
          </p:nvSpPr>
          <p:spPr>
            <a:xfrm rot="10800000">
              <a:off x="2234606"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7" name="Rectangle 4826">
              <a:extLst>
                <a:ext uri="{FF2B5EF4-FFF2-40B4-BE49-F238E27FC236}">
                  <a16:creationId xmlns:a16="http://schemas.microsoft.com/office/drawing/2014/main" id="{B468ADA1-1BC0-2398-D17C-1611A416AD67}"/>
                </a:ext>
              </a:extLst>
            </p:cNvPr>
            <p:cNvSpPr/>
            <p:nvPr/>
          </p:nvSpPr>
          <p:spPr>
            <a:xfrm rot="10800000">
              <a:off x="2134183"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8" name="Rectangle 4827">
              <a:extLst>
                <a:ext uri="{FF2B5EF4-FFF2-40B4-BE49-F238E27FC236}">
                  <a16:creationId xmlns:a16="http://schemas.microsoft.com/office/drawing/2014/main" id="{08E71096-4CDB-8F20-4496-D9A4528BB020}"/>
                </a:ext>
              </a:extLst>
            </p:cNvPr>
            <p:cNvSpPr/>
            <p:nvPr/>
          </p:nvSpPr>
          <p:spPr>
            <a:xfrm rot="10800000">
              <a:off x="2033760"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9" name="Rectangle 4828">
              <a:extLst>
                <a:ext uri="{FF2B5EF4-FFF2-40B4-BE49-F238E27FC236}">
                  <a16:creationId xmlns:a16="http://schemas.microsoft.com/office/drawing/2014/main" id="{5422D6D9-C8A9-4C61-0339-EB7B743927B4}"/>
                </a:ext>
              </a:extLst>
            </p:cNvPr>
            <p:cNvSpPr/>
            <p:nvPr/>
          </p:nvSpPr>
          <p:spPr>
            <a:xfrm rot="10800000">
              <a:off x="1933337"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0" name="Rectangle 4829">
              <a:extLst>
                <a:ext uri="{FF2B5EF4-FFF2-40B4-BE49-F238E27FC236}">
                  <a16:creationId xmlns:a16="http://schemas.microsoft.com/office/drawing/2014/main" id="{C861FAB7-4FF2-BE45-E57B-7B241F7C6A9C}"/>
                </a:ext>
              </a:extLst>
            </p:cNvPr>
            <p:cNvSpPr/>
            <p:nvPr/>
          </p:nvSpPr>
          <p:spPr>
            <a:xfrm rot="10800000">
              <a:off x="1832914"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1" name="Rectangle 4830">
              <a:extLst>
                <a:ext uri="{FF2B5EF4-FFF2-40B4-BE49-F238E27FC236}">
                  <a16:creationId xmlns:a16="http://schemas.microsoft.com/office/drawing/2014/main" id="{20079A0D-26D9-1BE9-490A-51D71A3A8753}"/>
                </a:ext>
              </a:extLst>
            </p:cNvPr>
            <p:cNvSpPr/>
            <p:nvPr/>
          </p:nvSpPr>
          <p:spPr>
            <a:xfrm rot="10800000">
              <a:off x="1732491"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2" name="Rectangle 4831">
              <a:extLst>
                <a:ext uri="{FF2B5EF4-FFF2-40B4-BE49-F238E27FC236}">
                  <a16:creationId xmlns:a16="http://schemas.microsoft.com/office/drawing/2014/main" id="{323A1A7D-6E25-349F-DF29-C894012312B0}"/>
                </a:ext>
              </a:extLst>
            </p:cNvPr>
            <p:cNvSpPr/>
            <p:nvPr/>
          </p:nvSpPr>
          <p:spPr>
            <a:xfrm rot="10800000">
              <a:off x="1632068"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3" name="Rectangle 4832">
              <a:extLst>
                <a:ext uri="{FF2B5EF4-FFF2-40B4-BE49-F238E27FC236}">
                  <a16:creationId xmlns:a16="http://schemas.microsoft.com/office/drawing/2014/main" id="{E44FF744-DF8B-1E81-8CD2-D4AA22A8A316}"/>
                </a:ext>
              </a:extLst>
            </p:cNvPr>
            <p:cNvSpPr/>
            <p:nvPr/>
          </p:nvSpPr>
          <p:spPr>
            <a:xfrm rot="10800000">
              <a:off x="1531645"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4" name="Rectangle 4833">
              <a:extLst>
                <a:ext uri="{FF2B5EF4-FFF2-40B4-BE49-F238E27FC236}">
                  <a16:creationId xmlns:a16="http://schemas.microsoft.com/office/drawing/2014/main" id="{F7995CF5-0092-5DE1-D8CC-BCB1E37B8DAD}"/>
                </a:ext>
              </a:extLst>
            </p:cNvPr>
            <p:cNvSpPr/>
            <p:nvPr/>
          </p:nvSpPr>
          <p:spPr>
            <a:xfrm rot="10800000">
              <a:off x="1431222" y="229563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5" name="Rectangle 4834">
              <a:extLst>
                <a:ext uri="{FF2B5EF4-FFF2-40B4-BE49-F238E27FC236}">
                  <a16:creationId xmlns:a16="http://schemas.microsoft.com/office/drawing/2014/main" id="{D509B0EF-3E3F-A454-F316-E5285681BBDB}"/>
                </a:ext>
              </a:extLst>
            </p:cNvPr>
            <p:cNvSpPr/>
            <p:nvPr/>
          </p:nvSpPr>
          <p:spPr>
            <a:xfrm rot="10800000">
              <a:off x="4243064"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6" name="Rectangle 4835">
              <a:extLst>
                <a:ext uri="{FF2B5EF4-FFF2-40B4-BE49-F238E27FC236}">
                  <a16:creationId xmlns:a16="http://schemas.microsoft.com/office/drawing/2014/main" id="{F4E151E1-92F9-71D8-A823-80D719E8B1B2}"/>
                </a:ext>
              </a:extLst>
            </p:cNvPr>
            <p:cNvSpPr/>
            <p:nvPr/>
          </p:nvSpPr>
          <p:spPr>
            <a:xfrm rot="10800000">
              <a:off x="414264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7" name="Rectangle 4836">
              <a:extLst>
                <a:ext uri="{FF2B5EF4-FFF2-40B4-BE49-F238E27FC236}">
                  <a16:creationId xmlns:a16="http://schemas.microsoft.com/office/drawing/2014/main" id="{BD207CF0-A08A-B98D-1611-30667EA12E70}"/>
                </a:ext>
              </a:extLst>
            </p:cNvPr>
            <p:cNvSpPr/>
            <p:nvPr/>
          </p:nvSpPr>
          <p:spPr>
            <a:xfrm rot="10800000">
              <a:off x="404221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8" name="Rectangle 4837">
              <a:extLst>
                <a:ext uri="{FF2B5EF4-FFF2-40B4-BE49-F238E27FC236}">
                  <a16:creationId xmlns:a16="http://schemas.microsoft.com/office/drawing/2014/main" id="{98852061-4D61-D3D7-CDDE-F879FFCFE88C}"/>
                </a:ext>
              </a:extLst>
            </p:cNvPr>
            <p:cNvSpPr/>
            <p:nvPr/>
          </p:nvSpPr>
          <p:spPr>
            <a:xfrm rot="10800000">
              <a:off x="394179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9" name="Rectangle 4838">
              <a:extLst>
                <a:ext uri="{FF2B5EF4-FFF2-40B4-BE49-F238E27FC236}">
                  <a16:creationId xmlns:a16="http://schemas.microsoft.com/office/drawing/2014/main" id="{72D3C79B-3EF7-FC1B-97FC-D8C9452014CE}"/>
                </a:ext>
              </a:extLst>
            </p:cNvPr>
            <p:cNvSpPr/>
            <p:nvPr/>
          </p:nvSpPr>
          <p:spPr>
            <a:xfrm rot="10800000">
              <a:off x="384137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0" name="Rectangle 4839">
              <a:extLst>
                <a:ext uri="{FF2B5EF4-FFF2-40B4-BE49-F238E27FC236}">
                  <a16:creationId xmlns:a16="http://schemas.microsoft.com/office/drawing/2014/main" id="{2BFD7BB9-A1A6-484D-00D4-68B2E83AA788}"/>
                </a:ext>
              </a:extLst>
            </p:cNvPr>
            <p:cNvSpPr/>
            <p:nvPr/>
          </p:nvSpPr>
          <p:spPr>
            <a:xfrm rot="10800000">
              <a:off x="374095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1" name="Rectangle 4840">
              <a:extLst>
                <a:ext uri="{FF2B5EF4-FFF2-40B4-BE49-F238E27FC236}">
                  <a16:creationId xmlns:a16="http://schemas.microsoft.com/office/drawing/2014/main" id="{7F3A0A9A-D294-9E4D-BFC3-8C2A0F781564}"/>
                </a:ext>
              </a:extLst>
            </p:cNvPr>
            <p:cNvSpPr/>
            <p:nvPr/>
          </p:nvSpPr>
          <p:spPr>
            <a:xfrm rot="10800000">
              <a:off x="364052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2" name="Rectangle 4841">
              <a:extLst>
                <a:ext uri="{FF2B5EF4-FFF2-40B4-BE49-F238E27FC236}">
                  <a16:creationId xmlns:a16="http://schemas.microsoft.com/office/drawing/2014/main" id="{1D227177-305C-59BF-3126-045C48C82FA4}"/>
                </a:ext>
              </a:extLst>
            </p:cNvPr>
            <p:cNvSpPr/>
            <p:nvPr/>
          </p:nvSpPr>
          <p:spPr>
            <a:xfrm rot="10800000">
              <a:off x="354010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3" name="Rectangle 4842">
              <a:extLst>
                <a:ext uri="{FF2B5EF4-FFF2-40B4-BE49-F238E27FC236}">
                  <a16:creationId xmlns:a16="http://schemas.microsoft.com/office/drawing/2014/main" id="{34330264-2505-C333-6FA0-C0FAD3E67036}"/>
                </a:ext>
              </a:extLst>
            </p:cNvPr>
            <p:cNvSpPr/>
            <p:nvPr/>
          </p:nvSpPr>
          <p:spPr>
            <a:xfrm rot="10800000">
              <a:off x="3439681"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4" name="Rectangle 4843">
              <a:extLst>
                <a:ext uri="{FF2B5EF4-FFF2-40B4-BE49-F238E27FC236}">
                  <a16:creationId xmlns:a16="http://schemas.microsoft.com/office/drawing/2014/main" id="{6ED0C8B5-3FEE-6819-BFC6-CA010FD4478D}"/>
                </a:ext>
              </a:extLst>
            </p:cNvPr>
            <p:cNvSpPr/>
            <p:nvPr/>
          </p:nvSpPr>
          <p:spPr>
            <a:xfrm rot="10800000">
              <a:off x="3339258"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5" name="Rectangle 4844">
              <a:extLst>
                <a:ext uri="{FF2B5EF4-FFF2-40B4-BE49-F238E27FC236}">
                  <a16:creationId xmlns:a16="http://schemas.microsoft.com/office/drawing/2014/main" id="{78A75EEA-A574-18F5-B546-0B7B76934E7A}"/>
                </a:ext>
              </a:extLst>
            </p:cNvPr>
            <p:cNvSpPr/>
            <p:nvPr/>
          </p:nvSpPr>
          <p:spPr>
            <a:xfrm rot="10800000">
              <a:off x="3238835"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6" name="Rectangle 4845">
              <a:extLst>
                <a:ext uri="{FF2B5EF4-FFF2-40B4-BE49-F238E27FC236}">
                  <a16:creationId xmlns:a16="http://schemas.microsoft.com/office/drawing/2014/main" id="{2AFFD6D1-D565-3039-DFEC-05D08A9628FD}"/>
                </a:ext>
              </a:extLst>
            </p:cNvPr>
            <p:cNvSpPr/>
            <p:nvPr/>
          </p:nvSpPr>
          <p:spPr>
            <a:xfrm rot="10800000">
              <a:off x="3138412"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7" name="Rectangle 4846">
              <a:extLst>
                <a:ext uri="{FF2B5EF4-FFF2-40B4-BE49-F238E27FC236}">
                  <a16:creationId xmlns:a16="http://schemas.microsoft.com/office/drawing/2014/main" id="{BF597356-16C6-D47F-8847-B094DCF1A76C}"/>
                </a:ext>
              </a:extLst>
            </p:cNvPr>
            <p:cNvSpPr/>
            <p:nvPr/>
          </p:nvSpPr>
          <p:spPr>
            <a:xfrm rot="10800000">
              <a:off x="3037989"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8" name="Rectangle 4847">
              <a:extLst>
                <a:ext uri="{FF2B5EF4-FFF2-40B4-BE49-F238E27FC236}">
                  <a16:creationId xmlns:a16="http://schemas.microsoft.com/office/drawing/2014/main" id="{40AE98FF-F5A3-D33B-98D4-9131EFA75210}"/>
                </a:ext>
              </a:extLst>
            </p:cNvPr>
            <p:cNvSpPr/>
            <p:nvPr/>
          </p:nvSpPr>
          <p:spPr>
            <a:xfrm rot="10800000">
              <a:off x="2937566"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9" name="Rectangle 4848">
              <a:extLst>
                <a:ext uri="{FF2B5EF4-FFF2-40B4-BE49-F238E27FC236}">
                  <a16:creationId xmlns:a16="http://schemas.microsoft.com/office/drawing/2014/main" id="{E8142DA0-F62A-1D39-226D-27D0BC9057B7}"/>
                </a:ext>
              </a:extLst>
            </p:cNvPr>
            <p:cNvSpPr/>
            <p:nvPr/>
          </p:nvSpPr>
          <p:spPr>
            <a:xfrm rot="10800000">
              <a:off x="2837143"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0" name="Rectangle 4849">
              <a:extLst>
                <a:ext uri="{FF2B5EF4-FFF2-40B4-BE49-F238E27FC236}">
                  <a16:creationId xmlns:a16="http://schemas.microsoft.com/office/drawing/2014/main" id="{1E22396B-270A-32D3-9367-ECAB887B05B1}"/>
                </a:ext>
              </a:extLst>
            </p:cNvPr>
            <p:cNvSpPr/>
            <p:nvPr/>
          </p:nvSpPr>
          <p:spPr>
            <a:xfrm rot="10800000">
              <a:off x="2736720"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1" name="Rectangle 4850">
              <a:extLst>
                <a:ext uri="{FF2B5EF4-FFF2-40B4-BE49-F238E27FC236}">
                  <a16:creationId xmlns:a16="http://schemas.microsoft.com/office/drawing/2014/main" id="{96CF9475-C2CC-005F-1321-A92495C0C7B8}"/>
                </a:ext>
              </a:extLst>
            </p:cNvPr>
            <p:cNvSpPr/>
            <p:nvPr/>
          </p:nvSpPr>
          <p:spPr>
            <a:xfrm rot="10800000">
              <a:off x="2636297"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2" name="Rectangle 4851">
              <a:extLst>
                <a:ext uri="{FF2B5EF4-FFF2-40B4-BE49-F238E27FC236}">
                  <a16:creationId xmlns:a16="http://schemas.microsoft.com/office/drawing/2014/main" id="{52D92BAC-BAA4-639E-7FC6-B657EF36A246}"/>
                </a:ext>
              </a:extLst>
            </p:cNvPr>
            <p:cNvSpPr/>
            <p:nvPr/>
          </p:nvSpPr>
          <p:spPr>
            <a:xfrm rot="10800000">
              <a:off x="2535874"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3" name="Rectangle 4852">
              <a:extLst>
                <a:ext uri="{FF2B5EF4-FFF2-40B4-BE49-F238E27FC236}">
                  <a16:creationId xmlns:a16="http://schemas.microsoft.com/office/drawing/2014/main" id="{C0B437B2-0928-785C-7ADD-5D015C1BB2D3}"/>
                </a:ext>
              </a:extLst>
            </p:cNvPr>
            <p:cNvSpPr/>
            <p:nvPr/>
          </p:nvSpPr>
          <p:spPr>
            <a:xfrm rot="10800000">
              <a:off x="2435452"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4" name="Rectangle 4853">
              <a:extLst>
                <a:ext uri="{FF2B5EF4-FFF2-40B4-BE49-F238E27FC236}">
                  <a16:creationId xmlns:a16="http://schemas.microsoft.com/office/drawing/2014/main" id="{C3DA5F84-8FC2-226D-2946-0E571514D616}"/>
                </a:ext>
              </a:extLst>
            </p:cNvPr>
            <p:cNvSpPr/>
            <p:nvPr/>
          </p:nvSpPr>
          <p:spPr>
            <a:xfrm rot="10800000">
              <a:off x="2335029"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5" name="Rectangle 4854">
              <a:extLst>
                <a:ext uri="{FF2B5EF4-FFF2-40B4-BE49-F238E27FC236}">
                  <a16:creationId xmlns:a16="http://schemas.microsoft.com/office/drawing/2014/main" id="{3BB214C6-6544-A916-EE07-EF393886E4E1}"/>
                </a:ext>
              </a:extLst>
            </p:cNvPr>
            <p:cNvSpPr/>
            <p:nvPr/>
          </p:nvSpPr>
          <p:spPr>
            <a:xfrm rot="10800000">
              <a:off x="2234606"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6" name="Rectangle 4855">
              <a:extLst>
                <a:ext uri="{FF2B5EF4-FFF2-40B4-BE49-F238E27FC236}">
                  <a16:creationId xmlns:a16="http://schemas.microsoft.com/office/drawing/2014/main" id="{BB8E554D-25A6-F01D-898B-D4DBE812BDD0}"/>
                </a:ext>
              </a:extLst>
            </p:cNvPr>
            <p:cNvSpPr/>
            <p:nvPr/>
          </p:nvSpPr>
          <p:spPr>
            <a:xfrm rot="10800000">
              <a:off x="2134183"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7" name="Rectangle 4856">
              <a:extLst>
                <a:ext uri="{FF2B5EF4-FFF2-40B4-BE49-F238E27FC236}">
                  <a16:creationId xmlns:a16="http://schemas.microsoft.com/office/drawing/2014/main" id="{45635241-87AC-387C-2704-FCAEAD04FB84}"/>
                </a:ext>
              </a:extLst>
            </p:cNvPr>
            <p:cNvSpPr/>
            <p:nvPr/>
          </p:nvSpPr>
          <p:spPr>
            <a:xfrm rot="10800000">
              <a:off x="2033760"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8" name="Rectangle 4857">
              <a:extLst>
                <a:ext uri="{FF2B5EF4-FFF2-40B4-BE49-F238E27FC236}">
                  <a16:creationId xmlns:a16="http://schemas.microsoft.com/office/drawing/2014/main" id="{4A2EB8F8-6F5C-1C89-5665-9D0FF07CDA01}"/>
                </a:ext>
              </a:extLst>
            </p:cNvPr>
            <p:cNvSpPr/>
            <p:nvPr/>
          </p:nvSpPr>
          <p:spPr>
            <a:xfrm rot="10800000">
              <a:off x="1933337"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9" name="Rectangle 4858">
              <a:extLst>
                <a:ext uri="{FF2B5EF4-FFF2-40B4-BE49-F238E27FC236}">
                  <a16:creationId xmlns:a16="http://schemas.microsoft.com/office/drawing/2014/main" id="{D7A43CBE-4C13-AFDB-4866-9BAD4915C126}"/>
                </a:ext>
              </a:extLst>
            </p:cNvPr>
            <p:cNvSpPr/>
            <p:nvPr/>
          </p:nvSpPr>
          <p:spPr>
            <a:xfrm rot="10800000">
              <a:off x="1832914"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0" name="Rectangle 4859">
              <a:extLst>
                <a:ext uri="{FF2B5EF4-FFF2-40B4-BE49-F238E27FC236}">
                  <a16:creationId xmlns:a16="http://schemas.microsoft.com/office/drawing/2014/main" id="{97019559-7DE4-C643-BED6-C1F59AE92315}"/>
                </a:ext>
              </a:extLst>
            </p:cNvPr>
            <p:cNvSpPr/>
            <p:nvPr/>
          </p:nvSpPr>
          <p:spPr>
            <a:xfrm rot="10800000">
              <a:off x="1732491"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1" name="Rectangle 4860">
              <a:extLst>
                <a:ext uri="{FF2B5EF4-FFF2-40B4-BE49-F238E27FC236}">
                  <a16:creationId xmlns:a16="http://schemas.microsoft.com/office/drawing/2014/main" id="{D86EF4ED-D8A9-7661-6E8E-3499C912CB44}"/>
                </a:ext>
              </a:extLst>
            </p:cNvPr>
            <p:cNvSpPr/>
            <p:nvPr/>
          </p:nvSpPr>
          <p:spPr>
            <a:xfrm rot="10800000">
              <a:off x="1632068" y="2195340"/>
              <a:ext cx="100423" cy="100423"/>
            </a:xfrm>
            <a:prstGeom prst="rect">
              <a:avLst/>
            </a:prstGeom>
            <a:solidFill>
              <a:schemeClr val="bg1"/>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2" name="Rectangle 4861">
              <a:extLst>
                <a:ext uri="{FF2B5EF4-FFF2-40B4-BE49-F238E27FC236}">
                  <a16:creationId xmlns:a16="http://schemas.microsoft.com/office/drawing/2014/main" id="{BD18E0AA-92EE-99C6-43BA-BA7C37DA4A33}"/>
                </a:ext>
              </a:extLst>
            </p:cNvPr>
            <p:cNvSpPr/>
            <p:nvPr/>
          </p:nvSpPr>
          <p:spPr>
            <a:xfrm rot="10800000">
              <a:off x="1531645" y="2195340"/>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3" name="Rectangle 4862">
              <a:extLst>
                <a:ext uri="{FF2B5EF4-FFF2-40B4-BE49-F238E27FC236}">
                  <a16:creationId xmlns:a16="http://schemas.microsoft.com/office/drawing/2014/main" id="{048D628C-41DB-7C0E-F6A9-DF226210C830}"/>
                </a:ext>
              </a:extLst>
            </p:cNvPr>
            <p:cNvSpPr/>
            <p:nvPr/>
          </p:nvSpPr>
          <p:spPr>
            <a:xfrm rot="10800000">
              <a:off x="1431222" y="2195340"/>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4" name="Rectangle 4863">
              <a:extLst>
                <a:ext uri="{FF2B5EF4-FFF2-40B4-BE49-F238E27FC236}">
                  <a16:creationId xmlns:a16="http://schemas.microsoft.com/office/drawing/2014/main" id="{A753C9E7-5702-F3E2-E9A2-559B223D416D}"/>
                </a:ext>
              </a:extLst>
            </p:cNvPr>
            <p:cNvSpPr/>
            <p:nvPr/>
          </p:nvSpPr>
          <p:spPr>
            <a:xfrm rot="10800000">
              <a:off x="424306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5" name="Rectangle 4864">
              <a:extLst>
                <a:ext uri="{FF2B5EF4-FFF2-40B4-BE49-F238E27FC236}">
                  <a16:creationId xmlns:a16="http://schemas.microsoft.com/office/drawing/2014/main" id="{4C8E6D30-66FA-983D-FF89-465EA28B8C05}"/>
                </a:ext>
              </a:extLst>
            </p:cNvPr>
            <p:cNvSpPr/>
            <p:nvPr/>
          </p:nvSpPr>
          <p:spPr>
            <a:xfrm rot="10800000">
              <a:off x="414264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6" name="Rectangle 4865">
              <a:extLst>
                <a:ext uri="{FF2B5EF4-FFF2-40B4-BE49-F238E27FC236}">
                  <a16:creationId xmlns:a16="http://schemas.microsoft.com/office/drawing/2014/main" id="{5450821F-A11C-2C10-2EFE-CED5F39EF6DC}"/>
                </a:ext>
              </a:extLst>
            </p:cNvPr>
            <p:cNvSpPr/>
            <p:nvPr/>
          </p:nvSpPr>
          <p:spPr>
            <a:xfrm rot="10800000">
              <a:off x="404221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7" name="Rectangle 4866">
              <a:extLst>
                <a:ext uri="{FF2B5EF4-FFF2-40B4-BE49-F238E27FC236}">
                  <a16:creationId xmlns:a16="http://schemas.microsoft.com/office/drawing/2014/main" id="{DD9F37CA-997D-A90E-D0CE-4BCCDADE18F6}"/>
                </a:ext>
              </a:extLst>
            </p:cNvPr>
            <p:cNvSpPr/>
            <p:nvPr/>
          </p:nvSpPr>
          <p:spPr>
            <a:xfrm rot="10800000">
              <a:off x="394179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8" name="Rectangle 4867">
              <a:extLst>
                <a:ext uri="{FF2B5EF4-FFF2-40B4-BE49-F238E27FC236}">
                  <a16:creationId xmlns:a16="http://schemas.microsoft.com/office/drawing/2014/main" id="{5EFCA8E3-9FFF-5A72-6BBF-6D791338418E}"/>
                </a:ext>
              </a:extLst>
            </p:cNvPr>
            <p:cNvSpPr/>
            <p:nvPr/>
          </p:nvSpPr>
          <p:spPr>
            <a:xfrm rot="10800000">
              <a:off x="384137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9" name="Rectangle 4868">
              <a:extLst>
                <a:ext uri="{FF2B5EF4-FFF2-40B4-BE49-F238E27FC236}">
                  <a16:creationId xmlns:a16="http://schemas.microsoft.com/office/drawing/2014/main" id="{008EFAB7-59CB-D712-BAE8-EDC01E91BD28}"/>
                </a:ext>
              </a:extLst>
            </p:cNvPr>
            <p:cNvSpPr/>
            <p:nvPr/>
          </p:nvSpPr>
          <p:spPr>
            <a:xfrm rot="10800000">
              <a:off x="374095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0" name="Rectangle 4869">
              <a:extLst>
                <a:ext uri="{FF2B5EF4-FFF2-40B4-BE49-F238E27FC236}">
                  <a16:creationId xmlns:a16="http://schemas.microsoft.com/office/drawing/2014/main" id="{2DAF411C-A2A4-4E81-E1C4-03B1C9789931}"/>
                </a:ext>
              </a:extLst>
            </p:cNvPr>
            <p:cNvSpPr/>
            <p:nvPr/>
          </p:nvSpPr>
          <p:spPr>
            <a:xfrm rot="10800000">
              <a:off x="364052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1" name="Rectangle 4870">
              <a:extLst>
                <a:ext uri="{FF2B5EF4-FFF2-40B4-BE49-F238E27FC236}">
                  <a16:creationId xmlns:a16="http://schemas.microsoft.com/office/drawing/2014/main" id="{FA333A24-D751-9C30-E6DE-67B11400A7B6}"/>
                </a:ext>
              </a:extLst>
            </p:cNvPr>
            <p:cNvSpPr/>
            <p:nvPr/>
          </p:nvSpPr>
          <p:spPr>
            <a:xfrm rot="10800000">
              <a:off x="354010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2" name="Rectangle 4871">
              <a:extLst>
                <a:ext uri="{FF2B5EF4-FFF2-40B4-BE49-F238E27FC236}">
                  <a16:creationId xmlns:a16="http://schemas.microsoft.com/office/drawing/2014/main" id="{7E1C875B-5EB5-FB11-5B45-4E0EAEE10046}"/>
                </a:ext>
              </a:extLst>
            </p:cNvPr>
            <p:cNvSpPr/>
            <p:nvPr/>
          </p:nvSpPr>
          <p:spPr>
            <a:xfrm rot="10800000">
              <a:off x="343968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3" name="Rectangle 4872">
              <a:extLst>
                <a:ext uri="{FF2B5EF4-FFF2-40B4-BE49-F238E27FC236}">
                  <a16:creationId xmlns:a16="http://schemas.microsoft.com/office/drawing/2014/main" id="{2D9D2CB3-909D-9E8A-33A4-23CB4A835FC4}"/>
                </a:ext>
              </a:extLst>
            </p:cNvPr>
            <p:cNvSpPr/>
            <p:nvPr/>
          </p:nvSpPr>
          <p:spPr>
            <a:xfrm rot="10800000">
              <a:off x="333925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4" name="Rectangle 4873">
              <a:extLst>
                <a:ext uri="{FF2B5EF4-FFF2-40B4-BE49-F238E27FC236}">
                  <a16:creationId xmlns:a16="http://schemas.microsoft.com/office/drawing/2014/main" id="{DB00A03F-9591-1B39-E609-19A07F71F5D8}"/>
                </a:ext>
              </a:extLst>
            </p:cNvPr>
            <p:cNvSpPr/>
            <p:nvPr/>
          </p:nvSpPr>
          <p:spPr>
            <a:xfrm rot="10800000">
              <a:off x="323883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5" name="Rectangle 4874">
              <a:extLst>
                <a:ext uri="{FF2B5EF4-FFF2-40B4-BE49-F238E27FC236}">
                  <a16:creationId xmlns:a16="http://schemas.microsoft.com/office/drawing/2014/main" id="{495BD61E-D665-E2B6-AC07-3B2CBB335D33}"/>
                </a:ext>
              </a:extLst>
            </p:cNvPr>
            <p:cNvSpPr/>
            <p:nvPr/>
          </p:nvSpPr>
          <p:spPr>
            <a:xfrm rot="10800000">
              <a:off x="313841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6" name="Rectangle 4875">
              <a:extLst>
                <a:ext uri="{FF2B5EF4-FFF2-40B4-BE49-F238E27FC236}">
                  <a16:creationId xmlns:a16="http://schemas.microsoft.com/office/drawing/2014/main" id="{DA38995E-6090-5B0C-815C-5F1BA522A6FE}"/>
                </a:ext>
              </a:extLst>
            </p:cNvPr>
            <p:cNvSpPr/>
            <p:nvPr/>
          </p:nvSpPr>
          <p:spPr>
            <a:xfrm rot="10800000">
              <a:off x="303798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7" name="Rectangle 4876">
              <a:extLst>
                <a:ext uri="{FF2B5EF4-FFF2-40B4-BE49-F238E27FC236}">
                  <a16:creationId xmlns:a16="http://schemas.microsoft.com/office/drawing/2014/main" id="{D2ACE36B-5ED1-DC44-D7DB-A174C6323D80}"/>
                </a:ext>
              </a:extLst>
            </p:cNvPr>
            <p:cNvSpPr/>
            <p:nvPr/>
          </p:nvSpPr>
          <p:spPr>
            <a:xfrm rot="10800000">
              <a:off x="293756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8" name="Rectangle 4877">
              <a:extLst>
                <a:ext uri="{FF2B5EF4-FFF2-40B4-BE49-F238E27FC236}">
                  <a16:creationId xmlns:a16="http://schemas.microsoft.com/office/drawing/2014/main" id="{DD9C64F6-81A3-9401-76D6-BCBE2AA2CF00}"/>
                </a:ext>
              </a:extLst>
            </p:cNvPr>
            <p:cNvSpPr/>
            <p:nvPr/>
          </p:nvSpPr>
          <p:spPr>
            <a:xfrm rot="10800000">
              <a:off x="283714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9" name="Rectangle 4878">
              <a:extLst>
                <a:ext uri="{FF2B5EF4-FFF2-40B4-BE49-F238E27FC236}">
                  <a16:creationId xmlns:a16="http://schemas.microsoft.com/office/drawing/2014/main" id="{A6832DD2-C5AF-3832-C403-80FFC8C3CA36}"/>
                </a:ext>
              </a:extLst>
            </p:cNvPr>
            <p:cNvSpPr/>
            <p:nvPr/>
          </p:nvSpPr>
          <p:spPr>
            <a:xfrm rot="10800000">
              <a:off x="273672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0" name="Rectangle 4879">
              <a:extLst>
                <a:ext uri="{FF2B5EF4-FFF2-40B4-BE49-F238E27FC236}">
                  <a16:creationId xmlns:a16="http://schemas.microsoft.com/office/drawing/2014/main" id="{D40BB305-85F7-4138-CA88-0E4BC652FD86}"/>
                </a:ext>
              </a:extLst>
            </p:cNvPr>
            <p:cNvSpPr/>
            <p:nvPr/>
          </p:nvSpPr>
          <p:spPr>
            <a:xfrm rot="10800000">
              <a:off x="263629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1" name="Rectangle 4880">
              <a:extLst>
                <a:ext uri="{FF2B5EF4-FFF2-40B4-BE49-F238E27FC236}">
                  <a16:creationId xmlns:a16="http://schemas.microsoft.com/office/drawing/2014/main" id="{F9892B3D-905E-2405-EAA8-47DE60DE6F98}"/>
                </a:ext>
              </a:extLst>
            </p:cNvPr>
            <p:cNvSpPr/>
            <p:nvPr/>
          </p:nvSpPr>
          <p:spPr>
            <a:xfrm rot="10800000">
              <a:off x="253587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2" name="Rectangle 4881">
              <a:extLst>
                <a:ext uri="{FF2B5EF4-FFF2-40B4-BE49-F238E27FC236}">
                  <a16:creationId xmlns:a16="http://schemas.microsoft.com/office/drawing/2014/main" id="{2F012CFE-7831-C0D4-9460-27BE81089211}"/>
                </a:ext>
              </a:extLst>
            </p:cNvPr>
            <p:cNvSpPr/>
            <p:nvPr/>
          </p:nvSpPr>
          <p:spPr>
            <a:xfrm rot="10800000">
              <a:off x="243545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3" name="Rectangle 4882">
              <a:extLst>
                <a:ext uri="{FF2B5EF4-FFF2-40B4-BE49-F238E27FC236}">
                  <a16:creationId xmlns:a16="http://schemas.microsoft.com/office/drawing/2014/main" id="{5F21FA2B-8490-9FF0-4889-32ED84C552A1}"/>
                </a:ext>
              </a:extLst>
            </p:cNvPr>
            <p:cNvSpPr/>
            <p:nvPr/>
          </p:nvSpPr>
          <p:spPr>
            <a:xfrm rot="10800000">
              <a:off x="2335029"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4" name="Rectangle 4883">
              <a:extLst>
                <a:ext uri="{FF2B5EF4-FFF2-40B4-BE49-F238E27FC236}">
                  <a16:creationId xmlns:a16="http://schemas.microsoft.com/office/drawing/2014/main" id="{A0F2057D-DD9C-C82C-576C-F82E2ED7C513}"/>
                </a:ext>
              </a:extLst>
            </p:cNvPr>
            <p:cNvSpPr/>
            <p:nvPr/>
          </p:nvSpPr>
          <p:spPr>
            <a:xfrm rot="10800000">
              <a:off x="2234606"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5" name="Rectangle 4884">
              <a:extLst>
                <a:ext uri="{FF2B5EF4-FFF2-40B4-BE49-F238E27FC236}">
                  <a16:creationId xmlns:a16="http://schemas.microsoft.com/office/drawing/2014/main" id="{94FBE541-1179-FFAC-4BD8-FD27F4EA1B0F}"/>
                </a:ext>
              </a:extLst>
            </p:cNvPr>
            <p:cNvSpPr/>
            <p:nvPr/>
          </p:nvSpPr>
          <p:spPr>
            <a:xfrm rot="10800000">
              <a:off x="2134183"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6" name="Rectangle 4885">
              <a:extLst>
                <a:ext uri="{FF2B5EF4-FFF2-40B4-BE49-F238E27FC236}">
                  <a16:creationId xmlns:a16="http://schemas.microsoft.com/office/drawing/2014/main" id="{0E93312F-5C38-C34E-F48D-ACAE33646FAC}"/>
                </a:ext>
              </a:extLst>
            </p:cNvPr>
            <p:cNvSpPr/>
            <p:nvPr/>
          </p:nvSpPr>
          <p:spPr>
            <a:xfrm rot="10800000">
              <a:off x="2033760"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7" name="Rectangle 4886">
              <a:extLst>
                <a:ext uri="{FF2B5EF4-FFF2-40B4-BE49-F238E27FC236}">
                  <a16:creationId xmlns:a16="http://schemas.microsoft.com/office/drawing/2014/main" id="{D038D119-47C7-1F8A-5862-E07D867C6C2C}"/>
                </a:ext>
              </a:extLst>
            </p:cNvPr>
            <p:cNvSpPr/>
            <p:nvPr/>
          </p:nvSpPr>
          <p:spPr>
            <a:xfrm rot="10800000">
              <a:off x="1933337"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8" name="Rectangle 4887">
              <a:extLst>
                <a:ext uri="{FF2B5EF4-FFF2-40B4-BE49-F238E27FC236}">
                  <a16:creationId xmlns:a16="http://schemas.microsoft.com/office/drawing/2014/main" id="{D30E62F8-AC31-7C74-E476-DAAC5FA431EA}"/>
                </a:ext>
              </a:extLst>
            </p:cNvPr>
            <p:cNvSpPr/>
            <p:nvPr/>
          </p:nvSpPr>
          <p:spPr>
            <a:xfrm rot="10800000">
              <a:off x="1832914"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9" name="Rectangle 4888">
              <a:extLst>
                <a:ext uri="{FF2B5EF4-FFF2-40B4-BE49-F238E27FC236}">
                  <a16:creationId xmlns:a16="http://schemas.microsoft.com/office/drawing/2014/main" id="{C49E81F3-67DA-8FF7-D67B-97348BBBA896}"/>
                </a:ext>
              </a:extLst>
            </p:cNvPr>
            <p:cNvSpPr/>
            <p:nvPr/>
          </p:nvSpPr>
          <p:spPr>
            <a:xfrm rot="10800000">
              <a:off x="1732491"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0" name="Rectangle 4889">
              <a:extLst>
                <a:ext uri="{FF2B5EF4-FFF2-40B4-BE49-F238E27FC236}">
                  <a16:creationId xmlns:a16="http://schemas.microsoft.com/office/drawing/2014/main" id="{2D30431F-E8A5-8209-BAF4-CFF58A780CDF}"/>
                </a:ext>
              </a:extLst>
            </p:cNvPr>
            <p:cNvSpPr/>
            <p:nvPr/>
          </p:nvSpPr>
          <p:spPr>
            <a:xfrm rot="10800000">
              <a:off x="1632068"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1" name="Rectangle 4890">
              <a:extLst>
                <a:ext uri="{FF2B5EF4-FFF2-40B4-BE49-F238E27FC236}">
                  <a16:creationId xmlns:a16="http://schemas.microsoft.com/office/drawing/2014/main" id="{D6CC77CC-C087-A2E3-3C03-720D4F4E359B}"/>
                </a:ext>
              </a:extLst>
            </p:cNvPr>
            <p:cNvSpPr/>
            <p:nvPr/>
          </p:nvSpPr>
          <p:spPr>
            <a:xfrm rot="10800000">
              <a:off x="1531645"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2" name="Rectangle 4891">
              <a:extLst>
                <a:ext uri="{FF2B5EF4-FFF2-40B4-BE49-F238E27FC236}">
                  <a16:creationId xmlns:a16="http://schemas.microsoft.com/office/drawing/2014/main" id="{C16A3DC1-0A56-5E96-B6E0-1D909232290B}"/>
                </a:ext>
              </a:extLst>
            </p:cNvPr>
            <p:cNvSpPr/>
            <p:nvPr/>
          </p:nvSpPr>
          <p:spPr>
            <a:xfrm rot="10800000">
              <a:off x="1431222" y="20949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93" name="TextBox 4892">
            <a:extLst>
              <a:ext uri="{FF2B5EF4-FFF2-40B4-BE49-F238E27FC236}">
                <a16:creationId xmlns:a16="http://schemas.microsoft.com/office/drawing/2014/main" id="{BF8768FF-D4D4-9F73-20CE-10A014335A52}"/>
              </a:ext>
            </a:extLst>
          </p:cNvPr>
          <p:cNvSpPr txBox="1"/>
          <p:nvPr/>
        </p:nvSpPr>
        <p:spPr>
          <a:xfrm>
            <a:off x="154983" y="550190"/>
            <a:ext cx="1277914" cy="523220"/>
          </a:xfrm>
          <a:prstGeom prst="rect">
            <a:avLst/>
          </a:prstGeom>
          <a:noFill/>
        </p:spPr>
        <p:txBody>
          <a:bodyPr wrap="none" rtlCol="0">
            <a:spAutoFit/>
          </a:bodyPr>
          <a:lstStyle/>
          <a:p>
            <a:r>
              <a:rPr lang="en-US" sz="1400" dirty="0" err="1">
                <a:latin typeface="Consolas" panose="020B0609020204030204" pitchFamily="49" charset="0"/>
              </a:rPr>
              <a:t>owidth</a:t>
            </a:r>
            <a:r>
              <a:rPr lang="en-US" sz="1400" dirty="0">
                <a:latin typeface="Consolas" panose="020B0609020204030204" pitchFamily="49" charset="0"/>
              </a:rPr>
              <a:t>=27*3</a:t>
            </a:r>
          </a:p>
          <a:p>
            <a:r>
              <a:rPr lang="en-US" sz="1400" dirty="0">
                <a:latin typeface="Consolas" panose="020B0609020204030204" pitchFamily="49" charset="0"/>
              </a:rPr>
              <a:t>stride=1</a:t>
            </a:r>
          </a:p>
        </p:txBody>
      </p:sp>
      <p:sp>
        <p:nvSpPr>
          <p:cNvPr id="4894" name="TextBox 4893">
            <a:extLst>
              <a:ext uri="{FF2B5EF4-FFF2-40B4-BE49-F238E27FC236}">
                <a16:creationId xmlns:a16="http://schemas.microsoft.com/office/drawing/2014/main" id="{570A0A2E-3D08-4073-2E16-250893C91932}"/>
              </a:ext>
            </a:extLst>
          </p:cNvPr>
          <p:cNvSpPr txBox="1"/>
          <p:nvPr/>
        </p:nvSpPr>
        <p:spPr>
          <a:xfrm>
            <a:off x="154983" y="1795510"/>
            <a:ext cx="1277914" cy="523220"/>
          </a:xfrm>
          <a:prstGeom prst="rect">
            <a:avLst/>
          </a:prstGeom>
          <a:noFill/>
        </p:spPr>
        <p:txBody>
          <a:bodyPr wrap="none" rtlCol="0">
            <a:spAutoFit/>
          </a:bodyPr>
          <a:lstStyle/>
          <a:p>
            <a:r>
              <a:rPr lang="en-US" sz="1400" dirty="0" err="1">
                <a:latin typeface="Consolas" panose="020B0609020204030204" pitchFamily="49" charset="0"/>
              </a:rPr>
              <a:t>owidth</a:t>
            </a:r>
            <a:r>
              <a:rPr lang="en-US" sz="1400" dirty="0">
                <a:latin typeface="Consolas" panose="020B0609020204030204" pitchFamily="49" charset="0"/>
              </a:rPr>
              <a:t>=14*3</a:t>
            </a:r>
          </a:p>
          <a:p>
            <a:r>
              <a:rPr lang="en-US" sz="1400" dirty="0">
                <a:latin typeface="Consolas" panose="020B0609020204030204" pitchFamily="49" charset="0"/>
              </a:rPr>
              <a:t>stride=2</a:t>
            </a:r>
          </a:p>
        </p:txBody>
      </p:sp>
      <p:sp>
        <p:nvSpPr>
          <p:cNvPr id="5160" name="TextBox 5159">
            <a:extLst>
              <a:ext uri="{FF2B5EF4-FFF2-40B4-BE49-F238E27FC236}">
                <a16:creationId xmlns:a16="http://schemas.microsoft.com/office/drawing/2014/main" id="{2EEF8BB5-CD9E-9BB3-8B50-44183EF886BB}"/>
              </a:ext>
            </a:extLst>
          </p:cNvPr>
          <p:cNvSpPr txBox="1"/>
          <p:nvPr/>
        </p:nvSpPr>
        <p:spPr>
          <a:xfrm>
            <a:off x="10154365" y="4057380"/>
            <a:ext cx="482824" cy="307777"/>
          </a:xfrm>
          <a:prstGeom prst="rect">
            <a:avLst/>
          </a:prstGeom>
          <a:noFill/>
        </p:spPr>
        <p:txBody>
          <a:bodyPr wrap="none" rtlCol="0">
            <a:spAutoFit/>
          </a:bodyPr>
          <a:lstStyle/>
          <a:p>
            <a:r>
              <a:rPr lang="en-US" sz="1400" dirty="0">
                <a:latin typeface="Consolas" panose="020B0609020204030204" pitchFamily="49" charset="0"/>
              </a:rPr>
              <a:t>col</a:t>
            </a:r>
          </a:p>
        </p:txBody>
      </p:sp>
      <p:sp>
        <p:nvSpPr>
          <p:cNvPr id="5161" name="TextBox 5160">
            <a:extLst>
              <a:ext uri="{FF2B5EF4-FFF2-40B4-BE49-F238E27FC236}">
                <a16:creationId xmlns:a16="http://schemas.microsoft.com/office/drawing/2014/main" id="{E331DB76-16F0-D149-309E-C0F0805F6A02}"/>
              </a:ext>
            </a:extLst>
          </p:cNvPr>
          <p:cNvSpPr txBox="1"/>
          <p:nvPr/>
        </p:nvSpPr>
        <p:spPr>
          <a:xfrm>
            <a:off x="8347625" y="5238445"/>
            <a:ext cx="482824" cy="307777"/>
          </a:xfrm>
          <a:prstGeom prst="rect">
            <a:avLst/>
          </a:prstGeom>
          <a:noFill/>
        </p:spPr>
        <p:txBody>
          <a:bodyPr wrap="none" rtlCol="0">
            <a:spAutoFit/>
          </a:bodyPr>
          <a:lstStyle/>
          <a:p>
            <a:r>
              <a:rPr lang="en-US" sz="1400" dirty="0">
                <a:latin typeface="Consolas" panose="020B0609020204030204" pitchFamily="49" charset="0"/>
              </a:rPr>
              <a:t>row</a:t>
            </a:r>
          </a:p>
        </p:txBody>
      </p:sp>
      <p:sp>
        <p:nvSpPr>
          <p:cNvPr id="6" name="TextBox 5">
            <a:extLst>
              <a:ext uri="{FF2B5EF4-FFF2-40B4-BE49-F238E27FC236}">
                <a16:creationId xmlns:a16="http://schemas.microsoft.com/office/drawing/2014/main" id="{99944684-76E9-561C-EDCE-81A4AB60032F}"/>
              </a:ext>
            </a:extLst>
          </p:cNvPr>
          <p:cNvSpPr txBox="1"/>
          <p:nvPr/>
        </p:nvSpPr>
        <p:spPr>
          <a:xfrm>
            <a:off x="3914494" y="1425033"/>
            <a:ext cx="582211" cy="307777"/>
          </a:xfrm>
          <a:prstGeom prst="rect">
            <a:avLst/>
          </a:prstGeom>
          <a:noFill/>
        </p:spPr>
        <p:txBody>
          <a:bodyPr wrap="none" rtlCol="0">
            <a:spAutoFit/>
          </a:bodyPr>
          <a:lstStyle/>
          <a:p>
            <a:r>
              <a:rPr lang="en-US" sz="1400" dirty="0" err="1">
                <a:latin typeface="Consolas" panose="020B0609020204030204" pitchFamily="49" charset="0"/>
              </a:rPr>
              <a:t>ncol</a:t>
            </a:r>
            <a:endParaRPr lang="en-US" sz="1400" dirty="0">
              <a:latin typeface="Consolas" panose="020B0609020204030204" pitchFamily="49" charset="0"/>
            </a:endParaRPr>
          </a:p>
        </p:txBody>
      </p:sp>
      <p:cxnSp>
        <p:nvCxnSpPr>
          <p:cNvPr id="7" name="Straight Arrow Connector 6">
            <a:extLst>
              <a:ext uri="{FF2B5EF4-FFF2-40B4-BE49-F238E27FC236}">
                <a16:creationId xmlns:a16="http://schemas.microsoft.com/office/drawing/2014/main" id="{BB14805B-6346-AD0F-D4CA-57BDC834F7A3}"/>
              </a:ext>
            </a:extLst>
          </p:cNvPr>
          <p:cNvCxnSpPr>
            <a:cxnSpLocks/>
          </p:cNvCxnSpPr>
          <p:nvPr/>
        </p:nvCxnSpPr>
        <p:spPr>
          <a:xfrm>
            <a:off x="4189499" y="1705074"/>
            <a:ext cx="0" cy="156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16" name="TextBox 2815">
            <a:extLst>
              <a:ext uri="{FF2B5EF4-FFF2-40B4-BE49-F238E27FC236}">
                <a16:creationId xmlns:a16="http://schemas.microsoft.com/office/drawing/2014/main" id="{E5849440-5561-F162-36A1-54AEFE7561FD}"/>
              </a:ext>
            </a:extLst>
          </p:cNvPr>
          <p:cNvSpPr txBox="1"/>
          <p:nvPr/>
        </p:nvSpPr>
        <p:spPr>
          <a:xfrm>
            <a:off x="3820007" y="118970"/>
            <a:ext cx="582211" cy="307777"/>
          </a:xfrm>
          <a:prstGeom prst="rect">
            <a:avLst/>
          </a:prstGeom>
          <a:noFill/>
        </p:spPr>
        <p:txBody>
          <a:bodyPr wrap="none" rtlCol="0">
            <a:spAutoFit/>
          </a:bodyPr>
          <a:lstStyle/>
          <a:p>
            <a:r>
              <a:rPr lang="en-US" sz="1400" dirty="0" err="1">
                <a:latin typeface="Consolas" panose="020B0609020204030204" pitchFamily="49" charset="0"/>
              </a:rPr>
              <a:t>ncol</a:t>
            </a:r>
            <a:endParaRPr lang="en-US" sz="1400" dirty="0">
              <a:latin typeface="Consolas" panose="020B0609020204030204" pitchFamily="49" charset="0"/>
            </a:endParaRPr>
          </a:p>
        </p:txBody>
      </p:sp>
      <p:cxnSp>
        <p:nvCxnSpPr>
          <p:cNvPr id="2817" name="Straight Arrow Connector 2816">
            <a:extLst>
              <a:ext uri="{FF2B5EF4-FFF2-40B4-BE49-F238E27FC236}">
                <a16:creationId xmlns:a16="http://schemas.microsoft.com/office/drawing/2014/main" id="{27EF0052-1E6D-2330-B6CB-46B9271F1F7C}"/>
              </a:ext>
            </a:extLst>
          </p:cNvPr>
          <p:cNvCxnSpPr>
            <a:cxnSpLocks/>
          </p:cNvCxnSpPr>
          <p:nvPr/>
        </p:nvCxnSpPr>
        <p:spPr>
          <a:xfrm>
            <a:off x="4095012" y="399011"/>
            <a:ext cx="0" cy="156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756251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90ADC6-6DD2-4A27-9B81-8C7ACFDFE0E5}"/>
              </a:ext>
            </a:extLst>
          </p:cNvPr>
          <p:cNvSpPr txBox="1"/>
          <p:nvPr/>
        </p:nvSpPr>
        <p:spPr>
          <a:xfrm>
            <a:off x="991892" y="923364"/>
            <a:ext cx="10644296" cy="5504329"/>
          </a:xfrm>
          <a:prstGeom prst="rect">
            <a:avLst/>
          </a:prstGeom>
          <a:noFill/>
        </p:spPr>
        <p:txBody>
          <a:bodyPr wrap="square" numCol="2">
            <a:normAutofit/>
          </a:bodyPr>
          <a:lstStyle/>
          <a:p>
            <a:r>
              <a:rPr lang="en-US" sz="1000" dirty="0">
                <a:latin typeface="Consolas" panose="020B0609020204030204" pitchFamily="49" charset="0"/>
              </a:rPr>
              <a:t>_________________________________________________________________</a:t>
            </a:r>
          </a:p>
          <a:p>
            <a:r>
              <a:rPr lang="en-US" sz="1000" dirty="0">
                <a:latin typeface="Consolas" panose="020B0609020204030204" pitchFamily="49" charset="0"/>
              </a:rPr>
              <a:t> Layer (type)                Output Shape              Param #   </a:t>
            </a:r>
          </a:p>
          <a:p>
            <a:r>
              <a:rPr lang="en-US" sz="1000" dirty="0">
                <a:latin typeface="Consolas" panose="020B0609020204030204" pitchFamily="49" charset="0"/>
              </a:rPr>
              <a:t>=================================================================</a:t>
            </a:r>
          </a:p>
          <a:p>
            <a:r>
              <a:rPr lang="en-US" sz="1000" dirty="0">
                <a:latin typeface="Consolas" panose="020B0609020204030204" pitchFamily="49" charset="0"/>
              </a:rPr>
              <a:t> conv2d (Conv2D)             (None, 2158, 3838, 8)     224       </a:t>
            </a:r>
          </a:p>
          <a:p>
            <a:r>
              <a:rPr lang="en-US" sz="1000" dirty="0">
                <a:latin typeface="Consolas" panose="020B0609020204030204" pitchFamily="49" charset="0"/>
              </a:rPr>
              <a:t>                                                                 </a:t>
            </a:r>
          </a:p>
          <a:p>
            <a:r>
              <a:rPr lang="en-US" sz="1000" dirty="0">
                <a:latin typeface="Consolas" panose="020B0609020204030204" pitchFamily="49" charset="0"/>
              </a:rPr>
              <a:t> conv2d_1 (Conv2D)           (None, 1078, 1918, 8)     584       </a:t>
            </a:r>
          </a:p>
          <a:p>
            <a:r>
              <a:rPr lang="en-US" sz="1000" dirty="0">
                <a:latin typeface="Consolas" panose="020B0609020204030204" pitchFamily="49" charset="0"/>
              </a:rPr>
              <a:t>                                                                 </a:t>
            </a:r>
          </a:p>
          <a:p>
            <a:r>
              <a:rPr lang="en-US" sz="1000" dirty="0">
                <a:latin typeface="Consolas" panose="020B0609020204030204" pitchFamily="49" charset="0"/>
              </a:rPr>
              <a:t> conv2d_2 (Conv2D)           (None, 1076, 1916, 16)    1168      </a:t>
            </a:r>
          </a:p>
          <a:p>
            <a:r>
              <a:rPr lang="en-US" sz="1000" dirty="0">
                <a:latin typeface="Consolas" panose="020B0609020204030204" pitchFamily="49" charset="0"/>
              </a:rPr>
              <a:t>                                                                 </a:t>
            </a:r>
          </a:p>
          <a:p>
            <a:r>
              <a:rPr lang="en-US" sz="1000" dirty="0">
                <a:latin typeface="Consolas" panose="020B0609020204030204" pitchFamily="49" charset="0"/>
              </a:rPr>
              <a:t> conv2d_3 (Conv2D)           (None, 537, 957, 16)      2320      </a:t>
            </a:r>
          </a:p>
          <a:p>
            <a:r>
              <a:rPr lang="en-US" sz="1000" dirty="0">
                <a:latin typeface="Consolas" panose="020B0609020204030204" pitchFamily="49" charset="0"/>
              </a:rPr>
              <a:t>                                                                 </a:t>
            </a:r>
          </a:p>
          <a:p>
            <a:r>
              <a:rPr lang="en-US" sz="1000" dirty="0">
                <a:latin typeface="Consolas" panose="020B0609020204030204" pitchFamily="49" charset="0"/>
              </a:rPr>
              <a:t> conv2d_4 (Conv2D)           (None, 535, 955, 32)      4640      </a:t>
            </a:r>
          </a:p>
          <a:p>
            <a:r>
              <a:rPr lang="en-US" sz="1000" dirty="0">
                <a:latin typeface="Consolas" panose="020B0609020204030204" pitchFamily="49" charset="0"/>
              </a:rPr>
              <a:t>                                                                 </a:t>
            </a:r>
          </a:p>
          <a:p>
            <a:r>
              <a:rPr lang="en-US" sz="1000" dirty="0">
                <a:latin typeface="Consolas" panose="020B0609020204030204" pitchFamily="49" charset="0"/>
              </a:rPr>
              <a:t> conv2d_5 (Conv2D)           (None, 267, 477, 32)      9248      </a:t>
            </a:r>
          </a:p>
          <a:p>
            <a:r>
              <a:rPr lang="en-US" sz="1000" dirty="0">
                <a:latin typeface="Consolas" panose="020B0609020204030204" pitchFamily="49" charset="0"/>
              </a:rPr>
              <a:t>                                                                 </a:t>
            </a:r>
          </a:p>
          <a:p>
            <a:r>
              <a:rPr lang="en-US" sz="1000" dirty="0">
                <a:latin typeface="Consolas" panose="020B0609020204030204" pitchFamily="49" charset="0"/>
              </a:rPr>
              <a:t> conv2d_6 (Conv2D)           (None, 265, 475, 32)      9248      </a:t>
            </a:r>
          </a:p>
          <a:p>
            <a:r>
              <a:rPr lang="en-US" sz="1000" dirty="0">
                <a:latin typeface="Consolas" panose="020B0609020204030204" pitchFamily="49" charset="0"/>
              </a:rPr>
              <a:t>                                                                 </a:t>
            </a:r>
          </a:p>
          <a:p>
            <a:r>
              <a:rPr lang="en-US" sz="1000" dirty="0">
                <a:latin typeface="Consolas" panose="020B0609020204030204" pitchFamily="49" charset="0"/>
              </a:rPr>
              <a:t> conv2d_7 (Conv2D)           (None, 132, 237, 32)      9248      </a:t>
            </a:r>
          </a:p>
          <a:p>
            <a:r>
              <a:rPr lang="en-US" sz="1000" dirty="0">
                <a:latin typeface="Consolas" panose="020B0609020204030204" pitchFamily="49" charset="0"/>
              </a:rPr>
              <a:t>                                                                 </a:t>
            </a:r>
          </a:p>
          <a:p>
            <a:r>
              <a:rPr lang="en-US" sz="1000" dirty="0">
                <a:latin typeface="Consolas" panose="020B0609020204030204" pitchFamily="49" charset="0"/>
              </a:rPr>
              <a:t> conv2d_8 (Conv2D)           (None, 130, 235, 32)      9248      </a:t>
            </a:r>
          </a:p>
          <a:p>
            <a:r>
              <a:rPr lang="en-US" sz="1000" dirty="0">
                <a:latin typeface="Consolas" panose="020B0609020204030204" pitchFamily="49" charset="0"/>
              </a:rPr>
              <a:t>                                                                 </a:t>
            </a:r>
          </a:p>
          <a:p>
            <a:r>
              <a:rPr lang="en-US" sz="1000" dirty="0">
                <a:latin typeface="Consolas" panose="020B0609020204030204" pitchFamily="49" charset="0"/>
              </a:rPr>
              <a:t> conv2d_9 (Conv2D)           (None, 64, 117, 32)       9248      </a:t>
            </a:r>
          </a:p>
          <a:p>
            <a:r>
              <a:rPr lang="en-US" sz="1000" dirty="0">
                <a:latin typeface="Consolas" panose="020B0609020204030204" pitchFamily="49" charset="0"/>
              </a:rPr>
              <a:t>                                                                 </a:t>
            </a:r>
          </a:p>
          <a:p>
            <a:r>
              <a:rPr lang="en-US" sz="1000" dirty="0">
                <a:latin typeface="Consolas" panose="020B0609020204030204" pitchFamily="49" charset="0"/>
              </a:rPr>
              <a:t> conv2d_10 (Conv2D)          (None, 62, 115, 32)       9248      </a:t>
            </a:r>
          </a:p>
          <a:p>
            <a:r>
              <a:rPr lang="en-US" sz="1000" dirty="0">
                <a:latin typeface="Consolas" panose="020B0609020204030204" pitchFamily="49" charset="0"/>
              </a:rPr>
              <a:t>                                                                 </a:t>
            </a:r>
          </a:p>
          <a:p>
            <a:r>
              <a:rPr lang="en-US" sz="1000" dirty="0">
                <a:latin typeface="Consolas" panose="020B0609020204030204" pitchFamily="49" charset="0"/>
              </a:rPr>
              <a:t> conv2d_11 (Conv2D)          (None, 30, 57, 32)        9248      </a:t>
            </a:r>
          </a:p>
          <a:p>
            <a:r>
              <a:rPr lang="en-US" sz="1000" dirty="0">
                <a:latin typeface="Consolas" panose="020B0609020204030204" pitchFamily="49" charset="0"/>
              </a:rPr>
              <a:t>                                                                 </a:t>
            </a:r>
          </a:p>
          <a:p>
            <a:r>
              <a:rPr lang="en-US" sz="1000" dirty="0">
                <a:latin typeface="Consolas" panose="020B0609020204030204" pitchFamily="49" charset="0"/>
              </a:rPr>
              <a:t> conv2d_12 (Conv2D)          (None, 28, 55, 32)        9248      </a:t>
            </a:r>
          </a:p>
          <a:p>
            <a:r>
              <a:rPr lang="en-US" sz="1000" dirty="0">
                <a:latin typeface="Consolas" panose="020B0609020204030204" pitchFamily="49" charset="0"/>
              </a:rPr>
              <a:t>                                                                 </a:t>
            </a:r>
          </a:p>
          <a:p>
            <a:r>
              <a:rPr lang="en-US" sz="1000" dirty="0">
                <a:latin typeface="Consolas" panose="020B0609020204030204" pitchFamily="49" charset="0"/>
              </a:rPr>
              <a:t> conv2d_13 (Conv2D)          (None, 13, 27, 32)        9248      </a:t>
            </a:r>
          </a:p>
          <a:p>
            <a:r>
              <a:rPr lang="en-US" sz="1000" dirty="0">
                <a:latin typeface="Consolas" panose="020B0609020204030204" pitchFamily="49" charset="0"/>
              </a:rPr>
              <a:t>                                                                 </a:t>
            </a:r>
          </a:p>
          <a:p>
            <a:r>
              <a:rPr lang="en-US" sz="1000" dirty="0">
                <a:latin typeface="Consolas" panose="020B0609020204030204" pitchFamily="49" charset="0"/>
              </a:rPr>
              <a:t> conv2d_14 (Conv2D)          (None, 11, 25, 16)        4624      </a:t>
            </a:r>
          </a:p>
          <a:p>
            <a:r>
              <a:rPr lang="en-US" sz="1000" dirty="0">
                <a:latin typeface="Consolas" panose="020B0609020204030204" pitchFamily="49" charset="0"/>
              </a:rPr>
              <a:t>                                                                 </a:t>
            </a:r>
          </a:p>
          <a:p>
            <a:r>
              <a:rPr lang="en-US" sz="1000" dirty="0">
                <a:latin typeface="Consolas" panose="020B0609020204030204" pitchFamily="49" charset="0"/>
              </a:rPr>
              <a:t> conv2d_15 (Conv2D)          (None, 5, 12, 16)         2320      </a:t>
            </a:r>
          </a:p>
          <a:p>
            <a:r>
              <a:rPr lang="en-US" sz="1000" dirty="0">
                <a:latin typeface="Consolas" panose="020B0609020204030204" pitchFamily="49" charset="0"/>
              </a:rPr>
              <a:t>                                                                 </a:t>
            </a:r>
          </a:p>
          <a:p>
            <a:r>
              <a:rPr lang="en-US" sz="1000" dirty="0">
                <a:latin typeface="Consolas" panose="020B0609020204030204" pitchFamily="49" charset="0"/>
              </a:rPr>
              <a:t> conv2d_16 (Conv2D)          (None, 3, 10, 8)          1160      </a:t>
            </a:r>
          </a:p>
          <a:p>
            <a:r>
              <a:rPr lang="en-US" sz="1000" dirty="0">
                <a:latin typeface="Consolas" panose="020B0609020204030204" pitchFamily="49" charset="0"/>
              </a:rPr>
              <a:t>                                                                 </a:t>
            </a:r>
          </a:p>
          <a:p>
            <a:r>
              <a:rPr lang="en-US" sz="1000" dirty="0">
                <a:latin typeface="Consolas" panose="020B0609020204030204" pitchFamily="49" charset="0"/>
              </a:rPr>
              <a:t> conv2d_17 (Conv2D)          (None, 1, 4, 8)           584       </a:t>
            </a:r>
          </a:p>
          <a:p>
            <a:r>
              <a:rPr lang="en-US" sz="1000" dirty="0">
                <a:latin typeface="Consolas" panose="020B0609020204030204" pitchFamily="49" charset="0"/>
              </a:rPr>
              <a:t>                                                                 </a:t>
            </a:r>
          </a:p>
          <a:p>
            <a:r>
              <a:rPr lang="en-US" sz="1000" dirty="0">
                <a:latin typeface="Consolas" panose="020B0609020204030204" pitchFamily="49" charset="0"/>
              </a:rPr>
              <a:t> flatten (Flatten)           (None, 32)                0         </a:t>
            </a:r>
          </a:p>
          <a:p>
            <a:r>
              <a:rPr lang="en-US" sz="1000" dirty="0">
                <a:latin typeface="Consolas" panose="020B0609020204030204" pitchFamily="49" charset="0"/>
              </a:rPr>
              <a:t>                                                                 </a:t>
            </a:r>
          </a:p>
          <a:p>
            <a:r>
              <a:rPr lang="en-US" sz="1000" dirty="0">
                <a:latin typeface="Consolas" panose="020B0609020204030204" pitchFamily="49" charset="0"/>
              </a:rPr>
              <a:t>=================================================================</a:t>
            </a:r>
          </a:p>
          <a:p>
            <a:r>
              <a:rPr lang="en-US" sz="1000" dirty="0">
                <a:latin typeface="Consolas" panose="020B0609020204030204" pitchFamily="49" charset="0"/>
              </a:rPr>
              <a:t>Total params: 100,856</a:t>
            </a:r>
          </a:p>
          <a:p>
            <a:r>
              <a:rPr lang="en-US" sz="1000" dirty="0">
                <a:latin typeface="Consolas" panose="020B0609020204030204" pitchFamily="49" charset="0"/>
              </a:rPr>
              <a:t>Trainable params: 100,856</a:t>
            </a:r>
          </a:p>
          <a:p>
            <a:r>
              <a:rPr lang="en-US" sz="1000" dirty="0">
                <a:latin typeface="Consolas" panose="020B0609020204030204" pitchFamily="49" charset="0"/>
              </a:rPr>
              <a:t>Non-trainable params: 0</a:t>
            </a:r>
          </a:p>
          <a:p>
            <a:r>
              <a:rPr lang="en-US" sz="1000" dirty="0">
                <a:latin typeface="Consolas" panose="020B0609020204030204" pitchFamily="49" charset="0"/>
              </a:rPr>
              <a:t>_________________________________________________________________</a:t>
            </a:r>
          </a:p>
        </p:txBody>
      </p:sp>
      <p:sp>
        <p:nvSpPr>
          <p:cNvPr id="5" name="TextBox 4">
            <a:extLst>
              <a:ext uri="{FF2B5EF4-FFF2-40B4-BE49-F238E27FC236}">
                <a16:creationId xmlns:a16="http://schemas.microsoft.com/office/drawing/2014/main" id="{DD68B9F9-8C18-39C7-B086-7A041B3FDCFE}"/>
              </a:ext>
            </a:extLst>
          </p:cNvPr>
          <p:cNvSpPr txBox="1"/>
          <p:nvPr/>
        </p:nvSpPr>
        <p:spPr>
          <a:xfrm>
            <a:off x="6750423" y="2703016"/>
            <a:ext cx="4554071" cy="4154984"/>
          </a:xfrm>
          <a:prstGeom prst="rect">
            <a:avLst/>
          </a:prstGeom>
          <a:noFill/>
        </p:spPr>
        <p:txBody>
          <a:bodyPr wrap="square">
            <a:spAutoFit/>
          </a:bodyPr>
          <a:lstStyle/>
          <a:p>
            <a:r>
              <a:rPr lang="en-US" sz="1200" dirty="0">
                <a:latin typeface="Consolas" panose="020B0609020204030204" pitchFamily="49" charset="0"/>
              </a:rPr>
              <a:t>+----------+-------+---------------------+</a:t>
            </a:r>
          </a:p>
          <a:p>
            <a:r>
              <a:rPr lang="en-US" sz="1200" dirty="0">
                <a:latin typeface="Consolas" panose="020B0609020204030204" pitchFamily="49" charset="0"/>
              </a:rPr>
              <a:t>| Ref Name |  Used | Functional Category |</a:t>
            </a:r>
          </a:p>
          <a:p>
            <a:r>
              <a:rPr lang="en-US" sz="1200" dirty="0">
                <a:latin typeface="Consolas" panose="020B0609020204030204" pitchFamily="49" charset="0"/>
              </a:rPr>
              <a:t>+----------+-------+---------------------+</a:t>
            </a:r>
          </a:p>
          <a:p>
            <a:r>
              <a:rPr lang="en-US" sz="1200" dirty="0">
                <a:latin typeface="Consolas" panose="020B0609020204030204" pitchFamily="49" charset="0"/>
              </a:rPr>
              <a:t>| LUT6     | 18400 |                 LUT |</a:t>
            </a:r>
          </a:p>
          <a:p>
            <a:r>
              <a:rPr lang="en-US" sz="1200" dirty="0">
                <a:latin typeface="Consolas" panose="020B0609020204030204" pitchFamily="49" charset="0"/>
              </a:rPr>
              <a:t>| FDRE     | 12853 |        Flop &amp; Latch |</a:t>
            </a:r>
          </a:p>
          <a:p>
            <a:r>
              <a:rPr lang="en-US" sz="1200" dirty="0">
                <a:latin typeface="Consolas" panose="020B0609020204030204" pitchFamily="49" charset="0"/>
              </a:rPr>
              <a:t>| MUXF7    |  5218 |               </a:t>
            </a:r>
            <a:r>
              <a:rPr lang="en-US" sz="1200" dirty="0" err="1">
                <a:latin typeface="Consolas" panose="020B0609020204030204" pitchFamily="49" charset="0"/>
              </a:rPr>
              <a:t>MuxFx</a:t>
            </a:r>
            <a:r>
              <a:rPr lang="en-US" sz="1200" dirty="0">
                <a:latin typeface="Consolas" panose="020B0609020204030204" pitchFamily="49" charset="0"/>
              </a:rPr>
              <a:t> |</a:t>
            </a:r>
          </a:p>
          <a:p>
            <a:r>
              <a:rPr lang="en-US" sz="1200" dirty="0">
                <a:latin typeface="Consolas" panose="020B0609020204030204" pitchFamily="49" charset="0"/>
              </a:rPr>
              <a:t>| RAMD64E  |  2112 |  Distributed Memory |</a:t>
            </a:r>
          </a:p>
          <a:p>
            <a:r>
              <a:rPr lang="en-US" sz="1200" dirty="0">
                <a:latin typeface="Consolas" panose="020B0609020204030204" pitchFamily="49" charset="0"/>
              </a:rPr>
              <a:t>| RAMB36E1 |  1851 |        Block Memory |</a:t>
            </a:r>
          </a:p>
          <a:p>
            <a:r>
              <a:rPr lang="en-US" sz="1200" dirty="0">
                <a:latin typeface="Consolas" panose="020B0609020204030204" pitchFamily="49" charset="0"/>
              </a:rPr>
              <a:t>| CARRY4   |  1568 |          </a:t>
            </a:r>
            <a:r>
              <a:rPr lang="en-US" sz="1200" dirty="0" err="1">
                <a:latin typeface="Consolas" panose="020B0609020204030204" pitchFamily="49" charset="0"/>
              </a:rPr>
              <a:t>CarryLogic</a:t>
            </a:r>
            <a:r>
              <a:rPr lang="en-US" sz="1200" dirty="0">
                <a:latin typeface="Consolas" panose="020B0609020204030204" pitchFamily="49" charset="0"/>
              </a:rPr>
              <a:t> |</a:t>
            </a:r>
          </a:p>
          <a:p>
            <a:r>
              <a:rPr lang="en-US" sz="1200" dirty="0">
                <a:latin typeface="Consolas" panose="020B0609020204030204" pitchFamily="49" charset="0"/>
              </a:rPr>
              <a:t>| LUT4     |  1517 |                 LUT |</a:t>
            </a:r>
          </a:p>
          <a:p>
            <a:r>
              <a:rPr lang="en-US" sz="1200" dirty="0">
                <a:latin typeface="Consolas" panose="020B0609020204030204" pitchFamily="49" charset="0"/>
              </a:rPr>
              <a:t>| DSP48E1  |  1032 |    Block Arithmetic |</a:t>
            </a:r>
          </a:p>
          <a:p>
            <a:r>
              <a:rPr lang="en-US" sz="1200" dirty="0">
                <a:latin typeface="Consolas" panose="020B0609020204030204" pitchFamily="49" charset="0"/>
              </a:rPr>
              <a:t>| LUT5     |   807 |                 LUT |</a:t>
            </a:r>
          </a:p>
          <a:p>
            <a:r>
              <a:rPr lang="en-US" sz="1200" dirty="0">
                <a:latin typeface="Consolas" panose="020B0609020204030204" pitchFamily="49" charset="0"/>
              </a:rPr>
              <a:t>| LUT2     |   249 |                 LUT |</a:t>
            </a:r>
          </a:p>
          <a:p>
            <a:r>
              <a:rPr lang="en-US" sz="1200" dirty="0">
                <a:latin typeface="Consolas" panose="020B0609020204030204" pitchFamily="49" charset="0"/>
              </a:rPr>
              <a:t>| FDSE     |   146 |        Flop &amp; Latch |</a:t>
            </a:r>
          </a:p>
          <a:p>
            <a:r>
              <a:rPr lang="en-US" sz="1200" dirty="0">
                <a:latin typeface="Consolas" panose="020B0609020204030204" pitchFamily="49" charset="0"/>
              </a:rPr>
              <a:t>| LUT1     |   131 |                 LUT |</a:t>
            </a:r>
          </a:p>
          <a:p>
            <a:r>
              <a:rPr lang="en-US" sz="1200" dirty="0">
                <a:latin typeface="Consolas" panose="020B0609020204030204" pitchFamily="49" charset="0"/>
              </a:rPr>
              <a:t>| LUT3     |   117 |                 LUT |</a:t>
            </a:r>
          </a:p>
          <a:p>
            <a:r>
              <a:rPr lang="en-US" sz="1200" dirty="0">
                <a:latin typeface="Consolas" panose="020B0609020204030204" pitchFamily="49" charset="0"/>
              </a:rPr>
              <a:t>| OBUF     |    66 |                  IO |</a:t>
            </a:r>
          </a:p>
          <a:p>
            <a:r>
              <a:rPr lang="en-US" sz="1200" dirty="0">
                <a:latin typeface="Consolas" panose="020B0609020204030204" pitchFamily="49" charset="0"/>
              </a:rPr>
              <a:t>| IBUF     |    26 |                  IO |</a:t>
            </a:r>
          </a:p>
          <a:p>
            <a:r>
              <a:rPr lang="en-US" sz="1200" dirty="0">
                <a:latin typeface="Consolas" panose="020B0609020204030204" pitchFamily="49" charset="0"/>
              </a:rPr>
              <a:t>| MUXF8    |    15 |               </a:t>
            </a:r>
            <a:r>
              <a:rPr lang="en-US" sz="1200" dirty="0" err="1">
                <a:latin typeface="Consolas" panose="020B0609020204030204" pitchFamily="49" charset="0"/>
              </a:rPr>
              <a:t>MuxFx</a:t>
            </a:r>
            <a:r>
              <a:rPr lang="en-US" sz="1200" dirty="0">
                <a:latin typeface="Consolas" panose="020B0609020204030204" pitchFamily="49" charset="0"/>
              </a:rPr>
              <a:t> |</a:t>
            </a:r>
          </a:p>
          <a:p>
            <a:r>
              <a:rPr lang="en-US" sz="1200" dirty="0">
                <a:latin typeface="Consolas" panose="020B0609020204030204" pitchFamily="49" charset="0"/>
              </a:rPr>
              <a:t>| OBUFT    |     1 |                  IO |</a:t>
            </a:r>
          </a:p>
          <a:p>
            <a:r>
              <a:rPr lang="en-US" sz="1200" dirty="0">
                <a:latin typeface="Consolas" panose="020B0609020204030204" pitchFamily="49" charset="0"/>
              </a:rPr>
              <a:t>| BUFG     |     1 |               Clock |</a:t>
            </a:r>
          </a:p>
          <a:p>
            <a:r>
              <a:rPr lang="en-US" sz="1200" dirty="0">
                <a:latin typeface="Consolas" panose="020B0609020204030204" pitchFamily="49" charset="0"/>
              </a:rPr>
              <a:t>+----------+-------+---------------------+</a:t>
            </a:r>
            <a:endParaRPr lang="en-US" sz="1600" dirty="0">
              <a:latin typeface="Consolas" panose="020B0609020204030204" pitchFamily="49" charset="0"/>
            </a:endParaRPr>
          </a:p>
        </p:txBody>
      </p:sp>
      <p:sp>
        <p:nvSpPr>
          <p:cNvPr id="6" name="TextBox 5">
            <a:extLst>
              <a:ext uri="{FF2B5EF4-FFF2-40B4-BE49-F238E27FC236}">
                <a16:creationId xmlns:a16="http://schemas.microsoft.com/office/drawing/2014/main" id="{9C9E8CE9-1F26-3798-9C9A-E81211A50F7E}"/>
              </a:ext>
            </a:extLst>
          </p:cNvPr>
          <p:cNvSpPr txBox="1"/>
          <p:nvPr/>
        </p:nvSpPr>
        <p:spPr>
          <a:xfrm>
            <a:off x="295835" y="251012"/>
            <a:ext cx="2436180" cy="369332"/>
          </a:xfrm>
          <a:prstGeom prst="rect">
            <a:avLst/>
          </a:prstGeom>
          <a:noFill/>
        </p:spPr>
        <p:txBody>
          <a:bodyPr wrap="none" rtlCol="0">
            <a:spAutoFit/>
          </a:bodyPr>
          <a:lstStyle/>
          <a:p>
            <a:r>
              <a:rPr lang="en-US" dirty="0"/>
              <a:t>t3.py (4K video @30fps)</a:t>
            </a:r>
          </a:p>
        </p:txBody>
      </p:sp>
    </p:spTree>
    <p:extLst>
      <p:ext uri="{BB962C8B-B14F-4D97-AF65-F5344CB8AC3E}">
        <p14:creationId xmlns:p14="http://schemas.microsoft.com/office/powerpoint/2010/main" val="28631481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BEB76C-4FA2-6D20-4583-1BCD771D5076}"/>
              </a:ext>
            </a:extLst>
          </p:cNvPr>
          <p:cNvSpPr txBox="1"/>
          <p:nvPr/>
        </p:nvSpPr>
        <p:spPr>
          <a:xfrm>
            <a:off x="0" y="1749838"/>
            <a:ext cx="11924654" cy="4616648"/>
          </a:xfrm>
          <a:prstGeom prst="rect">
            <a:avLst/>
          </a:prstGeom>
          <a:noFill/>
        </p:spPr>
        <p:txBody>
          <a:bodyPr wrap="square">
            <a:spAutoFit/>
          </a:bodyPr>
          <a:lstStyle/>
          <a:p>
            <a:r>
              <a:rPr lang="en-US" sz="1050" dirty="0">
                <a:latin typeface="Consolas" panose="020B0609020204030204" pitchFamily="49" charset="0"/>
              </a:rPr>
              <a:t>rliston@uscomputefe1:~/andromeda$ python3 andromeda.py --model t3 --fps 30</a:t>
            </a:r>
          </a:p>
          <a:p>
            <a:r>
              <a:rPr lang="en-US" sz="1050" dirty="0" err="1">
                <a:latin typeface="Consolas" panose="020B0609020204030204" pitchFamily="49" charset="0"/>
              </a:rPr>
              <a:t>numpy</a:t>
            </a:r>
            <a:r>
              <a:rPr lang="en-US" sz="1050" dirty="0">
                <a:latin typeface="Consolas" panose="020B0609020204030204" pitchFamily="49" charset="0"/>
              </a:rPr>
              <a:t> 1.23.5</a:t>
            </a:r>
          </a:p>
          <a:p>
            <a:r>
              <a:rPr lang="en-US" sz="1050" dirty="0">
                <a:latin typeface="Consolas" panose="020B0609020204030204" pitchFamily="49" charset="0"/>
              </a:rPr>
              <a:t>Namespace(model='t3', </a:t>
            </a:r>
            <a:r>
              <a:rPr lang="en-US" sz="1050" dirty="0" err="1">
                <a:latin typeface="Consolas" panose="020B0609020204030204" pitchFamily="49" charset="0"/>
              </a:rPr>
              <a:t>clk</a:t>
            </a:r>
            <a:r>
              <a:rPr lang="en-US" sz="1050" dirty="0">
                <a:latin typeface="Consolas" panose="020B0609020204030204" pitchFamily="49" charset="0"/>
              </a:rPr>
              <a:t>=500000000.0, fps=30.0, </a:t>
            </a:r>
            <a:r>
              <a:rPr lang="en-US" sz="1050" dirty="0" err="1">
                <a:latin typeface="Consolas" panose="020B0609020204030204" pitchFamily="49" charset="0"/>
              </a:rPr>
              <a:t>tdata</a:t>
            </a:r>
            <a:r>
              <a:rPr lang="en-US" sz="1050" dirty="0">
                <a:latin typeface="Consolas" panose="020B0609020204030204" pitchFamily="49" charset="0"/>
              </a:rPr>
              <a:t>=8)</a:t>
            </a:r>
          </a:p>
          <a:p>
            <a:r>
              <a:rPr lang="en-US" sz="1050" dirty="0">
                <a:latin typeface="Consolas" panose="020B0609020204030204" pitchFamily="49" charset="0"/>
              </a:rPr>
              <a:t>layer    0 </a:t>
            </a:r>
            <a:r>
              <a:rPr lang="en-US" sz="1050" dirty="0" err="1">
                <a:latin typeface="Consolas" panose="020B0609020204030204" pitchFamily="49" charset="0"/>
              </a:rPr>
              <a:t>nstripe</a:t>
            </a:r>
            <a:r>
              <a:rPr lang="en-US" sz="1050" dirty="0">
                <a:latin typeface="Consolas" panose="020B0609020204030204" pitchFamily="49" charset="0"/>
              </a:rPr>
              <a:t>   14 stride    1 </a:t>
            </a:r>
            <a:r>
              <a:rPr lang="en-US" sz="1050" dirty="0" err="1">
                <a:latin typeface="Consolas" panose="020B0609020204030204" pitchFamily="49" charset="0"/>
              </a:rPr>
              <a:t>sdepth</a:t>
            </a:r>
            <a:r>
              <a:rPr lang="en-US" sz="1050" dirty="0">
                <a:latin typeface="Consolas" panose="020B0609020204030204" pitchFamily="49" charset="0"/>
              </a:rPr>
              <a:t>   3291 </a:t>
            </a:r>
            <a:r>
              <a:rPr lang="en-US" sz="1050" dirty="0" err="1">
                <a:latin typeface="Consolas" panose="020B0609020204030204" pitchFamily="49" charset="0"/>
              </a:rPr>
              <a:t>wdepth</a:t>
            </a:r>
            <a:r>
              <a:rPr lang="en-US" sz="1050" dirty="0">
                <a:latin typeface="Consolas" panose="020B0609020204030204" pitchFamily="49" charset="0"/>
              </a:rPr>
              <a:t>     31 rate 5.375e+10 </a:t>
            </a:r>
            <a:r>
              <a:rPr lang="en-US" sz="1050" dirty="0" err="1">
                <a:latin typeface="Consolas" panose="020B0609020204030204" pitchFamily="49" charset="0"/>
              </a:rPr>
              <a:t>nmac</a:t>
            </a:r>
            <a:r>
              <a:rPr lang="en-US" sz="1050" dirty="0">
                <a:latin typeface="Consolas" panose="020B0609020204030204" pitchFamily="49" charset="0"/>
              </a:rPr>
              <a:t>    108 shapes [   1 2160 3840    3] [   1 2158 3838    8] [8 3 3 3] [8]</a:t>
            </a:r>
          </a:p>
          <a:p>
            <a:r>
              <a:rPr lang="en-US" sz="1050" dirty="0">
                <a:latin typeface="Consolas" panose="020B0609020204030204" pitchFamily="49" charset="0"/>
              </a:rPr>
              <a:t>layer    1 </a:t>
            </a:r>
            <a:r>
              <a:rPr lang="en-US" sz="1050" dirty="0" err="1">
                <a:latin typeface="Consolas" panose="020B0609020204030204" pitchFamily="49" charset="0"/>
              </a:rPr>
              <a:t>nstripe</a:t>
            </a:r>
            <a:r>
              <a:rPr lang="en-US" sz="1050" dirty="0">
                <a:latin typeface="Consolas" panose="020B0609020204030204" pitchFamily="49" charset="0"/>
              </a:rPr>
              <a:t>    9 stride    2 </a:t>
            </a:r>
            <a:r>
              <a:rPr lang="en-US" sz="1050" dirty="0" err="1">
                <a:latin typeface="Consolas" panose="020B0609020204030204" pitchFamily="49" charset="0"/>
              </a:rPr>
              <a:t>sdepth</a:t>
            </a:r>
            <a:r>
              <a:rPr lang="en-US" sz="1050" dirty="0">
                <a:latin typeface="Consolas" panose="020B0609020204030204" pitchFamily="49" charset="0"/>
              </a:rPr>
              <a:t>  17057 </a:t>
            </a:r>
            <a:r>
              <a:rPr lang="en-US" sz="1050" dirty="0" err="1">
                <a:latin typeface="Consolas" panose="020B0609020204030204" pitchFamily="49" charset="0"/>
              </a:rPr>
              <a:t>wdepth</a:t>
            </a:r>
            <a:r>
              <a:rPr lang="en-US" sz="1050" dirty="0">
                <a:latin typeface="Consolas" panose="020B0609020204030204" pitchFamily="49" charset="0"/>
              </a:rPr>
              <a:t>     76 rate 3.578e+10 </a:t>
            </a:r>
            <a:r>
              <a:rPr lang="en-US" sz="1050" dirty="0" err="1">
                <a:latin typeface="Consolas" panose="020B0609020204030204" pitchFamily="49" charset="0"/>
              </a:rPr>
              <a:t>nmac</a:t>
            </a:r>
            <a:r>
              <a:rPr lang="en-US" sz="1050" dirty="0">
                <a:latin typeface="Consolas" panose="020B0609020204030204" pitchFamily="49" charset="0"/>
              </a:rPr>
              <a:t>     72 shapes [   1 2158 3838    8] [   1 1078 1918    8] [8 3 3 8] [8]</a:t>
            </a:r>
          </a:p>
          <a:p>
            <a:r>
              <a:rPr lang="en-US" sz="1050" dirty="0">
                <a:latin typeface="Consolas" panose="020B0609020204030204" pitchFamily="49" charset="0"/>
              </a:rPr>
              <a:t>layer    2 </a:t>
            </a:r>
            <a:r>
              <a:rPr lang="en-US" sz="1050" dirty="0" err="1">
                <a:latin typeface="Consolas" panose="020B0609020204030204" pitchFamily="49" charset="0"/>
              </a:rPr>
              <a:t>nstripe</a:t>
            </a:r>
            <a:r>
              <a:rPr lang="en-US" sz="1050" dirty="0">
                <a:latin typeface="Consolas" panose="020B0609020204030204" pitchFamily="49" charset="0"/>
              </a:rPr>
              <a:t>    9 stride    1 </a:t>
            </a:r>
            <a:r>
              <a:rPr lang="en-US" sz="1050" dirty="0" err="1">
                <a:latin typeface="Consolas" panose="020B0609020204030204" pitchFamily="49" charset="0"/>
              </a:rPr>
              <a:t>sdepth</a:t>
            </a:r>
            <a:r>
              <a:rPr lang="en-US" sz="1050" dirty="0">
                <a:latin typeface="Consolas" panose="020B0609020204030204" pitchFamily="49" charset="0"/>
              </a:rPr>
              <a:t>   6819 </a:t>
            </a:r>
            <a:r>
              <a:rPr lang="en-US" sz="1050" dirty="0" err="1">
                <a:latin typeface="Consolas" panose="020B0609020204030204" pitchFamily="49" charset="0"/>
              </a:rPr>
              <a:t>wdepth</a:t>
            </a:r>
            <a:r>
              <a:rPr lang="en-US" sz="1050" dirty="0">
                <a:latin typeface="Consolas" panose="020B0609020204030204" pitchFamily="49" charset="0"/>
              </a:rPr>
              <a:t>     76 rate 7.146e+10 </a:t>
            </a:r>
            <a:r>
              <a:rPr lang="en-US" sz="1050" dirty="0" err="1">
                <a:latin typeface="Consolas" panose="020B0609020204030204" pitchFamily="49" charset="0"/>
              </a:rPr>
              <a:t>nmac</a:t>
            </a:r>
            <a:r>
              <a:rPr lang="en-US" sz="1050" dirty="0">
                <a:latin typeface="Consolas" panose="020B0609020204030204" pitchFamily="49" charset="0"/>
              </a:rPr>
              <a:t>    143 shapes [   1 1078 1918    8] [   1 1076 1916   16] [16  3  3  8] [16]</a:t>
            </a:r>
          </a:p>
          <a:p>
            <a:r>
              <a:rPr lang="en-US" sz="1050" dirty="0">
                <a:latin typeface="Consolas" panose="020B0609020204030204" pitchFamily="49" charset="0"/>
              </a:rPr>
              <a:t>layer    3 </a:t>
            </a:r>
            <a:r>
              <a:rPr lang="en-US" sz="1050" dirty="0" err="1">
                <a:latin typeface="Consolas" panose="020B0609020204030204" pitchFamily="49" charset="0"/>
              </a:rPr>
              <a:t>nstripe</a:t>
            </a:r>
            <a:r>
              <a:rPr lang="en-US" sz="1050" dirty="0">
                <a:latin typeface="Consolas" panose="020B0609020204030204" pitchFamily="49" charset="0"/>
              </a:rPr>
              <a:t>    5 stride    2 </a:t>
            </a:r>
            <a:r>
              <a:rPr lang="en-US" sz="1050" dirty="0" err="1">
                <a:latin typeface="Consolas" panose="020B0609020204030204" pitchFamily="49" charset="0"/>
              </a:rPr>
              <a:t>sdepth</a:t>
            </a:r>
            <a:r>
              <a:rPr lang="en-US" sz="1050" dirty="0">
                <a:latin typeface="Consolas" panose="020B0609020204030204" pitchFamily="49" charset="0"/>
              </a:rPr>
              <a:t>  30656 </a:t>
            </a:r>
            <a:r>
              <a:rPr lang="en-US" sz="1050" dirty="0" err="1">
                <a:latin typeface="Consolas" panose="020B0609020204030204" pitchFamily="49" charset="0"/>
              </a:rPr>
              <a:t>wdepth</a:t>
            </a:r>
            <a:r>
              <a:rPr lang="en-US" sz="1050" dirty="0">
                <a:latin typeface="Consolas" panose="020B0609020204030204" pitchFamily="49" charset="0"/>
              </a:rPr>
              <a:t>    148 rate 3.562e+10 </a:t>
            </a:r>
            <a:r>
              <a:rPr lang="en-US" sz="1050" dirty="0" err="1">
                <a:latin typeface="Consolas" panose="020B0609020204030204" pitchFamily="49" charset="0"/>
              </a:rPr>
              <a:t>nmac</a:t>
            </a:r>
            <a:r>
              <a:rPr lang="en-US" sz="1050" dirty="0">
                <a:latin typeface="Consolas" panose="020B0609020204030204" pitchFamily="49" charset="0"/>
              </a:rPr>
              <a:t>     72 shapes [   1 1076 1916   16] [  1 537 957  16] [16  3  3 16] [16]</a:t>
            </a:r>
          </a:p>
          <a:p>
            <a:r>
              <a:rPr lang="en-US" sz="1050" dirty="0">
                <a:latin typeface="Consolas" panose="020B0609020204030204" pitchFamily="49" charset="0"/>
              </a:rPr>
              <a:t>layer    4 </a:t>
            </a:r>
            <a:r>
              <a:rPr lang="en-US" sz="1050" dirty="0" err="1">
                <a:latin typeface="Consolas" panose="020B0609020204030204" pitchFamily="49" charset="0"/>
              </a:rPr>
              <a:t>nstripe</a:t>
            </a:r>
            <a:r>
              <a:rPr lang="en-US" sz="1050" dirty="0">
                <a:latin typeface="Consolas" panose="020B0609020204030204" pitchFamily="49" charset="0"/>
              </a:rPr>
              <a:t>    5 stride    1 </a:t>
            </a:r>
            <a:r>
              <a:rPr lang="en-US" sz="1050" dirty="0" err="1">
                <a:latin typeface="Consolas" panose="020B0609020204030204" pitchFamily="49" charset="0"/>
              </a:rPr>
              <a:t>sdepth</a:t>
            </a:r>
            <a:r>
              <a:rPr lang="en-US" sz="1050" dirty="0">
                <a:latin typeface="Consolas" panose="020B0609020204030204" pitchFamily="49" charset="0"/>
              </a:rPr>
              <a:t>  12249 </a:t>
            </a:r>
            <a:r>
              <a:rPr lang="en-US" sz="1050" dirty="0" err="1">
                <a:latin typeface="Consolas" panose="020B0609020204030204" pitchFamily="49" charset="0"/>
              </a:rPr>
              <a:t>wdepth</a:t>
            </a:r>
            <a:r>
              <a:rPr lang="en-US" sz="1050" dirty="0">
                <a:latin typeface="Consolas" panose="020B0609020204030204" pitchFamily="49" charset="0"/>
              </a:rPr>
              <a:t>    148 rate 7.104e+10 </a:t>
            </a:r>
            <a:r>
              <a:rPr lang="en-US" sz="1050" dirty="0" err="1">
                <a:latin typeface="Consolas" panose="020B0609020204030204" pitchFamily="49" charset="0"/>
              </a:rPr>
              <a:t>nmac</a:t>
            </a:r>
            <a:r>
              <a:rPr lang="en-US" sz="1050" dirty="0">
                <a:latin typeface="Consolas" panose="020B0609020204030204" pitchFamily="49" charset="0"/>
              </a:rPr>
              <a:t>    143 shapes [  1 537 957  16] [  1 535 955  32] [32  3  3 16] [32]</a:t>
            </a:r>
          </a:p>
          <a:p>
            <a:r>
              <a:rPr lang="en-US" sz="1050" dirty="0">
                <a:latin typeface="Consolas" panose="020B0609020204030204" pitchFamily="49" charset="0"/>
              </a:rPr>
              <a:t>layer    5 </a:t>
            </a:r>
            <a:r>
              <a:rPr lang="en-US" sz="1050" dirty="0" err="1">
                <a:latin typeface="Consolas" panose="020B0609020204030204" pitchFamily="49" charset="0"/>
              </a:rPr>
              <a:t>nstripe</a:t>
            </a:r>
            <a:r>
              <a:rPr lang="en-US" sz="1050" dirty="0">
                <a:latin typeface="Consolas" panose="020B0609020204030204" pitchFamily="49" charset="0"/>
              </a:rPr>
              <a:t>    3 stride    2 </a:t>
            </a:r>
            <a:r>
              <a:rPr lang="en-US" sz="1050" dirty="0" err="1">
                <a:latin typeface="Consolas" panose="020B0609020204030204" pitchFamily="49" charset="0"/>
              </a:rPr>
              <a:t>sdepth</a:t>
            </a:r>
            <a:r>
              <a:rPr lang="en-US" sz="1050" dirty="0">
                <a:latin typeface="Consolas" panose="020B0609020204030204" pitchFamily="49" charset="0"/>
              </a:rPr>
              <a:t>  50933 </a:t>
            </a:r>
            <a:r>
              <a:rPr lang="en-US" sz="1050" dirty="0" err="1">
                <a:latin typeface="Consolas" panose="020B0609020204030204" pitchFamily="49" charset="0"/>
              </a:rPr>
              <a:t>wdepth</a:t>
            </a:r>
            <a:r>
              <a:rPr lang="en-US" sz="1050" dirty="0">
                <a:latin typeface="Consolas" panose="020B0609020204030204" pitchFamily="49" charset="0"/>
              </a:rPr>
              <a:t>    292 rate 3.532e+10 </a:t>
            </a:r>
            <a:r>
              <a:rPr lang="en-US" sz="1050" dirty="0" err="1">
                <a:latin typeface="Consolas" panose="020B0609020204030204" pitchFamily="49" charset="0"/>
              </a:rPr>
              <a:t>nmac</a:t>
            </a:r>
            <a:r>
              <a:rPr lang="en-US" sz="1050" dirty="0">
                <a:latin typeface="Consolas" panose="020B0609020204030204" pitchFamily="49" charset="0"/>
              </a:rPr>
              <a:t>     71 shapes [  1 535 955  32] [  1 267 477  32] [32  3  3 32] [32]</a:t>
            </a:r>
          </a:p>
          <a:p>
            <a:r>
              <a:rPr lang="en-US" sz="1050" dirty="0">
                <a:latin typeface="Consolas" panose="020B0609020204030204" pitchFamily="49" charset="0"/>
              </a:rPr>
              <a:t>layer    6 </a:t>
            </a:r>
            <a:r>
              <a:rPr lang="en-US" sz="1050" dirty="0" err="1">
                <a:latin typeface="Consolas" panose="020B0609020204030204" pitchFamily="49" charset="0"/>
              </a:rPr>
              <a:t>nstripe</a:t>
            </a:r>
            <a:r>
              <a:rPr lang="en-US" sz="1050" dirty="0">
                <a:latin typeface="Consolas" panose="020B0609020204030204" pitchFamily="49" charset="0"/>
              </a:rPr>
              <a:t>    3 stride    1 </a:t>
            </a:r>
            <a:r>
              <a:rPr lang="en-US" sz="1050" dirty="0" err="1">
                <a:latin typeface="Consolas" panose="020B0609020204030204" pitchFamily="49" charset="0"/>
              </a:rPr>
              <a:t>sdepth</a:t>
            </a:r>
            <a:r>
              <a:rPr lang="en-US" sz="1050" dirty="0">
                <a:latin typeface="Consolas" panose="020B0609020204030204" pitchFamily="49" charset="0"/>
              </a:rPr>
              <a:t>  20352 </a:t>
            </a:r>
            <a:r>
              <a:rPr lang="en-US" sz="1050" dirty="0" err="1">
                <a:latin typeface="Consolas" panose="020B0609020204030204" pitchFamily="49" charset="0"/>
              </a:rPr>
              <a:t>wdepth</a:t>
            </a:r>
            <a:r>
              <a:rPr lang="en-US" sz="1050" dirty="0">
                <a:latin typeface="Consolas" panose="020B0609020204030204" pitchFamily="49" charset="0"/>
              </a:rPr>
              <a:t>    292 rate 3.521e+10 </a:t>
            </a:r>
            <a:r>
              <a:rPr lang="en-US" sz="1050" dirty="0" err="1">
                <a:latin typeface="Consolas" panose="020B0609020204030204" pitchFamily="49" charset="0"/>
              </a:rPr>
              <a:t>nmac</a:t>
            </a:r>
            <a:r>
              <a:rPr lang="en-US" sz="1050" dirty="0">
                <a:latin typeface="Consolas" panose="020B0609020204030204" pitchFamily="49" charset="0"/>
              </a:rPr>
              <a:t>     71 shapes [  1 267 477  32] [  1 265 475  32] [32  3  3 32] [32]</a:t>
            </a:r>
          </a:p>
          <a:p>
            <a:r>
              <a:rPr lang="en-US" sz="1050" dirty="0">
                <a:latin typeface="Consolas" panose="020B0609020204030204" pitchFamily="49" charset="0"/>
              </a:rPr>
              <a:t>layer    7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76000 </a:t>
            </a:r>
            <a:r>
              <a:rPr lang="en-US" sz="1050" dirty="0" err="1">
                <a:latin typeface="Consolas" panose="020B0609020204030204" pitchFamily="49" charset="0"/>
              </a:rPr>
              <a:t>wdepth</a:t>
            </a:r>
            <a:r>
              <a:rPr lang="en-US" sz="1050" dirty="0">
                <a:latin typeface="Consolas" panose="020B0609020204030204" pitchFamily="49" charset="0"/>
              </a:rPr>
              <a:t>    292 rate 8.700e+09 </a:t>
            </a:r>
            <a:r>
              <a:rPr lang="en-US" sz="1050" dirty="0" err="1">
                <a:latin typeface="Consolas" panose="020B0609020204030204" pitchFamily="49" charset="0"/>
              </a:rPr>
              <a:t>nmac</a:t>
            </a:r>
            <a:r>
              <a:rPr lang="en-US" sz="1050" dirty="0">
                <a:latin typeface="Consolas" panose="020B0609020204030204" pitchFamily="49" charset="0"/>
              </a:rPr>
              <a:t>     18 shapes [  1 265 475  32] [  1 132 237  32] [32  3  3 32] [32]</a:t>
            </a:r>
          </a:p>
          <a:p>
            <a:r>
              <a:rPr lang="en-US" sz="1050" dirty="0">
                <a:latin typeface="Consolas" panose="020B0609020204030204" pitchFamily="49" charset="0"/>
              </a:rPr>
              <a:t>layer    8 </a:t>
            </a:r>
            <a:r>
              <a:rPr lang="en-US" sz="1050" dirty="0" err="1">
                <a:latin typeface="Consolas" panose="020B0609020204030204" pitchFamily="49" charset="0"/>
              </a:rPr>
              <a:t>nstripe</a:t>
            </a:r>
            <a:r>
              <a:rPr lang="en-US" sz="1050" dirty="0">
                <a:latin typeface="Consolas" panose="020B0609020204030204" pitchFamily="49" charset="0"/>
              </a:rPr>
              <a:t>    1 stride    1 </a:t>
            </a:r>
            <a:r>
              <a:rPr lang="en-US" sz="1050" dirty="0" err="1">
                <a:latin typeface="Consolas" panose="020B0609020204030204" pitchFamily="49" charset="0"/>
              </a:rPr>
              <a:t>sdepth</a:t>
            </a:r>
            <a:r>
              <a:rPr lang="en-US" sz="1050" dirty="0">
                <a:latin typeface="Consolas" panose="020B0609020204030204" pitchFamily="49" charset="0"/>
              </a:rPr>
              <a:t>  30336 </a:t>
            </a:r>
            <a:r>
              <a:rPr lang="en-US" sz="1050" dirty="0" err="1">
                <a:latin typeface="Consolas" panose="020B0609020204030204" pitchFamily="49" charset="0"/>
              </a:rPr>
              <a:t>wdepth</a:t>
            </a:r>
            <a:r>
              <a:rPr lang="en-US" sz="1050" dirty="0">
                <a:latin typeface="Consolas" panose="020B0609020204030204" pitchFamily="49" charset="0"/>
              </a:rPr>
              <a:t>    292 rate 8.649e+09 </a:t>
            </a:r>
            <a:r>
              <a:rPr lang="en-US" sz="1050" dirty="0" err="1">
                <a:latin typeface="Consolas" panose="020B0609020204030204" pitchFamily="49" charset="0"/>
              </a:rPr>
              <a:t>nmac</a:t>
            </a:r>
            <a:r>
              <a:rPr lang="en-US" sz="1050" dirty="0">
                <a:latin typeface="Consolas" panose="020B0609020204030204" pitchFamily="49" charset="0"/>
              </a:rPr>
              <a:t>     18 shapes [  1 132 237  32] [  1 130 235  32] [32  3  3 32] [32]</a:t>
            </a:r>
          </a:p>
          <a:p>
            <a:r>
              <a:rPr lang="en-US" sz="1050" dirty="0">
                <a:latin typeface="Consolas" panose="020B0609020204030204" pitchFamily="49" charset="0"/>
              </a:rPr>
              <a:t>layer    9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37600 </a:t>
            </a:r>
            <a:r>
              <a:rPr lang="en-US" sz="1050" dirty="0" err="1">
                <a:latin typeface="Consolas" panose="020B0609020204030204" pitchFamily="49" charset="0"/>
              </a:rPr>
              <a:t>wdepth</a:t>
            </a:r>
            <a:r>
              <a:rPr lang="en-US" sz="1050" dirty="0">
                <a:latin typeface="Consolas" panose="020B0609020204030204" pitchFamily="49" charset="0"/>
              </a:rPr>
              <a:t>    292 rate 2.112e+09 </a:t>
            </a:r>
            <a:r>
              <a:rPr lang="en-US" sz="1050" dirty="0" err="1">
                <a:latin typeface="Consolas" panose="020B0609020204030204" pitchFamily="49" charset="0"/>
              </a:rPr>
              <a:t>nmac</a:t>
            </a:r>
            <a:r>
              <a:rPr lang="en-US" sz="1050" dirty="0">
                <a:latin typeface="Consolas" panose="020B0609020204030204" pitchFamily="49" charset="0"/>
              </a:rPr>
              <a:t>      5 shapes [  1 130 235  32] [  1  64 117  32] [32  3  3 32] [32]</a:t>
            </a:r>
          </a:p>
          <a:p>
            <a:r>
              <a:rPr lang="en-US" sz="1050" dirty="0">
                <a:latin typeface="Consolas" panose="020B0609020204030204" pitchFamily="49" charset="0"/>
              </a:rPr>
              <a:t>layer   10 </a:t>
            </a:r>
            <a:r>
              <a:rPr lang="en-US" sz="1050" dirty="0" err="1">
                <a:latin typeface="Consolas" panose="020B0609020204030204" pitchFamily="49" charset="0"/>
              </a:rPr>
              <a:t>nstripe</a:t>
            </a:r>
            <a:r>
              <a:rPr lang="en-US" sz="1050" dirty="0">
                <a:latin typeface="Consolas" panose="020B0609020204030204" pitchFamily="49" charset="0"/>
              </a:rPr>
              <a:t>    1 stride    1 </a:t>
            </a:r>
            <a:r>
              <a:rPr lang="en-US" sz="1050" dirty="0" err="1">
                <a:latin typeface="Consolas" panose="020B0609020204030204" pitchFamily="49" charset="0"/>
              </a:rPr>
              <a:t>sdepth</a:t>
            </a:r>
            <a:r>
              <a:rPr lang="en-US" sz="1050" dirty="0">
                <a:latin typeface="Consolas" panose="020B0609020204030204" pitchFamily="49" charset="0"/>
              </a:rPr>
              <a:t>  14976 </a:t>
            </a:r>
            <a:r>
              <a:rPr lang="en-US" sz="1050" dirty="0" err="1">
                <a:latin typeface="Consolas" panose="020B0609020204030204" pitchFamily="49" charset="0"/>
              </a:rPr>
              <a:t>wdepth</a:t>
            </a:r>
            <a:r>
              <a:rPr lang="en-US" sz="1050" dirty="0">
                <a:latin typeface="Consolas" panose="020B0609020204030204" pitchFamily="49" charset="0"/>
              </a:rPr>
              <a:t>    292 rate 2.070e+09 </a:t>
            </a:r>
            <a:r>
              <a:rPr lang="en-US" sz="1050" dirty="0" err="1">
                <a:latin typeface="Consolas" panose="020B0609020204030204" pitchFamily="49" charset="0"/>
              </a:rPr>
              <a:t>nmac</a:t>
            </a:r>
            <a:r>
              <a:rPr lang="en-US" sz="1050" dirty="0">
                <a:latin typeface="Consolas" panose="020B0609020204030204" pitchFamily="49" charset="0"/>
              </a:rPr>
              <a:t>      5 shapes [  1  64 117  32] [  1  62 115  32] [32  3  3 32] [32]</a:t>
            </a:r>
          </a:p>
          <a:p>
            <a:r>
              <a:rPr lang="en-US" sz="1050" dirty="0">
                <a:latin typeface="Consolas" panose="020B0609020204030204" pitchFamily="49" charset="0"/>
              </a:rPr>
              <a:t>layer   11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18400 </a:t>
            </a:r>
            <a:r>
              <a:rPr lang="en-US" sz="1050" dirty="0" err="1">
                <a:latin typeface="Consolas" panose="020B0609020204030204" pitchFamily="49" charset="0"/>
              </a:rPr>
              <a:t>wdepth</a:t>
            </a:r>
            <a:r>
              <a:rPr lang="en-US" sz="1050" dirty="0">
                <a:latin typeface="Consolas" panose="020B0609020204030204" pitchFamily="49" charset="0"/>
              </a:rPr>
              <a:t>    292 rate 4.928e+08 </a:t>
            </a:r>
            <a:r>
              <a:rPr lang="en-US" sz="1050" dirty="0" err="1">
                <a:latin typeface="Consolas" panose="020B0609020204030204" pitchFamily="49" charset="0"/>
              </a:rPr>
              <a:t>nmac</a:t>
            </a:r>
            <a:r>
              <a:rPr lang="en-US" sz="1050" dirty="0">
                <a:latin typeface="Consolas" panose="020B0609020204030204" pitchFamily="49" charset="0"/>
              </a:rPr>
              <a:t>      1 shapes [  1  62 115  32] [ 1 30 57 32] [32  3  3 32] [32]</a:t>
            </a:r>
          </a:p>
          <a:p>
            <a:r>
              <a:rPr lang="en-US" sz="1050" dirty="0">
                <a:latin typeface="Consolas" panose="020B0609020204030204" pitchFamily="49" charset="0"/>
              </a:rPr>
              <a:t>layer   12 </a:t>
            </a:r>
            <a:r>
              <a:rPr lang="en-US" sz="1050" dirty="0" err="1">
                <a:latin typeface="Consolas" panose="020B0609020204030204" pitchFamily="49" charset="0"/>
              </a:rPr>
              <a:t>nstripe</a:t>
            </a:r>
            <a:r>
              <a:rPr lang="en-US" sz="1050" dirty="0">
                <a:latin typeface="Consolas" panose="020B0609020204030204" pitchFamily="49" charset="0"/>
              </a:rPr>
              <a:t>    1 stride    1 </a:t>
            </a:r>
            <a:r>
              <a:rPr lang="en-US" sz="1050" dirty="0" err="1">
                <a:latin typeface="Consolas" panose="020B0609020204030204" pitchFamily="49" charset="0"/>
              </a:rPr>
              <a:t>sdepth</a:t>
            </a:r>
            <a:r>
              <a:rPr lang="en-US" sz="1050" dirty="0">
                <a:latin typeface="Consolas" panose="020B0609020204030204" pitchFamily="49" charset="0"/>
              </a:rPr>
              <a:t>   7296 </a:t>
            </a:r>
            <a:r>
              <a:rPr lang="en-US" sz="1050" dirty="0" err="1">
                <a:latin typeface="Consolas" panose="020B0609020204030204" pitchFamily="49" charset="0"/>
              </a:rPr>
              <a:t>wdepth</a:t>
            </a:r>
            <a:r>
              <a:rPr lang="en-US" sz="1050" dirty="0">
                <a:latin typeface="Consolas" panose="020B0609020204030204" pitchFamily="49" charset="0"/>
              </a:rPr>
              <a:t>    292 rate 4.728e+08 </a:t>
            </a:r>
            <a:r>
              <a:rPr lang="en-US" sz="1050" dirty="0" err="1">
                <a:latin typeface="Consolas" panose="020B0609020204030204" pitchFamily="49" charset="0"/>
              </a:rPr>
              <a:t>nmac</a:t>
            </a:r>
            <a:r>
              <a:rPr lang="en-US" sz="1050" dirty="0">
                <a:latin typeface="Consolas" panose="020B0609020204030204" pitchFamily="49" charset="0"/>
              </a:rPr>
              <a:t>      1 shapes [ 1 30 57 32] [ 1 28 55 32] [32  3  3 32] [32]</a:t>
            </a:r>
          </a:p>
          <a:p>
            <a:r>
              <a:rPr lang="en-US" sz="1050" dirty="0">
                <a:latin typeface="Consolas" panose="020B0609020204030204" pitchFamily="49" charset="0"/>
              </a:rPr>
              <a:t>layer   13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8800 </a:t>
            </a:r>
            <a:r>
              <a:rPr lang="en-US" sz="1050" dirty="0" err="1">
                <a:latin typeface="Consolas" panose="020B0609020204030204" pitchFamily="49" charset="0"/>
              </a:rPr>
              <a:t>wdepth</a:t>
            </a:r>
            <a:r>
              <a:rPr lang="en-US" sz="1050" dirty="0">
                <a:latin typeface="Consolas" panose="020B0609020204030204" pitchFamily="49" charset="0"/>
              </a:rPr>
              <a:t>    292 rate 1.064e+08 </a:t>
            </a:r>
            <a:r>
              <a:rPr lang="en-US" sz="1050" dirty="0" err="1">
                <a:latin typeface="Consolas" panose="020B0609020204030204" pitchFamily="49" charset="0"/>
              </a:rPr>
              <a:t>nmac</a:t>
            </a:r>
            <a:r>
              <a:rPr lang="en-US" sz="1050" dirty="0">
                <a:latin typeface="Consolas" panose="020B0609020204030204" pitchFamily="49" charset="0"/>
              </a:rPr>
              <a:t>      1 shapes [ 1 28 55 32] [ 1 13 27 32] [32  3  3 32] [32]</a:t>
            </a:r>
          </a:p>
          <a:p>
            <a:r>
              <a:rPr lang="en-US" sz="1050" dirty="0">
                <a:latin typeface="Consolas" panose="020B0609020204030204" pitchFamily="49" charset="0"/>
              </a:rPr>
              <a:t>layer   14 </a:t>
            </a:r>
            <a:r>
              <a:rPr lang="en-US" sz="1050" dirty="0" err="1">
                <a:latin typeface="Consolas" panose="020B0609020204030204" pitchFamily="49" charset="0"/>
              </a:rPr>
              <a:t>nstripe</a:t>
            </a:r>
            <a:r>
              <a:rPr lang="en-US" sz="1050" dirty="0">
                <a:latin typeface="Consolas" panose="020B0609020204030204" pitchFamily="49" charset="0"/>
              </a:rPr>
              <a:t>    1 stride    1 </a:t>
            </a:r>
            <a:r>
              <a:rPr lang="en-US" sz="1050" dirty="0" err="1">
                <a:latin typeface="Consolas" panose="020B0609020204030204" pitchFamily="49" charset="0"/>
              </a:rPr>
              <a:t>sdepth</a:t>
            </a:r>
            <a:r>
              <a:rPr lang="en-US" sz="1050" dirty="0">
                <a:latin typeface="Consolas" panose="020B0609020204030204" pitchFamily="49" charset="0"/>
              </a:rPr>
              <a:t>   3456 </a:t>
            </a:r>
            <a:r>
              <a:rPr lang="en-US" sz="1050" dirty="0" err="1">
                <a:latin typeface="Consolas" panose="020B0609020204030204" pitchFamily="49" charset="0"/>
              </a:rPr>
              <a:t>wdepth</a:t>
            </a:r>
            <a:r>
              <a:rPr lang="en-US" sz="1050" dirty="0">
                <a:latin typeface="Consolas" panose="020B0609020204030204" pitchFamily="49" charset="0"/>
              </a:rPr>
              <a:t>    292 rate 4.852e+07 </a:t>
            </a:r>
            <a:r>
              <a:rPr lang="en-US" sz="1050" dirty="0" err="1">
                <a:latin typeface="Consolas" panose="020B0609020204030204" pitchFamily="49" charset="0"/>
              </a:rPr>
              <a:t>nmac</a:t>
            </a:r>
            <a:r>
              <a:rPr lang="en-US" sz="1050" dirty="0">
                <a:latin typeface="Consolas" panose="020B0609020204030204" pitchFamily="49" charset="0"/>
              </a:rPr>
              <a:t>      1 shapes [ 1 13 27 32] [ 1 11 25 16] [16  3  3 32] [16]</a:t>
            </a:r>
          </a:p>
          <a:p>
            <a:r>
              <a:rPr lang="en-US" sz="1050" dirty="0">
                <a:latin typeface="Consolas" panose="020B0609020204030204" pitchFamily="49" charset="0"/>
              </a:rPr>
              <a:t>layer   15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2000 </a:t>
            </a:r>
            <a:r>
              <a:rPr lang="en-US" sz="1050" dirty="0" err="1">
                <a:latin typeface="Consolas" panose="020B0609020204030204" pitchFamily="49" charset="0"/>
              </a:rPr>
              <a:t>wdepth</a:t>
            </a:r>
            <a:r>
              <a:rPr lang="en-US" sz="1050" dirty="0">
                <a:latin typeface="Consolas" panose="020B0609020204030204" pitchFamily="49" charset="0"/>
              </a:rPr>
              <a:t>    148 rate 4.752e+06 </a:t>
            </a:r>
            <a:r>
              <a:rPr lang="en-US" sz="1050" dirty="0" err="1">
                <a:latin typeface="Consolas" panose="020B0609020204030204" pitchFamily="49" charset="0"/>
              </a:rPr>
              <a:t>nmac</a:t>
            </a:r>
            <a:r>
              <a:rPr lang="en-US" sz="1050" dirty="0">
                <a:latin typeface="Consolas" panose="020B0609020204030204" pitchFamily="49" charset="0"/>
              </a:rPr>
              <a:t>      1 shapes [ 1 11 25 16] [ 1  5 12 16] [16  3  3 16] [16]</a:t>
            </a:r>
          </a:p>
          <a:p>
            <a:r>
              <a:rPr lang="en-US" sz="1050" dirty="0">
                <a:latin typeface="Consolas" panose="020B0609020204030204" pitchFamily="49" charset="0"/>
              </a:rPr>
              <a:t>layer   16 </a:t>
            </a:r>
            <a:r>
              <a:rPr lang="en-US" sz="1050" dirty="0" err="1">
                <a:latin typeface="Consolas" panose="020B0609020204030204" pitchFamily="49" charset="0"/>
              </a:rPr>
              <a:t>nstripe</a:t>
            </a:r>
            <a:r>
              <a:rPr lang="en-US" sz="1050" dirty="0">
                <a:latin typeface="Consolas" panose="020B0609020204030204" pitchFamily="49" charset="0"/>
              </a:rPr>
              <a:t>    1 stride    1 </a:t>
            </a:r>
            <a:r>
              <a:rPr lang="en-US" sz="1050" dirty="0" err="1">
                <a:latin typeface="Consolas" panose="020B0609020204030204" pitchFamily="49" charset="0"/>
              </a:rPr>
              <a:t>sdepth</a:t>
            </a:r>
            <a:r>
              <a:rPr lang="en-US" sz="1050" dirty="0">
                <a:latin typeface="Consolas" panose="020B0609020204030204" pitchFamily="49" charset="0"/>
              </a:rPr>
              <a:t>    768 </a:t>
            </a:r>
            <a:r>
              <a:rPr lang="en-US" sz="1050" dirty="0" err="1">
                <a:latin typeface="Consolas" panose="020B0609020204030204" pitchFamily="49" charset="0"/>
              </a:rPr>
              <a:t>wdepth</a:t>
            </a:r>
            <a:r>
              <a:rPr lang="en-US" sz="1050" dirty="0">
                <a:latin typeface="Consolas" panose="020B0609020204030204" pitchFamily="49" charset="0"/>
              </a:rPr>
              <a:t>    148 rate 2.074e+06 </a:t>
            </a:r>
            <a:r>
              <a:rPr lang="en-US" sz="1050" dirty="0" err="1">
                <a:latin typeface="Consolas" panose="020B0609020204030204" pitchFamily="49" charset="0"/>
              </a:rPr>
              <a:t>nmac</a:t>
            </a:r>
            <a:r>
              <a:rPr lang="en-US" sz="1050" dirty="0">
                <a:latin typeface="Consolas" panose="020B0609020204030204" pitchFamily="49" charset="0"/>
              </a:rPr>
              <a:t>      1 shapes [ 1  5 12 16] [ 1  3 10  8] [ 8  3  3 16] [8]</a:t>
            </a:r>
          </a:p>
          <a:p>
            <a:r>
              <a:rPr lang="en-US" sz="1050" dirty="0">
                <a:latin typeface="Consolas" panose="020B0609020204030204" pitchFamily="49" charset="0"/>
              </a:rPr>
              <a:t>layer   17 </a:t>
            </a:r>
            <a:r>
              <a:rPr lang="en-US" sz="1050" dirty="0" err="1">
                <a:latin typeface="Consolas" panose="020B0609020204030204" pitchFamily="49" charset="0"/>
              </a:rPr>
              <a:t>nstripe</a:t>
            </a:r>
            <a:r>
              <a:rPr lang="en-US" sz="1050" dirty="0">
                <a:latin typeface="Consolas" panose="020B0609020204030204" pitchFamily="49" charset="0"/>
              </a:rPr>
              <a:t>    1 stride    2 </a:t>
            </a:r>
            <a:r>
              <a:rPr lang="en-US" sz="1050" dirty="0" err="1">
                <a:latin typeface="Consolas" panose="020B0609020204030204" pitchFamily="49" charset="0"/>
              </a:rPr>
              <a:t>sdepth</a:t>
            </a:r>
            <a:r>
              <a:rPr lang="en-US" sz="1050" dirty="0">
                <a:latin typeface="Consolas" panose="020B0609020204030204" pitchFamily="49" charset="0"/>
              </a:rPr>
              <a:t>    400 </a:t>
            </a:r>
            <a:r>
              <a:rPr lang="en-US" sz="1050" dirty="0" err="1">
                <a:latin typeface="Consolas" panose="020B0609020204030204" pitchFamily="49" charset="0"/>
              </a:rPr>
              <a:t>wdepth</a:t>
            </a:r>
            <a:r>
              <a:rPr lang="en-US" sz="1050" dirty="0">
                <a:latin typeface="Consolas" panose="020B0609020204030204" pitchFamily="49" charset="0"/>
              </a:rPr>
              <a:t>     76 rate 1.296e+05 </a:t>
            </a:r>
            <a:r>
              <a:rPr lang="en-US" sz="1050" dirty="0" err="1">
                <a:latin typeface="Consolas" panose="020B0609020204030204" pitchFamily="49" charset="0"/>
              </a:rPr>
              <a:t>nmac</a:t>
            </a:r>
            <a:r>
              <a:rPr lang="en-US" sz="1050" dirty="0">
                <a:latin typeface="Consolas" panose="020B0609020204030204" pitchFamily="49" charset="0"/>
              </a:rPr>
              <a:t>      1 shapes [ 1  3 10  8] [1 1 4 8] [8 3 3 8] [8]</a:t>
            </a:r>
          </a:p>
          <a:p>
            <a:endParaRPr lang="en-US" sz="1050" dirty="0">
              <a:latin typeface="Consolas" panose="020B0609020204030204" pitchFamily="49" charset="0"/>
            </a:endParaRPr>
          </a:p>
          <a:p>
            <a:r>
              <a:rPr lang="en-US" sz="1050" dirty="0">
                <a:latin typeface="Consolas" panose="020B0609020204030204" pitchFamily="49" charset="0"/>
              </a:rPr>
              <a:t>total stripe RAM bits    147841520</a:t>
            </a:r>
          </a:p>
          <a:p>
            <a:r>
              <a:rPr lang="en-US" sz="1050" dirty="0">
                <a:latin typeface="Consolas" panose="020B0609020204030204" pitchFamily="49" charset="0"/>
              </a:rPr>
              <a:t>total weight RAM bits       816832</a:t>
            </a:r>
          </a:p>
          <a:p>
            <a:r>
              <a:rPr lang="en-US" sz="1050" dirty="0">
                <a:latin typeface="Consolas" panose="020B0609020204030204" pitchFamily="49" charset="0"/>
              </a:rPr>
              <a:t>total required MAC units          733</a:t>
            </a:r>
          </a:p>
          <a:p>
            <a:r>
              <a:rPr lang="en-US" sz="1050" dirty="0">
                <a:latin typeface="Consolas" panose="020B0609020204030204" pitchFamily="49" charset="0"/>
              </a:rPr>
              <a:t>total used MAC units         1032</a:t>
            </a:r>
          </a:p>
          <a:p>
            <a:r>
              <a:rPr lang="en-US" sz="1050" dirty="0">
                <a:latin typeface="Consolas" panose="020B0609020204030204" pitchFamily="49" charset="0"/>
              </a:rPr>
              <a:t>rliston@uscomputefe1:~/andromeda$ </a:t>
            </a:r>
          </a:p>
          <a:p>
            <a:endParaRPr lang="en-US" sz="1050" dirty="0">
              <a:latin typeface="Consolas" panose="020B0609020204030204" pitchFamily="49" charset="0"/>
            </a:endParaRPr>
          </a:p>
        </p:txBody>
      </p:sp>
      <p:sp>
        <p:nvSpPr>
          <p:cNvPr id="5" name="Title 1">
            <a:extLst>
              <a:ext uri="{FF2B5EF4-FFF2-40B4-BE49-F238E27FC236}">
                <a16:creationId xmlns:a16="http://schemas.microsoft.com/office/drawing/2014/main" id="{6EA5F10F-A1BE-DA6E-B3FE-832DDB3BD49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andromeda.py log file</a:t>
            </a:r>
          </a:p>
        </p:txBody>
      </p:sp>
    </p:spTree>
    <p:extLst>
      <p:ext uri="{BB962C8B-B14F-4D97-AF65-F5344CB8AC3E}">
        <p14:creationId xmlns:p14="http://schemas.microsoft.com/office/powerpoint/2010/main" val="24970815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939EBF-E6AD-7623-F4EE-3A94783A56CD}"/>
              </a:ext>
            </a:extLst>
          </p:cNvPr>
          <p:cNvSpPr txBox="1"/>
          <p:nvPr/>
        </p:nvSpPr>
        <p:spPr>
          <a:xfrm>
            <a:off x="524435" y="1164134"/>
            <a:ext cx="11143129" cy="5693866"/>
          </a:xfrm>
          <a:prstGeom prst="rect">
            <a:avLst/>
          </a:prstGeom>
          <a:noFill/>
        </p:spPr>
        <p:txBody>
          <a:bodyPr wrap="square">
            <a:spAutoFit/>
          </a:bodyPr>
          <a:lstStyle/>
          <a:p>
            <a:r>
              <a:rPr lang="en-US" sz="1400" dirty="0">
                <a:latin typeface="Consolas" panose="020B0609020204030204" pitchFamily="49" charset="0"/>
              </a:rPr>
              <a:t>3. Memory</a:t>
            </a:r>
          </a:p>
          <a:p>
            <a:r>
              <a:rPr lang="en-US" sz="1400" dirty="0">
                <a:latin typeface="Consolas" panose="020B0609020204030204" pitchFamily="49" charset="0"/>
              </a:rPr>
              <a:t>---------</a:t>
            </a:r>
          </a:p>
          <a:p>
            <a:endParaRPr lang="en-US" sz="1400" dirty="0">
              <a:latin typeface="Consolas" panose="020B0609020204030204" pitchFamily="49" charset="0"/>
            </a:endParaRPr>
          </a:p>
          <a:p>
            <a:r>
              <a:rPr lang="en-US" sz="1400" dirty="0">
                <a:latin typeface="Consolas" panose="020B0609020204030204" pitchFamily="49" charset="0"/>
              </a:rPr>
              <a:t>+-------------------+------+-------+------------+-----------+-------+</a:t>
            </a:r>
          </a:p>
          <a:p>
            <a:r>
              <a:rPr lang="en-US" sz="1400" dirty="0">
                <a:latin typeface="Consolas" panose="020B0609020204030204" pitchFamily="49" charset="0"/>
              </a:rPr>
              <a:t>|     Site Type     | Used | Fixed | Prohibited | Available | Util% |</a:t>
            </a:r>
          </a:p>
          <a:p>
            <a:r>
              <a:rPr lang="en-US" sz="1400" dirty="0">
                <a:latin typeface="Consolas" panose="020B0609020204030204" pitchFamily="49" charset="0"/>
              </a:rPr>
              <a:t>+-------------------+------+-------+------------+-----------+-------+</a:t>
            </a:r>
          </a:p>
          <a:p>
            <a:r>
              <a:rPr lang="en-US" sz="1400" dirty="0">
                <a:latin typeface="Consolas" panose="020B0609020204030204" pitchFamily="49" charset="0"/>
              </a:rPr>
              <a:t>| Block RAM Tile    | 1851 |     0 |          0 |      1880 | 98.46 |</a:t>
            </a:r>
          </a:p>
          <a:p>
            <a:r>
              <a:rPr lang="en-US" sz="1400" dirty="0">
                <a:latin typeface="Consolas" panose="020B0609020204030204" pitchFamily="49" charset="0"/>
              </a:rPr>
              <a:t>|   RAMB36/FIFO*    | 1851 |     0 |          0 |      1880 | 98.46 |</a:t>
            </a:r>
          </a:p>
          <a:p>
            <a:r>
              <a:rPr lang="en-US" sz="1400" dirty="0">
                <a:latin typeface="Consolas" panose="020B0609020204030204" pitchFamily="49" charset="0"/>
              </a:rPr>
              <a:t>|     RAMB36E1 only | 1851 |       |            |           |       |</a:t>
            </a:r>
          </a:p>
          <a:p>
            <a:r>
              <a:rPr lang="en-US" sz="1400" dirty="0">
                <a:latin typeface="Consolas" panose="020B0609020204030204" pitchFamily="49" charset="0"/>
              </a:rPr>
              <a:t>|   RAMB18          |    0 |     0 |          0 |      3760 |  0.00 |</a:t>
            </a:r>
          </a:p>
          <a:p>
            <a:r>
              <a:rPr lang="en-US" sz="1400" dirty="0">
                <a:latin typeface="Consolas" panose="020B0609020204030204" pitchFamily="49" charset="0"/>
              </a:rPr>
              <a:t>+-------------------+------+-------+------------+-----------+-------+</a:t>
            </a:r>
          </a:p>
          <a:p>
            <a:r>
              <a:rPr lang="en-US" sz="1400" dirty="0">
                <a:latin typeface="Consolas" panose="020B0609020204030204" pitchFamily="49" charset="0"/>
              </a:rPr>
              <a:t>* Note: Each Block RAM Tile only has one FIFO logic available and therefore can accommodate only one FIFO36E1 or one FIFO18E1. However, if a FIFO18E1 occupies a Block RAM Tile, that tile can still accommodate a RAMB18E1</a:t>
            </a:r>
          </a:p>
          <a:p>
            <a:endParaRPr lang="en-US" sz="1400" dirty="0">
              <a:latin typeface="Consolas" panose="020B0609020204030204" pitchFamily="49" charset="0"/>
            </a:endParaRPr>
          </a:p>
          <a:p>
            <a:endParaRPr lang="en-US" sz="1400" dirty="0">
              <a:latin typeface="Consolas" panose="020B0609020204030204" pitchFamily="49" charset="0"/>
            </a:endParaRPr>
          </a:p>
          <a:p>
            <a:r>
              <a:rPr lang="en-US" sz="1400" dirty="0">
                <a:latin typeface="Consolas" panose="020B0609020204030204" pitchFamily="49" charset="0"/>
              </a:rPr>
              <a:t>4. DSP</a:t>
            </a:r>
          </a:p>
          <a:p>
            <a:r>
              <a:rPr lang="en-US" sz="1400" dirty="0">
                <a:latin typeface="Consolas" panose="020B0609020204030204" pitchFamily="49" charset="0"/>
              </a:rPr>
              <a:t>------</a:t>
            </a:r>
          </a:p>
          <a:p>
            <a:endParaRPr lang="en-US" sz="1400" dirty="0">
              <a:latin typeface="Consolas" panose="020B0609020204030204" pitchFamily="49" charset="0"/>
            </a:endParaRPr>
          </a:p>
          <a:p>
            <a:r>
              <a:rPr lang="en-US" sz="1400" dirty="0">
                <a:latin typeface="Consolas" panose="020B0609020204030204" pitchFamily="49" charset="0"/>
              </a:rPr>
              <a:t>+----------------+------+-------+------------+-----------+-------+</a:t>
            </a:r>
          </a:p>
          <a:p>
            <a:r>
              <a:rPr lang="en-US" sz="1400" dirty="0">
                <a:latin typeface="Consolas" panose="020B0609020204030204" pitchFamily="49" charset="0"/>
              </a:rPr>
              <a:t>|    Site Type   | Used | Fixed | Prohibited | Available | Util% |</a:t>
            </a:r>
          </a:p>
          <a:p>
            <a:r>
              <a:rPr lang="en-US" sz="1400" dirty="0">
                <a:latin typeface="Consolas" panose="020B0609020204030204" pitchFamily="49" charset="0"/>
              </a:rPr>
              <a:t>+----------------+------+-------+------------+-----------+-------+</a:t>
            </a:r>
          </a:p>
          <a:p>
            <a:r>
              <a:rPr lang="en-US" sz="1400" dirty="0">
                <a:latin typeface="Consolas" panose="020B0609020204030204" pitchFamily="49" charset="0"/>
              </a:rPr>
              <a:t>| DSPs           | 1032 |     0 |          0 |      3360 | 30.71 |</a:t>
            </a:r>
          </a:p>
          <a:p>
            <a:r>
              <a:rPr lang="en-US" sz="1400" dirty="0">
                <a:latin typeface="Consolas" panose="020B0609020204030204" pitchFamily="49" charset="0"/>
              </a:rPr>
              <a:t>|   DSP48E1 only | 1032 |       |            |           |       |</a:t>
            </a:r>
          </a:p>
          <a:p>
            <a:r>
              <a:rPr lang="en-US" sz="1400" dirty="0">
                <a:latin typeface="Consolas" panose="020B0609020204030204" pitchFamily="49" charset="0"/>
              </a:rPr>
              <a:t>+----------------+------+-------+------------+-----------+-------+</a:t>
            </a:r>
          </a:p>
          <a:p>
            <a:endParaRPr lang="en-US" sz="1400" dirty="0">
              <a:latin typeface="Consolas" panose="020B0609020204030204" pitchFamily="49" charset="0"/>
            </a:endParaRPr>
          </a:p>
        </p:txBody>
      </p:sp>
      <p:sp>
        <p:nvSpPr>
          <p:cNvPr id="4" name="TextBox 3">
            <a:extLst>
              <a:ext uri="{FF2B5EF4-FFF2-40B4-BE49-F238E27FC236}">
                <a16:creationId xmlns:a16="http://schemas.microsoft.com/office/drawing/2014/main" id="{D58A3F6B-60E4-9957-F729-553A4D09EB88}"/>
              </a:ext>
            </a:extLst>
          </p:cNvPr>
          <p:cNvSpPr txBox="1"/>
          <p:nvPr/>
        </p:nvSpPr>
        <p:spPr>
          <a:xfrm>
            <a:off x="295835" y="251012"/>
            <a:ext cx="2436180" cy="369332"/>
          </a:xfrm>
          <a:prstGeom prst="rect">
            <a:avLst/>
          </a:prstGeom>
          <a:noFill/>
        </p:spPr>
        <p:txBody>
          <a:bodyPr wrap="none" rtlCol="0">
            <a:spAutoFit/>
          </a:bodyPr>
          <a:lstStyle/>
          <a:p>
            <a:r>
              <a:rPr lang="en-US" dirty="0"/>
              <a:t>t3.py (4K video @30fps)</a:t>
            </a:r>
          </a:p>
        </p:txBody>
      </p:sp>
    </p:spTree>
    <p:extLst>
      <p:ext uri="{BB962C8B-B14F-4D97-AF65-F5344CB8AC3E}">
        <p14:creationId xmlns:p14="http://schemas.microsoft.com/office/powerpoint/2010/main" val="16370716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327B2-FE5C-5A30-CACA-4913F991FB0D}"/>
              </a:ext>
            </a:extLst>
          </p:cNvPr>
          <p:cNvSpPr>
            <a:spLocks noGrp="1"/>
          </p:cNvSpPr>
          <p:nvPr>
            <p:ph type="title"/>
          </p:nvPr>
        </p:nvSpPr>
        <p:spPr/>
        <p:txBody>
          <a:bodyPr/>
          <a:lstStyle/>
          <a:p>
            <a:r>
              <a:rPr lang="en-US" dirty="0"/>
              <a:t>Target applications</a:t>
            </a:r>
          </a:p>
        </p:txBody>
      </p:sp>
      <p:sp>
        <p:nvSpPr>
          <p:cNvPr id="3" name="Content Placeholder 2">
            <a:extLst>
              <a:ext uri="{FF2B5EF4-FFF2-40B4-BE49-F238E27FC236}">
                <a16:creationId xmlns:a16="http://schemas.microsoft.com/office/drawing/2014/main" id="{D5406C34-9D6E-1DE2-01F8-BA58C9572927}"/>
              </a:ext>
            </a:extLst>
          </p:cNvPr>
          <p:cNvSpPr>
            <a:spLocks noGrp="1"/>
          </p:cNvSpPr>
          <p:nvPr>
            <p:ph idx="1"/>
          </p:nvPr>
        </p:nvSpPr>
        <p:spPr>
          <a:xfrm>
            <a:off x="838199" y="1825625"/>
            <a:ext cx="10460065" cy="4351338"/>
          </a:xfrm>
        </p:spPr>
        <p:txBody>
          <a:bodyPr>
            <a:normAutofit fontScale="77500" lnSpcReduction="20000"/>
          </a:bodyPr>
          <a:lstStyle/>
          <a:p>
            <a:r>
              <a:rPr lang="en-US" dirty="0"/>
              <a:t>high speed, low latency inference at the edge</a:t>
            </a:r>
          </a:p>
          <a:p>
            <a:pPr lvl="1"/>
            <a:r>
              <a:rPr lang="en-US" dirty="0"/>
              <a:t>ex: 3840x2160 @100 fps image classification for industrial applications</a:t>
            </a:r>
          </a:p>
          <a:p>
            <a:pPr lvl="1"/>
            <a:r>
              <a:rPr lang="en-US" dirty="0"/>
              <a:t>process raw uncompressed pixels directly from sensor (e.g. HDMI,MIPI)</a:t>
            </a:r>
          </a:p>
          <a:p>
            <a:pPr lvl="1"/>
            <a:r>
              <a:rPr lang="en-US" dirty="0"/>
              <a:t>hyperspectral image sensors, RF IQ baseband, 300+ frames/s</a:t>
            </a:r>
          </a:p>
          <a:p>
            <a:endParaRPr lang="en-US" dirty="0"/>
          </a:p>
          <a:p>
            <a:r>
              <a:rPr lang="en-US" dirty="0"/>
              <a:t>inference only, supports small but useful subset of </a:t>
            </a:r>
            <a:r>
              <a:rPr lang="en-US" dirty="0" err="1"/>
              <a:t>TFLite</a:t>
            </a:r>
            <a:r>
              <a:rPr lang="en-US" dirty="0"/>
              <a:t>  (conv2d only, padding='valid', stride={1,2}, activation=RELU)</a:t>
            </a:r>
          </a:p>
          <a:p>
            <a:r>
              <a:rPr lang="en-US" dirty="0"/>
              <a:t>no external memory required</a:t>
            </a:r>
          </a:p>
          <a:p>
            <a:r>
              <a:rPr lang="en-US" dirty="0"/>
              <a:t>real time data stream -&gt; real time prediction stream (or feature map)</a:t>
            </a:r>
          </a:p>
          <a:p>
            <a:r>
              <a:rPr lang="en-US" dirty="0"/>
              <a:t>tool to compile </a:t>
            </a:r>
            <a:r>
              <a:rPr lang="en-US" dirty="0" err="1"/>
              <a:t>TFLite</a:t>
            </a:r>
            <a:r>
              <a:rPr lang="en-US" dirty="0"/>
              <a:t> model into synthesizable Verilog</a:t>
            </a:r>
          </a:p>
          <a:p>
            <a:r>
              <a:rPr lang="en-US" dirty="0"/>
              <a:t>generated Verilog code is self contained, includes streaming inference and weights</a:t>
            </a:r>
          </a:p>
          <a:p>
            <a:r>
              <a:rPr lang="en-US" dirty="0"/>
              <a:t>compiler generates parallel code for OCHAN*NSTRIPE MAC operations</a:t>
            </a:r>
          </a:p>
          <a:p>
            <a:r>
              <a:rPr lang="en-US" dirty="0"/>
              <a:t>compiler generates ROM file with the weights</a:t>
            </a:r>
          </a:p>
          <a:p>
            <a:endParaRPr lang="en-US" dirty="0"/>
          </a:p>
        </p:txBody>
      </p:sp>
    </p:spTree>
    <p:extLst>
      <p:ext uri="{BB962C8B-B14F-4D97-AF65-F5344CB8AC3E}">
        <p14:creationId xmlns:p14="http://schemas.microsoft.com/office/powerpoint/2010/main" val="30570116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4" name="Group 223">
            <a:extLst>
              <a:ext uri="{FF2B5EF4-FFF2-40B4-BE49-F238E27FC236}">
                <a16:creationId xmlns:a16="http://schemas.microsoft.com/office/drawing/2014/main" id="{5A2122D3-E382-D79F-6D03-10B0F95C5F80}"/>
              </a:ext>
            </a:extLst>
          </p:cNvPr>
          <p:cNvGrpSpPr/>
          <p:nvPr/>
        </p:nvGrpSpPr>
        <p:grpSpPr>
          <a:xfrm>
            <a:off x="3755918"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28" name="Group 227">
            <a:extLst>
              <a:ext uri="{FF2B5EF4-FFF2-40B4-BE49-F238E27FC236}">
                <a16:creationId xmlns:a16="http://schemas.microsoft.com/office/drawing/2014/main" id="{4C64A411-9C47-B1D0-E229-9A077484AF16}"/>
              </a:ext>
            </a:extLst>
          </p:cNvPr>
          <p:cNvGrpSpPr/>
          <p:nvPr/>
        </p:nvGrpSpPr>
        <p:grpSpPr>
          <a:xfrm>
            <a:off x="3755918"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38" name="Group 637">
            <a:extLst>
              <a:ext uri="{FF2B5EF4-FFF2-40B4-BE49-F238E27FC236}">
                <a16:creationId xmlns:a16="http://schemas.microsoft.com/office/drawing/2014/main" id="{9890195F-DFD2-45F1-607F-D94ED1344508}"/>
              </a:ext>
            </a:extLst>
          </p:cNvPr>
          <p:cNvGrpSpPr/>
          <p:nvPr/>
        </p:nvGrpSpPr>
        <p:grpSpPr>
          <a:xfrm>
            <a:off x="1636814" y="519681"/>
            <a:ext cx="1312537" cy="661950"/>
            <a:chOff x="1732042" y="519681"/>
            <a:chExt cx="1821732" cy="661950"/>
          </a:xfrm>
        </p:grpSpPr>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grpSp>
        <p:nvGrpSpPr>
          <p:cNvPr id="232" name="Group 231">
            <a:extLst>
              <a:ext uri="{FF2B5EF4-FFF2-40B4-BE49-F238E27FC236}">
                <a16:creationId xmlns:a16="http://schemas.microsoft.com/office/drawing/2014/main" id="{AAB91D3D-F1B5-79CD-E1EE-254117C71EAF}"/>
              </a:ext>
            </a:extLst>
          </p:cNvPr>
          <p:cNvGrpSpPr/>
          <p:nvPr/>
        </p:nvGrpSpPr>
        <p:grpSpPr>
          <a:xfrm>
            <a:off x="3755918"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3505929"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44" name="Group 243">
            <a:extLst>
              <a:ext uri="{FF2B5EF4-FFF2-40B4-BE49-F238E27FC236}">
                <a16:creationId xmlns:a16="http://schemas.microsoft.com/office/drawing/2014/main" id="{2A6E34E0-D8C9-F7E4-DEB8-AFBE1F624C0F}"/>
              </a:ext>
            </a:extLst>
          </p:cNvPr>
          <p:cNvGrpSpPr/>
          <p:nvPr/>
        </p:nvGrpSpPr>
        <p:grpSpPr>
          <a:xfrm>
            <a:off x="4156398" y="4704932"/>
            <a:ext cx="1561072"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3960665" y="1071771"/>
            <a:ext cx="1756805"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3960665" y="838102"/>
            <a:ext cx="1756805"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3960665" y="598543"/>
            <a:ext cx="1756805"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p:cNvCxnSpPr>
          <p:nvPr/>
        </p:nvCxnSpPr>
        <p:spPr>
          <a:xfrm flipV="1">
            <a:off x="4156398" y="4321231"/>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p:cNvCxnSpPr>
          <p:nvPr/>
        </p:nvCxnSpPr>
        <p:spPr>
          <a:xfrm flipV="1">
            <a:off x="4156398" y="4081672"/>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p:cNvCxnSpPr>
          <p:nvPr/>
        </p:nvCxnSpPr>
        <p:spPr>
          <a:xfrm flipV="1">
            <a:off x="4156398" y="3848003"/>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p:cNvCxnSpPr>
          <p:nvPr/>
        </p:nvCxnSpPr>
        <p:spPr>
          <a:xfrm flipV="1">
            <a:off x="4156398" y="3608443"/>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p:cNvCxnSpPr>
          <p:nvPr/>
        </p:nvCxnSpPr>
        <p:spPr>
          <a:xfrm flipV="1">
            <a:off x="4156398" y="3370008"/>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p:cNvCxnSpPr>
          <p:nvPr/>
        </p:nvCxnSpPr>
        <p:spPr>
          <a:xfrm flipV="1">
            <a:off x="4156398" y="3130448"/>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p:cNvCxnSpPr>
          <p:nvPr/>
        </p:nvCxnSpPr>
        <p:spPr>
          <a:xfrm flipV="1">
            <a:off x="4156398" y="2896779"/>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p:cNvCxnSpPr>
          <p:nvPr/>
        </p:nvCxnSpPr>
        <p:spPr>
          <a:xfrm flipV="1">
            <a:off x="4156398" y="2657220"/>
            <a:ext cx="1561072"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3960665" y="1071771"/>
            <a:ext cx="1756805"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3960665" y="1071771"/>
            <a:ext cx="1756805"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3960665" y="1071771"/>
            <a:ext cx="1756805"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3960665" y="1071771"/>
            <a:ext cx="1756805"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3960665" y="1071771"/>
            <a:ext cx="1756805"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3960665" y="1071771"/>
            <a:ext cx="1756805"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3960665" y="1071771"/>
            <a:ext cx="1756805"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p:cNvCxnSpPr>
          <p:nvPr/>
        </p:nvCxnSpPr>
        <p:spPr>
          <a:xfrm flipV="1">
            <a:off x="4156398" y="2308637"/>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p:cNvCxnSpPr>
          <p:nvPr/>
        </p:nvCxnSpPr>
        <p:spPr>
          <a:xfrm flipV="1">
            <a:off x="4156398" y="2069078"/>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p:cNvCxnSpPr>
          <p:nvPr/>
        </p:nvCxnSpPr>
        <p:spPr>
          <a:xfrm flipV="1">
            <a:off x="4156398" y="1835409"/>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p:cNvCxnSpPr>
          <p:nvPr/>
        </p:nvCxnSpPr>
        <p:spPr>
          <a:xfrm flipV="1">
            <a:off x="4230205" y="1573078"/>
            <a:ext cx="1488681" cy="408307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p:cNvCxnSpPr>
          <p:nvPr/>
        </p:nvCxnSpPr>
        <p:spPr>
          <a:xfrm flipV="1">
            <a:off x="4156398" y="1357414"/>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p:cNvCxnSpPr>
          <p:nvPr/>
        </p:nvCxnSpPr>
        <p:spPr>
          <a:xfrm flipV="1">
            <a:off x="4156398" y="1117854"/>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p:cNvCxnSpPr>
          <p:nvPr/>
        </p:nvCxnSpPr>
        <p:spPr>
          <a:xfrm flipV="1">
            <a:off x="4156398" y="884185"/>
            <a:ext cx="1561072"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p:cNvCxnSpPr>
          <p:nvPr/>
        </p:nvCxnSpPr>
        <p:spPr>
          <a:xfrm flipV="1">
            <a:off x="4230205" y="635431"/>
            <a:ext cx="1496431" cy="406950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3960665" y="598543"/>
            <a:ext cx="1758221" cy="2926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3960665" y="598543"/>
            <a:ext cx="1789218" cy="49408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3960665" y="598543"/>
            <a:ext cx="1742723" cy="7498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3960665" y="598543"/>
            <a:ext cx="1756805"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3960665" y="598543"/>
            <a:ext cx="1781469" cy="122250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3960665" y="598543"/>
            <a:ext cx="1781469" cy="147048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3960665" y="598543"/>
            <a:ext cx="1756805"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3960665" y="838102"/>
            <a:ext cx="1756805"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3960665" y="838102"/>
            <a:ext cx="1756805"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3960665" y="838102"/>
            <a:ext cx="1756805"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3960665" y="838102"/>
            <a:ext cx="1756805"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3960665" y="838102"/>
            <a:ext cx="1756805"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3960665" y="838102"/>
            <a:ext cx="1756805"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3960665" y="838102"/>
            <a:ext cx="1756805"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6" name="TextBox 355">
            <a:extLst>
              <a:ext uri="{FF2B5EF4-FFF2-40B4-BE49-F238E27FC236}">
                <a16:creationId xmlns:a16="http://schemas.microsoft.com/office/drawing/2014/main" id="{7EC204C9-ED79-AACF-11CB-2B556D159D29}"/>
              </a:ext>
            </a:extLst>
          </p:cNvPr>
          <p:cNvSpPr txBox="1"/>
          <p:nvPr/>
        </p:nvSpPr>
        <p:spPr>
          <a:xfrm>
            <a:off x="1102813" y="1181146"/>
            <a:ext cx="2012089" cy="307777"/>
          </a:xfrm>
          <a:prstGeom prst="rect">
            <a:avLst/>
          </a:prstGeom>
          <a:noFill/>
          <a:ln w="12700">
            <a:noFill/>
          </a:ln>
        </p:spPr>
        <p:txBody>
          <a:bodyPr wrap="none" rtlCol="0">
            <a:spAutoFit/>
          </a:bodyPr>
          <a:lstStyle/>
          <a:p>
            <a:r>
              <a:rPr lang="en-US" sz="1400" i="1" dirty="0"/>
              <a:t>padded stripes [NSTRIPE]</a:t>
            </a:r>
          </a:p>
        </p:txBody>
      </p:sp>
      <p:sp>
        <p:nvSpPr>
          <p:cNvPr id="358" name="TextBox 357">
            <a:extLst>
              <a:ext uri="{FF2B5EF4-FFF2-40B4-BE49-F238E27FC236}">
                <a16:creationId xmlns:a16="http://schemas.microsoft.com/office/drawing/2014/main" id="{C5EC58FE-892B-58B7-BC61-51DFBA008931}"/>
              </a:ext>
            </a:extLst>
          </p:cNvPr>
          <p:cNvSpPr txBox="1"/>
          <p:nvPr/>
        </p:nvSpPr>
        <p:spPr>
          <a:xfrm>
            <a:off x="4480488" y="299317"/>
            <a:ext cx="649217" cy="307777"/>
          </a:xfrm>
          <a:prstGeom prst="rect">
            <a:avLst/>
          </a:prstGeom>
          <a:noFill/>
          <a:ln w="12700">
            <a:noFill/>
          </a:ln>
        </p:spPr>
        <p:txBody>
          <a:bodyPr wrap="none" rtlCol="0">
            <a:spAutoFit/>
          </a:bodyPr>
          <a:lstStyle/>
          <a:p>
            <a:r>
              <a:rPr lang="en-US" sz="1400" i="1" dirty="0"/>
              <a:t>TDATA</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a:endCxn id="231" idx="1"/>
          </p:cNvCxnSpPr>
          <p:nvPr/>
        </p:nvCxnSpPr>
        <p:spPr>
          <a:xfrm>
            <a:off x="136003" y="614042"/>
            <a:ext cx="150081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136003" y="339612"/>
            <a:ext cx="1210268" cy="307777"/>
          </a:xfrm>
          <a:prstGeom prst="rect">
            <a:avLst/>
          </a:prstGeom>
          <a:noFill/>
          <a:ln w="12700">
            <a:noFill/>
          </a:ln>
        </p:spPr>
        <p:txBody>
          <a:bodyPr wrap="none" rtlCol="0">
            <a:spAutoFit/>
          </a:bodyPr>
          <a:lstStyle/>
          <a:p>
            <a:r>
              <a:rPr lang="en-US" sz="1400" i="1" dirty="0"/>
              <a:t>TDATA*ICHAN</a:t>
            </a:r>
          </a:p>
        </p:txBody>
      </p: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a:off x="863608" y="613558"/>
            <a:ext cx="773206" cy="47371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cxnSpLocks/>
            <a:endCxn id="227" idx="1"/>
          </p:cNvCxnSpPr>
          <p:nvPr/>
        </p:nvCxnSpPr>
        <p:spPr>
          <a:xfrm>
            <a:off x="1273235" y="853601"/>
            <a:ext cx="363579"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9" name="TextBox 368">
            <a:extLst>
              <a:ext uri="{FF2B5EF4-FFF2-40B4-BE49-F238E27FC236}">
                <a16:creationId xmlns:a16="http://schemas.microsoft.com/office/drawing/2014/main" id="{97A2E3BF-255D-69B7-5DD4-A185168B9EE0}"/>
              </a:ext>
            </a:extLst>
          </p:cNvPr>
          <p:cNvSpPr txBox="1"/>
          <p:nvPr/>
        </p:nvSpPr>
        <p:spPr>
          <a:xfrm>
            <a:off x="4594091" y="6354150"/>
            <a:ext cx="649217" cy="307777"/>
          </a:xfrm>
          <a:prstGeom prst="rect">
            <a:avLst/>
          </a:prstGeom>
          <a:noFill/>
          <a:ln w="12700">
            <a:noFill/>
          </a:ln>
        </p:spPr>
        <p:txBody>
          <a:bodyPr wrap="none" rtlCol="0">
            <a:spAutoFit/>
          </a:bodyPr>
          <a:lstStyle/>
          <a:p>
            <a:r>
              <a:rPr lang="en-US" sz="1400" i="1" dirty="0"/>
              <a:t>TDATA</a:t>
            </a:r>
          </a:p>
        </p:txBody>
      </p:sp>
      <p:sp>
        <p:nvSpPr>
          <p:cNvPr id="370" name="TextBox 369">
            <a:extLst>
              <a:ext uri="{FF2B5EF4-FFF2-40B4-BE49-F238E27FC236}">
                <a16:creationId xmlns:a16="http://schemas.microsoft.com/office/drawing/2014/main" id="{C8EA116F-81B4-BEA4-C51F-6B1CCEDBFC93}"/>
              </a:ext>
            </a:extLst>
          </p:cNvPr>
          <p:cNvSpPr txBox="1"/>
          <p:nvPr/>
        </p:nvSpPr>
        <p:spPr>
          <a:xfrm>
            <a:off x="89571" y="6235440"/>
            <a:ext cx="1786451" cy="523220"/>
          </a:xfrm>
          <a:prstGeom prst="rect">
            <a:avLst/>
          </a:prstGeom>
          <a:noFill/>
          <a:ln w="12700">
            <a:noFill/>
          </a:ln>
        </p:spPr>
        <p:txBody>
          <a:bodyPr wrap="none" rtlCol="0">
            <a:spAutoFit/>
          </a:bodyPr>
          <a:lstStyle/>
          <a:p>
            <a:r>
              <a:rPr lang="en-US" sz="1400" dirty="0">
                <a:hlinkClick r:id="rId2"/>
              </a:rPr>
              <a:t>conv2d_data.v</a:t>
            </a:r>
            <a:endParaRPr lang="en-US" sz="1400" dirty="0"/>
          </a:p>
          <a:p>
            <a:r>
              <a:rPr lang="en-US" sz="1400" dirty="0"/>
              <a:t>NSTRIPE=3, OCHAN=8</a:t>
            </a:r>
          </a:p>
        </p:txBody>
      </p:sp>
      <p:sp>
        <p:nvSpPr>
          <p:cNvPr id="7" name="Trapezoid 6">
            <a:extLst>
              <a:ext uri="{FF2B5EF4-FFF2-40B4-BE49-F238E27FC236}">
                <a16:creationId xmlns:a16="http://schemas.microsoft.com/office/drawing/2014/main" id="{9858F3DC-ED06-76DB-C560-C92712EECA59}"/>
              </a:ext>
            </a:extLst>
          </p:cNvPr>
          <p:cNvSpPr/>
          <p:nvPr/>
        </p:nvSpPr>
        <p:spPr>
          <a:xfrm rot="5400000">
            <a:off x="3319275"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319275"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319275"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166324"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166324"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166324"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2964421"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2964421"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2964421"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94" name="TextBox 293">
            <a:extLst>
              <a:ext uri="{FF2B5EF4-FFF2-40B4-BE49-F238E27FC236}">
                <a16:creationId xmlns:a16="http://schemas.microsoft.com/office/drawing/2014/main" id="{1D03A73D-8906-BE8B-8860-274DE8B40C22}"/>
              </a:ext>
            </a:extLst>
          </p:cNvPr>
          <p:cNvSpPr txBox="1"/>
          <p:nvPr/>
        </p:nvSpPr>
        <p:spPr>
          <a:xfrm>
            <a:off x="5930492" y="4198812"/>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5930492" y="3959253"/>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5930492" y="3725584"/>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5930492" y="3486024"/>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5930492" y="324758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5930492" y="300802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5930492" y="277436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5930492" y="2534801"/>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5930492" y="2185248"/>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5930492" y="194568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5930492" y="171202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5930492" y="147246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5930492" y="123402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5930492" y="99446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5930492" y="760796"/>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5930492" y="521237"/>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nvGrpSpPr>
          <p:cNvPr id="464" name="Group 463">
            <a:extLst>
              <a:ext uri="{FF2B5EF4-FFF2-40B4-BE49-F238E27FC236}">
                <a16:creationId xmlns:a16="http://schemas.microsoft.com/office/drawing/2014/main" id="{64209CA5-BE5F-79F3-57CB-D83F1C29C926}"/>
              </a:ext>
            </a:extLst>
          </p:cNvPr>
          <p:cNvGrpSpPr/>
          <p:nvPr/>
        </p:nvGrpSpPr>
        <p:grpSpPr>
          <a:xfrm>
            <a:off x="6867523"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6867523"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6867523"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6867523"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6867523"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6867523"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6867523"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6867523"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6867523"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6867523"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6867523"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6867523"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6867523"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6867523"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6867523"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6867523"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6867523"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6867523"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6867523"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6867523"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6867523"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6867523"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6867523"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6867523"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22" name="Group 321">
            <a:extLst>
              <a:ext uri="{FF2B5EF4-FFF2-40B4-BE49-F238E27FC236}">
                <a16:creationId xmlns:a16="http://schemas.microsoft.com/office/drawing/2014/main" id="{1CD209A2-5370-7337-3E9F-C1AD443A753F}"/>
              </a:ext>
            </a:extLst>
          </p:cNvPr>
          <p:cNvGrpSpPr/>
          <p:nvPr/>
        </p:nvGrpSpPr>
        <p:grpSpPr>
          <a:xfrm>
            <a:off x="7072271"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00555" y="576610"/>
            <a:ext cx="157805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750015" y="249981"/>
            <a:ext cx="1282402" cy="307777"/>
          </a:xfrm>
          <a:prstGeom prst="rect">
            <a:avLst/>
          </a:prstGeom>
          <a:noFill/>
          <a:ln w="12700">
            <a:noFill/>
          </a:ln>
        </p:spPr>
        <p:txBody>
          <a:bodyPr wrap="none" rtlCol="0">
            <a:spAutoFit/>
          </a:bodyPr>
          <a:lstStyle/>
          <a:p>
            <a:r>
              <a:rPr lang="en-US" sz="1400" i="1" dirty="0"/>
              <a:t>TDATA*OCHAN</a:t>
            </a:r>
          </a:p>
        </p:txBody>
      </p:sp>
      <p:grpSp>
        <p:nvGrpSpPr>
          <p:cNvPr id="342" name="Group 341">
            <a:extLst>
              <a:ext uri="{FF2B5EF4-FFF2-40B4-BE49-F238E27FC236}">
                <a16:creationId xmlns:a16="http://schemas.microsoft.com/office/drawing/2014/main" id="{71904354-7544-E94D-F5C7-66D32CB11EE9}"/>
              </a:ext>
            </a:extLst>
          </p:cNvPr>
          <p:cNvGrpSpPr/>
          <p:nvPr/>
        </p:nvGrpSpPr>
        <p:grpSpPr>
          <a:xfrm>
            <a:off x="7072270"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7379233"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7488141"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7645492" y="1099797"/>
            <a:ext cx="0" cy="5232224"/>
          </a:xfrm>
          <a:prstGeom prst="line">
            <a:avLst/>
          </a:prstGeom>
          <a:ln w="19050"/>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8D0A2404-066B-C80C-18EC-8B3310AE3EA1}"/>
              </a:ext>
            </a:extLst>
          </p:cNvPr>
          <p:cNvGrpSpPr/>
          <p:nvPr/>
        </p:nvGrpSpPr>
        <p:grpSpPr>
          <a:xfrm>
            <a:off x="7072271" y="525614"/>
            <a:ext cx="718308" cy="1763198"/>
            <a:chOff x="8335358" y="525614"/>
            <a:chExt cx="718308" cy="1763198"/>
          </a:xfrm>
        </p:grpSpPr>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335358"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335358"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335358"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335358"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335358"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335358"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335358"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335358"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050837"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grp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7503222"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7500407"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7645492"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3" name="Group 402">
            <a:extLst>
              <a:ext uri="{FF2B5EF4-FFF2-40B4-BE49-F238E27FC236}">
                <a16:creationId xmlns:a16="http://schemas.microsoft.com/office/drawing/2014/main" id="{7565E4D1-B156-3861-95E3-871FC8D1885E}"/>
              </a:ext>
            </a:extLst>
          </p:cNvPr>
          <p:cNvGrpSpPr/>
          <p:nvPr/>
        </p:nvGrpSpPr>
        <p:grpSpPr>
          <a:xfrm>
            <a:off x="5725746" y="4205794"/>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5725746" y="3966235"/>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5725746" y="3732566"/>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5725746" y="3493006"/>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5725746" y="3254571"/>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5725746" y="3015011"/>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5725746" y="2781342"/>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5725746" y="2541783"/>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5725746" y="2192230"/>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5725746" y="1952671"/>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5725746" y="1719002"/>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5725746" y="1479442"/>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5725746" y="1241007"/>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5725746" y="1001447"/>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5725746" y="767778"/>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5725746" y="528219"/>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2" name="TextBox 1">
            <a:extLst>
              <a:ext uri="{FF2B5EF4-FFF2-40B4-BE49-F238E27FC236}">
                <a16:creationId xmlns:a16="http://schemas.microsoft.com/office/drawing/2014/main" id="{C3F58609-114E-FA23-0C4B-1216FEE33B93}"/>
              </a:ext>
            </a:extLst>
          </p:cNvPr>
          <p:cNvSpPr txBox="1"/>
          <p:nvPr/>
        </p:nvSpPr>
        <p:spPr>
          <a:xfrm>
            <a:off x="7042816" y="6326840"/>
            <a:ext cx="649217" cy="307777"/>
          </a:xfrm>
          <a:prstGeom prst="rect">
            <a:avLst/>
          </a:prstGeom>
          <a:noFill/>
          <a:ln w="12700">
            <a:noFill/>
          </a:ln>
        </p:spPr>
        <p:txBody>
          <a:bodyPr wrap="none" rtlCol="0">
            <a:spAutoFit/>
          </a:bodyPr>
          <a:lstStyle/>
          <a:p>
            <a:r>
              <a:rPr lang="en-US" sz="1400" i="1" dirty="0"/>
              <a:t>TDATA</a:t>
            </a:r>
          </a:p>
        </p:txBody>
      </p:sp>
      <p:sp>
        <p:nvSpPr>
          <p:cNvPr id="4" name="TextBox 3">
            <a:extLst>
              <a:ext uri="{FF2B5EF4-FFF2-40B4-BE49-F238E27FC236}">
                <a16:creationId xmlns:a16="http://schemas.microsoft.com/office/drawing/2014/main" id="{F9469775-542C-D59A-E570-7C566B67802B}"/>
              </a:ext>
            </a:extLst>
          </p:cNvPr>
          <p:cNvSpPr txBox="1"/>
          <p:nvPr/>
        </p:nvSpPr>
        <p:spPr>
          <a:xfrm>
            <a:off x="1441985" y="10835"/>
            <a:ext cx="658770" cy="307777"/>
          </a:xfrm>
          <a:prstGeom prst="rect">
            <a:avLst/>
          </a:prstGeom>
          <a:noFill/>
          <a:ln w="12700">
            <a:noFill/>
          </a:ln>
        </p:spPr>
        <p:txBody>
          <a:bodyPr wrap="none" rtlCol="0">
            <a:spAutoFit/>
          </a:bodyPr>
          <a:lstStyle/>
          <a:p>
            <a:r>
              <a:rPr lang="en-US" sz="1400" dirty="0" err="1"/>
              <a:t>wa,we</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791714" y="29931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2578935"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2743980"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2964421"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3437248"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7554500"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p:cNvCxnSpPr>
          <p:nvPr/>
        </p:nvCxnSpPr>
        <p:spPr>
          <a:xfrm>
            <a:off x="7973195" y="24538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5406682" y="31520"/>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6769594" y="221403"/>
            <a:ext cx="587853" cy="307777"/>
          </a:xfrm>
          <a:prstGeom prst="rect">
            <a:avLst/>
          </a:prstGeom>
          <a:noFill/>
          <a:ln w="12700">
            <a:noFill/>
          </a:ln>
        </p:spPr>
        <p:txBody>
          <a:bodyPr wrap="none" rtlCol="0">
            <a:spAutoFit/>
          </a:bodyPr>
          <a:lstStyle/>
          <a:p>
            <a:r>
              <a:rPr lang="en-US" sz="1400" dirty="0" err="1"/>
              <a:t>reg_x</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3666857" y="193630"/>
            <a:ext cx="592791" cy="307777"/>
          </a:xfrm>
          <a:prstGeom prst="rect">
            <a:avLst/>
          </a:prstGeom>
          <a:noFill/>
          <a:ln w="12700">
            <a:noFill/>
          </a:ln>
        </p:spPr>
        <p:txBody>
          <a:bodyPr wrap="none" rtlCol="0">
            <a:spAutoFit/>
          </a:bodyPr>
          <a:lstStyle/>
          <a:p>
            <a:r>
              <a:rPr lang="en-US" sz="1400" dirty="0"/>
              <a:t>patch</a:t>
            </a:r>
          </a:p>
        </p:txBody>
      </p:sp>
      <p:grpSp>
        <p:nvGrpSpPr>
          <p:cNvPr id="180" name="Group 179">
            <a:extLst>
              <a:ext uri="{FF2B5EF4-FFF2-40B4-BE49-F238E27FC236}">
                <a16:creationId xmlns:a16="http://schemas.microsoft.com/office/drawing/2014/main" id="{64502C19-7B39-2967-B9C6-2939ED56CF31}"/>
              </a:ext>
            </a:extLst>
          </p:cNvPr>
          <p:cNvGrpSpPr/>
          <p:nvPr/>
        </p:nvGrpSpPr>
        <p:grpSpPr>
          <a:xfrm>
            <a:off x="5725746" y="4564447"/>
            <a:ext cx="989281" cy="1871137"/>
            <a:chOff x="6330168" y="4564447"/>
            <a:chExt cx="989281" cy="1871137"/>
          </a:xfrm>
        </p:grpSpPr>
        <p:sp>
          <p:nvSpPr>
            <p:cNvPr id="275" name="TextBox 274">
              <a:extLst>
                <a:ext uri="{FF2B5EF4-FFF2-40B4-BE49-F238E27FC236}">
                  <a16:creationId xmlns:a16="http://schemas.microsoft.com/office/drawing/2014/main" id="{8052F8CC-A497-0FBB-E1C1-86453A9E2450}"/>
                </a:ext>
              </a:extLst>
            </p:cNvPr>
            <p:cNvSpPr txBox="1"/>
            <p:nvPr/>
          </p:nvSpPr>
          <p:spPr>
            <a:xfrm>
              <a:off x="6534914" y="6228458"/>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6534914" y="598889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6534914" y="575523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6534914" y="551567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6534914" y="527723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6534914" y="503767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6534914" y="4804006"/>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6534914" y="4564447"/>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nvGrpSpPr>
            <p:cNvPr id="375" name="Group 374">
              <a:extLst>
                <a:ext uri="{FF2B5EF4-FFF2-40B4-BE49-F238E27FC236}">
                  <a16:creationId xmlns:a16="http://schemas.microsoft.com/office/drawing/2014/main" id="{F5F0BE1B-B64B-1C0D-0932-C42DF4F9991A}"/>
                </a:ext>
              </a:extLst>
            </p:cNvPr>
            <p:cNvGrpSpPr/>
            <p:nvPr/>
          </p:nvGrpSpPr>
          <p:grpSpPr>
            <a:xfrm>
              <a:off x="6330168" y="6235440"/>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6330168" y="5995881"/>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6330168" y="5762212"/>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6330168" y="5522652"/>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6330168" y="5284217"/>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6330168" y="5044657"/>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6330168" y="4810988"/>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6330168" y="4571429"/>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4" name="Group 33">
              <a:extLst>
                <a:ext uri="{FF2B5EF4-FFF2-40B4-BE49-F238E27FC236}">
                  <a16:creationId xmlns:a16="http://schemas.microsoft.com/office/drawing/2014/main" id="{0719CB35-D5DF-20A5-D62B-C257CD03176E}"/>
                </a:ext>
              </a:extLst>
            </p:cNvPr>
            <p:cNvGrpSpPr/>
            <p:nvPr/>
          </p:nvGrpSpPr>
          <p:grpSpPr>
            <a:xfrm>
              <a:off x="7114702" y="6234651"/>
              <a:ext cx="204747" cy="190150"/>
              <a:chOff x="7531202" y="6119530"/>
              <a:chExt cx="350195" cy="325227"/>
            </a:xfrm>
          </p:grpSpPr>
          <p:sp>
            <p:nvSpPr>
              <p:cNvPr id="528" name="Rectangle 527">
                <a:extLst>
                  <a:ext uri="{FF2B5EF4-FFF2-40B4-BE49-F238E27FC236}">
                    <a16:creationId xmlns:a16="http://schemas.microsoft.com/office/drawing/2014/main" id="{911BC0BC-93B7-13DD-F26F-47A7A4F9B0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9" name="Isosceles Triangle 528">
                <a:extLst>
                  <a:ext uri="{FF2B5EF4-FFF2-40B4-BE49-F238E27FC236}">
                    <a16:creationId xmlns:a16="http://schemas.microsoft.com/office/drawing/2014/main" id="{29ECF7AF-127C-4AAE-55D6-2938CE2CCA5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7" name="Group 36">
              <a:extLst>
                <a:ext uri="{FF2B5EF4-FFF2-40B4-BE49-F238E27FC236}">
                  <a16:creationId xmlns:a16="http://schemas.microsoft.com/office/drawing/2014/main" id="{F465FEC4-B6CF-0473-5F80-BEFA28E6D76B}"/>
                </a:ext>
              </a:extLst>
            </p:cNvPr>
            <p:cNvGrpSpPr/>
            <p:nvPr/>
          </p:nvGrpSpPr>
          <p:grpSpPr>
            <a:xfrm>
              <a:off x="7114702" y="5995092"/>
              <a:ext cx="204747" cy="190150"/>
              <a:chOff x="7531202" y="6119530"/>
              <a:chExt cx="350195" cy="325227"/>
            </a:xfrm>
          </p:grpSpPr>
          <p:sp>
            <p:nvSpPr>
              <p:cNvPr id="526" name="Rectangle 525">
                <a:extLst>
                  <a:ext uri="{FF2B5EF4-FFF2-40B4-BE49-F238E27FC236}">
                    <a16:creationId xmlns:a16="http://schemas.microsoft.com/office/drawing/2014/main" id="{6F19F223-5F5E-118B-7B39-1258156B809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7" name="Isosceles Triangle 526">
                <a:extLst>
                  <a:ext uri="{FF2B5EF4-FFF2-40B4-BE49-F238E27FC236}">
                    <a16:creationId xmlns:a16="http://schemas.microsoft.com/office/drawing/2014/main" id="{6AB0BD2F-BA03-9FD3-5ACD-248110B99DE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 name="Group 40">
              <a:extLst>
                <a:ext uri="{FF2B5EF4-FFF2-40B4-BE49-F238E27FC236}">
                  <a16:creationId xmlns:a16="http://schemas.microsoft.com/office/drawing/2014/main" id="{F255CD23-97C5-B1E6-7313-4100698074A6}"/>
                </a:ext>
              </a:extLst>
            </p:cNvPr>
            <p:cNvGrpSpPr/>
            <p:nvPr/>
          </p:nvGrpSpPr>
          <p:grpSpPr>
            <a:xfrm>
              <a:off x="7114702" y="5761423"/>
              <a:ext cx="204747" cy="190150"/>
              <a:chOff x="7531202" y="6119530"/>
              <a:chExt cx="350195" cy="325227"/>
            </a:xfrm>
          </p:grpSpPr>
          <p:sp>
            <p:nvSpPr>
              <p:cNvPr id="524" name="Rectangle 523">
                <a:extLst>
                  <a:ext uri="{FF2B5EF4-FFF2-40B4-BE49-F238E27FC236}">
                    <a16:creationId xmlns:a16="http://schemas.microsoft.com/office/drawing/2014/main" id="{3201DAC6-9B75-4D32-A9D0-44C378F1BBE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5" name="Isosceles Triangle 524">
                <a:extLst>
                  <a:ext uri="{FF2B5EF4-FFF2-40B4-BE49-F238E27FC236}">
                    <a16:creationId xmlns:a16="http://schemas.microsoft.com/office/drawing/2014/main" id="{353540DC-122E-E062-EAD7-0AE0D8DC12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 name="Group 41">
              <a:extLst>
                <a:ext uri="{FF2B5EF4-FFF2-40B4-BE49-F238E27FC236}">
                  <a16:creationId xmlns:a16="http://schemas.microsoft.com/office/drawing/2014/main" id="{4F5D2D55-1927-0809-DC27-BDEC8D256478}"/>
                </a:ext>
              </a:extLst>
            </p:cNvPr>
            <p:cNvGrpSpPr/>
            <p:nvPr/>
          </p:nvGrpSpPr>
          <p:grpSpPr>
            <a:xfrm>
              <a:off x="7114702" y="5521863"/>
              <a:ext cx="204747" cy="190150"/>
              <a:chOff x="7531202" y="6119530"/>
              <a:chExt cx="350195" cy="325227"/>
            </a:xfrm>
          </p:grpSpPr>
          <p:sp>
            <p:nvSpPr>
              <p:cNvPr id="522" name="Rectangle 521">
                <a:extLst>
                  <a:ext uri="{FF2B5EF4-FFF2-40B4-BE49-F238E27FC236}">
                    <a16:creationId xmlns:a16="http://schemas.microsoft.com/office/drawing/2014/main" id="{7DB8806E-BDF1-9B32-110F-BFB7537E2A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3" name="Isosceles Triangle 522">
                <a:extLst>
                  <a:ext uri="{FF2B5EF4-FFF2-40B4-BE49-F238E27FC236}">
                    <a16:creationId xmlns:a16="http://schemas.microsoft.com/office/drawing/2014/main" id="{A5774FDB-14A2-D213-6F5E-E240AD1D054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 name="Group 43">
              <a:extLst>
                <a:ext uri="{FF2B5EF4-FFF2-40B4-BE49-F238E27FC236}">
                  <a16:creationId xmlns:a16="http://schemas.microsoft.com/office/drawing/2014/main" id="{48E86EEE-58F1-CBDD-F3ED-9078EEA86657}"/>
                </a:ext>
              </a:extLst>
            </p:cNvPr>
            <p:cNvGrpSpPr/>
            <p:nvPr/>
          </p:nvGrpSpPr>
          <p:grpSpPr>
            <a:xfrm>
              <a:off x="7114702" y="5283428"/>
              <a:ext cx="204747" cy="190150"/>
              <a:chOff x="7531202" y="6119530"/>
              <a:chExt cx="350195" cy="325227"/>
            </a:xfrm>
          </p:grpSpPr>
          <p:sp>
            <p:nvSpPr>
              <p:cNvPr id="126" name="Rectangle 125">
                <a:extLst>
                  <a:ext uri="{FF2B5EF4-FFF2-40B4-BE49-F238E27FC236}">
                    <a16:creationId xmlns:a16="http://schemas.microsoft.com/office/drawing/2014/main" id="{55EAFDED-3362-4B29-D158-04C7C5ABFA6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7" name="Isosceles Triangle 126">
                <a:extLst>
                  <a:ext uri="{FF2B5EF4-FFF2-40B4-BE49-F238E27FC236}">
                    <a16:creationId xmlns:a16="http://schemas.microsoft.com/office/drawing/2014/main" id="{698584A2-98FA-1726-3FE7-072169F4A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 name="Group 49">
              <a:extLst>
                <a:ext uri="{FF2B5EF4-FFF2-40B4-BE49-F238E27FC236}">
                  <a16:creationId xmlns:a16="http://schemas.microsoft.com/office/drawing/2014/main" id="{F2B1F128-ECCC-8508-934B-BB264DDDE2E9}"/>
                </a:ext>
              </a:extLst>
            </p:cNvPr>
            <p:cNvGrpSpPr/>
            <p:nvPr/>
          </p:nvGrpSpPr>
          <p:grpSpPr>
            <a:xfrm>
              <a:off x="7114702" y="5043868"/>
              <a:ext cx="204747" cy="190150"/>
              <a:chOff x="7531202" y="6119530"/>
              <a:chExt cx="350195" cy="325227"/>
            </a:xfrm>
          </p:grpSpPr>
          <p:sp>
            <p:nvSpPr>
              <p:cNvPr id="124" name="Rectangle 123">
                <a:extLst>
                  <a:ext uri="{FF2B5EF4-FFF2-40B4-BE49-F238E27FC236}">
                    <a16:creationId xmlns:a16="http://schemas.microsoft.com/office/drawing/2014/main" id="{677153D6-C7FB-0BB1-6167-EDBD0FF7AFB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5" name="Isosceles Triangle 124">
                <a:extLst>
                  <a:ext uri="{FF2B5EF4-FFF2-40B4-BE49-F238E27FC236}">
                    <a16:creationId xmlns:a16="http://schemas.microsoft.com/office/drawing/2014/main" id="{3CFB7B8D-37AD-D7B8-953A-DAA21561D5A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4" name="Group 53">
              <a:extLst>
                <a:ext uri="{FF2B5EF4-FFF2-40B4-BE49-F238E27FC236}">
                  <a16:creationId xmlns:a16="http://schemas.microsoft.com/office/drawing/2014/main" id="{8CD6A42A-EB9D-A637-38A7-715576B85995}"/>
                </a:ext>
              </a:extLst>
            </p:cNvPr>
            <p:cNvGrpSpPr/>
            <p:nvPr/>
          </p:nvGrpSpPr>
          <p:grpSpPr>
            <a:xfrm>
              <a:off x="7114702" y="4810199"/>
              <a:ext cx="204747" cy="190150"/>
              <a:chOff x="7531202" y="6119530"/>
              <a:chExt cx="350195" cy="325227"/>
            </a:xfrm>
          </p:grpSpPr>
          <p:sp>
            <p:nvSpPr>
              <p:cNvPr id="119" name="Rectangle 118">
                <a:extLst>
                  <a:ext uri="{FF2B5EF4-FFF2-40B4-BE49-F238E27FC236}">
                    <a16:creationId xmlns:a16="http://schemas.microsoft.com/office/drawing/2014/main" id="{B6469D53-35DC-CA9A-6EA6-66B39218354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0" name="Isosceles Triangle 119">
                <a:extLst>
                  <a:ext uri="{FF2B5EF4-FFF2-40B4-BE49-F238E27FC236}">
                    <a16:creationId xmlns:a16="http://schemas.microsoft.com/office/drawing/2014/main" id="{39D7DB2E-52DD-ECA5-89A2-0E330FCCDEA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5" name="Group 54">
              <a:extLst>
                <a:ext uri="{FF2B5EF4-FFF2-40B4-BE49-F238E27FC236}">
                  <a16:creationId xmlns:a16="http://schemas.microsoft.com/office/drawing/2014/main" id="{80456ACD-0566-6376-CE0B-5CAA5F4BB25A}"/>
                </a:ext>
              </a:extLst>
            </p:cNvPr>
            <p:cNvGrpSpPr/>
            <p:nvPr/>
          </p:nvGrpSpPr>
          <p:grpSpPr>
            <a:xfrm>
              <a:off x="7114702" y="4570640"/>
              <a:ext cx="204747" cy="190150"/>
              <a:chOff x="7531202" y="6119530"/>
              <a:chExt cx="350195" cy="325227"/>
            </a:xfrm>
          </p:grpSpPr>
          <p:sp>
            <p:nvSpPr>
              <p:cNvPr id="112" name="Rectangle 111">
                <a:extLst>
                  <a:ext uri="{FF2B5EF4-FFF2-40B4-BE49-F238E27FC236}">
                    <a16:creationId xmlns:a16="http://schemas.microsoft.com/office/drawing/2014/main" id="{E34B4A53-1F07-C937-BFB3-1EA094C83D2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5" name="Isosceles Triangle 114">
                <a:extLst>
                  <a:ext uri="{FF2B5EF4-FFF2-40B4-BE49-F238E27FC236}">
                    <a16:creationId xmlns:a16="http://schemas.microsoft.com/office/drawing/2014/main" id="{7832D0A5-7138-6EAB-7563-78083C37B9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grpSp>
        <p:nvGrpSpPr>
          <p:cNvPr id="57" name="Group 56">
            <a:extLst>
              <a:ext uri="{FF2B5EF4-FFF2-40B4-BE49-F238E27FC236}">
                <a16:creationId xmlns:a16="http://schemas.microsoft.com/office/drawing/2014/main" id="{11B2F3E2-EF81-A6D1-7A64-6F72B1F43AB6}"/>
              </a:ext>
            </a:extLst>
          </p:cNvPr>
          <p:cNvGrpSpPr/>
          <p:nvPr/>
        </p:nvGrpSpPr>
        <p:grpSpPr>
          <a:xfrm>
            <a:off x="6510280" y="4205005"/>
            <a:ext cx="204747" cy="190150"/>
            <a:chOff x="7531202" y="6119530"/>
            <a:chExt cx="350195" cy="325227"/>
          </a:xfrm>
        </p:grpSpPr>
        <p:sp>
          <p:nvSpPr>
            <p:cNvPr id="110" name="Rectangle 109">
              <a:extLst>
                <a:ext uri="{FF2B5EF4-FFF2-40B4-BE49-F238E27FC236}">
                  <a16:creationId xmlns:a16="http://schemas.microsoft.com/office/drawing/2014/main" id="{D141F121-B4FA-FF28-AA74-B304FFD86C3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1" name="Isosceles Triangle 110">
              <a:extLst>
                <a:ext uri="{FF2B5EF4-FFF2-40B4-BE49-F238E27FC236}">
                  <a16:creationId xmlns:a16="http://schemas.microsoft.com/office/drawing/2014/main" id="{F91C5620-760E-A266-53CC-95DEF333F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8" name="Group 57">
            <a:extLst>
              <a:ext uri="{FF2B5EF4-FFF2-40B4-BE49-F238E27FC236}">
                <a16:creationId xmlns:a16="http://schemas.microsoft.com/office/drawing/2014/main" id="{155697E1-B723-9D7C-0A6E-971968F85DA6}"/>
              </a:ext>
            </a:extLst>
          </p:cNvPr>
          <p:cNvGrpSpPr/>
          <p:nvPr/>
        </p:nvGrpSpPr>
        <p:grpSpPr>
          <a:xfrm>
            <a:off x="6510280" y="3965446"/>
            <a:ext cx="204747" cy="190150"/>
            <a:chOff x="7531202" y="6119530"/>
            <a:chExt cx="350195" cy="325227"/>
          </a:xfrm>
        </p:grpSpPr>
        <p:sp>
          <p:nvSpPr>
            <p:cNvPr id="107" name="Rectangle 106">
              <a:extLst>
                <a:ext uri="{FF2B5EF4-FFF2-40B4-BE49-F238E27FC236}">
                  <a16:creationId xmlns:a16="http://schemas.microsoft.com/office/drawing/2014/main" id="{31DFF774-B702-0DEF-5A25-8D9A786C390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9" name="Isosceles Triangle 108">
              <a:extLst>
                <a:ext uri="{FF2B5EF4-FFF2-40B4-BE49-F238E27FC236}">
                  <a16:creationId xmlns:a16="http://schemas.microsoft.com/office/drawing/2014/main" id="{F8AC0C46-D7D5-60D0-0091-41079D1B7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9" name="Group 58">
            <a:extLst>
              <a:ext uri="{FF2B5EF4-FFF2-40B4-BE49-F238E27FC236}">
                <a16:creationId xmlns:a16="http://schemas.microsoft.com/office/drawing/2014/main" id="{CED2E2A7-A339-AD33-90D6-ED4AADFA8739}"/>
              </a:ext>
            </a:extLst>
          </p:cNvPr>
          <p:cNvGrpSpPr/>
          <p:nvPr/>
        </p:nvGrpSpPr>
        <p:grpSpPr>
          <a:xfrm>
            <a:off x="6510280" y="3731777"/>
            <a:ext cx="204747" cy="190150"/>
            <a:chOff x="7531202" y="6119530"/>
            <a:chExt cx="350195" cy="325227"/>
          </a:xfrm>
        </p:grpSpPr>
        <p:sp>
          <p:nvSpPr>
            <p:cNvPr id="102" name="Rectangle 101">
              <a:extLst>
                <a:ext uri="{FF2B5EF4-FFF2-40B4-BE49-F238E27FC236}">
                  <a16:creationId xmlns:a16="http://schemas.microsoft.com/office/drawing/2014/main" id="{9BA5D9DB-7DB3-A9E5-4152-5AD316362B0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6" name="Isosceles Triangle 105">
              <a:extLst>
                <a:ext uri="{FF2B5EF4-FFF2-40B4-BE49-F238E27FC236}">
                  <a16:creationId xmlns:a16="http://schemas.microsoft.com/office/drawing/2014/main" id="{45C4A583-A763-1C8B-1504-1DB2CEECCD8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0" name="Group 59">
            <a:extLst>
              <a:ext uri="{FF2B5EF4-FFF2-40B4-BE49-F238E27FC236}">
                <a16:creationId xmlns:a16="http://schemas.microsoft.com/office/drawing/2014/main" id="{58C3EA32-9465-419A-FB63-5473251ABEC7}"/>
              </a:ext>
            </a:extLst>
          </p:cNvPr>
          <p:cNvGrpSpPr/>
          <p:nvPr/>
        </p:nvGrpSpPr>
        <p:grpSpPr>
          <a:xfrm>
            <a:off x="6510280" y="3492217"/>
            <a:ext cx="204747" cy="190150"/>
            <a:chOff x="7531202" y="6119530"/>
            <a:chExt cx="350195" cy="325227"/>
          </a:xfrm>
        </p:grpSpPr>
        <p:sp>
          <p:nvSpPr>
            <p:cNvPr id="98" name="Rectangle 97">
              <a:extLst>
                <a:ext uri="{FF2B5EF4-FFF2-40B4-BE49-F238E27FC236}">
                  <a16:creationId xmlns:a16="http://schemas.microsoft.com/office/drawing/2014/main" id="{BFF9BB12-9669-2A1A-543B-A91C826F6DB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9" name="Isosceles Triangle 98">
              <a:extLst>
                <a:ext uri="{FF2B5EF4-FFF2-40B4-BE49-F238E27FC236}">
                  <a16:creationId xmlns:a16="http://schemas.microsoft.com/office/drawing/2014/main" id="{58226D1B-A5F3-6610-D440-8B38E0982CC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2" name="Group 61">
            <a:extLst>
              <a:ext uri="{FF2B5EF4-FFF2-40B4-BE49-F238E27FC236}">
                <a16:creationId xmlns:a16="http://schemas.microsoft.com/office/drawing/2014/main" id="{FCDB0710-B996-51B0-5773-95288287810C}"/>
              </a:ext>
            </a:extLst>
          </p:cNvPr>
          <p:cNvGrpSpPr/>
          <p:nvPr/>
        </p:nvGrpSpPr>
        <p:grpSpPr>
          <a:xfrm>
            <a:off x="6510280" y="3253782"/>
            <a:ext cx="204747" cy="190150"/>
            <a:chOff x="7531202" y="6119530"/>
            <a:chExt cx="350195" cy="325227"/>
          </a:xfrm>
        </p:grpSpPr>
        <p:sp>
          <p:nvSpPr>
            <p:cNvPr id="96" name="Rectangle 95">
              <a:extLst>
                <a:ext uri="{FF2B5EF4-FFF2-40B4-BE49-F238E27FC236}">
                  <a16:creationId xmlns:a16="http://schemas.microsoft.com/office/drawing/2014/main" id="{580F366A-9737-B5AC-8380-7793E60E15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7" name="Isosceles Triangle 96">
              <a:extLst>
                <a:ext uri="{FF2B5EF4-FFF2-40B4-BE49-F238E27FC236}">
                  <a16:creationId xmlns:a16="http://schemas.microsoft.com/office/drawing/2014/main" id="{B6A16D02-0795-EEE2-1106-ADE132F36B5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3" name="Group 62">
            <a:extLst>
              <a:ext uri="{FF2B5EF4-FFF2-40B4-BE49-F238E27FC236}">
                <a16:creationId xmlns:a16="http://schemas.microsoft.com/office/drawing/2014/main" id="{B4B23B28-B0F9-7601-94DF-9F810848C8F6}"/>
              </a:ext>
            </a:extLst>
          </p:cNvPr>
          <p:cNvGrpSpPr/>
          <p:nvPr/>
        </p:nvGrpSpPr>
        <p:grpSpPr>
          <a:xfrm>
            <a:off x="6510280" y="3014222"/>
            <a:ext cx="204747" cy="190150"/>
            <a:chOff x="7531202" y="6119530"/>
            <a:chExt cx="350195" cy="325227"/>
          </a:xfrm>
        </p:grpSpPr>
        <p:sp>
          <p:nvSpPr>
            <p:cNvPr id="93" name="Rectangle 92">
              <a:extLst>
                <a:ext uri="{FF2B5EF4-FFF2-40B4-BE49-F238E27FC236}">
                  <a16:creationId xmlns:a16="http://schemas.microsoft.com/office/drawing/2014/main" id="{DD3FDDEF-63FE-7826-3EC8-6712E1731BC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4" name="Isosceles Triangle 93">
              <a:extLst>
                <a:ext uri="{FF2B5EF4-FFF2-40B4-BE49-F238E27FC236}">
                  <a16:creationId xmlns:a16="http://schemas.microsoft.com/office/drawing/2014/main" id="{7DD2D859-4598-6596-EC4C-1AA63A59EFD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8" name="Group 447">
            <a:extLst>
              <a:ext uri="{FF2B5EF4-FFF2-40B4-BE49-F238E27FC236}">
                <a16:creationId xmlns:a16="http://schemas.microsoft.com/office/drawing/2014/main" id="{21703B55-BC7C-AE67-FEAA-FDACC72951E7}"/>
              </a:ext>
            </a:extLst>
          </p:cNvPr>
          <p:cNvGrpSpPr/>
          <p:nvPr/>
        </p:nvGrpSpPr>
        <p:grpSpPr>
          <a:xfrm>
            <a:off x="6510280" y="2780553"/>
            <a:ext cx="204747" cy="190150"/>
            <a:chOff x="7531202" y="6119530"/>
            <a:chExt cx="350195" cy="325227"/>
          </a:xfrm>
        </p:grpSpPr>
        <p:sp>
          <p:nvSpPr>
            <p:cNvPr id="86" name="Rectangle 85">
              <a:extLst>
                <a:ext uri="{FF2B5EF4-FFF2-40B4-BE49-F238E27FC236}">
                  <a16:creationId xmlns:a16="http://schemas.microsoft.com/office/drawing/2014/main" id="{3A5EE267-6E50-6842-8AFB-340C5940AC6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9" name="Isosceles Triangle 88">
              <a:extLst>
                <a:ext uri="{FF2B5EF4-FFF2-40B4-BE49-F238E27FC236}">
                  <a16:creationId xmlns:a16="http://schemas.microsoft.com/office/drawing/2014/main" id="{E6C4153E-900A-6115-5832-5D2750AB760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9" name="Group 448">
            <a:extLst>
              <a:ext uri="{FF2B5EF4-FFF2-40B4-BE49-F238E27FC236}">
                <a16:creationId xmlns:a16="http://schemas.microsoft.com/office/drawing/2014/main" id="{012C850E-9CC3-3F6F-AB2A-748DD7C905AF}"/>
              </a:ext>
            </a:extLst>
          </p:cNvPr>
          <p:cNvGrpSpPr/>
          <p:nvPr/>
        </p:nvGrpSpPr>
        <p:grpSpPr>
          <a:xfrm>
            <a:off x="6510280" y="2540994"/>
            <a:ext cx="204747" cy="190150"/>
            <a:chOff x="7531202" y="6119530"/>
            <a:chExt cx="350195" cy="325227"/>
          </a:xfrm>
        </p:grpSpPr>
        <p:sp>
          <p:nvSpPr>
            <p:cNvPr id="84" name="Rectangle 83">
              <a:extLst>
                <a:ext uri="{FF2B5EF4-FFF2-40B4-BE49-F238E27FC236}">
                  <a16:creationId xmlns:a16="http://schemas.microsoft.com/office/drawing/2014/main" id="{AC742ADA-094C-4B6E-8D15-3BBC5F8502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5" name="Isosceles Triangle 84">
              <a:extLst>
                <a:ext uri="{FF2B5EF4-FFF2-40B4-BE49-F238E27FC236}">
                  <a16:creationId xmlns:a16="http://schemas.microsoft.com/office/drawing/2014/main" id="{B63F44AF-D1FD-4D2A-63B5-AB434ED0D0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0" name="Group 449">
            <a:extLst>
              <a:ext uri="{FF2B5EF4-FFF2-40B4-BE49-F238E27FC236}">
                <a16:creationId xmlns:a16="http://schemas.microsoft.com/office/drawing/2014/main" id="{5959E7B4-D744-0D75-C5B3-19584FE4F469}"/>
              </a:ext>
            </a:extLst>
          </p:cNvPr>
          <p:cNvGrpSpPr/>
          <p:nvPr/>
        </p:nvGrpSpPr>
        <p:grpSpPr>
          <a:xfrm>
            <a:off x="6510280" y="2191441"/>
            <a:ext cx="204747" cy="190150"/>
            <a:chOff x="7531202" y="6119530"/>
            <a:chExt cx="350195" cy="325227"/>
          </a:xfrm>
        </p:grpSpPr>
        <p:sp>
          <p:nvSpPr>
            <p:cNvPr id="81" name="Rectangle 80">
              <a:extLst>
                <a:ext uri="{FF2B5EF4-FFF2-40B4-BE49-F238E27FC236}">
                  <a16:creationId xmlns:a16="http://schemas.microsoft.com/office/drawing/2014/main" id="{3341A524-4FCB-00D0-F90C-5F2E7E2025E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3" name="Isosceles Triangle 82">
              <a:extLst>
                <a:ext uri="{FF2B5EF4-FFF2-40B4-BE49-F238E27FC236}">
                  <a16:creationId xmlns:a16="http://schemas.microsoft.com/office/drawing/2014/main" id="{FCDCADF4-22BF-2B7B-674A-92F34ED56AF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1" name="Group 450">
            <a:extLst>
              <a:ext uri="{FF2B5EF4-FFF2-40B4-BE49-F238E27FC236}">
                <a16:creationId xmlns:a16="http://schemas.microsoft.com/office/drawing/2014/main" id="{624A5A05-9AA6-5BC2-423B-8EFD62A28BED}"/>
              </a:ext>
            </a:extLst>
          </p:cNvPr>
          <p:cNvGrpSpPr/>
          <p:nvPr/>
        </p:nvGrpSpPr>
        <p:grpSpPr>
          <a:xfrm>
            <a:off x="6510280" y="1951882"/>
            <a:ext cx="204747" cy="190150"/>
            <a:chOff x="7531202" y="6119530"/>
            <a:chExt cx="350195" cy="325227"/>
          </a:xfrm>
        </p:grpSpPr>
        <p:sp>
          <p:nvSpPr>
            <p:cNvPr id="76" name="Rectangle 75">
              <a:extLst>
                <a:ext uri="{FF2B5EF4-FFF2-40B4-BE49-F238E27FC236}">
                  <a16:creationId xmlns:a16="http://schemas.microsoft.com/office/drawing/2014/main" id="{AF5BF8AB-852C-55CF-6B72-44A00A5A802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0" name="Isosceles Triangle 79">
              <a:extLst>
                <a:ext uri="{FF2B5EF4-FFF2-40B4-BE49-F238E27FC236}">
                  <a16:creationId xmlns:a16="http://schemas.microsoft.com/office/drawing/2014/main" id="{8B98F4AF-1B42-AD17-AD10-346A8D6DFE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2" name="Group 451">
            <a:extLst>
              <a:ext uri="{FF2B5EF4-FFF2-40B4-BE49-F238E27FC236}">
                <a16:creationId xmlns:a16="http://schemas.microsoft.com/office/drawing/2014/main" id="{788DC912-35F7-7AAF-AB13-B9787EA0FACC}"/>
              </a:ext>
            </a:extLst>
          </p:cNvPr>
          <p:cNvGrpSpPr/>
          <p:nvPr/>
        </p:nvGrpSpPr>
        <p:grpSpPr>
          <a:xfrm>
            <a:off x="6510280" y="1718213"/>
            <a:ext cx="204747" cy="190150"/>
            <a:chOff x="7531202" y="6119530"/>
            <a:chExt cx="350195" cy="325227"/>
          </a:xfrm>
        </p:grpSpPr>
        <p:sp>
          <p:nvSpPr>
            <p:cNvPr id="72" name="Rectangle 71">
              <a:extLst>
                <a:ext uri="{FF2B5EF4-FFF2-40B4-BE49-F238E27FC236}">
                  <a16:creationId xmlns:a16="http://schemas.microsoft.com/office/drawing/2014/main" id="{EB85F0AD-802B-CF07-A781-B01857EF089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3" name="Isosceles Triangle 72">
              <a:extLst>
                <a:ext uri="{FF2B5EF4-FFF2-40B4-BE49-F238E27FC236}">
                  <a16:creationId xmlns:a16="http://schemas.microsoft.com/office/drawing/2014/main" id="{46214154-C497-8F43-92D8-87345664C3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3" name="Group 452">
            <a:extLst>
              <a:ext uri="{FF2B5EF4-FFF2-40B4-BE49-F238E27FC236}">
                <a16:creationId xmlns:a16="http://schemas.microsoft.com/office/drawing/2014/main" id="{81489E04-2728-B263-5034-9C2D03724181}"/>
              </a:ext>
            </a:extLst>
          </p:cNvPr>
          <p:cNvGrpSpPr/>
          <p:nvPr/>
        </p:nvGrpSpPr>
        <p:grpSpPr>
          <a:xfrm>
            <a:off x="6510280" y="1478653"/>
            <a:ext cx="204747" cy="190150"/>
            <a:chOff x="7531202" y="6119530"/>
            <a:chExt cx="350195" cy="325227"/>
          </a:xfrm>
        </p:grpSpPr>
        <p:sp>
          <p:nvSpPr>
            <p:cNvPr id="70" name="Rectangle 69">
              <a:extLst>
                <a:ext uri="{FF2B5EF4-FFF2-40B4-BE49-F238E27FC236}">
                  <a16:creationId xmlns:a16="http://schemas.microsoft.com/office/drawing/2014/main" id="{6C3BB669-B27E-C4FC-3438-FBB8735F28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1" name="Isosceles Triangle 70">
              <a:extLst>
                <a:ext uri="{FF2B5EF4-FFF2-40B4-BE49-F238E27FC236}">
                  <a16:creationId xmlns:a16="http://schemas.microsoft.com/office/drawing/2014/main" id="{DED82A16-30BD-88DA-D4C8-759CFB7E99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4" name="Group 453">
            <a:extLst>
              <a:ext uri="{FF2B5EF4-FFF2-40B4-BE49-F238E27FC236}">
                <a16:creationId xmlns:a16="http://schemas.microsoft.com/office/drawing/2014/main" id="{C1F963CF-503B-589A-E1A5-F157C3692B5C}"/>
              </a:ext>
            </a:extLst>
          </p:cNvPr>
          <p:cNvGrpSpPr/>
          <p:nvPr/>
        </p:nvGrpSpPr>
        <p:grpSpPr>
          <a:xfrm>
            <a:off x="6510280" y="1240218"/>
            <a:ext cx="204747" cy="190150"/>
            <a:chOff x="7531202" y="6119530"/>
            <a:chExt cx="350195" cy="325227"/>
          </a:xfrm>
        </p:grpSpPr>
        <p:sp>
          <p:nvSpPr>
            <p:cNvPr id="67" name="Rectangle 66">
              <a:extLst>
                <a:ext uri="{FF2B5EF4-FFF2-40B4-BE49-F238E27FC236}">
                  <a16:creationId xmlns:a16="http://schemas.microsoft.com/office/drawing/2014/main" id="{71FA329B-7460-ED94-853E-7CFD6C55A65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8" name="Isosceles Triangle 67">
              <a:extLst>
                <a:ext uri="{FF2B5EF4-FFF2-40B4-BE49-F238E27FC236}">
                  <a16:creationId xmlns:a16="http://schemas.microsoft.com/office/drawing/2014/main" id="{4BE049BE-30C4-14CD-281D-923146A7679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5" name="Group 454">
            <a:extLst>
              <a:ext uri="{FF2B5EF4-FFF2-40B4-BE49-F238E27FC236}">
                <a16:creationId xmlns:a16="http://schemas.microsoft.com/office/drawing/2014/main" id="{0F366194-0105-704A-7270-37CDED041629}"/>
              </a:ext>
            </a:extLst>
          </p:cNvPr>
          <p:cNvGrpSpPr/>
          <p:nvPr/>
        </p:nvGrpSpPr>
        <p:grpSpPr>
          <a:xfrm>
            <a:off x="6510280" y="1000658"/>
            <a:ext cx="204747" cy="190150"/>
            <a:chOff x="7531202" y="6119530"/>
            <a:chExt cx="350195" cy="325227"/>
          </a:xfrm>
        </p:grpSpPr>
        <p:sp>
          <p:nvSpPr>
            <p:cNvPr id="488" name="Rectangle 487">
              <a:extLst>
                <a:ext uri="{FF2B5EF4-FFF2-40B4-BE49-F238E27FC236}">
                  <a16:creationId xmlns:a16="http://schemas.microsoft.com/office/drawing/2014/main" id="{3849D643-921A-342A-3B7D-CE3931986B3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0" name="Isosceles Triangle 489">
              <a:extLst>
                <a:ext uri="{FF2B5EF4-FFF2-40B4-BE49-F238E27FC236}">
                  <a16:creationId xmlns:a16="http://schemas.microsoft.com/office/drawing/2014/main" id="{A933F807-845A-5D2C-5924-238FCF471A1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5" name="Group 464">
            <a:extLst>
              <a:ext uri="{FF2B5EF4-FFF2-40B4-BE49-F238E27FC236}">
                <a16:creationId xmlns:a16="http://schemas.microsoft.com/office/drawing/2014/main" id="{09B82D3C-918B-6F25-099D-03C80981E312}"/>
              </a:ext>
            </a:extLst>
          </p:cNvPr>
          <p:cNvGrpSpPr/>
          <p:nvPr/>
        </p:nvGrpSpPr>
        <p:grpSpPr>
          <a:xfrm>
            <a:off x="6510280" y="766989"/>
            <a:ext cx="204747" cy="190150"/>
            <a:chOff x="7531202" y="6119530"/>
            <a:chExt cx="350195" cy="325227"/>
          </a:xfrm>
        </p:grpSpPr>
        <p:sp>
          <p:nvSpPr>
            <p:cNvPr id="477" name="Rectangle 476">
              <a:extLst>
                <a:ext uri="{FF2B5EF4-FFF2-40B4-BE49-F238E27FC236}">
                  <a16:creationId xmlns:a16="http://schemas.microsoft.com/office/drawing/2014/main" id="{4A34A62B-B717-85EE-1A01-D88C300552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6" name="Isosceles Triangle 485">
              <a:extLst>
                <a:ext uri="{FF2B5EF4-FFF2-40B4-BE49-F238E27FC236}">
                  <a16:creationId xmlns:a16="http://schemas.microsoft.com/office/drawing/2014/main" id="{419D0450-B4DC-E621-EA50-77D585FC25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2" name="Group 471">
            <a:extLst>
              <a:ext uri="{FF2B5EF4-FFF2-40B4-BE49-F238E27FC236}">
                <a16:creationId xmlns:a16="http://schemas.microsoft.com/office/drawing/2014/main" id="{9DC7DBD6-3DF8-AA8C-D708-F64DADE8B794}"/>
              </a:ext>
            </a:extLst>
          </p:cNvPr>
          <p:cNvGrpSpPr/>
          <p:nvPr/>
        </p:nvGrpSpPr>
        <p:grpSpPr>
          <a:xfrm>
            <a:off x="6510280" y="527430"/>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555" name="TextBox 554">
            <a:extLst>
              <a:ext uri="{FF2B5EF4-FFF2-40B4-BE49-F238E27FC236}">
                <a16:creationId xmlns:a16="http://schemas.microsoft.com/office/drawing/2014/main" id="{708A001A-1238-6945-2A78-8F660F321D8A}"/>
              </a:ext>
            </a:extLst>
          </p:cNvPr>
          <p:cNvSpPr txBox="1"/>
          <p:nvPr/>
        </p:nvSpPr>
        <p:spPr>
          <a:xfrm>
            <a:off x="6405915" y="214308"/>
            <a:ext cx="421910" cy="307777"/>
          </a:xfrm>
          <a:prstGeom prst="rect">
            <a:avLst/>
          </a:prstGeom>
          <a:noFill/>
          <a:ln w="12700">
            <a:noFill/>
          </a:ln>
        </p:spPr>
        <p:txBody>
          <a:bodyPr wrap="none" rtlCol="0">
            <a:spAutoFit/>
          </a:bodyPr>
          <a:lstStyle/>
          <a:p>
            <a:r>
              <a:rPr lang="en-US" sz="1400" dirty="0"/>
              <a:t>acc</a:t>
            </a:r>
          </a:p>
        </p:txBody>
      </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6216266"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9" name="Straight Arrow Connector 558">
            <a:extLst>
              <a:ext uri="{FF2B5EF4-FFF2-40B4-BE49-F238E27FC236}">
                <a16:creationId xmlns:a16="http://schemas.microsoft.com/office/drawing/2014/main" id="{83C71C2A-D144-F134-A459-10F27E1FE76C}"/>
              </a:ext>
            </a:extLst>
          </p:cNvPr>
          <p:cNvCxnSpPr>
            <a:cxnSpLocks/>
          </p:cNvCxnSpPr>
          <p:nvPr/>
        </p:nvCxnSpPr>
        <p:spPr>
          <a:xfrm>
            <a:off x="6216266" y="2401145"/>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0" name="Straight Arrow Connector 559">
            <a:extLst>
              <a:ext uri="{FF2B5EF4-FFF2-40B4-BE49-F238E27FC236}">
                <a16:creationId xmlns:a16="http://schemas.microsoft.com/office/drawing/2014/main" id="{F43506C4-B1B6-6BD1-856E-9ED61231D4DB}"/>
              </a:ext>
            </a:extLst>
          </p:cNvPr>
          <p:cNvCxnSpPr>
            <a:cxnSpLocks/>
          </p:cNvCxnSpPr>
          <p:nvPr/>
        </p:nvCxnSpPr>
        <p:spPr>
          <a:xfrm>
            <a:off x="6216266" y="4424617"/>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1" name="TextBox 560">
            <a:extLst>
              <a:ext uri="{FF2B5EF4-FFF2-40B4-BE49-F238E27FC236}">
                <a16:creationId xmlns:a16="http://schemas.microsoft.com/office/drawing/2014/main" id="{7254F57F-C0FA-26E2-D6AD-6128BACB1A9C}"/>
              </a:ext>
            </a:extLst>
          </p:cNvPr>
          <p:cNvSpPr txBox="1"/>
          <p:nvPr/>
        </p:nvSpPr>
        <p:spPr>
          <a:xfrm>
            <a:off x="6046685" y="41453"/>
            <a:ext cx="364202" cy="307777"/>
          </a:xfrm>
          <a:prstGeom prst="rect">
            <a:avLst/>
          </a:prstGeom>
          <a:noFill/>
          <a:ln w="12700">
            <a:noFill/>
          </a:ln>
        </p:spPr>
        <p:txBody>
          <a:bodyPr wrap="none" rtlCol="0">
            <a:spAutoFit/>
          </a:bodyPr>
          <a:lstStyle/>
          <a:p>
            <a:r>
              <a:rPr lang="en-US" sz="1400" dirty="0" err="1"/>
              <a:t>clr</a:t>
            </a:r>
            <a:endParaRPr lang="en-US" sz="1400" dirty="0"/>
          </a:p>
        </p:txBody>
      </p:sp>
      <p:grpSp>
        <p:nvGrpSpPr>
          <p:cNvPr id="567" name="Group 566">
            <a:extLst>
              <a:ext uri="{FF2B5EF4-FFF2-40B4-BE49-F238E27FC236}">
                <a16:creationId xmlns:a16="http://schemas.microsoft.com/office/drawing/2014/main" id="{B4C4DB46-5EB4-F54C-FFD3-48C788D4BA24}"/>
              </a:ext>
            </a:extLst>
          </p:cNvPr>
          <p:cNvGrpSpPr/>
          <p:nvPr/>
        </p:nvGrpSpPr>
        <p:grpSpPr>
          <a:xfrm>
            <a:off x="6718540" y="622314"/>
            <a:ext cx="132923" cy="1664011"/>
            <a:chOff x="10139502" y="4310969"/>
            <a:chExt cx="306962" cy="1664011"/>
          </a:xfrm>
        </p:grpSpPr>
        <p:cxnSp>
          <p:nvCxnSpPr>
            <p:cNvPr id="25" name="Straight Arrow Connector 24">
              <a:extLst>
                <a:ext uri="{FF2B5EF4-FFF2-40B4-BE49-F238E27FC236}">
                  <a16:creationId xmlns:a16="http://schemas.microsoft.com/office/drawing/2014/main" id="{B27BC348-35AE-5532-9441-D74EE778F643}"/>
                </a:ext>
              </a:extLst>
            </p:cNvPr>
            <p:cNvCxnSpPr>
              <a:cxnSpLocks/>
            </p:cNvCxnSpPr>
            <p:nvPr/>
          </p:nvCxnSpPr>
          <p:spPr>
            <a:xfrm flipV="1">
              <a:off x="10139502" y="597497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924F5E4-D9E5-E2CD-0023-C42D1E795C06}"/>
                </a:ext>
              </a:extLst>
            </p:cNvPr>
            <p:cNvCxnSpPr>
              <a:cxnSpLocks/>
            </p:cNvCxnSpPr>
            <p:nvPr/>
          </p:nvCxnSpPr>
          <p:spPr>
            <a:xfrm flipV="1">
              <a:off x="10139502" y="573542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6" name="Straight Arrow Connector 555">
              <a:extLst>
                <a:ext uri="{FF2B5EF4-FFF2-40B4-BE49-F238E27FC236}">
                  <a16:creationId xmlns:a16="http://schemas.microsoft.com/office/drawing/2014/main" id="{C2962E77-09C3-568B-BD99-D3CCFAF66038}"/>
                </a:ext>
              </a:extLst>
            </p:cNvPr>
            <p:cNvCxnSpPr>
              <a:cxnSpLocks/>
            </p:cNvCxnSpPr>
            <p:nvPr/>
          </p:nvCxnSpPr>
          <p:spPr>
            <a:xfrm flipV="1">
              <a:off x="10139502" y="55017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7" name="Straight Arrow Connector 556">
              <a:extLst>
                <a:ext uri="{FF2B5EF4-FFF2-40B4-BE49-F238E27FC236}">
                  <a16:creationId xmlns:a16="http://schemas.microsoft.com/office/drawing/2014/main" id="{0CFBECF2-18E8-5E5F-BE6A-ACFD0123D255}"/>
                </a:ext>
              </a:extLst>
            </p:cNvPr>
            <p:cNvCxnSpPr>
              <a:cxnSpLocks/>
            </p:cNvCxnSpPr>
            <p:nvPr/>
          </p:nvCxnSpPr>
          <p:spPr>
            <a:xfrm flipV="1">
              <a:off x="10139502" y="52621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2" name="Straight Arrow Connector 561">
              <a:extLst>
                <a:ext uri="{FF2B5EF4-FFF2-40B4-BE49-F238E27FC236}">
                  <a16:creationId xmlns:a16="http://schemas.microsoft.com/office/drawing/2014/main" id="{1FCF3231-F91F-059B-50ED-F98D67A47304}"/>
                </a:ext>
              </a:extLst>
            </p:cNvPr>
            <p:cNvCxnSpPr>
              <a:cxnSpLocks/>
            </p:cNvCxnSpPr>
            <p:nvPr/>
          </p:nvCxnSpPr>
          <p:spPr>
            <a:xfrm flipV="1">
              <a:off x="10139502" y="502375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3" name="Straight Arrow Connector 562">
              <a:extLst>
                <a:ext uri="{FF2B5EF4-FFF2-40B4-BE49-F238E27FC236}">
                  <a16:creationId xmlns:a16="http://schemas.microsoft.com/office/drawing/2014/main" id="{B955C12A-1CFA-55CA-30D9-757E82F482AF}"/>
                </a:ext>
              </a:extLst>
            </p:cNvPr>
            <p:cNvCxnSpPr>
              <a:cxnSpLocks/>
            </p:cNvCxnSpPr>
            <p:nvPr/>
          </p:nvCxnSpPr>
          <p:spPr>
            <a:xfrm flipV="1">
              <a:off x="10139502" y="478419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4" name="Straight Arrow Connector 563">
              <a:extLst>
                <a:ext uri="{FF2B5EF4-FFF2-40B4-BE49-F238E27FC236}">
                  <a16:creationId xmlns:a16="http://schemas.microsoft.com/office/drawing/2014/main" id="{E47FE5F8-FA7F-93DE-0EF2-4FD6C44AF82C}"/>
                </a:ext>
              </a:extLst>
            </p:cNvPr>
            <p:cNvCxnSpPr>
              <a:cxnSpLocks/>
            </p:cNvCxnSpPr>
            <p:nvPr/>
          </p:nvCxnSpPr>
          <p:spPr>
            <a:xfrm flipV="1">
              <a:off x="10139502" y="4550527"/>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5" name="Straight Arrow Connector 564">
              <a:extLst>
                <a:ext uri="{FF2B5EF4-FFF2-40B4-BE49-F238E27FC236}">
                  <a16:creationId xmlns:a16="http://schemas.microsoft.com/office/drawing/2014/main" id="{8E259907-6F8D-C495-9DD8-98860EF85DB8}"/>
                </a:ext>
              </a:extLst>
            </p:cNvPr>
            <p:cNvCxnSpPr>
              <a:cxnSpLocks/>
            </p:cNvCxnSpPr>
            <p:nvPr/>
          </p:nvCxnSpPr>
          <p:spPr>
            <a:xfrm>
              <a:off x="10139502" y="4310969"/>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68" name="Group 567">
            <a:extLst>
              <a:ext uri="{FF2B5EF4-FFF2-40B4-BE49-F238E27FC236}">
                <a16:creationId xmlns:a16="http://schemas.microsoft.com/office/drawing/2014/main" id="{74D71CA8-4A48-0446-5496-F995D9803CAE}"/>
              </a:ext>
            </a:extLst>
          </p:cNvPr>
          <p:cNvGrpSpPr/>
          <p:nvPr/>
        </p:nvGrpSpPr>
        <p:grpSpPr>
          <a:xfrm>
            <a:off x="6715522" y="2636062"/>
            <a:ext cx="132923" cy="1664011"/>
            <a:chOff x="10139502" y="4310969"/>
            <a:chExt cx="306962" cy="1664011"/>
          </a:xfrm>
        </p:grpSpPr>
        <p:cxnSp>
          <p:nvCxnSpPr>
            <p:cNvPr id="569" name="Straight Arrow Connector 568">
              <a:extLst>
                <a:ext uri="{FF2B5EF4-FFF2-40B4-BE49-F238E27FC236}">
                  <a16:creationId xmlns:a16="http://schemas.microsoft.com/office/drawing/2014/main" id="{448B8F3F-167E-F5C8-6A2D-DBADE5FFB4F1}"/>
                </a:ext>
              </a:extLst>
            </p:cNvPr>
            <p:cNvCxnSpPr>
              <a:cxnSpLocks/>
            </p:cNvCxnSpPr>
            <p:nvPr/>
          </p:nvCxnSpPr>
          <p:spPr>
            <a:xfrm flipV="1">
              <a:off x="10139502" y="597497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0" name="Straight Arrow Connector 569">
              <a:extLst>
                <a:ext uri="{FF2B5EF4-FFF2-40B4-BE49-F238E27FC236}">
                  <a16:creationId xmlns:a16="http://schemas.microsoft.com/office/drawing/2014/main" id="{598A876C-0E5B-AF2F-253B-0A963EA463EF}"/>
                </a:ext>
              </a:extLst>
            </p:cNvPr>
            <p:cNvCxnSpPr>
              <a:cxnSpLocks/>
            </p:cNvCxnSpPr>
            <p:nvPr/>
          </p:nvCxnSpPr>
          <p:spPr>
            <a:xfrm flipV="1">
              <a:off x="10139502" y="573542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1" name="Straight Arrow Connector 570">
              <a:extLst>
                <a:ext uri="{FF2B5EF4-FFF2-40B4-BE49-F238E27FC236}">
                  <a16:creationId xmlns:a16="http://schemas.microsoft.com/office/drawing/2014/main" id="{DAD0E732-0472-4952-5899-82B29251A7DE}"/>
                </a:ext>
              </a:extLst>
            </p:cNvPr>
            <p:cNvCxnSpPr>
              <a:cxnSpLocks/>
            </p:cNvCxnSpPr>
            <p:nvPr/>
          </p:nvCxnSpPr>
          <p:spPr>
            <a:xfrm flipV="1">
              <a:off x="10139502" y="55017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2" name="Straight Arrow Connector 571">
              <a:extLst>
                <a:ext uri="{FF2B5EF4-FFF2-40B4-BE49-F238E27FC236}">
                  <a16:creationId xmlns:a16="http://schemas.microsoft.com/office/drawing/2014/main" id="{48C47305-1022-172D-39B1-972C73214FC2}"/>
                </a:ext>
              </a:extLst>
            </p:cNvPr>
            <p:cNvCxnSpPr>
              <a:cxnSpLocks/>
            </p:cNvCxnSpPr>
            <p:nvPr/>
          </p:nvCxnSpPr>
          <p:spPr>
            <a:xfrm flipV="1">
              <a:off x="10139502" y="52621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3" name="Straight Arrow Connector 572">
              <a:extLst>
                <a:ext uri="{FF2B5EF4-FFF2-40B4-BE49-F238E27FC236}">
                  <a16:creationId xmlns:a16="http://schemas.microsoft.com/office/drawing/2014/main" id="{BD35F30A-AB92-BB58-53B8-2B2FD7132980}"/>
                </a:ext>
              </a:extLst>
            </p:cNvPr>
            <p:cNvCxnSpPr>
              <a:cxnSpLocks/>
            </p:cNvCxnSpPr>
            <p:nvPr/>
          </p:nvCxnSpPr>
          <p:spPr>
            <a:xfrm flipV="1">
              <a:off x="10139502" y="502375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4" name="Straight Arrow Connector 573">
              <a:extLst>
                <a:ext uri="{FF2B5EF4-FFF2-40B4-BE49-F238E27FC236}">
                  <a16:creationId xmlns:a16="http://schemas.microsoft.com/office/drawing/2014/main" id="{5F3FCBB9-54D3-9CFC-C5B4-790B52B07209}"/>
                </a:ext>
              </a:extLst>
            </p:cNvPr>
            <p:cNvCxnSpPr>
              <a:cxnSpLocks/>
            </p:cNvCxnSpPr>
            <p:nvPr/>
          </p:nvCxnSpPr>
          <p:spPr>
            <a:xfrm flipV="1">
              <a:off x="10139502" y="478419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5" name="Straight Arrow Connector 574">
              <a:extLst>
                <a:ext uri="{FF2B5EF4-FFF2-40B4-BE49-F238E27FC236}">
                  <a16:creationId xmlns:a16="http://schemas.microsoft.com/office/drawing/2014/main" id="{41BC62EE-D7BE-EBB9-B635-A6D5CA16EA43}"/>
                </a:ext>
              </a:extLst>
            </p:cNvPr>
            <p:cNvCxnSpPr>
              <a:cxnSpLocks/>
            </p:cNvCxnSpPr>
            <p:nvPr/>
          </p:nvCxnSpPr>
          <p:spPr>
            <a:xfrm flipV="1">
              <a:off x="10139502" y="4550527"/>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2AB2BEB6-0591-2F6E-5512-7EEC7340A8CC}"/>
                </a:ext>
              </a:extLst>
            </p:cNvPr>
            <p:cNvCxnSpPr>
              <a:cxnSpLocks/>
            </p:cNvCxnSpPr>
            <p:nvPr/>
          </p:nvCxnSpPr>
          <p:spPr>
            <a:xfrm>
              <a:off x="10139502" y="4310969"/>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9" name="Group 128">
            <a:extLst>
              <a:ext uri="{FF2B5EF4-FFF2-40B4-BE49-F238E27FC236}">
                <a16:creationId xmlns:a16="http://schemas.microsoft.com/office/drawing/2014/main" id="{55729E5C-4E86-D79A-68F2-57C525F5ACB7}"/>
              </a:ext>
            </a:extLst>
          </p:cNvPr>
          <p:cNvGrpSpPr/>
          <p:nvPr/>
        </p:nvGrpSpPr>
        <p:grpSpPr>
          <a:xfrm>
            <a:off x="6722570" y="4672691"/>
            <a:ext cx="132923" cy="1664011"/>
            <a:chOff x="10139502" y="4310969"/>
            <a:chExt cx="306962" cy="1664011"/>
          </a:xfrm>
        </p:grpSpPr>
        <p:cxnSp>
          <p:nvCxnSpPr>
            <p:cNvPr id="130" name="Straight Arrow Connector 129">
              <a:extLst>
                <a:ext uri="{FF2B5EF4-FFF2-40B4-BE49-F238E27FC236}">
                  <a16:creationId xmlns:a16="http://schemas.microsoft.com/office/drawing/2014/main" id="{1CD58400-4FBE-0104-29A3-225BCD753490}"/>
                </a:ext>
              </a:extLst>
            </p:cNvPr>
            <p:cNvCxnSpPr>
              <a:cxnSpLocks/>
            </p:cNvCxnSpPr>
            <p:nvPr/>
          </p:nvCxnSpPr>
          <p:spPr>
            <a:xfrm flipV="1">
              <a:off x="10139502" y="597497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514DA5F7-886B-35CA-085C-3FB7F785CEB7}"/>
                </a:ext>
              </a:extLst>
            </p:cNvPr>
            <p:cNvCxnSpPr>
              <a:cxnSpLocks/>
            </p:cNvCxnSpPr>
            <p:nvPr/>
          </p:nvCxnSpPr>
          <p:spPr>
            <a:xfrm flipV="1">
              <a:off x="10139502" y="573542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C6FAD51-BB29-701B-FAF3-1FBE4C01DDED}"/>
                </a:ext>
              </a:extLst>
            </p:cNvPr>
            <p:cNvCxnSpPr>
              <a:cxnSpLocks/>
            </p:cNvCxnSpPr>
            <p:nvPr/>
          </p:nvCxnSpPr>
          <p:spPr>
            <a:xfrm flipV="1">
              <a:off x="10139502" y="55017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C04CC477-7D77-38FE-8952-F42403BE3C0A}"/>
                </a:ext>
              </a:extLst>
            </p:cNvPr>
            <p:cNvCxnSpPr>
              <a:cxnSpLocks/>
            </p:cNvCxnSpPr>
            <p:nvPr/>
          </p:nvCxnSpPr>
          <p:spPr>
            <a:xfrm flipV="1">
              <a:off x="10139502" y="52621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F0555993-DD81-7FD6-4004-14EC628D04CF}"/>
                </a:ext>
              </a:extLst>
            </p:cNvPr>
            <p:cNvCxnSpPr>
              <a:cxnSpLocks/>
            </p:cNvCxnSpPr>
            <p:nvPr/>
          </p:nvCxnSpPr>
          <p:spPr>
            <a:xfrm flipV="1">
              <a:off x="10139502" y="502375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2DCB5E4C-FB6C-1F4D-0FBC-C0FB2E11D6F6}"/>
                </a:ext>
              </a:extLst>
            </p:cNvPr>
            <p:cNvCxnSpPr>
              <a:cxnSpLocks/>
            </p:cNvCxnSpPr>
            <p:nvPr/>
          </p:nvCxnSpPr>
          <p:spPr>
            <a:xfrm flipV="1">
              <a:off x="10139502" y="478419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AEDD1B55-2D42-9446-902C-76E677582C41}"/>
                </a:ext>
              </a:extLst>
            </p:cNvPr>
            <p:cNvCxnSpPr>
              <a:cxnSpLocks/>
            </p:cNvCxnSpPr>
            <p:nvPr/>
          </p:nvCxnSpPr>
          <p:spPr>
            <a:xfrm flipV="1">
              <a:off x="10139502" y="4550527"/>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ABEB0973-8FE6-8673-B2FA-D491211B1574}"/>
                </a:ext>
              </a:extLst>
            </p:cNvPr>
            <p:cNvCxnSpPr>
              <a:cxnSpLocks/>
            </p:cNvCxnSpPr>
            <p:nvPr/>
          </p:nvCxnSpPr>
          <p:spPr>
            <a:xfrm>
              <a:off x="10139502" y="4310969"/>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07" name="Group 606">
            <a:extLst>
              <a:ext uri="{FF2B5EF4-FFF2-40B4-BE49-F238E27FC236}">
                <a16:creationId xmlns:a16="http://schemas.microsoft.com/office/drawing/2014/main" id="{4A994695-DF5E-F047-FB24-71E237C720A7}"/>
              </a:ext>
            </a:extLst>
          </p:cNvPr>
          <p:cNvGrpSpPr/>
          <p:nvPr/>
        </p:nvGrpSpPr>
        <p:grpSpPr>
          <a:xfrm>
            <a:off x="3206226" y="4602558"/>
            <a:ext cx="938740" cy="1868757"/>
            <a:chOff x="3810648" y="4602558"/>
            <a:chExt cx="938740" cy="1868757"/>
          </a:xfrm>
        </p:grpSpPr>
        <p:sp>
          <p:nvSpPr>
            <p:cNvPr id="148" name="Rectangle 147">
              <a:extLst>
                <a:ext uri="{FF2B5EF4-FFF2-40B4-BE49-F238E27FC236}">
                  <a16:creationId xmlns:a16="http://schemas.microsoft.com/office/drawing/2014/main" id="{1C115046-5AAF-388B-65A8-9D02AECB4581}"/>
                </a:ext>
              </a:extLst>
            </p:cNvPr>
            <p:cNvSpPr/>
            <p:nvPr/>
          </p:nvSpPr>
          <p:spPr>
            <a:xfrm>
              <a:off x="4544641"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9" name="Isosceles Triangle 148">
              <a:extLst>
                <a:ext uri="{FF2B5EF4-FFF2-40B4-BE49-F238E27FC236}">
                  <a16:creationId xmlns:a16="http://schemas.microsoft.com/office/drawing/2014/main" id="{0FC94D49-3004-0038-5DCC-6A8395DED99F}"/>
                </a:ext>
              </a:extLst>
            </p:cNvPr>
            <p:cNvSpPr/>
            <p:nvPr/>
          </p:nvSpPr>
          <p:spPr>
            <a:xfrm>
              <a:off x="4615971"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0" name="Rectangle 149">
              <a:extLst>
                <a:ext uri="{FF2B5EF4-FFF2-40B4-BE49-F238E27FC236}">
                  <a16:creationId xmlns:a16="http://schemas.microsoft.com/office/drawing/2014/main" id="{7115AE7C-C416-2268-BDDB-6257AD7B32A3}"/>
                </a:ext>
              </a:extLst>
            </p:cNvPr>
            <p:cNvSpPr/>
            <p:nvPr/>
          </p:nvSpPr>
          <p:spPr>
            <a:xfrm>
              <a:off x="4544641"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1" name="Isosceles Triangle 150">
              <a:extLst>
                <a:ext uri="{FF2B5EF4-FFF2-40B4-BE49-F238E27FC236}">
                  <a16:creationId xmlns:a16="http://schemas.microsoft.com/office/drawing/2014/main" id="{27890A1D-85CF-4D17-73BE-3CEF871333A2}"/>
                </a:ext>
              </a:extLst>
            </p:cNvPr>
            <p:cNvSpPr/>
            <p:nvPr/>
          </p:nvSpPr>
          <p:spPr>
            <a:xfrm>
              <a:off x="4615971"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2" name="Rectangle 151">
              <a:extLst>
                <a:ext uri="{FF2B5EF4-FFF2-40B4-BE49-F238E27FC236}">
                  <a16:creationId xmlns:a16="http://schemas.microsoft.com/office/drawing/2014/main" id="{B94F441D-AFED-167C-D5C4-D4C36EC3D029}"/>
                </a:ext>
              </a:extLst>
            </p:cNvPr>
            <p:cNvSpPr/>
            <p:nvPr/>
          </p:nvSpPr>
          <p:spPr>
            <a:xfrm>
              <a:off x="4544641"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3" name="Isosceles Triangle 152">
              <a:extLst>
                <a:ext uri="{FF2B5EF4-FFF2-40B4-BE49-F238E27FC236}">
                  <a16:creationId xmlns:a16="http://schemas.microsoft.com/office/drawing/2014/main" id="{91803451-5CE0-D65A-1CE8-E96019F16A42}"/>
                </a:ext>
              </a:extLst>
            </p:cNvPr>
            <p:cNvSpPr/>
            <p:nvPr/>
          </p:nvSpPr>
          <p:spPr>
            <a:xfrm>
              <a:off x="4615971"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4" name="Rectangle 153">
              <a:extLst>
                <a:ext uri="{FF2B5EF4-FFF2-40B4-BE49-F238E27FC236}">
                  <a16:creationId xmlns:a16="http://schemas.microsoft.com/office/drawing/2014/main" id="{4D95708F-D9C0-3A9F-4EAA-D8DFC4BEA5A8}"/>
                </a:ext>
              </a:extLst>
            </p:cNvPr>
            <p:cNvSpPr/>
            <p:nvPr/>
          </p:nvSpPr>
          <p:spPr>
            <a:xfrm>
              <a:off x="4544641"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5" name="Isosceles Triangle 154">
              <a:extLst>
                <a:ext uri="{FF2B5EF4-FFF2-40B4-BE49-F238E27FC236}">
                  <a16:creationId xmlns:a16="http://schemas.microsoft.com/office/drawing/2014/main" id="{8F226345-FB10-98CD-3835-C8E4DFE69566}"/>
                </a:ext>
              </a:extLst>
            </p:cNvPr>
            <p:cNvSpPr/>
            <p:nvPr/>
          </p:nvSpPr>
          <p:spPr>
            <a:xfrm>
              <a:off x="4615971"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6" name="Rectangle 155">
              <a:extLst>
                <a:ext uri="{FF2B5EF4-FFF2-40B4-BE49-F238E27FC236}">
                  <a16:creationId xmlns:a16="http://schemas.microsoft.com/office/drawing/2014/main" id="{E158FE9E-B416-FB37-6D31-3DC77089ECA2}"/>
                </a:ext>
              </a:extLst>
            </p:cNvPr>
            <p:cNvSpPr/>
            <p:nvPr/>
          </p:nvSpPr>
          <p:spPr>
            <a:xfrm>
              <a:off x="4544641"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7" name="Isosceles Triangle 156">
              <a:extLst>
                <a:ext uri="{FF2B5EF4-FFF2-40B4-BE49-F238E27FC236}">
                  <a16:creationId xmlns:a16="http://schemas.microsoft.com/office/drawing/2014/main" id="{3DC8D5D7-224C-EE3A-EA89-BE77B6CF9253}"/>
                </a:ext>
              </a:extLst>
            </p:cNvPr>
            <p:cNvSpPr/>
            <p:nvPr/>
          </p:nvSpPr>
          <p:spPr>
            <a:xfrm>
              <a:off x="4615971"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158" name="Group 157">
              <a:extLst>
                <a:ext uri="{FF2B5EF4-FFF2-40B4-BE49-F238E27FC236}">
                  <a16:creationId xmlns:a16="http://schemas.microsoft.com/office/drawing/2014/main" id="{AD481365-2B25-B4BC-C52A-FBE05F6D2F12}"/>
                </a:ext>
              </a:extLst>
            </p:cNvPr>
            <p:cNvGrpSpPr/>
            <p:nvPr/>
          </p:nvGrpSpPr>
          <p:grpSpPr>
            <a:xfrm>
              <a:off x="4544641" y="5075786"/>
              <a:ext cx="204747" cy="204746"/>
              <a:chOff x="8869160" y="1569887"/>
              <a:chExt cx="350195" cy="350196"/>
            </a:xfrm>
          </p:grpSpPr>
          <p:sp>
            <p:nvSpPr>
              <p:cNvPr id="159" name="Rectangle 158">
                <a:extLst>
                  <a:ext uri="{FF2B5EF4-FFF2-40B4-BE49-F238E27FC236}">
                    <a16:creationId xmlns:a16="http://schemas.microsoft.com/office/drawing/2014/main" id="{3F5C46C1-5CE3-3542-C811-82CC5C7D4562}"/>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0" name="Isosceles Triangle 159">
                <a:extLst>
                  <a:ext uri="{FF2B5EF4-FFF2-40B4-BE49-F238E27FC236}">
                    <a16:creationId xmlns:a16="http://schemas.microsoft.com/office/drawing/2014/main" id="{047A21D3-B4FD-BD10-5DBA-E32BF317B0B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61" name="Group 160">
              <a:extLst>
                <a:ext uri="{FF2B5EF4-FFF2-40B4-BE49-F238E27FC236}">
                  <a16:creationId xmlns:a16="http://schemas.microsoft.com/office/drawing/2014/main" id="{FF4AA0D0-D70C-B6AF-21A6-329DF46D058C}"/>
                </a:ext>
              </a:extLst>
            </p:cNvPr>
            <p:cNvGrpSpPr/>
            <p:nvPr/>
          </p:nvGrpSpPr>
          <p:grpSpPr>
            <a:xfrm>
              <a:off x="4544641" y="4842117"/>
              <a:ext cx="204747" cy="204746"/>
              <a:chOff x="8869160" y="1569887"/>
              <a:chExt cx="350195" cy="350196"/>
            </a:xfrm>
          </p:grpSpPr>
          <p:sp>
            <p:nvSpPr>
              <p:cNvPr id="162" name="Rectangle 161">
                <a:extLst>
                  <a:ext uri="{FF2B5EF4-FFF2-40B4-BE49-F238E27FC236}">
                    <a16:creationId xmlns:a16="http://schemas.microsoft.com/office/drawing/2014/main" id="{38E1D987-F2B8-8F0F-5290-0CF2E08D19FE}"/>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3" name="Isosceles Triangle 162">
                <a:extLst>
                  <a:ext uri="{FF2B5EF4-FFF2-40B4-BE49-F238E27FC236}">
                    <a16:creationId xmlns:a16="http://schemas.microsoft.com/office/drawing/2014/main" id="{0E7415E1-B6AA-5CC0-06E3-FA7EDA794867}"/>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64" name="Group 163">
              <a:extLst>
                <a:ext uri="{FF2B5EF4-FFF2-40B4-BE49-F238E27FC236}">
                  <a16:creationId xmlns:a16="http://schemas.microsoft.com/office/drawing/2014/main" id="{998E7948-14EB-B929-4415-7EC2AD6F0A9C}"/>
                </a:ext>
              </a:extLst>
            </p:cNvPr>
            <p:cNvGrpSpPr/>
            <p:nvPr/>
          </p:nvGrpSpPr>
          <p:grpSpPr>
            <a:xfrm>
              <a:off x="3810648" y="4604102"/>
              <a:ext cx="704218" cy="1852733"/>
              <a:chOff x="3335858" y="4610571"/>
              <a:chExt cx="534966" cy="1852733"/>
            </a:xfrm>
          </p:grpSpPr>
          <p:sp>
            <p:nvSpPr>
              <p:cNvPr id="165" name="TextBox 164">
                <a:extLst>
                  <a:ext uri="{FF2B5EF4-FFF2-40B4-BE49-F238E27FC236}">
                    <a16:creationId xmlns:a16="http://schemas.microsoft.com/office/drawing/2014/main" id="{FB759A9F-7F59-1DDF-D519-18B0B8F93CB1}"/>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66" name="TextBox 165">
                <a:extLst>
                  <a:ext uri="{FF2B5EF4-FFF2-40B4-BE49-F238E27FC236}">
                    <a16:creationId xmlns:a16="http://schemas.microsoft.com/office/drawing/2014/main" id="{D7ED8531-1EC8-38DC-5B2F-0E8244498D3C}"/>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67" name="TextBox 166">
                <a:extLst>
                  <a:ext uri="{FF2B5EF4-FFF2-40B4-BE49-F238E27FC236}">
                    <a16:creationId xmlns:a16="http://schemas.microsoft.com/office/drawing/2014/main" id="{096B4640-4B8C-AE9E-5C66-A088AE9CE459}"/>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68" name="TextBox 167">
                <a:extLst>
                  <a:ext uri="{FF2B5EF4-FFF2-40B4-BE49-F238E27FC236}">
                    <a16:creationId xmlns:a16="http://schemas.microsoft.com/office/drawing/2014/main" id="{4CF6FEF3-8EEF-F5B9-B7DA-FCC3D4E41D3E}"/>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69" name="TextBox 168">
                <a:extLst>
                  <a:ext uri="{FF2B5EF4-FFF2-40B4-BE49-F238E27FC236}">
                    <a16:creationId xmlns:a16="http://schemas.microsoft.com/office/drawing/2014/main" id="{C39423EA-EBBB-E437-1E4C-AFA613108E5A}"/>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70" name="TextBox 169">
                <a:extLst>
                  <a:ext uri="{FF2B5EF4-FFF2-40B4-BE49-F238E27FC236}">
                    <a16:creationId xmlns:a16="http://schemas.microsoft.com/office/drawing/2014/main" id="{112C9DC2-4E41-0F0A-EB76-2BDC39625086}"/>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71" name="TextBox 170">
                <a:extLst>
                  <a:ext uri="{FF2B5EF4-FFF2-40B4-BE49-F238E27FC236}">
                    <a16:creationId xmlns:a16="http://schemas.microsoft.com/office/drawing/2014/main" id="{4026F29A-472F-DBEE-A9F0-709BF71389A3}"/>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73" name="TextBox 172">
                <a:extLst>
                  <a:ext uri="{FF2B5EF4-FFF2-40B4-BE49-F238E27FC236}">
                    <a16:creationId xmlns:a16="http://schemas.microsoft.com/office/drawing/2014/main" id="{95C9A09B-ECE5-74E3-F6D1-A592D6FE21AD}"/>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74" name="Group 173">
              <a:extLst>
                <a:ext uri="{FF2B5EF4-FFF2-40B4-BE49-F238E27FC236}">
                  <a16:creationId xmlns:a16="http://schemas.microsoft.com/office/drawing/2014/main" id="{42BC5F08-450E-AFA7-217B-D5B431C88F53}"/>
                </a:ext>
              </a:extLst>
            </p:cNvPr>
            <p:cNvGrpSpPr/>
            <p:nvPr/>
          </p:nvGrpSpPr>
          <p:grpSpPr>
            <a:xfrm>
              <a:off x="4544641" y="4602558"/>
              <a:ext cx="204747" cy="204746"/>
              <a:chOff x="8869160" y="1569887"/>
              <a:chExt cx="350195" cy="350196"/>
            </a:xfrm>
          </p:grpSpPr>
          <p:sp>
            <p:nvSpPr>
              <p:cNvPr id="175" name="Rectangle 174">
                <a:extLst>
                  <a:ext uri="{FF2B5EF4-FFF2-40B4-BE49-F238E27FC236}">
                    <a16:creationId xmlns:a16="http://schemas.microsoft.com/office/drawing/2014/main" id="{07984B91-962E-E5DC-6C29-599B1ECD48B4}"/>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6" name="Isosceles Triangle 175">
                <a:extLst>
                  <a:ext uri="{FF2B5EF4-FFF2-40B4-BE49-F238E27FC236}">
                    <a16:creationId xmlns:a16="http://schemas.microsoft.com/office/drawing/2014/main" id="{5081CFA1-2BFD-1116-2397-2F33073DEE5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sp>
        <p:nvSpPr>
          <p:cNvPr id="177" name="TextBox 176">
            <a:extLst>
              <a:ext uri="{FF2B5EF4-FFF2-40B4-BE49-F238E27FC236}">
                <a16:creationId xmlns:a16="http://schemas.microsoft.com/office/drawing/2014/main" id="{6B6010CC-373E-E623-8537-38133B0DDB89}"/>
              </a:ext>
            </a:extLst>
          </p:cNvPr>
          <p:cNvSpPr txBox="1"/>
          <p:nvPr/>
        </p:nvSpPr>
        <p:spPr>
          <a:xfrm>
            <a:off x="3007370" y="6490207"/>
            <a:ext cx="1377172" cy="307777"/>
          </a:xfrm>
          <a:prstGeom prst="rect">
            <a:avLst/>
          </a:prstGeom>
          <a:noFill/>
          <a:ln w="12700">
            <a:noFill/>
          </a:ln>
        </p:spPr>
        <p:txBody>
          <a:bodyPr wrap="none" rtlCol="0">
            <a:spAutoFit/>
          </a:bodyPr>
          <a:lstStyle/>
          <a:p>
            <a:r>
              <a:rPr lang="en-US" sz="1400" i="1" dirty="0"/>
              <a:t>weight [OCHAN]</a:t>
            </a:r>
          </a:p>
        </p:txBody>
      </p:sp>
      <p:sp>
        <p:nvSpPr>
          <p:cNvPr id="178" name="TextBox 177">
            <a:extLst>
              <a:ext uri="{FF2B5EF4-FFF2-40B4-BE49-F238E27FC236}">
                <a16:creationId xmlns:a16="http://schemas.microsoft.com/office/drawing/2014/main" id="{BD5FA89F-E4A3-9CE1-C214-07E19CFD44F3}"/>
              </a:ext>
            </a:extLst>
          </p:cNvPr>
          <p:cNvSpPr txBox="1"/>
          <p:nvPr/>
        </p:nvSpPr>
        <p:spPr>
          <a:xfrm>
            <a:off x="3421399" y="4106685"/>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179" name="Straight Arrow Connector 178">
            <a:extLst>
              <a:ext uri="{FF2B5EF4-FFF2-40B4-BE49-F238E27FC236}">
                <a16:creationId xmlns:a16="http://schemas.microsoft.com/office/drawing/2014/main" id="{D27D9D87-20DC-A28F-BF57-124F81E9E27B}"/>
              </a:ext>
            </a:extLst>
          </p:cNvPr>
          <p:cNvCxnSpPr>
            <a:cxnSpLocks/>
          </p:cNvCxnSpPr>
          <p:nvPr/>
        </p:nvCxnSpPr>
        <p:spPr>
          <a:xfrm>
            <a:off x="3586444" y="4375832"/>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81" name="Group 180">
            <a:extLst>
              <a:ext uri="{FF2B5EF4-FFF2-40B4-BE49-F238E27FC236}">
                <a16:creationId xmlns:a16="http://schemas.microsoft.com/office/drawing/2014/main" id="{EA35EC0B-32C9-F868-AC0D-5C5CBEE56238}"/>
              </a:ext>
            </a:extLst>
          </p:cNvPr>
          <p:cNvGrpSpPr/>
          <p:nvPr/>
        </p:nvGrpSpPr>
        <p:grpSpPr>
          <a:xfrm>
            <a:off x="9220349" y="1696396"/>
            <a:ext cx="989281" cy="1871137"/>
            <a:chOff x="6330168" y="4564447"/>
            <a:chExt cx="989281" cy="1871137"/>
          </a:xfrm>
        </p:grpSpPr>
        <p:sp>
          <p:nvSpPr>
            <p:cNvPr id="182" name="TextBox 181">
              <a:extLst>
                <a:ext uri="{FF2B5EF4-FFF2-40B4-BE49-F238E27FC236}">
                  <a16:creationId xmlns:a16="http://schemas.microsoft.com/office/drawing/2014/main" id="{EF73630F-2158-2874-EC66-ECDE155993A8}"/>
                </a:ext>
              </a:extLst>
            </p:cNvPr>
            <p:cNvSpPr txBox="1"/>
            <p:nvPr/>
          </p:nvSpPr>
          <p:spPr>
            <a:xfrm>
              <a:off x="6534914" y="6228458"/>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3" name="TextBox 182">
              <a:extLst>
                <a:ext uri="{FF2B5EF4-FFF2-40B4-BE49-F238E27FC236}">
                  <a16:creationId xmlns:a16="http://schemas.microsoft.com/office/drawing/2014/main" id="{B553D6CE-DF27-F31D-0F69-9EAFC3DB62B9}"/>
                </a:ext>
              </a:extLst>
            </p:cNvPr>
            <p:cNvSpPr txBox="1"/>
            <p:nvPr/>
          </p:nvSpPr>
          <p:spPr>
            <a:xfrm>
              <a:off x="6534914" y="5988899"/>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4" name="TextBox 183">
              <a:extLst>
                <a:ext uri="{FF2B5EF4-FFF2-40B4-BE49-F238E27FC236}">
                  <a16:creationId xmlns:a16="http://schemas.microsoft.com/office/drawing/2014/main" id="{D8392788-0CEE-6D80-E138-0B6096FD6A86}"/>
                </a:ext>
              </a:extLst>
            </p:cNvPr>
            <p:cNvSpPr txBox="1"/>
            <p:nvPr/>
          </p:nvSpPr>
          <p:spPr>
            <a:xfrm>
              <a:off x="6534914" y="575523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5" name="TextBox 184">
              <a:extLst>
                <a:ext uri="{FF2B5EF4-FFF2-40B4-BE49-F238E27FC236}">
                  <a16:creationId xmlns:a16="http://schemas.microsoft.com/office/drawing/2014/main" id="{F8B048D1-7F78-D657-8B7E-D028A3564915}"/>
                </a:ext>
              </a:extLst>
            </p:cNvPr>
            <p:cNvSpPr txBox="1"/>
            <p:nvPr/>
          </p:nvSpPr>
          <p:spPr>
            <a:xfrm>
              <a:off x="6534914" y="5515670"/>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6" name="TextBox 185">
              <a:extLst>
                <a:ext uri="{FF2B5EF4-FFF2-40B4-BE49-F238E27FC236}">
                  <a16:creationId xmlns:a16="http://schemas.microsoft.com/office/drawing/2014/main" id="{4A51586A-F2F0-B2E2-A3ED-2B97CE8DD9DA}"/>
                </a:ext>
              </a:extLst>
            </p:cNvPr>
            <p:cNvSpPr txBox="1"/>
            <p:nvPr/>
          </p:nvSpPr>
          <p:spPr>
            <a:xfrm>
              <a:off x="6534914" y="527723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7" name="TextBox 186">
              <a:extLst>
                <a:ext uri="{FF2B5EF4-FFF2-40B4-BE49-F238E27FC236}">
                  <a16:creationId xmlns:a16="http://schemas.microsoft.com/office/drawing/2014/main" id="{C78DEDBD-1F46-B5AE-A628-DD0874158E5D}"/>
                </a:ext>
              </a:extLst>
            </p:cNvPr>
            <p:cNvSpPr txBox="1"/>
            <p:nvPr/>
          </p:nvSpPr>
          <p:spPr>
            <a:xfrm>
              <a:off x="6534914" y="5037675"/>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8" name="TextBox 187">
              <a:extLst>
                <a:ext uri="{FF2B5EF4-FFF2-40B4-BE49-F238E27FC236}">
                  <a16:creationId xmlns:a16="http://schemas.microsoft.com/office/drawing/2014/main" id="{F09AE5D3-F8A5-6886-0C18-99B33D2405A7}"/>
                </a:ext>
              </a:extLst>
            </p:cNvPr>
            <p:cNvSpPr txBox="1"/>
            <p:nvPr/>
          </p:nvSpPr>
          <p:spPr>
            <a:xfrm>
              <a:off x="6534914" y="4804006"/>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189" name="TextBox 188">
              <a:extLst>
                <a:ext uri="{FF2B5EF4-FFF2-40B4-BE49-F238E27FC236}">
                  <a16:creationId xmlns:a16="http://schemas.microsoft.com/office/drawing/2014/main" id="{13B3378C-DE3A-2AD8-C012-BE8D22B7909A}"/>
                </a:ext>
              </a:extLst>
            </p:cNvPr>
            <p:cNvSpPr txBox="1"/>
            <p:nvPr/>
          </p:nvSpPr>
          <p:spPr>
            <a:xfrm>
              <a:off x="6534914" y="4564447"/>
              <a:ext cx="571247"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nvGrpSpPr>
            <p:cNvPr id="190" name="Group 189">
              <a:extLst>
                <a:ext uri="{FF2B5EF4-FFF2-40B4-BE49-F238E27FC236}">
                  <a16:creationId xmlns:a16="http://schemas.microsoft.com/office/drawing/2014/main" id="{311F073F-EB39-297D-7795-08B7FD8A2824}"/>
                </a:ext>
              </a:extLst>
            </p:cNvPr>
            <p:cNvGrpSpPr/>
            <p:nvPr/>
          </p:nvGrpSpPr>
          <p:grpSpPr>
            <a:xfrm>
              <a:off x="6330168" y="6235440"/>
              <a:ext cx="204747" cy="190150"/>
              <a:chOff x="7531202" y="6119530"/>
              <a:chExt cx="350195" cy="325227"/>
            </a:xfrm>
          </p:grpSpPr>
          <p:sp>
            <p:nvSpPr>
              <p:cNvPr id="576" name="Rectangle 575">
                <a:extLst>
                  <a:ext uri="{FF2B5EF4-FFF2-40B4-BE49-F238E27FC236}">
                    <a16:creationId xmlns:a16="http://schemas.microsoft.com/office/drawing/2014/main" id="{614D5DB9-2264-3280-12BF-C9003ECBF21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77" name="Isosceles Triangle 576">
                <a:extLst>
                  <a:ext uri="{FF2B5EF4-FFF2-40B4-BE49-F238E27FC236}">
                    <a16:creationId xmlns:a16="http://schemas.microsoft.com/office/drawing/2014/main" id="{44958591-18CF-DCB0-6FDB-183002FA069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1" name="Group 190">
              <a:extLst>
                <a:ext uri="{FF2B5EF4-FFF2-40B4-BE49-F238E27FC236}">
                  <a16:creationId xmlns:a16="http://schemas.microsoft.com/office/drawing/2014/main" id="{208E874A-BDD7-30C8-552E-65802AD17099}"/>
                </a:ext>
              </a:extLst>
            </p:cNvPr>
            <p:cNvGrpSpPr/>
            <p:nvPr/>
          </p:nvGrpSpPr>
          <p:grpSpPr>
            <a:xfrm>
              <a:off x="6330168" y="5995881"/>
              <a:ext cx="204747" cy="190150"/>
              <a:chOff x="7531202" y="6119530"/>
              <a:chExt cx="350195" cy="325227"/>
            </a:xfrm>
          </p:grpSpPr>
          <p:sp>
            <p:nvSpPr>
              <p:cNvPr id="441" name="Rectangle 440">
                <a:extLst>
                  <a:ext uri="{FF2B5EF4-FFF2-40B4-BE49-F238E27FC236}">
                    <a16:creationId xmlns:a16="http://schemas.microsoft.com/office/drawing/2014/main" id="{C1A90770-40F2-F713-4A22-EF2C47E0A05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5" name="Isosceles Triangle 444">
                <a:extLst>
                  <a:ext uri="{FF2B5EF4-FFF2-40B4-BE49-F238E27FC236}">
                    <a16:creationId xmlns:a16="http://schemas.microsoft.com/office/drawing/2014/main" id="{1DEC060A-85CF-6405-F1F3-B320B9C0841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2" name="Group 191">
              <a:extLst>
                <a:ext uri="{FF2B5EF4-FFF2-40B4-BE49-F238E27FC236}">
                  <a16:creationId xmlns:a16="http://schemas.microsoft.com/office/drawing/2014/main" id="{43F1FD90-71AD-C15C-2470-01002D3ADA82}"/>
                </a:ext>
              </a:extLst>
            </p:cNvPr>
            <p:cNvGrpSpPr/>
            <p:nvPr/>
          </p:nvGrpSpPr>
          <p:grpSpPr>
            <a:xfrm>
              <a:off x="6330168" y="5762212"/>
              <a:ext cx="204747" cy="190150"/>
              <a:chOff x="7531202" y="6119530"/>
              <a:chExt cx="350195" cy="325227"/>
            </a:xfrm>
          </p:grpSpPr>
          <p:sp>
            <p:nvSpPr>
              <p:cNvPr id="437" name="Rectangle 436">
                <a:extLst>
                  <a:ext uri="{FF2B5EF4-FFF2-40B4-BE49-F238E27FC236}">
                    <a16:creationId xmlns:a16="http://schemas.microsoft.com/office/drawing/2014/main" id="{2C36FFEF-1820-7716-970B-31E189F1B3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8" name="Isosceles Triangle 437">
                <a:extLst>
                  <a:ext uri="{FF2B5EF4-FFF2-40B4-BE49-F238E27FC236}">
                    <a16:creationId xmlns:a16="http://schemas.microsoft.com/office/drawing/2014/main" id="{92CECD2B-7F40-57D1-7CBC-DA201E4D9E0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3" name="Group 192">
              <a:extLst>
                <a:ext uri="{FF2B5EF4-FFF2-40B4-BE49-F238E27FC236}">
                  <a16:creationId xmlns:a16="http://schemas.microsoft.com/office/drawing/2014/main" id="{D981B19E-AC39-8008-1448-658C77C7390F}"/>
                </a:ext>
              </a:extLst>
            </p:cNvPr>
            <p:cNvGrpSpPr/>
            <p:nvPr/>
          </p:nvGrpSpPr>
          <p:grpSpPr>
            <a:xfrm>
              <a:off x="6330168" y="5522652"/>
              <a:ext cx="204747" cy="190150"/>
              <a:chOff x="7531202" y="6119530"/>
              <a:chExt cx="350195" cy="325227"/>
            </a:xfrm>
          </p:grpSpPr>
          <p:sp>
            <p:nvSpPr>
              <p:cNvPr id="435" name="Rectangle 434">
                <a:extLst>
                  <a:ext uri="{FF2B5EF4-FFF2-40B4-BE49-F238E27FC236}">
                    <a16:creationId xmlns:a16="http://schemas.microsoft.com/office/drawing/2014/main" id="{54C5C60F-6231-6896-2EDA-3E0190BEB4D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6" name="Isosceles Triangle 435">
                <a:extLst>
                  <a:ext uri="{FF2B5EF4-FFF2-40B4-BE49-F238E27FC236}">
                    <a16:creationId xmlns:a16="http://schemas.microsoft.com/office/drawing/2014/main" id="{B4006C74-D4F8-BABD-A1D4-C8ED22B93DC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4" name="Group 193">
              <a:extLst>
                <a:ext uri="{FF2B5EF4-FFF2-40B4-BE49-F238E27FC236}">
                  <a16:creationId xmlns:a16="http://schemas.microsoft.com/office/drawing/2014/main" id="{C07A2287-C994-724E-F11D-C72BD1E0E28A}"/>
                </a:ext>
              </a:extLst>
            </p:cNvPr>
            <p:cNvGrpSpPr/>
            <p:nvPr/>
          </p:nvGrpSpPr>
          <p:grpSpPr>
            <a:xfrm>
              <a:off x="6330168" y="5284217"/>
              <a:ext cx="204747" cy="190150"/>
              <a:chOff x="7531202" y="6119530"/>
              <a:chExt cx="350195" cy="325227"/>
            </a:xfrm>
          </p:grpSpPr>
          <p:sp>
            <p:nvSpPr>
              <p:cNvPr id="378" name="Rectangle 377">
                <a:extLst>
                  <a:ext uri="{FF2B5EF4-FFF2-40B4-BE49-F238E27FC236}">
                    <a16:creationId xmlns:a16="http://schemas.microsoft.com/office/drawing/2014/main" id="{EF6066E9-0FC0-EDFE-2D15-128B83E7660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79" name="Isosceles Triangle 378">
                <a:extLst>
                  <a:ext uri="{FF2B5EF4-FFF2-40B4-BE49-F238E27FC236}">
                    <a16:creationId xmlns:a16="http://schemas.microsoft.com/office/drawing/2014/main" id="{F1D6FE7E-5776-2448-8E98-E2FE6CED65E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5" name="Group 194">
              <a:extLst>
                <a:ext uri="{FF2B5EF4-FFF2-40B4-BE49-F238E27FC236}">
                  <a16:creationId xmlns:a16="http://schemas.microsoft.com/office/drawing/2014/main" id="{449BF269-5EA6-8DC4-C38B-8BBDF98EC0B8}"/>
                </a:ext>
              </a:extLst>
            </p:cNvPr>
            <p:cNvGrpSpPr/>
            <p:nvPr/>
          </p:nvGrpSpPr>
          <p:grpSpPr>
            <a:xfrm>
              <a:off x="6330168" y="5044657"/>
              <a:ext cx="204747" cy="190150"/>
              <a:chOff x="7531202" y="6119530"/>
              <a:chExt cx="350195" cy="325227"/>
            </a:xfrm>
          </p:grpSpPr>
          <p:sp>
            <p:nvSpPr>
              <p:cNvPr id="376" name="Rectangle 375">
                <a:extLst>
                  <a:ext uri="{FF2B5EF4-FFF2-40B4-BE49-F238E27FC236}">
                    <a16:creationId xmlns:a16="http://schemas.microsoft.com/office/drawing/2014/main" id="{4D48E519-951A-94C4-2D4D-0CBD5688031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77" name="Isosceles Triangle 376">
                <a:extLst>
                  <a:ext uri="{FF2B5EF4-FFF2-40B4-BE49-F238E27FC236}">
                    <a16:creationId xmlns:a16="http://schemas.microsoft.com/office/drawing/2014/main" id="{4166226B-98B2-F36A-6C7D-FB15524C51F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6" name="Group 195">
              <a:extLst>
                <a:ext uri="{FF2B5EF4-FFF2-40B4-BE49-F238E27FC236}">
                  <a16:creationId xmlns:a16="http://schemas.microsoft.com/office/drawing/2014/main" id="{6C2D7443-AD9E-721B-61B2-A3C8221B7D86}"/>
                </a:ext>
              </a:extLst>
            </p:cNvPr>
            <p:cNvGrpSpPr/>
            <p:nvPr/>
          </p:nvGrpSpPr>
          <p:grpSpPr>
            <a:xfrm>
              <a:off x="6330168" y="4810988"/>
              <a:ext cx="204747" cy="190150"/>
              <a:chOff x="7531202" y="6119530"/>
              <a:chExt cx="350195" cy="325227"/>
            </a:xfrm>
          </p:grpSpPr>
          <p:sp>
            <p:nvSpPr>
              <p:cNvPr id="373" name="Rectangle 372">
                <a:extLst>
                  <a:ext uri="{FF2B5EF4-FFF2-40B4-BE49-F238E27FC236}">
                    <a16:creationId xmlns:a16="http://schemas.microsoft.com/office/drawing/2014/main" id="{B0FB2C52-5FE6-C69C-7EB3-2EF27C7DC0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74" name="Isosceles Triangle 373">
                <a:extLst>
                  <a:ext uri="{FF2B5EF4-FFF2-40B4-BE49-F238E27FC236}">
                    <a16:creationId xmlns:a16="http://schemas.microsoft.com/office/drawing/2014/main" id="{D6B9EC88-AFB6-AC49-E962-180DD49D4B7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7" name="Group 196">
              <a:extLst>
                <a:ext uri="{FF2B5EF4-FFF2-40B4-BE49-F238E27FC236}">
                  <a16:creationId xmlns:a16="http://schemas.microsoft.com/office/drawing/2014/main" id="{7963CCE0-CA18-D9A6-6824-1FB33B7D66A6}"/>
                </a:ext>
              </a:extLst>
            </p:cNvPr>
            <p:cNvGrpSpPr/>
            <p:nvPr/>
          </p:nvGrpSpPr>
          <p:grpSpPr>
            <a:xfrm>
              <a:off x="6330168" y="4571429"/>
              <a:ext cx="204747" cy="190150"/>
              <a:chOff x="7531202" y="6119530"/>
              <a:chExt cx="350195" cy="325227"/>
            </a:xfrm>
          </p:grpSpPr>
          <p:sp>
            <p:nvSpPr>
              <p:cNvPr id="364" name="Rectangle 363">
                <a:extLst>
                  <a:ext uri="{FF2B5EF4-FFF2-40B4-BE49-F238E27FC236}">
                    <a16:creationId xmlns:a16="http://schemas.microsoft.com/office/drawing/2014/main" id="{338B1FE5-C31D-BA44-4487-8EE4C931171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68" name="Isosceles Triangle 367">
                <a:extLst>
                  <a:ext uri="{FF2B5EF4-FFF2-40B4-BE49-F238E27FC236}">
                    <a16:creationId xmlns:a16="http://schemas.microsoft.com/office/drawing/2014/main" id="{D7C78672-9A13-5DBA-81A6-3B08853F3393}"/>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8" name="Group 197">
              <a:extLst>
                <a:ext uri="{FF2B5EF4-FFF2-40B4-BE49-F238E27FC236}">
                  <a16:creationId xmlns:a16="http://schemas.microsoft.com/office/drawing/2014/main" id="{7DFA1A42-907E-0E4F-D9D4-A49A95D6035A}"/>
                </a:ext>
              </a:extLst>
            </p:cNvPr>
            <p:cNvGrpSpPr/>
            <p:nvPr/>
          </p:nvGrpSpPr>
          <p:grpSpPr>
            <a:xfrm>
              <a:off x="7114702" y="6234651"/>
              <a:ext cx="204747" cy="190150"/>
              <a:chOff x="7531202" y="6119530"/>
              <a:chExt cx="350195" cy="325227"/>
            </a:xfrm>
          </p:grpSpPr>
          <p:sp>
            <p:nvSpPr>
              <p:cNvPr id="220" name="Rectangle 219">
                <a:extLst>
                  <a:ext uri="{FF2B5EF4-FFF2-40B4-BE49-F238E27FC236}">
                    <a16:creationId xmlns:a16="http://schemas.microsoft.com/office/drawing/2014/main" id="{7E8A483D-C78C-1436-2BD3-A46F3657F07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59" name="Isosceles Triangle 358">
                <a:extLst>
                  <a:ext uri="{FF2B5EF4-FFF2-40B4-BE49-F238E27FC236}">
                    <a16:creationId xmlns:a16="http://schemas.microsoft.com/office/drawing/2014/main" id="{908D7935-4279-D109-72E8-48CBB7C865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99" name="Group 198">
              <a:extLst>
                <a:ext uri="{FF2B5EF4-FFF2-40B4-BE49-F238E27FC236}">
                  <a16:creationId xmlns:a16="http://schemas.microsoft.com/office/drawing/2014/main" id="{D8E08E72-DC15-5660-692A-AFF37845F51B}"/>
                </a:ext>
              </a:extLst>
            </p:cNvPr>
            <p:cNvGrpSpPr/>
            <p:nvPr/>
          </p:nvGrpSpPr>
          <p:grpSpPr>
            <a:xfrm>
              <a:off x="7114702" y="5995092"/>
              <a:ext cx="204747" cy="190150"/>
              <a:chOff x="7531202" y="6119530"/>
              <a:chExt cx="350195" cy="325227"/>
            </a:xfrm>
          </p:grpSpPr>
          <p:sp>
            <p:nvSpPr>
              <p:cNvPr id="218" name="Rectangle 217">
                <a:extLst>
                  <a:ext uri="{FF2B5EF4-FFF2-40B4-BE49-F238E27FC236}">
                    <a16:creationId xmlns:a16="http://schemas.microsoft.com/office/drawing/2014/main" id="{B51114D9-55ED-C3CB-CDFB-5BBBA97F61A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19" name="Isosceles Triangle 218">
                <a:extLst>
                  <a:ext uri="{FF2B5EF4-FFF2-40B4-BE49-F238E27FC236}">
                    <a16:creationId xmlns:a16="http://schemas.microsoft.com/office/drawing/2014/main" id="{30725795-2887-E2D5-CEB5-289DD8DDB21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0" name="Group 199">
              <a:extLst>
                <a:ext uri="{FF2B5EF4-FFF2-40B4-BE49-F238E27FC236}">
                  <a16:creationId xmlns:a16="http://schemas.microsoft.com/office/drawing/2014/main" id="{FAFAE4B3-8D73-35E7-6979-559EB476AC21}"/>
                </a:ext>
              </a:extLst>
            </p:cNvPr>
            <p:cNvGrpSpPr/>
            <p:nvPr/>
          </p:nvGrpSpPr>
          <p:grpSpPr>
            <a:xfrm>
              <a:off x="7114702" y="5761423"/>
              <a:ext cx="204747" cy="190150"/>
              <a:chOff x="7531202" y="6119530"/>
              <a:chExt cx="350195" cy="325227"/>
            </a:xfrm>
          </p:grpSpPr>
          <p:sp>
            <p:nvSpPr>
              <p:cNvPr id="216" name="Rectangle 215">
                <a:extLst>
                  <a:ext uri="{FF2B5EF4-FFF2-40B4-BE49-F238E27FC236}">
                    <a16:creationId xmlns:a16="http://schemas.microsoft.com/office/drawing/2014/main" id="{43729887-FA13-E256-EC17-0985EF163B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17" name="Isosceles Triangle 216">
                <a:extLst>
                  <a:ext uri="{FF2B5EF4-FFF2-40B4-BE49-F238E27FC236}">
                    <a16:creationId xmlns:a16="http://schemas.microsoft.com/office/drawing/2014/main" id="{BDF20AE3-8270-1824-ED75-5970E83A54E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1" name="Group 200">
              <a:extLst>
                <a:ext uri="{FF2B5EF4-FFF2-40B4-BE49-F238E27FC236}">
                  <a16:creationId xmlns:a16="http://schemas.microsoft.com/office/drawing/2014/main" id="{8C9B4622-592F-51C0-6503-83A099FD5870}"/>
                </a:ext>
              </a:extLst>
            </p:cNvPr>
            <p:cNvGrpSpPr/>
            <p:nvPr/>
          </p:nvGrpSpPr>
          <p:grpSpPr>
            <a:xfrm>
              <a:off x="7114702" y="5521863"/>
              <a:ext cx="204747" cy="190150"/>
              <a:chOff x="7531202" y="6119530"/>
              <a:chExt cx="350195" cy="325227"/>
            </a:xfrm>
          </p:grpSpPr>
          <p:sp>
            <p:nvSpPr>
              <p:cNvPr id="214" name="Rectangle 213">
                <a:extLst>
                  <a:ext uri="{FF2B5EF4-FFF2-40B4-BE49-F238E27FC236}">
                    <a16:creationId xmlns:a16="http://schemas.microsoft.com/office/drawing/2014/main" id="{9EE7E489-9677-9CAB-F796-730A732B728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15" name="Isosceles Triangle 214">
                <a:extLst>
                  <a:ext uri="{FF2B5EF4-FFF2-40B4-BE49-F238E27FC236}">
                    <a16:creationId xmlns:a16="http://schemas.microsoft.com/office/drawing/2014/main" id="{1194E2E9-9D11-C48C-2871-764F42952B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2" name="Group 201">
              <a:extLst>
                <a:ext uri="{FF2B5EF4-FFF2-40B4-BE49-F238E27FC236}">
                  <a16:creationId xmlns:a16="http://schemas.microsoft.com/office/drawing/2014/main" id="{15DB27F6-0FC8-A9C8-3CB7-A2C355DD116A}"/>
                </a:ext>
              </a:extLst>
            </p:cNvPr>
            <p:cNvGrpSpPr/>
            <p:nvPr/>
          </p:nvGrpSpPr>
          <p:grpSpPr>
            <a:xfrm>
              <a:off x="7114702" y="5283428"/>
              <a:ext cx="204747" cy="190150"/>
              <a:chOff x="7531202" y="6119530"/>
              <a:chExt cx="350195" cy="325227"/>
            </a:xfrm>
          </p:grpSpPr>
          <p:sp>
            <p:nvSpPr>
              <p:cNvPr id="212" name="Rectangle 211">
                <a:extLst>
                  <a:ext uri="{FF2B5EF4-FFF2-40B4-BE49-F238E27FC236}">
                    <a16:creationId xmlns:a16="http://schemas.microsoft.com/office/drawing/2014/main" id="{42F80E92-0301-FE9E-1097-420279F6303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13" name="Isosceles Triangle 212">
                <a:extLst>
                  <a:ext uri="{FF2B5EF4-FFF2-40B4-BE49-F238E27FC236}">
                    <a16:creationId xmlns:a16="http://schemas.microsoft.com/office/drawing/2014/main" id="{642E451E-53BA-12D5-413F-FDACEA779BC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3" name="Group 202">
              <a:extLst>
                <a:ext uri="{FF2B5EF4-FFF2-40B4-BE49-F238E27FC236}">
                  <a16:creationId xmlns:a16="http://schemas.microsoft.com/office/drawing/2014/main" id="{0B528469-574E-6D44-3CA5-FD0609AFBDF9}"/>
                </a:ext>
              </a:extLst>
            </p:cNvPr>
            <p:cNvGrpSpPr/>
            <p:nvPr/>
          </p:nvGrpSpPr>
          <p:grpSpPr>
            <a:xfrm>
              <a:off x="7114702" y="5043868"/>
              <a:ext cx="204747" cy="190150"/>
              <a:chOff x="7531202" y="6119530"/>
              <a:chExt cx="350195" cy="325227"/>
            </a:xfrm>
          </p:grpSpPr>
          <p:sp>
            <p:nvSpPr>
              <p:cNvPr id="210" name="Rectangle 209">
                <a:extLst>
                  <a:ext uri="{FF2B5EF4-FFF2-40B4-BE49-F238E27FC236}">
                    <a16:creationId xmlns:a16="http://schemas.microsoft.com/office/drawing/2014/main" id="{C40E15EE-69B8-D0AC-21DE-D117666AFF5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11" name="Isosceles Triangle 210">
                <a:extLst>
                  <a:ext uri="{FF2B5EF4-FFF2-40B4-BE49-F238E27FC236}">
                    <a16:creationId xmlns:a16="http://schemas.microsoft.com/office/drawing/2014/main" id="{C432B762-4EC3-CF01-8DB8-8B6C245302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4" name="Group 203">
              <a:extLst>
                <a:ext uri="{FF2B5EF4-FFF2-40B4-BE49-F238E27FC236}">
                  <a16:creationId xmlns:a16="http://schemas.microsoft.com/office/drawing/2014/main" id="{B847A61C-CED0-3084-7EF6-1B7E280CFC56}"/>
                </a:ext>
              </a:extLst>
            </p:cNvPr>
            <p:cNvGrpSpPr/>
            <p:nvPr/>
          </p:nvGrpSpPr>
          <p:grpSpPr>
            <a:xfrm>
              <a:off x="7114702" y="4810199"/>
              <a:ext cx="204747" cy="190150"/>
              <a:chOff x="7531202" y="6119530"/>
              <a:chExt cx="350195" cy="325227"/>
            </a:xfrm>
          </p:grpSpPr>
          <p:sp>
            <p:nvSpPr>
              <p:cNvPr id="208" name="Rectangle 207">
                <a:extLst>
                  <a:ext uri="{FF2B5EF4-FFF2-40B4-BE49-F238E27FC236}">
                    <a16:creationId xmlns:a16="http://schemas.microsoft.com/office/drawing/2014/main" id="{A330BD55-0BDD-23E0-43D9-6C47335CB5A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09" name="Isosceles Triangle 208">
                <a:extLst>
                  <a:ext uri="{FF2B5EF4-FFF2-40B4-BE49-F238E27FC236}">
                    <a16:creationId xmlns:a16="http://schemas.microsoft.com/office/drawing/2014/main" id="{047B1768-F362-1EC4-48C5-180A7168DC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05" name="Group 204">
              <a:extLst>
                <a:ext uri="{FF2B5EF4-FFF2-40B4-BE49-F238E27FC236}">
                  <a16:creationId xmlns:a16="http://schemas.microsoft.com/office/drawing/2014/main" id="{000061B5-F96B-AB6A-A9E1-52D92D9791B8}"/>
                </a:ext>
              </a:extLst>
            </p:cNvPr>
            <p:cNvGrpSpPr/>
            <p:nvPr/>
          </p:nvGrpSpPr>
          <p:grpSpPr>
            <a:xfrm>
              <a:off x="7114702" y="4570640"/>
              <a:ext cx="204747" cy="190150"/>
              <a:chOff x="7531202" y="6119530"/>
              <a:chExt cx="350195" cy="325227"/>
            </a:xfrm>
          </p:grpSpPr>
          <p:sp>
            <p:nvSpPr>
              <p:cNvPr id="206" name="Rectangle 205">
                <a:extLst>
                  <a:ext uri="{FF2B5EF4-FFF2-40B4-BE49-F238E27FC236}">
                    <a16:creationId xmlns:a16="http://schemas.microsoft.com/office/drawing/2014/main" id="{CCA48C82-E7BF-3A2B-5274-6FAE4904933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07" name="Isosceles Triangle 206">
                <a:extLst>
                  <a:ext uri="{FF2B5EF4-FFF2-40B4-BE49-F238E27FC236}">
                    <a16:creationId xmlns:a16="http://schemas.microsoft.com/office/drawing/2014/main" id="{8A404E2E-224F-CE68-0F18-2ED714C47CF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cxnSp>
        <p:nvCxnSpPr>
          <p:cNvPr id="579" name="Straight Arrow Connector 578">
            <a:extLst>
              <a:ext uri="{FF2B5EF4-FFF2-40B4-BE49-F238E27FC236}">
                <a16:creationId xmlns:a16="http://schemas.microsoft.com/office/drawing/2014/main" id="{0970B2AD-D07F-60EB-6285-A04CBEBAB665}"/>
              </a:ext>
            </a:extLst>
          </p:cNvPr>
          <p:cNvCxnSpPr>
            <a:cxnSpLocks/>
          </p:cNvCxnSpPr>
          <p:nvPr/>
        </p:nvCxnSpPr>
        <p:spPr>
          <a:xfrm flipH="1" flipV="1">
            <a:off x="9047711" y="3417460"/>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0" name="Straight Arrow Connector 579">
            <a:extLst>
              <a:ext uri="{FF2B5EF4-FFF2-40B4-BE49-F238E27FC236}">
                <a16:creationId xmlns:a16="http://schemas.microsoft.com/office/drawing/2014/main" id="{7B07FE63-961D-B9C2-95A6-F71CC05019CD}"/>
              </a:ext>
            </a:extLst>
          </p:cNvPr>
          <p:cNvCxnSpPr>
            <a:cxnSpLocks/>
          </p:cNvCxnSpPr>
          <p:nvPr/>
        </p:nvCxnSpPr>
        <p:spPr>
          <a:xfrm flipH="1" flipV="1">
            <a:off x="9047711" y="3177901"/>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1" name="Straight Arrow Connector 580">
            <a:extLst>
              <a:ext uri="{FF2B5EF4-FFF2-40B4-BE49-F238E27FC236}">
                <a16:creationId xmlns:a16="http://schemas.microsoft.com/office/drawing/2014/main" id="{54660CEF-DC38-FC88-BE4E-E3AF28DDD7E0}"/>
              </a:ext>
            </a:extLst>
          </p:cNvPr>
          <p:cNvCxnSpPr>
            <a:cxnSpLocks/>
          </p:cNvCxnSpPr>
          <p:nvPr/>
        </p:nvCxnSpPr>
        <p:spPr>
          <a:xfrm flipH="1" flipV="1">
            <a:off x="9047711" y="2944232"/>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2" name="Straight Arrow Connector 581">
            <a:extLst>
              <a:ext uri="{FF2B5EF4-FFF2-40B4-BE49-F238E27FC236}">
                <a16:creationId xmlns:a16="http://schemas.microsoft.com/office/drawing/2014/main" id="{52D61E50-F12D-287B-B3E8-ADAAE258A1CD}"/>
              </a:ext>
            </a:extLst>
          </p:cNvPr>
          <p:cNvCxnSpPr>
            <a:cxnSpLocks/>
          </p:cNvCxnSpPr>
          <p:nvPr/>
        </p:nvCxnSpPr>
        <p:spPr>
          <a:xfrm flipH="1" flipV="1">
            <a:off x="9047711" y="2704672"/>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3" name="Straight Arrow Connector 582">
            <a:extLst>
              <a:ext uri="{FF2B5EF4-FFF2-40B4-BE49-F238E27FC236}">
                <a16:creationId xmlns:a16="http://schemas.microsoft.com/office/drawing/2014/main" id="{BB467A40-355B-0D54-56CF-5F7609D993DE}"/>
              </a:ext>
            </a:extLst>
          </p:cNvPr>
          <p:cNvCxnSpPr>
            <a:cxnSpLocks/>
          </p:cNvCxnSpPr>
          <p:nvPr/>
        </p:nvCxnSpPr>
        <p:spPr>
          <a:xfrm flipH="1" flipV="1">
            <a:off x="9047711" y="2466237"/>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4" name="Straight Arrow Connector 583">
            <a:extLst>
              <a:ext uri="{FF2B5EF4-FFF2-40B4-BE49-F238E27FC236}">
                <a16:creationId xmlns:a16="http://schemas.microsoft.com/office/drawing/2014/main" id="{D12A029F-4F7B-2D9D-A876-878CD14FC70D}"/>
              </a:ext>
            </a:extLst>
          </p:cNvPr>
          <p:cNvCxnSpPr>
            <a:cxnSpLocks/>
          </p:cNvCxnSpPr>
          <p:nvPr/>
        </p:nvCxnSpPr>
        <p:spPr>
          <a:xfrm flipH="1" flipV="1">
            <a:off x="9047711" y="2226677"/>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5" name="Straight Arrow Connector 584">
            <a:extLst>
              <a:ext uri="{FF2B5EF4-FFF2-40B4-BE49-F238E27FC236}">
                <a16:creationId xmlns:a16="http://schemas.microsoft.com/office/drawing/2014/main" id="{F73D991F-872E-BCA2-845B-17DBD694BE24}"/>
              </a:ext>
            </a:extLst>
          </p:cNvPr>
          <p:cNvCxnSpPr>
            <a:cxnSpLocks/>
          </p:cNvCxnSpPr>
          <p:nvPr/>
        </p:nvCxnSpPr>
        <p:spPr>
          <a:xfrm flipH="1" flipV="1">
            <a:off x="9047711" y="1993008"/>
            <a:ext cx="178246"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6" name="Straight Arrow Connector 585">
            <a:extLst>
              <a:ext uri="{FF2B5EF4-FFF2-40B4-BE49-F238E27FC236}">
                <a16:creationId xmlns:a16="http://schemas.microsoft.com/office/drawing/2014/main" id="{105CEEA6-5E85-20BE-3795-3619EBA4231E}"/>
              </a:ext>
            </a:extLst>
          </p:cNvPr>
          <p:cNvCxnSpPr>
            <a:cxnSpLocks/>
          </p:cNvCxnSpPr>
          <p:nvPr/>
        </p:nvCxnSpPr>
        <p:spPr>
          <a:xfrm flipH="1">
            <a:off x="9047711" y="1753450"/>
            <a:ext cx="178246"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7" name="Connector: Elbow 586">
            <a:extLst>
              <a:ext uri="{FF2B5EF4-FFF2-40B4-BE49-F238E27FC236}">
                <a16:creationId xmlns:a16="http://schemas.microsoft.com/office/drawing/2014/main" id="{AA7F320C-75A4-7C95-F98A-E5518893D2A2}"/>
              </a:ext>
            </a:extLst>
          </p:cNvPr>
          <p:cNvCxnSpPr>
            <a:cxnSpLocks/>
            <a:endCxn id="316" idx="0"/>
          </p:cNvCxnSpPr>
          <p:nvPr/>
        </p:nvCxnSpPr>
        <p:spPr>
          <a:xfrm rot="16200000" flipV="1">
            <a:off x="7470498" y="1469886"/>
            <a:ext cx="2241548" cy="912880"/>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590" name="Straight Connector 589">
            <a:extLst>
              <a:ext uri="{FF2B5EF4-FFF2-40B4-BE49-F238E27FC236}">
                <a16:creationId xmlns:a16="http://schemas.microsoft.com/office/drawing/2014/main" id="{A81451C6-6967-1E40-DA24-F5DAFB7C00AA}"/>
              </a:ext>
            </a:extLst>
          </p:cNvPr>
          <p:cNvCxnSpPr>
            <a:cxnSpLocks/>
          </p:cNvCxnSpPr>
          <p:nvPr/>
        </p:nvCxnSpPr>
        <p:spPr>
          <a:xfrm>
            <a:off x="9047711" y="2851257"/>
            <a:ext cx="0" cy="586047"/>
          </a:xfrm>
          <a:prstGeom prst="line">
            <a:avLst/>
          </a:prstGeom>
          <a:ln w="19050"/>
        </p:spPr>
        <p:style>
          <a:lnRef idx="1">
            <a:schemeClr val="dk1"/>
          </a:lnRef>
          <a:fillRef idx="0">
            <a:schemeClr val="dk1"/>
          </a:fillRef>
          <a:effectRef idx="0">
            <a:schemeClr val="dk1"/>
          </a:effectRef>
          <a:fontRef idx="minor">
            <a:schemeClr val="tx1"/>
          </a:fontRef>
        </p:style>
      </p:cxnSp>
      <p:cxnSp>
        <p:nvCxnSpPr>
          <p:cNvPr id="592" name="Straight Arrow Connector 591">
            <a:extLst>
              <a:ext uri="{FF2B5EF4-FFF2-40B4-BE49-F238E27FC236}">
                <a16:creationId xmlns:a16="http://schemas.microsoft.com/office/drawing/2014/main" id="{4FAA39E6-F907-C33D-C3A2-18EE6AEEB855}"/>
              </a:ext>
            </a:extLst>
          </p:cNvPr>
          <p:cNvCxnSpPr>
            <a:cxnSpLocks/>
          </p:cNvCxnSpPr>
          <p:nvPr/>
        </p:nvCxnSpPr>
        <p:spPr>
          <a:xfrm flipV="1">
            <a:off x="10193593" y="345471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3" name="Straight Arrow Connector 592">
            <a:extLst>
              <a:ext uri="{FF2B5EF4-FFF2-40B4-BE49-F238E27FC236}">
                <a16:creationId xmlns:a16="http://schemas.microsoft.com/office/drawing/2014/main" id="{21E2C5AF-6A44-0CB1-0E16-80EFD99054EE}"/>
              </a:ext>
            </a:extLst>
          </p:cNvPr>
          <p:cNvCxnSpPr>
            <a:cxnSpLocks/>
          </p:cNvCxnSpPr>
          <p:nvPr/>
        </p:nvCxnSpPr>
        <p:spPr>
          <a:xfrm flipV="1">
            <a:off x="10193593" y="321515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4" name="Straight Arrow Connector 593">
            <a:extLst>
              <a:ext uri="{FF2B5EF4-FFF2-40B4-BE49-F238E27FC236}">
                <a16:creationId xmlns:a16="http://schemas.microsoft.com/office/drawing/2014/main" id="{CDEAAC58-7A84-EE72-6438-407B29962546}"/>
              </a:ext>
            </a:extLst>
          </p:cNvPr>
          <p:cNvCxnSpPr>
            <a:cxnSpLocks/>
          </p:cNvCxnSpPr>
          <p:nvPr/>
        </p:nvCxnSpPr>
        <p:spPr>
          <a:xfrm flipV="1">
            <a:off x="10193593" y="29814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5" name="Straight Arrow Connector 594">
            <a:extLst>
              <a:ext uri="{FF2B5EF4-FFF2-40B4-BE49-F238E27FC236}">
                <a16:creationId xmlns:a16="http://schemas.microsoft.com/office/drawing/2014/main" id="{5DF3316D-6121-33D7-5392-972F4B5515FB}"/>
              </a:ext>
            </a:extLst>
          </p:cNvPr>
          <p:cNvCxnSpPr>
            <a:cxnSpLocks/>
          </p:cNvCxnSpPr>
          <p:nvPr/>
        </p:nvCxnSpPr>
        <p:spPr>
          <a:xfrm flipV="1">
            <a:off x="10193593" y="274192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6" name="Straight Arrow Connector 595">
            <a:extLst>
              <a:ext uri="{FF2B5EF4-FFF2-40B4-BE49-F238E27FC236}">
                <a16:creationId xmlns:a16="http://schemas.microsoft.com/office/drawing/2014/main" id="{B1E973D7-05E1-28AA-B30D-670878143115}"/>
              </a:ext>
            </a:extLst>
          </p:cNvPr>
          <p:cNvCxnSpPr>
            <a:cxnSpLocks/>
          </p:cNvCxnSpPr>
          <p:nvPr/>
        </p:nvCxnSpPr>
        <p:spPr>
          <a:xfrm flipV="1">
            <a:off x="10193593" y="25034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7" name="Straight Arrow Connector 596">
            <a:extLst>
              <a:ext uri="{FF2B5EF4-FFF2-40B4-BE49-F238E27FC236}">
                <a16:creationId xmlns:a16="http://schemas.microsoft.com/office/drawing/2014/main" id="{C0B5D724-7B04-F324-A721-C3AAD7519030}"/>
              </a:ext>
            </a:extLst>
          </p:cNvPr>
          <p:cNvCxnSpPr>
            <a:cxnSpLocks/>
          </p:cNvCxnSpPr>
          <p:nvPr/>
        </p:nvCxnSpPr>
        <p:spPr>
          <a:xfrm flipV="1">
            <a:off x="10193593" y="226393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BA040FB5-6D7F-F89D-0E58-946EA778ED54}"/>
              </a:ext>
            </a:extLst>
          </p:cNvPr>
          <p:cNvCxnSpPr>
            <a:cxnSpLocks/>
          </p:cNvCxnSpPr>
          <p:nvPr/>
        </p:nvCxnSpPr>
        <p:spPr>
          <a:xfrm flipV="1">
            <a:off x="10193593" y="203026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9" name="Straight Arrow Connector 598">
            <a:extLst>
              <a:ext uri="{FF2B5EF4-FFF2-40B4-BE49-F238E27FC236}">
                <a16:creationId xmlns:a16="http://schemas.microsoft.com/office/drawing/2014/main" id="{3AAB9C00-01FC-BBE6-9C8F-958C707D144A}"/>
              </a:ext>
            </a:extLst>
          </p:cNvPr>
          <p:cNvCxnSpPr>
            <a:cxnSpLocks/>
          </p:cNvCxnSpPr>
          <p:nvPr/>
        </p:nvCxnSpPr>
        <p:spPr>
          <a:xfrm>
            <a:off x="10193593" y="1790704"/>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F917A058-1174-904B-6931-EB6A58EDBE2D}"/>
              </a:ext>
            </a:extLst>
          </p:cNvPr>
          <p:cNvCxnSpPr/>
          <p:nvPr/>
        </p:nvCxnSpPr>
        <p:spPr>
          <a:xfrm>
            <a:off x="7379233" y="2048044"/>
            <a:ext cx="0" cy="239559"/>
          </a:xfrm>
          <a:prstGeom prst="line">
            <a:avLst/>
          </a:prstGeom>
          <a:ln w="19050"/>
        </p:spPr>
        <p:style>
          <a:lnRef idx="1">
            <a:schemeClr val="dk1"/>
          </a:lnRef>
          <a:fillRef idx="0">
            <a:schemeClr val="dk1"/>
          </a:fillRef>
          <a:effectRef idx="0">
            <a:schemeClr val="dk1"/>
          </a:effectRef>
          <a:fontRef idx="minor">
            <a:schemeClr val="tx1"/>
          </a:fontRef>
        </p:style>
      </p:cxnSp>
      <p:cxnSp>
        <p:nvCxnSpPr>
          <p:cNvPr id="603" name="Straight Connector 602">
            <a:extLst>
              <a:ext uri="{FF2B5EF4-FFF2-40B4-BE49-F238E27FC236}">
                <a16:creationId xmlns:a16="http://schemas.microsoft.com/office/drawing/2014/main" id="{F56AFA7F-64EA-AEE4-488D-D9075A3E97B4}"/>
              </a:ext>
            </a:extLst>
          </p:cNvPr>
          <p:cNvCxnSpPr>
            <a:cxnSpLocks/>
          </p:cNvCxnSpPr>
          <p:nvPr/>
        </p:nvCxnSpPr>
        <p:spPr>
          <a:xfrm>
            <a:off x="10500555" y="565507"/>
            <a:ext cx="0" cy="2937015"/>
          </a:xfrm>
          <a:prstGeom prst="line">
            <a:avLst/>
          </a:prstGeom>
          <a:ln w="19050"/>
        </p:spPr>
        <p:style>
          <a:lnRef idx="1">
            <a:schemeClr val="dk1"/>
          </a:lnRef>
          <a:fillRef idx="0">
            <a:schemeClr val="dk1"/>
          </a:fillRef>
          <a:effectRef idx="0">
            <a:schemeClr val="dk1"/>
          </a:effectRef>
          <a:fontRef idx="minor">
            <a:schemeClr val="tx1"/>
          </a:fontRef>
        </p:style>
      </p:cxnSp>
      <p:sp>
        <p:nvSpPr>
          <p:cNvPr id="609" name="Rectangle 608">
            <a:extLst>
              <a:ext uri="{FF2B5EF4-FFF2-40B4-BE49-F238E27FC236}">
                <a16:creationId xmlns:a16="http://schemas.microsoft.com/office/drawing/2014/main" id="{DCB30BD2-9672-D133-5B36-22572D4422F1}"/>
              </a:ext>
            </a:extLst>
          </p:cNvPr>
          <p:cNvSpPr/>
          <p:nvPr/>
        </p:nvSpPr>
        <p:spPr>
          <a:xfrm>
            <a:off x="8784612" y="3387398"/>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0" name="Isosceles Triangle 609">
            <a:extLst>
              <a:ext uri="{FF2B5EF4-FFF2-40B4-BE49-F238E27FC236}">
                <a16:creationId xmlns:a16="http://schemas.microsoft.com/office/drawing/2014/main" id="{63C7C6B6-7175-12FD-EF75-85E5C7F72E68}"/>
              </a:ext>
            </a:extLst>
          </p:cNvPr>
          <p:cNvSpPr/>
          <p:nvPr/>
        </p:nvSpPr>
        <p:spPr>
          <a:xfrm>
            <a:off x="8855942" y="3538617"/>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1" name="Rectangle 610">
            <a:extLst>
              <a:ext uri="{FF2B5EF4-FFF2-40B4-BE49-F238E27FC236}">
                <a16:creationId xmlns:a16="http://schemas.microsoft.com/office/drawing/2014/main" id="{07B91837-96D7-97E5-DB99-1B9A768D2F52}"/>
              </a:ext>
            </a:extLst>
          </p:cNvPr>
          <p:cNvSpPr/>
          <p:nvPr/>
        </p:nvSpPr>
        <p:spPr>
          <a:xfrm>
            <a:off x="8784612" y="314783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2" name="Isosceles Triangle 611">
            <a:extLst>
              <a:ext uri="{FF2B5EF4-FFF2-40B4-BE49-F238E27FC236}">
                <a16:creationId xmlns:a16="http://schemas.microsoft.com/office/drawing/2014/main" id="{68B8E824-5A6D-854A-310A-4B6C3AD6E659}"/>
              </a:ext>
            </a:extLst>
          </p:cNvPr>
          <p:cNvSpPr/>
          <p:nvPr/>
        </p:nvSpPr>
        <p:spPr>
          <a:xfrm>
            <a:off x="8855942" y="329905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3" name="Rectangle 612">
            <a:extLst>
              <a:ext uri="{FF2B5EF4-FFF2-40B4-BE49-F238E27FC236}">
                <a16:creationId xmlns:a16="http://schemas.microsoft.com/office/drawing/2014/main" id="{72B0001F-E00E-8D7B-E5C7-0C9D48238E92}"/>
              </a:ext>
            </a:extLst>
          </p:cNvPr>
          <p:cNvSpPr/>
          <p:nvPr/>
        </p:nvSpPr>
        <p:spPr>
          <a:xfrm>
            <a:off x="8784612" y="291417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4" name="Isosceles Triangle 613">
            <a:extLst>
              <a:ext uri="{FF2B5EF4-FFF2-40B4-BE49-F238E27FC236}">
                <a16:creationId xmlns:a16="http://schemas.microsoft.com/office/drawing/2014/main" id="{3D600660-0F8C-68A8-9C57-BBAFE791D54E}"/>
              </a:ext>
            </a:extLst>
          </p:cNvPr>
          <p:cNvSpPr/>
          <p:nvPr/>
        </p:nvSpPr>
        <p:spPr>
          <a:xfrm>
            <a:off x="8855942" y="306538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5" name="Rectangle 614">
            <a:extLst>
              <a:ext uri="{FF2B5EF4-FFF2-40B4-BE49-F238E27FC236}">
                <a16:creationId xmlns:a16="http://schemas.microsoft.com/office/drawing/2014/main" id="{F2C0EC73-6AA3-FCCE-615F-E62A3BD40B69}"/>
              </a:ext>
            </a:extLst>
          </p:cNvPr>
          <p:cNvSpPr/>
          <p:nvPr/>
        </p:nvSpPr>
        <p:spPr>
          <a:xfrm>
            <a:off x="8784612" y="26746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6" name="Isosceles Triangle 615">
            <a:extLst>
              <a:ext uri="{FF2B5EF4-FFF2-40B4-BE49-F238E27FC236}">
                <a16:creationId xmlns:a16="http://schemas.microsoft.com/office/drawing/2014/main" id="{E1AA6E06-3655-6B6D-BAB3-D16707528D26}"/>
              </a:ext>
            </a:extLst>
          </p:cNvPr>
          <p:cNvSpPr/>
          <p:nvPr/>
        </p:nvSpPr>
        <p:spPr>
          <a:xfrm>
            <a:off x="8855942" y="28258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7" name="Rectangle 616">
            <a:extLst>
              <a:ext uri="{FF2B5EF4-FFF2-40B4-BE49-F238E27FC236}">
                <a16:creationId xmlns:a16="http://schemas.microsoft.com/office/drawing/2014/main" id="{F55ECD8A-014B-EDFA-4636-9DE39CABABC5}"/>
              </a:ext>
            </a:extLst>
          </p:cNvPr>
          <p:cNvSpPr/>
          <p:nvPr/>
        </p:nvSpPr>
        <p:spPr>
          <a:xfrm>
            <a:off x="8784612" y="2436175"/>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8" name="Isosceles Triangle 617">
            <a:extLst>
              <a:ext uri="{FF2B5EF4-FFF2-40B4-BE49-F238E27FC236}">
                <a16:creationId xmlns:a16="http://schemas.microsoft.com/office/drawing/2014/main" id="{7B082E9F-416D-C920-41BB-B8E44D2BC93E}"/>
              </a:ext>
            </a:extLst>
          </p:cNvPr>
          <p:cNvSpPr/>
          <p:nvPr/>
        </p:nvSpPr>
        <p:spPr>
          <a:xfrm>
            <a:off x="8855942" y="2587394"/>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619" name="Group 618">
            <a:extLst>
              <a:ext uri="{FF2B5EF4-FFF2-40B4-BE49-F238E27FC236}">
                <a16:creationId xmlns:a16="http://schemas.microsoft.com/office/drawing/2014/main" id="{96839DD5-4AF9-29D3-8F6D-6871170A5297}"/>
              </a:ext>
            </a:extLst>
          </p:cNvPr>
          <p:cNvGrpSpPr/>
          <p:nvPr/>
        </p:nvGrpSpPr>
        <p:grpSpPr>
          <a:xfrm>
            <a:off x="8784612" y="2196615"/>
            <a:ext cx="204747" cy="204746"/>
            <a:chOff x="8869160" y="1569887"/>
            <a:chExt cx="350195" cy="350196"/>
          </a:xfrm>
        </p:grpSpPr>
        <p:sp>
          <p:nvSpPr>
            <p:cNvPr id="635" name="Rectangle 634">
              <a:extLst>
                <a:ext uri="{FF2B5EF4-FFF2-40B4-BE49-F238E27FC236}">
                  <a16:creationId xmlns:a16="http://schemas.microsoft.com/office/drawing/2014/main" id="{2AAE541E-6181-3787-6B23-2427F2B0D9A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6" name="Isosceles Triangle 635">
              <a:extLst>
                <a:ext uri="{FF2B5EF4-FFF2-40B4-BE49-F238E27FC236}">
                  <a16:creationId xmlns:a16="http://schemas.microsoft.com/office/drawing/2014/main" id="{835DE344-4B6A-D13D-CDDE-49481C691F16}"/>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20" name="Group 619">
            <a:extLst>
              <a:ext uri="{FF2B5EF4-FFF2-40B4-BE49-F238E27FC236}">
                <a16:creationId xmlns:a16="http://schemas.microsoft.com/office/drawing/2014/main" id="{1C4F30DF-48C1-C86A-D160-81D8758C1918}"/>
              </a:ext>
            </a:extLst>
          </p:cNvPr>
          <p:cNvGrpSpPr/>
          <p:nvPr/>
        </p:nvGrpSpPr>
        <p:grpSpPr>
          <a:xfrm>
            <a:off x="8784612" y="1962946"/>
            <a:ext cx="204747" cy="204746"/>
            <a:chOff x="8869160" y="1569887"/>
            <a:chExt cx="350195" cy="350196"/>
          </a:xfrm>
        </p:grpSpPr>
        <p:sp>
          <p:nvSpPr>
            <p:cNvPr id="633" name="Rectangle 632">
              <a:extLst>
                <a:ext uri="{FF2B5EF4-FFF2-40B4-BE49-F238E27FC236}">
                  <a16:creationId xmlns:a16="http://schemas.microsoft.com/office/drawing/2014/main" id="{32E651CE-AE57-A8EF-120D-2B98E6E6F6F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4" name="Isosceles Triangle 633">
              <a:extLst>
                <a:ext uri="{FF2B5EF4-FFF2-40B4-BE49-F238E27FC236}">
                  <a16:creationId xmlns:a16="http://schemas.microsoft.com/office/drawing/2014/main" id="{514A73F9-D796-32EA-10B3-214564699FA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621" name="Group 620">
            <a:extLst>
              <a:ext uri="{FF2B5EF4-FFF2-40B4-BE49-F238E27FC236}">
                <a16:creationId xmlns:a16="http://schemas.microsoft.com/office/drawing/2014/main" id="{D9792406-6F85-90BC-3541-C65F96D59AAC}"/>
              </a:ext>
            </a:extLst>
          </p:cNvPr>
          <p:cNvGrpSpPr/>
          <p:nvPr/>
        </p:nvGrpSpPr>
        <p:grpSpPr>
          <a:xfrm>
            <a:off x="8208109" y="1724931"/>
            <a:ext cx="546728" cy="1852733"/>
            <a:chOff x="3335858" y="4610571"/>
            <a:chExt cx="534966" cy="1852733"/>
          </a:xfrm>
        </p:grpSpPr>
        <p:sp>
          <p:nvSpPr>
            <p:cNvPr id="625" name="TextBox 624">
              <a:extLst>
                <a:ext uri="{FF2B5EF4-FFF2-40B4-BE49-F238E27FC236}">
                  <a16:creationId xmlns:a16="http://schemas.microsoft.com/office/drawing/2014/main" id="{44FBB5A6-5048-C716-F12E-D929D91A21DE}"/>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26" name="TextBox 625">
              <a:extLst>
                <a:ext uri="{FF2B5EF4-FFF2-40B4-BE49-F238E27FC236}">
                  <a16:creationId xmlns:a16="http://schemas.microsoft.com/office/drawing/2014/main" id="{D7ABC29C-A168-CB9A-D96A-A6BA69482A83}"/>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27" name="TextBox 626">
              <a:extLst>
                <a:ext uri="{FF2B5EF4-FFF2-40B4-BE49-F238E27FC236}">
                  <a16:creationId xmlns:a16="http://schemas.microsoft.com/office/drawing/2014/main" id="{2A66E82E-22CD-261E-7966-EAFA6EBEA2B0}"/>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28" name="TextBox 627">
              <a:extLst>
                <a:ext uri="{FF2B5EF4-FFF2-40B4-BE49-F238E27FC236}">
                  <a16:creationId xmlns:a16="http://schemas.microsoft.com/office/drawing/2014/main" id="{4A3FA68A-1420-880F-215D-9C0D5406C1BC}"/>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29" name="TextBox 628">
              <a:extLst>
                <a:ext uri="{FF2B5EF4-FFF2-40B4-BE49-F238E27FC236}">
                  <a16:creationId xmlns:a16="http://schemas.microsoft.com/office/drawing/2014/main" id="{46F2B1BB-BFDE-E25B-BC92-91E5E6A55E96}"/>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30" name="TextBox 629">
              <a:extLst>
                <a:ext uri="{FF2B5EF4-FFF2-40B4-BE49-F238E27FC236}">
                  <a16:creationId xmlns:a16="http://schemas.microsoft.com/office/drawing/2014/main" id="{982A916A-2F86-76FB-2A3D-F173CC256BDE}"/>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31" name="TextBox 630">
              <a:extLst>
                <a:ext uri="{FF2B5EF4-FFF2-40B4-BE49-F238E27FC236}">
                  <a16:creationId xmlns:a16="http://schemas.microsoft.com/office/drawing/2014/main" id="{D939B250-C442-F1EC-23C5-E6CB17C460F6}"/>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sp>
          <p:nvSpPr>
            <p:cNvPr id="632" name="TextBox 631">
              <a:extLst>
                <a:ext uri="{FF2B5EF4-FFF2-40B4-BE49-F238E27FC236}">
                  <a16:creationId xmlns:a16="http://schemas.microsoft.com/office/drawing/2014/main" id="{1D5EA571-AFF2-DE2E-6D41-68F7B00A9BF2}"/>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200" dirty="0"/>
                <a:t>ROM</a:t>
              </a:r>
            </a:p>
          </p:txBody>
        </p:sp>
      </p:grpSp>
      <p:grpSp>
        <p:nvGrpSpPr>
          <p:cNvPr id="622" name="Group 621">
            <a:extLst>
              <a:ext uri="{FF2B5EF4-FFF2-40B4-BE49-F238E27FC236}">
                <a16:creationId xmlns:a16="http://schemas.microsoft.com/office/drawing/2014/main" id="{A29EDF54-7C74-3E79-DECD-45B2BBB142CD}"/>
              </a:ext>
            </a:extLst>
          </p:cNvPr>
          <p:cNvGrpSpPr/>
          <p:nvPr/>
        </p:nvGrpSpPr>
        <p:grpSpPr>
          <a:xfrm>
            <a:off x="8784612" y="1723387"/>
            <a:ext cx="204747" cy="204746"/>
            <a:chOff x="8869160" y="1569887"/>
            <a:chExt cx="350195" cy="350196"/>
          </a:xfrm>
        </p:grpSpPr>
        <p:sp>
          <p:nvSpPr>
            <p:cNvPr id="623" name="Rectangle 622">
              <a:extLst>
                <a:ext uri="{FF2B5EF4-FFF2-40B4-BE49-F238E27FC236}">
                  <a16:creationId xmlns:a16="http://schemas.microsoft.com/office/drawing/2014/main" id="{737CD1BE-4790-F954-28E9-42E866CFF37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4" name="Isosceles Triangle 623">
              <a:extLst>
                <a:ext uri="{FF2B5EF4-FFF2-40B4-BE49-F238E27FC236}">
                  <a16:creationId xmlns:a16="http://schemas.microsoft.com/office/drawing/2014/main" id="{48870004-47ED-200D-4A9B-37342CF962B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637" name="TextBox 636">
            <a:extLst>
              <a:ext uri="{FF2B5EF4-FFF2-40B4-BE49-F238E27FC236}">
                <a16:creationId xmlns:a16="http://schemas.microsoft.com/office/drawing/2014/main" id="{6E5ED1F3-1F59-3BCA-0B93-DD8F0D14FF9A}"/>
              </a:ext>
            </a:extLst>
          </p:cNvPr>
          <p:cNvSpPr txBox="1"/>
          <p:nvPr/>
        </p:nvSpPr>
        <p:spPr>
          <a:xfrm>
            <a:off x="7914567" y="3656614"/>
            <a:ext cx="1526828" cy="523220"/>
          </a:xfrm>
          <a:prstGeom prst="rect">
            <a:avLst/>
          </a:prstGeom>
          <a:noFill/>
          <a:ln w="12700">
            <a:noFill/>
          </a:ln>
        </p:spPr>
        <p:txBody>
          <a:bodyPr wrap="none" rtlCol="0">
            <a:spAutoFit/>
          </a:bodyPr>
          <a:lstStyle/>
          <a:p>
            <a:r>
              <a:rPr lang="en-US" sz="1400" i="1" dirty="0"/>
              <a:t>bias [OCHAN]</a:t>
            </a:r>
          </a:p>
          <a:p>
            <a:r>
              <a:rPr lang="en-US" sz="1400" i="1" dirty="0"/>
              <a:t>scale M0 [OCHAN]</a:t>
            </a:r>
          </a:p>
        </p:txBody>
      </p:sp>
      <p:grpSp>
        <p:nvGrpSpPr>
          <p:cNvPr id="654" name="Group 653">
            <a:extLst>
              <a:ext uri="{FF2B5EF4-FFF2-40B4-BE49-F238E27FC236}">
                <a16:creationId xmlns:a16="http://schemas.microsoft.com/office/drawing/2014/main" id="{98B260FB-C335-4779-8454-6D6B6FD005C6}"/>
              </a:ext>
            </a:extLst>
          </p:cNvPr>
          <p:cNvGrpSpPr/>
          <p:nvPr/>
        </p:nvGrpSpPr>
        <p:grpSpPr>
          <a:xfrm>
            <a:off x="8990649" y="1815613"/>
            <a:ext cx="238591" cy="1664011"/>
            <a:chOff x="9912041" y="4424377"/>
            <a:chExt cx="306962" cy="1664011"/>
          </a:xfrm>
        </p:grpSpPr>
        <p:cxnSp>
          <p:nvCxnSpPr>
            <p:cNvPr id="645" name="Straight Arrow Connector 644">
              <a:extLst>
                <a:ext uri="{FF2B5EF4-FFF2-40B4-BE49-F238E27FC236}">
                  <a16:creationId xmlns:a16="http://schemas.microsoft.com/office/drawing/2014/main" id="{456387E1-0363-41DB-E189-F62AD0666453}"/>
                </a:ext>
              </a:extLst>
            </p:cNvPr>
            <p:cNvCxnSpPr>
              <a:cxnSpLocks/>
            </p:cNvCxnSpPr>
            <p:nvPr/>
          </p:nvCxnSpPr>
          <p:spPr>
            <a:xfrm flipV="1">
              <a:off x="9912041" y="6088387"/>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6" name="Straight Arrow Connector 645">
              <a:extLst>
                <a:ext uri="{FF2B5EF4-FFF2-40B4-BE49-F238E27FC236}">
                  <a16:creationId xmlns:a16="http://schemas.microsoft.com/office/drawing/2014/main" id="{B5162850-22A8-6E6A-29C4-5C2CEDA5F589}"/>
                </a:ext>
              </a:extLst>
            </p:cNvPr>
            <p:cNvCxnSpPr>
              <a:cxnSpLocks/>
            </p:cNvCxnSpPr>
            <p:nvPr/>
          </p:nvCxnSpPr>
          <p:spPr>
            <a:xfrm flipV="1">
              <a:off x="9912041" y="58488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17F90F45-B8F9-7438-45E1-5727E69FD88F}"/>
                </a:ext>
              </a:extLst>
            </p:cNvPr>
            <p:cNvCxnSpPr>
              <a:cxnSpLocks/>
            </p:cNvCxnSpPr>
            <p:nvPr/>
          </p:nvCxnSpPr>
          <p:spPr>
            <a:xfrm flipV="1">
              <a:off x="9912041" y="56151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8" name="Straight Arrow Connector 647">
              <a:extLst>
                <a:ext uri="{FF2B5EF4-FFF2-40B4-BE49-F238E27FC236}">
                  <a16:creationId xmlns:a16="http://schemas.microsoft.com/office/drawing/2014/main" id="{72AB7019-A334-F21E-E75D-9069BEE7BCBC}"/>
                </a:ext>
              </a:extLst>
            </p:cNvPr>
            <p:cNvCxnSpPr>
              <a:cxnSpLocks/>
            </p:cNvCxnSpPr>
            <p:nvPr/>
          </p:nvCxnSpPr>
          <p:spPr>
            <a:xfrm flipV="1">
              <a:off x="9912041" y="537559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9" name="Straight Arrow Connector 648">
              <a:extLst>
                <a:ext uri="{FF2B5EF4-FFF2-40B4-BE49-F238E27FC236}">
                  <a16:creationId xmlns:a16="http://schemas.microsoft.com/office/drawing/2014/main" id="{81E8E3AF-F321-0206-071C-8383FEC7281E}"/>
                </a:ext>
              </a:extLst>
            </p:cNvPr>
            <p:cNvCxnSpPr>
              <a:cxnSpLocks/>
            </p:cNvCxnSpPr>
            <p:nvPr/>
          </p:nvCxnSpPr>
          <p:spPr>
            <a:xfrm flipV="1">
              <a:off x="9912041" y="513716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0" name="Straight Arrow Connector 649">
              <a:extLst>
                <a:ext uri="{FF2B5EF4-FFF2-40B4-BE49-F238E27FC236}">
                  <a16:creationId xmlns:a16="http://schemas.microsoft.com/office/drawing/2014/main" id="{A0572CEF-D675-CB09-BFFE-DB8794566247}"/>
                </a:ext>
              </a:extLst>
            </p:cNvPr>
            <p:cNvCxnSpPr>
              <a:cxnSpLocks/>
            </p:cNvCxnSpPr>
            <p:nvPr/>
          </p:nvCxnSpPr>
          <p:spPr>
            <a:xfrm flipV="1">
              <a:off x="9912041" y="489760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1" name="Straight Arrow Connector 650">
              <a:extLst>
                <a:ext uri="{FF2B5EF4-FFF2-40B4-BE49-F238E27FC236}">
                  <a16:creationId xmlns:a16="http://schemas.microsoft.com/office/drawing/2014/main" id="{966E7E31-CF7A-7B59-5F26-79838C099A2E}"/>
                </a:ext>
              </a:extLst>
            </p:cNvPr>
            <p:cNvCxnSpPr>
              <a:cxnSpLocks/>
            </p:cNvCxnSpPr>
            <p:nvPr/>
          </p:nvCxnSpPr>
          <p:spPr>
            <a:xfrm flipV="1">
              <a:off x="9912041" y="466393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2" name="Straight Arrow Connector 651">
              <a:extLst>
                <a:ext uri="{FF2B5EF4-FFF2-40B4-BE49-F238E27FC236}">
                  <a16:creationId xmlns:a16="http://schemas.microsoft.com/office/drawing/2014/main" id="{3E6274C1-B359-90B9-3CE6-0FCC085BBCCE}"/>
                </a:ext>
              </a:extLst>
            </p:cNvPr>
            <p:cNvCxnSpPr>
              <a:cxnSpLocks/>
            </p:cNvCxnSpPr>
            <p:nvPr/>
          </p:nvCxnSpPr>
          <p:spPr>
            <a:xfrm>
              <a:off x="9912041" y="4424377"/>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60" name="TextBox 659">
            <a:extLst>
              <a:ext uri="{FF2B5EF4-FFF2-40B4-BE49-F238E27FC236}">
                <a16:creationId xmlns:a16="http://schemas.microsoft.com/office/drawing/2014/main" id="{5B09F396-BCD2-5BAF-F700-F7417C6B6FF6}"/>
              </a:ext>
            </a:extLst>
          </p:cNvPr>
          <p:cNvSpPr txBox="1"/>
          <p:nvPr/>
        </p:nvSpPr>
        <p:spPr>
          <a:xfrm>
            <a:off x="8332041" y="1229310"/>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661" name="Straight Arrow Connector 660">
            <a:extLst>
              <a:ext uri="{FF2B5EF4-FFF2-40B4-BE49-F238E27FC236}">
                <a16:creationId xmlns:a16="http://schemas.microsoft.com/office/drawing/2014/main" id="{1E800C7B-3635-0524-C994-20937A1C0179}"/>
              </a:ext>
            </a:extLst>
          </p:cNvPr>
          <p:cNvCxnSpPr>
            <a:cxnSpLocks/>
          </p:cNvCxnSpPr>
          <p:nvPr/>
        </p:nvCxnSpPr>
        <p:spPr>
          <a:xfrm>
            <a:off x="8497086" y="149845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2" name="TextBox 661">
            <a:extLst>
              <a:ext uri="{FF2B5EF4-FFF2-40B4-BE49-F238E27FC236}">
                <a16:creationId xmlns:a16="http://schemas.microsoft.com/office/drawing/2014/main" id="{93F75953-85E0-241B-C265-0D4F6CA2C7D3}"/>
              </a:ext>
            </a:extLst>
          </p:cNvPr>
          <p:cNvSpPr txBox="1"/>
          <p:nvPr/>
        </p:nvSpPr>
        <p:spPr>
          <a:xfrm>
            <a:off x="9128068" y="1176062"/>
            <a:ext cx="603883" cy="523220"/>
          </a:xfrm>
          <a:prstGeom prst="rect">
            <a:avLst/>
          </a:prstGeom>
          <a:noFill/>
          <a:ln w="12700">
            <a:noFill/>
          </a:ln>
        </p:spPr>
        <p:txBody>
          <a:bodyPr wrap="none" rtlCol="0">
            <a:spAutoFit/>
          </a:bodyPr>
          <a:lstStyle/>
          <a:p>
            <a:r>
              <a:rPr lang="en-US" sz="1400" dirty="0" err="1"/>
              <a:t>reg_c</a:t>
            </a:r>
            <a:endParaRPr lang="en-US" sz="1400" dirty="0"/>
          </a:p>
          <a:p>
            <a:r>
              <a:rPr lang="en-US" sz="1400" dirty="0" err="1"/>
              <a:t>reg_d</a:t>
            </a:r>
            <a:endParaRPr lang="en-US" sz="1400" dirty="0"/>
          </a:p>
        </p:txBody>
      </p:sp>
      <p:sp>
        <p:nvSpPr>
          <p:cNvPr id="663" name="TextBox 662">
            <a:extLst>
              <a:ext uri="{FF2B5EF4-FFF2-40B4-BE49-F238E27FC236}">
                <a16:creationId xmlns:a16="http://schemas.microsoft.com/office/drawing/2014/main" id="{350E6F19-8603-5143-6FC6-D730A5398CD3}"/>
              </a:ext>
            </a:extLst>
          </p:cNvPr>
          <p:cNvSpPr txBox="1"/>
          <p:nvPr/>
        </p:nvSpPr>
        <p:spPr>
          <a:xfrm>
            <a:off x="9868946" y="1392187"/>
            <a:ext cx="421910" cy="307777"/>
          </a:xfrm>
          <a:prstGeom prst="rect">
            <a:avLst/>
          </a:prstGeom>
          <a:noFill/>
          <a:ln w="12700">
            <a:noFill/>
          </a:ln>
        </p:spPr>
        <p:txBody>
          <a:bodyPr wrap="none" rtlCol="0">
            <a:spAutoFit/>
          </a:bodyPr>
          <a:lstStyle/>
          <a:p>
            <a:r>
              <a:rPr lang="en-US" sz="1400" dirty="0"/>
              <a:t>acc</a:t>
            </a:r>
          </a:p>
        </p:txBody>
      </p:sp>
    </p:spTree>
    <p:extLst>
      <p:ext uri="{BB962C8B-B14F-4D97-AF65-F5344CB8AC3E}">
        <p14:creationId xmlns:p14="http://schemas.microsoft.com/office/powerpoint/2010/main" val="1047713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7" name="Group 626">
            <a:extLst>
              <a:ext uri="{FF2B5EF4-FFF2-40B4-BE49-F238E27FC236}">
                <a16:creationId xmlns:a16="http://schemas.microsoft.com/office/drawing/2014/main" id="{98AC0A86-74FD-1DB9-D97B-B36B49784EE8}"/>
              </a:ext>
            </a:extLst>
          </p:cNvPr>
          <p:cNvGrpSpPr/>
          <p:nvPr/>
        </p:nvGrpSpPr>
        <p:grpSpPr>
          <a:xfrm>
            <a:off x="1946595" y="1034766"/>
            <a:ext cx="803384" cy="100423"/>
            <a:chOff x="4288721" y="2634954"/>
            <a:chExt cx="803384" cy="100423"/>
          </a:xfrm>
        </p:grpSpPr>
        <p:sp>
          <p:nvSpPr>
            <p:cNvPr id="619" name="Rectangle 618">
              <a:extLst>
                <a:ext uri="{FF2B5EF4-FFF2-40B4-BE49-F238E27FC236}">
                  <a16:creationId xmlns:a16="http://schemas.microsoft.com/office/drawing/2014/main" id="{AC9F9E62-A1EE-6487-9628-681BEBD7FA69}"/>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CBF7BB1E-DA3E-FFF6-F41B-BAA92A63DE2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150C91E6-3D73-B602-1836-2FB53C5C0BD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5DC6433E-453E-878D-EEF1-40764725B4B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B4EFA143-0A4A-9A5F-ACBB-4437EED0C17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91951998-8C02-628F-C52E-F66226246C29}"/>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604B19DE-AEFB-A12E-2052-A480334F1E8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D8017259-2CCA-E834-BBB2-BA29C3E526DC}"/>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8" name="Group 627">
            <a:extLst>
              <a:ext uri="{FF2B5EF4-FFF2-40B4-BE49-F238E27FC236}">
                <a16:creationId xmlns:a16="http://schemas.microsoft.com/office/drawing/2014/main" id="{A937437A-8068-3719-2A6F-12852CCD5BA0}"/>
              </a:ext>
            </a:extLst>
          </p:cNvPr>
          <p:cNvGrpSpPr/>
          <p:nvPr/>
        </p:nvGrpSpPr>
        <p:grpSpPr>
          <a:xfrm>
            <a:off x="3347434" y="4084528"/>
            <a:ext cx="803384" cy="100423"/>
            <a:chOff x="4288721" y="2634954"/>
            <a:chExt cx="803384" cy="100423"/>
          </a:xfrm>
        </p:grpSpPr>
        <p:sp>
          <p:nvSpPr>
            <p:cNvPr id="629" name="Rectangle 628">
              <a:extLst>
                <a:ext uri="{FF2B5EF4-FFF2-40B4-BE49-F238E27FC236}">
                  <a16:creationId xmlns:a16="http://schemas.microsoft.com/office/drawing/2014/main" id="{2935E10F-6AB6-8925-80DB-E62A129C6AF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a16="http://schemas.microsoft.com/office/drawing/2014/main" id="{218E729E-16F3-91D9-E0DF-1F536CDF4A3D}"/>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a16="http://schemas.microsoft.com/office/drawing/2014/main" id="{57D9125F-0105-FB24-C254-C97C7FB1ECE7}"/>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a16="http://schemas.microsoft.com/office/drawing/2014/main" id="{0572FCF9-BC80-9DD8-3114-6E117A2FF721}"/>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Rectangle 632">
              <a:extLst>
                <a:ext uri="{FF2B5EF4-FFF2-40B4-BE49-F238E27FC236}">
                  <a16:creationId xmlns:a16="http://schemas.microsoft.com/office/drawing/2014/main" id="{B1051581-8C62-1BF4-3CE8-F7F67DFFCF48}"/>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BF6C1E83-BE6E-EFB5-7239-61B4D5A5FDCE}"/>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a16="http://schemas.microsoft.com/office/drawing/2014/main" id="{EFEC8B1B-5729-DA40-A725-8D5F3194DC0F}"/>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a16="http://schemas.microsoft.com/office/drawing/2014/main" id="{F733E14B-F889-3FCE-5FB4-C561AC1ABE1D}"/>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3" name="TextBox 672">
            <a:extLst>
              <a:ext uri="{FF2B5EF4-FFF2-40B4-BE49-F238E27FC236}">
                <a16:creationId xmlns:a16="http://schemas.microsoft.com/office/drawing/2014/main" id="{5513BE8D-6C4B-384E-F14E-C07B858562CC}"/>
              </a:ext>
            </a:extLst>
          </p:cNvPr>
          <p:cNvSpPr txBox="1"/>
          <p:nvPr/>
        </p:nvSpPr>
        <p:spPr>
          <a:xfrm>
            <a:off x="737235" y="878518"/>
            <a:ext cx="1147943" cy="369332"/>
          </a:xfrm>
          <a:prstGeom prst="rect">
            <a:avLst/>
          </a:prstGeom>
          <a:noFill/>
        </p:spPr>
        <p:txBody>
          <a:bodyPr wrap="none" rtlCol="0">
            <a:spAutoFit/>
          </a:bodyPr>
          <a:lstStyle/>
          <a:p>
            <a:r>
              <a:rPr lang="en-US" dirty="0"/>
              <a:t>input data</a:t>
            </a:r>
          </a:p>
        </p:txBody>
      </p:sp>
      <p:sp>
        <p:nvSpPr>
          <p:cNvPr id="674" name="TextBox 673">
            <a:extLst>
              <a:ext uri="{FF2B5EF4-FFF2-40B4-BE49-F238E27FC236}">
                <a16:creationId xmlns:a16="http://schemas.microsoft.com/office/drawing/2014/main" id="{1DB5A1C8-BA2B-F707-D7BD-1A3D7CAB8B7F}"/>
              </a:ext>
            </a:extLst>
          </p:cNvPr>
          <p:cNvSpPr txBox="1"/>
          <p:nvPr/>
        </p:nvSpPr>
        <p:spPr>
          <a:xfrm>
            <a:off x="1516034" y="3916401"/>
            <a:ext cx="1771832" cy="369332"/>
          </a:xfrm>
          <a:prstGeom prst="rect">
            <a:avLst/>
          </a:prstGeom>
          <a:noFill/>
        </p:spPr>
        <p:txBody>
          <a:bodyPr wrap="none" rtlCol="0">
            <a:spAutoFit/>
          </a:bodyPr>
          <a:lstStyle/>
          <a:p>
            <a:r>
              <a:rPr lang="en-US" dirty="0"/>
              <a:t>output </a:t>
            </a:r>
            <a:r>
              <a:rPr lang="en-US" dirty="0" err="1"/>
              <a:t>zeropoint</a:t>
            </a:r>
            <a:endParaRPr lang="en-US" dirty="0"/>
          </a:p>
        </p:txBody>
      </p:sp>
      <p:sp>
        <p:nvSpPr>
          <p:cNvPr id="675" name="TextBox 674">
            <a:extLst>
              <a:ext uri="{FF2B5EF4-FFF2-40B4-BE49-F238E27FC236}">
                <a16:creationId xmlns:a16="http://schemas.microsoft.com/office/drawing/2014/main" id="{310A2CCD-B43B-6D66-9E0B-80B332969E0C}"/>
              </a:ext>
            </a:extLst>
          </p:cNvPr>
          <p:cNvSpPr txBox="1"/>
          <p:nvPr/>
        </p:nvSpPr>
        <p:spPr>
          <a:xfrm>
            <a:off x="5223059" y="1969742"/>
            <a:ext cx="490840" cy="369332"/>
          </a:xfrm>
          <a:prstGeom prst="rect">
            <a:avLst/>
          </a:prstGeom>
          <a:noFill/>
        </p:spPr>
        <p:txBody>
          <a:bodyPr wrap="none" rtlCol="0">
            <a:spAutoFit/>
          </a:bodyPr>
          <a:lstStyle/>
          <a:p>
            <a:r>
              <a:rPr lang="en-US" dirty="0"/>
              <a:t>acc</a:t>
            </a:r>
          </a:p>
        </p:txBody>
      </p:sp>
      <p:grpSp>
        <p:nvGrpSpPr>
          <p:cNvPr id="676" name="Group 675">
            <a:extLst>
              <a:ext uri="{FF2B5EF4-FFF2-40B4-BE49-F238E27FC236}">
                <a16:creationId xmlns:a16="http://schemas.microsoft.com/office/drawing/2014/main" id="{37AB9818-F8C9-AC3F-A68F-6CFD3059554D}"/>
              </a:ext>
            </a:extLst>
          </p:cNvPr>
          <p:cNvGrpSpPr/>
          <p:nvPr/>
        </p:nvGrpSpPr>
        <p:grpSpPr>
          <a:xfrm>
            <a:off x="1938083" y="2854649"/>
            <a:ext cx="803384" cy="100423"/>
            <a:chOff x="4288721" y="2634954"/>
            <a:chExt cx="803384" cy="100423"/>
          </a:xfrm>
        </p:grpSpPr>
        <p:sp>
          <p:nvSpPr>
            <p:cNvPr id="677" name="Rectangle 676">
              <a:extLst>
                <a:ext uri="{FF2B5EF4-FFF2-40B4-BE49-F238E27FC236}">
                  <a16:creationId xmlns:a16="http://schemas.microsoft.com/office/drawing/2014/main" id="{74AE5304-169C-E548-661E-0260D97A8D58}"/>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092AA97D-EDFB-D77F-4BB1-7B4032A817F8}"/>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8638E51D-CE85-F59F-55D8-02C1BBAFC6E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CB5AACE4-4B8A-0E1F-8A1E-9FF23DD84D01}"/>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328F8F73-632E-CF92-55DA-A881142021DE}"/>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217D4B5-B105-6BFF-F2DD-FA2116B506A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1E5D7EAD-710C-46DC-1029-C079B4B2204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3CBF38E6-8245-92BE-A1D2-EAFCF3CB77CE}"/>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5" name="Group 684">
            <a:extLst>
              <a:ext uri="{FF2B5EF4-FFF2-40B4-BE49-F238E27FC236}">
                <a16:creationId xmlns:a16="http://schemas.microsoft.com/office/drawing/2014/main" id="{9E504BAC-4F55-047E-B5E0-932F539107F7}"/>
              </a:ext>
            </a:extLst>
          </p:cNvPr>
          <p:cNvGrpSpPr/>
          <p:nvPr/>
        </p:nvGrpSpPr>
        <p:grpSpPr>
          <a:xfrm>
            <a:off x="2741467" y="2854649"/>
            <a:ext cx="803384" cy="100423"/>
            <a:chOff x="4288721" y="2634954"/>
            <a:chExt cx="803384" cy="100423"/>
          </a:xfrm>
        </p:grpSpPr>
        <p:sp>
          <p:nvSpPr>
            <p:cNvPr id="686" name="Rectangle 685">
              <a:extLst>
                <a:ext uri="{FF2B5EF4-FFF2-40B4-BE49-F238E27FC236}">
                  <a16:creationId xmlns:a16="http://schemas.microsoft.com/office/drawing/2014/main" id="{46BF1DDF-BD2A-5E70-F67D-659D49C2282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4FDC8B06-5A19-ED17-68BA-64205B009220}"/>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473D908E-0CA1-B37C-E2DA-6BB7F3E282B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33D559D8-1661-F3C5-67F0-B99B10613FB6}"/>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21C57602-FD3B-184A-B1AB-59814F10A44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4E04BE7F-CD27-03B3-4116-FDFFD4EA8CC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19304AEE-1BEB-1AF6-8AC9-8104C72178AC}"/>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798C1522-6560-095E-827D-46CF2DDB16DF}"/>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4" name="Group 693">
            <a:extLst>
              <a:ext uri="{FF2B5EF4-FFF2-40B4-BE49-F238E27FC236}">
                <a16:creationId xmlns:a16="http://schemas.microsoft.com/office/drawing/2014/main" id="{FD2086DB-D00E-EB8C-1D31-D1C16BB1BCA0}"/>
              </a:ext>
            </a:extLst>
          </p:cNvPr>
          <p:cNvGrpSpPr/>
          <p:nvPr/>
        </p:nvGrpSpPr>
        <p:grpSpPr>
          <a:xfrm>
            <a:off x="3544851" y="2854649"/>
            <a:ext cx="803384" cy="100423"/>
            <a:chOff x="4288721" y="2634954"/>
            <a:chExt cx="803384" cy="100423"/>
          </a:xfrm>
        </p:grpSpPr>
        <p:sp>
          <p:nvSpPr>
            <p:cNvPr id="695" name="Rectangle 694">
              <a:extLst>
                <a:ext uri="{FF2B5EF4-FFF2-40B4-BE49-F238E27FC236}">
                  <a16:creationId xmlns:a16="http://schemas.microsoft.com/office/drawing/2014/main" id="{86DB06F3-7B50-544C-D13D-01E653927F6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5024B74B-C4B1-18EE-4429-54FC0E804454}"/>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5DBF9D94-ED14-D017-2F35-C37E6EBA45FF}"/>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7FAD82CC-722C-6AF6-DC3C-2CCAA0534CEA}"/>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5210CD69-7374-5AD9-4466-AF4DBD96B17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232BA068-18E1-71A0-A3E3-5A3CE6DBABF2}"/>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E19B4767-74D2-233A-8FE3-CA8A3C74B78A}"/>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36ABB996-88BD-7C05-9209-0FE990AF4ECA}"/>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3" name="Group 702">
            <a:extLst>
              <a:ext uri="{FF2B5EF4-FFF2-40B4-BE49-F238E27FC236}">
                <a16:creationId xmlns:a16="http://schemas.microsoft.com/office/drawing/2014/main" id="{BA13897E-F040-5946-7F36-80ACA8D504EF}"/>
              </a:ext>
            </a:extLst>
          </p:cNvPr>
          <p:cNvGrpSpPr/>
          <p:nvPr/>
        </p:nvGrpSpPr>
        <p:grpSpPr>
          <a:xfrm>
            <a:off x="4348235" y="2854649"/>
            <a:ext cx="803384" cy="100423"/>
            <a:chOff x="4288721" y="2634954"/>
            <a:chExt cx="803384" cy="100423"/>
          </a:xfrm>
        </p:grpSpPr>
        <p:sp>
          <p:nvSpPr>
            <p:cNvPr id="704" name="Rectangle 703">
              <a:extLst>
                <a:ext uri="{FF2B5EF4-FFF2-40B4-BE49-F238E27FC236}">
                  <a16:creationId xmlns:a16="http://schemas.microsoft.com/office/drawing/2014/main" id="{3E793C9E-5C30-C4B1-C93B-1874BF5692E7}"/>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5058C2AF-5993-05C7-C7DE-708D7816AE4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74E3DE8A-9EFB-8425-DF3B-63146132A2F3}"/>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C528208F-42B4-7AB4-1B36-66E7C7C45F0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FB1A2AE0-C973-DEC8-7A3F-CCAA111570C3}"/>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ECFC6DAD-2413-CCA0-9321-461E80CAC407}"/>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74DE0518-2400-1A62-051F-BE3734D05310}"/>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DB6F157C-E3A1-51C3-67E2-E874EAD0A59D}"/>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2" name="TextBox 711">
            <a:extLst>
              <a:ext uri="{FF2B5EF4-FFF2-40B4-BE49-F238E27FC236}">
                <a16:creationId xmlns:a16="http://schemas.microsoft.com/office/drawing/2014/main" id="{1870C471-28B1-6075-FD11-C5946262E016}"/>
              </a:ext>
            </a:extLst>
          </p:cNvPr>
          <p:cNvSpPr txBox="1"/>
          <p:nvPr/>
        </p:nvSpPr>
        <p:spPr>
          <a:xfrm>
            <a:off x="1249653" y="2720195"/>
            <a:ext cx="559769" cy="369332"/>
          </a:xfrm>
          <a:prstGeom prst="rect">
            <a:avLst/>
          </a:prstGeom>
          <a:noFill/>
        </p:spPr>
        <p:txBody>
          <a:bodyPr wrap="none" rtlCol="0">
            <a:spAutoFit/>
          </a:bodyPr>
          <a:lstStyle/>
          <a:p>
            <a:r>
              <a:rPr lang="en-US" dirty="0"/>
              <a:t>bias</a:t>
            </a:r>
          </a:p>
        </p:txBody>
      </p:sp>
      <p:sp>
        <p:nvSpPr>
          <p:cNvPr id="713" name="TextBox 712">
            <a:extLst>
              <a:ext uri="{FF2B5EF4-FFF2-40B4-BE49-F238E27FC236}">
                <a16:creationId xmlns:a16="http://schemas.microsoft.com/office/drawing/2014/main" id="{F8B67836-88D5-3760-DD32-71CCB3164498}"/>
              </a:ext>
            </a:extLst>
          </p:cNvPr>
          <p:cNvSpPr txBox="1"/>
          <p:nvPr/>
        </p:nvSpPr>
        <p:spPr>
          <a:xfrm>
            <a:off x="7919105" y="4934661"/>
            <a:ext cx="3310393" cy="1477328"/>
          </a:xfrm>
          <a:prstGeom prst="rect">
            <a:avLst/>
          </a:prstGeom>
          <a:noFill/>
        </p:spPr>
        <p:txBody>
          <a:bodyPr wrap="none" rtlCol="0">
            <a:spAutoFit/>
          </a:bodyPr>
          <a:lstStyle/>
          <a:p>
            <a:r>
              <a:rPr lang="en-US" dirty="0"/>
              <a:t>1: compute dot product (8*8+32)</a:t>
            </a:r>
          </a:p>
          <a:p>
            <a:r>
              <a:rPr lang="en-US" dirty="0"/>
              <a:t>2: add bias (32+32)</a:t>
            </a:r>
          </a:p>
          <a:p>
            <a:r>
              <a:rPr lang="en-US" dirty="0"/>
              <a:t>3. multiply by M0 scale (32*32)</a:t>
            </a:r>
          </a:p>
          <a:p>
            <a:r>
              <a:rPr lang="en-US" dirty="0"/>
              <a:t>4. shift right 31 bits with round</a:t>
            </a:r>
          </a:p>
          <a:p>
            <a:r>
              <a:rPr lang="en-US" dirty="0"/>
              <a:t>5. clamp to 8 bits + RELU</a:t>
            </a:r>
          </a:p>
        </p:txBody>
      </p:sp>
      <p:sp>
        <p:nvSpPr>
          <p:cNvPr id="714" name="TextBox 713">
            <a:extLst>
              <a:ext uri="{FF2B5EF4-FFF2-40B4-BE49-F238E27FC236}">
                <a16:creationId xmlns:a16="http://schemas.microsoft.com/office/drawing/2014/main" id="{F92E0EA7-23AB-19BF-08C8-02FC3910ECAC}"/>
              </a:ext>
            </a:extLst>
          </p:cNvPr>
          <p:cNvSpPr txBox="1"/>
          <p:nvPr/>
        </p:nvSpPr>
        <p:spPr>
          <a:xfrm>
            <a:off x="2225816" y="665434"/>
            <a:ext cx="423514" cy="369332"/>
          </a:xfrm>
          <a:prstGeom prst="rect">
            <a:avLst/>
          </a:prstGeom>
          <a:noFill/>
        </p:spPr>
        <p:txBody>
          <a:bodyPr wrap="none" rtlCol="0">
            <a:spAutoFit/>
          </a:bodyPr>
          <a:lstStyle/>
          <a:p>
            <a:r>
              <a:rPr lang="en-US" dirty="0"/>
              <a:t>u8</a:t>
            </a:r>
          </a:p>
        </p:txBody>
      </p:sp>
      <p:grpSp>
        <p:nvGrpSpPr>
          <p:cNvPr id="715" name="Group 714">
            <a:extLst>
              <a:ext uri="{FF2B5EF4-FFF2-40B4-BE49-F238E27FC236}">
                <a16:creationId xmlns:a16="http://schemas.microsoft.com/office/drawing/2014/main" id="{36C9F5DA-4CF1-825C-CA1D-6CDAF79CA617}"/>
              </a:ext>
            </a:extLst>
          </p:cNvPr>
          <p:cNvGrpSpPr/>
          <p:nvPr/>
        </p:nvGrpSpPr>
        <p:grpSpPr>
          <a:xfrm>
            <a:off x="1946595" y="1431709"/>
            <a:ext cx="803384" cy="100423"/>
            <a:chOff x="4288721" y="2634954"/>
            <a:chExt cx="803384" cy="100423"/>
          </a:xfrm>
        </p:grpSpPr>
        <p:sp>
          <p:nvSpPr>
            <p:cNvPr id="716" name="Rectangle 715">
              <a:extLst>
                <a:ext uri="{FF2B5EF4-FFF2-40B4-BE49-F238E27FC236}">
                  <a16:creationId xmlns:a16="http://schemas.microsoft.com/office/drawing/2014/main" id="{376CCE80-FCCF-5E46-123C-F7F6AFA578F3}"/>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3A18B0B3-7CA2-3387-8E26-FEB99275DAB1}"/>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ED1CCA16-2FA9-3F31-9D5F-55A8AAD50346}"/>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6BB16F68-8A78-13F3-A84C-B4BBC541D90A}"/>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1D9122CE-FA47-FCC5-DA99-11D9227A4F89}"/>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9A963173-60BC-DBE2-8E9F-BAED92C26351}"/>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F831CDAB-C90B-7AE8-92DC-E78F627491C0}"/>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631A6BD1-E390-342F-9490-171AEA24805A}"/>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4" name="TextBox 723">
            <a:extLst>
              <a:ext uri="{FF2B5EF4-FFF2-40B4-BE49-F238E27FC236}">
                <a16:creationId xmlns:a16="http://schemas.microsoft.com/office/drawing/2014/main" id="{41D5E3BE-82AC-08D2-066E-AB97EF5285D9}"/>
              </a:ext>
            </a:extLst>
          </p:cNvPr>
          <p:cNvSpPr txBox="1"/>
          <p:nvPr/>
        </p:nvSpPr>
        <p:spPr>
          <a:xfrm>
            <a:off x="248705" y="1267347"/>
            <a:ext cx="1625958" cy="369332"/>
          </a:xfrm>
          <a:prstGeom prst="rect">
            <a:avLst/>
          </a:prstGeom>
          <a:noFill/>
        </p:spPr>
        <p:txBody>
          <a:bodyPr wrap="none" rtlCol="0">
            <a:spAutoFit/>
          </a:bodyPr>
          <a:lstStyle/>
          <a:p>
            <a:r>
              <a:rPr lang="en-US" dirty="0"/>
              <a:t>input </a:t>
            </a:r>
            <a:r>
              <a:rPr lang="en-US" dirty="0" err="1"/>
              <a:t>zeropoint</a:t>
            </a:r>
            <a:endParaRPr lang="en-US" dirty="0"/>
          </a:p>
        </p:txBody>
      </p:sp>
      <p:sp>
        <p:nvSpPr>
          <p:cNvPr id="725" name="TextBox 724">
            <a:extLst>
              <a:ext uri="{FF2B5EF4-FFF2-40B4-BE49-F238E27FC236}">
                <a16:creationId xmlns:a16="http://schemas.microsoft.com/office/drawing/2014/main" id="{A7BCE37E-8A88-3EA7-1D12-77BD3002A9C3}"/>
              </a:ext>
            </a:extLst>
          </p:cNvPr>
          <p:cNvSpPr txBox="1"/>
          <p:nvPr/>
        </p:nvSpPr>
        <p:spPr>
          <a:xfrm>
            <a:off x="2226416" y="1082501"/>
            <a:ext cx="423514" cy="369332"/>
          </a:xfrm>
          <a:prstGeom prst="rect">
            <a:avLst/>
          </a:prstGeom>
          <a:noFill/>
        </p:spPr>
        <p:txBody>
          <a:bodyPr wrap="none" rtlCol="0">
            <a:spAutoFit/>
          </a:bodyPr>
          <a:lstStyle/>
          <a:p>
            <a:r>
              <a:rPr lang="en-US" dirty="0"/>
              <a:t>u8</a:t>
            </a:r>
          </a:p>
        </p:txBody>
      </p:sp>
      <p:sp>
        <p:nvSpPr>
          <p:cNvPr id="726" name="Oval 725">
            <a:extLst>
              <a:ext uri="{FF2B5EF4-FFF2-40B4-BE49-F238E27FC236}">
                <a16:creationId xmlns:a16="http://schemas.microsoft.com/office/drawing/2014/main" id="{0964A3F2-00B8-3663-A63E-E8FF64F31A46}"/>
              </a:ext>
            </a:extLst>
          </p:cNvPr>
          <p:cNvSpPr/>
          <p:nvPr/>
        </p:nvSpPr>
        <p:spPr>
          <a:xfrm>
            <a:off x="3194695" y="1116324"/>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28" name="Straight Arrow Connector 727">
            <a:extLst>
              <a:ext uri="{FF2B5EF4-FFF2-40B4-BE49-F238E27FC236}">
                <a16:creationId xmlns:a16="http://schemas.microsoft.com/office/drawing/2014/main" id="{BF504A70-C52C-ED91-426D-460DE0F9057A}"/>
              </a:ext>
            </a:extLst>
          </p:cNvPr>
          <p:cNvCxnSpPr>
            <a:stCxn id="619" idx="1"/>
            <a:endCxn id="726" idx="1"/>
          </p:cNvCxnSpPr>
          <p:nvPr/>
        </p:nvCxnSpPr>
        <p:spPr>
          <a:xfrm>
            <a:off x="2749979" y="1084977"/>
            <a:ext cx="488897" cy="755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1F17A8CC-BAC9-F4D4-FCA5-477703661A1B}"/>
              </a:ext>
            </a:extLst>
          </p:cNvPr>
          <p:cNvCxnSpPr>
            <a:cxnSpLocks/>
            <a:stCxn id="716" idx="1"/>
            <a:endCxn id="726" idx="3"/>
          </p:cNvCxnSpPr>
          <p:nvPr/>
        </p:nvCxnSpPr>
        <p:spPr>
          <a:xfrm flipV="1">
            <a:off x="2749979" y="1373829"/>
            <a:ext cx="488897" cy="1080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3" name="Group 732">
            <a:extLst>
              <a:ext uri="{FF2B5EF4-FFF2-40B4-BE49-F238E27FC236}">
                <a16:creationId xmlns:a16="http://schemas.microsoft.com/office/drawing/2014/main" id="{73F27B99-16B8-6554-23B6-49636BC5CFAC}"/>
              </a:ext>
            </a:extLst>
          </p:cNvPr>
          <p:cNvGrpSpPr/>
          <p:nvPr/>
        </p:nvGrpSpPr>
        <p:grpSpPr>
          <a:xfrm>
            <a:off x="1946595" y="2118995"/>
            <a:ext cx="803384" cy="100423"/>
            <a:chOff x="4288721" y="2634954"/>
            <a:chExt cx="803384" cy="100423"/>
          </a:xfrm>
        </p:grpSpPr>
        <p:sp>
          <p:nvSpPr>
            <p:cNvPr id="734" name="Rectangle 733">
              <a:extLst>
                <a:ext uri="{FF2B5EF4-FFF2-40B4-BE49-F238E27FC236}">
                  <a16:creationId xmlns:a16="http://schemas.microsoft.com/office/drawing/2014/main" id="{BF1758E8-BCF8-2DF1-707D-CEE3120FB8EF}"/>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F7BE66AD-A4AE-EEE0-24F7-7AF3041FD352}"/>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06CAC7D9-29D2-E70F-66D4-4E96EFD3208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874A97EA-D96A-7BDF-91B7-F025D48A6F4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BE78745A-0DB3-1BF2-7A92-B4B9553C32AC}"/>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B700FE05-0654-49BF-6CF2-2A4DA3110893}"/>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FA66B6F6-C2F8-87EB-7D33-CE0687D9E936}"/>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C232551E-E8C0-C4E9-739B-ED150C1EB4D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42" name="TextBox 741">
            <a:extLst>
              <a:ext uri="{FF2B5EF4-FFF2-40B4-BE49-F238E27FC236}">
                <a16:creationId xmlns:a16="http://schemas.microsoft.com/office/drawing/2014/main" id="{54BDC716-91EC-1114-2718-C590ABE0675F}"/>
              </a:ext>
            </a:extLst>
          </p:cNvPr>
          <p:cNvSpPr txBox="1"/>
          <p:nvPr/>
        </p:nvSpPr>
        <p:spPr>
          <a:xfrm>
            <a:off x="995285" y="1982064"/>
            <a:ext cx="821700" cy="369332"/>
          </a:xfrm>
          <a:prstGeom prst="rect">
            <a:avLst/>
          </a:prstGeom>
          <a:noFill/>
        </p:spPr>
        <p:txBody>
          <a:bodyPr wrap="none" rtlCol="0">
            <a:spAutoFit/>
          </a:bodyPr>
          <a:lstStyle/>
          <a:p>
            <a:r>
              <a:rPr lang="en-US" dirty="0"/>
              <a:t>weight</a:t>
            </a:r>
          </a:p>
        </p:txBody>
      </p:sp>
      <p:sp>
        <p:nvSpPr>
          <p:cNvPr id="743" name="TextBox 742">
            <a:extLst>
              <a:ext uri="{FF2B5EF4-FFF2-40B4-BE49-F238E27FC236}">
                <a16:creationId xmlns:a16="http://schemas.microsoft.com/office/drawing/2014/main" id="{98A1F364-E1DB-79BC-CB83-0EF378EBEC2D}"/>
              </a:ext>
            </a:extLst>
          </p:cNvPr>
          <p:cNvSpPr txBox="1"/>
          <p:nvPr/>
        </p:nvSpPr>
        <p:spPr>
          <a:xfrm>
            <a:off x="2225816" y="1749663"/>
            <a:ext cx="391454" cy="369332"/>
          </a:xfrm>
          <a:prstGeom prst="rect">
            <a:avLst/>
          </a:prstGeom>
          <a:noFill/>
        </p:spPr>
        <p:txBody>
          <a:bodyPr wrap="none" rtlCol="0">
            <a:spAutoFit/>
          </a:bodyPr>
          <a:lstStyle/>
          <a:p>
            <a:r>
              <a:rPr lang="en-US" dirty="0"/>
              <a:t>s8</a:t>
            </a:r>
          </a:p>
        </p:txBody>
      </p:sp>
      <p:cxnSp>
        <p:nvCxnSpPr>
          <p:cNvPr id="756" name="Straight Arrow Connector 755">
            <a:extLst>
              <a:ext uri="{FF2B5EF4-FFF2-40B4-BE49-F238E27FC236}">
                <a16:creationId xmlns:a16="http://schemas.microsoft.com/office/drawing/2014/main" id="{9A900AA2-847C-34B3-47AC-4FC9EC8740D7}"/>
              </a:ext>
            </a:extLst>
          </p:cNvPr>
          <p:cNvCxnSpPr>
            <a:cxnSpLocks/>
            <a:stCxn id="734" idx="1"/>
            <a:endCxn id="758" idx="3"/>
          </p:cNvCxnSpPr>
          <p:nvPr/>
        </p:nvCxnSpPr>
        <p:spPr>
          <a:xfrm flipV="1">
            <a:off x="2749979" y="1928634"/>
            <a:ext cx="1240305" cy="2405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8" name="Oval 757">
            <a:extLst>
              <a:ext uri="{FF2B5EF4-FFF2-40B4-BE49-F238E27FC236}">
                <a16:creationId xmlns:a16="http://schemas.microsoft.com/office/drawing/2014/main" id="{07AC2462-C9F0-70A4-6E18-2A5291FB1478}"/>
              </a:ext>
            </a:extLst>
          </p:cNvPr>
          <p:cNvSpPr/>
          <p:nvPr/>
        </p:nvSpPr>
        <p:spPr>
          <a:xfrm>
            <a:off x="3946103" y="1671129"/>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latin typeface="Consolas" panose="020B0609020204030204" pitchFamily="49" charset="0"/>
              </a:rPr>
              <a:t>*</a:t>
            </a:r>
          </a:p>
        </p:txBody>
      </p:sp>
      <p:cxnSp>
        <p:nvCxnSpPr>
          <p:cNvPr id="759" name="Straight Arrow Connector 758">
            <a:extLst>
              <a:ext uri="{FF2B5EF4-FFF2-40B4-BE49-F238E27FC236}">
                <a16:creationId xmlns:a16="http://schemas.microsoft.com/office/drawing/2014/main" id="{AFBB3D3A-A7D9-326E-CD3A-730F243B5D6A}"/>
              </a:ext>
            </a:extLst>
          </p:cNvPr>
          <p:cNvCxnSpPr>
            <a:cxnSpLocks/>
            <a:stCxn id="726" idx="6"/>
            <a:endCxn id="758" idx="1"/>
          </p:cNvCxnSpPr>
          <p:nvPr/>
        </p:nvCxnSpPr>
        <p:spPr>
          <a:xfrm>
            <a:off x="3496381" y="1267167"/>
            <a:ext cx="493903" cy="448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5" name="Oval 764">
            <a:extLst>
              <a:ext uri="{FF2B5EF4-FFF2-40B4-BE49-F238E27FC236}">
                <a16:creationId xmlns:a16="http://schemas.microsoft.com/office/drawing/2014/main" id="{EF94DA03-F68C-7DAE-5397-3C11101FD8F3}"/>
              </a:ext>
            </a:extLst>
          </p:cNvPr>
          <p:cNvSpPr/>
          <p:nvPr/>
        </p:nvSpPr>
        <p:spPr>
          <a:xfrm>
            <a:off x="4426281" y="1671129"/>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66" name="Straight Arrow Connector 765">
            <a:extLst>
              <a:ext uri="{FF2B5EF4-FFF2-40B4-BE49-F238E27FC236}">
                <a16:creationId xmlns:a16="http://schemas.microsoft.com/office/drawing/2014/main" id="{27F801DF-7172-44F2-ACF1-FADD34453545}"/>
              </a:ext>
            </a:extLst>
          </p:cNvPr>
          <p:cNvCxnSpPr>
            <a:cxnSpLocks/>
            <a:stCxn id="758" idx="6"/>
            <a:endCxn id="765" idx="2"/>
          </p:cNvCxnSpPr>
          <p:nvPr/>
        </p:nvCxnSpPr>
        <p:spPr>
          <a:xfrm>
            <a:off x="4247789" y="1821972"/>
            <a:ext cx="1784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2" name="Group 771">
            <a:extLst>
              <a:ext uri="{FF2B5EF4-FFF2-40B4-BE49-F238E27FC236}">
                <a16:creationId xmlns:a16="http://schemas.microsoft.com/office/drawing/2014/main" id="{65791396-05DB-AA8D-21D9-546123B94CFB}"/>
              </a:ext>
            </a:extLst>
          </p:cNvPr>
          <p:cNvGrpSpPr/>
          <p:nvPr/>
        </p:nvGrpSpPr>
        <p:grpSpPr>
          <a:xfrm>
            <a:off x="5293381" y="1646875"/>
            <a:ext cx="350195" cy="350195"/>
            <a:chOff x="10045338" y="619432"/>
            <a:chExt cx="350195" cy="350195"/>
          </a:xfrm>
        </p:grpSpPr>
        <p:sp>
          <p:nvSpPr>
            <p:cNvPr id="770" name="Rectangle 769">
              <a:extLst>
                <a:ext uri="{FF2B5EF4-FFF2-40B4-BE49-F238E27FC236}">
                  <a16:creationId xmlns:a16="http://schemas.microsoft.com/office/drawing/2014/main" id="{60979633-E2A6-6BAD-1BA4-39FC94E007A4}"/>
                </a:ext>
              </a:extLst>
            </p:cNvPr>
            <p:cNvSpPr/>
            <p:nvPr/>
          </p:nvSpPr>
          <p:spPr>
            <a:xfrm>
              <a:off x="10045338" y="619432"/>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Isosceles Triangle 770">
              <a:extLst>
                <a:ext uri="{FF2B5EF4-FFF2-40B4-BE49-F238E27FC236}">
                  <a16:creationId xmlns:a16="http://schemas.microsoft.com/office/drawing/2014/main" id="{93EC38DA-4EEA-35C6-84A0-254066D8508F}"/>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73" name="Straight Arrow Connector 772">
            <a:extLst>
              <a:ext uri="{FF2B5EF4-FFF2-40B4-BE49-F238E27FC236}">
                <a16:creationId xmlns:a16="http://schemas.microsoft.com/office/drawing/2014/main" id="{685E33A4-7C0D-29DB-B853-9C0EA8B4EEA9}"/>
              </a:ext>
            </a:extLst>
          </p:cNvPr>
          <p:cNvCxnSpPr>
            <a:cxnSpLocks/>
            <a:stCxn id="765" idx="6"/>
            <a:endCxn id="770" idx="1"/>
          </p:cNvCxnSpPr>
          <p:nvPr/>
        </p:nvCxnSpPr>
        <p:spPr>
          <a:xfrm>
            <a:off x="4727967" y="1821972"/>
            <a:ext cx="5654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3" name="TextBox 782">
            <a:extLst>
              <a:ext uri="{FF2B5EF4-FFF2-40B4-BE49-F238E27FC236}">
                <a16:creationId xmlns:a16="http://schemas.microsoft.com/office/drawing/2014/main" id="{8CD108E8-C329-F8A9-B94D-351DEBE852FA}"/>
              </a:ext>
            </a:extLst>
          </p:cNvPr>
          <p:cNvSpPr txBox="1"/>
          <p:nvPr/>
        </p:nvSpPr>
        <p:spPr>
          <a:xfrm>
            <a:off x="3646640" y="1110112"/>
            <a:ext cx="391454" cy="369332"/>
          </a:xfrm>
          <a:prstGeom prst="rect">
            <a:avLst/>
          </a:prstGeom>
          <a:noFill/>
        </p:spPr>
        <p:txBody>
          <a:bodyPr wrap="none" rtlCol="0">
            <a:spAutoFit/>
          </a:bodyPr>
          <a:lstStyle/>
          <a:p>
            <a:r>
              <a:rPr lang="en-US" dirty="0"/>
              <a:t>s8</a:t>
            </a:r>
          </a:p>
        </p:txBody>
      </p:sp>
      <p:sp>
        <p:nvSpPr>
          <p:cNvPr id="785" name="TextBox 784">
            <a:extLst>
              <a:ext uri="{FF2B5EF4-FFF2-40B4-BE49-F238E27FC236}">
                <a16:creationId xmlns:a16="http://schemas.microsoft.com/office/drawing/2014/main" id="{7278B6B7-983D-9388-F348-78F8CED091C8}"/>
              </a:ext>
            </a:extLst>
          </p:cNvPr>
          <p:cNvSpPr txBox="1"/>
          <p:nvPr/>
        </p:nvSpPr>
        <p:spPr>
          <a:xfrm>
            <a:off x="4752221" y="1457265"/>
            <a:ext cx="508473" cy="369332"/>
          </a:xfrm>
          <a:prstGeom prst="rect">
            <a:avLst/>
          </a:prstGeom>
          <a:noFill/>
        </p:spPr>
        <p:txBody>
          <a:bodyPr wrap="none" rtlCol="0">
            <a:spAutoFit/>
          </a:bodyPr>
          <a:lstStyle/>
          <a:p>
            <a:r>
              <a:rPr lang="en-US" dirty="0"/>
              <a:t>s32</a:t>
            </a:r>
          </a:p>
        </p:txBody>
      </p:sp>
      <p:sp>
        <p:nvSpPr>
          <p:cNvPr id="786" name="TextBox 785">
            <a:extLst>
              <a:ext uri="{FF2B5EF4-FFF2-40B4-BE49-F238E27FC236}">
                <a16:creationId xmlns:a16="http://schemas.microsoft.com/office/drawing/2014/main" id="{82B2FCDC-4E1D-8D33-1EF3-73822A76DF1D}"/>
              </a:ext>
            </a:extLst>
          </p:cNvPr>
          <p:cNvSpPr txBox="1"/>
          <p:nvPr/>
        </p:nvSpPr>
        <p:spPr>
          <a:xfrm>
            <a:off x="3243580" y="2468209"/>
            <a:ext cx="508473" cy="369332"/>
          </a:xfrm>
          <a:prstGeom prst="rect">
            <a:avLst/>
          </a:prstGeom>
          <a:noFill/>
        </p:spPr>
        <p:txBody>
          <a:bodyPr wrap="none" rtlCol="0">
            <a:spAutoFit/>
          </a:bodyPr>
          <a:lstStyle/>
          <a:p>
            <a:r>
              <a:rPr lang="en-US" dirty="0"/>
              <a:t>s32</a:t>
            </a:r>
          </a:p>
        </p:txBody>
      </p:sp>
      <p:sp>
        <p:nvSpPr>
          <p:cNvPr id="787" name="Oval 786">
            <a:extLst>
              <a:ext uri="{FF2B5EF4-FFF2-40B4-BE49-F238E27FC236}">
                <a16:creationId xmlns:a16="http://schemas.microsoft.com/office/drawing/2014/main" id="{419CD7BF-734C-0D75-4A64-1176A99955A6}"/>
              </a:ext>
            </a:extLst>
          </p:cNvPr>
          <p:cNvSpPr/>
          <p:nvPr/>
        </p:nvSpPr>
        <p:spPr>
          <a:xfrm>
            <a:off x="6410348" y="2228164"/>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788" name="Straight Arrow Connector 787">
            <a:extLst>
              <a:ext uri="{FF2B5EF4-FFF2-40B4-BE49-F238E27FC236}">
                <a16:creationId xmlns:a16="http://schemas.microsoft.com/office/drawing/2014/main" id="{A815611F-A332-E9E2-97FB-066C4EE2E44A}"/>
              </a:ext>
            </a:extLst>
          </p:cNvPr>
          <p:cNvCxnSpPr>
            <a:cxnSpLocks/>
            <a:stCxn id="704" idx="1"/>
            <a:endCxn id="787" idx="3"/>
          </p:cNvCxnSpPr>
          <p:nvPr/>
        </p:nvCxnSpPr>
        <p:spPr>
          <a:xfrm flipV="1">
            <a:off x="5151619" y="2485669"/>
            <a:ext cx="1302910" cy="4191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2" name="Straight Arrow Connector 791">
            <a:extLst>
              <a:ext uri="{FF2B5EF4-FFF2-40B4-BE49-F238E27FC236}">
                <a16:creationId xmlns:a16="http://schemas.microsoft.com/office/drawing/2014/main" id="{A591E250-95BE-C886-2545-5AF0BDA9B261}"/>
              </a:ext>
            </a:extLst>
          </p:cNvPr>
          <p:cNvCxnSpPr>
            <a:cxnSpLocks/>
            <a:stCxn id="770" idx="3"/>
            <a:endCxn id="787" idx="1"/>
          </p:cNvCxnSpPr>
          <p:nvPr/>
        </p:nvCxnSpPr>
        <p:spPr>
          <a:xfrm>
            <a:off x="5643576" y="1821973"/>
            <a:ext cx="810953" cy="4503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3" name="Connector: Curved 802">
            <a:extLst>
              <a:ext uri="{FF2B5EF4-FFF2-40B4-BE49-F238E27FC236}">
                <a16:creationId xmlns:a16="http://schemas.microsoft.com/office/drawing/2014/main" id="{6B71668A-48ED-F653-F86C-7CA904A1329A}"/>
              </a:ext>
            </a:extLst>
          </p:cNvPr>
          <p:cNvCxnSpPr>
            <a:stCxn id="770" idx="3"/>
            <a:endCxn id="765" idx="0"/>
          </p:cNvCxnSpPr>
          <p:nvPr/>
        </p:nvCxnSpPr>
        <p:spPr>
          <a:xfrm flipH="1" flipV="1">
            <a:off x="4577124" y="1671129"/>
            <a:ext cx="1066452" cy="150844"/>
          </a:xfrm>
          <a:prstGeom prst="curvedConnector4">
            <a:avLst>
              <a:gd name="adj1" fmla="val -16392"/>
              <a:gd name="adj2" fmla="val 39837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8" name="Group 807">
            <a:extLst>
              <a:ext uri="{FF2B5EF4-FFF2-40B4-BE49-F238E27FC236}">
                <a16:creationId xmlns:a16="http://schemas.microsoft.com/office/drawing/2014/main" id="{8D60D1FF-0699-56BF-3323-8FFCC8F66285}"/>
              </a:ext>
            </a:extLst>
          </p:cNvPr>
          <p:cNvGrpSpPr/>
          <p:nvPr/>
        </p:nvGrpSpPr>
        <p:grpSpPr>
          <a:xfrm>
            <a:off x="1938083" y="3407651"/>
            <a:ext cx="803384" cy="100423"/>
            <a:chOff x="4288721" y="2634954"/>
            <a:chExt cx="803384" cy="100423"/>
          </a:xfrm>
        </p:grpSpPr>
        <p:sp>
          <p:nvSpPr>
            <p:cNvPr id="809" name="Rectangle 808">
              <a:extLst>
                <a:ext uri="{FF2B5EF4-FFF2-40B4-BE49-F238E27FC236}">
                  <a16:creationId xmlns:a16="http://schemas.microsoft.com/office/drawing/2014/main" id="{ACED1C48-0F5F-261A-4160-4190BC9FC3CE}"/>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3BD08B0F-C7D1-409E-475E-E33436602D5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52F378C-7176-E62F-59D2-B43141D32E8B}"/>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D878960C-E0C8-031A-F20F-1EB8E44EB64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3C7EBEEB-09EC-E5D9-A888-83482459E434}"/>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CAE14465-9D5E-135E-5355-C0CE82BA0AF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7F75FC8E-B9F2-5AEF-27AB-1EB68588AF9B}"/>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C36B0CDA-CEF4-DE02-81AD-32CE35019297}"/>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7" name="Group 816">
            <a:extLst>
              <a:ext uri="{FF2B5EF4-FFF2-40B4-BE49-F238E27FC236}">
                <a16:creationId xmlns:a16="http://schemas.microsoft.com/office/drawing/2014/main" id="{5710110D-6FAC-00C7-F1EF-77E28DD767D7}"/>
              </a:ext>
            </a:extLst>
          </p:cNvPr>
          <p:cNvGrpSpPr/>
          <p:nvPr/>
        </p:nvGrpSpPr>
        <p:grpSpPr>
          <a:xfrm>
            <a:off x="2741467" y="3407651"/>
            <a:ext cx="803384" cy="100423"/>
            <a:chOff x="4288721" y="2634954"/>
            <a:chExt cx="803384" cy="100423"/>
          </a:xfrm>
        </p:grpSpPr>
        <p:sp>
          <p:nvSpPr>
            <p:cNvPr id="818" name="Rectangle 817">
              <a:extLst>
                <a:ext uri="{FF2B5EF4-FFF2-40B4-BE49-F238E27FC236}">
                  <a16:creationId xmlns:a16="http://schemas.microsoft.com/office/drawing/2014/main" id="{16CF0C30-3850-A0A4-59C7-91E78BCCD09D}"/>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19F47E3F-7D8D-D90E-F9DA-3918B2E90995}"/>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7196841C-150A-8007-6C4E-97BD18DFEA6A}"/>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AE6FCA8E-00A7-828F-968A-F5B6688907AE}"/>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CCD528F2-B436-CE9E-F2A5-049D253FBAE7}"/>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6E13FBA1-CD04-A5E2-2ACF-DC5F60293980}"/>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2FFD7094-8CA6-F9F5-2A12-45D5BF5987B3}"/>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1A610562-2DBB-035C-9EEC-EFE3B5A30014}"/>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6" name="Group 825">
            <a:extLst>
              <a:ext uri="{FF2B5EF4-FFF2-40B4-BE49-F238E27FC236}">
                <a16:creationId xmlns:a16="http://schemas.microsoft.com/office/drawing/2014/main" id="{BCB68644-B2B5-6CFB-A1CA-A9C53D7EE90A}"/>
              </a:ext>
            </a:extLst>
          </p:cNvPr>
          <p:cNvGrpSpPr/>
          <p:nvPr/>
        </p:nvGrpSpPr>
        <p:grpSpPr>
          <a:xfrm>
            <a:off x="3544851" y="3407651"/>
            <a:ext cx="803384" cy="100423"/>
            <a:chOff x="4288721" y="2634954"/>
            <a:chExt cx="803384" cy="100423"/>
          </a:xfrm>
        </p:grpSpPr>
        <p:sp>
          <p:nvSpPr>
            <p:cNvPr id="827" name="Rectangle 826">
              <a:extLst>
                <a:ext uri="{FF2B5EF4-FFF2-40B4-BE49-F238E27FC236}">
                  <a16:creationId xmlns:a16="http://schemas.microsoft.com/office/drawing/2014/main" id="{781BCC9E-AAFE-94CA-0256-B43AFD2228B5}"/>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1B966B90-E426-E7DC-AEDA-29F5A42A74B6}"/>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E4D3F131-17E1-99DD-5F25-B816F02071F1}"/>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C4F1480E-344B-839B-712B-513274CC4809}"/>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8AC524BB-B71D-4012-126D-D342A307AC2A}"/>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882F6FA8-AF11-B637-6B8A-5D4E02BB920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2BF43E49-DA19-CE7C-CBDD-B84A1F625098}"/>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AAAC783F-490E-9415-931E-0F33CCD5B748}"/>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5" name="Group 834">
            <a:extLst>
              <a:ext uri="{FF2B5EF4-FFF2-40B4-BE49-F238E27FC236}">
                <a16:creationId xmlns:a16="http://schemas.microsoft.com/office/drawing/2014/main" id="{71472E7D-B4F4-CA45-0D4D-C8201BEF292A}"/>
              </a:ext>
            </a:extLst>
          </p:cNvPr>
          <p:cNvGrpSpPr/>
          <p:nvPr/>
        </p:nvGrpSpPr>
        <p:grpSpPr>
          <a:xfrm>
            <a:off x="4348235" y="3407651"/>
            <a:ext cx="803384" cy="100423"/>
            <a:chOff x="4288721" y="2634954"/>
            <a:chExt cx="803384" cy="100423"/>
          </a:xfrm>
        </p:grpSpPr>
        <p:sp>
          <p:nvSpPr>
            <p:cNvPr id="836" name="Rectangle 835">
              <a:extLst>
                <a:ext uri="{FF2B5EF4-FFF2-40B4-BE49-F238E27FC236}">
                  <a16:creationId xmlns:a16="http://schemas.microsoft.com/office/drawing/2014/main" id="{C103A747-DD80-DDB1-77A7-A4557FD5A14B}"/>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88415B6B-42B3-CB0E-8FA3-F7EA0B69C9BA}"/>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ED723378-7FF1-0F5F-8843-AD3A9CC0DE62}"/>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C46A42B8-219C-17D1-9AB2-BCF4DE1B9B6C}"/>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AD06489C-6075-9DD5-BD17-406CC172A6A2}"/>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7F5ADE5E-9E79-FA4F-983E-64DACDED44FF}"/>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32B47B08-BAA4-3D2D-1B4E-AD84D604BEA9}"/>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6DB2BFF7-2166-7966-D0B8-D45CF98BD161}"/>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4" name="TextBox 843">
            <a:extLst>
              <a:ext uri="{FF2B5EF4-FFF2-40B4-BE49-F238E27FC236}">
                <a16:creationId xmlns:a16="http://schemas.microsoft.com/office/drawing/2014/main" id="{0D619915-FF5B-3853-8D0B-0F2FF9CD0956}"/>
              </a:ext>
            </a:extLst>
          </p:cNvPr>
          <p:cNvSpPr txBox="1"/>
          <p:nvPr/>
        </p:nvSpPr>
        <p:spPr>
          <a:xfrm>
            <a:off x="741501" y="3273197"/>
            <a:ext cx="1016304" cy="369332"/>
          </a:xfrm>
          <a:prstGeom prst="rect">
            <a:avLst/>
          </a:prstGeom>
          <a:noFill/>
        </p:spPr>
        <p:txBody>
          <a:bodyPr wrap="none" rtlCol="0">
            <a:spAutoFit/>
          </a:bodyPr>
          <a:lstStyle/>
          <a:p>
            <a:r>
              <a:rPr lang="en-US" dirty="0"/>
              <a:t>scale M0</a:t>
            </a:r>
          </a:p>
        </p:txBody>
      </p:sp>
      <p:sp>
        <p:nvSpPr>
          <p:cNvPr id="845" name="TextBox 844">
            <a:extLst>
              <a:ext uri="{FF2B5EF4-FFF2-40B4-BE49-F238E27FC236}">
                <a16:creationId xmlns:a16="http://schemas.microsoft.com/office/drawing/2014/main" id="{6360F8AE-C07D-89E2-21FD-FA829F38E089}"/>
              </a:ext>
            </a:extLst>
          </p:cNvPr>
          <p:cNvSpPr txBox="1"/>
          <p:nvPr/>
        </p:nvSpPr>
        <p:spPr>
          <a:xfrm>
            <a:off x="3243580" y="3021211"/>
            <a:ext cx="540533" cy="369332"/>
          </a:xfrm>
          <a:prstGeom prst="rect">
            <a:avLst/>
          </a:prstGeom>
          <a:noFill/>
        </p:spPr>
        <p:txBody>
          <a:bodyPr wrap="none" rtlCol="0">
            <a:spAutoFit/>
          </a:bodyPr>
          <a:lstStyle/>
          <a:p>
            <a:r>
              <a:rPr lang="en-US" dirty="0"/>
              <a:t>u32</a:t>
            </a:r>
          </a:p>
        </p:txBody>
      </p:sp>
      <p:sp>
        <p:nvSpPr>
          <p:cNvPr id="846" name="Oval 845">
            <a:extLst>
              <a:ext uri="{FF2B5EF4-FFF2-40B4-BE49-F238E27FC236}">
                <a16:creationId xmlns:a16="http://schemas.microsoft.com/office/drawing/2014/main" id="{84DFD145-6576-9CDB-B4B0-5681703F9F7A}"/>
              </a:ext>
            </a:extLst>
          </p:cNvPr>
          <p:cNvSpPr/>
          <p:nvPr/>
        </p:nvSpPr>
        <p:spPr>
          <a:xfrm>
            <a:off x="7107070" y="2563673"/>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latin typeface="Consolas" panose="020B0609020204030204" pitchFamily="49" charset="0"/>
              </a:rPr>
              <a:t>*</a:t>
            </a:r>
          </a:p>
        </p:txBody>
      </p:sp>
      <p:cxnSp>
        <p:nvCxnSpPr>
          <p:cNvPr id="847" name="Straight Arrow Connector 846">
            <a:extLst>
              <a:ext uri="{FF2B5EF4-FFF2-40B4-BE49-F238E27FC236}">
                <a16:creationId xmlns:a16="http://schemas.microsoft.com/office/drawing/2014/main" id="{C7E3352F-2D70-F7C3-03F3-A460C3F97198}"/>
              </a:ext>
            </a:extLst>
          </p:cNvPr>
          <p:cNvCxnSpPr>
            <a:cxnSpLocks/>
            <a:stCxn id="787" idx="6"/>
            <a:endCxn id="846" idx="1"/>
          </p:cNvCxnSpPr>
          <p:nvPr/>
        </p:nvCxnSpPr>
        <p:spPr>
          <a:xfrm>
            <a:off x="6712034" y="2379007"/>
            <a:ext cx="439217" cy="228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1" name="Straight Arrow Connector 850">
            <a:extLst>
              <a:ext uri="{FF2B5EF4-FFF2-40B4-BE49-F238E27FC236}">
                <a16:creationId xmlns:a16="http://schemas.microsoft.com/office/drawing/2014/main" id="{539B4678-0DF8-7109-49A2-2F19F062A20A}"/>
              </a:ext>
            </a:extLst>
          </p:cNvPr>
          <p:cNvCxnSpPr>
            <a:cxnSpLocks/>
            <a:stCxn id="836" idx="1"/>
            <a:endCxn id="846" idx="3"/>
          </p:cNvCxnSpPr>
          <p:nvPr/>
        </p:nvCxnSpPr>
        <p:spPr>
          <a:xfrm flipV="1">
            <a:off x="5151619" y="2821178"/>
            <a:ext cx="1999632" cy="636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8" name="Oval 857">
            <a:extLst>
              <a:ext uri="{FF2B5EF4-FFF2-40B4-BE49-F238E27FC236}">
                <a16:creationId xmlns:a16="http://schemas.microsoft.com/office/drawing/2014/main" id="{472A28DC-240D-072B-6BF1-6CE7B1FDBF18}"/>
              </a:ext>
            </a:extLst>
          </p:cNvPr>
          <p:cNvSpPr/>
          <p:nvPr/>
        </p:nvSpPr>
        <p:spPr>
          <a:xfrm>
            <a:off x="7598631" y="2507009"/>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700" b="1" dirty="0">
                <a:solidFill>
                  <a:sysClr val="windowText" lastClr="000000"/>
                </a:solidFill>
              </a:rPr>
              <a:t>&gt;&gt; 31</a:t>
            </a:r>
          </a:p>
        </p:txBody>
      </p:sp>
      <p:cxnSp>
        <p:nvCxnSpPr>
          <p:cNvPr id="859" name="Straight Arrow Connector 858">
            <a:extLst>
              <a:ext uri="{FF2B5EF4-FFF2-40B4-BE49-F238E27FC236}">
                <a16:creationId xmlns:a16="http://schemas.microsoft.com/office/drawing/2014/main" id="{5515FF6F-54CA-88C3-1B21-1D9BFDAD73C8}"/>
              </a:ext>
            </a:extLst>
          </p:cNvPr>
          <p:cNvCxnSpPr>
            <a:cxnSpLocks/>
            <a:stCxn id="846" idx="6"/>
            <a:endCxn id="858" idx="2"/>
          </p:cNvCxnSpPr>
          <p:nvPr/>
        </p:nvCxnSpPr>
        <p:spPr>
          <a:xfrm>
            <a:off x="7408756" y="2714516"/>
            <a:ext cx="189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2" name="TextBox 861">
            <a:extLst>
              <a:ext uri="{FF2B5EF4-FFF2-40B4-BE49-F238E27FC236}">
                <a16:creationId xmlns:a16="http://schemas.microsoft.com/office/drawing/2014/main" id="{D7407345-0AA8-8FE8-0562-B1B25E97A589}"/>
              </a:ext>
            </a:extLst>
          </p:cNvPr>
          <p:cNvSpPr txBox="1"/>
          <p:nvPr/>
        </p:nvSpPr>
        <p:spPr>
          <a:xfrm>
            <a:off x="3608208" y="3707994"/>
            <a:ext cx="423514" cy="369332"/>
          </a:xfrm>
          <a:prstGeom prst="rect">
            <a:avLst/>
          </a:prstGeom>
          <a:noFill/>
        </p:spPr>
        <p:txBody>
          <a:bodyPr wrap="none" rtlCol="0">
            <a:spAutoFit/>
          </a:bodyPr>
          <a:lstStyle/>
          <a:p>
            <a:r>
              <a:rPr lang="en-US" dirty="0"/>
              <a:t>u8</a:t>
            </a:r>
          </a:p>
        </p:txBody>
      </p:sp>
      <p:sp>
        <p:nvSpPr>
          <p:cNvPr id="863" name="Oval 862">
            <a:extLst>
              <a:ext uri="{FF2B5EF4-FFF2-40B4-BE49-F238E27FC236}">
                <a16:creationId xmlns:a16="http://schemas.microsoft.com/office/drawing/2014/main" id="{37C7183F-1782-C09D-BD17-CBAA8474A71A}"/>
              </a:ext>
            </a:extLst>
          </p:cNvPr>
          <p:cNvSpPr/>
          <p:nvPr/>
        </p:nvSpPr>
        <p:spPr>
          <a:xfrm>
            <a:off x="8489743" y="2891781"/>
            <a:ext cx="301686" cy="301686"/>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a:t>
            </a:r>
          </a:p>
        </p:txBody>
      </p:sp>
      <p:cxnSp>
        <p:nvCxnSpPr>
          <p:cNvPr id="864" name="Straight Arrow Connector 863">
            <a:extLst>
              <a:ext uri="{FF2B5EF4-FFF2-40B4-BE49-F238E27FC236}">
                <a16:creationId xmlns:a16="http://schemas.microsoft.com/office/drawing/2014/main" id="{5A9626B7-C8D6-4DF2-F3D5-5FD3717056A7}"/>
              </a:ext>
            </a:extLst>
          </p:cNvPr>
          <p:cNvCxnSpPr>
            <a:cxnSpLocks/>
            <a:stCxn id="629" idx="1"/>
            <a:endCxn id="863" idx="3"/>
          </p:cNvCxnSpPr>
          <p:nvPr/>
        </p:nvCxnSpPr>
        <p:spPr>
          <a:xfrm flipV="1">
            <a:off x="4150818" y="3149286"/>
            <a:ext cx="4383106" cy="9854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8" name="Straight Arrow Connector 867">
            <a:extLst>
              <a:ext uri="{FF2B5EF4-FFF2-40B4-BE49-F238E27FC236}">
                <a16:creationId xmlns:a16="http://schemas.microsoft.com/office/drawing/2014/main" id="{63E33BD1-6E89-C397-05D4-9D729D7D55EC}"/>
              </a:ext>
            </a:extLst>
          </p:cNvPr>
          <p:cNvCxnSpPr>
            <a:cxnSpLocks/>
            <a:stCxn id="858" idx="6"/>
            <a:endCxn id="863" idx="1"/>
          </p:cNvCxnSpPr>
          <p:nvPr/>
        </p:nvCxnSpPr>
        <p:spPr>
          <a:xfrm>
            <a:off x="8013644" y="2714516"/>
            <a:ext cx="520280" cy="2214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5" name="Oval 874">
            <a:extLst>
              <a:ext uri="{FF2B5EF4-FFF2-40B4-BE49-F238E27FC236}">
                <a16:creationId xmlns:a16="http://schemas.microsoft.com/office/drawing/2014/main" id="{9BC1B9D4-5569-33B7-D983-43006C661E9F}"/>
              </a:ext>
            </a:extLst>
          </p:cNvPr>
          <p:cNvSpPr/>
          <p:nvPr/>
        </p:nvSpPr>
        <p:spPr>
          <a:xfrm>
            <a:off x="9159289" y="2835393"/>
            <a:ext cx="415013" cy="415013"/>
          </a:xfrm>
          <a:prstGeom prst="ellipse">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lIns="0" tIns="0" rIns="0" bIns="0" rtlCol="0" anchor="ctr"/>
          <a:lstStyle/>
          <a:p>
            <a:pPr algn="ctr"/>
            <a:r>
              <a:rPr lang="en-US" sz="700" b="1" dirty="0">
                <a:solidFill>
                  <a:sysClr val="windowText" lastClr="000000"/>
                </a:solidFill>
              </a:rPr>
              <a:t>CLAMP</a:t>
            </a:r>
          </a:p>
        </p:txBody>
      </p:sp>
      <p:cxnSp>
        <p:nvCxnSpPr>
          <p:cNvPr id="876" name="Straight Arrow Connector 875">
            <a:extLst>
              <a:ext uri="{FF2B5EF4-FFF2-40B4-BE49-F238E27FC236}">
                <a16:creationId xmlns:a16="http://schemas.microsoft.com/office/drawing/2014/main" id="{F48FE688-980D-65BE-660E-FA16A34C836E}"/>
              </a:ext>
            </a:extLst>
          </p:cNvPr>
          <p:cNvCxnSpPr>
            <a:cxnSpLocks/>
            <a:stCxn id="863" idx="6"/>
            <a:endCxn id="875" idx="2"/>
          </p:cNvCxnSpPr>
          <p:nvPr/>
        </p:nvCxnSpPr>
        <p:spPr>
          <a:xfrm>
            <a:off x="8791429" y="3042624"/>
            <a:ext cx="367860" cy="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0" name="Straight Arrow Connector 879">
            <a:extLst>
              <a:ext uri="{FF2B5EF4-FFF2-40B4-BE49-F238E27FC236}">
                <a16:creationId xmlns:a16="http://schemas.microsoft.com/office/drawing/2014/main" id="{F296B849-912C-D70F-EE26-9117B1EF2362}"/>
              </a:ext>
            </a:extLst>
          </p:cNvPr>
          <p:cNvCxnSpPr>
            <a:cxnSpLocks/>
          </p:cNvCxnSpPr>
          <p:nvPr/>
        </p:nvCxnSpPr>
        <p:spPr>
          <a:xfrm>
            <a:off x="9574302" y="3042624"/>
            <a:ext cx="367860" cy="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1" name="Group 880">
            <a:extLst>
              <a:ext uri="{FF2B5EF4-FFF2-40B4-BE49-F238E27FC236}">
                <a16:creationId xmlns:a16="http://schemas.microsoft.com/office/drawing/2014/main" id="{DD10669D-4630-10C3-1312-8A645489A489}"/>
              </a:ext>
            </a:extLst>
          </p:cNvPr>
          <p:cNvGrpSpPr/>
          <p:nvPr/>
        </p:nvGrpSpPr>
        <p:grpSpPr>
          <a:xfrm>
            <a:off x="9989315" y="2980329"/>
            <a:ext cx="803384" cy="100423"/>
            <a:chOff x="4288721" y="2634954"/>
            <a:chExt cx="803384" cy="100423"/>
          </a:xfrm>
        </p:grpSpPr>
        <p:sp>
          <p:nvSpPr>
            <p:cNvPr id="882" name="Rectangle 881">
              <a:extLst>
                <a:ext uri="{FF2B5EF4-FFF2-40B4-BE49-F238E27FC236}">
                  <a16:creationId xmlns:a16="http://schemas.microsoft.com/office/drawing/2014/main" id="{55ED7DC9-ED0A-5F4C-5A28-6DC1F50C4571}"/>
                </a:ext>
              </a:extLst>
            </p:cNvPr>
            <p:cNvSpPr/>
            <p:nvPr/>
          </p:nvSpPr>
          <p:spPr>
            <a:xfrm rot="10800000">
              <a:off x="4991682"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7E005A46-A575-FCB9-7D70-3496747F8957}"/>
                </a:ext>
              </a:extLst>
            </p:cNvPr>
            <p:cNvSpPr/>
            <p:nvPr/>
          </p:nvSpPr>
          <p:spPr>
            <a:xfrm rot="10800000">
              <a:off x="4891259"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198643A6-D443-1B3F-0567-7457EA6AC7BC}"/>
                </a:ext>
              </a:extLst>
            </p:cNvPr>
            <p:cNvSpPr/>
            <p:nvPr/>
          </p:nvSpPr>
          <p:spPr>
            <a:xfrm rot="10800000">
              <a:off x="4790836"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C653A6F3-8BE1-46AF-9A6E-385168C63EE8}"/>
                </a:ext>
              </a:extLst>
            </p:cNvPr>
            <p:cNvSpPr/>
            <p:nvPr/>
          </p:nvSpPr>
          <p:spPr>
            <a:xfrm rot="10800000">
              <a:off x="4690413"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0042AB77-5258-8310-F169-6F18B16DFDB1}"/>
                </a:ext>
              </a:extLst>
            </p:cNvPr>
            <p:cNvSpPr/>
            <p:nvPr/>
          </p:nvSpPr>
          <p:spPr>
            <a:xfrm rot="10800000">
              <a:off x="4589990"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6371B92E-3466-1120-EE7A-0BC0801E3AF8}"/>
                </a:ext>
              </a:extLst>
            </p:cNvPr>
            <p:cNvSpPr/>
            <p:nvPr/>
          </p:nvSpPr>
          <p:spPr>
            <a:xfrm rot="10800000">
              <a:off x="4489567"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1B74CE1D-3656-E2E1-C809-D6EF65B9693E}"/>
                </a:ext>
              </a:extLst>
            </p:cNvPr>
            <p:cNvSpPr/>
            <p:nvPr/>
          </p:nvSpPr>
          <p:spPr>
            <a:xfrm rot="10800000">
              <a:off x="4389144"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19C5E73B-2521-262A-700E-B39DD7B325F3}"/>
                </a:ext>
              </a:extLst>
            </p:cNvPr>
            <p:cNvSpPr/>
            <p:nvPr/>
          </p:nvSpPr>
          <p:spPr>
            <a:xfrm rot="10800000">
              <a:off x="4288721" y="2634954"/>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0" name="TextBox 889">
            <a:extLst>
              <a:ext uri="{FF2B5EF4-FFF2-40B4-BE49-F238E27FC236}">
                <a16:creationId xmlns:a16="http://schemas.microsoft.com/office/drawing/2014/main" id="{4C0B8668-6615-C28B-78EB-D79FCC209118}"/>
              </a:ext>
            </a:extLst>
          </p:cNvPr>
          <p:cNvSpPr txBox="1"/>
          <p:nvPr/>
        </p:nvSpPr>
        <p:spPr>
          <a:xfrm>
            <a:off x="10268536" y="2610997"/>
            <a:ext cx="301686" cy="369332"/>
          </a:xfrm>
          <a:prstGeom prst="rect">
            <a:avLst/>
          </a:prstGeom>
          <a:noFill/>
        </p:spPr>
        <p:txBody>
          <a:bodyPr wrap="none" rtlCol="0">
            <a:spAutoFit/>
          </a:bodyPr>
          <a:lstStyle/>
          <a:p>
            <a:r>
              <a:rPr lang="en-US" dirty="0"/>
              <a:t>8</a:t>
            </a:r>
          </a:p>
        </p:txBody>
      </p:sp>
      <p:sp>
        <p:nvSpPr>
          <p:cNvPr id="891" name="TextBox 890">
            <a:extLst>
              <a:ext uri="{FF2B5EF4-FFF2-40B4-BE49-F238E27FC236}">
                <a16:creationId xmlns:a16="http://schemas.microsoft.com/office/drawing/2014/main" id="{1944A110-45BE-AB85-1894-B5A0CBE18CC6}"/>
              </a:ext>
            </a:extLst>
          </p:cNvPr>
          <p:cNvSpPr txBox="1"/>
          <p:nvPr/>
        </p:nvSpPr>
        <p:spPr>
          <a:xfrm>
            <a:off x="10813338" y="2822098"/>
            <a:ext cx="1293816" cy="369332"/>
          </a:xfrm>
          <a:prstGeom prst="rect">
            <a:avLst/>
          </a:prstGeom>
          <a:noFill/>
        </p:spPr>
        <p:txBody>
          <a:bodyPr wrap="none" rtlCol="0">
            <a:spAutoFit/>
          </a:bodyPr>
          <a:lstStyle/>
          <a:p>
            <a:r>
              <a:rPr lang="en-US" dirty="0"/>
              <a:t>output data</a:t>
            </a:r>
          </a:p>
        </p:txBody>
      </p:sp>
    </p:spTree>
    <p:extLst>
      <p:ext uri="{BB962C8B-B14F-4D97-AF65-F5344CB8AC3E}">
        <p14:creationId xmlns:p14="http://schemas.microsoft.com/office/powerpoint/2010/main" val="33687709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1" name="Group 300">
            <a:extLst>
              <a:ext uri="{FF2B5EF4-FFF2-40B4-BE49-F238E27FC236}">
                <a16:creationId xmlns:a16="http://schemas.microsoft.com/office/drawing/2014/main" id="{9CE313BD-9601-62DD-6E43-29C81B68B2A9}"/>
              </a:ext>
            </a:extLst>
          </p:cNvPr>
          <p:cNvGrpSpPr/>
          <p:nvPr/>
        </p:nvGrpSpPr>
        <p:grpSpPr>
          <a:xfrm>
            <a:off x="1730409" y="1022489"/>
            <a:ext cx="2912265" cy="301135"/>
            <a:chOff x="2844481" y="3245377"/>
            <a:chExt cx="2912265" cy="301135"/>
          </a:xfrm>
          <a:noFill/>
        </p:grpSpPr>
        <p:sp>
          <p:nvSpPr>
            <p:cNvPr id="202" name="Rectangle 201">
              <a:extLst>
                <a:ext uri="{FF2B5EF4-FFF2-40B4-BE49-F238E27FC236}">
                  <a16:creationId xmlns:a16="http://schemas.microsoft.com/office/drawing/2014/main" id="{26B01338-AB78-B661-BC24-F465E03ECA7A}"/>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81F15AA-B27C-F0FC-9C44-F2513772D470}"/>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605FAA37-FCA0-2099-0521-D5F4956B5E3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BDD731A6-8E8C-A2BF-10EB-E42163992B91}"/>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4F810BA6-65FF-9461-C703-4C7F4F8D76A1}"/>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583B3ADA-9397-416F-DA04-5E8480421B7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66AEDCAD-2230-0476-0B9F-C089DDDBEF03}"/>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8C96A0CB-030F-3446-716F-26E69C9C60EA}"/>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0B0FD1AB-99E3-C25F-F674-4D62D14631EA}"/>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1A6ACD1-2D3D-E52C-C713-CC86FD113CFE}"/>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715BB350-10E9-24E9-63C8-F3FAF15F7479}"/>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EC66D094-B5F3-3351-7725-51CD04CFA1A1}"/>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F19E3AF7-E6E8-13B7-08E3-E7F9152E4D5D}"/>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73BF8D91-D604-79C2-2323-3095B90CA22C}"/>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BF77F40-B039-C469-F372-218CB50338D8}"/>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38C3A375-925E-CC41-73F7-6BDA42585183}"/>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4FA2706E-7A26-CEB3-29B9-B96D063B013B}"/>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9388FC28-0101-6678-C1E3-BFAF34FA0B08}"/>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A9E97A0A-9528-591C-549C-5FDD11D1003E}"/>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39CED2B8-5A37-6268-F73C-A5EA5144264F}"/>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D8ECC6A0-B0E9-BA16-3480-001A26E9576E}"/>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A8E54880-FE20-F306-35D8-8397BE12C302}"/>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DBAA1A39-C246-25AF-CACD-1B87536629F9}"/>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9ACD494C-38B4-2724-A78B-767C431FCF38}"/>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C49F7162-CD32-F96F-F519-7A48AD7275C9}"/>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0D1B552C-3179-7EFE-FB3F-225F0F3772C7}"/>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A93443E6-8DFC-52F4-62C2-E59A4980059F}"/>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1BA2E148-0DB1-F880-02E4-BFA49768B1EA}"/>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66BD37A8-B18D-3D7C-B2C6-3F02CCBF5B5C}"/>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084C8A50-1328-825F-7888-9DE26BAE0985}"/>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C5ED8073-F87F-962B-FBAA-18C4C79C83DB}"/>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1D0D58F7-8CBD-8B7A-F512-1CF5F80A159B}"/>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910CF361-605A-F49C-0F05-18AB21A1E172}"/>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67133823-F9F5-3E49-F0DB-3B4869A2B74A}"/>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C3849950-C3DA-F356-F1A3-D10454EF68E2}"/>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05D59B6E-706C-C183-8214-10F6AE554454}"/>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28DE9194-FDB1-41DC-2DA1-CA74B11C1031}"/>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0066FBCB-5A4F-A461-BACF-C94DD95D844B}"/>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EF7AB3A0-2C74-8472-DFFA-5E04EA6D74DE}"/>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753B52-C492-2868-E8BB-2F81ACB1EFD0}"/>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12269621-93C6-68BC-6D94-ACCE7C0F800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F7DCF40F-7A0D-44D8-7EDB-BDC81CE984CA}"/>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CE3F0F7B-2AB8-9C07-D9C9-A86144AAA097}"/>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466BD6AC-E89F-CCEF-306C-EB5C85A4E915}"/>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E6AADDA7-77D7-E57F-76A1-411EC15484D0}"/>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07D64CC6-FD90-FAC6-5E31-83A50FBA81A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FD32695E-B3D6-6D58-C138-85BBFD2D57E5}"/>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49ADA82F-5283-99B3-98B3-4D82C37B482A}"/>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FC09E5C2-81D3-4F4E-173F-1F1B75D839A7}"/>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52C16414-2117-DE24-4C37-30F8B99323F3}"/>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33CDD46C-5452-D53B-C52B-50A25EE9B1B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81F77F3F-C18E-64A1-3476-00B4170C856B}"/>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AA9902FD-B62E-FE0C-A6F4-3ECF5C65CCBF}"/>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9C31950C-D81D-785A-DC91-EBF452AF11EA}"/>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CFB77CAB-0F4B-695D-1515-202F8771914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8BEC4569-D6D2-8AA7-E861-A5210DBBD1E6}"/>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B5A3E8AD-A189-A4A6-4BDA-5A89280485B7}"/>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06694257-6FE7-A040-ABC8-0FF0F134697B}"/>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B2771161-301F-ABA4-EE86-E6B57DFBFDAB}"/>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6B6EBEC3-42BA-CAFF-BF16-DD6A4F5535FC}"/>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DB69334D-B77F-94F0-E930-BFC55A854D52}"/>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CD1131F2-A5D3-998F-B766-8631E4B925F4}"/>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56942D81-B6E3-93C2-B061-A14A9B87DF29}"/>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657E149E-6CA3-FE21-2B13-51A385D9C01E}"/>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9A7B34E5-6DD3-E746-D9AA-A846FF4FE678}"/>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1355CC38-34B7-8B28-EB7E-2C8776C3C185}"/>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4603E625-E692-3610-AE5B-E666A58D7EB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69315768-DDCD-7658-2F51-651AC7F11D64}"/>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851C3748-A0E1-111C-B8F6-61683C6853F9}"/>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342D3E67-CE35-3023-F5CB-DC861C98578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6B936B4A-A390-6580-F67D-82817957468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FFAE2E63-9F99-DD6F-3F6F-1B6C9719D7F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B49DB218-61FB-B18F-B190-14806505CE3D}"/>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17F5588B-AE47-8E15-5E73-AC035753A33F}"/>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6B1A0818-F84B-169F-1584-79D500804244}"/>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EAA0995C-5B1A-9122-EF1A-7AB1A64F9264}"/>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FD9150CC-EE71-D8E8-3D36-AB496E8CDA8F}"/>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C2559869-B8C9-B4C3-ADB8-AE170346FB45}"/>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F572EE1D-869D-5206-D7DB-B01B53BB1507}"/>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83286D3D-C418-F234-8B96-7302290DC810}"/>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1E43EAC5-8FA9-831D-5AEC-E2CAA2CC411D}"/>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675D9E9E-505D-8E32-531B-547809A81956}"/>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0C993E6F-9EAA-9B2A-82F1-527E2D2310BA}"/>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7A8FB00E-2333-60C4-951A-442DDD0C2879}"/>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6BDEDB96-3CF7-61E7-653C-ABE17CA786C6}"/>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31AE0E8-6619-E7ED-6CA4-8709744EDBA7}"/>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9459E409-22FF-B1B4-518A-DF4DD2DF5C40}"/>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0" name="Group 479">
            <a:extLst>
              <a:ext uri="{FF2B5EF4-FFF2-40B4-BE49-F238E27FC236}">
                <a16:creationId xmlns:a16="http://schemas.microsoft.com/office/drawing/2014/main" id="{C289C8CC-FABD-FCB5-B2F0-7560FC7675E4}"/>
              </a:ext>
            </a:extLst>
          </p:cNvPr>
          <p:cNvGrpSpPr/>
          <p:nvPr/>
        </p:nvGrpSpPr>
        <p:grpSpPr>
          <a:xfrm>
            <a:off x="1730409" y="1323558"/>
            <a:ext cx="2912265" cy="301135"/>
            <a:chOff x="2844481" y="3245377"/>
            <a:chExt cx="2912265" cy="301135"/>
          </a:xfrm>
          <a:noFill/>
        </p:grpSpPr>
        <p:sp>
          <p:nvSpPr>
            <p:cNvPr id="657" name="Rectangle 656">
              <a:extLst>
                <a:ext uri="{FF2B5EF4-FFF2-40B4-BE49-F238E27FC236}">
                  <a16:creationId xmlns:a16="http://schemas.microsoft.com/office/drawing/2014/main" id="{B38CCCF4-D957-1660-43B3-1C6CF5DAEE43}"/>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F70680D2-DA2E-202B-9C11-512960418C30}"/>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53AF23B5-0766-C8AE-AB45-C90CAECEE3E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EE7B40B0-1581-48AD-0076-574FF5002D28}"/>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0B71C134-914D-C421-D286-B527ED073C1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3D0C5F97-15EF-BE16-D48D-899D7115B220}"/>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E063C280-CCA3-9F41-EB9C-0BC31FE672A8}"/>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3037AF56-B2C8-98D2-5E0A-D45ED7C0E583}"/>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5CAECBB5-2CED-00D5-6FBE-B44B0A8AFAE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708E1194-7B81-3EF5-35BE-6C5B6CB69953}"/>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9839AAC2-AF46-100A-A636-E6A411CA0C18}"/>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760721A4-BBA6-DDB4-ADB5-D96A67A83CDB}"/>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0193670D-867C-62D7-D814-1CC7295D9CB9}"/>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D20275D2-608B-7FAA-9BB6-89755CA3C5D4}"/>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B153E8AE-0685-538E-1AFD-4E3FA93701A5}"/>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BCEBB316-86F3-1163-42E2-44BE99C0C7B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F3008A4B-EA4A-896B-1362-D1BB436C15C7}"/>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BB72D8B3-991C-8F72-C6EE-767BD0AE8489}"/>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8773DF73-CFEB-12F1-2FE1-9CDFCEF11A5E}"/>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FB2571EC-0A77-329E-B67F-D7C7799AA42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F8B35701-0A97-1D1A-1B39-238316B1AF07}"/>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DD5B0C46-79E8-9C0D-7CB3-7EC2FA6F7E54}"/>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17409187-22A4-6D05-A99A-7CEC92E2AAD0}"/>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E67983CA-C1A7-7AA6-FC58-E2D996CD163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1A123CC8-9025-4F06-FC70-169B6F96960D}"/>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C15A09F5-DE8D-9922-9A4D-4746D17AA91F}"/>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361A02F9-BFD2-B5C7-FD30-711F09DC742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E992BC9C-DA63-7819-600F-159B4672E23E}"/>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AC5CA9ED-5245-2417-E16E-F14C76B23526}"/>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E3487DC7-B04D-5D8A-0948-1B618313D435}"/>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DE642981-A9A5-17AF-B09C-05E36BBA64E8}"/>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F616C134-C683-A3EA-CF8E-A1F68AF0EF2F}"/>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454B8962-A857-7672-4107-1FFF3032212B}"/>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599DD0F9-4FF4-71C1-4BF6-FFCA505465CC}"/>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D770AE9C-9F66-2690-0A1E-F3EED95CDF8E}"/>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ACAE1D5F-71F3-4D36-3CAC-C9E1D0AEC55D}"/>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5DAFACF1-371B-108D-4D98-2754E35C29E5}"/>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3CE48DC5-0C6C-785F-1D2E-5C351C32DC73}"/>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82F06B62-F632-8309-A106-7F6605F62696}"/>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8D89E0AD-76D7-0F67-37CF-55EAF65B487B}"/>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9895E9BB-FFBE-E97B-BFCD-93ECB4A97039}"/>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FA010741-BCE6-B66E-8E3A-F7EDF5C73981}"/>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BF4037EB-1076-17FF-AC6A-96788279CCFE}"/>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4C097274-5697-F3FC-8CBA-E52E191F13B1}"/>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8A298CB4-F28B-C1C5-74CF-986659D3B6A3}"/>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85BB6FBD-0143-BBC1-24EE-90F8A346D208}"/>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C5B48336-9531-C020-CDC2-A3B463011C46}"/>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0F60FC52-E4B2-C793-63B3-97951863973F}"/>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3A8A5F7A-70D9-B497-A3D5-104B2CCBB2B9}"/>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8205C2FF-0865-42CD-294A-ED382FC11ED4}"/>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384A5EA0-6466-51B6-DDB3-FD958DFB6A17}"/>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F9ADC4F7-B4B3-A7D9-041F-9CEEA64C143C}"/>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F93BD668-7860-137F-9B89-8A5053C5AE5A}"/>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D354B2EE-FFF7-52C1-2849-E208B47C502C}"/>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30D6F44D-5A29-FF83-71E7-29A0E60CAF6A}"/>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B57ABC5C-E9EF-C74B-AAB9-ABA689F8F894}"/>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2861ABF5-96CB-7BE1-CE4B-C6A47137F1E1}"/>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3E1D7865-A898-A088-5A7C-8A8DDDCBBE4F}"/>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411C3BD3-BD0D-7F1F-6588-6EB2B9676B72}"/>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06BC4A6F-D935-B405-5455-90BFA2512103}"/>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CD040DB3-BE6C-D75A-CD5F-E0E92BE33306}"/>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6969D345-BE01-CD72-4933-852187B59137}"/>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5CBA20E1-6845-C4B2-EAB6-617C776C9E4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16ACDE04-0314-57A5-E424-496B2EC70976}"/>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EC043DE3-A316-87AB-3249-0146A3F5BB29}"/>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D4C2A40F-96D2-40C5-4E5C-D652B8A577F9}"/>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6AD30C72-D0A4-8AD3-F00E-89520E74D9C0}"/>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0D641377-1F54-8FD8-CD1B-22C87D4E7C72}"/>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E32B4B13-FBCB-8FB8-E911-3EF3A39A0A96}"/>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785B66E3-79D9-753E-BB64-269C3A152A94}"/>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9BA170F9-77DF-7EB8-0D1C-EBD7B4F5338A}"/>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20AC1C61-E71F-1C59-6892-D8BB93C7E8ED}"/>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CCD93728-E858-D140-855E-5F87D8DD0E47}"/>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534A048E-8373-C41D-A5C4-52B5B81E6F4B}"/>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Rectangle 730">
              <a:extLst>
                <a:ext uri="{FF2B5EF4-FFF2-40B4-BE49-F238E27FC236}">
                  <a16:creationId xmlns:a16="http://schemas.microsoft.com/office/drawing/2014/main" id="{A108745B-97BF-370A-7258-6C086FCA9F16}"/>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9E24A87C-934A-5DDC-4B84-5A484E5DD881}"/>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E07A92C2-4A65-8AF4-C7C8-CDB6BFBEA6A0}"/>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8749DA2A-D17C-4779-B096-2B394985FD80}"/>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6A7C5FF6-B3E2-D477-3787-90FB4A41B364}"/>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7AB2DB73-E585-88BF-60CA-10673F41F382}"/>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927413C6-1882-E341-8372-0AA20FCCD0E7}"/>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4155B096-5D3F-756F-3B34-D5DB0D378B04}"/>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163969C4-DF06-B1EC-D209-3E7BD1E9643B}"/>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9EFFAE27-8B4D-DDC2-E4B0-152804023CE1}"/>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5F1E0B1F-5510-19F3-EB12-B3BD59707C18}"/>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7D93B54B-F771-CD82-D3F6-01F9681030C1}"/>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CE0561BD-866B-6D26-D343-26AC4141C657}"/>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2" name="Rectangle 921">
            <a:extLst>
              <a:ext uri="{FF2B5EF4-FFF2-40B4-BE49-F238E27FC236}">
                <a16:creationId xmlns:a16="http://schemas.microsoft.com/office/drawing/2014/main" id="{5BB32080-2784-5DC4-53CA-943FDB9F692C}"/>
              </a:ext>
            </a:extLst>
          </p:cNvPr>
          <p:cNvSpPr/>
          <p:nvPr/>
        </p:nvSpPr>
        <p:spPr>
          <a:xfrm rot="10800000">
            <a:off x="4542251"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BB5F95BC-51B9-5875-F0BF-EDCF3AD9BE88}"/>
              </a:ext>
            </a:extLst>
          </p:cNvPr>
          <p:cNvSpPr/>
          <p:nvPr/>
        </p:nvSpPr>
        <p:spPr>
          <a:xfrm rot="10800000">
            <a:off x="4441828"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Rectangle 923">
            <a:extLst>
              <a:ext uri="{FF2B5EF4-FFF2-40B4-BE49-F238E27FC236}">
                <a16:creationId xmlns:a16="http://schemas.microsoft.com/office/drawing/2014/main" id="{F0F24832-7C77-2619-8F4E-587646DCA51D}"/>
              </a:ext>
            </a:extLst>
          </p:cNvPr>
          <p:cNvSpPr/>
          <p:nvPr/>
        </p:nvSpPr>
        <p:spPr>
          <a:xfrm rot="10800000">
            <a:off x="4341405"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C808F1EF-17FF-2A3D-8F54-33EDB62B27BB}"/>
              </a:ext>
            </a:extLst>
          </p:cNvPr>
          <p:cNvSpPr/>
          <p:nvPr/>
        </p:nvSpPr>
        <p:spPr>
          <a:xfrm rot="10800000">
            <a:off x="4240982"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Rectangle 925">
            <a:extLst>
              <a:ext uri="{FF2B5EF4-FFF2-40B4-BE49-F238E27FC236}">
                <a16:creationId xmlns:a16="http://schemas.microsoft.com/office/drawing/2014/main" id="{A8E2B0B0-EE06-B95D-A1AD-84CB9232D26A}"/>
              </a:ext>
            </a:extLst>
          </p:cNvPr>
          <p:cNvSpPr/>
          <p:nvPr/>
        </p:nvSpPr>
        <p:spPr>
          <a:xfrm rot="10800000">
            <a:off x="4140560"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963622D4-B977-B15A-003A-1C459D82B04C}"/>
              </a:ext>
            </a:extLst>
          </p:cNvPr>
          <p:cNvSpPr/>
          <p:nvPr/>
        </p:nvSpPr>
        <p:spPr>
          <a:xfrm rot="10800000">
            <a:off x="4040137"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Rectangle 927">
            <a:extLst>
              <a:ext uri="{FF2B5EF4-FFF2-40B4-BE49-F238E27FC236}">
                <a16:creationId xmlns:a16="http://schemas.microsoft.com/office/drawing/2014/main" id="{591A2354-CDCF-D6ED-3E22-FD09EB23F6BC}"/>
              </a:ext>
            </a:extLst>
          </p:cNvPr>
          <p:cNvSpPr/>
          <p:nvPr/>
        </p:nvSpPr>
        <p:spPr>
          <a:xfrm rot="10800000">
            <a:off x="3939714"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Rectangle 928">
            <a:extLst>
              <a:ext uri="{FF2B5EF4-FFF2-40B4-BE49-F238E27FC236}">
                <a16:creationId xmlns:a16="http://schemas.microsoft.com/office/drawing/2014/main" id="{6DB90E5A-E2B0-8E76-84A6-EC56A2ADAB20}"/>
              </a:ext>
            </a:extLst>
          </p:cNvPr>
          <p:cNvSpPr/>
          <p:nvPr/>
        </p:nvSpPr>
        <p:spPr>
          <a:xfrm rot="10800000">
            <a:off x="3839291"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Rectangle 929">
            <a:extLst>
              <a:ext uri="{FF2B5EF4-FFF2-40B4-BE49-F238E27FC236}">
                <a16:creationId xmlns:a16="http://schemas.microsoft.com/office/drawing/2014/main" id="{D22F23C0-841E-2173-7A27-03B268F34268}"/>
              </a:ext>
            </a:extLst>
          </p:cNvPr>
          <p:cNvSpPr/>
          <p:nvPr/>
        </p:nvSpPr>
        <p:spPr>
          <a:xfrm rot="10800000">
            <a:off x="3738868"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Rectangle 930">
            <a:extLst>
              <a:ext uri="{FF2B5EF4-FFF2-40B4-BE49-F238E27FC236}">
                <a16:creationId xmlns:a16="http://schemas.microsoft.com/office/drawing/2014/main" id="{C08300D4-E89A-AC99-D214-DE93EED0C714}"/>
              </a:ext>
            </a:extLst>
          </p:cNvPr>
          <p:cNvSpPr/>
          <p:nvPr/>
        </p:nvSpPr>
        <p:spPr>
          <a:xfrm rot="10800000">
            <a:off x="3638445"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Rectangle 931">
            <a:extLst>
              <a:ext uri="{FF2B5EF4-FFF2-40B4-BE49-F238E27FC236}">
                <a16:creationId xmlns:a16="http://schemas.microsoft.com/office/drawing/2014/main" id="{A2053989-37BD-6B4C-55C2-4E8D928D8CA8}"/>
              </a:ext>
            </a:extLst>
          </p:cNvPr>
          <p:cNvSpPr/>
          <p:nvPr/>
        </p:nvSpPr>
        <p:spPr>
          <a:xfrm rot="10800000">
            <a:off x="3538022"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Rectangle 932">
            <a:extLst>
              <a:ext uri="{FF2B5EF4-FFF2-40B4-BE49-F238E27FC236}">
                <a16:creationId xmlns:a16="http://schemas.microsoft.com/office/drawing/2014/main" id="{F48B1E2D-6EBA-47FC-4DEA-8E6BF9E18695}"/>
              </a:ext>
            </a:extLst>
          </p:cNvPr>
          <p:cNvSpPr/>
          <p:nvPr/>
        </p:nvSpPr>
        <p:spPr>
          <a:xfrm rot="10800000">
            <a:off x="3437599"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Rectangle 933">
            <a:extLst>
              <a:ext uri="{FF2B5EF4-FFF2-40B4-BE49-F238E27FC236}">
                <a16:creationId xmlns:a16="http://schemas.microsoft.com/office/drawing/2014/main" id="{DC446DDE-0F68-1B1E-FE6C-D43474A7CAFB}"/>
              </a:ext>
            </a:extLst>
          </p:cNvPr>
          <p:cNvSpPr/>
          <p:nvPr/>
        </p:nvSpPr>
        <p:spPr>
          <a:xfrm rot="10800000">
            <a:off x="3337176"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Rectangle 934">
            <a:extLst>
              <a:ext uri="{FF2B5EF4-FFF2-40B4-BE49-F238E27FC236}">
                <a16:creationId xmlns:a16="http://schemas.microsoft.com/office/drawing/2014/main" id="{F841B94B-B072-7D22-E9A5-E26E58346693}"/>
              </a:ext>
            </a:extLst>
          </p:cNvPr>
          <p:cNvSpPr/>
          <p:nvPr/>
        </p:nvSpPr>
        <p:spPr>
          <a:xfrm rot="10800000">
            <a:off x="3236753" y="182533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Rectangle 935">
            <a:extLst>
              <a:ext uri="{FF2B5EF4-FFF2-40B4-BE49-F238E27FC236}">
                <a16:creationId xmlns:a16="http://schemas.microsoft.com/office/drawing/2014/main" id="{6BDC9D85-F495-AA23-8C51-4AF65FC8836E}"/>
              </a:ext>
            </a:extLst>
          </p:cNvPr>
          <p:cNvSpPr/>
          <p:nvPr/>
        </p:nvSpPr>
        <p:spPr>
          <a:xfrm rot="10800000">
            <a:off x="3136330"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Rectangle 936">
            <a:extLst>
              <a:ext uri="{FF2B5EF4-FFF2-40B4-BE49-F238E27FC236}">
                <a16:creationId xmlns:a16="http://schemas.microsoft.com/office/drawing/2014/main" id="{D350C736-3E58-EA58-47F2-9BA6FF43E0CF}"/>
              </a:ext>
            </a:extLst>
          </p:cNvPr>
          <p:cNvSpPr/>
          <p:nvPr/>
        </p:nvSpPr>
        <p:spPr>
          <a:xfrm rot="10800000">
            <a:off x="3035907"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Rectangle 937">
            <a:extLst>
              <a:ext uri="{FF2B5EF4-FFF2-40B4-BE49-F238E27FC236}">
                <a16:creationId xmlns:a16="http://schemas.microsoft.com/office/drawing/2014/main" id="{48CF7B91-1D8C-9DF8-1CC2-8220C9317EE1}"/>
              </a:ext>
            </a:extLst>
          </p:cNvPr>
          <p:cNvSpPr/>
          <p:nvPr/>
        </p:nvSpPr>
        <p:spPr>
          <a:xfrm rot="10800000">
            <a:off x="2935484"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Rectangle 938">
            <a:extLst>
              <a:ext uri="{FF2B5EF4-FFF2-40B4-BE49-F238E27FC236}">
                <a16:creationId xmlns:a16="http://schemas.microsoft.com/office/drawing/2014/main" id="{3FC2414B-6D49-ECFE-1D08-6C1E200C8D51}"/>
              </a:ext>
            </a:extLst>
          </p:cNvPr>
          <p:cNvSpPr/>
          <p:nvPr/>
        </p:nvSpPr>
        <p:spPr>
          <a:xfrm rot="10800000">
            <a:off x="2835061"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a16="http://schemas.microsoft.com/office/drawing/2014/main" id="{DB06F576-DA85-201D-430C-ABDCC29F63EC}"/>
              </a:ext>
            </a:extLst>
          </p:cNvPr>
          <p:cNvSpPr/>
          <p:nvPr/>
        </p:nvSpPr>
        <p:spPr>
          <a:xfrm rot="10800000">
            <a:off x="2734639"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6678A1CB-D4A1-D8C9-1B92-933423E88699}"/>
              </a:ext>
            </a:extLst>
          </p:cNvPr>
          <p:cNvSpPr/>
          <p:nvPr/>
        </p:nvSpPr>
        <p:spPr>
          <a:xfrm rot="10800000">
            <a:off x="2634216"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Rectangle 941">
            <a:extLst>
              <a:ext uri="{FF2B5EF4-FFF2-40B4-BE49-F238E27FC236}">
                <a16:creationId xmlns:a16="http://schemas.microsoft.com/office/drawing/2014/main" id="{646C92A0-4D08-F793-08D8-18D43F773D8F}"/>
              </a:ext>
            </a:extLst>
          </p:cNvPr>
          <p:cNvSpPr/>
          <p:nvPr/>
        </p:nvSpPr>
        <p:spPr>
          <a:xfrm rot="10800000">
            <a:off x="2533793"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Rectangle 942">
            <a:extLst>
              <a:ext uri="{FF2B5EF4-FFF2-40B4-BE49-F238E27FC236}">
                <a16:creationId xmlns:a16="http://schemas.microsoft.com/office/drawing/2014/main" id="{F426FBDD-AF32-C477-AD71-19FE26DC471C}"/>
              </a:ext>
            </a:extLst>
          </p:cNvPr>
          <p:cNvSpPr/>
          <p:nvPr/>
        </p:nvSpPr>
        <p:spPr>
          <a:xfrm rot="10800000">
            <a:off x="2433370"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a16="http://schemas.microsoft.com/office/drawing/2014/main" id="{67029BA5-28ED-7359-48C7-61381F0B1F70}"/>
              </a:ext>
            </a:extLst>
          </p:cNvPr>
          <p:cNvSpPr/>
          <p:nvPr/>
        </p:nvSpPr>
        <p:spPr>
          <a:xfrm rot="10800000">
            <a:off x="2332947"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Rectangle 944">
            <a:extLst>
              <a:ext uri="{FF2B5EF4-FFF2-40B4-BE49-F238E27FC236}">
                <a16:creationId xmlns:a16="http://schemas.microsoft.com/office/drawing/2014/main" id="{35C9455B-3C1B-4855-B626-11C0B8BEFEC7}"/>
              </a:ext>
            </a:extLst>
          </p:cNvPr>
          <p:cNvSpPr/>
          <p:nvPr/>
        </p:nvSpPr>
        <p:spPr>
          <a:xfrm rot="10800000">
            <a:off x="2232524"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a16="http://schemas.microsoft.com/office/drawing/2014/main" id="{36BB9CC0-B892-501E-4856-F73FF879D300}"/>
              </a:ext>
            </a:extLst>
          </p:cNvPr>
          <p:cNvSpPr/>
          <p:nvPr/>
        </p:nvSpPr>
        <p:spPr>
          <a:xfrm rot="10800000">
            <a:off x="2132101"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Rectangle 946">
            <a:extLst>
              <a:ext uri="{FF2B5EF4-FFF2-40B4-BE49-F238E27FC236}">
                <a16:creationId xmlns:a16="http://schemas.microsoft.com/office/drawing/2014/main" id="{FC3BA4B8-C881-AA1D-AF68-631E5FD516A2}"/>
              </a:ext>
            </a:extLst>
          </p:cNvPr>
          <p:cNvSpPr/>
          <p:nvPr/>
        </p:nvSpPr>
        <p:spPr>
          <a:xfrm rot="10800000">
            <a:off x="2031678"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Rectangle 947">
            <a:extLst>
              <a:ext uri="{FF2B5EF4-FFF2-40B4-BE49-F238E27FC236}">
                <a16:creationId xmlns:a16="http://schemas.microsoft.com/office/drawing/2014/main" id="{1B6E7E41-C903-6BB8-1184-CD17529BF810}"/>
              </a:ext>
            </a:extLst>
          </p:cNvPr>
          <p:cNvSpPr/>
          <p:nvPr/>
        </p:nvSpPr>
        <p:spPr>
          <a:xfrm rot="10800000">
            <a:off x="1931255"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a16="http://schemas.microsoft.com/office/drawing/2014/main" id="{C56A393A-5524-1789-D2AC-C3692B11D067}"/>
              </a:ext>
            </a:extLst>
          </p:cNvPr>
          <p:cNvSpPr/>
          <p:nvPr/>
        </p:nvSpPr>
        <p:spPr>
          <a:xfrm rot="10800000">
            <a:off x="1830832"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a16="http://schemas.microsoft.com/office/drawing/2014/main" id="{A089C499-9DA5-91EC-2494-DF11B23C3DFC}"/>
              </a:ext>
            </a:extLst>
          </p:cNvPr>
          <p:cNvSpPr/>
          <p:nvPr/>
        </p:nvSpPr>
        <p:spPr>
          <a:xfrm rot="10800000">
            <a:off x="1730409" y="1825339"/>
            <a:ext cx="100423" cy="100423"/>
          </a:xfrm>
          <a:prstGeom prst="rect">
            <a:avLst/>
          </a:prstGeom>
          <a:solidFill>
            <a:srgbClr val="00B05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a16="http://schemas.microsoft.com/office/drawing/2014/main" id="{9C7B2431-D92A-CBAC-9BA0-851CA3A61489}"/>
              </a:ext>
            </a:extLst>
          </p:cNvPr>
          <p:cNvSpPr/>
          <p:nvPr/>
        </p:nvSpPr>
        <p:spPr>
          <a:xfrm rot="10800000">
            <a:off x="4542251"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2" name="Rectangle 951">
            <a:extLst>
              <a:ext uri="{FF2B5EF4-FFF2-40B4-BE49-F238E27FC236}">
                <a16:creationId xmlns:a16="http://schemas.microsoft.com/office/drawing/2014/main" id="{E0192E3F-D4FE-D56D-442A-62CF11F1E5A0}"/>
              </a:ext>
            </a:extLst>
          </p:cNvPr>
          <p:cNvSpPr/>
          <p:nvPr/>
        </p:nvSpPr>
        <p:spPr>
          <a:xfrm rot="10800000">
            <a:off x="4441828"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Rectangle 952">
            <a:extLst>
              <a:ext uri="{FF2B5EF4-FFF2-40B4-BE49-F238E27FC236}">
                <a16:creationId xmlns:a16="http://schemas.microsoft.com/office/drawing/2014/main" id="{BE8D87CC-A5D1-A568-C29F-F2722353307B}"/>
              </a:ext>
            </a:extLst>
          </p:cNvPr>
          <p:cNvSpPr/>
          <p:nvPr/>
        </p:nvSpPr>
        <p:spPr>
          <a:xfrm rot="10800000">
            <a:off x="4341405"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C2A48556-F6A9-CACF-0E8A-9F0BA5DAA3BA}"/>
              </a:ext>
            </a:extLst>
          </p:cNvPr>
          <p:cNvSpPr/>
          <p:nvPr/>
        </p:nvSpPr>
        <p:spPr>
          <a:xfrm rot="10800000">
            <a:off x="4240982"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Rectangle 954">
            <a:extLst>
              <a:ext uri="{FF2B5EF4-FFF2-40B4-BE49-F238E27FC236}">
                <a16:creationId xmlns:a16="http://schemas.microsoft.com/office/drawing/2014/main" id="{39971D03-AA8A-BA3D-9AF1-7528EB378993}"/>
              </a:ext>
            </a:extLst>
          </p:cNvPr>
          <p:cNvSpPr/>
          <p:nvPr/>
        </p:nvSpPr>
        <p:spPr>
          <a:xfrm rot="10800000">
            <a:off x="4140560"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Rectangle 955">
            <a:extLst>
              <a:ext uri="{FF2B5EF4-FFF2-40B4-BE49-F238E27FC236}">
                <a16:creationId xmlns:a16="http://schemas.microsoft.com/office/drawing/2014/main" id="{315FF817-1748-5A34-BE63-3C65845D29A9}"/>
              </a:ext>
            </a:extLst>
          </p:cNvPr>
          <p:cNvSpPr/>
          <p:nvPr/>
        </p:nvSpPr>
        <p:spPr>
          <a:xfrm rot="10800000">
            <a:off x="4040137"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Rectangle 956">
            <a:extLst>
              <a:ext uri="{FF2B5EF4-FFF2-40B4-BE49-F238E27FC236}">
                <a16:creationId xmlns:a16="http://schemas.microsoft.com/office/drawing/2014/main" id="{A3272673-6C5C-6A3C-A22E-2A3E41F4BDB4}"/>
              </a:ext>
            </a:extLst>
          </p:cNvPr>
          <p:cNvSpPr/>
          <p:nvPr/>
        </p:nvSpPr>
        <p:spPr>
          <a:xfrm rot="10800000">
            <a:off x="3939714"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Rectangle 957">
            <a:extLst>
              <a:ext uri="{FF2B5EF4-FFF2-40B4-BE49-F238E27FC236}">
                <a16:creationId xmlns:a16="http://schemas.microsoft.com/office/drawing/2014/main" id="{E41F757F-6796-AA76-1CB8-37FC64A2B97D}"/>
              </a:ext>
            </a:extLst>
          </p:cNvPr>
          <p:cNvSpPr/>
          <p:nvPr/>
        </p:nvSpPr>
        <p:spPr>
          <a:xfrm rot="10800000">
            <a:off x="3839291"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9" name="Rectangle 958">
            <a:extLst>
              <a:ext uri="{FF2B5EF4-FFF2-40B4-BE49-F238E27FC236}">
                <a16:creationId xmlns:a16="http://schemas.microsoft.com/office/drawing/2014/main" id="{62518414-F7BB-C464-3D44-6DC3AD2CAE4A}"/>
              </a:ext>
            </a:extLst>
          </p:cNvPr>
          <p:cNvSpPr/>
          <p:nvPr/>
        </p:nvSpPr>
        <p:spPr>
          <a:xfrm rot="10800000">
            <a:off x="3738868"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Rectangle 959">
            <a:extLst>
              <a:ext uri="{FF2B5EF4-FFF2-40B4-BE49-F238E27FC236}">
                <a16:creationId xmlns:a16="http://schemas.microsoft.com/office/drawing/2014/main" id="{105EBCD1-CC47-002E-F756-67D7A325DF31}"/>
              </a:ext>
            </a:extLst>
          </p:cNvPr>
          <p:cNvSpPr/>
          <p:nvPr/>
        </p:nvSpPr>
        <p:spPr>
          <a:xfrm rot="10800000">
            <a:off x="3638445"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Rectangle 960">
            <a:extLst>
              <a:ext uri="{FF2B5EF4-FFF2-40B4-BE49-F238E27FC236}">
                <a16:creationId xmlns:a16="http://schemas.microsoft.com/office/drawing/2014/main" id="{AFA7F541-D4F8-2733-5DE4-2C986043DA38}"/>
              </a:ext>
            </a:extLst>
          </p:cNvPr>
          <p:cNvSpPr/>
          <p:nvPr/>
        </p:nvSpPr>
        <p:spPr>
          <a:xfrm rot="10800000">
            <a:off x="3538022"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Rectangle 961">
            <a:extLst>
              <a:ext uri="{FF2B5EF4-FFF2-40B4-BE49-F238E27FC236}">
                <a16:creationId xmlns:a16="http://schemas.microsoft.com/office/drawing/2014/main" id="{75063EC0-780C-18F4-732E-08D056BA9E9E}"/>
              </a:ext>
            </a:extLst>
          </p:cNvPr>
          <p:cNvSpPr/>
          <p:nvPr/>
        </p:nvSpPr>
        <p:spPr>
          <a:xfrm rot="10800000">
            <a:off x="3437599"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Rectangle 962">
            <a:extLst>
              <a:ext uri="{FF2B5EF4-FFF2-40B4-BE49-F238E27FC236}">
                <a16:creationId xmlns:a16="http://schemas.microsoft.com/office/drawing/2014/main" id="{32ED1AA4-1430-3476-A9AC-BDC6F1DF4FF1}"/>
              </a:ext>
            </a:extLst>
          </p:cNvPr>
          <p:cNvSpPr/>
          <p:nvPr/>
        </p:nvSpPr>
        <p:spPr>
          <a:xfrm rot="10800000">
            <a:off x="3337176"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Rectangle 963">
            <a:extLst>
              <a:ext uri="{FF2B5EF4-FFF2-40B4-BE49-F238E27FC236}">
                <a16:creationId xmlns:a16="http://schemas.microsoft.com/office/drawing/2014/main" id="{50BF0CAC-43BE-A6CB-3440-53643D71E4C7}"/>
              </a:ext>
            </a:extLst>
          </p:cNvPr>
          <p:cNvSpPr/>
          <p:nvPr/>
        </p:nvSpPr>
        <p:spPr>
          <a:xfrm rot="10800000">
            <a:off x="3236753"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Rectangle 964">
            <a:extLst>
              <a:ext uri="{FF2B5EF4-FFF2-40B4-BE49-F238E27FC236}">
                <a16:creationId xmlns:a16="http://schemas.microsoft.com/office/drawing/2014/main" id="{9E8767AD-CFA4-6096-72CB-759D1BB3A2B7}"/>
              </a:ext>
            </a:extLst>
          </p:cNvPr>
          <p:cNvSpPr/>
          <p:nvPr/>
        </p:nvSpPr>
        <p:spPr>
          <a:xfrm rot="10800000">
            <a:off x="3136330"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Rectangle 965">
            <a:extLst>
              <a:ext uri="{FF2B5EF4-FFF2-40B4-BE49-F238E27FC236}">
                <a16:creationId xmlns:a16="http://schemas.microsoft.com/office/drawing/2014/main" id="{2C4CBFB3-C326-DC3E-F2D3-6FC5D3A5D168}"/>
              </a:ext>
            </a:extLst>
          </p:cNvPr>
          <p:cNvSpPr/>
          <p:nvPr/>
        </p:nvSpPr>
        <p:spPr>
          <a:xfrm rot="10800000">
            <a:off x="3035907"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8554F57B-9ECA-D07B-9A91-D6E0CC6BC750}"/>
              </a:ext>
            </a:extLst>
          </p:cNvPr>
          <p:cNvSpPr/>
          <p:nvPr/>
        </p:nvSpPr>
        <p:spPr>
          <a:xfrm rot="10800000">
            <a:off x="2935484"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48268786-A3FC-752F-BD2F-572145BFA0BE}"/>
              </a:ext>
            </a:extLst>
          </p:cNvPr>
          <p:cNvSpPr/>
          <p:nvPr/>
        </p:nvSpPr>
        <p:spPr>
          <a:xfrm rot="10800000">
            <a:off x="2835061"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4580BE49-CE5A-B86A-EEDE-8BB08560C464}"/>
              </a:ext>
            </a:extLst>
          </p:cNvPr>
          <p:cNvSpPr/>
          <p:nvPr/>
        </p:nvSpPr>
        <p:spPr>
          <a:xfrm rot="10800000">
            <a:off x="2734639"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E02D17F6-4DF5-29FE-D287-610CB7143F45}"/>
              </a:ext>
            </a:extLst>
          </p:cNvPr>
          <p:cNvSpPr/>
          <p:nvPr/>
        </p:nvSpPr>
        <p:spPr>
          <a:xfrm rot="10800000">
            <a:off x="2634216"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1C4152BE-6719-E53A-4C70-E05F38C89720}"/>
              </a:ext>
            </a:extLst>
          </p:cNvPr>
          <p:cNvSpPr/>
          <p:nvPr/>
        </p:nvSpPr>
        <p:spPr>
          <a:xfrm rot="10800000">
            <a:off x="2533793"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Rectangle 971">
            <a:extLst>
              <a:ext uri="{FF2B5EF4-FFF2-40B4-BE49-F238E27FC236}">
                <a16:creationId xmlns:a16="http://schemas.microsoft.com/office/drawing/2014/main" id="{43D38501-77EA-537D-6055-9DC51D15B631}"/>
              </a:ext>
            </a:extLst>
          </p:cNvPr>
          <p:cNvSpPr/>
          <p:nvPr/>
        </p:nvSpPr>
        <p:spPr>
          <a:xfrm rot="10800000">
            <a:off x="2433370"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Rectangle 972">
            <a:extLst>
              <a:ext uri="{FF2B5EF4-FFF2-40B4-BE49-F238E27FC236}">
                <a16:creationId xmlns:a16="http://schemas.microsoft.com/office/drawing/2014/main" id="{CA7FC53E-06F0-FB48-8085-280009ACA1C3}"/>
              </a:ext>
            </a:extLst>
          </p:cNvPr>
          <p:cNvSpPr/>
          <p:nvPr/>
        </p:nvSpPr>
        <p:spPr>
          <a:xfrm rot="10800000">
            <a:off x="2332947"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Rectangle 973">
            <a:extLst>
              <a:ext uri="{FF2B5EF4-FFF2-40B4-BE49-F238E27FC236}">
                <a16:creationId xmlns:a16="http://schemas.microsoft.com/office/drawing/2014/main" id="{BE6B4C64-9D35-8C35-3E66-10FD83D60620}"/>
              </a:ext>
            </a:extLst>
          </p:cNvPr>
          <p:cNvSpPr/>
          <p:nvPr/>
        </p:nvSpPr>
        <p:spPr>
          <a:xfrm rot="10800000">
            <a:off x="2232524"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5" name="Rectangle 974">
            <a:extLst>
              <a:ext uri="{FF2B5EF4-FFF2-40B4-BE49-F238E27FC236}">
                <a16:creationId xmlns:a16="http://schemas.microsoft.com/office/drawing/2014/main" id="{3A9642B4-EF27-6A0A-3990-B71DDC1A3248}"/>
              </a:ext>
            </a:extLst>
          </p:cNvPr>
          <p:cNvSpPr/>
          <p:nvPr/>
        </p:nvSpPr>
        <p:spPr>
          <a:xfrm rot="10800000">
            <a:off x="2132101"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Rectangle 975">
            <a:extLst>
              <a:ext uri="{FF2B5EF4-FFF2-40B4-BE49-F238E27FC236}">
                <a16:creationId xmlns:a16="http://schemas.microsoft.com/office/drawing/2014/main" id="{FB133EC1-B27A-0D7C-ADBE-6BC0DDB9521E}"/>
              </a:ext>
            </a:extLst>
          </p:cNvPr>
          <p:cNvSpPr/>
          <p:nvPr/>
        </p:nvSpPr>
        <p:spPr>
          <a:xfrm rot="10800000">
            <a:off x="2031678"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Rectangle 976">
            <a:extLst>
              <a:ext uri="{FF2B5EF4-FFF2-40B4-BE49-F238E27FC236}">
                <a16:creationId xmlns:a16="http://schemas.microsoft.com/office/drawing/2014/main" id="{86DBAD5B-FE91-BBAA-50D9-602DF5E62500}"/>
              </a:ext>
            </a:extLst>
          </p:cNvPr>
          <p:cNvSpPr/>
          <p:nvPr/>
        </p:nvSpPr>
        <p:spPr>
          <a:xfrm rot="10800000">
            <a:off x="1931255"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Rectangle 977">
            <a:extLst>
              <a:ext uri="{FF2B5EF4-FFF2-40B4-BE49-F238E27FC236}">
                <a16:creationId xmlns:a16="http://schemas.microsoft.com/office/drawing/2014/main" id="{AA6C5C6B-141B-744C-A499-49D022DF47E4}"/>
              </a:ext>
            </a:extLst>
          </p:cNvPr>
          <p:cNvSpPr/>
          <p:nvPr/>
        </p:nvSpPr>
        <p:spPr>
          <a:xfrm rot="10800000">
            <a:off x="1830832"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Rectangle 978">
            <a:extLst>
              <a:ext uri="{FF2B5EF4-FFF2-40B4-BE49-F238E27FC236}">
                <a16:creationId xmlns:a16="http://schemas.microsoft.com/office/drawing/2014/main" id="{C01D1F80-3D11-E2FC-93C8-56F740F2054C}"/>
              </a:ext>
            </a:extLst>
          </p:cNvPr>
          <p:cNvSpPr/>
          <p:nvPr/>
        </p:nvSpPr>
        <p:spPr>
          <a:xfrm rot="10800000">
            <a:off x="1730409" y="1725049"/>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Rectangle 979">
            <a:extLst>
              <a:ext uri="{FF2B5EF4-FFF2-40B4-BE49-F238E27FC236}">
                <a16:creationId xmlns:a16="http://schemas.microsoft.com/office/drawing/2014/main" id="{5D1B2F82-8784-F198-B4AC-A974712B4BDB}"/>
              </a:ext>
            </a:extLst>
          </p:cNvPr>
          <p:cNvSpPr/>
          <p:nvPr/>
        </p:nvSpPr>
        <p:spPr>
          <a:xfrm rot="10800000">
            <a:off x="4542251"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Rectangle 980">
            <a:extLst>
              <a:ext uri="{FF2B5EF4-FFF2-40B4-BE49-F238E27FC236}">
                <a16:creationId xmlns:a16="http://schemas.microsoft.com/office/drawing/2014/main" id="{0D476482-CD1E-F562-FA46-B2C9B2093C27}"/>
              </a:ext>
            </a:extLst>
          </p:cNvPr>
          <p:cNvSpPr/>
          <p:nvPr/>
        </p:nvSpPr>
        <p:spPr>
          <a:xfrm rot="10800000">
            <a:off x="4441828"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8CCD9783-CF23-6B54-0BAF-4C9D01EC360E}"/>
              </a:ext>
            </a:extLst>
          </p:cNvPr>
          <p:cNvSpPr/>
          <p:nvPr/>
        </p:nvSpPr>
        <p:spPr>
          <a:xfrm rot="10800000">
            <a:off x="4341405"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Rectangle 982">
            <a:extLst>
              <a:ext uri="{FF2B5EF4-FFF2-40B4-BE49-F238E27FC236}">
                <a16:creationId xmlns:a16="http://schemas.microsoft.com/office/drawing/2014/main" id="{D28DCA6A-DAE2-5E81-02AE-EBCB9408EA40}"/>
              </a:ext>
            </a:extLst>
          </p:cNvPr>
          <p:cNvSpPr/>
          <p:nvPr/>
        </p:nvSpPr>
        <p:spPr>
          <a:xfrm rot="10800000">
            <a:off x="4240982"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Rectangle 983">
            <a:extLst>
              <a:ext uri="{FF2B5EF4-FFF2-40B4-BE49-F238E27FC236}">
                <a16:creationId xmlns:a16="http://schemas.microsoft.com/office/drawing/2014/main" id="{A4E90B4F-30C6-72B1-6490-C9C3B90A7C4B}"/>
              </a:ext>
            </a:extLst>
          </p:cNvPr>
          <p:cNvSpPr/>
          <p:nvPr/>
        </p:nvSpPr>
        <p:spPr>
          <a:xfrm rot="10800000">
            <a:off x="4140560"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C1F92C82-AD2A-FDEC-89AE-43B294C68704}"/>
              </a:ext>
            </a:extLst>
          </p:cNvPr>
          <p:cNvSpPr/>
          <p:nvPr/>
        </p:nvSpPr>
        <p:spPr>
          <a:xfrm rot="10800000">
            <a:off x="4040137"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Rectangle 985">
            <a:extLst>
              <a:ext uri="{FF2B5EF4-FFF2-40B4-BE49-F238E27FC236}">
                <a16:creationId xmlns:a16="http://schemas.microsoft.com/office/drawing/2014/main" id="{38DD446C-F59A-2D80-8F4E-0EC876E86C07}"/>
              </a:ext>
            </a:extLst>
          </p:cNvPr>
          <p:cNvSpPr/>
          <p:nvPr/>
        </p:nvSpPr>
        <p:spPr>
          <a:xfrm rot="10800000">
            <a:off x="3939714"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Rectangle 986">
            <a:extLst>
              <a:ext uri="{FF2B5EF4-FFF2-40B4-BE49-F238E27FC236}">
                <a16:creationId xmlns:a16="http://schemas.microsoft.com/office/drawing/2014/main" id="{33C70534-8675-0717-4FF1-FA7AA3B27CE0}"/>
              </a:ext>
            </a:extLst>
          </p:cNvPr>
          <p:cNvSpPr/>
          <p:nvPr/>
        </p:nvSpPr>
        <p:spPr>
          <a:xfrm rot="10800000">
            <a:off x="3839291"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Rectangle 987">
            <a:extLst>
              <a:ext uri="{FF2B5EF4-FFF2-40B4-BE49-F238E27FC236}">
                <a16:creationId xmlns:a16="http://schemas.microsoft.com/office/drawing/2014/main" id="{41989BCA-8A6C-F70E-072B-9B8CF244817A}"/>
              </a:ext>
            </a:extLst>
          </p:cNvPr>
          <p:cNvSpPr/>
          <p:nvPr/>
        </p:nvSpPr>
        <p:spPr>
          <a:xfrm rot="10800000">
            <a:off x="3738868"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Rectangle 988">
            <a:extLst>
              <a:ext uri="{FF2B5EF4-FFF2-40B4-BE49-F238E27FC236}">
                <a16:creationId xmlns:a16="http://schemas.microsoft.com/office/drawing/2014/main" id="{7147959E-49B8-9545-D0D6-92F889FA1D56}"/>
              </a:ext>
            </a:extLst>
          </p:cNvPr>
          <p:cNvSpPr/>
          <p:nvPr/>
        </p:nvSpPr>
        <p:spPr>
          <a:xfrm rot="10800000">
            <a:off x="3638445"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Rectangle 989">
            <a:extLst>
              <a:ext uri="{FF2B5EF4-FFF2-40B4-BE49-F238E27FC236}">
                <a16:creationId xmlns:a16="http://schemas.microsoft.com/office/drawing/2014/main" id="{8A533060-00C4-2C7F-AC29-85A72B2B6BED}"/>
              </a:ext>
            </a:extLst>
          </p:cNvPr>
          <p:cNvSpPr/>
          <p:nvPr/>
        </p:nvSpPr>
        <p:spPr>
          <a:xfrm rot="10800000">
            <a:off x="3538022"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Rectangle 990">
            <a:extLst>
              <a:ext uri="{FF2B5EF4-FFF2-40B4-BE49-F238E27FC236}">
                <a16:creationId xmlns:a16="http://schemas.microsoft.com/office/drawing/2014/main" id="{AA063994-3A71-32FD-2B19-2127F5357A7B}"/>
              </a:ext>
            </a:extLst>
          </p:cNvPr>
          <p:cNvSpPr/>
          <p:nvPr/>
        </p:nvSpPr>
        <p:spPr>
          <a:xfrm rot="10800000">
            <a:off x="3437599"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Rectangle 991">
            <a:extLst>
              <a:ext uri="{FF2B5EF4-FFF2-40B4-BE49-F238E27FC236}">
                <a16:creationId xmlns:a16="http://schemas.microsoft.com/office/drawing/2014/main" id="{B51DED15-8922-3E41-BDAB-8371377B39CD}"/>
              </a:ext>
            </a:extLst>
          </p:cNvPr>
          <p:cNvSpPr/>
          <p:nvPr/>
        </p:nvSpPr>
        <p:spPr>
          <a:xfrm rot="10800000">
            <a:off x="3337176"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Rectangle 992">
            <a:extLst>
              <a:ext uri="{FF2B5EF4-FFF2-40B4-BE49-F238E27FC236}">
                <a16:creationId xmlns:a16="http://schemas.microsoft.com/office/drawing/2014/main" id="{5C708540-16AE-36DD-00A8-38AE8E1EDAC5}"/>
              </a:ext>
            </a:extLst>
          </p:cNvPr>
          <p:cNvSpPr/>
          <p:nvPr/>
        </p:nvSpPr>
        <p:spPr>
          <a:xfrm rot="10800000">
            <a:off x="3236753"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Rectangle 993">
            <a:extLst>
              <a:ext uri="{FF2B5EF4-FFF2-40B4-BE49-F238E27FC236}">
                <a16:creationId xmlns:a16="http://schemas.microsoft.com/office/drawing/2014/main" id="{D1D91C92-5864-638E-B5B0-68A67365DFE0}"/>
              </a:ext>
            </a:extLst>
          </p:cNvPr>
          <p:cNvSpPr/>
          <p:nvPr/>
        </p:nvSpPr>
        <p:spPr>
          <a:xfrm rot="10800000">
            <a:off x="3136330"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Rectangle 994">
            <a:extLst>
              <a:ext uri="{FF2B5EF4-FFF2-40B4-BE49-F238E27FC236}">
                <a16:creationId xmlns:a16="http://schemas.microsoft.com/office/drawing/2014/main" id="{99D56FAB-4911-2C69-2AB7-7E48353112A7}"/>
              </a:ext>
            </a:extLst>
          </p:cNvPr>
          <p:cNvSpPr/>
          <p:nvPr/>
        </p:nvSpPr>
        <p:spPr>
          <a:xfrm rot="10800000">
            <a:off x="3035907"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Rectangle 995">
            <a:extLst>
              <a:ext uri="{FF2B5EF4-FFF2-40B4-BE49-F238E27FC236}">
                <a16:creationId xmlns:a16="http://schemas.microsoft.com/office/drawing/2014/main" id="{C2C3EB60-4F23-251F-B383-85F4509CF7E5}"/>
              </a:ext>
            </a:extLst>
          </p:cNvPr>
          <p:cNvSpPr/>
          <p:nvPr/>
        </p:nvSpPr>
        <p:spPr>
          <a:xfrm rot="10800000">
            <a:off x="2935484"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Rectangle 996">
            <a:extLst>
              <a:ext uri="{FF2B5EF4-FFF2-40B4-BE49-F238E27FC236}">
                <a16:creationId xmlns:a16="http://schemas.microsoft.com/office/drawing/2014/main" id="{04A4EB10-A063-5DF0-25D8-0D066E80938E}"/>
              </a:ext>
            </a:extLst>
          </p:cNvPr>
          <p:cNvSpPr/>
          <p:nvPr/>
        </p:nvSpPr>
        <p:spPr>
          <a:xfrm rot="10800000">
            <a:off x="2835061"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Rectangle 997">
            <a:extLst>
              <a:ext uri="{FF2B5EF4-FFF2-40B4-BE49-F238E27FC236}">
                <a16:creationId xmlns:a16="http://schemas.microsoft.com/office/drawing/2014/main" id="{4FA4F6AE-F952-A646-12C2-4D0638BD78EE}"/>
              </a:ext>
            </a:extLst>
          </p:cNvPr>
          <p:cNvSpPr/>
          <p:nvPr/>
        </p:nvSpPr>
        <p:spPr>
          <a:xfrm rot="10800000">
            <a:off x="2734639"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AEEC6A3B-1E75-DAA8-20A0-8BDCBFCEDA06}"/>
              </a:ext>
            </a:extLst>
          </p:cNvPr>
          <p:cNvSpPr/>
          <p:nvPr/>
        </p:nvSpPr>
        <p:spPr>
          <a:xfrm rot="10800000">
            <a:off x="2634216"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Rectangle 999">
            <a:extLst>
              <a:ext uri="{FF2B5EF4-FFF2-40B4-BE49-F238E27FC236}">
                <a16:creationId xmlns:a16="http://schemas.microsoft.com/office/drawing/2014/main" id="{91D8EA35-26A8-DA0A-6996-21057E28041D}"/>
              </a:ext>
            </a:extLst>
          </p:cNvPr>
          <p:cNvSpPr/>
          <p:nvPr/>
        </p:nvSpPr>
        <p:spPr>
          <a:xfrm rot="10800000">
            <a:off x="2533793"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Rectangle 1000">
            <a:extLst>
              <a:ext uri="{FF2B5EF4-FFF2-40B4-BE49-F238E27FC236}">
                <a16:creationId xmlns:a16="http://schemas.microsoft.com/office/drawing/2014/main" id="{B546DD62-8D55-DEC9-E7EC-7C7AB86054DC}"/>
              </a:ext>
            </a:extLst>
          </p:cNvPr>
          <p:cNvSpPr/>
          <p:nvPr/>
        </p:nvSpPr>
        <p:spPr>
          <a:xfrm rot="10800000">
            <a:off x="2433370"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Rectangle 1001">
            <a:extLst>
              <a:ext uri="{FF2B5EF4-FFF2-40B4-BE49-F238E27FC236}">
                <a16:creationId xmlns:a16="http://schemas.microsoft.com/office/drawing/2014/main" id="{F618C37D-FCAC-6CCB-9199-C24990A2907B}"/>
              </a:ext>
            </a:extLst>
          </p:cNvPr>
          <p:cNvSpPr/>
          <p:nvPr/>
        </p:nvSpPr>
        <p:spPr>
          <a:xfrm rot="10800000">
            <a:off x="2332947"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 name="Rectangle 1002">
            <a:extLst>
              <a:ext uri="{FF2B5EF4-FFF2-40B4-BE49-F238E27FC236}">
                <a16:creationId xmlns:a16="http://schemas.microsoft.com/office/drawing/2014/main" id="{AE5953FF-F5E4-DF9E-7D69-C57E0148303D}"/>
              </a:ext>
            </a:extLst>
          </p:cNvPr>
          <p:cNvSpPr/>
          <p:nvPr/>
        </p:nvSpPr>
        <p:spPr>
          <a:xfrm rot="10800000">
            <a:off x="2232524"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Rectangle 1003">
            <a:extLst>
              <a:ext uri="{FF2B5EF4-FFF2-40B4-BE49-F238E27FC236}">
                <a16:creationId xmlns:a16="http://schemas.microsoft.com/office/drawing/2014/main" id="{FBF3D7F5-4E4E-CC80-30F6-0A9DCCBCA3C5}"/>
              </a:ext>
            </a:extLst>
          </p:cNvPr>
          <p:cNvSpPr/>
          <p:nvPr/>
        </p:nvSpPr>
        <p:spPr>
          <a:xfrm rot="10800000">
            <a:off x="2132101"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Rectangle 1004">
            <a:extLst>
              <a:ext uri="{FF2B5EF4-FFF2-40B4-BE49-F238E27FC236}">
                <a16:creationId xmlns:a16="http://schemas.microsoft.com/office/drawing/2014/main" id="{AEE30922-7447-B55F-66CC-6A996EA24E85}"/>
              </a:ext>
            </a:extLst>
          </p:cNvPr>
          <p:cNvSpPr/>
          <p:nvPr/>
        </p:nvSpPr>
        <p:spPr>
          <a:xfrm rot="10800000">
            <a:off x="2031678"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Rectangle 1005">
            <a:extLst>
              <a:ext uri="{FF2B5EF4-FFF2-40B4-BE49-F238E27FC236}">
                <a16:creationId xmlns:a16="http://schemas.microsoft.com/office/drawing/2014/main" id="{1A0C01B7-DEDA-7E2A-4386-415FEB0173B9}"/>
              </a:ext>
            </a:extLst>
          </p:cNvPr>
          <p:cNvSpPr/>
          <p:nvPr/>
        </p:nvSpPr>
        <p:spPr>
          <a:xfrm rot="10800000">
            <a:off x="1931255"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Rectangle 1006">
            <a:extLst>
              <a:ext uri="{FF2B5EF4-FFF2-40B4-BE49-F238E27FC236}">
                <a16:creationId xmlns:a16="http://schemas.microsoft.com/office/drawing/2014/main" id="{6B26DB80-E2A7-20D9-DB98-8D6628D898BC}"/>
              </a:ext>
            </a:extLst>
          </p:cNvPr>
          <p:cNvSpPr/>
          <p:nvPr/>
        </p:nvSpPr>
        <p:spPr>
          <a:xfrm rot="10800000">
            <a:off x="1830832"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Rectangle 1007">
            <a:extLst>
              <a:ext uri="{FF2B5EF4-FFF2-40B4-BE49-F238E27FC236}">
                <a16:creationId xmlns:a16="http://schemas.microsoft.com/office/drawing/2014/main" id="{556E88EA-A38B-69EA-214C-C01678B2C1A0}"/>
              </a:ext>
            </a:extLst>
          </p:cNvPr>
          <p:cNvSpPr/>
          <p:nvPr/>
        </p:nvSpPr>
        <p:spPr>
          <a:xfrm rot="10800000">
            <a:off x="1730409" y="1624627"/>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E236DB19-CD52-F3DA-A1D8-18ADEB9EC5A1}"/>
              </a:ext>
            </a:extLst>
          </p:cNvPr>
          <p:cNvSpPr/>
          <p:nvPr/>
        </p:nvSpPr>
        <p:spPr>
          <a:xfrm rot="10800000">
            <a:off x="4542251"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Rectangle 1187">
            <a:extLst>
              <a:ext uri="{FF2B5EF4-FFF2-40B4-BE49-F238E27FC236}">
                <a16:creationId xmlns:a16="http://schemas.microsoft.com/office/drawing/2014/main" id="{87D2E0F0-72C1-0546-058A-52427A2F8E78}"/>
              </a:ext>
            </a:extLst>
          </p:cNvPr>
          <p:cNvSpPr/>
          <p:nvPr/>
        </p:nvSpPr>
        <p:spPr>
          <a:xfrm rot="10800000">
            <a:off x="4441828"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5A47933F-52C2-715E-E11D-5D1FFBD94388}"/>
              </a:ext>
            </a:extLst>
          </p:cNvPr>
          <p:cNvSpPr/>
          <p:nvPr/>
        </p:nvSpPr>
        <p:spPr>
          <a:xfrm rot="10800000">
            <a:off x="4341405"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1189">
            <a:extLst>
              <a:ext uri="{FF2B5EF4-FFF2-40B4-BE49-F238E27FC236}">
                <a16:creationId xmlns:a16="http://schemas.microsoft.com/office/drawing/2014/main" id="{5156F673-41DE-BC04-A0A2-02D2B8316F0C}"/>
              </a:ext>
            </a:extLst>
          </p:cNvPr>
          <p:cNvSpPr/>
          <p:nvPr/>
        </p:nvSpPr>
        <p:spPr>
          <a:xfrm rot="10800000">
            <a:off x="4240982"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4623AF0-0E11-A4F4-FFE7-673A3C41F1B1}"/>
              </a:ext>
            </a:extLst>
          </p:cNvPr>
          <p:cNvSpPr/>
          <p:nvPr/>
        </p:nvSpPr>
        <p:spPr>
          <a:xfrm rot="10800000">
            <a:off x="4140560"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2" name="Rectangle 1191">
            <a:extLst>
              <a:ext uri="{FF2B5EF4-FFF2-40B4-BE49-F238E27FC236}">
                <a16:creationId xmlns:a16="http://schemas.microsoft.com/office/drawing/2014/main" id="{C2D8623B-000B-9562-182B-98C8A4851247}"/>
              </a:ext>
            </a:extLst>
          </p:cNvPr>
          <p:cNvSpPr/>
          <p:nvPr/>
        </p:nvSpPr>
        <p:spPr>
          <a:xfrm rot="10800000">
            <a:off x="4040137"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984D5A67-78D2-41D3-0CD0-D890ABBA66E6}"/>
              </a:ext>
            </a:extLst>
          </p:cNvPr>
          <p:cNvSpPr/>
          <p:nvPr/>
        </p:nvSpPr>
        <p:spPr>
          <a:xfrm rot="10800000">
            <a:off x="3939714"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Rectangle 1193">
            <a:extLst>
              <a:ext uri="{FF2B5EF4-FFF2-40B4-BE49-F238E27FC236}">
                <a16:creationId xmlns:a16="http://schemas.microsoft.com/office/drawing/2014/main" id="{D60B7FAE-567B-7348-23AA-CE1BF6CF43EC}"/>
              </a:ext>
            </a:extLst>
          </p:cNvPr>
          <p:cNvSpPr/>
          <p:nvPr/>
        </p:nvSpPr>
        <p:spPr>
          <a:xfrm rot="10800000">
            <a:off x="3839291"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Rectangle 1194">
            <a:extLst>
              <a:ext uri="{FF2B5EF4-FFF2-40B4-BE49-F238E27FC236}">
                <a16:creationId xmlns:a16="http://schemas.microsoft.com/office/drawing/2014/main" id="{57610C22-425D-4844-27E2-0B8F1010BE9E}"/>
              </a:ext>
            </a:extLst>
          </p:cNvPr>
          <p:cNvSpPr/>
          <p:nvPr/>
        </p:nvSpPr>
        <p:spPr>
          <a:xfrm rot="10800000">
            <a:off x="3738868"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Rectangle 1195">
            <a:extLst>
              <a:ext uri="{FF2B5EF4-FFF2-40B4-BE49-F238E27FC236}">
                <a16:creationId xmlns:a16="http://schemas.microsoft.com/office/drawing/2014/main" id="{0C60514C-41AE-AC4F-D712-6D328C921ED7}"/>
              </a:ext>
            </a:extLst>
          </p:cNvPr>
          <p:cNvSpPr/>
          <p:nvPr/>
        </p:nvSpPr>
        <p:spPr>
          <a:xfrm rot="10800000">
            <a:off x="3638445"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1196">
            <a:extLst>
              <a:ext uri="{FF2B5EF4-FFF2-40B4-BE49-F238E27FC236}">
                <a16:creationId xmlns:a16="http://schemas.microsoft.com/office/drawing/2014/main" id="{250A5422-4041-8B9C-92C9-7F43E34A26F5}"/>
              </a:ext>
            </a:extLst>
          </p:cNvPr>
          <p:cNvSpPr/>
          <p:nvPr/>
        </p:nvSpPr>
        <p:spPr>
          <a:xfrm rot="10800000">
            <a:off x="3538022"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1197">
            <a:extLst>
              <a:ext uri="{FF2B5EF4-FFF2-40B4-BE49-F238E27FC236}">
                <a16:creationId xmlns:a16="http://schemas.microsoft.com/office/drawing/2014/main" id="{D2A08CCB-0C93-BC1B-14A5-BE1E24A34466}"/>
              </a:ext>
            </a:extLst>
          </p:cNvPr>
          <p:cNvSpPr/>
          <p:nvPr/>
        </p:nvSpPr>
        <p:spPr>
          <a:xfrm rot="10800000">
            <a:off x="3437599"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Rectangle 1198">
            <a:extLst>
              <a:ext uri="{FF2B5EF4-FFF2-40B4-BE49-F238E27FC236}">
                <a16:creationId xmlns:a16="http://schemas.microsoft.com/office/drawing/2014/main" id="{1AF411BB-E7CC-7E1B-6CA0-AD45EC6F7967}"/>
              </a:ext>
            </a:extLst>
          </p:cNvPr>
          <p:cNvSpPr/>
          <p:nvPr/>
        </p:nvSpPr>
        <p:spPr>
          <a:xfrm rot="10800000">
            <a:off x="3337176"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0" name="Rectangle 1199">
            <a:extLst>
              <a:ext uri="{FF2B5EF4-FFF2-40B4-BE49-F238E27FC236}">
                <a16:creationId xmlns:a16="http://schemas.microsoft.com/office/drawing/2014/main" id="{78BACE97-6C03-178E-B31B-3C70A11B48BE}"/>
              </a:ext>
            </a:extLst>
          </p:cNvPr>
          <p:cNvSpPr/>
          <p:nvPr/>
        </p:nvSpPr>
        <p:spPr>
          <a:xfrm rot="10800000">
            <a:off x="3236753"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1" name="Rectangle 1200">
            <a:extLst>
              <a:ext uri="{FF2B5EF4-FFF2-40B4-BE49-F238E27FC236}">
                <a16:creationId xmlns:a16="http://schemas.microsoft.com/office/drawing/2014/main" id="{B2634B74-6F9E-1A3B-C260-2AD79BAB59E7}"/>
              </a:ext>
            </a:extLst>
          </p:cNvPr>
          <p:cNvSpPr/>
          <p:nvPr/>
        </p:nvSpPr>
        <p:spPr>
          <a:xfrm rot="10800000">
            <a:off x="3136330"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C14827C6-E4DE-1121-80CB-3419C389C59A}"/>
              </a:ext>
            </a:extLst>
          </p:cNvPr>
          <p:cNvSpPr/>
          <p:nvPr/>
        </p:nvSpPr>
        <p:spPr>
          <a:xfrm rot="10800000">
            <a:off x="3035907"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3" name="Rectangle 1202">
            <a:extLst>
              <a:ext uri="{FF2B5EF4-FFF2-40B4-BE49-F238E27FC236}">
                <a16:creationId xmlns:a16="http://schemas.microsoft.com/office/drawing/2014/main" id="{DE1F2455-21DB-4FD8-90DE-8CCE94AA2E00}"/>
              </a:ext>
            </a:extLst>
          </p:cNvPr>
          <p:cNvSpPr/>
          <p:nvPr/>
        </p:nvSpPr>
        <p:spPr>
          <a:xfrm rot="10800000">
            <a:off x="2935484"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Rectangle 1203">
            <a:extLst>
              <a:ext uri="{FF2B5EF4-FFF2-40B4-BE49-F238E27FC236}">
                <a16:creationId xmlns:a16="http://schemas.microsoft.com/office/drawing/2014/main" id="{ED3C256C-7CCA-CCA7-AD2C-18A2068D02C7}"/>
              </a:ext>
            </a:extLst>
          </p:cNvPr>
          <p:cNvSpPr/>
          <p:nvPr/>
        </p:nvSpPr>
        <p:spPr>
          <a:xfrm rot="10800000">
            <a:off x="2835061"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5" name="Rectangle 1204">
            <a:extLst>
              <a:ext uri="{FF2B5EF4-FFF2-40B4-BE49-F238E27FC236}">
                <a16:creationId xmlns:a16="http://schemas.microsoft.com/office/drawing/2014/main" id="{F857DA67-E81F-8F1B-EE30-D8D3FDCF3E7A}"/>
              </a:ext>
            </a:extLst>
          </p:cNvPr>
          <p:cNvSpPr/>
          <p:nvPr/>
        </p:nvSpPr>
        <p:spPr>
          <a:xfrm rot="10800000">
            <a:off x="2734639"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Rectangle 1205">
            <a:extLst>
              <a:ext uri="{FF2B5EF4-FFF2-40B4-BE49-F238E27FC236}">
                <a16:creationId xmlns:a16="http://schemas.microsoft.com/office/drawing/2014/main" id="{8355E21C-8C9D-2F93-91B3-F992495584C5}"/>
              </a:ext>
            </a:extLst>
          </p:cNvPr>
          <p:cNvSpPr/>
          <p:nvPr/>
        </p:nvSpPr>
        <p:spPr>
          <a:xfrm rot="10800000">
            <a:off x="2634216"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7" name="Rectangle 1206">
            <a:extLst>
              <a:ext uri="{FF2B5EF4-FFF2-40B4-BE49-F238E27FC236}">
                <a16:creationId xmlns:a16="http://schemas.microsoft.com/office/drawing/2014/main" id="{F40856E7-083F-4517-D702-F02B952E0B4E}"/>
              </a:ext>
            </a:extLst>
          </p:cNvPr>
          <p:cNvSpPr/>
          <p:nvPr/>
        </p:nvSpPr>
        <p:spPr>
          <a:xfrm rot="10800000">
            <a:off x="2533793"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8" name="Rectangle 1207">
            <a:extLst>
              <a:ext uri="{FF2B5EF4-FFF2-40B4-BE49-F238E27FC236}">
                <a16:creationId xmlns:a16="http://schemas.microsoft.com/office/drawing/2014/main" id="{0198AF30-FBD6-3021-B626-61A8C7D4F9A5}"/>
              </a:ext>
            </a:extLst>
          </p:cNvPr>
          <p:cNvSpPr/>
          <p:nvPr/>
        </p:nvSpPr>
        <p:spPr>
          <a:xfrm rot="10800000">
            <a:off x="2433370"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9" name="Rectangle 1208">
            <a:extLst>
              <a:ext uri="{FF2B5EF4-FFF2-40B4-BE49-F238E27FC236}">
                <a16:creationId xmlns:a16="http://schemas.microsoft.com/office/drawing/2014/main" id="{6D26331E-25F7-F415-7F69-C5CE03583BB8}"/>
              </a:ext>
            </a:extLst>
          </p:cNvPr>
          <p:cNvSpPr/>
          <p:nvPr/>
        </p:nvSpPr>
        <p:spPr>
          <a:xfrm rot="10800000">
            <a:off x="2332947"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0" name="Rectangle 1209">
            <a:extLst>
              <a:ext uri="{FF2B5EF4-FFF2-40B4-BE49-F238E27FC236}">
                <a16:creationId xmlns:a16="http://schemas.microsoft.com/office/drawing/2014/main" id="{5DCE937E-20F5-2C51-2877-1D22E9A5297B}"/>
              </a:ext>
            </a:extLst>
          </p:cNvPr>
          <p:cNvSpPr/>
          <p:nvPr/>
        </p:nvSpPr>
        <p:spPr>
          <a:xfrm rot="10800000">
            <a:off x="2232524"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1" name="Rectangle 1210">
            <a:extLst>
              <a:ext uri="{FF2B5EF4-FFF2-40B4-BE49-F238E27FC236}">
                <a16:creationId xmlns:a16="http://schemas.microsoft.com/office/drawing/2014/main" id="{60371BFE-8583-04A5-EC80-5059FF7A2313}"/>
              </a:ext>
            </a:extLst>
          </p:cNvPr>
          <p:cNvSpPr/>
          <p:nvPr/>
        </p:nvSpPr>
        <p:spPr>
          <a:xfrm rot="10800000">
            <a:off x="2132101"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2" name="Rectangle 1211">
            <a:extLst>
              <a:ext uri="{FF2B5EF4-FFF2-40B4-BE49-F238E27FC236}">
                <a16:creationId xmlns:a16="http://schemas.microsoft.com/office/drawing/2014/main" id="{37338A63-4E18-61B1-3E46-4E6F61991245}"/>
              </a:ext>
            </a:extLst>
          </p:cNvPr>
          <p:cNvSpPr/>
          <p:nvPr/>
        </p:nvSpPr>
        <p:spPr>
          <a:xfrm rot="10800000">
            <a:off x="2031678"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3" name="Rectangle 1212">
            <a:extLst>
              <a:ext uri="{FF2B5EF4-FFF2-40B4-BE49-F238E27FC236}">
                <a16:creationId xmlns:a16="http://schemas.microsoft.com/office/drawing/2014/main" id="{11EF06AF-A339-6165-5D73-57D54A21C1D0}"/>
              </a:ext>
            </a:extLst>
          </p:cNvPr>
          <p:cNvSpPr/>
          <p:nvPr/>
        </p:nvSpPr>
        <p:spPr>
          <a:xfrm rot="10800000">
            <a:off x="1931255"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Rectangle 1213">
            <a:extLst>
              <a:ext uri="{FF2B5EF4-FFF2-40B4-BE49-F238E27FC236}">
                <a16:creationId xmlns:a16="http://schemas.microsoft.com/office/drawing/2014/main" id="{AFD95E0D-8813-C673-852E-45506F317E51}"/>
              </a:ext>
            </a:extLst>
          </p:cNvPr>
          <p:cNvSpPr/>
          <p:nvPr/>
        </p:nvSpPr>
        <p:spPr>
          <a:xfrm rot="10800000">
            <a:off x="1830832"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5" name="Rectangle 1214">
            <a:extLst>
              <a:ext uri="{FF2B5EF4-FFF2-40B4-BE49-F238E27FC236}">
                <a16:creationId xmlns:a16="http://schemas.microsoft.com/office/drawing/2014/main" id="{EEB19B31-C383-E7CB-334A-271ADAA1A877}"/>
              </a:ext>
            </a:extLst>
          </p:cNvPr>
          <p:cNvSpPr/>
          <p:nvPr/>
        </p:nvSpPr>
        <p:spPr>
          <a:xfrm rot="10800000">
            <a:off x="1730409" y="212640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6" name="Rectangle 1215">
            <a:extLst>
              <a:ext uri="{FF2B5EF4-FFF2-40B4-BE49-F238E27FC236}">
                <a16:creationId xmlns:a16="http://schemas.microsoft.com/office/drawing/2014/main" id="{18DDE022-8D44-B76E-68EF-71ABE6D87CEA}"/>
              </a:ext>
            </a:extLst>
          </p:cNvPr>
          <p:cNvSpPr/>
          <p:nvPr/>
        </p:nvSpPr>
        <p:spPr>
          <a:xfrm rot="10800000">
            <a:off x="4542251"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7" name="Rectangle 1216">
            <a:extLst>
              <a:ext uri="{FF2B5EF4-FFF2-40B4-BE49-F238E27FC236}">
                <a16:creationId xmlns:a16="http://schemas.microsoft.com/office/drawing/2014/main" id="{BE74F7C2-E9D0-FB42-B39F-B84161544E10}"/>
              </a:ext>
            </a:extLst>
          </p:cNvPr>
          <p:cNvSpPr/>
          <p:nvPr/>
        </p:nvSpPr>
        <p:spPr>
          <a:xfrm rot="10800000">
            <a:off x="4441828"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 name="Rectangle 1217">
            <a:extLst>
              <a:ext uri="{FF2B5EF4-FFF2-40B4-BE49-F238E27FC236}">
                <a16:creationId xmlns:a16="http://schemas.microsoft.com/office/drawing/2014/main" id="{05E36497-DEA0-19BA-1BBB-CEC6200D8CB5}"/>
              </a:ext>
            </a:extLst>
          </p:cNvPr>
          <p:cNvSpPr/>
          <p:nvPr/>
        </p:nvSpPr>
        <p:spPr>
          <a:xfrm rot="10800000">
            <a:off x="4341405"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Rectangle 1218">
            <a:extLst>
              <a:ext uri="{FF2B5EF4-FFF2-40B4-BE49-F238E27FC236}">
                <a16:creationId xmlns:a16="http://schemas.microsoft.com/office/drawing/2014/main" id="{9CB0EE7B-C09A-99F1-EDEC-E9551CACAADE}"/>
              </a:ext>
            </a:extLst>
          </p:cNvPr>
          <p:cNvSpPr/>
          <p:nvPr/>
        </p:nvSpPr>
        <p:spPr>
          <a:xfrm rot="10800000">
            <a:off x="4240982"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0" name="Rectangle 1219">
            <a:extLst>
              <a:ext uri="{FF2B5EF4-FFF2-40B4-BE49-F238E27FC236}">
                <a16:creationId xmlns:a16="http://schemas.microsoft.com/office/drawing/2014/main" id="{210FF229-0469-027B-E4AD-856F0203D6CD}"/>
              </a:ext>
            </a:extLst>
          </p:cNvPr>
          <p:cNvSpPr/>
          <p:nvPr/>
        </p:nvSpPr>
        <p:spPr>
          <a:xfrm rot="10800000">
            <a:off x="4140560"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1" name="Rectangle 1220">
            <a:extLst>
              <a:ext uri="{FF2B5EF4-FFF2-40B4-BE49-F238E27FC236}">
                <a16:creationId xmlns:a16="http://schemas.microsoft.com/office/drawing/2014/main" id="{C4829DD1-0CE5-39F6-4C76-0A92AF838202}"/>
              </a:ext>
            </a:extLst>
          </p:cNvPr>
          <p:cNvSpPr/>
          <p:nvPr/>
        </p:nvSpPr>
        <p:spPr>
          <a:xfrm rot="10800000">
            <a:off x="4040137"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2" name="Rectangle 1221">
            <a:extLst>
              <a:ext uri="{FF2B5EF4-FFF2-40B4-BE49-F238E27FC236}">
                <a16:creationId xmlns:a16="http://schemas.microsoft.com/office/drawing/2014/main" id="{BF22C646-8B4D-6050-3872-6DB8A67380B2}"/>
              </a:ext>
            </a:extLst>
          </p:cNvPr>
          <p:cNvSpPr/>
          <p:nvPr/>
        </p:nvSpPr>
        <p:spPr>
          <a:xfrm rot="10800000">
            <a:off x="3939714"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Rectangle 1222">
            <a:extLst>
              <a:ext uri="{FF2B5EF4-FFF2-40B4-BE49-F238E27FC236}">
                <a16:creationId xmlns:a16="http://schemas.microsoft.com/office/drawing/2014/main" id="{93C8ABD7-2D0F-B58F-96A1-455E0FC950FE}"/>
              </a:ext>
            </a:extLst>
          </p:cNvPr>
          <p:cNvSpPr/>
          <p:nvPr/>
        </p:nvSpPr>
        <p:spPr>
          <a:xfrm rot="10800000">
            <a:off x="3839291"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Rectangle 1223">
            <a:extLst>
              <a:ext uri="{FF2B5EF4-FFF2-40B4-BE49-F238E27FC236}">
                <a16:creationId xmlns:a16="http://schemas.microsoft.com/office/drawing/2014/main" id="{9A1E6852-56C6-4ED0-2864-16C5185F18D1}"/>
              </a:ext>
            </a:extLst>
          </p:cNvPr>
          <p:cNvSpPr/>
          <p:nvPr/>
        </p:nvSpPr>
        <p:spPr>
          <a:xfrm rot="10800000">
            <a:off x="3738868"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Rectangle 1224">
            <a:extLst>
              <a:ext uri="{FF2B5EF4-FFF2-40B4-BE49-F238E27FC236}">
                <a16:creationId xmlns:a16="http://schemas.microsoft.com/office/drawing/2014/main" id="{74BFCF57-B5E1-6A67-5B7C-857D4E131FA9}"/>
              </a:ext>
            </a:extLst>
          </p:cNvPr>
          <p:cNvSpPr/>
          <p:nvPr/>
        </p:nvSpPr>
        <p:spPr>
          <a:xfrm rot="10800000">
            <a:off x="3638445"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6" name="Rectangle 1225">
            <a:extLst>
              <a:ext uri="{FF2B5EF4-FFF2-40B4-BE49-F238E27FC236}">
                <a16:creationId xmlns:a16="http://schemas.microsoft.com/office/drawing/2014/main" id="{11D416F5-ED3F-3B63-952D-A211C25E55FF}"/>
              </a:ext>
            </a:extLst>
          </p:cNvPr>
          <p:cNvSpPr/>
          <p:nvPr/>
        </p:nvSpPr>
        <p:spPr>
          <a:xfrm rot="10800000">
            <a:off x="3538022"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7" name="Rectangle 1226">
            <a:extLst>
              <a:ext uri="{FF2B5EF4-FFF2-40B4-BE49-F238E27FC236}">
                <a16:creationId xmlns:a16="http://schemas.microsoft.com/office/drawing/2014/main" id="{F0A848E6-1020-04BD-9893-6A12FCF9EEF4}"/>
              </a:ext>
            </a:extLst>
          </p:cNvPr>
          <p:cNvSpPr/>
          <p:nvPr/>
        </p:nvSpPr>
        <p:spPr>
          <a:xfrm rot="10800000">
            <a:off x="3437599"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8" name="Rectangle 1227">
            <a:extLst>
              <a:ext uri="{FF2B5EF4-FFF2-40B4-BE49-F238E27FC236}">
                <a16:creationId xmlns:a16="http://schemas.microsoft.com/office/drawing/2014/main" id="{C2109D17-3CDC-2F26-F3E5-18C19F298C51}"/>
              </a:ext>
            </a:extLst>
          </p:cNvPr>
          <p:cNvSpPr/>
          <p:nvPr/>
        </p:nvSpPr>
        <p:spPr>
          <a:xfrm rot="10800000">
            <a:off x="3337176"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 name="Rectangle 1228">
            <a:extLst>
              <a:ext uri="{FF2B5EF4-FFF2-40B4-BE49-F238E27FC236}">
                <a16:creationId xmlns:a16="http://schemas.microsoft.com/office/drawing/2014/main" id="{84F2D09F-84BA-D83C-BD09-6CDFE4D8A5E9}"/>
              </a:ext>
            </a:extLst>
          </p:cNvPr>
          <p:cNvSpPr/>
          <p:nvPr/>
        </p:nvSpPr>
        <p:spPr>
          <a:xfrm rot="10800000">
            <a:off x="3236753"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 name="Rectangle 1229">
            <a:extLst>
              <a:ext uri="{FF2B5EF4-FFF2-40B4-BE49-F238E27FC236}">
                <a16:creationId xmlns:a16="http://schemas.microsoft.com/office/drawing/2014/main" id="{1AE577E7-50AF-56AE-5920-2FF248356D03}"/>
              </a:ext>
            </a:extLst>
          </p:cNvPr>
          <p:cNvSpPr/>
          <p:nvPr/>
        </p:nvSpPr>
        <p:spPr>
          <a:xfrm rot="10800000">
            <a:off x="3136330"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 name="Rectangle 1230">
            <a:extLst>
              <a:ext uri="{FF2B5EF4-FFF2-40B4-BE49-F238E27FC236}">
                <a16:creationId xmlns:a16="http://schemas.microsoft.com/office/drawing/2014/main" id="{9B28C854-3594-899E-B7E4-4EC11EE4D649}"/>
              </a:ext>
            </a:extLst>
          </p:cNvPr>
          <p:cNvSpPr/>
          <p:nvPr/>
        </p:nvSpPr>
        <p:spPr>
          <a:xfrm rot="10800000">
            <a:off x="3035907"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2" name="Rectangle 1231">
            <a:extLst>
              <a:ext uri="{FF2B5EF4-FFF2-40B4-BE49-F238E27FC236}">
                <a16:creationId xmlns:a16="http://schemas.microsoft.com/office/drawing/2014/main" id="{1EC9D7B2-9D1D-6F2A-B514-08DCF74D462F}"/>
              </a:ext>
            </a:extLst>
          </p:cNvPr>
          <p:cNvSpPr/>
          <p:nvPr/>
        </p:nvSpPr>
        <p:spPr>
          <a:xfrm rot="10800000">
            <a:off x="2935484"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3" name="Rectangle 1232">
            <a:extLst>
              <a:ext uri="{FF2B5EF4-FFF2-40B4-BE49-F238E27FC236}">
                <a16:creationId xmlns:a16="http://schemas.microsoft.com/office/drawing/2014/main" id="{22BBE5E0-C7DE-CCBE-8C4E-D49021EFD462}"/>
              </a:ext>
            </a:extLst>
          </p:cNvPr>
          <p:cNvSpPr/>
          <p:nvPr/>
        </p:nvSpPr>
        <p:spPr>
          <a:xfrm rot="10800000">
            <a:off x="2835061"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4" name="Rectangle 1233">
            <a:extLst>
              <a:ext uri="{FF2B5EF4-FFF2-40B4-BE49-F238E27FC236}">
                <a16:creationId xmlns:a16="http://schemas.microsoft.com/office/drawing/2014/main" id="{C72BB8F7-BA11-37E9-2BC2-48BB306311C9}"/>
              </a:ext>
            </a:extLst>
          </p:cNvPr>
          <p:cNvSpPr/>
          <p:nvPr/>
        </p:nvSpPr>
        <p:spPr>
          <a:xfrm rot="10800000">
            <a:off x="2734639"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5" name="Rectangle 1234">
            <a:extLst>
              <a:ext uri="{FF2B5EF4-FFF2-40B4-BE49-F238E27FC236}">
                <a16:creationId xmlns:a16="http://schemas.microsoft.com/office/drawing/2014/main" id="{D618C2EB-BAED-68AF-A0F0-F27FB02697C5}"/>
              </a:ext>
            </a:extLst>
          </p:cNvPr>
          <p:cNvSpPr/>
          <p:nvPr/>
        </p:nvSpPr>
        <p:spPr>
          <a:xfrm rot="10800000">
            <a:off x="2634216"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6" name="Rectangle 1235">
            <a:extLst>
              <a:ext uri="{FF2B5EF4-FFF2-40B4-BE49-F238E27FC236}">
                <a16:creationId xmlns:a16="http://schemas.microsoft.com/office/drawing/2014/main" id="{3CBCA94D-32DA-E4FA-68E7-8FFCB0EF186F}"/>
              </a:ext>
            </a:extLst>
          </p:cNvPr>
          <p:cNvSpPr/>
          <p:nvPr/>
        </p:nvSpPr>
        <p:spPr>
          <a:xfrm rot="10800000">
            <a:off x="2533793"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7" name="Rectangle 1236">
            <a:extLst>
              <a:ext uri="{FF2B5EF4-FFF2-40B4-BE49-F238E27FC236}">
                <a16:creationId xmlns:a16="http://schemas.microsoft.com/office/drawing/2014/main" id="{3177CEDF-2CC9-3747-9905-6E61DDD40221}"/>
              </a:ext>
            </a:extLst>
          </p:cNvPr>
          <p:cNvSpPr/>
          <p:nvPr/>
        </p:nvSpPr>
        <p:spPr>
          <a:xfrm rot="10800000">
            <a:off x="2433370"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8" name="Rectangle 1237">
            <a:extLst>
              <a:ext uri="{FF2B5EF4-FFF2-40B4-BE49-F238E27FC236}">
                <a16:creationId xmlns:a16="http://schemas.microsoft.com/office/drawing/2014/main" id="{FFF3E1F0-D990-AB12-AD26-73E134297396}"/>
              </a:ext>
            </a:extLst>
          </p:cNvPr>
          <p:cNvSpPr/>
          <p:nvPr/>
        </p:nvSpPr>
        <p:spPr>
          <a:xfrm rot="10800000">
            <a:off x="2332947"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9" name="Rectangle 1238">
            <a:extLst>
              <a:ext uri="{FF2B5EF4-FFF2-40B4-BE49-F238E27FC236}">
                <a16:creationId xmlns:a16="http://schemas.microsoft.com/office/drawing/2014/main" id="{A3990F30-5E5C-A235-D6A8-62655B551828}"/>
              </a:ext>
            </a:extLst>
          </p:cNvPr>
          <p:cNvSpPr/>
          <p:nvPr/>
        </p:nvSpPr>
        <p:spPr>
          <a:xfrm rot="10800000">
            <a:off x="2232524"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0" name="Rectangle 1239">
            <a:extLst>
              <a:ext uri="{FF2B5EF4-FFF2-40B4-BE49-F238E27FC236}">
                <a16:creationId xmlns:a16="http://schemas.microsoft.com/office/drawing/2014/main" id="{E42FBFD2-F48F-18FC-0A39-42708F2D31CE}"/>
              </a:ext>
            </a:extLst>
          </p:cNvPr>
          <p:cNvSpPr/>
          <p:nvPr/>
        </p:nvSpPr>
        <p:spPr>
          <a:xfrm rot="10800000">
            <a:off x="2132101"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Rectangle 1240">
            <a:extLst>
              <a:ext uri="{FF2B5EF4-FFF2-40B4-BE49-F238E27FC236}">
                <a16:creationId xmlns:a16="http://schemas.microsoft.com/office/drawing/2014/main" id="{C6EF0387-C487-EB56-77CE-DFC023CC1484}"/>
              </a:ext>
            </a:extLst>
          </p:cNvPr>
          <p:cNvSpPr/>
          <p:nvPr/>
        </p:nvSpPr>
        <p:spPr>
          <a:xfrm rot="10800000">
            <a:off x="2031678"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2" name="Rectangle 1241">
            <a:extLst>
              <a:ext uri="{FF2B5EF4-FFF2-40B4-BE49-F238E27FC236}">
                <a16:creationId xmlns:a16="http://schemas.microsoft.com/office/drawing/2014/main" id="{023EA833-F352-9F50-6ADE-04BDC24C7943}"/>
              </a:ext>
            </a:extLst>
          </p:cNvPr>
          <p:cNvSpPr/>
          <p:nvPr/>
        </p:nvSpPr>
        <p:spPr>
          <a:xfrm rot="10800000">
            <a:off x="1931255"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3" name="Rectangle 1242">
            <a:extLst>
              <a:ext uri="{FF2B5EF4-FFF2-40B4-BE49-F238E27FC236}">
                <a16:creationId xmlns:a16="http://schemas.microsoft.com/office/drawing/2014/main" id="{01FE29B5-52E0-CA28-FAE7-9778629B7288}"/>
              </a:ext>
            </a:extLst>
          </p:cNvPr>
          <p:cNvSpPr/>
          <p:nvPr/>
        </p:nvSpPr>
        <p:spPr>
          <a:xfrm rot="10800000">
            <a:off x="1830832"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4" name="Rectangle 1243">
            <a:extLst>
              <a:ext uri="{FF2B5EF4-FFF2-40B4-BE49-F238E27FC236}">
                <a16:creationId xmlns:a16="http://schemas.microsoft.com/office/drawing/2014/main" id="{E5C1A144-20B2-24A9-DB48-6218C6D1E4A4}"/>
              </a:ext>
            </a:extLst>
          </p:cNvPr>
          <p:cNvSpPr/>
          <p:nvPr/>
        </p:nvSpPr>
        <p:spPr>
          <a:xfrm rot="10800000">
            <a:off x="1730409" y="2026118"/>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5" name="Rectangle 1244">
            <a:extLst>
              <a:ext uri="{FF2B5EF4-FFF2-40B4-BE49-F238E27FC236}">
                <a16:creationId xmlns:a16="http://schemas.microsoft.com/office/drawing/2014/main" id="{2354D12F-1925-FDB3-2622-9DF4DBC8DEBF}"/>
              </a:ext>
            </a:extLst>
          </p:cNvPr>
          <p:cNvSpPr/>
          <p:nvPr/>
        </p:nvSpPr>
        <p:spPr>
          <a:xfrm rot="10800000">
            <a:off x="4542251"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6" name="Rectangle 1245">
            <a:extLst>
              <a:ext uri="{FF2B5EF4-FFF2-40B4-BE49-F238E27FC236}">
                <a16:creationId xmlns:a16="http://schemas.microsoft.com/office/drawing/2014/main" id="{6D5D04DD-1823-2BD7-A469-42F889FE9FED}"/>
              </a:ext>
            </a:extLst>
          </p:cNvPr>
          <p:cNvSpPr/>
          <p:nvPr/>
        </p:nvSpPr>
        <p:spPr>
          <a:xfrm rot="10800000">
            <a:off x="4441828"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7" name="Rectangle 1246">
            <a:extLst>
              <a:ext uri="{FF2B5EF4-FFF2-40B4-BE49-F238E27FC236}">
                <a16:creationId xmlns:a16="http://schemas.microsoft.com/office/drawing/2014/main" id="{438D4A43-D15E-8F4B-E360-BF621339E84E}"/>
              </a:ext>
            </a:extLst>
          </p:cNvPr>
          <p:cNvSpPr/>
          <p:nvPr/>
        </p:nvSpPr>
        <p:spPr>
          <a:xfrm rot="10800000">
            <a:off x="4341405"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8" name="Rectangle 1247">
            <a:extLst>
              <a:ext uri="{FF2B5EF4-FFF2-40B4-BE49-F238E27FC236}">
                <a16:creationId xmlns:a16="http://schemas.microsoft.com/office/drawing/2014/main" id="{46063A11-26E7-9C1A-EDBB-60453EB60FCE}"/>
              </a:ext>
            </a:extLst>
          </p:cNvPr>
          <p:cNvSpPr/>
          <p:nvPr/>
        </p:nvSpPr>
        <p:spPr>
          <a:xfrm rot="10800000">
            <a:off x="4240982"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9" name="Rectangle 1248">
            <a:extLst>
              <a:ext uri="{FF2B5EF4-FFF2-40B4-BE49-F238E27FC236}">
                <a16:creationId xmlns:a16="http://schemas.microsoft.com/office/drawing/2014/main" id="{029E3ED1-38AD-929A-C3BB-D390B252C9D4}"/>
              </a:ext>
            </a:extLst>
          </p:cNvPr>
          <p:cNvSpPr/>
          <p:nvPr/>
        </p:nvSpPr>
        <p:spPr>
          <a:xfrm rot="10800000">
            <a:off x="4140560"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0" name="Rectangle 1249">
            <a:extLst>
              <a:ext uri="{FF2B5EF4-FFF2-40B4-BE49-F238E27FC236}">
                <a16:creationId xmlns:a16="http://schemas.microsoft.com/office/drawing/2014/main" id="{E100B0B2-74C1-2B44-9B07-4B89015CB2EC}"/>
              </a:ext>
            </a:extLst>
          </p:cNvPr>
          <p:cNvSpPr/>
          <p:nvPr/>
        </p:nvSpPr>
        <p:spPr>
          <a:xfrm rot="10800000">
            <a:off x="4040137"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1" name="Rectangle 1250">
            <a:extLst>
              <a:ext uri="{FF2B5EF4-FFF2-40B4-BE49-F238E27FC236}">
                <a16:creationId xmlns:a16="http://schemas.microsoft.com/office/drawing/2014/main" id="{823D5CBA-F1DC-E55A-2D99-9497C341CB8D}"/>
              </a:ext>
            </a:extLst>
          </p:cNvPr>
          <p:cNvSpPr/>
          <p:nvPr/>
        </p:nvSpPr>
        <p:spPr>
          <a:xfrm rot="10800000">
            <a:off x="3939714"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2" name="Rectangle 1251">
            <a:extLst>
              <a:ext uri="{FF2B5EF4-FFF2-40B4-BE49-F238E27FC236}">
                <a16:creationId xmlns:a16="http://schemas.microsoft.com/office/drawing/2014/main" id="{89AC5720-E99D-EB8B-5D19-59D972E2AF78}"/>
              </a:ext>
            </a:extLst>
          </p:cNvPr>
          <p:cNvSpPr/>
          <p:nvPr/>
        </p:nvSpPr>
        <p:spPr>
          <a:xfrm rot="10800000">
            <a:off x="3839291"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3" name="Rectangle 1252">
            <a:extLst>
              <a:ext uri="{FF2B5EF4-FFF2-40B4-BE49-F238E27FC236}">
                <a16:creationId xmlns:a16="http://schemas.microsoft.com/office/drawing/2014/main" id="{E769458C-36E9-707E-CAB0-1104D37DAAFE}"/>
              </a:ext>
            </a:extLst>
          </p:cNvPr>
          <p:cNvSpPr/>
          <p:nvPr/>
        </p:nvSpPr>
        <p:spPr>
          <a:xfrm rot="10800000">
            <a:off x="3738868"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Rectangle 1253">
            <a:extLst>
              <a:ext uri="{FF2B5EF4-FFF2-40B4-BE49-F238E27FC236}">
                <a16:creationId xmlns:a16="http://schemas.microsoft.com/office/drawing/2014/main" id="{98A14EF9-B973-39B6-622B-ABA5F335C85D}"/>
              </a:ext>
            </a:extLst>
          </p:cNvPr>
          <p:cNvSpPr/>
          <p:nvPr/>
        </p:nvSpPr>
        <p:spPr>
          <a:xfrm rot="10800000">
            <a:off x="3638445"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5" name="Rectangle 1254">
            <a:extLst>
              <a:ext uri="{FF2B5EF4-FFF2-40B4-BE49-F238E27FC236}">
                <a16:creationId xmlns:a16="http://schemas.microsoft.com/office/drawing/2014/main" id="{511BAE0B-5FC5-8BBD-901A-D13110697351}"/>
              </a:ext>
            </a:extLst>
          </p:cNvPr>
          <p:cNvSpPr/>
          <p:nvPr/>
        </p:nvSpPr>
        <p:spPr>
          <a:xfrm rot="10800000">
            <a:off x="3538022"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Rectangle 1255">
            <a:extLst>
              <a:ext uri="{FF2B5EF4-FFF2-40B4-BE49-F238E27FC236}">
                <a16:creationId xmlns:a16="http://schemas.microsoft.com/office/drawing/2014/main" id="{0880871D-1932-0405-635F-5E5B4CE51852}"/>
              </a:ext>
            </a:extLst>
          </p:cNvPr>
          <p:cNvSpPr/>
          <p:nvPr/>
        </p:nvSpPr>
        <p:spPr>
          <a:xfrm rot="10800000">
            <a:off x="3437599"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7" name="Rectangle 1256">
            <a:extLst>
              <a:ext uri="{FF2B5EF4-FFF2-40B4-BE49-F238E27FC236}">
                <a16:creationId xmlns:a16="http://schemas.microsoft.com/office/drawing/2014/main" id="{697A1896-4156-363C-9277-D23A9C2887E5}"/>
              </a:ext>
            </a:extLst>
          </p:cNvPr>
          <p:cNvSpPr/>
          <p:nvPr/>
        </p:nvSpPr>
        <p:spPr>
          <a:xfrm rot="10800000">
            <a:off x="3337176"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Rectangle 1257">
            <a:extLst>
              <a:ext uri="{FF2B5EF4-FFF2-40B4-BE49-F238E27FC236}">
                <a16:creationId xmlns:a16="http://schemas.microsoft.com/office/drawing/2014/main" id="{63E55DBA-F70E-FAD9-CB56-7AEF4799C192}"/>
              </a:ext>
            </a:extLst>
          </p:cNvPr>
          <p:cNvSpPr/>
          <p:nvPr/>
        </p:nvSpPr>
        <p:spPr>
          <a:xfrm rot="10800000">
            <a:off x="3236753"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9" name="Rectangle 1258">
            <a:extLst>
              <a:ext uri="{FF2B5EF4-FFF2-40B4-BE49-F238E27FC236}">
                <a16:creationId xmlns:a16="http://schemas.microsoft.com/office/drawing/2014/main" id="{76D2D368-A77F-862E-222C-F97E54849E58}"/>
              </a:ext>
            </a:extLst>
          </p:cNvPr>
          <p:cNvSpPr/>
          <p:nvPr/>
        </p:nvSpPr>
        <p:spPr>
          <a:xfrm rot="10800000">
            <a:off x="3136330"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0" name="Rectangle 1259">
            <a:extLst>
              <a:ext uri="{FF2B5EF4-FFF2-40B4-BE49-F238E27FC236}">
                <a16:creationId xmlns:a16="http://schemas.microsoft.com/office/drawing/2014/main" id="{09EEA26A-3ECE-ABE3-2855-F8D307DFDBE2}"/>
              </a:ext>
            </a:extLst>
          </p:cNvPr>
          <p:cNvSpPr/>
          <p:nvPr/>
        </p:nvSpPr>
        <p:spPr>
          <a:xfrm rot="10800000">
            <a:off x="3035907"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1" name="Rectangle 1260">
            <a:extLst>
              <a:ext uri="{FF2B5EF4-FFF2-40B4-BE49-F238E27FC236}">
                <a16:creationId xmlns:a16="http://schemas.microsoft.com/office/drawing/2014/main" id="{55B1E194-788C-5C0B-0D94-024EDD8858B0}"/>
              </a:ext>
            </a:extLst>
          </p:cNvPr>
          <p:cNvSpPr/>
          <p:nvPr/>
        </p:nvSpPr>
        <p:spPr>
          <a:xfrm rot="10800000">
            <a:off x="2935484"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Rectangle 1261">
            <a:extLst>
              <a:ext uri="{FF2B5EF4-FFF2-40B4-BE49-F238E27FC236}">
                <a16:creationId xmlns:a16="http://schemas.microsoft.com/office/drawing/2014/main" id="{99EAFE78-C619-3D84-B584-2C483B2E6D0C}"/>
              </a:ext>
            </a:extLst>
          </p:cNvPr>
          <p:cNvSpPr/>
          <p:nvPr/>
        </p:nvSpPr>
        <p:spPr>
          <a:xfrm rot="10800000">
            <a:off x="2835061"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3" name="Rectangle 1262">
            <a:extLst>
              <a:ext uri="{FF2B5EF4-FFF2-40B4-BE49-F238E27FC236}">
                <a16:creationId xmlns:a16="http://schemas.microsoft.com/office/drawing/2014/main" id="{00EA10E7-D629-7A48-F714-71E79757F457}"/>
              </a:ext>
            </a:extLst>
          </p:cNvPr>
          <p:cNvSpPr/>
          <p:nvPr/>
        </p:nvSpPr>
        <p:spPr>
          <a:xfrm rot="10800000">
            <a:off x="2734639"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Rectangle 1263">
            <a:extLst>
              <a:ext uri="{FF2B5EF4-FFF2-40B4-BE49-F238E27FC236}">
                <a16:creationId xmlns:a16="http://schemas.microsoft.com/office/drawing/2014/main" id="{7A522AEA-7B3C-EBF3-DA04-6C8B4380653D}"/>
              </a:ext>
            </a:extLst>
          </p:cNvPr>
          <p:cNvSpPr/>
          <p:nvPr/>
        </p:nvSpPr>
        <p:spPr>
          <a:xfrm rot="10800000">
            <a:off x="2634216"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5" name="Rectangle 1264">
            <a:extLst>
              <a:ext uri="{FF2B5EF4-FFF2-40B4-BE49-F238E27FC236}">
                <a16:creationId xmlns:a16="http://schemas.microsoft.com/office/drawing/2014/main" id="{4A46F417-6D06-E9BC-7C42-93B694168E31}"/>
              </a:ext>
            </a:extLst>
          </p:cNvPr>
          <p:cNvSpPr/>
          <p:nvPr/>
        </p:nvSpPr>
        <p:spPr>
          <a:xfrm rot="10800000">
            <a:off x="2533793"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D12BFE7E-A4A1-AF65-DBD0-988E4EB743F5}"/>
              </a:ext>
            </a:extLst>
          </p:cNvPr>
          <p:cNvSpPr/>
          <p:nvPr/>
        </p:nvSpPr>
        <p:spPr>
          <a:xfrm rot="10800000">
            <a:off x="2433370"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73F86E19-0420-F7D4-12E0-B69E3F11F379}"/>
              </a:ext>
            </a:extLst>
          </p:cNvPr>
          <p:cNvSpPr/>
          <p:nvPr/>
        </p:nvSpPr>
        <p:spPr>
          <a:xfrm rot="10800000">
            <a:off x="2332947"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C71F8124-FEA2-503A-8758-4A522A7F5449}"/>
              </a:ext>
            </a:extLst>
          </p:cNvPr>
          <p:cNvSpPr/>
          <p:nvPr/>
        </p:nvSpPr>
        <p:spPr>
          <a:xfrm rot="10800000">
            <a:off x="2232524"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6B3ED7A4-3B13-6B2C-BAF6-8FF6B55A193D}"/>
              </a:ext>
            </a:extLst>
          </p:cNvPr>
          <p:cNvSpPr/>
          <p:nvPr/>
        </p:nvSpPr>
        <p:spPr>
          <a:xfrm rot="10800000">
            <a:off x="2132101"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Rectangle 1269">
            <a:extLst>
              <a:ext uri="{FF2B5EF4-FFF2-40B4-BE49-F238E27FC236}">
                <a16:creationId xmlns:a16="http://schemas.microsoft.com/office/drawing/2014/main" id="{CD3FBE64-FD4A-304A-8725-1FF431EC9677}"/>
              </a:ext>
            </a:extLst>
          </p:cNvPr>
          <p:cNvSpPr/>
          <p:nvPr/>
        </p:nvSpPr>
        <p:spPr>
          <a:xfrm rot="10800000">
            <a:off x="2031678"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49C05FB1-04F6-3F88-58AF-E59506682A69}"/>
              </a:ext>
            </a:extLst>
          </p:cNvPr>
          <p:cNvSpPr/>
          <p:nvPr/>
        </p:nvSpPr>
        <p:spPr>
          <a:xfrm rot="10800000">
            <a:off x="1931255"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075F6244-1B21-C700-CE1E-F7FF8CEE09E9}"/>
              </a:ext>
            </a:extLst>
          </p:cNvPr>
          <p:cNvSpPr/>
          <p:nvPr/>
        </p:nvSpPr>
        <p:spPr>
          <a:xfrm rot="10800000">
            <a:off x="1830832"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Rectangle 1272">
            <a:extLst>
              <a:ext uri="{FF2B5EF4-FFF2-40B4-BE49-F238E27FC236}">
                <a16:creationId xmlns:a16="http://schemas.microsoft.com/office/drawing/2014/main" id="{44754C7F-122D-40C1-770F-3446B4CC46F3}"/>
              </a:ext>
            </a:extLst>
          </p:cNvPr>
          <p:cNvSpPr/>
          <p:nvPr/>
        </p:nvSpPr>
        <p:spPr>
          <a:xfrm rot="10800000">
            <a:off x="1730409" y="1925696"/>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9" name="Rectangle 2248">
            <a:extLst>
              <a:ext uri="{FF2B5EF4-FFF2-40B4-BE49-F238E27FC236}">
                <a16:creationId xmlns:a16="http://schemas.microsoft.com/office/drawing/2014/main" id="{E61E2E40-7ECC-8C2E-F66F-E2C415E4C0AE}"/>
              </a:ext>
            </a:extLst>
          </p:cNvPr>
          <p:cNvSpPr/>
          <p:nvPr/>
        </p:nvSpPr>
        <p:spPr>
          <a:xfrm rot="10800000">
            <a:off x="4542251"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0" name="Rectangle 2249">
            <a:extLst>
              <a:ext uri="{FF2B5EF4-FFF2-40B4-BE49-F238E27FC236}">
                <a16:creationId xmlns:a16="http://schemas.microsoft.com/office/drawing/2014/main" id="{936552BE-2DC6-0599-37EF-79A7FA8DD6F7}"/>
              </a:ext>
            </a:extLst>
          </p:cNvPr>
          <p:cNvSpPr/>
          <p:nvPr/>
        </p:nvSpPr>
        <p:spPr>
          <a:xfrm rot="10800000">
            <a:off x="4441828"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1" name="Rectangle 2250">
            <a:extLst>
              <a:ext uri="{FF2B5EF4-FFF2-40B4-BE49-F238E27FC236}">
                <a16:creationId xmlns:a16="http://schemas.microsoft.com/office/drawing/2014/main" id="{12FF62B3-48D6-BD27-F54D-93A416E42B12}"/>
              </a:ext>
            </a:extLst>
          </p:cNvPr>
          <p:cNvSpPr/>
          <p:nvPr/>
        </p:nvSpPr>
        <p:spPr>
          <a:xfrm rot="10800000">
            <a:off x="4341405"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2" name="Rectangle 2251">
            <a:extLst>
              <a:ext uri="{FF2B5EF4-FFF2-40B4-BE49-F238E27FC236}">
                <a16:creationId xmlns:a16="http://schemas.microsoft.com/office/drawing/2014/main" id="{F810420C-6F74-3130-2BB0-9F45D164A5A4}"/>
              </a:ext>
            </a:extLst>
          </p:cNvPr>
          <p:cNvSpPr/>
          <p:nvPr/>
        </p:nvSpPr>
        <p:spPr>
          <a:xfrm rot="10800000">
            <a:off x="4240982"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 name="Rectangle 2252">
            <a:extLst>
              <a:ext uri="{FF2B5EF4-FFF2-40B4-BE49-F238E27FC236}">
                <a16:creationId xmlns:a16="http://schemas.microsoft.com/office/drawing/2014/main" id="{81A8C2FD-6E69-6C0D-5257-F60B171C7103}"/>
              </a:ext>
            </a:extLst>
          </p:cNvPr>
          <p:cNvSpPr/>
          <p:nvPr/>
        </p:nvSpPr>
        <p:spPr>
          <a:xfrm rot="10800000">
            <a:off x="4140560"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 name="Rectangle 2253">
            <a:extLst>
              <a:ext uri="{FF2B5EF4-FFF2-40B4-BE49-F238E27FC236}">
                <a16:creationId xmlns:a16="http://schemas.microsoft.com/office/drawing/2014/main" id="{F486E4BF-C449-C495-44BE-4F63DD56598B}"/>
              </a:ext>
            </a:extLst>
          </p:cNvPr>
          <p:cNvSpPr/>
          <p:nvPr/>
        </p:nvSpPr>
        <p:spPr>
          <a:xfrm rot="10800000">
            <a:off x="4040137"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 name="Rectangle 2254">
            <a:extLst>
              <a:ext uri="{FF2B5EF4-FFF2-40B4-BE49-F238E27FC236}">
                <a16:creationId xmlns:a16="http://schemas.microsoft.com/office/drawing/2014/main" id="{1FD6D51A-776E-7D19-7E65-941F104F11A8}"/>
              </a:ext>
            </a:extLst>
          </p:cNvPr>
          <p:cNvSpPr/>
          <p:nvPr/>
        </p:nvSpPr>
        <p:spPr>
          <a:xfrm rot="10800000">
            <a:off x="3939714"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6" name="Rectangle 2255">
            <a:extLst>
              <a:ext uri="{FF2B5EF4-FFF2-40B4-BE49-F238E27FC236}">
                <a16:creationId xmlns:a16="http://schemas.microsoft.com/office/drawing/2014/main" id="{D3EBAC81-DCDA-C0EE-BCEF-C10521FD1A27}"/>
              </a:ext>
            </a:extLst>
          </p:cNvPr>
          <p:cNvSpPr/>
          <p:nvPr/>
        </p:nvSpPr>
        <p:spPr>
          <a:xfrm rot="10800000">
            <a:off x="3839291"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7" name="Rectangle 2256">
            <a:extLst>
              <a:ext uri="{FF2B5EF4-FFF2-40B4-BE49-F238E27FC236}">
                <a16:creationId xmlns:a16="http://schemas.microsoft.com/office/drawing/2014/main" id="{B8D809BE-A2C0-3A55-A1EE-47225AB88DB3}"/>
              </a:ext>
            </a:extLst>
          </p:cNvPr>
          <p:cNvSpPr/>
          <p:nvPr/>
        </p:nvSpPr>
        <p:spPr>
          <a:xfrm rot="10800000">
            <a:off x="3738868"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8" name="Rectangle 2257">
            <a:extLst>
              <a:ext uri="{FF2B5EF4-FFF2-40B4-BE49-F238E27FC236}">
                <a16:creationId xmlns:a16="http://schemas.microsoft.com/office/drawing/2014/main" id="{DFDD0C5C-42BD-5BE3-9CF4-CAF8C2148AEF}"/>
              </a:ext>
            </a:extLst>
          </p:cNvPr>
          <p:cNvSpPr/>
          <p:nvPr/>
        </p:nvSpPr>
        <p:spPr>
          <a:xfrm rot="10800000">
            <a:off x="3638445"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9" name="Rectangle 2258">
            <a:extLst>
              <a:ext uri="{FF2B5EF4-FFF2-40B4-BE49-F238E27FC236}">
                <a16:creationId xmlns:a16="http://schemas.microsoft.com/office/drawing/2014/main" id="{41C71486-761C-BD3D-D313-715B62062E36}"/>
              </a:ext>
            </a:extLst>
          </p:cNvPr>
          <p:cNvSpPr/>
          <p:nvPr/>
        </p:nvSpPr>
        <p:spPr>
          <a:xfrm rot="10800000">
            <a:off x="3538022"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0" name="Rectangle 2259">
            <a:extLst>
              <a:ext uri="{FF2B5EF4-FFF2-40B4-BE49-F238E27FC236}">
                <a16:creationId xmlns:a16="http://schemas.microsoft.com/office/drawing/2014/main" id="{B96BD580-BD34-3FE3-E772-F76B7E0876FA}"/>
              </a:ext>
            </a:extLst>
          </p:cNvPr>
          <p:cNvSpPr/>
          <p:nvPr/>
        </p:nvSpPr>
        <p:spPr>
          <a:xfrm rot="10800000">
            <a:off x="3437599"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1" name="Rectangle 2260">
            <a:extLst>
              <a:ext uri="{FF2B5EF4-FFF2-40B4-BE49-F238E27FC236}">
                <a16:creationId xmlns:a16="http://schemas.microsoft.com/office/drawing/2014/main" id="{AF6C28E4-7532-1B62-7C1B-2C5B340B9B38}"/>
              </a:ext>
            </a:extLst>
          </p:cNvPr>
          <p:cNvSpPr/>
          <p:nvPr/>
        </p:nvSpPr>
        <p:spPr>
          <a:xfrm rot="10800000">
            <a:off x="3337176"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 name="Rectangle 2261">
            <a:extLst>
              <a:ext uri="{FF2B5EF4-FFF2-40B4-BE49-F238E27FC236}">
                <a16:creationId xmlns:a16="http://schemas.microsoft.com/office/drawing/2014/main" id="{F48B69B4-C2CC-CB5D-7146-3100699410F0}"/>
              </a:ext>
            </a:extLst>
          </p:cNvPr>
          <p:cNvSpPr/>
          <p:nvPr/>
        </p:nvSpPr>
        <p:spPr>
          <a:xfrm rot="10800000">
            <a:off x="3236753"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3" name="Rectangle 2262">
            <a:extLst>
              <a:ext uri="{FF2B5EF4-FFF2-40B4-BE49-F238E27FC236}">
                <a16:creationId xmlns:a16="http://schemas.microsoft.com/office/drawing/2014/main" id="{327C97EA-D1F4-4B26-B236-784FF4D883A7}"/>
              </a:ext>
            </a:extLst>
          </p:cNvPr>
          <p:cNvSpPr/>
          <p:nvPr/>
        </p:nvSpPr>
        <p:spPr>
          <a:xfrm rot="10800000">
            <a:off x="3136330"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4" name="Rectangle 2263">
            <a:extLst>
              <a:ext uri="{FF2B5EF4-FFF2-40B4-BE49-F238E27FC236}">
                <a16:creationId xmlns:a16="http://schemas.microsoft.com/office/drawing/2014/main" id="{453CE172-F6E2-6B58-FF10-CF9B4DFF13B9}"/>
              </a:ext>
            </a:extLst>
          </p:cNvPr>
          <p:cNvSpPr/>
          <p:nvPr/>
        </p:nvSpPr>
        <p:spPr>
          <a:xfrm rot="10800000">
            <a:off x="3035907"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5" name="Rectangle 2264">
            <a:extLst>
              <a:ext uri="{FF2B5EF4-FFF2-40B4-BE49-F238E27FC236}">
                <a16:creationId xmlns:a16="http://schemas.microsoft.com/office/drawing/2014/main" id="{793FF414-2689-6F6C-DB3B-8CC7619BEE25}"/>
              </a:ext>
            </a:extLst>
          </p:cNvPr>
          <p:cNvSpPr/>
          <p:nvPr/>
        </p:nvSpPr>
        <p:spPr>
          <a:xfrm rot="10800000">
            <a:off x="2935484"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6" name="Rectangle 2265">
            <a:extLst>
              <a:ext uri="{FF2B5EF4-FFF2-40B4-BE49-F238E27FC236}">
                <a16:creationId xmlns:a16="http://schemas.microsoft.com/office/drawing/2014/main" id="{BD335AE7-7C43-295B-A112-3C3C698CA131}"/>
              </a:ext>
            </a:extLst>
          </p:cNvPr>
          <p:cNvSpPr/>
          <p:nvPr/>
        </p:nvSpPr>
        <p:spPr>
          <a:xfrm rot="10800000">
            <a:off x="2835061"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7" name="Rectangle 2266">
            <a:extLst>
              <a:ext uri="{FF2B5EF4-FFF2-40B4-BE49-F238E27FC236}">
                <a16:creationId xmlns:a16="http://schemas.microsoft.com/office/drawing/2014/main" id="{0F10F1CE-56DE-B0D0-976F-D21109E1C190}"/>
              </a:ext>
            </a:extLst>
          </p:cNvPr>
          <p:cNvSpPr/>
          <p:nvPr/>
        </p:nvSpPr>
        <p:spPr>
          <a:xfrm rot="10800000">
            <a:off x="2734639"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8" name="Rectangle 2267">
            <a:extLst>
              <a:ext uri="{FF2B5EF4-FFF2-40B4-BE49-F238E27FC236}">
                <a16:creationId xmlns:a16="http://schemas.microsoft.com/office/drawing/2014/main" id="{FFB6F0DF-9413-5720-DCB1-C80935973854}"/>
              </a:ext>
            </a:extLst>
          </p:cNvPr>
          <p:cNvSpPr/>
          <p:nvPr/>
        </p:nvSpPr>
        <p:spPr>
          <a:xfrm rot="10800000">
            <a:off x="2634216"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9" name="Rectangle 2268">
            <a:extLst>
              <a:ext uri="{FF2B5EF4-FFF2-40B4-BE49-F238E27FC236}">
                <a16:creationId xmlns:a16="http://schemas.microsoft.com/office/drawing/2014/main" id="{3926DADB-CCB0-05EF-9B90-824B70CE0B46}"/>
              </a:ext>
            </a:extLst>
          </p:cNvPr>
          <p:cNvSpPr/>
          <p:nvPr/>
        </p:nvSpPr>
        <p:spPr>
          <a:xfrm rot="10800000">
            <a:off x="2533793"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0" name="Rectangle 2269">
            <a:extLst>
              <a:ext uri="{FF2B5EF4-FFF2-40B4-BE49-F238E27FC236}">
                <a16:creationId xmlns:a16="http://schemas.microsoft.com/office/drawing/2014/main" id="{B71193EC-A7F5-9030-56FB-0631AACE683C}"/>
              </a:ext>
            </a:extLst>
          </p:cNvPr>
          <p:cNvSpPr/>
          <p:nvPr/>
        </p:nvSpPr>
        <p:spPr>
          <a:xfrm rot="10800000">
            <a:off x="2433370"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1" name="Rectangle 2270">
            <a:extLst>
              <a:ext uri="{FF2B5EF4-FFF2-40B4-BE49-F238E27FC236}">
                <a16:creationId xmlns:a16="http://schemas.microsoft.com/office/drawing/2014/main" id="{161797D2-5E1D-97E4-4DDC-873E34D34097}"/>
              </a:ext>
            </a:extLst>
          </p:cNvPr>
          <p:cNvSpPr/>
          <p:nvPr/>
        </p:nvSpPr>
        <p:spPr>
          <a:xfrm rot="10800000">
            <a:off x="2332947"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2" name="Rectangle 2271">
            <a:extLst>
              <a:ext uri="{FF2B5EF4-FFF2-40B4-BE49-F238E27FC236}">
                <a16:creationId xmlns:a16="http://schemas.microsoft.com/office/drawing/2014/main" id="{C6393927-4DFB-3F64-3AC7-972E8E131093}"/>
              </a:ext>
            </a:extLst>
          </p:cNvPr>
          <p:cNvSpPr/>
          <p:nvPr/>
        </p:nvSpPr>
        <p:spPr>
          <a:xfrm rot="10800000">
            <a:off x="2232524"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 name="Rectangle 2272">
            <a:extLst>
              <a:ext uri="{FF2B5EF4-FFF2-40B4-BE49-F238E27FC236}">
                <a16:creationId xmlns:a16="http://schemas.microsoft.com/office/drawing/2014/main" id="{4806FBCF-D212-78A4-F64B-EF03A95A0243}"/>
              </a:ext>
            </a:extLst>
          </p:cNvPr>
          <p:cNvSpPr/>
          <p:nvPr/>
        </p:nvSpPr>
        <p:spPr>
          <a:xfrm rot="10800000">
            <a:off x="2132101"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4" name="Rectangle 2273">
            <a:extLst>
              <a:ext uri="{FF2B5EF4-FFF2-40B4-BE49-F238E27FC236}">
                <a16:creationId xmlns:a16="http://schemas.microsoft.com/office/drawing/2014/main" id="{4CCAD27A-1EC2-98C5-22BC-A4EE1598B094}"/>
              </a:ext>
            </a:extLst>
          </p:cNvPr>
          <p:cNvSpPr/>
          <p:nvPr/>
        </p:nvSpPr>
        <p:spPr>
          <a:xfrm rot="10800000">
            <a:off x="2031678"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5" name="Rectangle 2274">
            <a:extLst>
              <a:ext uri="{FF2B5EF4-FFF2-40B4-BE49-F238E27FC236}">
                <a16:creationId xmlns:a16="http://schemas.microsoft.com/office/drawing/2014/main" id="{EA22D7EE-AFC2-6FCC-F9AA-ED161EEF0153}"/>
              </a:ext>
            </a:extLst>
          </p:cNvPr>
          <p:cNvSpPr/>
          <p:nvPr/>
        </p:nvSpPr>
        <p:spPr>
          <a:xfrm rot="10800000">
            <a:off x="1931255"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6" name="Rectangle 2275">
            <a:extLst>
              <a:ext uri="{FF2B5EF4-FFF2-40B4-BE49-F238E27FC236}">
                <a16:creationId xmlns:a16="http://schemas.microsoft.com/office/drawing/2014/main" id="{09ACBED5-A21B-38B6-6850-38910CABADF6}"/>
              </a:ext>
            </a:extLst>
          </p:cNvPr>
          <p:cNvSpPr/>
          <p:nvPr/>
        </p:nvSpPr>
        <p:spPr>
          <a:xfrm rot="10800000">
            <a:off x="1830832"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 name="Rectangle 2276">
            <a:extLst>
              <a:ext uri="{FF2B5EF4-FFF2-40B4-BE49-F238E27FC236}">
                <a16:creationId xmlns:a16="http://schemas.microsoft.com/office/drawing/2014/main" id="{118F0D8A-357A-DA78-9CC2-F85DEE5C15ED}"/>
              </a:ext>
            </a:extLst>
          </p:cNvPr>
          <p:cNvSpPr/>
          <p:nvPr/>
        </p:nvSpPr>
        <p:spPr>
          <a:xfrm rot="10800000">
            <a:off x="1730409" y="242607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8" name="Rectangle 2277">
            <a:extLst>
              <a:ext uri="{FF2B5EF4-FFF2-40B4-BE49-F238E27FC236}">
                <a16:creationId xmlns:a16="http://schemas.microsoft.com/office/drawing/2014/main" id="{29E82D63-F1F8-976A-3BAA-19825F2EFD13}"/>
              </a:ext>
            </a:extLst>
          </p:cNvPr>
          <p:cNvSpPr/>
          <p:nvPr/>
        </p:nvSpPr>
        <p:spPr>
          <a:xfrm rot="10800000">
            <a:off x="4542251"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9" name="Rectangle 2278">
            <a:extLst>
              <a:ext uri="{FF2B5EF4-FFF2-40B4-BE49-F238E27FC236}">
                <a16:creationId xmlns:a16="http://schemas.microsoft.com/office/drawing/2014/main" id="{BBD16206-985B-ECC2-C764-0ABDCF29095C}"/>
              </a:ext>
            </a:extLst>
          </p:cNvPr>
          <p:cNvSpPr/>
          <p:nvPr/>
        </p:nvSpPr>
        <p:spPr>
          <a:xfrm rot="10800000">
            <a:off x="4441828"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0" name="Rectangle 2279">
            <a:extLst>
              <a:ext uri="{FF2B5EF4-FFF2-40B4-BE49-F238E27FC236}">
                <a16:creationId xmlns:a16="http://schemas.microsoft.com/office/drawing/2014/main" id="{F5F6E371-734F-E2C8-ED78-D775517B683D}"/>
              </a:ext>
            </a:extLst>
          </p:cNvPr>
          <p:cNvSpPr/>
          <p:nvPr/>
        </p:nvSpPr>
        <p:spPr>
          <a:xfrm rot="10800000">
            <a:off x="4341405"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1" name="Rectangle 2280">
            <a:extLst>
              <a:ext uri="{FF2B5EF4-FFF2-40B4-BE49-F238E27FC236}">
                <a16:creationId xmlns:a16="http://schemas.microsoft.com/office/drawing/2014/main" id="{85DE341F-C03A-930B-68B1-2A54232331D5}"/>
              </a:ext>
            </a:extLst>
          </p:cNvPr>
          <p:cNvSpPr/>
          <p:nvPr/>
        </p:nvSpPr>
        <p:spPr>
          <a:xfrm rot="10800000">
            <a:off x="4240982"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2" name="Rectangle 2281">
            <a:extLst>
              <a:ext uri="{FF2B5EF4-FFF2-40B4-BE49-F238E27FC236}">
                <a16:creationId xmlns:a16="http://schemas.microsoft.com/office/drawing/2014/main" id="{1B29C978-C299-BC73-F25E-757BEEBF7F1E}"/>
              </a:ext>
            </a:extLst>
          </p:cNvPr>
          <p:cNvSpPr/>
          <p:nvPr/>
        </p:nvSpPr>
        <p:spPr>
          <a:xfrm rot="10800000">
            <a:off x="4140560"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3" name="Rectangle 2282">
            <a:extLst>
              <a:ext uri="{FF2B5EF4-FFF2-40B4-BE49-F238E27FC236}">
                <a16:creationId xmlns:a16="http://schemas.microsoft.com/office/drawing/2014/main" id="{D5CDB960-0691-EABD-0926-AA0A0A4AD96A}"/>
              </a:ext>
            </a:extLst>
          </p:cNvPr>
          <p:cNvSpPr/>
          <p:nvPr/>
        </p:nvSpPr>
        <p:spPr>
          <a:xfrm rot="10800000">
            <a:off x="4040137"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4" name="Rectangle 2283">
            <a:extLst>
              <a:ext uri="{FF2B5EF4-FFF2-40B4-BE49-F238E27FC236}">
                <a16:creationId xmlns:a16="http://schemas.microsoft.com/office/drawing/2014/main" id="{9D0642A9-D3A5-70FC-C1EE-84D9CCF2CC2A}"/>
              </a:ext>
            </a:extLst>
          </p:cNvPr>
          <p:cNvSpPr/>
          <p:nvPr/>
        </p:nvSpPr>
        <p:spPr>
          <a:xfrm rot="10800000">
            <a:off x="3939714"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5" name="Rectangle 2284">
            <a:extLst>
              <a:ext uri="{FF2B5EF4-FFF2-40B4-BE49-F238E27FC236}">
                <a16:creationId xmlns:a16="http://schemas.microsoft.com/office/drawing/2014/main" id="{600D65EE-2C1D-28D3-4EE6-B2BCA85EF621}"/>
              </a:ext>
            </a:extLst>
          </p:cNvPr>
          <p:cNvSpPr/>
          <p:nvPr/>
        </p:nvSpPr>
        <p:spPr>
          <a:xfrm rot="10800000">
            <a:off x="3839291"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6" name="Rectangle 2285">
            <a:extLst>
              <a:ext uri="{FF2B5EF4-FFF2-40B4-BE49-F238E27FC236}">
                <a16:creationId xmlns:a16="http://schemas.microsoft.com/office/drawing/2014/main" id="{11B979A2-C761-6883-5D80-B32CA6DC5926}"/>
              </a:ext>
            </a:extLst>
          </p:cNvPr>
          <p:cNvSpPr/>
          <p:nvPr/>
        </p:nvSpPr>
        <p:spPr>
          <a:xfrm rot="10800000">
            <a:off x="3738868"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 name="Rectangle 2286">
            <a:extLst>
              <a:ext uri="{FF2B5EF4-FFF2-40B4-BE49-F238E27FC236}">
                <a16:creationId xmlns:a16="http://schemas.microsoft.com/office/drawing/2014/main" id="{E0A51D2F-91D8-7E6D-572C-63F3F4CD299E}"/>
              </a:ext>
            </a:extLst>
          </p:cNvPr>
          <p:cNvSpPr/>
          <p:nvPr/>
        </p:nvSpPr>
        <p:spPr>
          <a:xfrm rot="10800000">
            <a:off x="3638445"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8" name="Rectangle 2287">
            <a:extLst>
              <a:ext uri="{FF2B5EF4-FFF2-40B4-BE49-F238E27FC236}">
                <a16:creationId xmlns:a16="http://schemas.microsoft.com/office/drawing/2014/main" id="{82342597-E5CF-0E83-E877-710071D8BB73}"/>
              </a:ext>
            </a:extLst>
          </p:cNvPr>
          <p:cNvSpPr/>
          <p:nvPr/>
        </p:nvSpPr>
        <p:spPr>
          <a:xfrm rot="10800000">
            <a:off x="3538022"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9" name="Rectangle 2288">
            <a:extLst>
              <a:ext uri="{FF2B5EF4-FFF2-40B4-BE49-F238E27FC236}">
                <a16:creationId xmlns:a16="http://schemas.microsoft.com/office/drawing/2014/main" id="{608C893F-BC68-36D9-1CBC-8C712990CB77}"/>
              </a:ext>
            </a:extLst>
          </p:cNvPr>
          <p:cNvSpPr/>
          <p:nvPr/>
        </p:nvSpPr>
        <p:spPr>
          <a:xfrm rot="10800000">
            <a:off x="3437599"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0" name="Rectangle 2289">
            <a:extLst>
              <a:ext uri="{FF2B5EF4-FFF2-40B4-BE49-F238E27FC236}">
                <a16:creationId xmlns:a16="http://schemas.microsoft.com/office/drawing/2014/main" id="{B7AEFE5D-E7C4-1E53-3C97-50FF499D1C87}"/>
              </a:ext>
            </a:extLst>
          </p:cNvPr>
          <p:cNvSpPr/>
          <p:nvPr/>
        </p:nvSpPr>
        <p:spPr>
          <a:xfrm rot="10800000">
            <a:off x="3337176"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1" name="Rectangle 2290">
            <a:extLst>
              <a:ext uri="{FF2B5EF4-FFF2-40B4-BE49-F238E27FC236}">
                <a16:creationId xmlns:a16="http://schemas.microsoft.com/office/drawing/2014/main" id="{D651D9DA-3F22-48E4-5BFB-F1B098DDEE8B}"/>
              </a:ext>
            </a:extLst>
          </p:cNvPr>
          <p:cNvSpPr/>
          <p:nvPr/>
        </p:nvSpPr>
        <p:spPr>
          <a:xfrm rot="10800000">
            <a:off x="3236753"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2" name="Rectangle 2291">
            <a:extLst>
              <a:ext uri="{FF2B5EF4-FFF2-40B4-BE49-F238E27FC236}">
                <a16:creationId xmlns:a16="http://schemas.microsoft.com/office/drawing/2014/main" id="{F06A7320-D213-F00D-FDCF-BCB6EFBFE79A}"/>
              </a:ext>
            </a:extLst>
          </p:cNvPr>
          <p:cNvSpPr/>
          <p:nvPr/>
        </p:nvSpPr>
        <p:spPr>
          <a:xfrm rot="10800000">
            <a:off x="3136330"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3" name="Rectangle 2292">
            <a:extLst>
              <a:ext uri="{FF2B5EF4-FFF2-40B4-BE49-F238E27FC236}">
                <a16:creationId xmlns:a16="http://schemas.microsoft.com/office/drawing/2014/main" id="{38C8F23C-CCAE-7212-98B1-2E9ED2119277}"/>
              </a:ext>
            </a:extLst>
          </p:cNvPr>
          <p:cNvSpPr/>
          <p:nvPr/>
        </p:nvSpPr>
        <p:spPr>
          <a:xfrm rot="10800000">
            <a:off x="3035907"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4" name="Rectangle 2293">
            <a:extLst>
              <a:ext uri="{FF2B5EF4-FFF2-40B4-BE49-F238E27FC236}">
                <a16:creationId xmlns:a16="http://schemas.microsoft.com/office/drawing/2014/main" id="{5ACCB6B9-C79A-E035-36B3-C528E72C13E3}"/>
              </a:ext>
            </a:extLst>
          </p:cNvPr>
          <p:cNvSpPr/>
          <p:nvPr/>
        </p:nvSpPr>
        <p:spPr>
          <a:xfrm rot="10800000">
            <a:off x="2935484"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5" name="Rectangle 2294">
            <a:extLst>
              <a:ext uri="{FF2B5EF4-FFF2-40B4-BE49-F238E27FC236}">
                <a16:creationId xmlns:a16="http://schemas.microsoft.com/office/drawing/2014/main" id="{368230F1-E3B1-0EA2-DCE7-9A6DA82006E8}"/>
              </a:ext>
            </a:extLst>
          </p:cNvPr>
          <p:cNvSpPr/>
          <p:nvPr/>
        </p:nvSpPr>
        <p:spPr>
          <a:xfrm rot="10800000">
            <a:off x="2835061"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6" name="Rectangle 2295">
            <a:extLst>
              <a:ext uri="{FF2B5EF4-FFF2-40B4-BE49-F238E27FC236}">
                <a16:creationId xmlns:a16="http://schemas.microsoft.com/office/drawing/2014/main" id="{F3940FBB-C9D2-6A56-54E5-2AB85E260A21}"/>
              </a:ext>
            </a:extLst>
          </p:cNvPr>
          <p:cNvSpPr/>
          <p:nvPr/>
        </p:nvSpPr>
        <p:spPr>
          <a:xfrm rot="10800000">
            <a:off x="2734639"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7" name="Rectangle 2296">
            <a:extLst>
              <a:ext uri="{FF2B5EF4-FFF2-40B4-BE49-F238E27FC236}">
                <a16:creationId xmlns:a16="http://schemas.microsoft.com/office/drawing/2014/main" id="{270C82C9-992F-D1C3-367A-5A11C196B8B0}"/>
              </a:ext>
            </a:extLst>
          </p:cNvPr>
          <p:cNvSpPr/>
          <p:nvPr/>
        </p:nvSpPr>
        <p:spPr>
          <a:xfrm rot="10800000">
            <a:off x="2634216"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 name="Rectangle 2297">
            <a:extLst>
              <a:ext uri="{FF2B5EF4-FFF2-40B4-BE49-F238E27FC236}">
                <a16:creationId xmlns:a16="http://schemas.microsoft.com/office/drawing/2014/main" id="{6C001182-0B9C-900F-3EBD-177614A819BB}"/>
              </a:ext>
            </a:extLst>
          </p:cNvPr>
          <p:cNvSpPr/>
          <p:nvPr/>
        </p:nvSpPr>
        <p:spPr>
          <a:xfrm rot="10800000">
            <a:off x="2533793"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9" name="Rectangle 2298">
            <a:extLst>
              <a:ext uri="{FF2B5EF4-FFF2-40B4-BE49-F238E27FC236}">
                <a16:creationId xmlns:a16="http://schemas.microsoft.com/office/drawing/2014/main" id="{A213F611-C3C1-D6F9-9019-AAF65A48BF59}"/>
              </a:ext>
            </a:extLst>
          </p:cNvPr>
          <p:cNvSpPr/>
          <p:nvPr/>
        </p:nvSpPr>
        <p:spPr>
          <a:xfrm rot="10800000">
            <a:off x="2433370"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0" name="Rectangle 2299">
            <a:extLst>
              <a:ext uri="{FF2B5EF4-FFF2-40B4-BE49-F238E27FC236}">
                <a16:creationId xmlns:a16="http://schemas.microsoft.com/office/drawing/2014/main" id="{E903AE0B-ED60-15C2-7E10-1711D9776A97}"/>
              </a:ext>
            </a:extLst>
          </p:cNvPr>
          <p:cNvSpPr/>
          <p:nvPr/>
        </p:nvSpPr>
        <p:spPr>
          <a:xfrm rot="10800000">
            <a:off x="2332947"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1" name="Rectangle 2300">
            <a:extLst>
              <a:ext uri="{FF2B5EF4-FFF2-40B4-BE49-F238E27FC236}">
                <a16:creationId xmlns:a16="http://schemas.microsoft.com/office/drawing/2014/main" id="{FE96E1A1-320E-167F-EC28-6C446215D6EA}"/>
              </a:ext>
            </a:extLst>
          </p:cNvPr>
          <p:cNvSpPr/>
          <p:nvPr/>
        </p:nvSpPr>
        <p:spPr>
          <a:xfrm rot="10800000">
            <a:off x="2232524"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2" name="Rectangle 2301">
            <a:extLst>
              <a:ext uri="{FF2B5EF4-FFF2-40B4-BE49-F238E27FC236}">
                <a16:creationId xmlns:a16="http://schemas.microsoft.com/office/drawing/2014/main" id="{41A667A6-B784-21E5-228A-4F23B3593B1C}"/>
              </a:ext>
            </a:extLst>
          </p:cNvPr>
          <p:cNvSpPr/>
          <p:nvPr/>
        </p:nvSpPr>
        <p:spPr>
          <a:xfrm rot="10800000">
            <a:off x="2132101"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3" name="Rectangle 2302">
            <a:extLst>
              <a:ext uri="{FF2B5EF4-FFF2-40B4-BE49-F238E27FC236}">
                <a16:creationId xmlns:a16="http://schemas.microsoft.com/office/drawing/2014/main" id="{FB1CA144-89F9-F342-B78A-D017DC09D08E}"/>
              </a:ext>
            </a:extLst>
          </p:cNvPr>
          <p:cNvSpPr/>
          <p:nvPr/>
        </p:nvSpPr>
        <p:spPr>
          <a:xfrm rot="10800000">
            <a:off x="2031678"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4" name="Rectangle 2303">
            <a:extLst>
              <a:ext uri="{FF2B5EF4-FFF2-40B4-BE49-F238E27FC236}">
                <a16:creationId xmlns:a16="http://schemas.microsoft.com/office/drawing/2014/main" id="{975BEE79-714E-8700-3E93-A55009E9D897}"/>
              </a:ext>
            </a:extLst>
          </p:cNvPr>
          <p:cNvSpPr/>
          <p:nvPr/>
        </p:nvSpPr>
        <p:spPr>
          <a:xfrm rot="10800000">
            <a:off x="1931255"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5" name="Rectangle 2304">
            <a:extLst>
              <a:ext uri="{FF2B5EF4-FFF2-40B4-BE49-F238E27FC236}">
                <a16:creationId xmlns:a16="http://schemas.microsoft.com/office/drawing/2014/main" id="{E0588FF1-197E-9308-42C7-EC7EC45BFC30}"/>
              </a:ext>
            </a:extLst>
          </p:cNvPr>
          <p:cNvSpPr/>
          <p:nvPr/>
        </p:nvSpPr>
        <p:spPr>
          <a:xfrm rot="10800000">
            <a:off x="1830832"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6" name="Rectangle 2305">
            <a:extLst>
              <a:ext uri="{FF2B5EF4-FFF2-40B4-BE49-F238E27FC236}">
                <a16:creationId xmlns:a16="http://schemas.microsoft.com/office/drawing/2014/main" id="{27AF5D77-EB08-5CDC-05A1-42F793300CA4}"/>
              </a:ext>
            </a:extLst>
          </p:cNvPr>
          <p:cNvSpPr/>
          <p:nvPr/>
        </p:nvSpPr>
        <p:spPr>
          <a:xfrm rot="10800000">
            <a:off x="1730409" y="2325783"/>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7" name="Rectangle 2306">
            <a:extLst>
              <a:ext uri="{FF2B5EF4-FFF2-40B4-BE49-F238E27FC236}">
                <a16:creationId xmlns:a16="http://schemas.microsoft.com/office/drawing/2014/main" id="{42AAFC9D-99B3-AEA5-C2C7-FEE3F6B01C88}"/>
              </a:ext>
            </a:extLst>
          </p:cNvPr>
          <p:cNvSpPr/>
          <p:nvPr/>
        </p:nvSpPr>
        <p:spPr>
          <a:xfrm rot="10800000">
            <a:off x="4542251"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8" name="Rectangle 2307">
            <a:extLst>
              <a:ext uri="{FF2B5EF4-FFF2-40B4-BE49-F238E27FC236}">
                <a16:creationId xmlns:a16="http://schemas.microsoft.com/office/drawing/2014/main" id="{40B4C6EF-0958-6BB6-CEE1-CC2C7A8FC18E}"/>
              </a:ext>
            </a:extLst>
          </p:cNvPr>
          <p:cNvSpPr/>
          <p:nvPr/>
        </p:nvSpPr>
        <p:spPr>
          <a:xfrm rot="10800000">
            <a:off x="4441828"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9" name="Rectangle 2308">
            <a:extLst>
              <a:ext uri="{FF2B5EF4-FFF2-40B4-BE49-F238E27FC236}">
                <a16:creationId xmlns:a16="http://schemas.microsoft.com/office/drawing/2014/main" id="{9589962F-9EBA-B5D4-B3F9-4326900AE070}"/>
              </a:ext>
            </a:extLst>
          </p:cNvPr>
          <p:cNvSpPr/>
          <p:nvPr/>
        </p:nvSpPr>
        <p:spPr>
          <a:xfrm rot="10800000">
            <a:off x="4341405"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0" name="Rectangle 2309">
            <a:extLst>
              <a:ext uri="{FF2B5EF4-FFF2-40B4-BE49-F238E27FC236}">
                <a16:creationId xmlns:a16="http://schemas.microsoft.com/office/drawing/2014/main" id="{C1042860-AC15-BCDB-3126-63A25C47E293}"/>
              </a:ext>
            </a:extLst>
          </p:cNvPr>
          <p:cNvSpPr/>
          <p:nvPr/>
        </p:nvSpPr>
        <p:spPr>
          <a:xfrm rot="10800000">
            <a:off x="4240982"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1" name="Rectangle 2310">
            <a:extLst>
              <a:ext uri="{FF2B5EF4-FFF2-40B4-BE49-F238E27FC236}">
                <a16:creationId xmlns:a16="http://schemas.microsoft.com/office/drawing/2014/main" id="{3D031DF0-9FC7-D2B9-AC39-1B2C795041C2}"/>
              </a:ext>
            </a:extLst>
          </p:cNvPr>
          <p:cNvSpPr/>
          <p:nvPr/>
        </p:nvSpPr>
        <p:spPr>
          <a:xfrm rot="10800000">
            <a:off x="4140560"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2" name="Rectangle 2311">
            <a:extLst>
              <a:ext uri="{FF2B5EF4-FFF2-40B4-BE49-F238E27FC236}">
                <a16:creationId xmlns:a16="http://schemas.microsoft.com/office/drawing/2014/main" id="{DB726CB5-3A03-FF74-0566-DBB6A0242683}"/>
              </a:ext>
            </a:extLst>
          </p:cNvPr>
          <p:cNvSpPr/>
          <p:nvPr/>
        </p:nvSpPr>
        <p:spPr>
          <a:xfrm rot="10800000">
            <a:off x="4040137"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3" name="Rectangle 2312">
            <a:extLst>
              <a:ext uri="{FF2B5EF4-FFF2-40B4-BE49-F238E27FC236}">
                <a16:creationId xmlns:a16="http://schemas.microsoft.com/office/drawing/2014/main" id="{F77DCA79-0712-8A4C-6D8C-C857B532612A}"/>
              </a:ext>
            </a:extLst>
          </p:cNvPr>
          <p:cNvSpPr/>
          <p:nvPr/>
        </p:nvSpPr>
        <p:spPr>
          <a:xfrm rot="10800000">
            <a:off x="3939714"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4" name="Rectangle 2313">
            <a:extLst>
              <a:ext uri="{FF2B5EF4-FFF2-40B4-BE49-F238E27FC236}">
                <a16:creationId xmlns:a16="http://schemas.microsoft.com/office/drawing/2014/main" id="{39617931-5738-EEE4-BDFF-21E86DAFBDC4}"/>
              </a:ext>
            </a:extLst>
          </p:cNvPr>
          <p:cNvSpPr/>
          <p:nvPr/>
        </p:nvSpPr>
        <p:spPr>
          <a:xfrm rot="10800000">
            <a:off x="3839291"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5" name="Rectangle 2314">
            <a:extLst>
              <a:ext uri="{FF2B5EF4-FFF2-40B4-BE49-F238E27FC236}">
                <a16:creationId xmlns:a16="http://schemas.microsoft.com/office/drawing/2014/main" id="{B215279A-68A2-7D97-4560-E85FB1C01E7D}"/>
              </a:ext>
            </a:extLst>
          </p:cNvPr>
          <p:cNvSpPr/>
          <p:nvPr/>
        </p:nvSpPr>
        <p:spPr>
          <a:xfrm rot="10800000">
            <a:off x="3738868"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6" name="Rectangle 2315">
            <a:extLst>
              <a:ext uri="{FF2B5EF4-FFF2-40B4-BE49-F238E27FC236}">
                <a16:creationId xmlns:a16="http://schemas.microsoft.com/office/drawing/2014/main" id="{FF2F68F5-1BC8-5451-42B3-306D29B167FA}"/>
              </a:ext>
            </a:extLst>
          </p:cNvPr>
          <p:cNvSpPr/>
          <p:nvPr/>
        </p:nvSpPr>
        <p:spPr>
          <a:xfrm rot="10800000">
            <a:off x="3638445"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7" name="Rectangle 2316">
            <a:extLst>
              <a:ext uri="{FF2B5EF4-FFF2-40B4-BE49-F238E27FC236}">
                <a16:creationId xmlns:a16="http://schemas.microsoft.com/office/drawing/2014/main" id="{003CB301-BE45-D5DB-B032-4D423BC24804}"/>
              </a:ext>
            </a:extLst>
          </p:cNvPr>
          <p:cNvSpPr/>
          <p:nvPr/>
        </p:nvSpPr>
        <p:spPr>
          <a:xfrm rot="10800000">
            <a:off x="3538022"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8" name="Rectangle 2317">
            <a:extLst>
              <a:ext uri="{FF2B5EF4-FFF2-40B4-BE49-F238E27FC236}">
                <a16:creationId xmlns:a16="http://schemas.microsoft.com/office/drawing/2014/main" id="{D2C4A232-CE03-E006-B365-D1AAAF8ADFD5}"/>
              </a:ext>
            </a:extLst>
          </p:cNvPr>
          <p:cNvSpPr/>
          <p:nvPr/>
        </p:nvSpPr>
        <p:spPr>
          <a:xfrm rot="10800000">
            <a:off x="3437599"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9" name="Rectangle 2318">
            <a:extLst>
              <a:ext uri="{FF2B5EF4-FFF2-40B4-BE49-F238E27FC236}">
                <a16:creationId xmlns:a16="http://schemas.microsoft.com/office/drawing/2014/main" id="{E87D2171-FB92-E601-C9AF-BC4EF5022819}"/>
              </a:ext>
            </a:extLst>
          </p:cNvPr>
          <p:cNvSpPr/>
          <p:nvPr/>
        </p:nvSpPr>
        <p:spPr>
          <a:xfrm rot="10800000">
            <a:off x="3337176"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0" name="Rectangle 2319">
            <a:extLst>
              <a:ext uri="{FF2B5EF4-FFF2-40B4-BE49-F238E27FC236}">
                <a16:creationId xmlns:a16="http://schemas.microsoft.com/office/drawing/2014/main" id="{D2CBEF1F-13D8-5BCA-49FA-BED0CD8AA854}"/>
              </a:ext>
            </a:extLst>
          </p:cNvPr>
          <p:cNvSpPr/>
          <p:nvPr/>
        </p:nvSpPr>
        <p:spPr>
          <a:xfrm rot="10800000">
            <a:off x="3236753"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 name="Rectangle 2320">
            <a:extLst>
              <a:ext uri="{FF2B5EF4-FFF2-40B4-BE49-F238E27FC236}">
                <a16:creationId xmlns:a16="http://schemas.microsoft.com/office/drawing/2014/main" id="{09F0C64C-9CC0-67F5-AAE7-B346B0686801}"/>
              </a:ext>
            </a:extLst>
          </p:cNvPr>
          <p:cNvSpPr/>
          <p:nvPr/>
        </p:nvSpPr>
        <p:spPr>
          <a:xfrm rot="10800000">
            <a:off x="3136330"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2" name="Rectangle 2321">
            <a:extLst>
              <a:ext uri="{FF2B5EF4-FFF2-40B4-BE49-F238E27FC236}">
                <a16:creationId xmlns:a16="http://schemas.microsoft.com/office/drawing/2014/main" id="{906DEEB2-D285-E3B7-E565-E83721E24831}"/>
              </a:ext>
            </a:extLst>
          </p:cNvPr>
          <p:cNvSpPr/>
          <p:nvPr/>
        </p:nvSpPr>
        <p:spPr>
          <a:xfrm rot="10800000">
            <a:off x="3035907"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3" name="Rectangle 2322">
            <a:extLst>
              <a:ext uri="{FF2B5EF4-FFF2-40B4-BE49-F238E27FC236}">
                <a16:creationId xmlns:a16="http://schemas.microsoft.com/office/drawing/2014/main" id="{9861203E-5F1A-BBDD-DDE4-780FADFC879C}"/>
              </a:ext>
            </a:extLst>
          </p:cNvPr>
          <p:cNvSpPr/>
          <p:nvPr/>
        </p:nvSpPr>
        <p:spPr>
          <a:xfrm rot="10800000">
            <a:off x="2935484"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4" name="Rectangle 2323">
            <a:extLst>
              <a:ext uri="{FF2B5EF4-FFF2-40B4-BE49-F238E27FC236}">
                <a16:creationId xmlns:a16="http://schemas.microsoft.com/office/drawing/2014/main" id="{E5CBC14E-2748-1CF5-6D25-D64B3DBFD68F}"/>
              </a:ext>
            </a:extLst>
          </p:cNvPr>
          <p:cNvSpPr/>
          <p:nvPr/>
        </p:nvSpPr>
        <p:spPr>
          <a:xfrm rot="10800000">
            <a:off x="2835061"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5" name="Rectangle 2324">
            <a:extLst>
              <a:ext uri="{FF2B5EF4-FFF2-40B4-BE49-F238E27FC236}">
                <a16:creationId xmlns:a16="http://schemas.microsoft.com/office/drawing/2014/main" id="{8871F751-AFA3-3F3F-D7FD-85C1249B9DE9}"/>
              </a:ext>
            </a:extLst>
          </p:cNvPr>
          <p:cNvSpPr/>
          <p:nvPr/>
        </p:nvSpPr>
        <p:spPr>
          <a:xfrm rot="10800000">
            <a:off x="2734639"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6" name="Rectangle 2325">
            <a:extLst>
              <a:ext uri="{FF2B5EF4-FFF2-40B4-BE49-F238E27FC236}">
                <a16:creationId xmlns:a16="http://schemas.microsoft.com/office/drawing/2014/main" id="{FDFC5F27-1122-1CA4-4790-2E612E756234}"/>
              </a:ext>
            </a:extLst>
          </p:cNvPr>
          <p:cNvSpPr/>
          <p:nvPr/>
        </p:nvSpPr>
        <p:spPr>
          <a:xfrm rot="10800000">
            <a:off x="2634216"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7" name="Rectangle 2326">
            <a:extLst>
              <a:ext uri="{FF2B5EF4-FFF2-40B4-BE49-F238E27FC236}">
                <a16:creationId xmlns:a16="http://schemas.microsoft.com/office/drawing/2014/main" id="{24FDD336-3DB3-C84F-845B-F91560C16288}"/>
              </a:ext>
            </a:extLst>
          </p:cNvPr>
          <p:cNvSpPr/>
          <p:nvPr/>
        </p:nvSpPr>
        <p:spPr>
          <a:xfrm rot="10800000">
            <a:off x="2533793"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 name="Rectangle 2327">
            <a:extLst>
              <a:ext uri="{FF2B5EF4-FFF2-40B4-BE49-F238E27FC236}">
                <a16:creationId xmlns:a16="http://schemas.microsoft.com/office/drawing/2014/main" id="{8F2A16C5-75A8-40A6-E2B3-8807448FFEDE}"/>
              </a:ext>
            </a:extLst>
          </p:cNvPr>
          <p:cNvSpPr/>
          <p:nvPr/>
        </p:nvSpPr>
        <p:spPr>
          <a:xfrm rot="10800000">
            <a:off x="2433370"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9" name="Rectangle 2328">
            <a:extLst>
              <a:ext uri="{FF2B5EF4-FFF2-40B4-BE49-F238E27FC236}">
                <a16:creationId xmlns:a16="http://schemas.microsoft.com/office/drawing/2014/main" id="{B9349AFD-F724-4091-7A48-D45E85267425}"/>
              </a:ext>
            </a:extLst>
          </p:cNvPr>
          <p:cNvSpPr/>
          <p:nvPr/>
        </p:nvSpPr>
        <p:spPr>
          <a:xfrm rot="10800000">
            <a:off x="2332947"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0" name="Rectangle 2329">
            <a:extLst>
              <a:ext uri="{FF2B5EF4-FFF2-40B4-BE49-F238E27FC236}">
                <a16:creationId xmlns:a16="http://schemas.microsoft.com/office/drawing/2014/main" id="{00421A08-1B5A-C146-66E7-4D5550F9497A}"/>
              </a:ext>
            </a:extLst>
          </p:cNvPr>
          <p:cNvSpPr/>
          <p:nvPr/>
        </p:nvSpPr>
        <p:spPr>
          <a:xfrm rot="10800000">
            <a:off x="2232524"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1" name="Rectangle 2330">
            <a:extLst>
              <a:ext uri="{FF2B5EF4-FFF2-40B4-BE49-F238E27FC236}">
                <a16:creationId xmlns:a16="http://schemas.microsoft.com/office/drawing/2014/main" id="{30218B11-9FB6-041C-4DCA-D92FF991C3C7}"/>
              </a:ext>
            </a:extLst>
          </p:cNvPr>
          <p:cNvSpPr/>
          <p:nvPr/>
        </p:nvSpPr>
        <p:spPr>
          <a:xfrm rot="10800000">
            <a:off x="2132101"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2" name="Rectangle 2331">
            <a:extLst>
              <a:ext uri="{FF2B5EF4-FFF2-40B4-BE49-F238E27FC236}">
                <a16:creationId xmlns:a16="http://schemas.microsoft.com/office/drawing/2014/main" id="{DA62E8BA-5D66-9A99-880A-2BCF96D1E29C}"/>
              </a:ext>
            </a:extLst>
          </p:cNvPr>
          <p:cNvSpPr/>
          <p:nvPr/>
        </p:nvSpPr>
        <p:spPr>
          <a:xfrm rot="10800000">
            <a:off x="2031678"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3" name="Rectangle 2332">
            <a:extLst>
              <a:ext uri="{FF2B5EF4-FFF2-40B4-BE49-F238E27FC236}">
                <a16:creationId xmlns:a16="http://schemas.microsoft.com/office/drawing/2014/main" id="{85F040FB-3E4A-CB9F-13CB-9A030E7BC9B0}"/>
              </a:ext>
            </a:extLst>
          </p:cNvPr>
          <p:cNvSpPr/>
          <p:nvPr/>
        </p:nvSpPr>
        <p:spPr>
          <a:xfrm rot="10800000">
            <a:off x="1931255"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4" name="Rectangle 2333">
            <a:extLst>
              <a:ext uri="{FF2B5EF4-FFF2-40B4-BE49-F238E27FC236}">
                <a16:creationId xmlns:a16="http://schemas.microsoft.com/office/drawing/2014/main" id="{3C48A1A1-5E40-B8A7-4512-A0CA0CA27F3C}"/>
              </a:ext>
            </a:extLst>
          </p:cNvPr>
          <p:cNvSpPr/>
          <p:nvPr/>
        </p:nvSpPr>
        <p:spPr>
          <a:xfrm rot="10800000">
            <a:off x="1830832"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5" name="Rectangle 2334">
            <a:extLst>
              <a:ext uri="{FF2B5EF4-FFF2-40B4-BE49-F238E27FC236}">
                <a16:creationId xmlns:a16="http://schemas.microsoft.com/office/drawing/2014/main" id="{51A408AD-611A-5673-0171-DF158469B110}"/>
              </a:ext>
            </a:extLst>
          </p:cNvPr>
          <p:cNvSpPr/>
          <p:nvPr/>
        </p:nvSpPr>
        <p:spPr>
          <a:xfrm rot="10800000">
            <a:off x="1730409" y="2225361"/>
            <a:ext cx="100423" cy="100423"/>
          </a:xfrm>
          <a:prstGeom prst="rect">
            <a:avLst/>
          </a:prstGeom>
          <a:no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08" name="Group 1807">
            <a:extLst>
              <a:ext uri="{FF2B5EF4-FFF2-40B4-BE49-F238E27FC236}">
                <a16:creationId xmlns:a16="http://schemas.microsoft.com/office/drawing/2014/main" id="{63FE677C-B495-6097-88AF-5034E5291C24}"/>
              </a:ext>
            </a:extLst>
          </p:cNvPr>
          <p:cNvGrpSpPr/>
          <p:nvPr/>
        </p:nvGrpSpPr>
        <p:grpSpPr>
          <a:xfrm>
            <a:off x="1730409" y="2526430"/>
            <a:ext cx="2912265" cy="301135"/>
            <a:chOff x="2844481" y="3245377"/>
            <a:chExt cx="2912265" cy="301135"/>
          </a:xfrm>
          <a:noFill/>
        </p:grpSpPr>
        <p:sp>
          <p:nvSpPr>
            <p:cNvPr id="1985" name="Rectangle 1984">
              <a:extLst>
                <a:ext uri="{FF2B5EF4-FFF2-40B4-BE49-F238E27FC236}">
                  <a16:creationId xmlns:a16="http://schemas.microsoft.com/office/drawing/2014/main" id="{1F8E27D2-6F25-7062-DCD1-821DE6DD41B8}"/>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6" name="Rectangle 1985">
              <a:extLst>
                <a:ext uri="{FF2B5EF4-FFF2-40B4-BE49-F238E27FC236}">
                  <a16:creationId xmlns:a16="http://schemas.microsoft.com/office/drawing/2014/main" id="{CC557C60-04C9-4662-8642-156D1241C391}"/>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7" name="Rectangle 1986">
              <a:extLst>
                <a:ext uri="{FF2B5EF4-FFF2-40B4-BE49-F238E27FC236}">
                  <a16:creationId xmlns:a16="http://schemas.microsoft.com/office/drawing/2014/main" id="{73CE8A11-A117-FB56-E3D1-18B6B2968E2C}"/>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8" name="Rectangle 1987">
              <a:extLst>
                <a:ext uri="{FF2B5EF4-FFF2-40B4-BE49-F238E27FC236}">
                  <a16:creationId xmlns:a16="http://schemas.microsoft.com/office/drawing/2014/main" id="{2CD4EAB5-21EE-1256-8CBA-B932D3DCB4FC}"/>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9" name="Rectangle 1988">
              <a:extLst>
                <a:ext uri="{FF2B5EF4-FFF2-40B4-BE49-F238E27FC236}">
                  <a16:creationId xmlns:a16="http://schemas.microsoft.com/office/drawing/2014/main" id="{225C903E-1DBE-A9B6-1698-599D5175D7A9}"/>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0" name="Rectangle 1989">
              <a:extLst>
                <a:ext uri="{FF2B5EF4-FFF2-40B4-BE49-F238E27FC236}">
                  <a16:creationId xmlns:a16="http://schemas.microsoft.com/office/drawing/2014/main" id="{0E01CA03-63C3-E1B2-BC50-8DB7D7D1F5CB}"/>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1" name="Rectangle 1990">
              <a:extLst>
                <a:ext uri="{FF2B5EF4-FFF2-40B4-BE49-F238E27FC236}">
                  <a16:creationId xmlns:a16="http://schemas.microsoft.com/office/drawing/2014/main" id="{2C45B2EF-3FBF-03CF-B5A8-DD213AE3A0B9}"/>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2" name="Rectangle 1991">
              <a:extLst>
                <a:ext uri="{FF2B5EF4-FFF2-40B4-BE49-F238E27FC236}">
                  <a16:creationId xmlns:a16="http://schemas.microsoft.com/office/drawing/2014/main" id="{51C9F68A-72E0-C74D-9352-A0CECD690C9A}"/>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3" name="Rectangle 1992">
              <a:extLst>
                <a:ext uri="{FF2B5EF4-FFF2-40B4-BE49-F238E27FC236}">
                  <a16:creationId xmlns:a16="http://schemas.microsoft.com/office/drawing/2014/main" id="{B3536A27-BF96-7130-8873-0F058C148B3E}"/>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4" name="Rectangle 1993">
              <a:extLst>
                <a:ext uri="{FF2B5EF4-FFF2-40B4-BE49-F238E27FC236}">
                  <a16:creationId xmlns:a16="http://schemas.microsoft.com/office/drawing/2014/main" id="{8012C87C-952B-4D71-1F5D-925C2AC521F5}"/>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5" name="Rectangle 1994">
              <a:extLst>
                <a:ext uri="{FF2B5EF4-FFF2-40B4-BE49-F238E27FC236}">
                  <a16:creationId xmlns:a16="http://schemas.microsoft.com/office/drawing/2014/main" id="{8053DB63-D726-C07D-50DD-6C7278517ACE}"/>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6" name="Rectangle 1995">
              <a:extLst>
                <a:ext uri="{FF2B5EF4-FFF2-40B4-BE49-F238E27FC236}">
                  <a16:creationId xmlns:a16="http://schemas.microsoft.com/office/drawing/2014/main" id="{2093B60D-12A2-C7CD-5213-6FB52F143E57}"/>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7" name="Rectangle 1996">
              <a:extLst>
                <a:ext uri="{FF2B5EF4-FFF2-40B4-BE49-F238E27FC236}">
                  <a16:creationId xmlns:a16="http://schemas.microsoft.com/office/drawing/2014/main" id="{8DE75B88-E030-A246-7772-5BFA86FB1452}"/>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8" name="Rectangle 1997">
              <a:extLst>
                <a:ext uri="{FF2B5EF4-FFF2-40B4-BE49-F238E27FC236}">
                  <a16:creationId xmlns:a16="http://schemas.microsoft.com/office/drawing/2014/main" id="{AEE9A53C-74BD-7AC0-0A00-F712DEAB9149}"/>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9" name="Rectangle 1998">
              <a:extLst>
                <a:ext uri="{FF2B5EF4-FFF2-40B4-BE49-F238E27FC236}">
                  <a16:creationId xmlns:a16="http://schemas.microsoft.com/office/drawing/2014/main" id="{742CD57B-AB12-5B0F-E849-862972B9AF94}"/>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0" name="Rectangle 1999">
              <a:extLst>
                <a:ext uri="{FF2B5EF4-FFF2-40B4-BE49-F238E27FC236}">
                  <a16:creationId xmlns:a16="http://schemas.microsoft.com/office/drawing/2014/main" id="{637162F8-92F6-547F-19C1-BA879D5D987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1" name="Rectangle 2000">
              <a:extLst>
                <a:ext uri="{FF2B5EF4-FFF2-40B4-BE49-F238E27FC236}">
                  <a16:creationId xmlns:a16="http://schemas.microsoft.com/office/drawing/2014/main" id="{E6F9A017-C66C-78FE-CB34-318508790DF3}"/>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 name="Rectangle 2001">
              <a:extLst>
                <a:ext uri="{FF2B5EF4-FFF2-40B4-BE49-F238E27FC236}">
                  <a16:creationId xmlns:a16="http://schemas.microsoft.com/office/drawing/2014/main" id="{A0D6EC1D-D669-5DD2-8B2B-AFB8FB70EC4C}"/>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 name="Rectangle 2002">
              <a:extLst>
                <a:ext uri="{FF2B5EF4-FFF2-40B4-BE49-F238E27FC236}">
                  <a16:creationId xmlns:a16="http://schemas.microsoft.com/office/drawing/2014/main" id="{4818BA58-9230-02EF-E969-4531CE99E2AC}"/>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4" name="Rectangle 2003">
              <a:extLst>
                <a:ext uri="{FF2B5EF4-FFF2-40B4-BE49-F238E27FC236}">
                  <a16:creationId xmlns:a16="http://schemas.microsoft.com/office/drawing/2014/main" id="{6E680A3E-F3A0-4515-81B7-34BD83AA9AEE}"/>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5" name="Rectangle 2004">
              <a:extLst>
                <a:ext uri="{FF2B5EF4-FFF2-40B4-BE49-F238E27FC236}">
                  <a16:creationId xmlns:a16="http://schemas.microsoft.com/office/drawing/2014/main" id="{4F42BD69-B8D3-AEFF-9CDC-D1FEC520DC43}"/>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6" name="Rectangle 2005">
              <a:extLst>
                <a:ext uri="{FF2B5EF4-FFF2-40B4-BE49-F238E27FC236}">
                  <a16:creationId xmlns:a16="http://schemas.microsoft.com/office/drawing/2014/main" id="{68CE3236-CA06-8CFF-F878-677D662901D5}"/>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 name="Rectangle 2006">
              <a:extLst>
                <a:ext uri="{FF2B5EF4-FFF2-40B4-BE49-F238E27FC236}">
                  <a16:creationId xmlns:a16="http://schemas.microsoft.com/office/drawing/2014/main" id="{2E07CCF4-A4E2-5C89-A7C2-14EAEF3561CE}"/>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8" name="Rectangle 2007">
              <a:extLst>
                <a:ext uri="{FF2B5EF4-FFF2-40B4-BE49-F238E27FC236}">
                  <a16:creationId xmlns:a16="http://schemas.microsoft.com/office/drawing/2014/main" id="{1FC64D2B-7252-634C-06CF-4605AB376C5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9" name="Rectangle 2008">
              <a:extLst>
                <a:ext uri="{FF2B5EF4-FFF2-40B4-BE49-F238E27FC236}">
                  <a16:creationId xmlns:a16="http://schemas.microsoft.com/office/drawing/2014/main" id="{6D42FD3D-60B3-9BD5-D370-49786CDC2732}"/>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0" name="Rectangle 2009">
              <a:extLst>
                <a:ext uri="{FF2B5EF4-FFF2-40B4-BE49-F238E27FC236}">
                  <a16:creationId xmlns:a16="http://schemas.microsoft.com/office/drawing/2014/main" id="{8E5663F9-77A1-C1C0-3523-C4034E92EAE4}"/>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1" name="Rectangle 2010">
              <a:extLst>
                <a:ext uri="{FF2B5EF4-FFF2-40B4-BE49-F238E27FC236}">
                  <a16:creationId xmlns:a16="http://schemas.microsoft.com/office/drawing/2014/main" id="{0FD2DC75-E391-C2C7-09BC-E6E55AAB450C}"/>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2" name="Rectangle 2011">
              <a:extLst>
                <a:ext uri="{FF2B5EF4-FFF2-40B4-BE49-F238E27FC236}">
                  <a16:creationId xmlns:a16="http://schemas.microsoft.com/office/drawing/2014/main" id="{4FD85559-1905-7CC2-01A5-A8B27E5A7066}"/>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3" name="Rectangle 2012">
              <a:extLst>
                <a:ext uri="{FF2B5EF4-FFF2-40B4-BE49-F238E27FC236}">
                  <a16:creationId xmlns:a16="http://schemas.microsoft.com/office/drawing/2014/main" id="{4EFE2F2C-3547-9824-69AE-2024326465A9}"/>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4" name="Rectangle 2013">
              <a:extLst>
                <a:ext uri="{FF2B5EF4-FFF2-40B4-BE49-F238E27FC236}">
                  <a16:creationId xmlns:a16="http://schemas.microsoft.com/office/drawing/2014/main" id="{29D01766-9C46-2554-990A-A252C9FCB297}"/>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5" name="Rectangle 2014">
              <a:extLst>
                <a:ext uri="{FF2B5EF4-FFF2-40B4-BE49-F238E27FC236}">
                  <a16:creationId xmlns:a16="http://schemas.microsoft.com/office/drawing/2014/main" id="{CEC3F62F-A8B1-C2E4-8F41-8EF9E20E3DFE}"/>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6" name="Rectangle 2015">
              <a:extLst>
                <a:ext uri="{FF2B5EF4-FFF2-40B4-BE49-F238E27FC236}">
                  <a16:creationId xmlns:a16="http://schemas.microsoft.com/office/drawing/2014/main" id="{4925DDE3-07B2-59D8-C19D-A8FE543790D3}"/>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7" name="Rectangle 2016">
              <a:extLst>
                <a:ext uri="{FF2B5EF4-FFF2-40B4-BE49-F238E27FC236}">
                  <a16:creationId xmlns:a16="http://schemas.microsoft.com/office/drawing/2014/main" id="{C393E02B-9674-86D0-02F8-8072724032A7}"/>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8" name="Rectangle 2017">
              <a:extLst>
                <a:ext uri="{FF2B5EF4-FFF2-40B4-BE49-F238E27FC236}">
                  <a16:creationId xmlns:a16="http://schemas.microsoft.com/office/drawing/2014/main" id="{CDD1D282-F1C9-169D-4938-0964CD9A9E11}"/>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9" name="Rectangle 2018">
              <a:extLst>
                <a:ext uri="{FF2B5EF4-FFF2-40B4-BE49-F238E27FC236}">
                  <a16:creationId xmlns:a16="http://schemas.microsoft.com/office/drawing/2014/main" id="{DDCBE18D-989E-7658-2D1D-2041FE89DEE5}"/>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0" name="Rectangle 2019">
              <a:extLst>
                <a:ext uri="{FF2B5EF4-FFF2-40B4-BE49-F238E27FC236}">
                  <a16:creationId xmlns:a16="http://schemas.microsoft.com/office/drawing/2014/main" id="{B06D2E5F-4B2A-332D-4781-497117177088}"/>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 name="Rectangle 2020">
              <a:extLst>
                <a:ext uri="{FF2B5EF4-FFF2-40B4-BE49-F238E27FC236}">
                  <a16:creationId xmlns:a16="http://schemas.microsoft.com/office/drawing/2014/main" id="{ED654A1A-19B6-DF10-6525-67789E5BC15A}"/>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2" name="Rectangle 2021">
              <a:extLst>
                <a:ext uri="{FF2B5EF4-FFF2-40B4-BE49-F238E27FC236}">
                  <a16:creationId xmlns:a16="http://schemas.microsoft.com/office/drawing/2014/main" id="{BC3CDA6E-C3C3-A8F4-4A11-449E3F7401CE}"/>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3" name="Rectangle 2022">
              <a:extLst>
                <a:ext uri="{FF2B5EF4-FFF2-40B4-BE49-F238E27FC236}">
                  <a16:creationId xmlns:a16="http://schemas.microsoft.com/office/drawing/2014/main" id="{2D93D25A-4B0D-FB57-05F8-3D07D61BADD1}"/>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4" name="Rectangle 2023">
              <a:extLst>
                <a:ext uri="{FF2B5EF4-FFF2-40B4-BE49-F238E27FC236}">
                  <a16:creationId xmlns:a16="http://schemas.microsoft.com/office/drawing/2014/main" id="{42AD88F4-372B-D1B4-1C22-6002101CA8DD}"/>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5" name="Rectangle 2024">
              <a:extLst>
                <a:ext uri="{FF2B5EF4-FFF2-40B4-BE49-F238E27FC236}">
                  <a16:creationId xmlns:a16="http://schemas.microsoft.com/office/drawing/2014/main" id="{F3A3F84D-DD93-48E3-B29D-626E8BE74F85}"/>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6" name="Rectangle 2025">
              <a:extLst>
                <a:ext uri="{FF2B5EF4-FFF2-40B4-BE49-F238E27FC236}">
                  <a16:creationId xmlns:a16="http://schemas.microsoft.com/office/drawing/2014/main" id="{13F8C83B-5682-0F64-B5C4-B5796F0C39AA}"/>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7" name="Rectangle 2026">
              <a:extLst>
                <a:ext uri="{FF2B5EF4-FFF2-40B4-BE49-F238E27FC236}">
                  <a16:creationId xmlns:a16="http://schemas.microsoft.com/office/drawing/2014/main" id="{75A0E46A-9ED2-0DE8-C917-EB01F99A34A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8" name="Rectangle 2027">
              <a:extLst>
                <a:ext uri="{FF2B5EF4-FFF2-40B4-BE49-F238E27FC236}">
                  <a16:creationId xmlns:a16="http://schemas.microsoft.com/office/drawing/2014/main" id="{A9688F08-6468-8A62-DB66-F285F60BDF13}"/>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9" name="Rectangle 2028">
              <a:extLst>
                <a:ext uri="{FF2B5EF4-FFF2-40B4-BE49-F238E27FC236}">
                  <a16:creationId xmlns:a16="http://schemas.microsoft.com/office/drawing/2014/main" id="{FF849B18-C7CA-3DC7-B613-625225B485C4}"/>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0" name="Rectangle 2029">
              <a:extLst>
                <a:ext uri="{FF2B5EF4-FFF2-40B4-BE49-F238E27FC236}">
                  <a16:creationId xmlns:a16="http://schemas.microsoft.com/office/drawing/2014/main" id="{8AC0ACA6-49FD-8B15-6531-CBB3971BED5F}"/>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1" name="Rectangle 2030">
              <a:extLst>
                <a:ext uri="{FF2B5EF4-FFF2-40B4-BE49-F238E27FC236}">
                  <a16:creationId xmlns:a16="http://schemas.microsoft.com/office/drawing/2014/main" id="{4533C44F-380E-F062-6298-96C2DD6AAEF1}"/>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2" name="Rectangle 2031">
              <a:extLst>
                <a:ext uri="{FF2B5EF4-FFF2-40B4-BE49-F238E27FC236}">
                  <a16:creationId xmlns:a16="http://schemas.microsoft.com/office/drawing/2014/main" id="{3F0D6666-4B0C-415E-7180-97D8EE29E335}"/>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3" name="Rectangle 2032">
              <a:extLst>
                <a:ext uri="{FF2B5EF4-FFF2-40B4-BE49-F238E27FC236}">
                  <a16:creationId xmlns:a16="http://schemas.microsoft.com/office/drawing/2014/main" id="{9D10B77C-5466-C5AF-B7E9-2A158C0F0D3B}"/>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 name="Rectangle 2033">
              <a:extLst>
                <a:ext uri="{FF2B5EF4-FFF2-40B4-BE49-F238E27FC236}">
                  <a16:creationId xmlns:a16="http://schemas.microsoft.com/office/drawing/2014/main" id="{C33B09F7-A2DD-CE4D-8437-C52A6E58110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5" name="Rectangle 2034">
              <a:extLst>
                <a:ext uri="{FF2B5EF4-FFF2-40B4-BE49-F238E27FC236}">
                  <a16:creationId xmlns:a16="http://schemas.microsoft.com/office/drawing/2014/main" id="{9D52DC56-1852-1B35-7FA0-3EFA63BF3357}"/>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6" name="Rectangle 2035">
              <a:extLst>
                <a:ext uri="{FF2B5EF4-FFF2-40B4-BE49-F238E27FC236}">
                  <a16:creationId xmlns:a16="http://schemas.microsoft.com/office/drawing/2014/main" id="{7ECB52FA-309B-53D5-70A0-2C4660F4E423}"/>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7" name="Rectangle 2036">
              <a:extLst>
                <a:ext uri="{FF2B5EF4-FFF2-40B4-BE49-F238E27FC236}">
                  <a16:creationId xmlns:a16="http://schemas.microsoft.com/office/drawing/2014/main" id="{CCE5A012-09DF-681D-E075-5E27F17A4E2C}"/>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8" name="Rectangle 2037">
              <a:extLst>
                <a:ext uri="{FF2B5EF4-FFF2-40B4-BE49-F238E27FC236}">
                  <a16:creationId xmlns:a16="http://schemas.microsoft.com/office/drawing/2014/main" id="{8D658761-E813-B27B-0A73-A85433EE016D}"/>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9" name="Rectangle 2038">
              <a:extLst>
                <a:ext uri="{FF2B5EF4-FFF2-40B4-BE49-F238E27FC236}">
                  <a16:creationId xmlns:a16="http://schemas.microsoft.com/office/drawing/2014/main" id="{C9ADCCD0-A65F-38B3-DE12-FAF76280F8D4}"/>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0" name="Rectangle 2039">
              <a:extLst>
                <a:ext uri="{FF2B5EF4-FFF2-40B4-BE49-F238E27FC236}">
                  <a16:creationId xmlns:a16="http://schemas.microsoft.com/office/drawing/2014/main" id="{806CBF12-F6FD-36BB-3FC0-9F34DD45B9E6}"/>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1" name="Rectangle 2040">
              <a:extLst>
                <a:ext uri="{FF2B5EF4-FFF2-40B4-BE49-F238E27FC236}">
                  <a16:creationId xmlns:a16="http://schemas.microsoft.com/office/drawing/2014/main" id="{7454DF95-6F09-54D3-F854-796871C9AB14}"/>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2" name="Rectangle 2041">
              <a:extLst>
                <a:ext uri="{FF2B5EF4-FFF2-40B4-BE49-F238E27FC236}">
                  <a16:creationId xmlns:a16="http://schemas.microsoft.com/office/drawing/2014/main" id="{CE1C7A61-75C4-1D40-FF4D-B942712CAD3D}"/>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 name="Rectangle 2042">
              <a:extLst>
                <a:ext uri="{FF2B5EF4-FFF2-40B4-BE49-F238E27FC236}">
                  <a16:creationId xmlns:a16="http://schemas.microsoft.com/office/drawing/2014/main" id="{5F005FAD-627C-3D9E-616D-BFE8C49D7B1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 name="Rectangle 2043">
              <a:extLst>
                <a:ext uri="{FF2B5EF4-FFF2-40B4-BE49-F238E27FC236}">
                  <a16:creationId xmlns:a16="http://schemas.microsoft.com/office/drawing/2014/main" id="{9A9DD30D-FFBB-4FCE-27ED-5A34A040AA24}"/>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5" name="Rectangle 2044">
              <a:extLst>
                <a:ext uri="{FF2B5EF4-FFF2-40B4-BE49-F238E27FC236}">
                  <a16:creationId xmlns:a16="http://schemas.microsoft.com/office/drawing/2014/main" id="{59667A79-52D9-74B7-ED69-58321BAC8F85}"/>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6" name="Rectangle 2045">
              <a:extLst>
                <a:ext uri="{FF2B5EF4-FFF2-40B4-BE49-F238E27FC236}">
                  <a16:creationId xmlns:a16="http://schemas.microsoft.com/office/drawing/2014/main" id="{5A88EBDB-3CC5-BB22-AC52-5D5CFE0170FF}"/>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7" name="Rectangle 2046">
              <a:extLst>
                <a:ext uri="{FF2B5EF4-FFF2-40B4-BE49-F238E27FC236}">
                  <a16:creationId xmlns:a16="http://schemas.microsoft.com/office/drawing/2014/main" id="{3E2E5281-7FB6-2134-4E64-C8F1761A7422}"/>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 name="Rectangle 2047">
              <a:extLst>
                <a:ext uri="{FF2B5EF4-FFF2-40B4-BE49-F238E27FC236}">
                  <a16:creationId xmlns:a16="http://schemas.microsoft.com/office/drawing/2014/main" id="{13301377-8466-2FD2-228B-2047E425448B}"/>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 name="Rectangle 2048">
              <a:extLst>
                <a:ext uri="{FF2B5EF4-FFF2-40B4-BE49-F238E27FC236}">
                  <a16:creationId xmlns:a16="http://schemas.microsoft.com/office/drawing/2014/main" id="{39D9281D-64AD-51F1-E5A5-6E2B0F84E73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049">
              <a:extLst>
                <a:ext uri="{FF2B5EF4-FFF2-40B4-BE49-F238E27FC236}">
                  <a16:creationId xmlns:a16="http://schemas.microsoft.com/office/drawing/2014/main" id="{20E6B8A5-4516-EE2F-2CBA-515457F3408C}"/>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Rectangle 2050">
              <a:extLst>
                <a:ext uri="{FF2B5EF4-FFF2-40B4-BE49-F238E27FC236}">
                  <a16:creationId xmlns:a16="http://schemas.microsoft.com/office/drawing/2014/main" id="{B8B31907-FA70-8D6F-ED3A-A678F55369C7}"/>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2" name="Rectangle 2051">
              <a:extLst>
                <a:ext uri="{FF2B5EF4-FFF2-40B4-BE49-F238E27FC236}">
                  <a16:creationId xmlns:a16="http://schemas.microsoft.com/office/drawing/2014/main" id="{57E944CD-0A59-7F09-CC10-E13275E816EE}"/>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Rectangle 2052">
              <a:extLst>
                <a:ext uri="{FF2B5EF4-FFF2-40B4-BE49-F238E27FC236}">
                  <a16:creationId xmlns:a16="http://schemas.microsoft.com/office/drawing/2014/main" id="{43C3C4C4-89C1-FD50-90CE-93F033EE4125}"/>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2053">
              <a:extLst>
                <a:ext uri="{FF2B5EF4-FFF2-40B4-BE49-F238E27FC236}">
                  <a16:creationId xmlns:a16="http://schemas.microsoft.com/office/drawing/2014/main" id="{8008BB66-830B-431A-751F-7794DCB9DBCB}"/>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Rectangle 2054">
              <a:extLst>
                <a:ext uri="{FF2B5EF4-FFF2-40B4-BE49-F238E27FC236}">
                  <a16:creationId xmlns:a16="http://schemas.microsoft.com/office/drawing/2014/main" id="{C6E2DB26-49CD-2A41-7FA4-30C4D3FCDCB1}"/>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6" name="Rectangle 2055">
              <a:extLst>
                <a:ext uri="{FF2B5EF4-FFF2-40B4-BE49-F238E27FC236}">
                  <a16:creationId xmlns:a16="http://schemas.microsoft.com/office/drawing/2014/main" id="{CABE95DB-F509-24B6-D1B5-8AC83F5E070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1FE049A5-B7C4-FEA9-8EA5-CCA9C58ADB31}"/>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 name="Rectangle 2057">
              <a:extLst>
                <a:ext uri="{FF2B5EF4-FFF2-40B4-BE49-F238E27FC236}">
                  <a16:creationId xmlns:a16="http://schemas.microsoft.com/office/drawing/2014/main" id="{9FD9986C-A521-E959-2B6C-1A3C7346D64A}"/>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5B67063F-0E0C-9FA9-DAD0-3DBB2D12C4C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FDC2CD27-4DB3-A623-3116-82502A0AF3C3}"/>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5EF0BC94-57D9-9AC8-8E8F-1DC688B006F4}"/>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198A1EB3-1E29-34C9-B83F-C19F7E657BCB}"/>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14D53515-BB40-AD46-3781-4137F36F2415}"/>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E9731C08-F053-23F2-A7E2-8084C5EE13CF}"/>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A90EADE1-98BC-72C8-1B48-2D269F487221}"/>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6874EBB9-98A9-BE11-1C8B-05D5084FFAD7}"/>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0981E0A9-546B-4627-35C0-9994DC671FF3}"/>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Rectangle 2067">
              <a:extLst>
                <a:ext uri="{FF2B5EF4-FFF2-40B4-BE49-F238E27FC236}">
                  <a16:creationId xmlns:a16="http://schemas.microsoft.com/office/drawing/2014/main" id="{AA7637BF-220A-885E-0D5F-B005B235A826}"/>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7F293090-FC29-04CF-5744-DAFDCE540FC1}"/>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Rectangle 2069">
              <a:extLst>
                <a:ext uri="{FF2B5EF4-FFF2-40B4-BE49-F238E27FC236}">
                  <a16:creationId xmlns:a16="http://schemas.microsoft.com/office/drawing/2014/main" id="{21351F39-65AA-C6C7-4178-00F31E4A089B}"/>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45E8B3E2-C0F2-8B12-D202-8525D2964FAF}"/>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4" name="Group 1543">
            <a:extLst>
              <a:ext uri="{FF2B5EF4-FFF2-40B4-BE49-F238E27FC236}">
                <a16:creationId xmlns:a16="http://schemas.microsoft.com/office/drawing/2014/main" id="{26094A68-2372-7CE4-F189-5128C266EDCF}"/>
              </a:ext>
            </a:extLst>
          </p:cNvPr>
          <p:cNvGrpSpPr/>
          <p:nvPr/>
        </p:nvGrpSpPr>
        <p:grpSpPr>
          <a:xfrm>
            <a:off x="1730409" y="2827499"/>
            <a:ext cx="2912265" cy="301135"/>
            <a:chOff x="2844481" y="3245377"/>
            <a:chExt cx="2912265" cy="301135"/>
          </a:xfrm>
          <a:noFill/>
        </p:grpSpPr>
        <p:sp>
          <p:nvSpPr>
            <p:cNvPr id="1721" name="Rectangle 1720">
              <a:extLst>
                <a:ext uri="{FF2B5EF4-FFF2-40B4-BE49-F238E27FC236}">
                  <a16:creationId xmlns:a16="http://schemas.microsoft.com/office/drawing/2014/main" id="{0E383C3E-A94E-B19C-F552-BE02622B7CA2}"/>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Rectangle 1721">
              <a:extLst>
                <a:ext uri="{FF2B5EF4-FFF2-40B4-BE49-F238E27FC236}">
                  <a16:creationId xmlns:a16="http://schemas.microsoft.com/office/drawing/2014/main" id="{0D3BEC92-AFBD-7CA5-A790-3F37C3F367EC}"/>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26BB7B36-055E-0D7B-7078-7C8DC7F50F68}"/>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33C9EFB0-9092-2BFB-4E24-7A032224680D}"/>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BA07CDEC-D1C3-3692-B373-9E4074D533A7}"/>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CC607968-1C6A-9D4D-1030-9B130698CF69}"/>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DBFAA9B0-98E7-D1E5-D2B4-7554C894327D}"/>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Rectangle 1727">
              <a:extLst>
                <a:ext uri="{FF2B5EF4-FFF2-40B4-BE49-F238E27FC236}">
                  <a16:creationId xmlns:a16="http://schemas.microsoft.com/office/drawing/2014/main" id="{6EE11F0E-AFFD-4587-4B69-464EC044DC58}"/>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Rectangle 1728">
              <a:extLst>
                <a:ext uri="{FF2B5EF4-FFF2-40B4-BE49-F238E27FC236}">
                  <a16:creationId xmlns:a16="http://schemas.microsoft.com/office/drawing/2014/main" id="{95F254D7-DF07-EA74-57D8-3D1432E5215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Rectangle 1729">
              <a:extLst>
                <a:ext uri="{FF2B5EF4-FFF2-40B4-BE49-F238E27FC236}">
                  <a16:creationId xmlns:a16="http://schemas.microsoft.com/office/drawing/2014/main" id="{97C48E8B-3D06-519E-C88A-27AB023E3850}"/>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Rectangle 1730">
              <a:extLst>
                <a:ext uri="{FF2B5EF4-FFF2-40B4-BE49-F238E27FC236}">
                  <a16:creationId xmlns:a16="http://schemas.microsoft.com/office/drawing/2014/main" id="{52D4E7E9-B583-AA47-9971-563461028DF0}"/>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Rectangle 1731">
              <a:extLst>
                <a:ext uri="{FF2B5EF4-FFF2-40B4-BE49-F238E27FC236}">
                  <a16:creationId xmlns:a16="http://schemas.microsoft.com/office/drawing/2014/main" id="{51C70EAA-B833-ED4A-3568-F9FC174B00C9}"/>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C621AD70-858D-278F-5DB7-A422F30F2030}"/>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Rectangle 1733">
              <a:extLst>
                <a:ext uri="{FF2B5EF4-FFF2-40B4-BE49-F238E27FC236}">
                  <a16:creationId xmlns:a16="http://schemas.microsoft.com/office/drawing/2014/main" id="{13529A28-9985-1F92-6AB2-C83B51BF33DE}"/>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33837009-10E9-00F2-CEF5-8434A0005A8D}"/>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84202AE3-B265-1C1F-D85E-B56A194D3CF9}"/>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A7307EF1-B0D5-E873-2C83-675BDF53734C}"/>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3608C019-1713-EB6E-6658-850B06F180A9}"/>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63474500-9D80-31BD-0BBE-9630D9420FBB}"/>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Rectangle 1739">
              <a:extLst>
                <a:ext uri="{FF2B5EF4-FFF2-40B4-BE49-F238E27FC236}">
                  <a16:creationId xmlns:a16="http://schemas.microsoft.com/office/drawing/2014/main" id="{7899B6C3-4061-35F6-D2ED-675223B550ED}"/>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Rectangle 1740">
              <a:extLst>
                <a:ext uri="{FF2B5EF4-FFF2-40B4-BE49-F238E27FC236}">
                  <a16:creationId xmlns:a16="http://schemas.microsoft.com/office/drawing/2014/main" id="{6F5854BB-6939-4614-B19D-B88EA159A294}"/>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0AFF1703-DE9D-3944-0B0E-EA79B10BA4ED}"/>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DF6DEE13-E80D-44CF-BF90-68F6445EF44F}"/>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8A81C846-000A-7E78-B55A-86C3D8EA8242}"/>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B0AD57FC-D10E-DB2C-89BD-4B0F0AC314E2}"/>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08D078D9-60C9-ADDB-DD4F-E2D6406A1C62}"/>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7" name="Rectangle 1746">
              <a:extLst>
                <a:ext uri="{FF2B5EF4-FFF2-40B4-BE49-F238E27FC236}">
                  <a16:creationId xmlns:a16="http://schemas.microsoft.com/office/drawing/2014/main" id="{27FD6FF3-6F9B-6D69-C6DC-8FA5DDB921A3}"/>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8" name="Rectangle 1747">
              <a:extLst>
                <a:ext uri="{FF2B5EF4-FFF2-40B4-BE49-F238E27FC236}">
                  <a16:creationId xmlns:a16="http://schemas.microsoft.com/office/drawing/2014/main" id="{077607CA-41FF-A63A-B5A6-8992E5A24A4A}"/>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9" name="Rectangle 1748">
              <a:extLst>
                <a:ext uri="{FF2B5EF4-FFF2-40B4-BE49-F238E27FC236}">
                  <a16:creationId xmlns:a16="http://schemas.microsoft.com/office/drawing/2014/main" id="{24F3B6C7-99F5-8CED-DD75-9F24AD301FD8}"/>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B0E5A000-DA71-E1BD-6268-F51151DC7140}"/>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2DF0D2B8-8AD6-8DCD-F4D6-39457E236667}"/>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6A78ACC6-F0A6-D9FC-996C-FA4D400CEA41}"/>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3" name="Rectangle 1752">
              <a:extLst>
                <a:ext uri="{FF2B5EF4-FFF2-40B4-BE49-F238E27FC236}">
                  <a16:creationId xmlns:a16="http://schemas.microsoft.com/office/drawing/2014/main" id="{EF8CFC99-B8A0-2170-3CA6-CAD8C799FB32}"/>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4" name="Rectangle 1753">
              <a:extLst>
                <a:ext uri="{FF2B5EF4-FFF2-40B4-BE49-F238E27FC236}">
                  <a16:creationId xmlns:a16="http://schemas.microsoft.com/office/drawing/2014/main" id="{BF5121BB-608A-5120-AEE5-89C58DC2FDF6}"/>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9965970E-0C91-F027-9175-D4EEF44A00D4}"/>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579B4CD9-AF54-A941-5933-F96A32B48DFF}"/>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EACBED86-D1DA-6C4E-BC45-B89121935CCF}"/>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BFFEAF45-E26D-D048-A560-F583A3EBF85A}"/>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0F39E218-0E40-3055-4C06-62EE114E8266}"/>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Rectangle 1759">
              <a:extLst>
                <a:ext uri="{FF2B5EF4-FFF2-40B4-BE49-F238E27FC236}">
                  <a16:creationId xmlns:a16="http://schemas.microsoft.com/office/drawing/2014/main" id="{5C4AC2BD-04BC-D60B-CC06-A05A6F91BBBF}"/>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F38C1655-FA54-0F03-714D-5C92AA10F4DE}"/>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ABD54099-AA58-A684-2FC4-A5943210682F}"/>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BDD7A2FF-3B5F-9BF0-0C3F-50ADA7B5AA6A}"/>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06FE03C4-DCEA-245B-2CEB-2A1E0561A61B}"/>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E33A6565-F17E-B087-7B31-CDDCCBAF4231}"/>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Rectangle 1765">
              <a:extLst>
                <a:ext uri="{FF2B5EF4-FFF2-40B4-BE49-F238E27FC236}">
                  <a16:creationId xmlns:a16="http://schemas.microsoft.com/office/drawing/2014/main" id="{20F15F32-DFEC-BB06-8463-86C6D5ABF149}"/>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Rectangle 1766">
              <a:extLst>
                <a:ext uri="{FF2B5EF4-FFF2-40B4-BE49-F238E27FC236}">
                  <a16:creationId xmlns:a16="http://schemas.microsoft.com/office/drawing/2014/main" id="{64117C5D-F52B-2AB5-4210-54628CCEDF1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D37E18F3-DC4C-224A-D6DC-766DB105B402}"/>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06BD38CC-FB74-F8D2-5CC9-BBE0BEC1AA37}"/>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D094E761-2114-39F1-75C0-0C4129CE7914}"/>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FF04E007-C0D9-3B06-2EC6-C3183BEBD5D2}"/>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98388D00-652F-DAB5-62D1-062BC94AC55E}"/>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3" name="Rectangle 1772">
              <a:extLst>
                <a:ext uri="{FF2B5EF4-FFF2-40B4-BE49-F238E27FC236}">
                  <a16:creationId xmlns:a16="http://schemas.microsoft.com/office/drawing/2014/main" id="{8B3E500C-481C-7B63-69A1-C45CE07AA695}"/>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91B0D101-DBDE-9338-11BB-9A12BC514A5E}"/>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Rectangle 1774">
              <a:extLst>
                <a:ext uri="{FF2B5EF4-FFF2-40B4-BE49-F238E27FC236}">
                  <a16:creationId xmlns:a16="http://schemas.microsoft.com/office/drawing/2014/main" id="{8F3D2C38-CE16-B57C-0876-A1164181E0B6}"/>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Rectangle 1775">
              <a:extLst>
                <a:ext uri="{FF2B5EF4-FFF2-40B4-BE49-F238E27FC236}">
                  <a16:creationId xmlns:a16="http://schemas.microsoft.com/office/drawing/2014/main" id="{4830822D-F35D-9AF8-B456-85F983AFA31F}"/>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Rectangle 1776">
              <a:extLst>
                <a:ext uri="{FF2B5EF4-FFF2-40B4-BE49-F238E27FC236}">
                  <a16:creationId xmlns:a16="http://schemas.microsoft.com/office/drawing/2014/main" id="{6850CEBB-0465-25C1-9155-CDBDD56BBCCC}"/>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40740E9F-63A0-8700-A99E-24ECE2EBE25A}"/>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Rectangle 1778">
              <a:extLst>
                <a:ext uri="{FF2B5EF4-FFF2-40B4-BE49-F238E27FC236}">
                  <a16:creationId xmlns:a16="http://schemas.microsoft.com/office/drawing/2014/main" id="{B92E79EF-3136-2EF4-EEA3-FF1C2F3D795E}"/>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Rectangle 1779">
              <a:extLst>
                <a:ext uri="{FF2B5EF4-FFF2-40B4-BE49-F238E27FC236}">
                  <a16:creationId xmlns:a16="http://schemas.microsoft.com/office/drawing/2014/main" id="{845A9D04-0E90-4345-C167-FC98390452AA}"/>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1" name="Rectangle 1780">
              <a:extLst>
                <a:ext uri="{FF2B5EF4-FFF2-40B4-BE49-F238E27FC236}">
                  <a16:creationId xmlns:a16="http://schemas.microsoft.com/office/drawing/2014/main" id="{7765331F-BFF9-6A5E-8EAF-71547BA8467C}"/>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Rectangle 1781">
              <a:extLst>
                <a:ext uri="{FF2B5EF4-FFF2-40B4-BE49-F238E27FC236}">
                  <a16:creationId xmlns:a16="http://schemas.microsoft.com/office/drawing/2014/main" id="{B35FD32C-19F2-DE04-1938-2FC81144B0C4}"/>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Rectangle 1782">
              <a:extLst>
                <a:ext uri="{FF2B5EF4-FFF2-40B4-BE49-F238E27FC236}">
                  <a16:creationId xmlns:a16="http://schemas.microsoft.com/office/drawing/2014/main" id="{F6BBC90D-66D9-1708-A8FC-2CC7E8F429F4}"/>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Rectangle 1783">
              <a:extLst>
                <a:ext uri="{FF2B5EF4-FFF2-40B4-BE49-F238E27FC236}">
                  <a16:creationId xmlns:a16="http://schemas.microsoft.com/office/drawing/2014/main" id="{EDE8AC1B-1BCC-B0F6-78EE-219F9D364FB1}"/>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Rectangle 1784">
              <a:extLst>
                <a:ext uri="{FF2B5EF4-FFF2-40B4-BE49-F238E27FC236}">
                  <a16:creationId xmlns:a16="http://schemas.microsoft.com/office/drawing/2014/main" id="{3E31F92C-C35F-6540-0616-9AFC9FC9154C}"/>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Rectangle 1785">
              <a:extLst>
                <a:ext uri="{FF2B5EF4-FFF2-40B4-BE49-F238E27FC236}">
                  <a16:creationId xmlns:a16="http://schemas.microsoft.com/office/drawing/2014/main" id="{58C92D71-4EE5-9DC5-388C-72C0B57A095D}"/>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Rectangle 1786">
              <a:extLst>
                <a:ext uri="{FF2B5EF4-FFF2-40B4-BE49-F238E27FC236}">
                  <a16:creationId xmlns:a16="http://schemas.microsoft.com/office/drawing/2014/main" id="{C5E2271B-C56D-E67A-CF0D-6A7BC4E75DD3}"/>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Rectangle 1787">
              <a:extLst>
                <a:ext uri="{FF2B5EF4-FFF2-40B4-BE49-F238E27FC236}">
                  <a16:creationId xmlns:a16="http://schemas.microsoft.com/office/drawing/2014/main" id="{8AE5BFB9-8E62-14B6-EEF9-C93FF840F65E}"/>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9" name="Rectangle 1788">
              <a:extLst>
                <a:ext uri="{FF2B5EF4-FFF2-40B4-BE49-F238E27FC236}">
                  <a16:creationId xmlns:a16="http://schemas.microsoft.com/office/drawing/2014/main" id="{7503090D-A785-12B9-1D01-CAE681E92A14}"/>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Rectangle 1789">
              <a:extLst>
                <a:ext uri="{FF2B5EF4-FFF2-40B4-BE49-F238E27FC236}">
                  <a16:creationId xmlns:a16="http://schemas.microsoft.com/office/drawing/2014/main" id="{BF45080A-3DA8-778B-0241-6202DA2CDFF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Rectangle 1790">
              <a:extLst>
                <a:ext uri="{FF2B5EF4-FFF2-40B4-BE49-F238E27FC236}">
                  <a16:creationId xmlns:a16="http://schemas.microsoft.com/office/drawing/2014/main" id="{95D01FA3-2C4C-2C39-C5AD-BFAA8939180D}"/>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Rectangle 1791">
              <a:extLst>
                <a:ext uri="{FF2B5EF4-FFF2-40B4-BE49-F238E27FC236}">
                  <a16:creationId xmlns:a16="http://schemas.microsoft.com/office/drawing/2014/main" id="{8C682250-4834-A1CF-8639-31487E867D5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Rectangle 1792">
              <a:extLst>
                <a:ext uri="{FF2B5EF4-FFF2-40B4-BE49-F238E27FC236}">
                  <a16:creationId xmlns:a16="http://schemas.microsoft.com/office/drawing/2014/main" id="{C71C3895-AF26-3945-FD85-AA2366A0A5AE}"/>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Rectangle 1793">
              <a:extLst>
                <a:ext uri="{FF2B5EF4-FFF2-40B4-BE49-F238E27FC236}">
                  <a16:creationId xmlns:a16="http://schemas.microsoft.com/office/drawing/2014/main" id="{DB007BA1-C8DC-2BE7-64B0-BFC6240AC51D}"/>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Rectangle 1794">
              <a:extLst>
                <a:ext uri="{FF2B5EF4-FFF2-40B4-BE49-F238E27FC236}">
                  <a16:creationId xmlns:a16="http://schemas.microsoft.com/office/drawing/2014/main" id="{55C23B9C-3947-5B93-D72E-9617CE94EA99}"/>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Rectangle 1795">
              <a:extLst>
                <a:ext uri="{FF2B5EF4-FFF2-40B4-BE49-F238E27FC236}">
                  <a16:creationId xmlns:a16="http://schemas.microsoft.com/office/drawing/2014/main" id="{53CC06D8-8FD7-192A-4AE9-262F9D4094E5}"/>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7" name="Rectangle 1796">
              <a:extLst>
                <a:ext uri="{FF2B5EF4-FFF2-40B4-BE49-F238E27FC236}">
                  <a16:creationId xmlns:a16="http://schemas.microsoft.com/office/drawing/2014/main" id="{BE17A02C-573B-A3C2-43CF-C43CA1E783E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Rectangle 1797">
              <a:extLst>
                <a:ext uri="{FF2B5EF4-FFF2-40B4-BE49-F238E27FC236}">
                  <a16:creationId xmlns:a16="http://schemas.microsoft.com/office/drawing/2014/main" id="{1F22334E-6762-65E9-993D-853F01640F33}"/>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Rectangle 1798">
              <a:extLst>
                <a:ext uri="{FF2B5EF4-FFF2-40B4-BE49-F238E27FC236}">
                  <a16:creationId xmlns:a16="http://schemas.microsoft.com/office/drawing/2014/main" id="{B79A9597-6502-C21C-C498-E2E023C8FB52}"/>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Rectangle 1799">
              <a:extLst>
                <a:ext uri="{FF2B5EF4-FFF2-40B4-BE49-F238E27FC236}">
                  <a16:creationId xmlns:a16="http://schemas.microsoft.com/office/drawing/2014/main" id="{1307F49F-0EA4-177B-CACC-9A77090D462A}"/>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Rectangle 1800">
              <a:extLst>
                <a:ext uri="{FF2B5EF4-FFF2-40B4-BE49-F238E27FC236}">
                  <a16:creationId xmlns:a16="http://schemas.microsoft.com/office/drawing/2014/main" id="{A3AED081-307F-04B1-5B4A-D10026CE1263}"/>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Rectangle 1801">
              <a:extLst>
                <a:ext uri="{FF2B5EF4-FFF2-40B4-BE49-F238E27FC236}">
                  <a16:creationId xmlns:a16="http://schemas.microsoft.com/office/drawing/2014/main" id="{B25B7397-D57F-962F-F51E-81DE8F7801DC}"/>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Rectangle 1802">
              <a:extLst>
                <a:ext uri="{FF2B5EF4-FFF2-40B4-BE49-F238E27FC236}">
                  <a16:creationId xmlns:a16="http://schemas.microsoft.com/office/drawing/2014/main" id="{21F60707-A045-A842-1C33-F07FF48483CB}"/>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Rectangle 1803">
              <a:extLst>
                <a:ext uri="{FF2B5EF4-FFF2-40B4-BE49-F238E27FC236}">
                  <a16:creationId xmlns:a16="http://schemas.microsoft.com/office/drawing/2014/main" id="{471F51C4-1CCB-759A-6018-DE2C7AE42669}"/>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 name="Rectangle 1804">
              <a:extLst>
                <a:ext uri="{FF2B5EF4-FFF2-40B4-BE49-F238E27FC236}">
                  <a16:creationId xmlns:a16="http://schemas.microsoft.com/office/drawing/2014/main" id="{B2A591F8-4A8E-C3E1-172C-05852F420B09}"/>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Rectangle 1805">
              <a:extLst>
                <a:ext uri="{FF2B5EF4-FFF2-40B4-BE49-F238E27FC236}">
                  <a16:creationId xmlns:a16="http://schemas.microsoft.com/office/drawing/2014/main" id="{A8EE9FF3-9FBE-9069-BFD1-88335930F1AF}"/>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7" name="Rectangle 1806">
              <a:extLst>
                <a:ext uri="{FF2B5EF4-FFF2-40B4-BE49-F238E27FC236}">
                  <a16:creationId xmlns:a16="http://schemas.microsoft.com/office/drawing/2014/main" id="{911291C8-02F8-03F1-8F08-E72D3087216E}"/>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0" name="Group 1279">
            <a:extLst>
              <a:ext uri="{FF2B5EF4-FFF2-40B4-BE49-F238E27FC236}">
                <a16:creationId xmlns:a16="http://schemas.microsoft.com/office/drawing/2014/main" id="{2736B00D-1F07-9057-B0AA-7D47B3F27D8B}"/>
              </a:ext>
            </a:extLst>
          </p:cNvPr>
          <p:cNvGrpSpPr/>
          <p:nvPr/>
        </p:nvGrpSpPr>
        <p:grpSpPr>
          <a:xfrm>
            <a:off x="1730409" y="3128568"/>
            <a:ext cx="2912265" cy="301135"/>
            <a:chOff x="2844481" y="3245377"/>
            <a:chExt cx="2912265" cy="301135"/>
          </a:xfrm>
          <a:noFill/>
        </p:grpSpPr>
        <p:sp>
          <p:nvSpPr>
            <p:cNvPr id="1457" name="Rectangle 1456">
              <a:extLst>
                <a:ext uri="{FF2B5EF4-FFF2-40B4-BE49-F238E27FC236}">
                  <a16:creationId xmlns:a16="http://schemas.microsoft.com/office/drawing/2014/main" id="{005294E0-C8FD-549C-9CFF-94AEAC220E45}"/>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8" name="Rectangle 1457">
              <a:extLst>
                <a:ext uri="{FF2B5EF4-FFF2-40B4-BE49-F238E27FC236}">
                  <a16:creationId xmlns:a16="http://schemas.microsoft.com/office/drawing/2014/main" id="{0EAC64A2-1511-1F61-9DFA-57E4092019DD}"/>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 name="Rectangle 1458">
              <a:extLst>
                <a:ext uri="{FF2B5EF4-FFF2-40B4-BE49-F238E27FC236}">
                  <a16:creationId xmlns:a16="http://schemas.microsoft.com/office/drawing/2014/main" id="{CBA542D9-ACAD-BEB9-07A7-076EA9C90F11}"/>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0" name="Rectangle 1459">
              <a:extLst>
                <a:ext uri="{FF2B5EF4-FFF2-40B4-BE49-F238E27FC236}">
                  <a16:creationId xmlns:a16="http://schemas.microsoft.com/office/drawing/2014/main" id="{01C82A08-C7EF-6D75-54EB-2BA47EEFE398}"/>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1" name="Rectangle 1460">
              <a:extLst>
                <a:ext uri="{FF2B5EF4-FFF2-40B4-BE49-F238E27FC236}">
                  <a16:creationId xmlns:a16="http://schemas.microsoft.com/office/drawing/2014/main" id="{0D9DDA1F-48F6-5876-146D-823DCB988B49}"/>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2" name="Rectangle 1461">
              <a:extLst>
                <a:ext uri="{FF2B5EF4-FFF2-40B4-BE49-F238E27FC236}">
                  <a16:creationId xmlns:a16="http://schemas.microsoft.com/office/drawing/2014/main" id="{AF03E3B8-594A-F28D-3EFA-2A0ACD2B721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 name="Rectangle 1462">
              <a:extLst>
                <a:ext uri="{FF2B5EF4-FFF2-40B4-BE49-F238E27FC236}">
                  <a16:creationId xmlns:a16="http://schemas.microsoft.com/office/drawing/2014/main" id="{196BFBEC-436E-17C2-613E-6022A9BF32E6}"/>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4" name="Rectangle 1463">
              <a:extLst>
                <a:ext uri="{FF2B5EF4-FFF2-40B4-BE49-F238E27FC236}">
                  <a16:creationId xmlns:a16="http://schemas.microsoft.com/office/drawing/2014/main" id="{3270B928-9105-F060-3DAB-25B8B9E807B0}"/>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5" name="Rectangle 1464">
              <a:extLst>
                <a:ext uri="{FF2B5EF4-FFF2-40B4-BE49-F238E27FC236}">
                  <a16:creationId xmlns:a16="http://schemas.microsoft.com/office/drawing/2014/main" id="{D5752894-FE13-451F-5CBA-46B53B68A6DB}"/>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 name="Rectangle 1465">
              <a:extLst>
                <a:ext uri="{FF2B5EF4-FFF2-40B4-BE49-F238E27FC236}">
                  <a16:creationId xmlns:a16="http://schemas.microsoft.com/office/drawing/2014/main" id="{52C458DA-986D-C9AD-3F85-77ABFFE22BA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7" name="Rectangle 1466">
              <a:extLst>
                <a:ext uri="{FF2B5EF4-FFF2-40B4-BE49-F238E27FC236}">
                  <a16:creationId xmlns:a16="http://schemas.microsoft.com/office/drawing/2014/main" id="{0DC042F6-C343-CE5C-CD29-0D65434B4C0D}"/>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Rectangle 1467">
              <a:extLst>
                <a:ext uri="{FF2B5EF4-FFF2-40B4-BE49-F238E27FC236}">
                  <a16:creationId xmlns:a16="http://schemas.microsoft.com/office/drawing/2014/main" id="{FF406BA8-DC92-ACEF-5303-6C47EB3E36D5}"/>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Rectangle 1468">
              <a:extLst>
                <a:ext uri="{FF2B5EF4-FFF2-40B4-BE49-F238E27FC236}">
                  <a16:creationId xmlns:a16="http://schemas.microsoft.com/office/drawing/2014/main" id="{86154295-A88C-D13E-EA93-F4AEF7CAB8A4}"/>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 name="Rectangle 1469">
              <a:extLst>
                <a:ext uri="{FF2B5EF4-FFF2-40B4-BE49-F238E27FC236}">
                  <a16:creationId xmlns:a16="http://schemas.microsoft.com/office/drawing/2014/main" id="{FFB6E181-5AD9-CC25-35FE-E6C34B4E5262}"/>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Rectangle 1470">
              <a:extLst>
                <a:ext uri="{FF2B5EF4-FFF2-40B4-BE49-F238E27FC236}">
                  <a16:creationId xmlns:a16="http://schemas.microsoft.com/office/drawing/2014/main" id="{D24D71B2-9E7B-B182-6C7A-FBB7F32A3F27}"/>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 name="Rectangle 1471">
              <a:extLst>
                <a:ext uri="{FF2B5EF4-FFF2-40B4-BE49-F238E27FC236}">
                  <a16:creationId xmlns:a16="http://schemas.microsoft.com/office/drawing/2014/main" id="{A86FAB2F-4F71-C451-CC2D-81520B389D1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 name="Rectangle 1472">
              <a:extLst>
                <a:ext uri="{FF2B5EF4-FFF2-40B4-BE49-F238E27FC236}">
                  <a16:creationId xmlns:a16="http://schemas.microsoft.com/office/drawing/2014/main" id="{92CD4678-4C35-2ABF-646C-585B7021DA84}"/>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 name="Rectangle 1473">
              <a:extLst>
                <a:ext uri="{FF2B5EF4-FFF2-40B4-BE49-F238E27FC236}">
                  <a16:creationId xmlns:a16="http://schemas.microsoft.com/office/drawing/2014/main" id="{ABE2BD6D-CB0F-9C64-B71B-FD46D22D7112}"/>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Rectangle 1474">
              <a:extLst>
                <a:ext uri="{FF2B5EF4-FFF2-40B4-BE49-F238E27FC236}">
                  <a16:creationId xmlns:a16="http://schemas.microsoft.com/office/drawing/2014/main" id="{AC84EB5F-D788-0E64-F903-BAAF5D8E2FF8}"/>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Rectangle 1475">
              <a:extLst>
                <a:ext uri="{FF2B5EF4-FFF2-40B4-BE49-F238E27FC236}">
                  <a16:creationId xmlns:a16="http://schemas.microsoft.com/office/drawing/2014/main" id="{590AD498-B985-3ABA-31F6-F6162351CB03}"/>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7" name="Rectangle 1476">
              <a:extLst>
                <a:ext uri="{FF2B5EF4-FFF2-40B4-BE49-F238E27FC236}">
                  <a16:creationId xmlns:a16="http://schemas.microsoft.com/office/drawing/2014/main" id="{A6206131-5214-A037-44C7-8F09F9D4B918}"/>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Rectangle 1477">
              <a:extLst>
                <a:ext uri="{FF2B5EF4-FFF2-40B4-BE49-F238E27FC236}">
                  <a16:creationId xmlns:a16="http://schemas.microsoft.com/office/drawing/2014/main" id="{81788976-51FF-FDB8-2BEE-EDEC9A5CAB71}"/>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Rectangle 1478">
              <a:extLst>
                <a:ext uri="{FF2B5EF4-FFF2-40B4-BE49-F238E27FC236}">
                  <a16:creationId xmlns:a16="http://schemas.microsoft.com/office/drawing/2014/main" id="{624D93CB-24EB-3655-35E4-57B5CA4F7AAE}"/>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Rectangle 1479">
              <a:extLst>
                <a:ext uri="{FF2B5EF4-FFF2-40B4-BE49-F238E27FC236}">
                  <a16:creationId xmlns:a16="http://schemas.microsoft.com/office/drawing/2014/main" id="{25B1A35F-CF1E-BD63-FDA5-5B866ADAE652}"/>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Rectangle 1480">
              <a:extLst>
                <a:ext uri="{FF2B5EF4-FFF2-40B4-BE49-F238E27FC236}">
                  <a16:creationId xmlns:a16="http://schemas.microsoft.com/office/drawing/2014/main" id="{90D28F2B-D52E-3DB8-4D9E-197F23D1D038}"/>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2" name="Rectangle 1481">
              <a:extLst>
                <a:ext uri="{FF2B5EF4-FFF2-40B4-BE49-F238E27FC236}">
                  <a16:creationId xmlns:a16="http://schemas.microsoft.com/office/drawing/2014/main" id="{617D6050-6E94-5419-995D-660E8A801445}"/>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3" name="Rectangle 1482">
              <a:extLst>
                <a:ext uri="{FF2B5EF4-FFF2-40B4-BE49-F238E27FC236}">
                  <a16:creationId xmlns:a16="http://schemas.microsoft.com/office/drawing/2014/main" id="{948447F5-0DDE-5A98-C319-09C19AC03520}"/>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Rectangle 1483">
              <a:extLst>
                <a:ext uri="{FF2B5EF4-FFF2-40B4-BE49-F238E27FC236}">
                  <a16:creationId xmlns:a16="http://schemas.microsoft.com/office/drawing/2014/main" id="{17A0253E-EF35-AE64-0EFE-8D46FE2BF6F1}"/>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5" name="Rectangle 1484">
              <a:extLst>
                <a:ext uri="{FF2B5EF4-FFF2-40B4-BE49-F238E27FC236}">
                  <a16:creationId xmlns:a16="http://schemas.microsoft.com/office/drawing/2014/main" id="{24CDE325-11D1-1C65-3973-2661E8DD3AD2}"/>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6" name="Rectangle 1485">
              <a:extLst>
                <a:ext uri="{FF2B5EF4-FFF2-40B4-BE49-F238E27FC236}">
                  <a16:creationId xmlns:a16="http://schemas.microsoft.com/office/drawing/2014/main" id="{3FEABAC5-70CE-119F-A798-BB4A70990994}"/>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7" name="Rectangle 1486">
              <a:extLst>
                <a:ext uri="{FF2B5EF4-FFF2-40B4-BE49-F238E27FC236}">
                  <a16:creationId xmlns:a16="http://schemas.microsoft.com/office/drawing/2014/main" id="{CA5310FF-1CC9-CCE5-E81D-56B14B183CFA}"/>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8" name="Rectangle 1487">
              <a:extLst>
                <a:ext uri="{FF2B5EF4-FFF2-40B4-BE49-F238E27FC236}">
                  <a16:creationId xmlns:a16="http://schemas.microsoft.com/office/drawing/2014/main" id="{0E970181-1B66-18DA-55C2-1FEC8D22CC8A}"/>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9" name="Rectangle 1488">
              <a:extLst>
                <a:ext uri="{FF2B5EF4-FFF2-40B4-BE49-F238E27FC236}">
                  <a16:creationId xmlns:a16="http://schemas.microsoft.com/office/drawing/2014/main" id="{55BAE0FC-292B-B81D-39CF-3117C49363DF}"/>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0" name="Rectangle 1489">
              <a:extLst>
                <a:ext uri="{FF2B5EF4-FFF2-40B4-BE49-F238E27FC236}">
                  <a16:creationId xmlns:a16="http://schemas.microsoft.com/office/drawing/2014/main" id="{31F90B88-9F94-4AB2-154F-882D25590006}"/>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Rectangle 1490">
              <a:extLst>
                <a:ext uri="{FF2B5EF4-FFF2-40B4-BE49-F238E27FC236}">
                  <a16:creationId xmlns:a16="http://schemas.microsoft.com/office/drawing/2014/main" id="{A71B4BE4-CF3B-03DE-FAE7-F93EA9D1FC97}"/>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2" name="Rectangle 1491">
              <a:extLst>
                <a:ext uri="{FF2B5EF4-FFF2-40B4-BE49-F238E27FC236}">
                  <a16:creationId xmlns:a16="http://schemas.microsoft.com/office/drawing/2014/main" id="{14A30500-10A3-4B96-08D6-F6EAD46F8390}"/>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3" name="Rectangle 1492">
              <a:extLst>
                <a:ext uri="{FF2B5EF4-FFF2-40B4-BE49-F238E27FC236}">
                  <a16:creationId xmlns:a16="http://schemas.microsoft.com/office/drawing/2014/main" id="{B8DFA816-6DC6-F54C-B580-B88039C42BB7}"/>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4" name="Rectangle 1493">
              <a:extLst>
                <a:ext uri="{FF2B5EF4-FFF2-40B4-BE49-F238E27FC236}">
                  <a16:creationId xmlns:a16="http://schemas.microsoft.com/office/drawing/2014/main" id="{4E896493-E421-CD71-E27D-DFC1A289B317}"/>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5" name="Rectangle 1494">
              <a:extLst>
                <a:ext uri="{FF2B5EF4-FFF2-40B4-BE49-F238E27FC236}">
                  <a16:creationId xmlns:a16="http://schemas.microsoft.com/office/drawing/2014/main" id="{BAA882AD-84EB-EE4D-67BF-2022482733DA}"/>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6" name="Rectangle 1495">
              <a:extLst>
                <a:ext uri="{FF2B5EF4-FFF2-40B4-BE49-F238E27FC236}">
                  <a16:creationId xmlns:a16="http://schemas.microsoft.com/office/drawing/2014/main" id="{A06BE887-0C2A-A4B9-0B82-AE9C58B73E8F}"/>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 name="Rectangle 1496">
              <a:extLst>
                <a:ext uri="{FF2B5EF4-FFF2-40B4-BE49-F238E27FC236}">
                  <a16:creationId xmlns:a16="http://schemas.microsoft.com/office/drawing/2014/main" id="{4FBD0FD4-1E96-B1F8-71A1-E96FF8A38D26}"/>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8" name="Rectangle 1497">
              <a:extLst>
                <a:ext uri="{FF2B5EF4-FFF2-40B4-BE49-F238E27FC236}">
                  <a16:creationId xmlns:a16="http://schemas.microsoft.com/office/drawing/2014/main" id="{8D9DA328-C5F7-42A7-2467-A20BB1D7E015}"/>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9" name="Rectangle 1498">
              <a:extLst>
                <a:ext uri="{FF2B5EF4-FFF2-40B4-BE49-F238E27FC236}">
                  <a16:creationId xmlns:a16="http://schemas.microsoft.com/office/drawing/2014/main" id="{3B6A4CA1-1BE8-CAE5-1078-F486786EC9C3}"/>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 name="Rectangle 1499">
              <a:extLst>
                <a:ext uri="{FF2B5EF4-FFF2-40B4-BE49-F238E27FC236}">
                  <a16:creationId xmlns:a16="http://schemas.microsoft.com/office/drawing/2014/main" id="{4DD0C6C7-1DB0-7815-10EF-5DEEEC1EA243}"/>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1" name="Rectangle 1500">
              <a:extLst>
                <a:ext uri="{FF2B5EF4-FFF2-40B4-BE49-F238E27FC236}">
                  <a16:creationId xmlns:a16="http://schemas.microsoft.com/office/drawing/2014/main" id="{D8E77572-4FF5-8ACF-1010-8F58AE4DE2EC}"/>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2" name="Rectangle 1501">
              <a:extLst>
                <a:ext uri="{FF2B5EF4-FFF2-40B4-BE49-F238E27FC236}">
                  <a16:creationId xmlns:a16="http://schemas.microsoft.com/office/drawing/2014/main" id="{9EAEC4AE-062B-04FB-748B-01CCF5C8F8AB}"/>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 name="Rectangle 1502">
              <a:extLst>
                <a:ext uri="{FF2B5EF4-FFF2-40B4-BE49-F238E27FC236}">
                  <a16:creationId xmlns:a16="http://schemas.microsoft.com/office/drawing/2014/main" id="{F0E6EF81-59DB-43EB-F3CC-4F55808F26FF}"/>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 name="Rectangle 1503">
              <a:extLst>
                <a:ext uri="{FF2B5EF4-FFF2-40B4-BE49-F238E27FC236}">
                  <a16:creationId xmlns:a16="http://schemas.microsoft.com/office/drawing/2014/main" id="{864BE2FA-A0B0-7EE9-7509-2A1453CEF68C}"/>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5" name="Rectangle 1504">
              <a:extLst>
                <a:ext uri="{FF2B5EF4-FFF2-40B4-BE49-F238E27FC236}">
                  <a16:creationId xmlns:a16="http://schemas.microsoft.com/office/drawing/2014/main" id="{1F7E9426-0570-DA40-AC30-1C191BD848D8}"/>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6" name="Rectangle 1505">
              <a:extLst>
                <a:ext uri="{FF2B5EF4-FFF2-40B4-BE49-F238E27FC236}">
                  <a16:creationId xmlns:a16="http://schemas.microsoft.com/office/drawing/2014/main" id="{F07CA4FD-CCE3-4B67-C460-9CBE9B44903D}"/>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7" name="Rectangle 1506">
              <a:extLst>
                <a:ext uri="{FF2B5EF4-FFF2-40B4-BE49-F238E27FC236}">
                  <a16:creationId xmlns:a16="http://schemas.microsoft.com/office/drawing/2014/main" id="{378A5D7C-25D2-3EA3-A8CC-3B50B978B1C2}"/>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8" name="Rectangle 1507">
              <a:extLst>
                <a:ext uri="{FF2B5EF4-FFF2-40B4-BE49-F238E27FC236}">
                  <a16:creationId xmlns:a16="http://schemas.microsoft.com/office/drawing/2014/main" id="{0425727F-F71B-B357-838B-2C4EE92CCAAC}"/>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9" name="Rectangle 1508">
              <a:extLst>
                <a:ext uri="{FF2B5EF4-FFF2-40B4-BE49-F238E27FC236}">
                  <a16:creationId xmlns:a16="http://schemas.microsoft.com/office/drawing/2014/main" id="{4CC56799-DA76-19B3-E141-482795AA2867}"/>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0" name="Rectangle 1509">
              <a:extLst>
                <a:ext uri="{FF2B5EF4-FFF2-40B4-BE49-F238E27FC236}">
                  <a16:creationId xmlns:a16="http://schemas.microsoft.com/office/drawing/2014/main" id="{0282C363-C3C9-D380-A288-438B6CCB5F84}"/>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1" name="Rectangle 1510">
              <a:extLst>
                <a:ext uri="{FF2B5EF4-FFF2-40B4-BE49-F238E27FC236}">
                  <a16:creationId xmlns:a16="http://schemas.microsoft.com/office/drawing/2014/main" id="{97B5CA3A-1288-371F-9181-2AC523C59571}"/>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2" name="Rectangle 1511">
              <a:extLst>
                <a:ext uri="{FF2B5EF4-FFF2-40B4-BE49-F238E27FC236}">
                  <a16:creationId xmlns:a16="http://schemas.microsoft.com/office/drawing/2014/main" id="{B180D3F2-94E3-815E-94AB-5C4D5FE1751A}"/>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3" name="Rectangle 1512">
              <a:extLst>
                <a:ext uri="{FF2B5EF4-FFF2-40B4-BE49-F238E27FC236}">
                  <a16:creationId xmlns:a16="http://schemas.microsoft.com/office/drawing/2014/main" id="{1B85B09E-E2AF-85FF-9B0F-04E895511DFB}"/>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4" name="Rectangle 1513">
              <a:extLst>
                <a:ext uri="{FF2B5EF4-FFF2-40B4-BE49-F238E27FC236}">
                  <a16:creationId xmlns:a16="http://schemas.microsoft.com/office/drawing/2014/main" id="{DB3AACFD-731D-D6D7-7FFB-E8B1FD2ACE47}"/>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5" name="Rectangle 1514">
              <a:extLst>
                <a:ext uri="{FF2B5EF4-FFF2-40B4-BE49-F238E27FC236}">
                  <a16:creationId xmlns:a16="http://schemas.microsoft.com/office/drawing/2014/main" id="{B3588E7A-479C-DFA4-B5E8-B55924289D0F}"/>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6" name="Rectangle 1515">
              <a:extLst>
                <a:ext uri="{FF2B5EF4-FFF2-40B4-BE49-F238E27FC236}">
                  <a16:creationId xmlns:a16="http://schemas.microsoft.com/office/drawing/2014/main" id="{5F2BE1C8-C2B4-1E2D-CFCE-4A0F20F33FEC}"/>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7" name="Rectangle 1516">
              <a:extLst>
                <a:ext uri="{FF2B5EF4-FFF2-40B4-BE49-F238E27FC236}">
                  <a16:creationId xmlns:a16="http://schemas.microsoft.com/office/drawing/2014/main" id="{B27C7B75-269E-C228-9E7E-4ABAB8582BFD}"/>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8" name="Rectangle 1517">
              <a:extLst>
                <a:ext uri="{FF2B5EF4-FFF2-40B4-BE49-F238E27FC236}">
                  <a16:creationId xmlns:a16="http://schemas.microsoft.com/office/drawing/2014/main" id="{E33F4530-5FEE-78FD-E7DD-8F5631184C0D}"/>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9" name="Rectangle 1518">
              <a:extLst>
                <a:ext uri="{FF2B5EF4-FFF2-40B4-BE49-F238E27FC236}">
                  <a16:creationId xmlns:a16="http://schemas.microsoft.com/office/drawing/2014/main" id="{F8AA59EC-63DA-6960-60BF-EB1AD4ADEFBF}"/>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0" name="Rectangle 1519">
              <a:extLst>
                <a:ext uri="{FF2B5EF4-FFF2-40B4-BE49-F238E27FC236}">
                  <a16:creationId xmlns:a16="http://schemas.microsoft.com/office/drawing/2014/main" id="{6A984A0A-0EC3-490F-87B4-D7449751B29F}"/>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1" name="Rectangle 1520">
              <a:extLst>
                <a:ext uri="{FF2B5EF4-FFF2-40B4-BE49-F238E27FC236}">
                  <a16:creationId xmlns:a16="http://schemas.microsoft.com/office/drawing/2014/main" id="{7A32552A-B7C9-BAA7-A2A6-1DEDE6EFB907}"/>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2" name="Rectangle 1521">
              <a:extLst>
                <a:ext uri="{FF2B5EF4-FFF2-40B4-BE49-F238E27FC236}">
                  <a16:creationId xmlns:a16="http://schemas.microsoft.com/office/drawing/2014/main" id="{EDC525CA-BEED-0114-5EBB-DC790B6E9746}"/>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3" name="Rectangle 1522">
              <a:extLst>
                <a:ext uri="{FF2B5EF4-FFF2-40B4-BE49-F238E27FC236}">
                  <a16:creationId xmlns:a16="http://schemas.microsoft.com/office/drawing/2014/main" id="{EED82102-E595-85D0-B6EB-5012EF60E673}"/>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4" name="Rectangle 1523">
              <a:extLst>
                <a:ext uri="{FF2B5EF4-FFF2-40B4-BE49-F238E27FC236}">
                  <a16:creationId xmlns:a16="http://schemas.microsoft.com/office/drawing/2014/main" id="{725F9C4F-9D64-34BB-D25B-E5FCA8013990}"/>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5" name="Rectangle 1524">
              <a:extLst>
                <a:ext uri="{FF2B5EF4-FFF2-40B4-BE49-F238E27FC236}">
                  <a16:creationId xmlns:a16="http://schemas.microsoft.com/office/drawing/2014/main" id="{987E740D-38A9-B462-D096-5451F1E611D4}"/>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6" name="Rectangle 1525">
              <a:extLst>
                <a:ext uri="{FF2B5EF4-FFF2-40B4-BE49-F238E27FC236}">
                  <a16:creationId xmlns:a16="http://schemas.microsoft.com/office/drawing/2014/main" id="{C2BD7FD1-EBAF-E890-1431-3C77BE99D7B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7" name="Rectangle 1526">
              <a:extLst>
                <a:ext uri="{FF2B5EF4-FFF2-40B4-BE49-F238E27FC236}">
                  <a16:creationId xmlns:a16="http://schemas.microsoft.com/office/drawing/2014/main" id="{C489788C-179D-D74E-B332-9CFAD8D7A709}"/>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8" name="Rectangle 1527">
              <a:extLst>
                <a:ext uri="{FF2B5EF4-FFF2-40B4-BE49-F238E27FC236}">
                  <a16:creationId xmlns:a16="http://schemas.microsoft.com/office/drawing/2014/main" id="{28143D40-7B55-E583-73D3-4DC5295F52C1}"/>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9" name="Rectangle 1528">
              <a:extLst>
                <a:ext uri="{FF2B5EF4-FFF2-40B4-BE49-F238E27FC236}">
                  <a16:creationId xmlns:a16="http://schemas.microsoft.com/office/drawing/2014/main" id="{DC3C75E0-8A02-CF11-7539-69172EB3F7BC}"/>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0" name="Rectangle 1529">
              <a:extLst>
                <a:ext uri="{FF2B5EF4-FFF2-40B4-BE49-F238E27FC236}">
                  <a16:creationId xmlns:a16="http://schemas.microsoft.com/office/drawing/2014/main" id="{38D8517E-AAC2-D3A5-5259-5B4D46654F03}"/>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1" name="Rectangle 1530">
              <a:extLst>
                <a:ext uri="{FF2B5EF4-FFF2-40B4-BE49-F238E27FC236}">
                  <a16:creationId xmlns:a16="http://schemas.microsoft.com/office/drawing/2014/main" id="{F6BAADF0-C50E-B351-1C7A-6EF75C10CA1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2" name="Rectangle 1531">
              <a:extLst>
                <a:ext uri="{FF2B5EF4-FFF2-40B4-BE49-F238E27FC236}">
                  <a16:creationId xmlns:a16="http://schemas.microsoft.com/office/drawing/2014/main" id="{0528CC39-9305-9B9F-AF44-5BC181F2ECD4}"/>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3" name="Rectangle 1532">
              <a:extLst>
                <a:ext uri="{FF2B5EF4-FFF2-40B4-BE49-F238E27FC236}">
                  <a16:creationId xmlns:a16="http://schemas.microsoft.com/office/drawing/2014/main" id="{1824F757-D0AE-86DD-10E2-00229CC1CF8F}"/>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4" name="Rectangle 1533">
              <a:extLst>
                <a:ext uri="{FF2B5EF4-FFF2-40B4-BE49-F238E27FC236}">
                  <a16:creationId xmlns:a16="http://schemas.microsoft.com/office/drawing/2014/main" id="{8873F154-B561-7943-2073-43F33371DF52}"/>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5" name="Rectangle 1534">
              <a:extLst>
                <a:ext uri="{FF2B5EF4-FFF2-40B4-BE49-F238E27FC236}">
                  <a16:creationId xmlns:a16="http://schemas.microsoft.com/office/drawing/2014/main" id="{268AC99B-F266-E628-CB62-3691BE2AFA98}"/>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 name="Rectangle 1535">
              <a:extLst>
                <a:ext uri="{FF2B5EF4-FFF2-40B4-BE49-F238E27FC236}">
                  <a16:creationId xmlns:a16="http://schemas.microsoft.com/office/drawing/2014/main" id="{75E676D9-5CC9-0CF8-1C0B-936E418D3D09}"/>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 name="Rectangle 1536">
              <a:extLst>
                <a:ext uri="{FF2B5EF4-FFF2-40B4-BE49-F238E27FC236}">
                  <a16:creationId xmlns:a16="http://schemas.microsoft.com/office/drawing/2014/main" id="{BAB290DE-B33D-2A72-6068-FBE2ED8ABB19}"/>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8" name="Rectangle 1537">
              <a:extLst>
                <a:ext uri="{FF2B5EF4-FFF2-40B4-BE49-F238E27FC236}">
                  <a16:creationId xmlns:a16="http://schemas.microsoft.com/office/drawing/2014/main" id="{D5C5D913-D86C-6388-6E21-0964E5C9785D}"/>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9" name="Rectangle 1538">
              <a:extLst>
                <a:ext uri="{FF2B5EF4-FFF2-40B4-BE49-F238E27FC236}">
                  <a16:creationId xmlns:a16="http://schemas.microsoft.com/office/drawing/2014/main" id="{55E64443-B712-2EE9-DC2E-DEB161F7EE42}"/>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0" name="Rectangle 1539">
              <a:extLst>
                <a:ext uri="{FF2B5EF4-FFF2-40B4-BE49-F238E27FC236}">
                  <a16:creationId xmlns:a16="http://schemas.microsoft.com/office/drawing/2014/main" id="{448564F3-436D-C8B8-E83D-469E61BBAC7A}"/>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 name="Rectangle 1540">
              <a:extLst>
                <a:ext uri="{FF2B5EF4-FFF2-40B4-BE49-F238E27FC236}">
                  <a16:creationId xmlns:a16="http://schemas.microsoft.com/office/drawing/2014/main" id="{A42A4D3A-0BF9-A2FA-E86B-358A37A7CDD7}"/>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 name="Rectangle 1541">
              <a:extLst>
                <a:ext uri="{FF2B5EF4-FFF2-40B4-BE49-F238E27FC236}">
                  <a16:creationId xmlns:a16="http://schemas.microsoft.com/office/drawing/2014/main" id="{234096E1-DD85-1CEB-39C6-8917CC05C2C8}"/>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 name="Rectangle 1542">
              <a:extLst>
                <a:ext uri="{FF2B5EF4-FFF2-40B4-BE49-F238E27FC236}">
                  <a16:creationId xmlns:a16="http://schemas.microsoft.com/office/drawing/2014/main" id="{DC9735B1-E13F-9E49-000F-FA0BCFE58BFC}"/>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33" name="Group 3132">
            <a:extLst>
              <a:ext uri="{FF2B5EF4-FFF2-40B4-BE49-F238E27FC236}">
                <a16:creationId xmlns:a16="http://schemas.microsoft.com/office/drawing/2014/main" id="{9E4B3892-7A0D-7269-8CC3-B40BFB0A0B74}"/>
              </a:ext>
            </a:extLst>
          </p:cNvPr>
          <p:cNvGrpSpPr/>
          <p:nvPr/>
        </p:nvGrpSpPr>
        <p:grpSpPr>
          <a:xfrm>
            <a:off x="1730409" y="3428232"/>
            <a:ext cx="2912265" cy="301135"/>
            <a:chOff x="2844481" y="3245377"/>
            <a:chExt cx="2912265" cy="301135"/>
          </a:xfrm>
          <a:noFill/>
        </p:grpSpPr>
        <p:sp>
          <p:nvSpPr>
            <p:cNvPr id="3310" name="Rectangle 3309">
              <a:extLst>
                <a:ext uri="{FF2B5EF4-FFF2-40B4-BE49-F238E27FC236}">
                  <a16:creationId xmlns:a16="http://schemas.microsoft.com/office/drawing/2014/main" id="{D0D59C27-5949-77CB-9787-CD8586AB1D8F}"/>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1" name="Rectangle 3310">
              <a:extLst>
                <a:ext uri="{FF2B5EF4-FFF2-40B4-BE49-F238E27FC236}">
                  <a16:creationId xmlns:a16="http://schemas.microsoft.com/office/drawing/2014/main" id="{BAD1F025-8C7A-9C54-E003-8D0838DF6CD3}"/>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2" name="Rectangle 3311">
              <a:extLst>
                <a:ext uri="{FF2B5EF4-FFF2-40B4-BE49-F238E27FC236}">
                  <a16:creationId xmlns:a16="http://schemas.microsoft.com/office/drawing/2014/main" id="{C2A092DF-5B37-ED2D-BCF1-936E35A5C88A}"/>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3" name="Rectangle 3312">
              <a:extLst>
                <a:ext uri="{FF2B5EF4-FFF2-40B4-BE49-F238E27FC236}">
                  <a16:creationId xmlns:a16="http://schemas.microsoft.com/office/drawing/2014/main" id="{14ACD61C-6BF7-B567-3767-E040775AF4D5}"/>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4" name="Rectangle 3313">
              <a:extLst>
                <a:ext uri="{FF2B5EF4-FFF2-40B4-BE49-F238E27FC236}">
                  <a16:creationId xmlns:a16="http://schemas.microsoft.com/office/drawing/2014/main" id="{BD74816E-C631-4145-7D79-E67D92688743}"/>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5" name="Rectangle 3314">
              <a:extLst>
                <a:ext uri="{FF2B5EF4-FFF2-40B4-BE49-F238E27FC236}">
                  <a16:creationId xmlns:a16="http://schemas.microsoft.com/office/drawing/2014/main" id="{32AA90A5-B9A0-F402-7E06-88E3048E306A}"/>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6" name="Rectangle 3315">
              <a:extLst>
                <a:ext uri="{FF2B5EF4-FFF2-40B4-BE49-F238E27FC236}">
                  <a16:creationId xmlns:a16="http://schemas.microsoft.com/office/drawing/2014/main" id="{2C3FE858-B32A-C7CB-34E6-70D3CE3F9148}"/>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7" name="Rectangle 3316">
              <a:extLst>
                <a:ext uri="{FF2B5EF4-FFF2-40B4-BE49-F238E27FC236}">
                  <a16:creationId xmlns:a16="http://schemas.microsoft.com/office/drawing/2014/main" id="{3CA0E711-A7D8-DCF0-97BD-7B10D4447D0E}"/>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8" name="Rectangle 3317">
              <a:extLst>
                <a:ext uri="{FF2B5EF4-FFF2-40B4-BE49-F238E27FC236}">
                  <a16:creationId xmlns:a16="http://schemas.microsoft.com/office/drawing/2014/main" id="{97D6A783-13D1-7519-D52A-1ECA05B7E2CC}"/>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9" name="Rectangle 3318">
              <a:extLst>
                <a:ext uri="{FF2B5EF4-FFF2-40B4-BE49-F238E27FC236}">
                  <a16:creationId xmlns:a16="http://schemas.microsoft.com/office/drawing/2014/main" id="{F48AD7BA-AD8F-A87A-59BF-DEF95CD1E680}"/>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0" name="Rectangle 3319">
              <a:extLst>
                <a:ext uri="{FF2B5EF4-FFF2-40B4-BE49-F238E27FC236}">
                  <a16:creationId xmlns:a16="http://schemas.microsoft.com/office/drawing/2014/main" id="{D542EC2A-1607-4232-F218-69DAA56F282A}"/>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1" name="Rectangle 3320">
              <a:extLst>
                <a:ext uri="{FF2B5EF4-FFF2-40B4-BE49-F238E27FC236}">
                  <a16:creationId xmlns:a16="http://schemas.microsoft.com/office/drawing/2014/main" id="{5039F691-C296-991F-0265-FE09984494FD}"/>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2" name="Rectangle 3321">
              <a:extLst>
                <a:ext uri="{FF2B5EF4-FFF2-40B4-BE49-F238E27FC236}">
                  <a16:creationId xmlns:a16="http://schemas.microsoft.com/office/drawing/2014/main" id="{36E6C998-A956-A32B-F07C-55DB81F42558}"/>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3" name="Rectangle 3322">
              <a:extLst>
                <a:ext uri="{FF2B5EF4-FFF2-40B4-BE49-F238E27FC236}">
                  <a16:creationId xmlns:a16="http://schemas.microsoft.com/office/drawing/2014/main" id="{4F385A29-4FE9-E7C6-534B-AC67678649B1}"/>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4" name="Rectangle 3323">
              <a:extLst>
                <a:ext uri="{FF2B5EF4-FFF2-40B4-BE49-F238E27FC236}">
                  <a16:creationId xmlns:a16="http://schemas.microsoft.com/office/drawing/2014/main" id="{7E25D1CA-AC93-6287-2428-49DF281C396E}"/>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5" name="Rectangle 3324">
              <a:extLst>
                <a:ext uri="{FF2B5EF4-FFF2-40B4-BE49-F238E27FC236}">
                  <a16:creationId xmlns:a16="http://schemas.microsoft.com/office/drawing/2014/main" id="{B5BC1472-FDF8-E63B-8294-4BE50C2308C1}"/>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6" name="Rectangle 3325">
              <a:extLst>
                <a:ext uri="{FF2B5EF4-FFF2-40B4-BE49-F238E27FC236}">
                  <a16:creationId xmlns:a16="http://schemas.microsoft.com/office/drawing/2014/main" id="{B77F87CC-5979-3769-732A-1AD4DF53011B}"/>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7" name="Rectangle 3326">
              <a:extLst>
                <a:ext uri="{FF2B5EF4-FFF2-40B4-BE49-F238E27FC236}">
                  <a16:creationId xmlns:a16="http://schemas.microsoft.com/office/drawing/2014/main" id="{3618CFB2-0A89-8980-06F2-0CF1617CD995}"/>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8" name="Rectangle 3327">
              <a:extLst>
                <a:ext uri="{FF2B5EF4-FFF2-40B4-BE49-F238E27FC236}">
                  <a16:creationId xmlns:a16="http://schemas.microsoft.com/office/drawing/2014/main" id="{3F7FD216-DB3F-5349-F5C2-CF65F73A9F63}"/>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9" name="Rectangle 3328">
              <a:extLst>
                <a:ext uri="{FF2B5EF4-FFF2-40B4-BE49-F238E27FC236}">
                  <a16:creationId xmlns:a16="http://schemas.microsoft.com/office/drawing/2014/main" id="{8CC71C4E-6730-2063-F9DF-7A2ECB6802B2}"/>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0" name="Rectangle 3329">
              <a:extLst>
                <a:ext uri="{FF2B5EF4-FFF2-40B4-BE49-F238E27FC236}">
                  <a16:creationId xmlns:a16="http://schemas.microsoft.com/office/drawing/2014/main" id="{29DC8B1E-D4E6-E5C3-9621-EF7D7C6A48D4}"/>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1" name="Rectangle 3330">
              <a:extLst>
                <a:ext uri="{FF2B5EF4-FFF2-40B4-BE49-F238E27FC236}">
                  <a16:creationId xmlns:a16="http://schemas.microsoft.com/office/drawing/2014/main" id="{E9958F87-C069-B9C2-2913-BF4FBB416E3B}"/>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2" name="Rectangle 3331">
              <a:extLst>
                <a:ext uri="{FF2B5EF4-FFF2-40B4-BE49-F238E27FC236}">
                  <a16:creationId xmlns:a16="http://schemas.microsoft.com/office/drawing/2014/main" id="{E2BD8F2C-DE13-904F-40BA-C9B83028A6B6}"/>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3" name="Rectangle 3332">
              <a:extLst>
                <a:ext uri="{FF2B5EF4-FFF2-40B4-BE49-F238E27FC236}">
                  <a16:creationId xmlns:a16="http://schemas.microsoft.com/office/drawing/2014/main" id="{DB9CEED4-CD60-E596-07D2-D335C2263B9E}"/>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4" name="Rectangle 3333">
              <a:extLst>
                <a:ext uri="{FF2B5EF4-FFF2-40B4-BE49-F238E27FC236}">
                  <a16:creationId xmlns:a16="http://schemas.microsoft.com/office/drawing/2014/main" id="{25FE89C8-1B97-94E8-37EA-C44B4491A358}"/>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5" name="Rectangle 3334">
              <a:extLst>
                <a:ext uri="{FF2B5EF4-FFF2-40B4-BE49-F238E27FC236}">
                  <a16:creationId xmlns:a16="http://schemas.microsoft.com/office/drawing/2014/main" id="{278710E1-A3B4-C2E3-1F5E-204997B0E7E7}"/>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6" name="Rectangle 3335">
              <a:extLst>
                <a:ext uri="{FF2B5EF4-FFF2-40B4-BE49-F238E27FC236}">
                  <a16:creationId xmlns:a16="http://schemas.microsoft.com/office/drawing/2014/main" id="{F5F8D593-F82A-7E65-3C1D-E3FFB96AE871}"/>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7" name="Rectangle 3336">
              <a:extLst>
                <a:ext uri="{FF2B5EF4-FFF2-40B4-BE49-F238E27FC236}">
                  <a16:creationId xmlns:a16="http://schemas.microsoft.com/office/drawing/2014/main" id="{1EE79607-48C2-EF30-E308-2C0C8F5028EE}"/>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8" name="Rectangle 3337">
              <a:extLst>
                <a:ext uri="{FF2B5EF4-FFF2-40B4-BE49-F238E27FC236}">
                  <a16:creationId xmlns:a16="http://schemas.microsoft.com/office/drawing/2014/main" id="{F0644068-A429-DA7B-4DE7-E0B5F95437AF}"/>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9" name="Rectangle 3338">
              <a:extLst>
                <a:ext uri="{FF2B5EF4-FFF2-40B4-BE49-F238E27FC236}">
                  <a16:creationId xmlns:a16="http://schemas.microsoft.com/office/drawing/2014/main" id="{076AE4FA-9055-7E5D-445D-9373B2DC0BFD}"/>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0" name="Rectangle 3339">
              <a:extLst>
                <a:ext uri="{FF2B5EF4-FFF2-40B4-BE49-F238E27FC236}">
                  <a16:creationId xmlns:a16="http://schemas.microsoft.com/office/drawing/2014/main" id="{10C0D8FF-A462-9AFB-6B8B-737758BC2D02}"/>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1" name="Rectangle 3340">
              <a:extLst>
                <a:ext uri="{FF2B5EF4-FFF2-40B4-BE49-F238E27FC236}">
                  <a16:creationId xmlns:a16="http://schemas.microsoft.com/office/drawing/2014/main" id="{EA5AA819-87CB-6C45-DCF2-8CCA1D4328E1}"/>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2" name="Rectangle 3341">
              <a:extLst>
                <a:ext uri="{FF2B5EF4-FFF2-40B4-BE49-F238E27FC236}">
                  <a16:creationId xmlns:a16="http://schemas.microsoft.com/office/drawing/2014/main" id="{3E21611F-9E1A-A052-A407-86E3EBD6C742}"/>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3" name="Rectangle 3342">
              <a:extLst>
                <a:ext uri="{FF2B5EF4-FFF2-40B4-BE49-F238E27FC236}">
                  <a16:creationId xmlns:a16="http://schemas.microsoft.com/office/drawing/2014/main" id="{15523CE6-56A8-6762-9A03-35078D7BF170}"/>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4" name="Rectangle 3343">
              <a:extLst>
                <a:ext uri="{FF2B5EF4-FFF2-40B4-BE49-F238E27FC236}">
                  <a16:creationId xmlns:a16="http://schemas.microsoft.com/office/drawing/2014/main" id="{9359F9C5-396E-1E74-70F3-5F904120585B}"/>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5" name="Rectangle 3344">
              <a:extLst>
                <a:ext uri="{FF2B5EF4-FFF2-40B4-BE49-F238E27FC236}">
                  <a16:creationId xmlns:a16="http://schemas.microsoft.com/office/drawing/2014/main" id="{59F7AA22-CA66-B58D-CDFC-E99DEA6337C0}"/>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6" name="Rectangle 3345">
              <a:extLst>
                <a:ext uri="{FF2B5EF4-FFF2-40B4-BE49-F238E27FC236}">
                  <a16:creationId xmlns:a16="http://schemas.microsoft.com/office/drawing/2014/main" id="{A7777007-564B-F1B4-18EF-733126CC0A21}"/>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7" name="Rectangle 3346">
              <a:extLst>
                <a:ext uri="{FF2B5EF4-FFF2-40B4-BE49-F238E27FC236}">
                  <a16:creationId xmlns:a16="http://schemas.microsoft.com/office/drawing/2014/main" id="{B335F2FC-7288-1ED7-D38C-7E06C7C6EEEB}"/>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8" name="Rectangle 3347">
              <a:extLst>
                <a:ext uri="{FF2B5EF4-FFF2-40B4-BE49-F238E27FC236}">
                  <a16:creationId xmlns:a16="http://schemas.microsoft.com/office/drawing/2014/main" id="{E41D395B-7947-4989-822A-0C7E21BE706C}"/>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9" name="Rectangle 3348">
              <a:extLst>
                <a:ext uri="{FF2B5EF4-FFF2-40B4-BE49-F238E27FC236}">
                  <a16:creationId xmlns:a16="http://schemas.microsoft.com/office/drawing/2014/main" id="{B1EC3452-722E-5B11-A9DF-270CD0FC5525}"/>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0" name="Rectangle 3349">
              <a:extLst>
                <a:ext uri="{FF2B5EF4-FFF2-40B4-BE49-F238E27FC236}">
                  <a16:creationId xmlns:a16="http://schemas.microsoft.com/office/drawing/2014/main" id="{54DB06B3-67D0-EB60-725B-BF5B4914F24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1" name="Rectangle 3350">
              <a:extLst>
                <a:ext uri="{FF2B5EF4-FFF2-40B4-BE49-F238E27FC236}">
                  <a16:creationId xmlns:a16="http://schemas.microsoft.com/office/drawing/2014/main" id="{C8B49C36-DF76-5643-AA95-33B0C3CF2345}"/>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2" name="Rectangle 3351">
              <a:extLst>
                <a:ext uri="{FF2B5EF4-FFF2-40B4-BE49-F238E27FC236}">
                  <a16:creationId xmlns:a16="http://schemas.microsoft.com/office/drawing/2014/main" id="{A9737746-2A71-4A8C-78DE-71536CB15962}"/>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3" name="Rectangle 3352">
              <a:extLst>
                <a:ext uri="{FF2B5EF4-FFF2-40B4-BE49-F238E27FC236}">
                  <a16:creationId xmlns:a16="http://schemas.microsoft.com/office/drawing/2014/main" id="{F4495BF2-FFDE-7026-00A2-2294BC750DD2}"/>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4" name="Rectangle 3353">
              <a:extLst>
                <a:ext uri="{FF2B5EF4-FFF2-40B4-BE49-F238E27FC236}">
                  <a16:creationId xmlns:a16="http://schemas.microsoft.com/office/drawing/2014/main" id="{8D83B8FD-07C6-7AC3-7F12-9ADEB8917E82}"/>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5" name="Rectangle 3354">
              <a:extLst>
                <a:ext uri="{FF2B5EF4-FFF2-40B4-BE49-F238E27FC236}">
                  <a16:creationId xmlns:a16="http://schemas.microsoft.com/office/drawing/2014/main" id="{83C38C16-EADA-E181-1198-94E5E747AAE5}"/>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6" name="Rectangle 3355">
              <a:extLst>
                <a:ext uri="{FF2B5EF4-FFF2-40B4-BE49-F238E27FC236}">
                  <a16:creationId xmlns:a16="http://schemas.microsoft.com/office/drawing/2014/main" id="{1BB49198-0A10-685A-1CDA-72BE5F14F11E}"/>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7" name="Rectangle 3356">
              <a:extLst>
                <a:ext uri="{FF2B5EF4-FFF2-40B4-BE49-F238E27FC236}">
                  <a16:creationId xmlns:a16="http://schemas.microsoft.com/office/drawing/2014/main" id="{7786C8CF-464C-A519-95A7-7444739DB13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8" name="Rectangle 3357">
              <a:extLst>
                <a:ext uri="{FF2B5EF4-FFF2-40B4-BE49-F238E27FC236}">
                  <a16:creationId xmlns:a16="http://schemas.microsoft.com/office/drawing/2014/main" id="{D1BBA6A4-2A0C-9680-4281-325A69035118}"/>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9" name="Rectangle 3358">
              <a:extLst>
                <a:ext uri="{FF2B5EF4-FFF2-40B4-BE49-F238E27FC236}">
                  <a16:creationId xmlns:a16="http://schemas.microsoft.com/office/drawing/2014/main" id="{4F0AE169-35E6-FA25-8BE9-9725DD0F7B67}"/>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0" name="Rectangle 3359">
              <a:extLst>
                <a:ext uri="{FF2B5EF4-FFF2-40B4-BE49-F238E27FC236}">
                  <a16:creationId xmlns:a16="http://schemas.microsoft.com/office/drawing/2014/main" id="{A4144551-2E15-6196-743E-96DC04CC09A7}"/>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1" name="Rectangle 3360">
              <a:extLst>
                <a:ext uri="{FF2B5EF4-FFF2-40B4-BE49-F238E27FC236}">
                  <a16:creationId xmlns:a16="http://schemas.microsoft.com/office/drawing/2014/main" id="{F862512F-B6FA-DE8C-3E6F-CED9925A0FF7}"/>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2" name="Rectangle 3361">
              <a:extLst>
                <a:ext uri="{FF2B5EF4-FFF2-40B4-BE49-F238E27FC236}">
                  <a16:creationId xmlns:a16="http://schemas.microsoft.com/office/drawing/2014/main" id="{CA98CD69-FA46-ACCC-8B5D-690EC3EFB822}"/>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3" name="Rectangle 3362">
              <a:extLst>
                <a:ext uri="{FF2B5EF4-FFF2-40B4-BE49-F238E27FC236}">
                  <a16:creationId xmlns:a16="http://schemas.microsoft.com/office/drawing/2014/main" id="{FB015CA1-6F26-332B-4DE3-FEF30CFE79BE}"/>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4" name="Rectangle 3363">
              <a:extLst>
                <a:ext uri="{FF2B5EF4-FFF2-40B4-BE49-F238E27FC236}">
                  <a16:creationId xmlns:a16="http://schemas.microsoft.com/office/drawing/2014/main" id="{22EFB6DB-6A1A-F168-35BA-F95CEC5F897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5" name="Rectangle 3364">
              <a:extLst>
                <a:ext uri="{FF2B5EF4-FFF2-40B4-BE49-F238E27FC236}">
                  <a16:creationId xmlns:a16="http://schemas.microsoft.com/office/drawing/2014/main" id="{1B57563E-9EAA-D18D-C83F-9256547FF65F}"/>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6" name="Rectangle 3365">
              <a:extLst>
                <a:ext uri="{FF2B5EF4-FFF2-40B4-BE49-F238E27FC236}">
                  <a16:creationId xmlns:a16="http://schemas.microsoft.com/office/drawing/2014/main" id="{EC579F3A-93E0-7F2B-F253-879B8695DA53}"/>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7" name="Rectangle 3366">
              <a:extLst>
                <a:ext uri="{FF2B5EF4-FFF2-40B4-BE49-F238E27FC236}">
                  <a16:creationId xmlns:a16="http://schemas.microsoft.com/office/drawing/2014/main" id="{B8C8F372-2034-9AC9-AD49-B579432F5F2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8" name="Rectangle 3367">
              <a:extLst>
                <a:ext uri="{FF2B5EF4-FFF2-40B4-BE49-F238E27FC236}">
                  <a16:creationId xmlns:a16="http://schemas.microsoft.com/office/drawing/2014/main" id="{EC2AE385-EB3E-D35D-9AE5-9BB77143BE44}"/>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9" name="Rectangle 3368">
              <a:extLst>
                <a:ext uri="{FF2B5EF4-FFF2-40B4-BE49-F238E27FC236}">
                  <a16:creationId xmlns:a16="http://schemas.microsoft.com/office/drawing/2014/main" id="{133CA9B8-E374-C849-E648-47B6BB4EE784}"/>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0" name="Rectangle 3369">
              <a:extLst>
                <a:ext uri="{FF2B5EF4-FFF2-40B4-BE49-F238E27FC236}">
                  <a16:creationId xmlns:a16="http://schemas.microsoft.com/office/drawing/2014/main" id="{54E54C96-1BEB-4D2B-C63F-D87737B16C59}"/>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1" name="Rectangle 3370">
              <a:extLst>
                <a:ext uri="{FF2B5EF4-FFF2-40B4-BE49-F238E27FC236}">
                  <a16:creationId xmlns:a16="http://schemas.microsoft.com/office/drawing/2014/main" id="{D89F2DBE-858E-2496-65D3-4FC778817F25}"/>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2" name="Rectangle 3371">
              <a:extLst>
                <a:ext uri="{FF2B5EF4-FFF2-40B4-BE49-F238E27FC236}">
                  <a16:creationId xmlns:a16="http://schemas.microsoft.com/office/drawing/2014/main" id="{8AE440B3-2AEE-1855-8B9E-78AED8D2FA1F}"/>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3" name="Rectangle 3372">
              <a:extLst>
                <a:ext uri="{FF2B5EF4-FFF2-40B4-BE49-F238E27FC236}">
                  <a16:creationId xmlns:a16="http://schemas.microsoft.com/office/drawing/2014/main" id="{725EA37C-4C80-146A-726A-EC4B5AF2A663}"/>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4" name="Rectangle 3373">
              <a:extLst>
                <a:ext uri="{FF2B5EF4-FFF2-40B4-BE49-F238E27FC236}">
                  <a16:creationId xmlns:a16="http://schemas.microsoft.com/office/drawing/2014/main" id="{12857EFD-2D51-F464-F12C-D2F58397FEA6}"/>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5" name="Rectangle 3374">
              <a:extLst>
                <a:ext uri="{FF2B5EF4-FFF2-40B4-BE49-F238E27FC236}">
                  <a16:creationId xmlns:a16="http://schemas.microsoft.com/office/drawing/2014/main" id="{CBD71D53-0680-4034-11BD-4FAA8B642908}"/>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6" name="Rectangle 3375">
              <a:extLst>
                <a:ext uri="{FF2B5EF4-FFF2-40B4-BE49-F238E27FC236}">
                  <a16:creationId xmlns:a16="http://schemas.microsoft.com/office/drawing/2014/main" id="{71AA353B-ED97-2FC6-624F-111E49652DF4}"/>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7" name="Rectangle 3376">
              <a:extLst>
                <a:ext uri="{FF2B5EF4-FFF2-40B4-BE49-F238E27FC236}">
                  <a16:creationId xmlns:a16="http://schemas.microsoft.com/office/drawing/2014/main" id="{489D922D-D84A-C755-03DC-A6288656BE1F}"/>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8" name="Rectangle 3377">
              <a:extLst>
                <a:ext uri="{FF2B5EF4-FFF2-40B4-BE49-F238E27FC236}">
                  <a16:creationId xmlns:a16="http://schemas.microsoft.com/office/drawing/2014/main" id="{9E563576-0165-BA7E-9FBF-97566885BFDB}"/>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 name="Rectangle 3378">
              <a:extLst>
                <a:ext uri="{FF2B5EF4-FFF2-40B4-BE49-F238E27FC236}">
                  <a16:creationId xmlns:a16="http://schemas.microsoft.com/office/drawing/2014/main" id="{F9D9E4EF-B926-AF03-7E39-3CD939F7E952}"/>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 name="Rectangle 3379">
              <a:extLst>
                <a:ext uri="{FF2B5EF4-FFF2-40B4-BE49-F238E27FC236}">
                  <a16:creationId xmlns:a16="http://schemas.microsoft.com/office/drawing/2014/main" id="{278F420F-AEEE-5149-4CFD-5399B3B99D5E}"/>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 name="Rectangle 3380">
              <a:extLst>
                <a:ext uri="{FF2B5EF4-FFF2-40B4-BE49-F238E27FC236}">
                  <a16:creationId xmlns:a16="http://schemas.microsoft.com/office/drawing/2014/main" id="{C2034BE2-0292-B504-0A00-EE410650A834}"/>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2" name="Rectangle 3381">
              <a:extLst>
                <a:ext uri="{FF2B5EF4-FFF2-40B4-BE49-F238E27FC236}">
                  <a16:creationId xmlns:a16="http://schemas.microsoft.com/office/drawing/2014/main" id="{F6E05548-3C8D-6938-AE81-04E4C0931EB1}"/>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3" name="Rectangle 3382">
              <a:extLst>
                <a:ext uri="{FF2B5EF4-FFF2-40B4-BE49-F238E27FC236}">
                  <a16:creationId xmlns:a16="http://schemas.microsoft.com/office/drawing/2014/main" id="{3C102778-79E0-FF15-6325-BCBCA1460B0D}"/>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4" name="Rectangle 3383">
              <a:extLst>
                <a:ext uri="{FF2B5EF4-FFF2-40B4-BE49-F238E27FC236}">
                  <a16:creationId xmlns:a16="http://schemas.microsoft.com/office/drawing/2014/main" id="{63C596E0-F406-C927-87A7-7F95379A333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5" name="Rectangle 3384">
              <a:extLst>
                <a:ext uri="{FF2B5EF4-FFF2-40B4-BE49-F238E27FC236}">
                  <a16:creationId xmlns:a16="http://schemas.microsoft.com/office/drawing/2014/main" id="{61D0B2D4-923A-7E79-003E-587706203F54}"/>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6" name="Rectangle 3385">
              <a:extLst>
                <a:ext uri="{FF2B5EF4-FFF2-40B4-BE49-F238E27FC236}">
                  <a16:creationId xmlns:a16="http://schemas.microsoft.com/office/drawing/2014/main" id="{D68E52F9-094F-FF8A-3D21-ED1B30B0E772}"/>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7" name="Rectangle 3386">
              <a:extLst>
                <a:ext uri="{FF2B5EF4-FFF2-40B4-BE49-F238E27FC236}">
                  <a16:creationId xmlns:a16="http://schemas.microsoft.com/office/drawing/2014/main" id="{10C52F2A-FF95-1376-0D1A-E6031A94EE90}"/>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8" name="Rectangle 3387">
              <a:extLst>
                <a:ext uri="{FF2B5EF4-FFF2-40B4-BE49-F238E27FC236}">
                  <a16:creationId xmlns:a16="http://schemas.microsoft.com/office/drawing/2014/main" id="{3E31BFFD-82A1-55BA-1E6C-2B0C6645CBEB}"/>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9" name="Rectangle 3388">
              <a:extLst>
                <a:ext uri="{FF2B5EF4-FFF2-40B4-BE49-F238E27FC236}">
                  <a16:creationId xmlns:a16="http://schemas.microsoft.com/office/drawing/2014/main" id="{91B40C60-3FD8-22E7-5A60-F284A1B8D3AA}"/>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0" name="Rectangle 3389">
              <a:extLst>
                <a:ext uri="{FF2B5EF4-FFF2-40B4-BE49-F238E27FC236}">
                  <a16:creationId xmlns:a16="http://schemas.microsoft.com/office/drawing/2014/main" id="{3FAFA1E9-2553-1180-BC39-BD6D0ED50ACF}"/>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1" name="Rectangle 3390">
              <a:extLst>
                <a:ext uri="{FF2B5EF4-FFF2-40B4-BE49-F238E27FC236}">
                  <a16:creationId xmlns:a16="http://schemas.microsoft.com/office/drawing/2014/main" id="{1E9EEAD8-708A-23D4-5C1E-5660B2E8431A}"/>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2" name="Rectangle 3391">
              <a:extLst>
                <a:ext uri="{FF2B5EF4-FFF2-40B4-BE49-F238E27FC236}">
                  <a16:creationId xmlns:a16="http://schemas.microsoft.com/office/drawing/2014/main" id="{77546C93-864B-0C48-8C90-57A8315DBCA7}"/>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Rectangle 3392">
              <a:extLst>
                <a:ext uri="{FF2B5EF4-FFF2-40B4-BE49-F238E27FC236}">
                  <a16:creationId xmlns:a16="http://schemas.microsoft.com/office/drawing/2014/main" id="{9353485E-965D-63BD-2825-980CB880FB57}"/>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4" name="Rectangle 3393">
              <a:extLst>
                <a:ext uri="{FF2B5EF4-FFF2-40B4-BE49-F238E27FC236}">
                  <a16:creationId xmlns:a16="http://schemas.microsoft.com/office/drawing/2014/main" id="{A0FB99F8-D755-81A8-F2F2-853FB7443476}"/>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5" name="Rectangle 3394">
              <a:extLst>
                <a:ext uri="{FF2B5EF4-FFF2-40B4-BE49-F238E27FC236}">
                  <a16:creationId xmlns:a16="http://schemas.microsoft.com/office/drawing/2014/main" id="{AD59E05C-C712-2F61-DF0A-2F61CE4E9A16}"/>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6" name="Rectangle 3395">
              <a:extLst>
                <a:ext uri="{FF2B5EF4-FFF2-40B4-BE49-F238E27FC236}">
                  <a16:creationId xmlns:a16="http://schemas.microsoft.com/office/drawing/2014/main" id="{B1B3F54B-EAEE-3F4D-B001-76183A128738}"/>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9" name="Group 2868">
            <a:extLst>
              <a:ext uri="{FF2B5EF4-FFF2-40B4-BE49-F238E27FC236}">
                <a16:creationId xmlns:a16="http://schemas.microsoft.com/office/drawing/2014/main" id="{A4B48AEC-35F8-FAEC-0BF1-0F0581A16C6A}"/>
              </a:ext>
            </a:extLst>
          </p:cNvPr>
          <p:cNvGrpSpPr/>
          <p:nvPr/>
        </p:nvGrpSpPr>
        <p:grpSpPr>
          <a:xfrm>
            <a:off x="1730409" y="3729301"/>
            <a:ext cx="2912265" cy="301135"/>
            <a:chOff x="2844481" y="3245377"/>
            <a:chExt cx="2912265" cy="301135"/>
          </a:xfrm>
          <a:noFill/>
        </p:grpSpPr>
        <p:sp>
          <p:nvSpPr>
            <p:cNvPr id="3046" name="Rectangle 3045">
              <a:extLst>
                <a:ext uri="{FF2B5EF4-FFF2-40B4-BE49-F238E27FC236}">
                  <a16:creationId xmlns:a16="http://schemas.microsoft.com/office/drawing/2014/main" id="{526A767A-1B59-07E4-04B7-172ED975EE58}"/>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7" name="Rectangle 3046">
              <a:extLst>
                <a:ext uri="{FF2B5EF4-FFF2-40B4-BE49-F238E27FC236}">
                  <a16:creationId xmlns:a16="http://schemas.microsoft.com/office/drawing/2014/main" id="{D3066179-5456-B5B0-75DC-8A68DF77463A}"/>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8" name="Rectangle 3047">
              <a:extLst>
                <a:ext uri="{FF2B5EF4-FFF2-40B4-BE49-F238E27FC236}">
                  <a16:creationId xmlns:a16="http://schemas.microsoft.com/office/drawing/2014/main" id="{18D85618-760E-7A70-3C3C-D11A498517C8}"/>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9" name="Rectangle 3048">
              <a:extLst>
                <a:ext uri="{FF2B5EF4-FFF2-40B4-BE49-F238E27FC236}">
                  <a16:creationId xmlns:a16="http://schemas.microsoft.com/office/drawing/2014/main" id="{73819BB9-1D02-D3CB-1C37-EA63D42F6BC9}"/>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0" name="Rectangle 3049">
              <a:extLst>
                <a:ext uri="{FF2B5EF4-FFF2-40B4-BE49-F238E27FC236}">
                  <a16:creationId xmlns:a16="http://schemas.microsoft.com/office/drawing/2014/main" id="{C0EBF43B-5D59-B64A-32FD-06BEC87EAD9F}"/>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1" name="Rectangle 3050">
              <a:extLst>
                <a:ext uri="{FF2B5EF4-FFF2-40B4-BE49-F238E27FC236}">
                  <a16:creationId xmlns:a16="http://schemas.microsoft.com/office/drawing/2014/main" id="{202468EE-5F1D-C554-BFB3-0C2AD0C898C4}"/>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2" name="Rectangle 3051">
              <a:extLst>
                <a:ext uri="{FF2B5EF4-FFF2-40B4-BE49-F238E27FC236}">
                  <a16:creationId xmlns:a16="http://schemas.microsoft.com/office/drawing/2014/main" id="{4B07223D-0E02-50AE-4D89-ABEFD2EAFF82}"/>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3" name="Rectangle 3052">
              <a:extLst>
                <a:ext uri="{FF2B5EF4-FFF2-40B4-BE49-F238E27FC236}">
                  <a16:creationId xmlns:a16="http://schemas.microsoft.com/office/drawing/2014/main" id="{D44EA3AF-79ED-8A14-BCF6-1B988E3638EB}"/>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4" name="Rectangle 3053">
              <a:extLst>
                <a:ext uri="{FF2B5EF4-FFF2-40B4-BE49-F238E27FC236}">
                  <a16:creationId xmlns:a16="http://schemas.microsoft.com/office/drawing/2014/main" id="{289A3580-E53A-7456-9169-8E9FC0A801DF}"/>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5" name="Rectangle 3054">
              <a:extLst>
                <a:ext uri="{FF2B5EF4-FFF2-40B4-BE49-F238E27FC236}">
                  <a16:creationId xmlns:a16="http://schemas.microsoft.com/office/drawing/2014/main" id="{006E00CB-CEA4-71A6-FB7B-AA7C115C1E1D}"/>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6" name="Rectangle 3055">
              <a:extLst>
                <a:ext uri="{FF2B5EF4-FFF2-40B4-BE49-F238E27FC236}">
                  <a16:creationId xmlns:a16="http://schemas.microsoft.com/office/drawing/2014/main" id="{341D12BF-27B0-51BC-084A-6946B72E9CEC}"/>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7" name="Rectangle 3056">
              <a:extLst>
                <a:ext uri="{FF2B5EF4-FFF2-40B4-BE49-F238E27FC236}">
                  <a16:creationId xmlns:a16="http://schemas.microsoft.com/office/drawing/2014/main" id="{B4EEE211-10E3-AEC7-88E4-B43D0BB8BEB9}"/>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8" name="Rectangle 3057">
              <a:extLst>
                <a:ext uri="{FF2B5EF4-FFF2-40B4-BE49-F238E27FC236}">
                  <a16:creationId xmlns:a16="http://schemas.microsoft.com/office/drawing/2014/main" id="{F85FBDEF-E5A5-4243-0F5F-52FE263071D9}"/>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9" name="Rectangle 3058">
              <a:extLst>
                <a:ext uri="{FF2B5EF4-FFF2-40B4-BE49-F238E27FC236}">
                  <a16:creationId xmlns:a16="http://schemas.microsoft.com/office/drawing/2014/main" id="{04ED43BB-510D-A3FE-4221-81235B3DCFC8}"/>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0" name="Rectangle 3059">
              <a:extLst>
                <a:ext uri="{FF2B5EF4-FFF2-40B4-BE49-F238E27FC236}">
                  <a16:creationId xmlns:a16="http://schemas.microsoft.com/office/drawing/2014/main" id="{F031D141-16AF-8864-BD23-F5621696F966}"/>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1" name="Rectangle 3060">
              <a:extLst>
                <a:ext uri="{FF2B5EF4-FFF2-40B4-BE49-F238E27FC236}">
                  <a16:creationId xmlns:a16="http://schemas.microsoft.com/office/drawing/2014/main" id="{8A300CE6-BD58-34AA-C352-23828820BF1D}"/>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2" name="Rectangle 3061">
              <a:extLst>
                <a:ext uri="{FF2B5EF4-FFF2-40B4-BE49-F238E27FC236}">
                  <a16:creationId xmlns:a16="http://schemas.microsoft.com/office/drawing/2014/main" id="{B01266D6-E2FF-3779-26BD-5D1BF1F23A3D}"/>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Rectangle 3062">
              <a:extLst>
                <a:ext uri="{FF2B5EF4-FFF2-40B4-BE49-F238E27FC236}">
                  <a16:creationId xmlns:a16="http://schemas.microsoft.com/office/drawing/2014/main" id="{15AE400A-E86A-90EC-CBFC-3DCE21172343}"/>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4" name="Rectangle 3063">
              <a:extLst>
                <a:ext uri="{FF2B5EF4-FFF2-40B4-BE49-F238E27FC236}">
                  <a16:creationId xmlns:a16="http://schemas.microsoft.com/office/drawing/2014/main" id="{32D8D521-0303-FE6F-E9F8-2B09FD6CFAC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5" name="Rectangle 3064">
              <a:extLst>
                <a:ext uri="{FF2B5EF4-FFF2-40B4-BE49-F238E27FC236}">
                  <a16:creationId xmlns:a16="http://schemas.microsoft.com/office/drawing/2014/main" id="{BF4EC995-96C5-3B68-929B-5ACDDA42FCFB}"/>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6" name="Rectangle 3065">
              <a:extLst>
                <a:ext uri="{FF2B5EF4-FFF2-40B4-BE49-F238E27FC236}">
                  <a16:creationId xmlns:a16="http://schemas.microsoft.com/office/drawing/2014/main" id="{EF7AE740-CB9C-6A7E-FB98-43E16FDD5CDD}"/>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7" name="Rectangle 3066">
              <a:extLst>
                <a:ext uri="{FF2B5EF4-FFF2-40B4-BE49-F238E27FC236}">
                  <a16:creationId xmlns:a16="http://schemas.microsoft.com/office/drawing/2014/main" id="{22226361-3436-A488-BF43-A7923C73E8BA}"/>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8" name="Rectangle 3067">
              <a:extLst>
                <a:ext uri="{FF2B5EF4-FFF2-40B4-BE49-F238E27FC236}">
                  <a16:creationId xmlns:a16="http://schemas.microsoft.com/office/drawing/2014/main" id="{D43FC55C-9D4D-EB0D-2E34-B6F4585A57D8}"/>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9" name="Rectangle 3068">
              <a:extLst>
                <a:ext uri="{FF2B5EF4-FFF2-40B4-BE49-F238E27FC236}">
                  <a16:creationId xmlns:a16="http://schemas.microsoft.com/office/drawing/2014/main" id="{4D5FDF95-9BC5-C72C-813A-68C2495E7CE7}"/>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0" name="Rectangle 3069">
              <a:extLst>
                <a:ext uri="{FF2B5EF4-FFF2-40B4-BE49-F238E27FC236}">
                  <a16:creationId xmlns:a16="http://schemas.microsoft.com/office/drawing/2014/main" id="{1F6CE431-3D5A-C53B-4A6B-FC958D3BA1B4}"/>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1" name="Rectangle 3070">
              <a:extLst>
                <a:ext uri="{FF2B5EF4-FFF2-40B4-BE49-F238E27FC236}">
                  <a16:creationId xmlns:a16="http://schemas.microsoft.com/office/drawing/2014/main" id="{E64A87DC-8E1D-9A8B-14E8-B8BE806D0BD6}"/>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 name="Rectangle 3071">
              <a:extLst>
                <a:ext uri="{FF2B5EF4-FFF2-40B4-BE49-F238E27FC236}">
                  <a16:creationId xmlns:a16="http://schemas.microsoft.com/office/drawing/2014/main" id="{E1120B60-1E0A-A991-5D6E-A30ECD8BEB45}"/>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 name="Rectangle 3072">
              <a:extLst>
                <a:ext uri="{FF2B5EF4-FFF2-40B4-BE49-F238E27FC236}">
                  <a16:creationId xmlns:a16="http://schemas.microsoft.com/office/drawing/2014/main" id="{5F9258D9-F9CA-FE27-AC4D-974446488200}"/>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Rectangle 3073">
              <a:extLst>
                <a:ext uri="{FF2B5EF4-FFF2-40B4-BE49-F238E27FC236}">
                  <a16:creationId xmlns:a16="http://schemas.microsoft.com/office/drawing/2014/main" id="{C10A6464-248B-86A1-26D1-DADB537E4D0C}"/>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5" name="Rectangle 3074">
              <a:extLst>
                <a:ext uri="{FF2B5EF4-FFF2-40B4-BE49-F238E27FC236}">
                  <a16:creationId xmlns:a16="http://schemas.microsoft.com/office/drawing/2014/main" id="{3D2DF1C7-88E3-50C6-2B0F-C6108EF0FAFD}"/>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6" name="Rectangle 3075">
              <a:extLst>
                <a:ext uri="{FF2B5EF4-FFF2-40B4-BE49-F238E27FC236}">
                  <a16:creationId xmlns:a16="http://schemas.microsoft.com/office/drawing/2014/main" id="{6E9B57D4-B70B-B9D2-6351-DFDDD1684C37}"/>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Rectangle 3076">
              <a:extLst>
                <a:ext uri="{FF2B5EF4-FFF2-40B4-BE49-F238E27FC236}">
                  <a16:creationId xmlns:a16="http://schemas.microsoft.com/office/drawing/2014/main" id="{481650FE-FE2E-BADE-10D4-3F5C1991BBCF}"/>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Rectangle 3077">
              <a:extLst>
                <a:ext uri="{FF2B5EF4-FFF2-40B4-BE49-F238E27FC236}">
                  <a16:creationId xmlns:a16="http://schemas.microsoft.com/office/drawing/2014/main" id="{CAECC360-F5D1-F543-D7C6-14E0E67AB0D2}"/>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Rectangle 3078">
              <a:extLst>
                <a:ext uri="{FF2B5EF4-FFF2-40B4-BE49-F238E27FC236}">
                  <a16:creationId xmlns:a16="http://schemas.microsoft.com/office/drawing/2014/main" id="{073BF5A9-7101-55E2-2F9B-E3DB4DB68926}"/>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Rectangle 3079">
              <a:extLst>
                <a:ext uri="{FF2B5EF4-FFF2-40B4-BE49-F238E27FC236}">
                  <a16:creationId xmlns:a16="http://schemas.microsoft.com/office/drawing/2014/main" id="{88FBC873-8D55-7387-795B-8C6195789514}"/>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C96431C9-78F8-CBA8-FB26-82AB20DC14CD}"/>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2" name="Rectangle 3081">
              <a:extLst>
                <a:ext uri="{FF2B5EF4-FFF2-40B4-BE49-F238E27FC236}">
                  <a16:creationId xmlns:a16="http://schemas.microsoft.com/office/drawing/2014/main" id="{A1B3AEA7-605B-10AE-FED8-79ACE85DF30C}"/>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28E4344C-6F1B-16BE-6E69-C8392035EA35}"/>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E6546C2A-08B0-A3CE-4E14-EFBA1DA4D954}"/>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FB31D63C-8230-6982-4D63-D621920E4A33}"/>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Rectangle 3085">
              <a:extLst>
                <a:ext uri="{FF2B5EF4-FFF2-40B4-BE49-F238E27FC236}">
                  <a16:creationId xmlns:a16="http://schemas.microsoft.com/office/drawing/2014/main" id="{2DC48151-3820-709E-F124-50393F574B74}"/>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84A626B5-0787-EBBC-3CE7-000493845A26}"/>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Rectangle 3087">
              <a:extLst>
                <a:ext uri="{FF2B5EF4-FFF2-40B4-BE49-F238E27FC236}">
                  <a16:creationId xmlns:a16="http://schemas.microsoft.com/office/drawing/2014/main" id="{66200053-59E9-80F0-D76F-0B80EF7A0463}"/>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7C2731CA-D281-7622-44D7-E01FAFE63F4C}"/>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3089">
              <a:extLst>
                <a:ext uri="{FF2B5EF4-FFF2-40B4-BE49-F238E27FC236}">
                  <a16:creationId xmlns:a16="http://schemas.microsoft.com/office/drawing/2014/main" id="{695D0551-8A02-0393-091C-05B6349391FD}"/>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1" name="Rectangle 3090">
              <a:extLst>
                <a:ext uri="{FF2B5EF4-FFF2-40B4-BE49-F238E27FC236}">
                  <a16:creationId xmlns:a16="http://schemas.microsoft.com/office/drawing/2014/main" id="{08CEE0D9-59E7-008E-9631-0A68C1D252F0}"/>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2" name="Rectangle 3091">
              <a:extLst>
                <a:ext uri="{FF2B5EF4-FFF2-40B4-BE49-F238E27FC236}">
                  <a16:creationId xmlns:a16="http://schemas.microsoft.com/office/drawing/2014/main" id="{D3816F9C-3FDB-FB84-1907-229BCE920FE1}"/>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EDEC0AC9-E662-9481-D6D4-004063226A53}"/>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Rectangle 3093">
              <a:extLst>
                <a:ext uri="{FF2B5EF4-FFF2-40B4-BE49-F238E27FC236}">
                  <a16:creationId xmlns:a16="http://schemas.microsoft.com/office/drawing/2014/main" id="{DA85E7A8-2218-3AB0-4943-364B9C3B02C5}"/>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5" name="Rectangle 3094">
              <a:extLst>
                <a:ext uri="{FF2B5EF4-FFF2-40B4-BE49-F238E27FC236}">
                  <a16:creationId xmlns:a16="http://schemas.microsoft.com/office/drawing/2014/main" id="{2B58D8A3-B640-E4F4-76FE-8E5CC820F4A2}"/>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6" name="Rectangle 3095">
              <a:extLst>
                <a:ext uri="{FF2B5EF4-FFF2-40B4-BE49-F238E27FC236}">
                  <a16:creationId xmlns:a16="http://schemas.microsoft.com/office/drawing/2014/main" id="{652B24F0-0A5E-DB5D-CA02-59D71357B064}"/>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7" name="Rectangle 3096">
              <a:extLst>
                <a:ext uri="{FF2B5EF4-FFF2-40B4-BE49-F238E27FC236}">
                  <a16:creationId xmlns:a16="http://schemas.microsoft.com/office/drawing/2014/main" id="{74170C96-A499-EFFF-C8E5-017B30700C89}"/>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8" name="Rectangle 3097">
              <a:extLst>
                <a:ext uri="{FF2B5EF4-FFF2-40B4-BE49-F238E27FC236}">
                  <a16:creationId xmlns:a16="http://schemas.microsoft.com/office/drawing/2014/main" id="{5010C261-CBF2-AA8C-3F1C-423640626BDE}"/>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9" name="Rectangle 3098">
              <a:extLst>
                <a:ext uri="{FF2B5EF4-FFF2-40B4-BE49-F238E27FC236}">
                  <a16:creationId xmlns:a16="http://schemas.microsoft.com/office/drawing/2014/main" id="{C7003E21-9AE1-7986-7654-7F89553525BB}"/>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Rectangle 3099">
              <a:extLst>
                <a:ext uri="{FF2B5EF4-FFF2-40B4-BE49-F238E27FC236}">
                  <a16:creationId xmlns:a16="http://schemas.microsoft.com/office/drawing/2014/main" id="{44501EEA-FE7B-5F1D-DE74-8BF526C13695}"/>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Rectangle 3100">
              <a:extLst>
                <a:ext uri="{FF2B5EF4-FFF2-40B4-BE49-F238E27FC236}">
                  <a16:creationId xmlns:a16="http://schemas.microsoft.com/office/drawing/2014/main" id="{3742BB41-2000-B8E1-3984-DB44EC9B42FD}"/>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A4A0827F-6891-70C6-6DCB-C9294A08CAAB}"/>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Rectangle 3102">
              <a:extLst>
                <a:ext uri="{FF2B5EF4-FFF2-40B4-BE49-F238E27FC236}">
                  <a16:creationId xmlns:a16="http://schemas.microsoft.com/office/drawing/2014/main" id="{3E105581-B139-AAC5-996A-9440493D083E}"/>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Rectangle 3103">
              <a:extLst>
                <a:ext uri="{FF2B5EF4-FFF2-40B4-BE49-F238E27FC236}">
                  <a16:creationId xmlns:a16="http://schemas.microsoft.com/office/drawing/2014/main" id="{77A40B84-A7A1-A551-29E0-B8C7AE605471}"/>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Rectangle 3104">
              <a:extLst>
                <a:ext uri="{FF2B5EF4-FFF2-40B4-BE49-F238E27FC236}">
                  <a16:creationId xmlns:a16="http://schemas.microsoft.com/office/drawing/2014/main" id="{BD106C96-8F18-C689-6155-C5E2D3D1BD2D}"/>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6" name="Rectangle 3105">
              <a:extLst>
                <a:ext uri="{FF2B5EF4-FFF2-40B4-BE49-F238E27FC236}">
                  <a16:creationId xmlns:a16="http://schemas.microsoft.com/office/drawing/2014/main" id="{DEB177EE-A3B6-92B4-6AEE-C84321651E7D}"/>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7" name="Rectangle 3106">
              <a:extLst>
                <a:ext uri="{FF2B5EF4-FFF2-40B4-BE49-F238E27FC236}">
                  <a16:creationId xmlns:a16="http://schemas.microsoft.com/office/drawing/2014/main" id="{6ACA08FB-B024-C2B5-B913-70D2B73A3819}"/>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Rectangle 3107">
              <a:extLst>
                <a:ext uri="{FF2B5EF4-FFF2-40B4-BE49-F238E27FC236}">
                  <a16:creationId xmlns:a16="http://schemas.microsoft.com/office/drawing/2014/main" id="{2FC4A23A-3816-9ACB-421A-762050EFF4AF}"/>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Rectangle 3108">
              <a:extLst>
                <a:ext uri="{FF2B5EF4-FFF2-40B4-BE49-F238E27FC236}">
                  <a16:creationId xmlns:a16="http://schemas.microsoft.com/office/drawing/2014/main" id="{7F302073-31BD-B7D5-F3D0-25678F9ACD54}"/>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Rectangle 3109">
              <a:extLst>
                <a:ext uri="{FF2B5EF4-FFF2-40B4-BE49-F238E27FC236}">
                  <a16:creationId xmlns:a16="http://schemas.microsoft.com/office/drawing/2014/main" id="{392CB06B-B151-331D-E15D-007E5FD71C4D}"/>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Rectangle 3110">
              <a:extLst>
                <a:ext uri="{FF2B5EF4-FFF2-40B4-BE49-F238E27FC236}">
                  <a16:creationId xmlns:a16="http://schemas.microsoft.com/office/drawing/2014/main" id="{B0C0275D-CAAD-D72D-0746-0C105915D139}"/>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2" name="Rectangle 3111">
              <a:extLst>
                <a:ext uri="{FF2B5EF4-FFF2-40B4-BE49-F238E27FC236}">
                  <a16:creationId xmlns:a16="http://schemas.microsoft.com/office/drawing/2014/main" id="{BD6751E3-E4A8-58C9-DCBF-C04794474933}"/>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3" name="Rectangle 3112">
              <a:extLst>
                <a:ext uri="{FF2B5EF4-FFF2-40B4-BE49-F238E27FC236}">
                  <a16:creationId xmlns:a16="http://schemas.microsoft.com/office/drawing/2014/main" id="{04DE4FA6-5F2F-C5FE-6304-3325A2E3BA7B}"/>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4" name="Rectangle 3113">
              <a:extLst>
                <a:ext uri="{FF2B5EF4-FFF2-40B4-BE49-F238E27FC236}">
                  <a16:creationId xmlns:a16="http://schemas.microsoft.com/office/drawing/2014/main" id="{77E57082-3DE9-4151-EAFD-98AA4D51CB4F}"/>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5" name="Rectangle 3114">
              <a:extLst>
                <a:ext uri="{FF2B5EF4-FFF2-40B4-BE49-F238E27FC236}">
                  <a16:creationId xmlns:a16="http://schemas.microsoft.com/office/drawing/2014/main" id="{A37F4687-DFC2-96C3-89B6-9711399EB1BA}"/>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Rectangle 3115">
              <a:extLst>
                <a:ext uri="{FF2B5EF4-FFF2-40B4-BE49-F238E27FC236}">
                  <a16:creationId xmlns:a16="http://schemas.microsoft.com/office/drawing/2014/main" id="{A2C05E93-9922-276B-C133-B6D7B05D9A13}"/>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7" name="Rectangle 3116">
              <a:extLst>
                <a:ext uri="{FF2B5EF4-FFF2-40B4-BE49-F238E27FC236}">
                  <a16:creationId xmlns:a16="http://schemas.microsoft.com/office/drawing/2014/main" id="{475931CC-5FC8-0610-CAEB-7B1EA3A56EF3}"/>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8" name="Rectangle 3117">
              <a:extLst>
                <a:ext uri="{FF2B5EF4-FFF2-40B4-BE49-F238E27FC236}">
                  <a16:creationId xmlns:a16="http://schemas.microsoft.com/office/drawing/2014/main" id="{600847CF-F1B7-0B90-F579-F01425E06B76}"/>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9" name="Rectangle 3118">
              <a:extLst>
                <a:ext uri="{FF2B5EF4-FFF2-40B4-BE49-F238E27FC236}">
                  <a16:creationId xmlns:a16="http://schemas.microsoft.com/office/drawing/2014/main" id="{7CFE2CB1-42F7-0CD7-E360-9BB9CCA5E6A8}"/>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0" name="Rectangle 3119">
              <a:extLst>
                <a:ext uri="{FF2B5EF4-FFF2-40B4-BE49-F238E27FC236}">
                  <a16:creationId xmlns:a16="http://schemas.microsoft.com/office/drawing/2014/main" id="{EED20197-1BF2-410F-D454-76075C51911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1" name="Rectangle 3120">
              <a:extLst>
                <a:ext uri="{FF2B5EF4-FFF2-40B4-BE49-F238E27FC236}">
                  <a16:creationId xmlns:a16="http://schemas.microsoft.com/office/drawing/2014/main" id="{27099835-6641-12F0-E389-B20634EE5E27}"/>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2" name="Rectangle 3121">
              <a:extLst>
                <a:ext uri="{FF2B5EF4-FFF2-40B4-BE49-F238E27FC236}">
                  <a16:creationId xmlns:a16="http://schemas.microsoft.com/office/drawing/2014/main" id="{4D04B177-592C-DC29-A38E-4D7F8061ABBE}"/>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3" name="Rectangle 3122">
              <a:extLst>
                <a:ext uri="{FF2B5EF4-FFF2-40B4-BE49-F238E27FC236}">
                  <a16:creationId xmlns:a16="http://schemas.microsoft.com/office/drawing/2014/main" id="{AAD5E840-8115-76F3-34BA-D75FE918751D}"/>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4" name="Rectangle 3123">
              <a:extLst>
                <a:ext uri="{FF2B5EF4-FFF2-40B4-BE49-F238E27FC236}">
                  <a16:creationId xmlns:a16="http://schemas.microsoft.com/office/drawing/2014/main" id="{A7975254-12AC-8E7B-5F56-174B6C96C58C}"/>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Rectangle 3124">
              <a:extLst>
                <a:ext uri="{FF2B5EF4-FFF2-40B4-BE49-F238E27FC236}">
                  <a16:creationId xmlns:a16="http://schemas.microsoft.com/office/drawing/2014/main" id="{2E79957E-951D-FA6E-4372-A5CE061E850B}"/>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6" name="Rectangle 3125">
              <a:extLst>
                <a:ext uri="{FF2B5EF4-FFF2-40B4-BE49-F238E27FC236}">
                  <a16:creationId xmlns:a16="http://schemas.microsoft.com/office/drawing/2014/main" id="{95182111-06E1-2C18-BD0F-000603B963BD}"/>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Rectangle 3126">
              <a:extLst>
                <a:ext uri="{FF2B5EF4-FFF2-40B4-BE49-F238E27FC236}">
                  <a16:creationId xmlns:a16="http://schemas.microsoft.com/office/drawing/2014/main" id="{D4F97748-D2F6-FC6D-BA06-B4C9567D0A3B}"/>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8" name="Rectangle 3127">
              <a:extLst>
                <a:ext uri="{FF2B5EF4-FFF2-40B4-BE49-F238E27FC236}">
                  <a16:creationId xmlns:a16="http://schemas.microsoft.com/office/drawing/2014/main" id="{80D426A0-3AAE-9F8B-90B8-DE8D226736EF}"/>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9" name="Rectangle 3128">
              <a:extLst>
                <a:ext uri="{FF2B5EF4-FFF2-40B4-BE49-F238E27FC236}">
                  <a16:creationId xmlns:a16="http://schemas.microsoft.com/office/drawing/2014/main" id="{8B5F3019-EBE5-A3D6-9EFA-5207549F8677}"/>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0" name="Rectangle 3129">
              <a:extLst>
                <a:ext uri="{FF2B5EF4-FFF2-40B4-BE49-F238E27FC236}">
                  <a16:creationId xmlns:a16="http://schemas.microsoft.com/office/drawing/2014/main" id="{0414C91F-1595-EE0B-DF71-084C7028334F}"/>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1" name="Rectangle 3130">
              <a:extLst>
                <a:ext uri="{FF2B5EF4-FFF2-40B4-BE49-F238E27FC236}">
                  <a16:creationId xmlns:a16="http://schemas.microsoft.com/office/drawing/2014/main" id="{F2529625-73B9-DEAE-5961-C9E383B0280B}"/>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2" name="Rectangle 3131">
              <a:extLst>
                <a:ext uri="{FF2B5EF4-FFF2-40B4-BE49-F238E27FC236}">
                  <a16:creationId xmlns:a16="http://schemas.microsoft.com/office/drawing/2014/main" id="{8E23EE65-9044-4FEB-DD92-7893DEF3CD4D}"/>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5" name="Group 2604">
            <a:extLst>
              <a:ext uri="{FF2B5EF4-FFF2-40B4-BE49-F238E27FC236}">
                <a16:creationId xmlns:a16="http://schemas.microsoft.com/office/drawing/2014/main" id="{9A56719B-33E5-4063-EAB1-673A2DA22AA5}"/>
              </a:ext>
            </a:extLst>
          </p:cNvPr>
          <p:cNvGrpSpPr/>
          <p:nvPr/>
        </p:nvGrpSpPr>
        <p:grpSpPr>
          <a:xfrm>
            <a:off x="1730409" y="4030370"/>
            <a:ext cx="2912265" cy="301135"/>
            <a:chOff x="2844481" y="3245377"/>
            <a:chExt cx="2912265" cy="301135"/>
          </a:xfrm>
          <a:noFill/>
        </p:grpSpPr>
        <p:sp>
          <p:nvSpPr>
            <p:cNvPr id="2782" name="Rectangle 2781">
              <a:extLst>
                <a:ext uri="{FF2B5EF4-FFF2-40B4-BE49-F238E27FC236}">
                  <a16:creationId xmlns:a16="http://schemas.microsoft.com/office/drawing/2014/main" id="{3FBDEE49-C10D-F9A8-1A87-C0C48FF2D769}"/>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3" name="Rectangle 2782">
              <a:extLst>
                <a:ext uri="{FF2B5EF4-FFF2-40B4-BE49-F238E27FC236}">
                  <a16:creationId xmlns:a16="http://schemas.microsoft.com/office/drawing/2014/main" id="{913EDDC3-1389-2F66-3D4E-036D33F2B420}"/>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Rectangle 2783">
              <a:extLst>
                <a:ext uri="{FF2B5EF4-FFF2-40B4-BE49-F238E27FC236}">
                  <a16:creationId xmlns:a16="http://schemas.microsoft.com/office/drawing/2014/main" id="{503649BD-F57D-81D7-38A4-0C7FA362D5C2}"/>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5" name="Rectangle 2784">
              <a:extLst>
                <a:ext uri="{FF2B5EF4-FFF2-40B4-BE49-F238E27FC236}">
                  <a16:creationId xmlns:a16="http://schemas.microsoft.com/office/drawing/2014/main" id="{99639F1D-6538-EBD1-B897-28FC14F48246}"/>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6" name="Rectangle 2785">
              <a:extLst>
                <a:ext uri="{FF2B5EF4-FFF2-40B4-BE49-F238E27FC236}">
                  <a16:creationId xmlns:a16="http://schemas.microsoft.com/office/drawing/2014/main" id="{E856D847-F83F-0E41-66FF-63E44D885C71}"/>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7" name="Rectangle 2786">
              <a:extLst>
                <a:ext uri="{FF2B5EF4-FFF2-40B4-BE49-F238E27FC236}">
                  <a16:creationId xmlns:a16="http://schemas.microsoft.com/office/drawing/2014/main" id="{F12B9012-A73D-C34B-8789-325CF075CBD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8" name="Rectangle 2787">
              <a:extLst>
                <a:ext uri="{FF2B5EF4-FFF2-40B4-BE49-F238E27FC236}">
                  <a16:creationId xmlns:a16="http://schemas.microsoft.com/office/drawing/2014/main" id="{8378CB5D-2A2C-0747-CDCA-0BE4B5DC6069}"/>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9" name="Rectangle 2788">
              <a:extLst>
                <a:ext uri="{FF2B5EF4-FFF2-40B4-BE49-F238E27FC236}">
                  <a16:creationId xmlns:a16="http://schemas.microsoft.com/office/drawing/2014/main" id="{97A15776-371A-D641-939D-DBD0DA32730F}"/>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0" name="Rectangle 2789">
              <a:extLst>
                <a:ext uri="{FF2B5EF4-FFF2-40B4-BE49-F238E27FC236}">
                  <a16:creationId xmlns:a16="http://schemas.microsoft.com/office/drawing/2014/main" id="{7B21443D-9D09-991C-94B0-945BB1F3F801}"/>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1" name="Rectangle 2790">
              <a:extLst>
                <a:ext uri="{FF2B5EF4-FFF2-40B4-BE49-F238E27FC236}">
                  <a16:creationId xmlns:a16="http://schemas.microsoft.com/office/drawing/2014/main" id="{F01E25BF-C990-908F-19F0-1A3367732059}"/>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2" name="Rectangle 2791">
              <a:extLst>
                <a:ext uri="{FF2B5EF4-FFF2-40B4-BE49-F238E27FC236}">
                  <a16:creationId xmlns:a16="http://schemas.microsoft.com/office/drawing/2014/main" id="{4E75BAA4-3716-5C1A-22BA-13C394945F03}"/>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3" name="Rectangle 2792">
              <a:extLst>
                <a:ext uri="{FF2B5EF4-FFF2-40B4-BE49-F238E27FC236}">
                  <a16:creationId xmlns:a16="http://schemas.microsoft.com/office/drawing/2014/main" id="{5B5608E8-EEC8-95A5-4388-8AE7ED1905F6}"/>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4" name="Rectangle 2793">
              <a:extLst>
                <a:ext uri="{FF2B5EF4-FFF2-40B4-BE49-F238E27FC236}">
                  <a16:creationId xmlns:a16="http://schemas.microsoft.com/office/drawing/2014/main" id="{19C8D316-EEB9-1B28-778F-F077DAA3FB42}"/>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5" name="Rectangle 2794">
              <a:extLst>
                <a:ext uri="{FF2B5EF4-FFF2-40B4-BE49-F238E27FC236}">
                  <a16:creationId xmlns:a16="http://schemas.microsoft.com/office/drawing/2014/main" id="{62DD30A9-9880-1E7F-FEF5-45809FCDC0E0}"/>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6" name="Rectangle 2795">
              <a:extLst>
                <a:ext uri="{FF2B5EF4-FFF2-40B4-BE49-F238E27FC236}">
                  <a16:creationId xmlns:a16="http://schemas.microsoft.com/office/drawing/2014/main" id="{F0CA7BC3-24B7-F926-89A8-840A675155A5}"/>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7" name="Rectangle 2796">
              <a:extLst>
                <a:ext uri="{FF2B5EF4-FFF2-40B4-BE49-F238E27FC236}">
                  <a16:creationId xmlns:a16="http://schemas.microsoft.com/office/drawing/2014/main" id="{17C6B331-3F56-DEA9-1069-E6E8F4E17E5D}"/>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8" name="Rectangle 2797">
              <a:extLst>
                <a:ext uri="{FF2B5EF4-FFF2-40B4-BE49-F238E27FC236}">
                  <a16:creationId xmlns:a16="http://schemas.microsoft.com/office/drawing/2014/main" id="{E324AD99-4965-FA42-2C39-34BE8DF58217}"/>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9" name="Rectangle 2798">
              <a:extLst>
                <a:ext uri="{FF2B5EF4-FFF2-40B4-BE49-F238E27FC236}">
                  <a16:creationId xmlns:a16="http://schemas.microsoft.com/office/drawing/2014/main" id="{02E16C75-6D58-0195-74C2-4E0D7F0CDA17}"/>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0" name="Rectangle 2799">
              <a:extLst>
                <a:ext uri="{FF2B5EF4-FFF2-40B4-BE49-F238E27FC236}">
                  <a16:creationId xmlns:a16="http://schemas.microsoft.com/office/drawing/2014/main" id="{1290EFD7-6D44-189A-3204-6532739E719C}"/>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1" name="Rectangle 2800">
              <a:extLst>
                <a:ext uri="{FF2B5EF4-FFF2-40B4-BE49-F238E27FC236}">
                  <a16:creationId xmlns:a16="http://schemas.microsoft.com/office/drawing/2014/main" id="{649E4EA1-8DA6-B846-5A12-35B8DC52EDBB}"/>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2" name="Rectangle 2801">
              <a:extLst>
                <a:ext uri="{FF2B5EF4-FFF2-40B4-BE49-F238E27FC236}">
                  <a16:creationId xmlns:a16="http://schemas.microsoft.com/office/drawing/2014/main" id="{213C1505-2917-C5A6-E69C-2892FADA937E}"/>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3" name="Rectangle 2802">
              <a:extLst>
                <a:ext uri="{FF2B5EF4-FFF2-40B4-BE49-F238E27FC236}">
                  <a16:creationId xmlns:a16="http://schemas.microsoft.com/office/drawing/2014/main" id="{E421EEC4-622B-FD5C-6981-2EB958D32D72}"/>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4" name="Rectangle 2803">
              <a:extLst>
                <a:ext uri="{FF2B5EF4-FFF2-40B4-BE49-F238E27FC236}">
                  <a16:creationId xmlns:a16="http://schemas.microsoft.com/office/drawing/2014/main" id="{E15B1C02-FD3C-F334-FE07-BA743D661B42}"/>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5" name="Rectangle 2804">
              <a:extLst>
                <a:ext uri="{FF2B5EF4-FFF2-40B4-BE49-F238E27FC236}">
                  <a16:creationId xmlns:a16="http://schemas.microsoft.com/office/drawing/2014/main" id="{4E5DA85A-42F0-1951-F338-9C2C101595C5}"/>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6" name="Rectangle 2805">
              <a:extLst>
                <a:ext uri="{FF2B5EF4-FFF2-40B4-BE49-F238E27FC236}">
                  <a16:creationId xmlns:a16="http://schemas.microsoft.com/office/drawing/2014/main" id="{88F76C41-E150-60D1-FB67-20491AA8343C}"/>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7" name="Rectangle 2806">
              <a:extLst>
                <a:ext uri="{FF2B5EF4-FFF2-40B4-BE49-F238E27FC236}">
                  <a16:creationId xmlns:a16="http://schemas.microsoft.com/office/drawing/2014/main" id="{CE2E04C1-AA9C-6B9C-2FC7-5696754BABD0}"/>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8" name="Rectangle 2807">
              <a:extLst>
                <a:ext uri="{FF2B5EF4-FFF2-40B4-BE49-F238E27FC236}">
                  <a16:creationId xmlns:a16="http://schemas.microsoft.com/office/drawing/2014/main" id="{8DB4EACD-9D3D-279D-27C0-D955A2627CB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9" name="Rectangle 2808">
              <a:extLst>
                <a:ext uri="{FF2B5EF4-FFF2-40B4-BE49-F238E27FC236}">
                  <a16:creationId xmlns:a16="http://schemas.microsoft.com/office/drawing/2014/main" id="{B51BFC95-C7DB-BAF8-0270-CBA3C4DF18FF}"/>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0" name="Rectangle 2809">
              <a:extLst>
                <a:ext uri="{FF2B5EF4-FFF2-40B4-BE49-F238E27FC236}">
                  <a16:creationId xmlns:a16="http://schemas.microsoft.com/office/drawing/2014/main" id="{6D2B7266-C3A5-4D95-0AB3-9ED96C385FAE}"/>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 name="Rectangle 2810">
              <a:extLst>
                <a:ext uri="{FF2B5EF4-FFF2-40B4-BE49-F238E27FC236}">
                  <a16:creationId xmlns:a16="http://schemas.microsoft.com/office/drawing/2014/main" id="{95999348-9AAD-55C1-98FF-25B90ABA556D}"/>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2" name="Rectangle 2811">
              <a:extLst>
                <a:ext uri="{FF2B5EF4-FFF2-40B4-BE49-F238E27FC236}">
                  <a16:creationId xmlns:a16="http://schemas.microsoft.com/office/drawing/2014/main" id="{4676C545-11B6-4157-6F04-AA5CF6F11AB6}"/>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3" name="Rectangle 2812">
              <a:extLst>
                <a:ext uri="{FF2B5EF4-FFF2-40B4-BE49-F238E27FC236}">
                  <a16:creationId xmlns:a16="http://schemas.microsoft.com/office/drawing/2014/main" id="{50D3C1EE-5A59-6BED-475A-8CD48259658D}"/>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4" name="Rectangle 2813">
              <a:extLst>
                <a:ext uri="{FF2B5EF4-FFF2-40B4-BE49-F238E27FC236}">
                  <a16:creationId xmlns:a16="http://schemas.microsoft.com/office/drawing/2014/main" id="{CC1CDB8F-31C1-E758-84E6-0505FADB375F}"/>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5" name="Rectangle 2814">
              <a:extLst>
                <a:ext uri="{FF2B5EF4-FFF2-40B4-BE49-F238E27FC236}">
                  <a16:creationId xmlns:a16="http://schemas.microsoft.com/office/drawing/2014/main" id="{F24E9C63-6A84-B381-F7CB-5FE5D0118B75}"/>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6" name="Rectangle 2815">
              <a:extLst>
                <a:ext uri="{FF2B5EF4-FFF2-40B4-BE49-F238E27FC236}">
                  <a16:creationId xmlns:a16="http://schemas.microsoft.com/office/drawing/2014/main" id="{A8E908C4-4E32-96A7-CB08-A2D2300129D0}"/>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7" name="Rectangle 2816">
              <a:extLst>
                <a:ext uri="{FF2B5EF4-FFF2-40B4-BE49-F238E27FC236}">
                  <a16:creationId xmlns:a16="http://schemas.microsoft.com/office/drawing/2014/main" id="{6BDDD7D1-F8EF-B77E-5824-F63615E66A25}"/>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Rectangle 2817">
              <a:extLst>
                <a:ext uri="{FF2B5EF4-FFF2-40B4-BE49-F238E27FC236}">
                  <a16:creationId xmlns:a16="http://schemas.microsoft.com/office/drawing/2014/main" id="{AF6273F8-CF2D-A193-8AE1-5AB963ABCE65}"/>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9" name="Rectangle 2818">
              <a:extLst>
                <a:ext uri="{FF2B5EF4-FFF2-40B4-BE49-F238E27FC236}">
                  <a16:creationId xmlns:a16="http://schemas.microsoft.com/office/drawing/2014/main" id="{A1C89431-32FB-E432-A237-FAEE2ED99E95}"/>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0" name="Rectangle 2819">
              <a:extLst>
                <a:ext uri="{FF2B5EF4-FFF2-40B4-BE49-F238E27FC236}">
                  <a16:creationId xmlns:a16="http://schemas.microsoft.com/office/drawing/2014/main" id="{E358837F-D792-B0BA-3F16-BA999C0FEF9D}"/>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1" name="Rectangle 2820">
              <a:extLst>
                <a:ext uri="{FF2B5EF4-FFF2-40B4-BE49-F238E27FC236}">
                  <a16:creationId xmlns:a16="http://schemas.microsoft.com/office/drawing/2014/main" id="{7D0EFAF3-3853-E64D-CD47-718F7FC6688C}"/>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2" name="Rectangle 2821">
              <a:extLst>
                <a:ext uri="{FF2B5EF4-FFF2-40B4-BE49-F238E27FC236}">
                  <a16:creationId xmlns:a16="http://schemas.microsoft.com/office/drawing/2014/main" id="{7BB5B8C0-78F0-1381-372B-7BF5359540AC}"/>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3" name="Rectangle 2822">
              <a:extLst>
                <a:ext uri="{FF2B5EF4-FFF2-40B4-BE49-F238E27FC236}">
                  <a16:creationId xmlns:a16="http://schemas.microsoft.com/office/drawing/2014/main" id="{9B88455E-C636-59F9-F1BE-EF5340B62D6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4" name="Rectangle 2823">
              <a:extLst>
                <a:ext uri="{FF2B5EF4-FFF2-40B4-BE49-F238E27FC236}">
                  <a16:creationId xmlns:a16="http://schemas.microsoft.com/office/drawing/2014/main" id="{72B0FF9B-FE75-9660-9433-FEAA12239F36}"/>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5" name="Rectangle 2824">
              <a:extLst>
                <a:ext uri="{FF2B5EF4-FFF2-40B4-BE49-F238E27FC236}">
                  <a16:creationId xmlns:a16="http://schemas.microsoft.com/office/drawing/2014/main" id="{0DAEB9D9-1DCA-E748-8F86-7F8540332E28}"/>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6" name="Rectangle 2825">
              <a:extLst>
                <a:ext uri="{FF2B5EF4-FFF2-40B4-BE49-F238E27FC236}">
                  <a16:creationId xmlns:a16="http://schemas.microsoft.com/office/drawing/2014/main" id="{F5F3D439-25F9-635A-5157-048E5D647B51}"/>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7" name="Rectangle 2826">
              <a:extLst>
                <a:ext uri="{FF2B5EF4-FFF2-40B4-BE49-F238E27FC236}">
                  <a16:creationId xmlns:a16="http://schemas.microsoft.com/office/drawing/2014/main" id="{4C931A30-2105-7B76-1CA6-9A789D26DEE2}"/>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8" name="Rectangle 2827">
              <a:extLst>
                <a:ext uri="{FF2B5EF4-FFF2-40B4-BE49-F238E27FC236}">
                  <a16:creationId xmlns:a16="http://schemas.microsoft.com/office/drawing/2014/main" id="{CC1F09EA-6F6B-565A-7C94-8C14A2F43AD0}"/>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9" name="Rectangle 2828">
              <a:extLst>
                <a:ext uri="{FF2B5EF4-FFF2-40B4-BE49-F238E27FC236}">
                  <a16:creationId xmlns:a16="http://schemas.microsoft.com/office/drawing/2014/main" id="{6DAD0A2C-3880-912C-43AA-37C94DA3C35A}"/>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0" name="Rectangle 2829">
              <a:extLst>
                <a:ext uri="{FF2B5EF4-FFF2-40B4-BE49-F238E27FC236}">
                  <a16:creationId xmlns:a16="http://schemas.microsoft.com/office/drawing/2014/main" id="{4EAE01C6-1596-B0E2-0E40-06B064790329}"/>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1" name="Rectangle 2830">
              <a:extLst>
                <a:ext uri="{FF2B5EF4-FFF2-40B4-BE49-F238E27FC236}">
                  <a16:creationId xmlns:a16="http://schemas.microsoft.com/office/drawing/2014/main" id="{0D80D999-0F1E-67FF-B6E3-94A40A7053B4}"/>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2" name="Rectangle 2831">
              <a:extLst>
                <a:ext uri="{FF2B5EF4-FFF2-40B4-BE49-F238E27FC236}">
                  <a16:creationId xmlns:a16="http://schemas.microsoft.com/office/drawing/2014/main" id="{D0D8CB29-66A1-067D-D9F3-F66C51EC067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3" name="Rectangle 2832">
              <a:extLst>
                <a:ext uri="{FF2B5EF4-FFF2-40B4-BE49-F238E27FC236}">
                  <a16:creationId xmlns:a16="http://schemas.microsoft.com/office/drawing/2014/main" id="{E483699E-4477-3259-6730-93656161DE6F}"/>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4" name="Rectangle 2833">
              <a:extLst>
                <a:ext uri="{FF2B5EF4-FFF2-40B4-BE49-F238E27FC236}">
                  <a16:creationId xmlns:a16="http://schemas.microsoft.com/office/drawing/2014/main" id="{DC58C344-64CD-7D50-2CB2-8B03E83B533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5" name="Rectangle 2834">
              <a:extLst>
                <a:ext uri="{FF2B5EF4-FFF2-40B4-BE49-F238E27FC236}">
                  <a16:creationId xmlns:a16="http://schemas.microsoft.com/office/drawing/2014/main" id="{69F40B01-B53A-94A4-BCAE-9F35A59EF9E5}"/>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6" name="Rectangle 2835">
              <a:extLst>
                <a:ext uri="{FF2B5EF4-FFF2-40B4-BE49-F238E27FC236}">
                  <a16:creationId xmlns:a16="http://schemas.microsoft.com/office/drawing/2014/main" id="{F49C1257-B6DD-37D9-466D-8011477BC3E4}"/>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7" name="Rectangle 2836">
              <a:extLst>
                <a:ext uri="{FF2B5EF4-FFF2-40B4-BE49-F238E27FC236}">
                  <a16:creationId xmlns:a16="http://schemas.microsoft.com/office/drawing/2014/main" id="{E0086DCD-1731-9A30-6DD7-ACB05DBA19DF}"/>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8" name="Rectangle 2837">
              <a:extLst>
                <a:ext uri="{FF2B5EF4-FFF2-40B4-BE49-F238E27FC236}">
                  <a16:creationId xmlns:a16="http://schemas.microsoft.com/office/drawing/2014/main" id="{FE64AEE6-87A1-D4E1-4B45-9A29C0200A1F}"/>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9" name="Rectangle 2838">
              <a:extLst>
                <a:ext uri="{FF2B5EF4-FFF2-40B4-BE49-F238E27FC236}">
                  <a16:creationId xmlns:a16="http://schemas.microsoft.com/office/drawing/2014/main" id="{6742D5C8-36AE-0134-D7AD-021A0C28603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0" name="Rectangle 2839">
              <a:extLst>
                <a:ext uri="{FF2B5EF4-FFF2-40B4-BE49-F238E27FC236}">
                  <a16:creationId xmlns:a16="http://schemas.microsoft.com/office/drawing/2014/main" id="{E460136D-2568-27CA-62A3-57E9D9D6730D}"/>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1" name="Rectangle 2840">
              <a:extLst>
                <a:ext uri="{FF2B5EF4-FFF2-40B4-BE49-F238E27FC236}">
                  <a16:creationId xmlns:a16="http://schemas.microsoft.com/office/drawing/2014/main" id="{F47FF4E7-4659-2B81-0A20-ADD445497C3A}"/>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2" name="Rectangle 2841">
              <a:extLst>
                <a:ext uri="{FF2B5EF4-FFF2-40B4-BE49-F238E27FC236}">
                  <a16:creationId xmlns:a16="http://schemas.microsoft.com/office/drawing/2014/main" id="{00769A66-C475-7875-CE65-D603B3BEA415}"/>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3" name="Rectangle 2842">
              <a:extLst>
                <a:ext uri="{FF2B5EF4-FFF2-40B4-BE49-F238E27FC236}">
                  <a16:creationId xmlns:a16="http://schemas.microsoft.com/office/drawing/2014/main" id="{54433511-0083-569E-5E2D-62AADF52E21E}"/>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4" name="Rectangle 2843">
              <a:extLst>
                <a:ext uri="{FF2B5EF4-FFF2-40B4-BE49-F238E27FC236}">
                  <a16:creationId xmlns:a16="http://schemas.microsoft.com/office/drawing/2014/main" id="{73D4F721-BAAA-751B-CC60-604944CC748B}"/>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5" name="Rectangle 2844">
              <a:extLst>
                <a:ext uri="{FF2B5EF4-FFF2-40B4-BE49-F238E27FC236}">
                  <a16:creationId xmlns:a16="http://schemas.microsoft.com/office/drawing/2014/main" id="{D69F2B06-604A-13AF-3B34-D6B2D1479591}"/>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6" name="Rectangle 2845">
              <a:extLst>
                <a:ext uri="{FF2B5EF4-FFF2-40B4-BE49-F238E27FC236}">
                  <a16:creationId xmlns:a16="http://schemas.microsoft.com/office/drawing/2014/main" id="{85B1723C-B004-AA0E-4190-3BFD1CD4DCEF}"/>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7" name="Rectangle 2846">
              <a:extLst>
                <a:ext uri="{FF2B5EF4-FFF2-40B4-BE49-F238E27FC236}">
                  <a16:creationId xmlns:a16="http://schemas.microsoft.com/office/drawing/2014/main" id="{A3BA83D0-8606-B478-6F59-4C969E04F0AA}"/>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8" name="Rectangle 2847">
              <a:extLst>
                <a:ext uri="{FF2B5EF4-FFF2-40B4-BE49-F238E27FC236}">
                  <a16:creationId xmlns:a16="http://schemas.microsoft.com/office/drawing/2014/main" id="{354DED28-1FB9-6E93-F865-E35E85FE99E2}"/>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9" name="Rectangle 2848">
              <a:extLst>
                <a:ext uri="{FF2B5EF4-FFF2-40B4-BE49-F238E27FC236}">
                  <a16:creationId xmlns:a16="http://schemas.microsoft.com/office/drawing/2014/main" id="{1AE244D5-08B7-FCDB-1FA4-862803DA9542}"/>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0" name="Rectangle 2849">
              <a:extLst>
                <a:ext uri="{FF2B5EF4-FFF2-40B4-BE49-F238E27FC236}">
                  <a16:creationId xmlns:a16="http://schemas.microsoft.com/office/drawing/2014/main" id="{C362EDEE-5ECB-B310-27A5-C987842F22BE}"/>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1" name="Rectangle 2850">
              <a:extLst>
                <a:ext uri="{FF2B5EF4-FFF2-40B4-BE49-F238E27FC236}">
                  <a16:creationId xmlns:a16="http://schemas.microsoft.com/office/drawing/2014/main" id="{A59AF63F-140A-CF1C-C1FB-8066CDCFF9C3}"/>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2" name="Rectangle 2851">
              <a:extLst>
                <a:ext uri="{FF2B5EF4-FFF2-40B4-BE49-F238E27FC236}">
                  <a16:creationId xmlns:a16="http://schemas.microsoft.com/office/drawing/2014/main" id="{836A167A-65F8-059C-1A9D-578F4EC48C82}"/>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3" name="Rectangle 2852">
              <a:extLst>
                <a:ext uri="{FF2B5EF4-FFF2-40B4-BE49-F238E27FC236}">
                  <a16:creationId xmlns:a16="http://schemas.microsoft.com/office/drawing/2014/main" id="{D77618BB-0938-E2FA-67DB-180D551C4550}"/>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 name="Rectangle 2853">
              <a:extLst>
                <a:ext uri="{FF2B5EF4-FFF2-40B4-BE49-F238E27FC236}">
                  <a16:creationId xmlns:a16="http://schemas.microsoft.com/office/drawing/2014/main" id="{603DAD7E-EA16-006D-A25E-2B71F49AC3E3}"/>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5" name="Rectangle 2854">
              <a:extLst>
                <a:ext uri="{FF2B5EF4-FFF2-40B4-BE49-F238E27FC236}">
                  <a16:creationId xmlns:a16="http://schemas.microsoft.com/office/drawing/2014/main" id="{2D34F20F-CC3A-747B-27E7-47F8435F7257}"/>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6" name="Rectangle 2855">
              <a:extLst>
                <a:ext uri="{FF2B5EF4-FFF2-40B4-BE49-F238E27FC236}">
                  <a16:creationId xmlns:a16="http://schemas.microsoft.com/office/drawing/2014/main" id="{6C1DE503-5F5B-18B6-C208-819F832E636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7" name="Rectangle 2856">
              <a:extLst>
                <a:ext uri="{FF2B5EF4-FFF2-40B4-BE49-F238E27FC236}">
                  <a16:creationId xmlns:a16="http://schemas.microsoft.com/office/drawing/2014/main" id="{4749BA87-0735-877B-523C-4B8DB25E42F5}"/>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8" name="Rectangle 2857">
              <a:extLst>
                <a:ext uri="{FF2B5EF4-FFF2-40B4-BE49-F238E27FC236}">
                  <a16:creationId xmlns:a16="http://schemas.microsoft.com/office/drawing/2014/main" id="{3F34F27F-25BB-CCB9-ADFC-6FACC4CFC559}"/>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9" name="Rectangle 2858">
              <a:extLst>
                <a:ext uri="{FF2B5EF4-FFF2-40B4-BE49-F238E27FC236}">
                  <a16:creationId xmlns:a16="http://schemas.microsoft.com/office/drawing/2014/main" id="{78815A5F-AD4A-68BD-7B2B-513BE6A3C986}"/>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0" name="Rectangle 2859">
              <a:extLst>
                <a:ext uri="{FF2B5EF4-FFF2-40B4-BE49-F238E27FC236}">
                  <a16:creationId xmlns:a16="http://schemas.microsoft.com/office/drawing/2014/main" id="{7B5F4250-9135-0844-17CB-1488C0828F4C}"/>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1" name="Rectangle 2860">
              <a:extLst>
                <a:ext uri="{FF2B5EF4-FFF2-40B4-BE49-F238E27FC236}">
                  <a16:creationId xmlns:a16="http://schemas.microsoft.com/office/drawing/2014/main" id="{C89A1C02-CE16-00F9-E2A0-4BF6B0A82C5D}"/>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2" name="Rectangle 2861">
              <a:extLst>
                <a:ext uri="{FF2B5EF4-FFF2-40B4-BE49-F238E27FC236}">
                  <a16:creationId xmlns:a16="http://schemas.microsoft.com/office/drawing/2014/main" id="{A4234D5D-9B77-643F-7018-3DCF03E5C14D}"/>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3" name="Rectangle 2862">
              <a:extLst>
                <a:ext uri="{FF2B5EF4-FFF2-40B4-BE49-F238E27FC236}">
                  <a16:creationId xmlns:a16="http://schemas.microsoft.com/office/drawing/2014/main" id="{6ABB55AE-407C-DF08-D73D-EDFA7F557B1E}"/>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4" name="Rectangle 2863">
              <a:extLst>
                <a:ext uri="{FF2B5EF4-FFF2-40B4-BE49-F238E27FC236}">
                  <a16:creationId xmlns:a16="http://schemas.microsoft.com/office/drawing/2014/main" id="{3B408DB2-866A-10B7-5466-9ECC2CD3240A}"/>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5" name="Rectangle 2864">
              <a:extLst>
                <a:ext uri="{FF2B5EF4-FFF2-40B4-BE49-F238E27FC236}">
                  <a16:creationId xmlns:a16="http://schemas.microsoft.com/office/drawing/2014/main" id="{D99A1745-6ACE-9234-ECFC-E1EA7FE3FC85}"/>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6" name="Rectangle 2865">
              <a:extLst>
                <a:ext uri="{FF2B5EF4-FFF2-40B4-BE49-F238E27FC236}">
                  <a16:creationId xmlns:a16="http://schemas.microsoft.com/office/drawing/2014/main" id="{E0E8B7B1-DA97-9903-7E06-311633AC5581}"/>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 name="Rectangle 2866">
              <a:extLst>
                <a:ext uri="{FF2B5EF4-FFF2-40B4-BE49-F238E27FC236}">
                  <a16:creationId xmlns:a16="http://schemas.microsoft.com/office/drawing/2014/main" id="{D4CE5A62-0A7F-B42D-2083-4E5C713265EF}"/>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 name="Rectangle 2867">
              <a:extLst>
                <a:ext uri="{FF2B5EF4-FFF2-40B4-BE49-F238E27FC236}">
                  <a16:creationId xmlns:a16="http://schemas.microsoft.com/office/drawing/2014/main" id="{05280468-4A5F-D971-8047-0276A4A9DB4A}"/>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1" name="Group 2340">
            <a:extLst>
              <a:ext uri="{FF2B5EF4-FFF2-40B4-BE49-F238E27FC236}">
                <a16:creationId xmlns:a16="http://schemas.microsoft.com/office/drawing/2014/main" id="{F7F88207-C4B5-BCD6-B6ED-D071FF4B916E}"/>
              </a:ext>
            </a:extLst>
          </p:cNvPr>
          <p:cNvGrpSpPr/>
          <p:nvPr/>
        </p:nvGrpSpPr>
        <p:grpSpPr>
          <a:xfrm>
            <a:off x="1730409" y="4331439"/>
            <a:ext cx="2912265" cy="301135"/>
            <a:chOff x="2844481" y="3245377"/>
            <a:chExt cx="2912265" cy="301135"/>
          </a:xfrm>
          <a:noFill/>
        </p:grpSpPr>
        <p:sp>
          <p:nvSpPr>
            <p:cNvPr id="2518" name="Rectangle 2517">
              <a:extLst>
                <a:ext uri="{FF2B5EF4-FFF2-40B4-BE49-F238E27FC236}">
                  <a16:creationId xmlns:a16="http://schemas.microsoft.com/office/drawing/2014/main" id="{36505A1E-91EC-1B2B-6506-4FD42D8770A6}"/>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9" name="Rectangle 2518">
              <a:extLst>
                <a:ext uri="{FF2B5EF4-FFF2-40B4-BE49-F238E27FC236}">
                  <a16:creationId xmlns:a16="http://schemas.microsoft.com/office/drawing/2014/main" id="{F93019B7-5793-4BB9-A4D3-3C666EC25BF9}"/>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0" name="Rectangle 2519">
              <a:extLst>
                <a:ext uri="{FF2B5EF4-FFF2-40B4-BE49-F238E27FC236}">
                  <a16:creationId xmlns:a16="http://schemas.microsoft.com/office/drawing/2014/main" id="{6C7A067F-5EA3-E752-E2C5-1EE3FC0101C8}"/>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1" name="Rectangle 2520">
              <a:extLst>
                <a:ext uri="{FF2B5EF4-FFF2-40B4-BE49-F238E27FC236}">
                  <a16:creationId xmlns:a16="http://schemas.microsoft.com/office/drawing/2014/main" id="{A84B0085-8D69-D6DD-6615-040E622602C3}"/>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2" name="Rectangle 2521">
              <a:extLst>
                <a:ext uri="{FF2B5EF4-FFF2-40B4-BE49-F238E27FC236}">
                  <a16:creationId xmlns:a16="http://schemas.microsoft.com/office/drawing/2014/main" id="{38976158-2EF1-D127-2DF7-1D037D154FD4}"/>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3" name="Rectangle 2522">
              <a:extLst>
                <a:ext uri="{FF2B5EF4-FFF2-40B4-BE49-F238E27FC236}">
                  <a16:creationId xmlns:a16="http://schemas.microsoft.com/office/drawing/2014/main" id="{7195BC98-3938-5DAD-5240-A53729CF551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4" name="Rectangle 2523">
              <a:extLst>
                <a:ext uri="{FF2B5EF4-FFF2-40B4-BE49-F238E27FC236}">
                  <a16:creationId xmlns:a16="http://schemas.microsoft.com/office/drawing/2014/main" id="{F3F68853-E788-B139-06DD-1F64469BB8A3}"/>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5" name="Rectangle 2524">
              <a:extLst>
                <a:ext uri="{FF2B5EF4-FFF2-40B4-BE49-F238E27FC236}">
                  <a16:creationId xmlns:a16="http://schemas.microsoft.com/office/drawing/2014/main" id="{A30ACF88-944A-43A1-3251-FB70C9ECA703}"/>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6" name="Rectangle 2525">
              <a:extLst>
                <a:ext uri="{FF2B5EF4-FFF2-40B4-BE49-F238E27FC236}">
                  <a16:creationId xmlns:a16="http://schemas.microsoft.com/office/drawing/2014/main" id="{B5B1207D-3B1E-06F1-DBE6-A4F8261612D7}"/>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7" name="Rectangle 2526">
              <a:extLst>
                <a:ext uri="{FF2B5EF4-FFF2-40B4-BE49-F238E27FC236}">
                  <a16:creationId xmlns:a16="http://schemas.microsoft.com/office/drawing/2014/main" id="{3FB6D9C9-B4EC-3650-08A5-7A13EA48DDD8}"/>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8" name="Rectangle 2527">
              <a:extLst>
                <a:ext uri="{FF2B5EF4-FFF2-40B4-BE49-F238E27FC236}">
                  <a16:creationId xmlns:a16="http://schemas.microsoft.com/office/drawing/2014/main" id="{633EBDB4-6FA4-1429-52BC-9ABFF66F0DC7}"/>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9" name="Rectangle 2528">
              <a:extLst>
                <a:ext uri="{FF2B5EF4-FFF2-40B4-BE49-F238E27FC236}">
                  <a16:creationId xmlns:a16="http://schemas.microsoft.com/office/drawing/2014/main" id="{797FC895-F80E-9789-20CD-FADC7E397D5C}"/>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0" name="Rectangle 2529">
              <a:extLst>
                <a:ext uri="{FF2B5EF4-FFF2-40B4-BE49-F238E27FC236}">
                  <a16:creationId xmlns:a16="http://schemas.microsoft.com/office/drawing/2014/main" id="{9F341664-2A9C-6528-E460-81E4C0641F06}"/>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1" name="Rectangle 2530">
              <a:extLst>
                <a:ext uri="{FF2B5EF4-FFF2-40B4-BE49-F238E27FC236}">
                  <a16:creationId xmlns:a16="http://schemas.microsoft.com/office/drawing/2014/main" id="{F45624E9-10C9-882C-078A-4D95A86717E8}"/>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2" name="Rectangle 2531">
              <a:extLst>
                <a:ext uri="{FF2B5EF4-FFF2-40B4-BE49-F238E27FC236}">
                  <a16:creationId xmlns:a16="http://schemas.microsoft.com/office/drawing/2014/main" id="{CD53114A-D13D-3CCE-E525-7D3F8EB3E9B0}"/>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3" name="Rectangle 2532">
              <a:extLst>
                <a:ext uri="{FF2B5EF4-FFF2-40B4-BE49-F238E27FC236}">
                  <a16:creationId xmlns:a16="http://schemas.microsoft.com/office/drawing/2014/main" id="{9DB18E35-3922-8A5A-72C4-C2212C2587B1}"/>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4" name="Rectangle 2533">
              <a:extLst>
                <a:ext uri="{FF2B5EF4-FFF2-40B4-BE49-F238E27FC236}">
                  <a16:creationId xmlns:a16="http://schemas.microsoft.com/office/drawing/2014/main" id="{F2F5D184-D9B0-E32A-BC85-DC787D5DA744}"/>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5" name="Rectangle 2534">
              <a:extLst>
                <a:ext uri="{FF2B5EF4-FFF2-40B4-BE49-F238E27FC236}">
                  <a16:creationId xmlns:a16="http://schemas.microsoft.com/office/drawing/2014/main" id="{92E2EDA6-0B6F-E3C1-FFE5-43186EEF5D41}"/>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6" name="Rectangle 2535">
              <a:extLst>
                <a:ext uri="{FF2B5EF4-FFF2-40B4-BE49-F238E27FC236}">
                  <a16:creationId xmlns:a16="http://schemas.microsoft.com/office/drawing/2014/main" id="{B851A885-8779-3929-EA8A-B631AA58FDDC}"/>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7" name="Rectangle 2536">
              <a:extLst>
                <a:ext uri="{FF2B5EF4-FFF2-40B4-BE49-F238E27FC236}">
                  <a16:creationId xmlns:a16="http://schemas.microsoft.com/office/drawing/2014/main" id="{63CA9A08-088D-FBD6-644E-04F986E72FDF}"/>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8" name="Rectangle 2537">
              <a:extLst>
                <a:ext uri="{FF2B5EF4-FFF2-40B4-BE49-F238E27FC236}">
                  <a16:creationId xmlns:a16="http://schemas.microsoft.com/office/drawing/2014/main" id="{1B8BD9F6-9D22-B360-DDFA-9CEFC0C22AC6}"/>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9" name="Rectangle 2538">
              <a:extLst>
                <a:ext uri="{FF2B5EF4-FFF2-40B4-BE49-F238E27FC236}">
                  <a16:creationId xmlns:a16="http://schemas.microsoft.com/office/drawing/2014/main" id="{93F9A139-ACB1-8B8D-ED31-32A5741279ED}"/>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0" name="Rectangle 2539">
              <a:extLst>
                <a:ext uri="{FF2B5EF4-FFF2-40B4-BE49-F238E27FC236}">
                  <a16:creationId xmlns:a16="http://schemas.microsoft.com/office/drawing/2014/main" id="{DF0792D1-E741-A0D7-7ACE-BE6F6E1AD594}"/>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1" name="Rectangle 2540">
              <a:extLst>
                <a:ext uri="{FF2B5EF4-FFF2-40B4-BE49-F238E27FC236}">
                  <a16:creationId xmlns:a16="http://schemas.microsoft.com/office/drawing/2014/main" id="{2912E06E-A425-A5E7-1DED-78B4C2E6C467}"/>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2" name="Rectangle 2541">
              <a:extLst>
                <a:ext uri="{FF2B5EF4-FFF2-40B4-BE49-F238E27FC236}">
                  <a16:creationId xmlns:a16="http://schemas.microsoft.com/office/drawing/2014/main" id="{450D14B3-D73D-5254-74D0-67F95344CC52}"/>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3" name="Rectangle 2542">
              <a:extLst>
                <a:ext uri="{FF2B5EF4-FFF2-40B4-BE49-F238E27FC236}">
                  <a16:creationId xmlns:a16="http://schemas.microsoft.com/office/drawing/2014/main" id="{44CE0C44-BC8A-23AA-906E-CC7FC6E3F713}"/>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4" name="Rectangle 2543">
              <a:extLst>
                <a:ext uri="{FF2B5EF4-FFF2-40B4-BE49-F238E27FC236}">
                  <a16:creationId xmlns:a16="http://schemas.microsoft.com/office/drawing/2014/main" id="{5611255E-2A51-3EF6-77C1-312DD17DD7F1}"/>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5" name="Rectangle 2544">
              <a:extLst>
                <a:ext uri="{FF2B5EF4-FFF2-40B4-BE49-F238E27FC236}">
                  <a16:creationId xmlns:a16="http://schemas.microsoft.com/office/drawing/2014/main" id="{327EC69E-9993-C9EA-0F8F-032C78E11849}"/>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6" name="Rectangle 2545">
              <a:extLst>
                <a:ext uri="{FF2B5EF4-FFF2-40B4-BE49-F238E27FC236}">
                  <a16:creationId xmlns:a16="http://schemas.microsoft.com/office/drawing/2014/main" id="{507F0EE1-E7AC-0F44-54A1-6CD156DA71EE}"/>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7" name="Rectangle 2546">
              <a:extLst>
                <a:ext uri="{FF2B5EF4-FFF2-40B4-BE49-F238E27FC236}">
                  <a16:creationId xmlns:a16="http://schemas.microsoft.com/office/drawing/2014/main" id="{D1EE8DF6-DC8F-CCFF-D020-848200AEBF4E}"/>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8" name="Rectangle 2547">
              <a:extLst>
                <a:ext uri="{FF2B5EF4-FFF2-40B4-BE49-F238E27FC236}">
                  <a16:creationId xmlns:a16="http://schemas.microsoft.com/office/drawing/2014/main" id="{AD2027D6-9360-53AD-FD6F-5C2DB59A306E}"/>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9" name="Rectangle 2548">
              <a:extLst>
                <a:ext uri="{FF2B5EF4-FFF2-40B4-BE49-F238E27FC236}">
                  <a16:creationId xmlns:a16="http://schemas.microsoft.com/office/drawing/2014/main" id="{7D75794B-B425-C1BF-5BFC-31217A467D7C}"/>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0" name="Rectangle 2549">
              <a:extLst>
                <a:ext uri="{FF2B5EF4-FFF2-40B4-BE49-F238E27FC236}">
                  <a16:creationId xmlns:a16="http://schemas.microsoft.com/office/drawing/2014/main" id="{45FCB9A3-112F-A9C6-D7C3-FC64D929BCB4}"/>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1" name="Rectangle 2550">
              <a:extLst>
                <a:ext uri="{FF2B5EF4-FFF2-40B4-BE49-F238E27FC236}">
                  <a16:creationId xmlns:a16="http://schemas.microsoft.com/office/drawing/2014/main" id="{69A3350E-13B1-472E-F1BF-E231CF68F887}"/>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2" name="Rectangle 2551">
              <a:extLst>
                <a:ext uri="{FF2B5EF4-FFF2-40B4-BE49-F238E27FC236}">
                  <a16:creationId xmlns:a16="http://schemas.microsoft.com/office/drawing/2014/main" id="{4CA12E1C-BD22-1D08-EC26-66672A7E7069}"/>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3" name="Rectangle 2552">
              <a:extLst>
                <a:ext uri="{FF2B5EF4-FFF2-40B4-BE49-F238E27FC236}">
                  <a16:creationId xmlns:a16="http://schemas.microsoft.com/office/drawing/2014/main" id="{190AE64C-F667-856C-671D-9D30B7B4F348}"/>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4" name="Rectangle 2553">
              <a:extLst>
                <a:ext uri="{FF2B5EF4-FFF2-40B4-BE49-F238E27FC236}">
                  <a16:creationId xmlns:a16="http://schemas.microsoft.com/office/drawing/2014/main" id="{E0A473E9-4641-2608-B88E-AF7BD94C2653}"/>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5" name="Rectangle 2554">
              <a:extLst>
                <a:ext uri="{FF2B5EF4-FFF2-40B4-BE49-F238E27FC236}">
                  <a16:creationId xmlns:a16="http://schemas.microsoft.com/office/drawing/2014/main" id="{8CBDEECD-A085-3EB1-DBE0-445DDC42B5F3}"/>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6" name="Rectangle 2555">
              <a:extLst>
                <a:ext uri="{FF2B5EF4-FFF2-40B4-BE49-F238E27FC236}">
                  <a16:creationId xmlns:a16="http://schemas.microsoft.com/office/drawing/2014/main" id="{52EFAE12-01D1-B9E3-F730-3F4C6C50F99B}"/>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7" name="Rectangle 2556">
              <a:extLst>
                <a:ext uri="{FF2B5EF4-FFF2-40B4-BE49-F238E27FC236}">
                  <a16:creationId xmlns:a16="http://schemas.microsoft.com/office/drawing/2014/main" id="{AE79ACD8-E1FA-2808-7986-79B45F495219}"/>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8" name="Rectangle 2557">
              <a:extLst>
                <a:ext uri="{FF2B5EF4-FFF2-40B4-BE49-F238E27FC236}">
                  <a16:creationId xmlns:a16="http://schemas.microsoft.com/office/drawing/2014/main" id="{8D480198-1517-0674-F53E-79E3646F7EC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9" name="Rectangle 2558">
              <a:extLst>
                <a:ext uri="{FF2B5EF4-FFF2-40B4-BE49-F238E27FC236}">
                  <a16:creationId xmlns:a16="http://schemas.microsoft.com/office/drawing/2014/main" id="{8F099257-4A09-8BAB-DDF9-386496AA522A}"/>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 name="Rectangle 2559">
              <a:extLst>
                <a:ext uri="{FF2B5EF4-FFF2-40B4-BE49-F238E27FC236}">
                  <a16:creationId xmlns:a16="http://schemas.microsoft.com/office/drawing/2014/main" id="{1428C3CE-218A-8E80-AA9D-0B6228F3486D}"/>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 name="Rectangle 2560">
              <a:extLst>
                <a:ext uri="{FF2B5EF4-FFF2-40B4-BE49-F238E27FC236}">
                  <a16:creationId xmlns:a16="http://schemas.microsoft.com/office/drawing/2014/main" id="{3DA88E74-A6F8-4179-7F08-27476AF1DDB0}"/>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 name="Rectangle 2561">
              <a:extLst>
                <a:ext uri="{FF2B5EF4-FFF2-40B4-BE49-F238E27FC236}">
                  <a16:creationId xmlns:a16="http://schemas.microsoft.com/office/drawing/2014/main" id="{1EF9D42D-4C73-F66E-6FCC-C0802315FE2E}"/>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 name="Rectangle 2562">
              <a:extLst>
                <a:ext uri="{FF2B5EF4-FFF2-40B4-BE49-F238E27FC236}">
                  <a16:creationId xmlns:a16="http://schemas.microsoft.com/office/drawing/2014/main" id="{F933F2CB-1247-5E68-D158-EFD4DCC771EB}"/>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4" name="Rectangle 2563">
              <a:extLst>
                <a:ext uri="{FF2B5EF4-FFF2-40B4-BE49-F238E27FC236}">
                  <a16:creationId xmlns:a16="http://schemas.microsoft.com/office/drawing/2014/main" id="{84949BC4-0AA1-E687-018F-5DAA638EAF2B}"/>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5" name="Rectangle 2564">
              <a:extLst>
                <a:ext uri="{FF2B5EF4-FFF2-40B4-BE49-F238E27FC236}">
                  <a16:creationId xmlns:a16="http://schemas.microsoft.com/office/drawing/2014/main" id="{85E2E343-1655-D5E7-56BE-20A4DD7AB350}"/>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6" name="Rectangle 2565">
              <a:extLst>
                <a:ext uri="{FF2B5EF4-FFF2-40B4-BE49-F238E27FC236}">
                  <a16:creationId xmlns:a16="http://schemas.microsoft.com/office/drawing/2014/main" id="{B64638F9-DD2F-D0F3-52F5-6ECE46BF632C}"/>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7" name="Rectangle 2566">
              <a:extLst>
                <a:ext uri="{FF2B5EF4-FFF2-40B4-BE49-F238E27FC236}">
                  <a16:creationId xmlns:a16="http://schemas.microsoft.com/office/drawing/2014/main" id="{90782708-E3EF-F800-A828-C6EF97E65207}"/>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8" name="Rectangle 2567">
              <a:extLst>
                <a:ext uri="{FF2B5EF4-FFF2-40B4-BE49-F238E27FC236}">
                  <a16:creationId xmlns:a16="http://schemas.microsoft.com/office/drawing/2014/main" id="{957504FE-2BDC-61DA-58E5-0FDCB2B64901}"/>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9" name="Rectangle 2568">
              <a:extLst>
                <a:ext uri="{FF2B5EF4-FFF2-40B4-BE49-F238E27FC236}">
                  <a16:creationId xmlns:a16="http://schemas.microsoft.com/office/drawing/2014/main" id="{2E02331A-7210-2F91-660E-A299EEBA1D33}"/>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0" name="Rectangle 2569">
              <a:extLst>
                <a:ext uri="{FF2B5EF4-FFF2-40B4-BE49-F238E27FC236}">
                  <a16:creationId xmlns:a16="http://schemas.microsoft.com/office/drawing/2014/main" id="{D498F890-1FD2-AC61-B9F6-E286DD56B615}"/>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1" name="Rectangle 2570">
              <a:extLst>
                <a:ext uri="{FF2B5EF4-FFF2-40B4-BE49-F238E27FC236}">
                  <a16:creationId xmlns:a16="http://schemas.microsoft.com/office/drawing/2014/main" id="{274E190A-5CD2-1686-24C6-65953E0EDD61}"/>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2" name="Rectangle 2571">
              <a:extLst>
                <a:ext uri="{FF2B5EF4-FFF2-40B4-BE49-F238E27FC236}">
                  <a16:creationId xmlns:a16="http://schemas.microsoft.com/office/drawing/2014/main" id="{513C5D4E-A2D0-E326-3FC3-19E54E10DE92}"/>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3" name="Rectangle 2572">
              <a:extLst>
                <a:ext uri="{FF2B5EF4-FFF2-40B4-BE49-F238E27FC236}">
                  <a16:creationId xmlns:a16="http://schemas.microsoft.com/office/drawing/2014/main" id="{63D01A50-05E7-9A1C-4BE4-BA5AE9BE45C3}"/>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4" name="Rectangle 2573">
              <a:extLst>
                <a:ext uri="{FF2B5EF4-FFF2-40B4-BE49-F238E27FC236}">
                  <a16:creationId xmlns:a16="http://schemas.microsoft.com/office/drawing/2014/main" id="{1357E785-4E1A-6E6E-F683-0CF133AC4DC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5" name="Rectangle 2574">
              <a:extLst>
                <a:ext uri="{FF2B5EF4-FFF2-40B4-BE49-F238E27FC236}">
                  <a16:creationId xmlns:a16="http://schemas.microsoft.com/office/drawing/2014/main" id="{E614767C-456F-5926-38D9-D426A0F95AB1}"/>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6" name="Rectangle 2575">
              <a:extLst>
                <a:ext uri="{FF2B5EF4-FFF2-40B4-BE49-F238E27FC236}">
                  <a16:creationId xmlns:a16="http://schemas.microsoft.com/office/drawing/2014/main" id="{E14E74A3-E98B-1B7F-19DC-2A9F6242C023}"/>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7" name="Rectangle 2576">
              <a:extLst>
                <a:ext uri="{FF2B5EF4-FFF2-40B4-BE49-F238E27FC236}">
                  <a16:creationId xmlns:a16="http://schemas.microsoft.com/office/drawing/2014/main" id="{9F3DBBC9-47C9-A9E1-AF97-1B27BA9B6F9D}"/>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8" name="Rectangle 2577">
              <a:extLst>
                <a:ext uri="{FF2B5EF4-FFF2-40B4-BE49-F238E27FC236}">
                  <a16:creationId xmlns:a16="http://schemas.microsoft.com/office/drawing/2014/main" id="{E938146D-FBC5-D14E-AF77-653979F818C8}"/>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9" name="Rectangle 2578">
              <a:extLst>
                <a:ext uri="{FF2B5EF4-FFF2-40B4-BE49-F238E27FC236}">
                  <a16:creationId xmlns:a16="http://schemas.microsoft.com/office/drawing/2014/main" id="{99C4E779-B9F2-4B34-D033-9AB748FA5C4C}"/>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0" name="Rectangle 2579">
              <a:extLst>
                <a:ext uri="{FF2B5EF4-FFF2-40B4-BE49-F238E27FC236}">
                  <a16:creationId xmlns:a16="http://schemas.microsoft.com/office/drawing/2014/main" id="{568CCDA2-DAEE-CB91-DBE0-112E507BF258}"/>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1" name="Rectangle 2580">
              <a:extLst>
                <a:ext uri="{FF2B5EF4-FFF2-40B4-BE49-F238E27FC236}">
                  <a16:creationId xmlns:a16="http://schemas.microsoft.com/office/drawing/2014/main" id="{8B850839-0668-AE39-4EC1-CB48E7FB94CC}"/>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2" name="Rectangle 2581">
              <a:extLst>
                <a:ext uri="{FF2B5EF4-FFF2-40B4-BE49-F238E27FC236}">
                  <a16:creationId xmlns:a16="http://schemas.microsoft.com/office/drawing/2014/main" id="{97485288-989C-E72C-0518-184F46B15006}"/>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3" name="Rectangle 2582">
              <a:extLst>
                <a:ext uri="{FF2B5EF4-FFF2-40B4-BE49-F238E27FC236}">
                  <a16:creationId xmlns:a16="http://schemas.microsoft.com/office/drawing/2014/main" id="{ED965BF4-F0D6-84C4-7987-8B5A354FE3AF}"/>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4" name="Rectangle 2583">
              <a:extLst>
                <a:ext uri="{FF2B5EF4-FFF2-40B4-BE49-F238E27FC236}">
                  <a16:creationId xmlns:a16="http://schemas.microsoft.com/office/drawing/2014/main" id="{780A96C3-D108-86C0-316F-EEAD201FA01D}"/>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5" name="Rectangle 2584">
              <a:extLst>
                <a:ext uri="{FF2B5EF4-FFF2-40B4-BE49-F238E27FC236}">
                  <a16:creationId xmlns:a16="http://schemas.microsoft.com/office/drawing/2014/main" id="{7D83DDC2-A94D-E539-BE6E-2AB4DE9DEC84}"/>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6" name="Rectangle 2585">
              <a:extLst>
                <a:ext uri="{FF2B5EF4-FFF2-40B4-BE49-F238E27FC236}">
                  <a16:creationId xmlns:a16="http://schemas.microsoft.com/office/drawing/2014/main" id="{F6D939C1-3A92-8339-9ABE-D25F6AD15E43}"/>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7" name="Rectangle 2586">
              <a:extLst>
                <a:ext uri="{FF2B5EF4-FFF2-40B4-BE49-F238E27FC236}">
                  <a16:creationId xmlns:a16="http://schemas.microsoft.com/office/drawing/2014/main" id="{F4397E7F-9FBE-591B-8859-B3D6B06AFFED}"/>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8" name="Rectangle 2587">
              <a:extLst>
                <a:ext uri="{FF2B5EF4-FFF2-40B4-BE49-F238E27FC236}">
                  <a16:creationId xmlns:a16="http://schemas.microsoft.com/office/drawing/2014/main" id="{A53B5F84-024F-4865-4D0F-4CF9849EBB5E}"/>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9" name="Rectangle 2588">
              <a:extLst>
                <a:ext uri="{FF2B5EF4-FFF2-40B4-BE49-F238E27FC236}">
                  <a16:creationId xmlns:a16="http://schemas.microsoft.com/office/drawing/2014/main" id="{557FDC92-B665-7928-0E3D-1C7621A659F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0" name="Rectangle 2589">
              <a:extLst>
                <a:ext uri="{FF2B5EF4-FFF2-40B4-BE49-F238E27FC236}">
                  <a16:creationId xmlns:a16="http://schemas.microsoft.com/office/drawing/2014/main" id="{8ED245AE-D31A-80AD-DA67-F7A7D9B193E4}"/>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1" name="Rectangle 2590">
              <a:extLst>
                <a:ext uri="{FF2B5EF4-FFF2-40B4-BE49-F238E27FC236}">
                  <a16:creationId xmlns:a16="http://schemas.microsoft.com/office/drawing/2014/main" id="{846ACFBF-3637-2ECB-53FB-0E66727AA89A}"/>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2" name="Rectangle 2591">
              <a:extLst>
                <a:ext uri="{FF2B5EF4-FFF2-40B4-BE49-F238E27FC236}">
                  <a16:creationId xmlns:a16="http://schemas.microsoft.com/office/drawing/2014/main" id="{427C9426-2161-F42C-83FF-62A98376504E}"/>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3" name="Rectangle 2592">
              <a:extLst>
                <a:ext uri="{FF2B5EF4-FFF2-40B4-BE49-F238E27FC236}">
                  <a16:creationId xmlns:a16="http://schemas.microsoft.com/office/drawing/2014/main" id="{14EBE60F-9C56-EA2A-A179-9DA34A37AC2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4" name="Rectangle 2593">
              <a:extLst>
                <a:ext uri="{FF2B5EF4-FFF2-40B4-BE49-F238E27FC236}">
                  <a16:creationId xmlns:a16="http://schemas.microsoft.com/office/drawing/2014/main" id="{C8770F22-BE3A-80DA-BF90-46775C4A0FBC}"/>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5" name="Rectangle 2594">
              <a:extLst>
                <a:ext uri="{FF2B5EF4-FFF2-40B4-BE49-F238E27FC236}">
                  <a16:creationId xmlns:a16="http://schemas.microsoft.com/office/drawing/2014/main" id="{F744FCE2-2AAF-331D-B764-BFA7A7975DF8}"/>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6" name="Rectangle 2595">
              <a:extLst>
                <a:ext uri="{FF2B5EF4-FFF2-40B4-BE49-F238E27FC236}">
                  <a16:creationId xmlns:a16="http://schemas.microsoft.com/office/drawing/2014/main" id="{7C210913-B988-66B9-C1F3-3AA6539B9D97}"/>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7" name="Rectangle 2596">
              <a:extLst>
                <a:ext uri="{FF2B5EF4-FFF2-40B4-BE49-F238E27FC236}">
                  <a16:creationId xmlns:a16="http://schemas.microsoft.com/office/drawing/2014/main" id="{1359640D-B21D-1EB7-3662-602DFDB9089E}"/>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8" name="Rectangle 2597">
              <a:extLst>
                <a:ext uri="{FF2B5EF4-FFF2-40B4-BE49-F238E27FC236}">
                  <a16:creationId xmlns:a16="http://schemas.microsoft.com/office/drawing/2014/main" id="{E676E57E-686F-F837-6CA7-48A486079C33}"/>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9" name="Rectangle 2598">
              <a:extLst>
                <a:ext uri="{FF2B5EF4-FFF2-40B4-BE49-F238E27FC236}">
                  <a16:creationId xmlns:a16="http://schemas.microsoft.com/office/drawing/2014/main" id="{D9F7A7B5-F9EF-8D06-A9F9-A21DE8B48CC1}"/>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0" name="Rectangle 2599">
              <a:extLst>
                <a:ext uri="{FF2B5EF4-FFF2-40B4-BE49-F238E27FC236}">
                  <a16:creationId xmlns:a16="http://schemas.microsoft.com/office/drawing/2014/main" id="{C854FCFD-2697-03C7-3706-5006ECF2D377}"/>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1" name="Rectangle 2600">
              <a:extLst>
                <a:ext uri="{FF2B5EF4-FFF2-40B4-BE49-F238E27FC236}">
                  <a16:creationId xmlns:a16="http://schemas.microsoft.com/office/drawing/2014/main" id="{45DE9B8E-598D-B204-1749-CAA3F65B6035}"/>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2" name="Rectangle 2601">
              <a:extLst>
                <a:ext uri="{FF2B5EF4-FFF2-40B4-BE49-F238E27FC236}">
                  <a16:creationId xmlns:a16="http://schemas.microsoft.com/office/drawing/2014/main" id="{7C7FB1A8-3C1F-0DFD-712F-CB47E38EFA1E}"/>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3" name="Rectangle 2602">
              <a:extLst>
                <a:ext uri="{FF2B5EF4-FFF2-40B4-BE49-F238E27FC236}">
                  <a16:creationId xmlns:a16="http://schemas.microsoft.com/office/drawing/2014/main" id="{598393F5-6088-97AC-46C2-4C575036F7DD}"/>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4" name="Rectangle 2603">
              <a:extLst>
                <a:ext uri="{FF2B5EF4-FFF2-40B4-BE49-F238E27FC236}">
                  <a16:creationId xmlns:a16="http://schemas.microsoft.com/office/drawing/2014/main" id="{526201A7-EB9E-DA2E-A115-F04D07F5EA5C}"/>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4" name="Group 4193">
            <a:extLst>
              <a:ext uri="{FF2B5EF4-FFF2-40B4-BE49-F238E27FC236}">
                <a16:creationId xmlns:a16="http://schemas.microsoft.com/office/drawing/2014/main" id="{BF2FBEDD-FEAD-55D3-B589-C23AF91996A1}"/>
              </a:ext>
            </a:extLst>
          </p:cNvPr>
          <p:cNvGrpSpPr/>
          <p:nvPr/>
        </p:nvGrpSpPr>
        <p:grpSpPr>
          <a:xfrm>
            <a:off x="1730409" y="4631104"/>
            <a:ext cx="2912265" cy="301135"/>
            <a:chOff x="2844481" y="3245377"/>
            <a:chExt cx="2912265" cy="301135"/>
          </a:xfrm>
          <a:noFill/>
        </p:grpSpPr>
        <p:sp>
          <p:nvSpPr>
            <p:cNvPr id="4371" name="Rectangle 4370">
              <a:extLst>
                <a:ext uri="{FF2B5EF4-FFF2-40B4-BE49-F238E27FC236}">
                  <a16:creationId xmlns:a16="http://schemas.microsoft.com/office/drawing/2014/main" id="{D2E7B63A-2814-4A0C-F07E-106FA34797E5}"/>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2" name="Rectangle 4371">
              <a:extLst>
                <a:ext uri="{FF2B5EF4-FFF2-40B4-BE49-F238E27FC236}">
                  <a16:creationId xmlns:a16="http://schemas.microsoft.com/office/drawing/2014/main" id="{B4A4CF57-6CAE-4C5B-1B5E-D0C93DA3ED26}"/>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3" name="Rectangle 4372">
              <a:extLst>
                <a:ext uri="{FF2B5EF4-FFF2-40B4-BE49-F238E27FC236}">
                  <a16:creationId xmlns:a16="http://schemas.microsoft.com/office/drawing/2014/main" id="{E561CDA7-DFB0-4898-85ED-0F24C9025286}"/>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4" name="Rectangle 4373">
              <a:extLst>
                <a:ext uri="{FF2B5EF4-FFF2-40B4-BE49-F238E27FC236}">
                  <a16:creationId xmlns:a16="http://schemas.microsoft.com/office/drawing/2014/main" id="{D66CC399-64DD-9643-BA33-32D4B3F0F6A1}"/>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5" name="Rectangle 4374">
              <a:extLst>
                <a:ext uri="{FF2B5EF4-FFF2-40B4-BE49-F238E27FC236}">
                  <a16:creationId xmlns:a16="http://schemas.microsoft.com/office/drawing/2014/main" id="{DA5223A2-E56D-5DFE-D8AF-9B79CF0E169F}"/>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6" name="Rectangle 4375">
              <a:extLst>
                <a:ext uri="{FF2B5EF4-FFF2-40B4-BE49-F238E27FC236}">
                  <a16:creationId xmlns:a16="http://schemas.microsoft.com/office/drawing/2014/main" id="{B1ECE845-2140-44FB-1773-E0460717DE80}"/>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7" name="Rectangle 4376">
              <a:extLst>
                <a:ext uri="{FF2B5EF4-FFF2-40B4-BE49-F238E27FC236}">
                  <a16:creationId xmlns:a16="http://schemas.microsoft.com/office/drawing/2014/main" id="{66EA445E-B5CF-3C97-332F-C5372FF96836}"/>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8" name="Rectangle 4377">
              <a:extLst>
                <a:ext uri="{FF2B5EF4-FFF2-40B4-BE49-F238E27FC236}">
                  <a16:creationId xmlns:a16="http://schemas.microsoft.com/office/drawing/2014/main" id="{9E502066-CC44-FDA4-187C-3DE0F2F05C60}"/>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9" name="Rectangle 4378">
              <a:extLst>
                <a:ext uri="{FF2B5EF4-FFF2-40B4-BE49-F238E27FC236}">
                  <a16:creationId xmlns:a16="http://schemas.microsoft.com/office/drawing/2014/main" id="{52F812D0-1D1B-93EF-8415-7F4EB10418DA}"/>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0" name="Rectangle 4379">
              <a:extLst>
                <a:ext uri="{FF2B5EF4-FFF2-40B4-BE49-F238E27FC236}">
                  <a16:creationId xmlns:a16="http://schemas.microsoft.com/office/drawing/2014/main" id="{778C0D5A-FDAB-4A79-E0C5-88D77591ECF5}"/>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1" name="Rectangle 4380">
              <a:extLst>
                <a:ext uri="{FF2B5EF4-FFF2-40B4-BE49-F238E27FC236}">
                  <a16:creationId xmlns:a16="http://schemas.microsoft.com/office/drawing/2014/main" id="{6B799BAC-3703-3DC3-9D3C-D36D8D728007}"/>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2" name="Rectangle 4381">
              <a:extLst>
                <a:ext uri="{FF2B5EF4-FFF2-40B4-BE49-F238E27FC236}">
                  <a16:creationId xmlns:a16="http://schemas.microsoft.com/office/drawing/2014/main" id="{9AD70BCC-9350-A1AF-A803-D64761515723}"/>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3" name="Rectangle 4382">
              <a:extLst>
                <a:ext uri="{FF2B5EF4-FFF2-40B4-BE49-F238E27FC236}">
                  <a16:creationId xmlns:a16="http://schemas.microsoft.com/office/drawing/2014/main" id="{C39A8FC7-E527-39BC-3BCF-EC150BDCE2F1}"/>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4" name="Rectangle 4383">
              <a:extLst>
                <a:ext uri="{FF2B5EF4-FFF2-40B4-BE49-F238E27FC236}">
                  <a16:creationId xmlns:a16="http://schemas.microsoft.com/office/drawing/2014/main" id="{370BCCA2-B772-A17A-4FC0-F8E33A95D1C2}"/>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5" name="Rectangle 4384">
              <a:extLst>
                <a:ext uri="{FF2B5EF4-FFF2-40B4-BE49-F238E27FC236}">
                  <a16:creationId xmlns:a16="http://schemas.microsoft.com/office/drawing/2014/main" id="{14352809-4C05-91A9-77FA-FD29A907B0E3}"/>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6" name="Rectangle 4385">
              <a:extLst>
                <a:ext uri="{FF2B5EF4-FFF2-40B4-BE49-F238E27FC236}">
                  <a16:creationId xmlns:a16="http://schemas.microsoft.com/office/drawing/2014/main" id="{232C2929-C9E2-DD04-43AF-3A92339C6F8C}"/>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7" name="Rectangle 4386">
              <a:extLst>
                <a:ext uri="{FF2B5EF4-FFF2-40B4-BE49-F238E27FC236}">
                  <a16:creationId xmlns:a16="http://schemas.microsoft.com/office/drawing/2014/main" id="{4E1CC60C-2133-5D34-D926-12802AF3A09B}"/>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8" name="Rectangle 4387">
              <a:extLst>
                <a:ext uri="{FF2B5EF4-FFF2-40B4-BE49-F238E27FC236}">
                  <a16:creationId xmlns:a16="http://schemas.microsoft.com/office/drawing/2014/main" id="{D2E942C1-C237-8382-67CF-7B9200DF7143}"/>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9" name="Rectangle 4388">
              <a:extLst>
                <a:ext uri="{FF2B5EF4-FFF2-40B4-BE49-F238E27FC236}">
                  <a16:creationId xmlns:a16="http://schemas.microsoft.com/office/drawing/2014/main" id="{22EB5462-4938-D47C-0D5E-98E1F3F9530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0" name="Rectangle 4389">
              <a:extLst>
                <a:ext uri="{FF2B5EF4-FFF2-40B4-BE49-F238E27FC236}">
                  <a16:creationId xmlns:a16="http://schemas.microsoft.com/office/drawing/2014/main" id="{E5740FC0-1063-0F61-19E3-0CBF2EC33857}"/>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1" name="Rectangle 4390">
              <a:extLst>
                <a:ext uri="{FF2B5EF4-FFF2-40B4-BE49-F238E27FC236}">
                  <a16:creationId xmlns:a16="http://schemas.microsoft.com/office/drawing/2014/main" id="{904F2CBF-8963-5BCD-71F3-A1FBBDB2ABA0}"/>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2" name="Rectangle 4391">
              <a:extLst>
                <a:ext uri="{FF2B5EF4-FFF2-40B4-BE49-F238E27FC236}">
                  <a16:creationId xmlns:a16="http://schemas.microsoft.com/office/drawing/2014/main" id="{148A9B13-9432-64FE-A346-B8F8EFC94821}"/>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3" name="Rectangle 4392">
              <a:extLst>
                <a:ext uri="{FF2B5EF4-FFF2-40B4-BE49-F238E27FC236}">
                  <a16:creationId xmlns:a16="http://schemas.microsoft.com/office/drawing/2014/main" id="{45DBF5CB-7558-CAB3-BA0D-4819DAE23FDA}"/>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4" name="Rectangle 4393">
              <a:extLst>
                <a:ext uri="{FF2B5EF4-FFF2-40B4-BE49-F238E27FC236}">
                  <a16:creationId xmlns:a16="http://schemas.microsoft.com/office/drawing/2014/main" id="{2401A360-48BB-2EE5-C5A5-56D04C72034A}"/>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5" name="Rectangle 4394">
              <a:extLst>
                <a:ext uri="{FF2B5EF4-FFF2-40B4-BE49-F238E27FC236}">
                  <a16:creationId xmlns:a16="http://schemas.microsoft.com/office/drawing/2014/main" id="{C3F4DBB8-E14A-3164-E7EE-4E7F1368B553}"/>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6" name="Rectangle 4395">
              <a:extLst>
                <a:ext uri="{FF2B5EF4-FFF2-40B4-BE49-F238E27FC236}">
                  <a16:creationId xmlns:a16="http://schemas.microsoft.com/office/drawing/2014/main" id="{B3B979FF-CEC7-2398-B0A6-B61F9147E54F}"/>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7" name="Rectangle 4396">
              <a:extLst>
                <a:ext uri="{FF2B5EF4-FFF2-40B4-BE49-F238E27FC236}">
                  <a16:creationId xmlns:a16="http://schemas.microsoft.com/office/drawing/2014/main" id="{85FC163B-82CD-1EDE-FEEA-0E4A60652883}"/>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8" name="Rectangle 4397">
              <a:extLst>
                <a:ext uri="{FF2B5EF4-FFF2-40B4-BE49-F238E27FC236}">
                  <a16:creationId xmlns:a16="http://schemas.microsoft.com/office/drawing/2014/main" id="{8E1455F0-E8BF-8F2C-107F-84412EA3AF78}"/>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9" name="Rectangle 4398">
              <a:extLst>
                <a:ext uri="{FF2B5EF4-FFF2-40B4-BE49-F238E27FC236}">
                  <a16:creationId xmlns:a16="http://schemas.microsoft.com/office/drawing/2014/main" id="{BF993BA2-52B4-A048-884C-9B64DDAA479F}"/>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0" name="Rectangle 4399">
              <a:extLst>
                <a:ext uri="{FF2B5EF4-FFF2-40B4-BE49-F238E27FC236}">
                  <a16:creationId xmlns:a16="http://schemas.microsoft.com/office/drawing/2014/main" id="{956910F7-ACE8-D121-2FB0-2CE72A28F1A0}"/>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1" name="Rectangle 4400">
              <a:extLst>
                <a:ext uri="{FF2B5EF4-FFF2-40B4-BE49-F238E27FC236}">
                  <a16:creationId xmlns:a16="http://schemas.microsoft.com/office/drawing/2014/main" id="{74A44212-97F8-B8E4-20A4-EF61ADFC94A9}"/>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2" name="Rectangle 4401">
              <a:extLst>
                <a:ext uri="{FF2B5EF4-FFF2-40B4-BE49-F238E27FC236}">
                  <a16:creationId xmlns:a16="http://schemas.microsoft.com/office/drawing/2014/main" id="{E255F653-5F4C-EA6E-213A-FABD19B0B636}"/>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 name="Rectangle 4402">
              <a:extLst>
                <a:ext uri="{FF2B5EF4-FFF2-40B4-BE49-F238E27FC236}">
                  <a16:creationId xmlns:a16="http://schemas.microsoft.com/office/drawing/2014/main" id="{2B5C6495-D85C-5CD9-4A00-E1F8AA6A7F39}"/>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4" name="Rectangle 4403">
              <a:extLst>
                <a:ext uri="{FF2B5EF4-FFF2-40B4-BE49-F238E27FC236}">
                  <a16:creationId xmlns:a16="http://schemas.microsoft.com/office/drawing/2014/main" id="{66BA5E68-30B0-C2A2-CB0F-E02DB35AF705}"/>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5" name="Rectangle 4404">
              <a:extLst>
                <a:ext uri="{FF2B5EF4-FFF2-40B4-BE49-F238E27FC236}">
                  <a16:creationId xmlns:a16="http://schemas.microsoft.com/office/drawing/2014/main" id="{DBBB29F7-3E5D-52C7-0183-98E64FCD7F68}"/>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6" name="Rectangle 4405">
              <a:extLst>
                <a:ext uri="{FF2B5EF4-FFF2-40B4-BE49-F238E27FC236}">
                  <a16:creationId xmlns:a16="http://schemas.microsoft.com/office/drawing/2014/main" id="{8FCEF771-2058-69AB-D461-2B3692FC061E}"/>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7" name="Rectangle 4406">
              <a:extLst>
                <a:ext uri="{FF2B5EF4-FFF2-40B4-BE49-F238E27FC236}">
                  <a16:creationId xmlns:a16="http://schemas.microsoft.com/office/drawing/2014/main" id="{C00E04DE-6C62-CA89-401E-790576B436DB}"/>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8" name="Rectangle 4407">
              <a:extLst>
                <a:ext uri="{FF2B5EF4-FFF2-40B4-BE49-F238E27FC236}">
                  <a16:creationId xmlns:a16="http://schemas.microsoft.com/office/drawing/2014/main" id="{23AE6042-AC58-97BF-789A-3032FBAD794A}"/>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9" name="Rectangle 4408">
              <a:extLst>
                <a:ext uri="{FF2B5EF4-FFF2-40B4-BE49-F238E27FC236}">
                  <a16:creationId xmlns:a16="http://schemas.microsoft.com/office/drawing/2014/main" id="{FF0C37EF-DC86-3A35-D65B-0FD7C3368E52}"/>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0" name="Rectangle 4409">
              <a:extLst>
                <a:ext uri="{FF2B5EF4-FFF2-40B4-BE49-F238E27FC236}">
                  <a16:creationId xmlns:a16="http://schemas.microsoft.com/office/drawing/2014/main" id="{33AD9C50-A416-200E-DC6F-B890F7258604}"/>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1" name="Rectangle 4410">
              <a:extLst>
                <a:ext uri="{FF2B5EF4-FFF2-40B4-BE49-F238E27FC236}">
                  <a16:creationId xmlns:a16="http://schemas.microsoft.com/office/drawing/2014/main" id="{68CBA598-85D9-3D3F-1758-874B5FEE8607}"/>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2" name="Rectangle 4411">
              <a:extLst>
                <a:ext uri="{FF2B5EF4-FFF2-40B4-BE49-F238E27FC236}">
                  <a16:creationId xmlns:a16="http://schemas.microsoft.com/office/drawing/2014/main" id="{E216161F-58FA-7899-1001-9F45942BFF55}"/>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3" name="Rectangle 4412">
              <a:extLst>
                <a:ext uri="{FF2B5EF4-FFF2-40B4-BE49-F238E27FC236}">
                  <a16:creationId xmlns:a16="http://schemas.microsoft.com/office/drawing/2014/main" id="{D921D6C1-5EBD-59E4-F7C4-26467B9E2892}"/>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4" name="Rectangle 4413">
              <a:extLst>
                <a:ext uri="{FF2B5EF4-FFF2-40B4-BE49-F238E27FC236}">
                  <a16:creationId xmlns:a16="http://schemas.microsoft.com/office/drawing/2014/main" id="{3B212F9D-B053-B0D2-78EF-13BDFB2180D2}"/>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5" name="Rectangle 4414">
              <a:extLst>
                <a:ext uri="{FF2B5EF4-FFF2-40B4-BE49-F238E27FC236}">
                  <a16:creationId xmlns:a16="http://schemas.microsoft.com/office/drawing/2014/main" id="{C22D3E7C-BA30-8C69-00B3-37BEC843BA68}"/>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6" name="Rectangle 4415">
              <a:extLst>
                <a:ext uri="{FF2B5EF4-FFF2-40B4-BE49-F238E27FC236}">
                  <a16:creationId xmlns:a16="http://schemas.microsoft.com/office/drawing/2014/main" id="{C2BBFBFB-3E41-A356-6CF6-494297130BFB}"/>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7" name="Rectangle 4416">
              <a:extLst>
                <a:ext uri="{FF2B5EF4-FFF2-40B4-BE49-F238E27FC236}">
                  <a16:creationId xmlns:a16="http://schemas.microsoft.com/office/drawing/2014/main" id="{FDF0972D-4114-A533-616A-F5A8575C2492}"/>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8" name="Rectangle 4417">
              <a:extLst>
                <a:ext uri="{FF2B5EF4-FFF2-40B4-BE49-F238E27FC236}">
                  <a16:creationId xmlns:a16="http://schemas.microsoft.com/office/drawing/2014/main" id="{AFEB13D5-DFA5-93C9-D343-5E83546868E9}"/>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9" name="Rectangle 4418">
              <a:extLst>
                <a:ext uri="{FF2B5EF4-FFF2-40B4-BE49-F238E27FC236}">
                  <a16:creationId xmlns:a16="http://schemas.microsoft.com/office/drawing/2014/main" id="{5977DD18-1FDA-B9DD-928B-C0D566A72487}"/>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0" name="Rectangle 4419">
              <a:extLst>
                <a:ext uri="{FF2B5EF4-FFF2-40B4-BE49-F238E27FC236}">
                  <a16:creationId xmlns:a16="http://schemas.microsoft.com/office/drawing/2014/main" id="{EC7DEA4A-EB3F-1668-8A67-0C93558986EE}"/>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1" name="Rectangle 4420">
              <a:extLst>
                <a:ext uri="{FF2B5EF4-FFF2-40B4-BE49-F238E27FC236}">
                  <a16:creationId xmlns:a16="http://schemas.microsoft.com/office/drawing/2014/main" id="{78C19C74-DA78-8B8F-468A-BD3F30E6DDE6}"/>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2" name="Rectangle 4421">
              <a:extLst>
                <a:ext uri="{FF2B5EF4-FFF2-40B4-BE49-F238E27FC236}">
                  <a16:creationId xmlns:a16="http://schemas.microsoft.com/office/drawing/2014/main" id="{2B926E12-22DB-06FF-239C-974D3F2FCB81}"/>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3" name="Rectangle 4422">
              <a:extLst>
                <a:ext uri="{FF2B5EF4-FFF2-40B4-BE49-F238E27FC236}">
                  <a16:creationId xmlns:a16="http://schemas.microsoft.com/office/drawing/2014/main" id="{CAA8C612-01B2-C2FF-0B54-D1EF333C8CE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4" name="Rectangle 4423">
              <a:extLst>
                <a:ext uri="{FF2B5EF4-FFF2-40B4-BE49-F238E27FC236}">
                  <a16:creationId xmlns:a16="http://schemas.microsoft.com/office/drawing/2014/main" id="{EAA45C52-60C6-E14A-A241-90D955A3BAD8}"/>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5" name="Rectangle 4424">
              <a:extLst>
                <a:ext uri="{FF2B5EF4-FFF2-40B4-BE49-F238E27FC236}">
                  <a16:creationId xmlns:a16="http://schemas.microsoft.com/office/drawing/2014/main" id="{97C5621F-2434-698A-FC46-6DBD22B12601}"/>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6" name="Rectangle 4425">
              <a:extLst>
                <a:ext uri="{FF2B5EF4-FFF2-40B4-BE49-F238E27FC236}">
                  <a16:creationId xmlns:a16="http://schemas.microsoft.com/office/drawing/2014/main" id="{2EEC1237-8887-9267-26E4-C8DAC153C93D}"/>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7" name="Rectangle 4426">
              <a:extLst>
                <a:ext uri="{FF2B5EF4-FFF2-40B4-BE49-F238E27FC236}">
                  <a16:creationId xmlns:a16="http://schemas.microsoft.com/office/drawing/2014/main" id="{C215062C-C7EA-CAD5-1456-ACC1F8A520F2}"/>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8" name="Rectangle 4427">
              <a:extLst>
                <a:ext uri="{FF2B5EF4-FFF2-40B4-BE49-F238E27FC236}">
                  <a16:creationId xmlns:a16="http://schemas.microsoft.com/office/drawing/2014/main" id="{77F97AE0-E817-0ADD-E952-BB8E6B311FC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9" name="Rectangle 4428">
              <a:extLst>
                <a:ext uri="{FF2B5EF4-FFF2-40B4-BE49-F238E27FC236}">
                  <a16:creationId xmlns:a16="http://schemas.microsoft.com/office/drawing/2014/main" id="{27CEA53B-E289-8282-D441-B66FAB2332A2}"/>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0" name="Rectangle 4429">
              <a:extLst>
                <a:ext uri="{FF2B5EF4-FFF2-40B4-BE49-F238E27FC236}">
                  <a16:creationId xmlns:a16="http://schemas.microsoft.com/office/drawing/2014/main" id="{0AFE3530-E891-F576-4298-66F8A51FE6D0}"/>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1" name="Rectangle 4430">
              <a:extLst>
                <a:ext uri="{FF2B5EF4-FFF2-40B4-BE49-F238E27FC236}">
                  <a16:creationId xmlns:a16="http://schemas.microsoft.com/office/drawing/2014/main" id="{A0ADE05B-4BCF-B4B5-D41B-7FFA4311F612}"/>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2" name="Rectangle 4431">
              <a:extLst>
                <a:ext uri="{FF2B5EF4-FFF2-40B4-BE49-F238E27FC236}">
                  <a16:creationId xmlns:a16="http://schemas.microsoft.com/office/drawing/2014/main" id="{A2B50CBE-F1F8-F6C5-F55D-41F565C67D9E}"/>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3" name="Rectangle 4432">
              <a:extLst>
                <a:ext uri="{FF2B5EF4-FFF2-40B4-BE49-F238E27FC236}">
                  <a16:creationId xmlns:a16="http://schemas.microsoft.com/office/drawing/2014/main" id="{603F6807-8F86-BFE5-CB0B-7B3F2340B4F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4" name="Rectangle 4433">
              <a:extLst>
                <a:ext uri="{FF2B5EF4-FFF2-40B4-BE49-F238E27FC236}">
                  <a16:creationId xmlns:a16="http://schemas.microsoft.com/office/drawing/2014/main" id="{971F376D-6CDB-355C-34D7-E5F6F2015189}"/>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5" name="Rectangle 4434">
              <a:extLst>
                <a:ext uri="{FF2B5EF4-FFF2-40B4-BE49-F238E27FC236}">
                  <a16:creationId xmlns:a16="http://schemas.microsoft.com/office/drawing/2014/main" id="{20CD4428-97AC-B1D3-4FBB-2E935B98AF1F}"/>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6" name="Rectangle 4435">
              <a:extLst>
                <a:ext uri="{FF2B5EF4-FFF2-40B4-BE49-F238E27FC236}">
                  <a16:creationId xmlns:a16="http://schemas.microsoft.com/office/drawing/2014/main" id="{AD0C3B3A-9D9C-23A9-2278-A22F56179D9F}"/>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7" name="Rectangle 4436">
              <a:extLst>
                <a:ext uri="{FF2B5EF4-FFF2-40B4-BE49-F238E27FC236}">
                  <a16:creationId xmlns:a16="http://schemas.microsoft.com/office/drawing/2014/main" id="{29BF81D8-311D-0C57-FE61-BD4FC69390B8}"/>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8" name="Rectangle 4437">
              <a:extLst>
                <a:ext uri="{FF2B5EF4-FFF2-40B4-BE49-F238E27FC236}">
                  <a16:creationId xmlns:a16="http://schemas.microsoft.com/office/drawing/2014/main" id="{A4503EB9-C38E-F51F-291A-ACFB77C6D33C}"/>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9" name="Rectangle 4438">
              <a:extLst>
                <a:ext uri="{FF2B5EF4-FFF2-40B4-BE49-F238E27FC236}">
                  <a16:creationId xmlns:a16="http://schemas.microsoft.com/office/drawing/2014/main" id="{66EB4C18-4178-B881-CC66-2A2859E78990}"/>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0" name="Rectangle 4439">
              <a:extLst>
                <a:ext uri="{FF2B5EF4-FFF2-40B4-BE49-F238E27FC236}">
                  <a16:creationId xmlns:a16="http://schemas.microsoft.com/office/drawing/2014/main" id="{14BA6826-306B-3BA6-DD74-78E2A03AD007}"/>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1" name="Rectangle 4440">
              <a:extLst>
                <a:ext uri="{FF2B5EF4-FFF2-40B4-BE49-F238E27FC236}">
                  <a16:creationId xmlns:a16="http://schemas.microsoft.com/office/drawing/2014/main" id="{F51F7072-6F4F-C849-CB1B-40D45BBF7C73}"/>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2" name="Rectangle 4441">
              <a:extLst>
                <a:ext uri="{FF2B5EF4-FFF2-40B4-BE49-F238E27FC236}">
                  <a16:creationId xmlns:a16="http://schemas.microsoft.com/office/drawing/2014/main" id="{7637EB7D-3BC2-BC02-C805-91DC8EF84C25}"/>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3" name="Rectangle 4442">
              <a:extLst>
                <a:ext uri="{FF2B5EF4-FFF2-40B4-BE49-F238E27FC236}">
                  <a16:creationId xmlns:a16="http://schemas.microsoft.com/office/drawing/2014/main" id="{17F53413-80EB-3AB9-925D-82117561BA29}"/>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4" name="Rectangle 4443">
              <a:extLst>
                <a:ext uri="{FF2B5EF4-FFF2-40B4-BE49-F238E27FC236}">
                  <a16:creationId xmlns:a16="http://schemas.microsoft.com/office/drawing/2014/main" id="{5C0C39B2-3002-4512-0C4D-450BFF931AD3}"/>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5" name="Rectangle 4444">
              <a:extLst>
                <a:ext uri="{FF2B5EF4-FFF2-40B4-BE49-F238E27FC236}">
                  <a16:creationId xmlns:a16="http://schemas.microsoft.com/office/drawing/2014/main" id="{B6A7584A-783E-6A06-F91C-DEF277A15CB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6" name="Rectangle 4445">
              <a:extLst>
                <a:ext uri="{FF2B5EF4-FFF2-40B4-BE49-F238E27FC236}">
                  <a16:creationId xmlns:a16="http://schemas.microsoft.com/office/drawing/2014/main" id="{9FC13F4D-E377-0622-1758-E30865D0A40F}"/>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7" name="Rectangle 4446">
              <a:extLst>
                <a:ext uri="{FF2B5EF4-FFF2-40B4-BE49-F238E27FC236}">
                  <a16:creationId xmlns:a16="http://schemas.microsoft.com/office/drawing/2014/main" id="{49A34165-7B73-2FE3-F5C8-40B5C4F708C0}"/>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8" name="Rectangle 4447">
              <a:extLst>
                <a:ext uri="{FF2B5EF4-FFF2-40B4-BE49-F238E27FC236}">
                  <a16:creationId xmlns:a16="http://schemas.microsoft.com/office/drawing/2014/main" id="{D9BE6518-119E-F2D2-DEA4-A22D09A733B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9" name="Rectangle 4448">
              <a:extLst>
                <a:ext uri="{FF2B5EF4-FFF2-40B4-BE49-F238E27FC236}">
                  <a16:creationId xmlns:a16="http://schemas.microsoft.com/office/drawing/2014/main" id="{FAE45085-93E7-21C3-4B7F-D00E0C82F816}"/>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0" name="Rectangle 4449">
              <a:extLst>
                <a:ext uri="{FF2B5EF4-FFF2-40B4-BE49-F238E27FC236}">
                  <a16:creationId xmlns:a16="http://schemas.microsoft.com/office/drawing/2014/main" id="{93E0B694-B21A-6F0E-AE31-9E222D718793}"/>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1" name="Rectangle 4450">
              <a:extLst>
                <a:ext uri="{FF2B5EF4-FFF2-40B4-BE49-F238E27FC236}">
                  <a16:creationId xmlns:a16="http://schemas.microsoft.com/office/drawing/2014/main" id="{731F43E4-2787-FDCC-D631-A0B4937ED9F0}"/>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2" name="Rectangle 4451">
              <a:extLst>
                <a:ext uri="{FF2B5EF4-FFF2-40B4-BE49-F238E27FC236}">
                  <a16:creationId xmlns:a16="http://schemas.microsoft.com/office/drawing/2014/main" id="{8716068F-6C04-B33E-0C24-A74FCA81C466}"/>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3" name="Rectangle 4452">
              <a:extLst>
                <a:ext uri="{FF2B5EF4-FFF2-40B4-BE49-F238E27FC236}">
                  <a16:creationId xmlns:a16="http://schemas.microsoft.com/office/drawing/2014/main" id="{E322FF8E-4554-F45B-4C4B-DDE692874A7E}"/>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4" name="Rectangle 4453">
              <a:extLst>
                <a:ext uri="{FF2B5EF4-FFF2-40B4-BE49-F238E27FC236}">
                  <a16:creationId xmlns:a16="http://schemas.microsoft.com/office/drawing/2014/main" id="{D388EFA1-0B25-6E97-54F6-14BB4FD67037}"/>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5" name="Rectangle 4454">
              <a:extLst>
                <a:ext uri="{FF2B5EF4-FFF2-40B4-BE49-F238E27FC236}">
                  <a16:creationId xmlns:a16="http://schemas.microsoft.com/office/drawing/2014/main" id="{3DBB3820-AE13-F059-0884-3C3F577532D9}"/>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6" name="Rectangle 4455">
              <a:extLst>
                <a:ext uri="{FF2B5EF4-FFF2-40B4-BE49-F238E27FC236}">
                  <a16:creationId xmlns:a16="http://schemas.microsoft.com/office/drawing/2014/main" id="{7CAE9C96-2FF1-0078-7230-368F5E8E9ACF}"/>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7" name="Rectangle 4456">
              <a:extLst>
                <a:ext uri="{FF2B5EF4-FFF2-40B4-BE49-F238E27FC236}">
                  <a16:creationId xmlns:a16="http://schemas.microsoft.com/office/drawing/2014/main" id="{E670ADCD-5EB8-EB05-C8C4-811EA7A3DAC3}"/>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30" name="Group 3929">
            <a:extLst>
              <a:ext uri="{FF2B5EF4-FFF2-40B4-BE49-F238E27FC236}">
                <a16:creationId xmlns:a16="http://schemas.microsoft.com/office/drawing/2014/main" id="{5BDF20F3-4687-441A-B296-CBB86C3F65BB}"/>
              </a:ext>
            </a:extLst>
          </p:cNvPr>
          <p:cNvGrpSpPr/>
          <p:nvPr/>
        </p:nvGrpSpPr>
        <p:grpSpPr>
          <a:xfrm>
            <a:off x="1730409" y="4932173"/>
            <a:ext cx="2912265" cy="301135"/>
            <a:chOff x="2844481" y="3245377"/>
            <a:chExt cx="2912265" cy="301135"/>
          </a:xfrm>
          <a:noFill/>
        </p:grpSpPr>
        <p:sp>
          <p:nvSpPr>
            <p:cNvPr id="4107" name="Rectangle 4106">
              <a:extLst>
                <a:ext uri="{FF2B5EF4-FFF2-40B4-BE49-F238E27FC236}">
                  <a16:creationId xmlns:a16="http://schemas.microsoft.com/office/drawing/2014/main" id="{9B33795F-ACCD-98AF-A335-12D625D43FC9}"/>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BF64000E-006B-B675-EA79-A11A976AA135}"/>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2308CA5B-004C-48B2-120F-6769C6C16A13}"/>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0" name="Rectangle 4109">
              <a:extLst>
                <a:ext uri="{FF2B5EF4-FFF2-40B4-BE49-F238E27FC236}">
                  <a16:creationId xmlns:a16="http://schemas.microsoft.com/office/drawing/2014/main" id="{E1F3FAD8-73E7-FEC5-A14F-D107610D1635}"/>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Rectangle 4110">
              <a:extLst>
                <a:ext uri="{FF2B5EF4-FFF2-40B4-BE49-F238E27FC236}">
                  <a16:creationId xmlns:a16="http://schemas.microsoft.com/office/drawing/2014/main" id="{485C50ED-F4BE-FA65-EAA1-7ACE9C381516}"/>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2" name="Rectangle 4111">
              <a:extLst>
                <a:ext uri="{FF2B5EF4-FFF2-40B4-BE49-F238E27FC236}">
                  <a16:creationId xmlns:a16="http://schemas.microsoft.com/office/drawing/2014/main" id="{9BEFC6A4-2AEC-4281-4B03-EC52D909F051}"/>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D9C33416-B17F-53D0-B044-EC49C21B920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4" name="Rectangle 4113">
              <a:extLst>
                <a:ext uri="{FF2B5EF4-FFF2-40B4-BE49-F238E27FC236}">
                  <a16:creationId xmlns:a16="http://schemas.microsoft.com/office/drawing/2014/main" id="{F684F42A-A079-FD53-0C6A-7C5A525AC99E}"/>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Rectangle 4114">
              <a:extLst>
                <a:ext uri="{FF2B5EF4-FFF2-40B4-BE49-F238E27FC236}">
                  <a16:creationId xmlns:a16="http://schemas.microsoft.com/office/drawing/2014/main" id="{F16BFBAE-3ACB-5C07-8DEE-76D47E1F1EEB}"/>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Rectangle 4115">
              <a:extLst>
                <a:ext uri="{FF2B5EF4-FFF2-40B4-BE49-F238E27FC236}">
                  <a16:creationId xmlns:a16="http://schemas.microsoft.com/office/drawing/2014/main" id="{578C5F62-693A-0D91-43C0-3D8168CB85BA}"/>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7" name="Rectangle 4116">
              <a:extLst>
                <a:ext uri="{FF2B5EF4-FFF2-40B4-BE49-F238E27FC236}">
                  <a16:creationId xmlns:a16="http://schemas.microsoft.com/office/drawing/2014/main" id="{D8421FAF-EFA9-C819-5840-060101FDBC32}"/>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8" name="Rectangle 4117">
              <a:extLst>
                <a:ext uri="{FF2B5EF4-FFF2-40B4-BE49-F238E27FC236}">
                  <a16:creationId xmlns:a16="http://schemas.microsoft.com/office/drawing/2014/main" id="{CEF1B955-426E-0088-820A-1122377E04FA}"/>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9" name="Rectangle 4118">
              <a:extLst>
                <a:ext uri="{FF2B5EF4-FFF2-40B4-BE49-F238E27FC236}">
                  <a16:creationId xmlns:a16="http://schemas.microsoft.com/office/drawing/2014/main" id="{57B158B8-8C42-DE1D-C263-5420AC710F6A}"/>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0" name="Rectangle 4119">
              <a:extLst>
                <a:ext uri="{FF2B5EF4-FFF2-40B4-BE49-F238E27FC236}">
                  <a16:creationId xmlns:a16="http://schemas.microsoft.com/office/drawing/2014/main" id="{6066E701-F238-8251-D4CC-30AB213FFF1F}"/>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1" name="Rectangle 4120">
              <a:extLst>
                <a:ext uri="{FF2B5EF4-FFF2-40B4-BE49-F238E27FC236}">
                  <a16:creationId xmlns:a16="http://schemas.microsoft.com/office/drawing/2014/main" id="{C21DBBDB-BD68-52E2-AD42-AC623320E37D}"/>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2" name="Rectangle 4121">
              <a:extLst>
                <a:ext uri="{FF2B5EF4-FFF2-40B4-BE49-F238E27FC236}">
                  <a16:creationId xmlns:a16="http://schemas.microsoft.com/office/drawing/2014/main" id="{1BDED258-7AC0-9084-6017-7D720D171CCD}"/>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3" name="Rectangle 4122">
              <a:extLst>
                <a:ext uri="{FF2B5EF4-FFF2-40B4-BE49-F238E27FC236}">
                  <a16:creationId xmlns:a16="http://schemas.microsoft.com/office/drawing/2014/main" id="{D1D96277-E54B-1243-C9EE-383C94433A01}"/>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4" name="Rectangle 4123">
              <a:extLst>
                <a:ext uri="{FF2B5EF4-FFF2-40B4-BE49-F238E27FC236}">
                  <a16:creationId xmlns:a16="http://schemas.microsoft.com/office/drawing/2014/main" id="{9BB94ADC-5401-BA2D-11FA-A124C64444DD}"/>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5" name="Rectangle 4124">
              <a:extLst>
                <a:ext uri="{FF2B5EF4-FFF2-40B4-BE49-F238E27FC236}">
                  <a16:creationId xmlns:a16="http://schemas.microsoft.com/office/drawing/2014/main" id="{969415A1-7A3F-3BFA-0CA7-5B9056CE7E94}"/>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6" name="Rectangle 4125">
              <a:extLst>
                <a:ext uri="{FF2B5EF4-FFF2-40B4-BE49-F238E27FC236}">
                  <a16:creationId xmlns:a16="http://schemas.microsoft.com/office/drawing/2014/main" id="{660E0EB6-2CC9-0C3B-44F2-B53E573B00DE}"/>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7" name="Rectangle 4126">
              <a:extLst>
                <a:ext uri="{FF2B5EF4-FFF2-40B4-BE49-F238E27FC236}">
                  <a16:creationId xmlns:a16="http://schemas.microsoft.com/office/drawing/2014/main" id="{10D27968-F326-1229-7B20-ABDAB6C73B1D}"/>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8" name="Rectangle 4127">
              <a:extLst>
                <a:ext uri="{FF2B5EF4-FFF2-40B4-BE49-F238E27FC236}">
                  <a16:creationId xmlns:a16="http://schemas.microsoft.com/office/drawing/2014/main" id="{9B882BDE-3965-AD07-4F51-2389DE46F070}"/>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9" name="Rectangle 4128">
              <a:extLst>
                <a:ext uri="{FF2B5EF4-FFF2-40B4-BE49-F238E27FC236}">
                  <a16:creationId xmlns:a16="http://schemas.microsoft.com/office/drawing/2014/main" id="{455520A4-E2C1-83E9-A600-65D92D068B90}"/>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0" name="Rectangle 4129">
              <a:extLst>
                <a:ext uri="{FF2B5EF4-FFF2-40B4-BE49-F238E27FC236}">
                  <a16:creationId xmlns:a16="http://schemas.microsoft.com/office/drawing/2014/main" id="{ECC741E1-DF81-704B-A158-030D35598C14}"/>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1" name="Rectangle 4130">
              <a:extLst>
                <a:ext uri="{FF2B5EF4-FFF2-40B4-BE49-F238E27FC236}">
                  <a16:creationId xmlns:a16="http://schemas.microsoft.com/office/drawing/2014/main" id="{06E946D8-51DF-5CB4-7B5E-D55854B43085}"/>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2" name="Rectangle 4131">
              <a:extLst>
                <a:ext uri="{FF2B5EF4-FFF2-40B4-BE49-F238E27FC236}">
                  <a16:creationId xmlns:a16="http://schemas.microsoft.com/office/drawing/2014/main" id="{DD93EB13-7F09-FBB8-29B9-99FA866CF13E}"/>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3" name="Rectangle 4132">
              <a:extLst>
                <a:ext uri="{FF2B5EF4-FFF2-40B4-BE49-F238E27FC236}">
                  <a16:creationId xmlns:a16="http://schemas.microsoft.com/office/drawing/2014/main" id="{42137AF5-864E-883C-873A-E9B36DF6D52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4" name="Rectangle 4133">
              <a:extLst>
                <a:ext uri="{FF2B5EF4-FFF2-40B4-BE49-F238E27FC236}">
                  <a16:creationId xmlns:a16="http://schemas.microsoft.com/office/drawing/2014/main" id="{54337A25-703F-6B8B-E7F5-F5FB9971C2A6}"/>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5" name="Rectangle 4134">
              <a:extLst>
                <a:ext uri="{FF2B5EF4-FFF2-40B4-BE49-F238E27FC236}">
                  <a16:creationId xmlns:a16="http://schemas.microsoft.com/office/drawing/2014/main" id="{B898CE1F-A1A4-B19B-CB83-493DEE643BA8}"/>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6" name="Rectangle 4135">
              <a:extLst>
                <a:ext uri="{FF2B5EF4-FFF2-40B4-BE49-F238E27FC236}">
                  <a16:creationId xmlns:a16="http://schemas.microsoft.com/office/drawing/2014/main" id="{761AABF9-9E5A-BCC7-35D9-A7BCDCC3EE69}"/>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7" name="Rectangle 4136">
              <a:extLst>
                <a:ext uri="{FF2B5EF4-FFF2-40B4-BE49-F238E27FC236}">
                  <a16:creationId xmlns:a16="http://schemas.microsoft.com/office/drawing/2014/main" id="{0607EB4C-7ACE-FB53-045D-5853F628F92A}"/>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8" name="Rectangle 4137">
              <a:extLst>
                <a:ext uri="{FF2B5EF4-FFF2-40B4-BE49-F238E27FC236}">
                  <a16:creationId xmlns:a16="http://schemas.microsoft.com/office/drawing/2014/main" id="{EB2B915C-998B-12DF-156D-A5B181B67160}"/>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9" name="Rectangle 4138">
              <a:extLst>
                <a:ext uri="{FF2B5EF4-FFF2-40B4-BE49-F238E27FC236}">
                  <a16:creationId xmlns:a16="http://schemas.microsoft.com/office/drawing/2014/main" id="{D640CA5A-10D7-55B4-C686-F3BEEDE69E1B}"/>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0" name="Rectangle 4139">
              <a:extLst>
                <a:ext uri="{FF2B5EF4-FFF2-40B4-BE49-F238E27FC236}">
                  <a16:creationId xmlns:a16="http://schemas.microsoft.com/office/drawing/2014/main" id="{C41B1BDE-BE72-B633-A9C3-1E377B38AC1E}"/>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1" name="Rectangle 4140">
              <a:extLst>
                <a:ext uri="{FF2B5EF4-FFF2-40B4-BE49-F238E27FC236}">
                  <a16:creationId xmlns:a16="http://schemas.microsoft.com/office/drawing/2014/main" id="{59D7C833-1071-0FC5-88CA-352A5F15EB1A}"/>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2" name="Rectangle 4141">
              <a:extLst>
                <a:ext uri="{FF2B5EF4-FFF2-40B4-BE49-F238E27FC236}">
                  <a16:creationId xmlns:a16="http://schemas.microsoft.com/office/drawing/2014/main" id="{982D4AD7-7454-73E1-AF1D-125FA628E0CC}"/>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3" name="Rectangle 4142">
              <a:extLst>
                <a:ext uri="{FF2B5EF4-FFF2-40B4-BE49-F238E27FC236}">
                  <a16:creationId xmlns:a16="http://schemas.microsoft.com/office/drawing/2014/main" id="{31A4F886-9398-76E7-69AE-35A32C5E4EB3}"/>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4" name="Rectangle 4143">
              <a:extLst>
                <a:ext uri="{FF2B5EF4-FFF2-40B4-BE49-F238E27FC236}">
                  <a16:creationId xmlns:a16="http://schemas.microsoft.com/office/drawing/2014/main" id="{6D7F19B1-B786-3263-D464-E275ECC4999E}"/>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5" name="Rectangle 4144">
              <a:extLst>
                <a:ext uri="{FF2B5EF4-FFF2-40B4-BE49-F238E27FC236}">
                  <a16:creationId xmlns:a16="http://schemas.microsoft.com/office/drawing/2014/main" id="{1A0D0072-B4A2-52E8-043A-72C7F48E9BDB}"/>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6" name="Rectangle 4145">
              <a:extLst>
                <a:ext uri="{FF2B5EF4-FFF2-40B4-BE49-F238E27FC236}">
                  <a16:creationId xmlns:a16="http://schemas.microsoft.com/office/drawing/2014/main" id="{9C0D289F-F8FA-D5F4-F389-52480050D734}"/>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7" name="Rectangle 4146">
              <a:extLst>
                <a:ext uri="{FF2B5EF4-FFF2-40B4-BE49-F238E27FC236}">
                  <a16:creationId xmlns:a16="http://schemas.microsoft.com/office/drawing/2014/main" id="{6B34B063-F8DB-F6BF-A4B7-A3E64AB4560C}"/>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8" name="Rectangle 4147">
              <a:extLst>
                <a:ext uri="{FF2B5EF4-FFF2-40B4-BE49-F238E27FC236}">
                  <a16:creationId xmlns:a16="http://schemas.microsoft.com/office/drawing/2014/main" id="{1195BB09-3633-6857-0260-45873E199BE7}"/>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9" name="Rectangle 4148">
              <a:extLst>
                <a:ext uri="{FF2B5EF4-FFF2-40B4-BE49-F238E27FC236}">
                  <a16:creationId xmlns:a16="http://schemas.microsoft.com/office/drawing/2014/main" id="{C4229442-66AD-BF67-257D-F3C2AAC2D3A4}"/>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0" name="Rectangle 4149">
              <a:extLst>
                <a:ext uri="{FF2B5EF4-FFF2-40B4-BE49-F238E27FC236}">
                  <a16:creationId xmlns:a16="http://schemas.microsoft.com/office/drawing/2014/main" id="{08520FD4-E3D4-EBAC-C86F-D84ADCDBBB39}"/>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1" name="Rectangle 4150">
              <a:extLst>
                <a:ext uri="{FF2B5EF4-FFF2-40B4-BE49-F238E27FC236}">
                  <a16:creationId xmlns:a16="http://schemas.microsoft.com/office/drawing/2014/main" id="{D7554ACF-3608-8715-8349-5E4A74E3E1B8}"/>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2" name="Rectangle 4151">
              <a:extLst>
                <a:ext uri="{FF2B5EF4-FFF2-40B4-BE49-F238E27FC236}">
                  <a16:creationId xmlns:a16="http://schemas.microsoft.com/office/drawing/2014/main" id="{C089A266-FF49-FCCF-C69B-DDB62BF5E49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3" name="Rectangle 4152">
              <a:extLst>
                <a:ext uri="{FF2B5EF4-FFF2-40B4-BE49-F238E27FC236}">
                  <a16:creationId xmlns:a16="http://schemas.microsoft.com/office/drawing/2014/main" id="{768C0419-A83A-3B2C-5812-C1075D58657B}"/>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4" name="Rectangle 4153">
              <a:extLst>
                <a:ext uri="{FF2B5EF4-FFF2-40B4-BE49-F238E27FC236}">
                  <a16:creationId xmlns:a16="http://schemas.microsoft.com/office/drawing/2014/main" id="{06470235-1B11-D195-3F3E-A9B9230F114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5" name="Rectangle 4154">
              <a:extLst>
                <a:ext uri="{FF2B5EF4-FFF2-40B4-BE49-F238E27FC236}">
                  <a16:creationId xmlns:a16="http://schemas.microsoft.com/office/drawing/2014/main" id="{66B54C66-81C1-6455-E919-9B0D5D9A22D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6" name="Rectangle 4155">
              <a:extLst>
                <a:ext uri="{FF2B5EF4-FFF2-40B4-BE49-F238E27FC236}">
                  <a16:creationId xmlns:a16="http://schemas.microsoft.com/office/drawing/2014/main" id="{27FB4FF1-E1FE-8D90-4392-586C6477109C}"/>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7" name="Rectangle 4156">
              <a:extLst>
                <a:ext uri="{FF2B5EF4-FFF2-40B4-BE49-F238E27FC236}">
                  <a16:creationId xmlns:a16="http://schemas.microsoft.com/office/drawing/2014/main" id="{16F47566-A098-AD04-E99F-81F6788E69BC}"/>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8" name="Rectangle 4157">
              <a:extLst>
                <a:ext uri="{FF2B5EF4-FFF2-40B4-BE49-F238E27FC236}">
                  <a16:creationId xmlns:a16="http://schemas.microsoft.com/office/drawing/2014/main" id="{334578B0-D1B0-2791-95ED-2A753D226030}"/>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9" name="Rectangle 4158">
              <a:extLst>
                <a:ext uri="{FF2B5EF4-FFF2-40B4-BE49-F238E27FC236}">
                  <a16:creationId xmlns:a16="http://schemas.microsoft.com/office/drawing/2014/main" id="{6EDF6826-0835-E7C7-285D-BC942F8394AF}"/>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0" name="Rectangle 4159">
              <a:extLst>
                <a:ext uri="{FF2B5EF4-FFF2-40B4-BE49-F238E27FC236}">
                  <a16:creationId xmlns:a16="http://schemas.microsoft.com/office/drawing/2014/main" id="{CD26D4E9-417F-FAFC-721C-B460026EA8B8}"/>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1" name="Rectangle 4160">
              <a:extLst>
                <a:ext uri="{FF2B5EF4-FFF2-40B4-BE49-F238E27FC236}">
                  <a16:creationId xmlns:a16="http://schemas.microsoft.com/office/drawing/2014/main" id="{9DF3DA36-9BBB-CCA0-5463-33C9B74A56D9}"/>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2" name="Rectangle 4161">
              <a:extLst>
                <a:ext uri="{FF2B5EF4-FFF2-40B4-BE49-F238E27FC236}">
                  <a16:creationId xmlns:a16="http://schemas.microsoft.com/office/drawing/2014/main" id="{AC6A776E-9D32-6C05-98E5-F73802B28310}"/>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3" name="Rectangle 4162">
              <a:extLst>
                <a:ext uri="{FF2B5EF4-FFF2-40B4-BE49-F238E27FC236}">
                  <a16:creationId xmlns:a16="http://schemas.microsoft.com/office/drawing/2014/main" id="{170ECE82-6647-B1A9-18CD-A5DADC41D1FE}"/>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4" name="Rectangle 4163">
              <a:extLst>
                <a:ext uri="{FF2B5EF4-FFF2-40B4-BE49-F238E27FC236}">
                  <a16:creationId xmlns:a16="http://schemas.microsoft.com/office/drawing/2014/main" id="{5E50A77E-B11D-8266-C167-18ED7E03CC40}"/>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5" name="Rectangle 4164">
              <a:extLst>
                <a:ext uri="{FF2B5EF4-FFF2-40B4-BE49-F238E27FC236}">
                  <a16:creationId xmlns:a16="http://schemas.microsoft.com/office/drawing/2014/main" id="{9250FB09-6968-3266-2A89-75AC6D95532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6" name="Rectangle 4165">
              <a:extLst>
                <a:ext uri="{FF2B5EF4-FFF2-40B4-BE49-F238E27FC236}">
                  <a16:creationId xmlns:a16="http://schemas.microsoft.com/office/drawing/2014/main" id="{1681690F-3798-06BC-C3F2-0D497FC1FD81}"/>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7" name="Rectangle 4166">
              <a:extLst>
                <a:ext uri="{FF2B5EF4-FFF2-40B4-BE49-F238E27FC236}">
                  <a16:creationId xmlns:a16="http://schemas.microsoft.com/office/drawing/2014/main" id="{D2CA3321-D57F-4894-9D8E-E90EF35CCB0C}"/>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8" name="Rectangle 4167">
              <a:extLst>
                <a:ext uri="{FF2B5EF4-FFF2-40B4-BE49-F238E27FC236}">
                  <a16:creationId xmlns:a16="http://schemas.microsoft.com/office/drawing/2014/main" id="{C92DB562-C8BB-F6E7-BED8-5DB6300093C2}"/>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9" name="Rectangle 4168">
              <a:extLst>
                <a:ext uri="{FF2B5EF4-FFF2-40B4-BE49-F238E27FC236}">
                  <a16:creationId xmlns:a16="http://schemas.microsoft.com/office/drawing/2014/main" id="{F027F126-F41D-F97E-4BDF-403C4E3E8F29}"/>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0" name="Rectangle 4169">
              <a:extLst>
                <a:ext uri="{FF2B5EF4-FFF2-40B4-BE49-F238E27FC236}">
                  <a16:creationId xmlns:a16="http://schemas.microsoft.com/office/drawing/2014/main" id="{68EAA92A-B5C6-1C77-8209-064D1566D3C3}"/>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1" name="Rectangle 4170">
              <a:extLst>
                <a:ext uri="{FF2B5EF4-FFF2-40B4-BE49-F238E27FC236}">
                  <a16:creationId xmlns:a16="http://schemas.microsoft.com/office/drawing/2014/main" id="{2B39B280-9B51-3A2A-250C-22605C66C426}"/>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2" name="Rectangle 4171">
              <a:extLst>
                <a:ext uri="{FF2B5EF4-FFF2-40B4-BE49-F238E27FC236}">
                  <a16:creationId xmlns:a16="http://schemas.microsoft.com/office/drawing/2014/main" id="{B9EC4C21-FE8E-1EF0-F477-5B609DE08E51}"/>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3" name="Rectangle 4172">
              <a:extLst>
                <a:ext uri="{FF2B5EF4-FFF2-40B4-BE49-F238E27FC236}">
                  <a16:creationId xmlns:a16="http://schemas.microsoft.com/office/drawing/2014/main" id="{1544AC24-E3FD-283F-571E-7E14F4A2A162}"/>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4" name="Rectangle 4173">
              <a:extLst>
                <a:ext uri="{FF2B5EF4-FFF2-40B4-BE49-F238E27FC236}">
                  <a16:creationId xmlns:a16="http://schemas.microsoft.com/office/drawing/2014/main" id="{09B28021-27A8-0798-ABA6-2A966D8E61F4}"/>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5" name="Rectangle 4174">
              <a:extLst>
                <a:ext uri="{FF2B5EF4-FFF2-40B4-BE49-F238E27FC236}">
                  <a16:creationId xmlns:a16="http://schemas.microsoft.com/office/drawing/2014/main" id="{43B43844-5DEA-8751-13E6-58AFF9F18FEB}"/>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6" name="Rectangle 4175">
              <a:extLst>
                <a:ext uri="{FF2B5EF4-FFF2-40B4-BE49-F238E27FC236}">
                  <a16:creationId xmlns:a16="http://schemas.microsoft.com/office/drawing/2014/main" id="{E5C76F3A-266C-8F56-E1C1-3A6B2E95BE2E}"/>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7" name="Rectangle 4176">
              <a:extLst>
                <a:ext uri="{FF2B5EF4-FFF2-40B4-BE49-F238E27FC236}">
                  <a16:creationId xmlns:a16="http://schemas.microsoft.com/office/drawing/2014/main" id="{0574DAC6-468B-3B97-568D-AA5ED12E9570}"/>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8" name="Rectangle 4177">
              <a:extLst>
                <a:ext uri="{FF2B5EF4-FFF2-40B4-BE49-F238E27FC236}">
                  <a16:creationId xmlns:a16="http://schemas.microsoft.com/office/drawing/2014/main" id="{5E3EF16E-54AC-644C-B3FA-849981FA190A}"/>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9" name="Rectangle 4178">
              <a:extLst>
                <a:ext uri="{FF2B5EF4-FFF2-40B4-BE49-F238E27FC236}">
                  <a16:creationId xmlns:a16="http://schemas.microsoft.com/office/drawing/2014/main" id="{A8B77FFD-DF44-47A6-1F0F-B5A539E8BD45}"/>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0" name="Rectangle 4179">
              <a:extLst>
                <a:ext uri="{FF2B5EF4-FFF2-40B4-BE49-F238E27FC236}">
                  <a16:creationId xmlns:a16="http://schemas.microsoft.com/office/drawing/2014/main" id="{32C73461-C5C9-31A3-E363-5078F1A7BCFA}"/>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1" name="Rectangle 4180">
              <a:extLst>
                <a:ext uri="{FF2B5EF4-FFF2-40B4-BE49-F238E27FC236}">
                  <a16:creationId xmlns:a16="http://schemas.microsoft.com/office/drawing/2014/main" id="{E2FEC460-4DE2-4491-1480-2BD326EA1BFB}"/>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2" name="Rectangle 4181">
              <a:extLst>
                <a:ext uri="{FF2B5EF4-FFF2-40B4-BE49-F238E27FC236}">
                  <a16:creationId xmlns:a16="http://schemas.microsoft.com/office/drawing/2014/main" id="{D971FFE7-4D10-75E9-8682-4B84248313C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3" name="Rectangle 4182">
              <a:extLst>
                <a:ext uri="{FF2B5EF4-FFF2-40B4-BE49-F238E27FC236}">
                  <a16:creationId xmlns:a16="http://schemas.microsoft.com/office/drawing/2014/main" id="{06BDC8CB-50EA-73BF-51EE-CEEA9BC8DF3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4" name="Rectangle 4183">
              <a:extLst>
                <a:ext uri="{FF2B5EF4-FFF2-40B4-BE49-F238E27FC236}">
                  <a16:creationId xmlns:a16="http://schemas.microsoft.com/office/drawing/2014/main" id="{38FDB17D-F69E-365C-94E2-71BC3656FADE}"/>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5" name="Rectangle 4184">
              <a:extLst>
                <a:ext uri="{FF2B5EF4-FFF2-40B4-BE49-F238E27FC236}">
                  <a16:creationId xmlns:a16="http://schemas.microsoft.com/office/drawing/2014/main" id="{BDA8F024-47B8-1EAD-59E7-4BA628AAC3E4}"/>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6" name="Rectangle 4185">
              <a:extLst>
                <a:ext uri="{FF2B5EF4-FFF2-40B4-BE49-F238E27FC236}">
                  <a16:creationId xmlns:a16="http://schemas.microsoft.com/office/drawing/2014/main" id="{603E9FB7-3406-8FC0-9768-F42E394E6B2D}"/>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7" name="Rectangle 4186">
              <a:extLst>
                <a:ext uri="{FF2B5EF4-FFF2-40B4-BE49-F238E27FC236}">
                  <a16:creationId xmlns:a16="http://schemas.microsoft.com/office/drawing/2014/main" id="{38B456A7-736A-6E64-FEEF-1B4C6D550E63}"/>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8" name="Rectangle 4187">
              <a:extLst>
                <a:ext uri="{FF2B5EF4-FFF2-40B4-BE49-F238E27FC236}">
                  <a16:creationId xmlns:a16="http://schemas.microsoft.com/office/drawing/2014/main" id="{3AB7D234-32D6-3576-F896-E0AB1B3CD87B}"/>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9" name="Rectangle 4188">
              <a:extLst>
                <a:ext uri="{FF2B5EF4-FFF2-40B4-BE49-F238E27FC236}">
                  <a16:creationId xmlns:a16="http://schemas.microsoft.com/office/drawing/2014/main" id="{86DBE193-BA33-4AB5-C19A-4494910D808D}"/>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0" name="Rectangle 4189">
              <a:extLst>
                <a:ext uri="{FF2B5EF4-FFF2-40B4-BE49-F238E27FC236}">
                  <a16:creationId xmlns:a16="http://schemas.microsoft.com/office/drawing/2014/main" id="{49FBD0E9-663C-0B18-9184-60E72F8E8290}"/>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1" name="Rectangle 4190">
              <a:extLst>
                <a:ext uri="{FF2B5EF4-FFF2-40B4-BE49-F238E27FC236}">
                  <a16:creationId xmlns:a16="http://schemas.microsoft.com/office/drawing/2014/main" id="{4FCD1B47-8723-621B-75B2-24357CE24FC3}"/>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2" name="Rectangle 4191">
              <a:extLst>
                <a:ext uri="{FF2B5EF4-FFF2-40B4-BE49-F238E27FC236}">
                  <a16:creationId xmlns:a16="http://schemas.microsoft.com/office/drawing/2014/main" id="{7920E7DF-2502-BB9B-B7EE-2EDC62122411}"/>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3" name="Rectangle 4192">
              <a:extLst>
                <a:ext uri="{FF2B5EF4-FFF2-40B4-BE49-F238E27FC236}">
                  <a16:creationId xmlns:a16="http://schemas.microsoft.com/office/drawing/2014/main" id="{43AEC4EF-884E-7216-2740-FF2396808F28}"/>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6" name="Group 3665">
            <a:extLst>
              <a:ext uri="{FF2B5EF4-FFF2-40B4-BE49-F238E27FC236}">
                <a16:creationId xmlns:a16="http://schemas.microsoft.com/office/drawing/2014/main" id="{9D9B5517-887B-B3F3-0F0D-79D1EF523B1B}"/>
              </a:ext>
            </a:extLst>
          </p:cNvPr>
          <p:cNvGrpSpPr/>
          <p:nvPr/>
        </p:nvGrpSpPr>
        <p:grpSpPr>
          <a:xfrm>
            <a:off x="1730409" y="5233242"/>
            <a:ext cx="2912265" cy="301135"/>
            <a:chOff x="2844481" y="3245377"/>
            <a:chExt cx="2912265" cy="301135"/>
          </a:xfrm>
          <a:noFill/>
        </p:grpSpPr>
        <p:sp>
          <p:nvSpPr>
            <p:cNvPr id="3843" name="Rectangle 3842">
              <a:extLst>
                <a:ext uri="{FF2B5EF4-FFF2-40B4-BE49-F238E27FC236}">
                  <a16:creationId xmlns:a16="http://schemas.microsoft.com/office/drawing/2014/main" id="{5B277D22-8E58-8F85-DA8E-1FB9DE4E617B}"/>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4" name="Rectangle 3843">
              <a:extLst>
                <a:ext uri="{FF2B5EF4-FFF2-40B4-BE49-F238E27FC236}">
                  <a16:creationId xmlns:a16="http://schemas.microsoft.com/office/drawing/2014/main" id="{129BCF99-C54F-9226-5214-1F64743BEF17}"/>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5" name="Rectangle 3844">
              <a:extLst>
                <a:ext uri="{FF2B5EF4-FFF2-40B4-BE49-F238E27FC236}">
                  <a16:creationId xmlns:a16="http://schemas.microsoft.com/office/drawing/2014/main" id="{CBCD1966-F3B6-65D6-954F-2B15E7EC558C}"/>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6" name="Rectangle 3845">
              <a:extLst>
                <a:ext uri="{FF2B5EF4-FFF2-40B4-BE49-F238E27FC236}">
                  <a16:creationId xmlns:a16="http://schemas.microsoft.com/office/drawing/2014/main" id="{18634CCE-0EB9-BBC9-8A3D-8BC757C73F36}"/>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7" name="Rectangle 3846">
              <a:extLst>
                <a:ext uri="{FF2B5EF4-FFF2-40B4-BE49-F238E27FC236}">
                  <a16:creationId xmlns:a16="http://schemas.microsoft.com/office/drawing/2014/main" id="{1FEDF2B9-336C-2D80-FC7D-1E041D513F2F}"/>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8" name="Rectangle 3847">
              <a:extLst>
                <a:ext uri="{FF2B5EF4-FFF2-40B4-BE49-F238E27FC236}">
                  <a16:creationId xmlns:a16="http://schemas.microsoft.com/office/drawing/2014/main" id="{D7E653FA-1431-AF1F-7DB8-7323EDBF74F8}"/>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9" name="Rectangle 3848">
              <a:extLst>
                <a:ext uri="{FF2B5EF4-FFF2-40B4-BE49-F238E27FC236}">
                  <a16:creationId xmlns:a16="http://schemas.microsoft.com/office/drawing/2014/main" id="{F663E448-FB90-11CF-325F-89C0618DDD8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0" name="Rectangle 3849">
              <a:extLst>
                <a:ext uri="{FF2B5EF4-FFF2-40B4-BE49-F238E27FC236}">
                  <a16:creationId xmlns:a16="http://schemas.microsoft.com/office/drawing/2014/main" id="{D56680D3-E4F5-A381-5214-D3A088E6808A}"/>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1" name="Rectangle 3850">
              <a:extLst>
                <a:ext uri="{FF2B5EF4-FFF2-40B4-BE49-F238E27FC236}">
                  <a16:creationId xmlns:a16="http://schemas.microsoft.com/office/drawing/2014/main" id="{F19040A2-891E-784F-5657-DAB7A5695580}"/>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2" name="Rectangle 3851">
              <a:extLst>
                <a:ext uri="{FF2B5EF4-FFF2-40B4-BE49-F238E27FC236}">
                  <a16:creationId xmlns:a16="http://schemas.microsoft.com/office/drawing/2014/main" id="{7F04B2BA-43DD-BA63-0C52-0DE560B9EDE7}"/>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3" name="Rectangle 3852">
              <a:extLst>
                <a:ext uri="{FF2B5EF4-FFF2-40B4-BE49-F238E27FC236}">
                  <a16:creationId xmlns:a16="http://schemas.microsoft.com/office/drawing/2014/main" id="{E6FA481D-691D-94C0-684F-CC202CF0D4A8}"/>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4" name="Rectangle 3853">
              <a:extLst>
                <a:ext uri="{FF2B5EF4-FFF2-40B4-BE49-F238E27FC236}">
                  <a16:creationId xmlns:a16="http://schemas.microsoft.com/office/drawing/2014/main" id="{8C2DE058-8687-4EBB-2052-4154E606229C}"/>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5" name="Rectangle 3854">
              <a:extLst>
                <a:ext uri="{FF2B5EF4-FFF2-40B4-BE49-F238E27FC236}">
                  <a16:creationId xmlns:a16="http://schemas.microsoft.com/office/drawing/2014/main" id="{1D3463B5-3D61-A765-C0C7-7F86B58505DE}"/>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6" name="Rectangle 3855">
              <a:extLst>
                <a:ext uri="{FF2B5EF4-FFF2-40B4-BE49-F238E27FC236}">
                  <a16:creationId xmlns:a16="http://schemas.microsoft.com/office/drawing/2014/main" id="{0111847F-3B42-06AA-E831-3745F9A3B331}"/>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7" name="Rectangle 3856">
              <a:extLst>
                <a:ext uri="{FF2B5EF4-FFF2-40B4-BE49-F238E27FC236}">
                  <a16:creationId xmlns:a16="http://schemas.microsoft.com/office/drawing/2014/main" id="{676376F9-9D13-C02C-FC30-BFA90E6BC182}"/>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8" name="Rectangle 3857">
              <a:extLst>
                <a:ext uri="{FF2B5EF4-FFF2-40B4-BE49-F238E27FC236}">
                  <a16:creationId xmlns:a16="http://schemas.microsoft.com/office/drawing/2014/main" id="{EC1C4C22-2F5B-4721-13F3-3ABD00740C0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9" name="Rectangle 3858">
              <a:extLst>
                <a:ext uri="{FF2B5EF4-FFF2-40B4-BE49-F238E27FC236}">
                  <a16:creationId xmlns:a16="http://schemas.microsoft.com/office/drawing/2014/main" id="{0918C28D-0B84-FA7E-9AC4-7E0247A4F923}"/>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0" name="Rectangle 3859">
              <a:extLst>
                <a:ext uri="{FF2B5EF4-FFF2-40B4-BE49-F238E27FC236}">
                  <a16:creationId xmlns:a16="http://schemas.microsoft.com/office/drawing/2014/main" id="{4FBF9E4E-C3C5-8DAF-6937-2A0CA3A976EE}"/>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1" name="Rectangle 3860">
              <a:extLst>
                <a:ext uri="{FF2B5EF4-FFF2-40B4-BE49-F238E27FC236}">
                  <a16:creationId xmlns:a16="http://schemas.microsoft.com/office/drawing/2014/main" id="{F37DB3E6-8DDF-F4D8-A14B-6674797F2BE0}"/>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2" name="Rectangle 3861">
              <a:extLst>
                <a:ext uri="{FF2B5EF4-FFF2-40B4-BE49-F238E27FC236}">
                  <a16:creationId xmlns:a16="http://schemas.microsoft.com/office/drawing/2014/main" id="{131F642D-0924-5C50-D3E0-BDCB57CCC323}"/>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3" name="Rectangle 3862">
              <a:extLst>
                <a:ext uri="{FF2B5EF4-FFF2-40B4-BE49-F238E27FC236}">
                  <a16:creationId xmlns:a16="http://schemas.microsoft.com/office/drawing/2014/main" id="{33143203-949E-FB3A-6877-E8DA095566AC}"/>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4" name="Rectangle 3863">
              <a:extLst>
                <a:ext uri="{FF2B5EF4-FFF2-40B4-BE49-F238E27FC236}">
                  <a16:creationId xmlns:a16="http://schemas.microsoft.com/office/drawing/2014/main" id="{7A077F96-D24E-9847-163C-088EED86053F}"/>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5" name="Rectangle 3864">
              <a:extLst>
                <a:ext uri="{FF2B5EF4-FFF2-40B4-BE49-F238E27FC236}">
                  <a16:creationId xmlns:a16="http://schemas.microsoft.com/office/drawing/2014/main" id="{54AA0535-1985-8542-4DB6-BB4D3A440D18}"/>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6" name="Rectangle 3865">
              <a:extLst>
                <a:ext uri="{FF2B5EF4-FFF2-40B4-BE49-F238E27FC236}">
                  <a16:creationId xmlns:a16="http://schemas.microsoft.com/office/drawing/2014/main" id="{94407847-EA0C-12C4-9B10-BD464AA203E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7" name="Rectangle 3866">
              <a:extLst>
                <a:ext uri="{FF2B5EF4-FFF2-40B4-BE49-F238E27FC236}">
                  <a16:creationId xmlns:a16="http://schemas.microsoft.com/office/drawing/2014/main" id="{D5A027D1-C470-17AD-D915-B5C2DF648E73}"/>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8" name="Rectangle 3867">
              <a:extLst>
                <a:ext uri="{FF2B5EF4-FFF2-40B4-BE49-F238E27FC236}">
                  <a16:creationId xmlns:a16="http://schemas.microsoft.com/office/drawing/2014/main" id="{267B45DF-1940-6658-6B02-D6FB0351D8D0}"/>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9" name="Rectangle 3868">
              <a:extLst>
                <a:ext uri="{FF2B5EF4-FFF2-40B4-BE49-F238E27FC236}">
                  <a16:creationId xmlns:a16="http://schemas.microsoft.com/office/drawing/2014/main" id="{0EFC4F90-43BF-28F8-53A8-D1506A392E53}"/>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0" name="Rectangle 3869">
              <a:extLst>
                <a:ext uri="{FF2B5EF4-FFF2-40B4-BE49-F238E27FC236}">
                  <a16:creationId xmlns:a16="http://schemas.microsoft.com/office/drawing/2014/main" id="{14B84021-62FB-8E2B-5FE0-81E5DD87C938}"/>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1" name="Rectangle 3870">
              <a:extLst>
                <a:ext uri="{FF2B5EF4-FFF2-40B4-BE49-F238E27FC236}">
                  <a16:creationId xmlns:a16="http://schemas.microsoft.com/office/drawing/2014/main" id="{37D0E895-48AD-FA41-10C9-F261600B1EE9}"/>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2" name="Rectangle 3871">
              <a:extLst>
                <a:ext uri="{FF2B5EF4-FFF2-40B4-BE49-F238E27FC236}">
                  <a16:creationId xmlns:a16="http://schemas.microsoft.com/office/drawing/2014/main" id="{09823FE2-DC07-8201-E102-0B40A0396336}"/>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3" name="Rectangle 3872">
              <a:extLst>
                <a:ext uri="{FF2B5EF4-FFF2-40B4-BE49-F238E27FC236}">
                  <a16:creationId xmlns:a16="http://schemas.microsoft.com/office/drawing/2014/main" id="{CD1BE431-B80B-14F7-4AD5-2140EFF433C8}"/>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4" name="Rectangle 3873">
              <a:extLst>
                <a:ext uri="{FF2B5EF4-FFF2-40B4-BE49-F238E27FC236}">
                  <a16:creationId xmlns:a16="http://schemas.microsoft.com/office/drawing/2014/main" id="{639F6A19-C406-DA02-F2BD-56B1B467F975}"/>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5" name="Rectangle 3874">
              <a:extLst>
                <a:ext uri="{FF2B5EF4-FFF2-40B4-BE49-F238E27FC236}">
                  <a16:creationId xmlns:a16="http://schemas.microsoft.com/office/drawing/2014/main" id="{23D41E07-6506-4174-2C2D-82A296CE6CA8}"/>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6" name="Rectangle 3875">
              <a:extLst>
                <a:ext uri="{FF2B5EF4-FFF2-40B4-BE49-F238E27FC236}">
                  <a16:creationId xmlns:a16="http://schemas.microsoft.com/office/drawing/2014/main" id="{4EB6FCA9-92EB-B893-CABB-5BD711F2FBBE}"/>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7" name="Rectangle 3876">
              <a:extLst>
                <a:ext uri="{FF2B5EF4-FFF2-40B4-BE49-F238E27FC236}">
                  <a16:creationId xmlns:a16="http://schemas.microsoft.com/office/drawing/2014/main" id="{F2C67111-F6C2-30DE-288D-A9FD19512EB6}"/>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8" name="Rectangle 3877">
              <a:extLst>
                <a:ext uri="{FF2B5EF4-FFF2-40B4-BE49-F238E27FC236}">
                  <a16:creationId xmlns:a16="http://schemas.microsoft.com/office/drawing/2014/main" id="{E5F87D00-6777-37FE-A48C-056294D9C404}"/>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9" name="Rectangle 3878">
              <a:extLst>
                <a:ext uri="{FF2B5EF4-FFF2-40B4-BE49-F238E27FC236}">
                  <a16:creationId xmlns:a16="http://schemas.microsoft.com/office/drawing/2014/main" id="{224DF73F-6BFA-F30F-7146-20A7CAB0CECB}"/>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0" name="Rectangle 3879">
              <a:extLst>
                <a:ext uri="{FF2B5EF4-FFF2-40B4-BE49-F238E27FC236}">
                  <a16:creationId xmlns:a16="http://schemas.microsoft.com/office/drawing/2014/main" id="{F4DB6959-8DCA-C94D-B0DA-D17C678AF36E}"/>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1" name="Rectangle 3880">
              <a:extLst>
                <a:ext uri="{FF2B5EF4-FFF2-40B4-BE49-F238E27FC236}">
                  <a16:creationId xmlns:a16="http://schemas.microsoft.com/office/drawing/2014/main" id="{041045A9-4952-40D6-AA8C-983D90D40E18}"/>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2" name="Rectangle 3881">
              <a:extLst>
                <a:ext uri="{FF2B5EF4-FFF2-40B4-BE49-F238E27FC236}">
                  <a16:creationId xmlns:a16="http://schemas.microsoft.com/office/drawing/2014/main" id="{BBABD6E5-249A-E33C-FF81-CF661D219D9C}"/>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3" name="Rectangle 3882">
              <a:extLst>
                <a:ext uri="{FF2B5EF4-FFF2-40B4-BE49-F238E27FC236}">
                  <a16:creationId xmlns:a16="http://schemas.microsoft.com/office/drawing/2014/main" id="{941A7034-88B5-0D1A-7464-B376DA3AAAC5}"/>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4" name="Rectangle 3883">
              <a:extLst>
                <a:ext uri="{FF2B5EF4-FFF2-40B4-BE49-F238E27FC236}">
                  <a16:creationId xmlns:a16="http://schemas.microsoft.com/office/drawing/2014/main" id="{2E710396-6714-25A7-8E9C-C3B7F12F1EB7}"/>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5" name="Rectangle 3884">
              <a:extLst>
                <a:ext uri="{FF2B5EF4-FFF2-40B4-BE49-F238E27FC236}">
                  <a16:creationId xmlns:a16="http://schemas.microsoft.com/office/drawing/2014/main" id="{6AFC045A-AE50-1BCA-B388-1F28ABA8A4D1}"/>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6" name="Rectangle 3885">
              <a:extLst>
                <a:ext uri="{FF2B5EF4-FFF2-40B4-BE49-F238E27FC236}">
                  <a16:creationId xmlns:a16="http://schemas.microsoft.com/office/drawing/2014/main" id="{21320862-AF07-160B-4B27-9D0E8AFD08B0}"/>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7" name="Rectangle 3886">
              <a:extLst>
                <a:ext uri="{FF2B5EF4-FFF2-40B4-BE49-F238E27FC236}">
                  <a16:creationId xmlns:a16="http://schemas.microsoft.com/office/drawing/2014/main" id="{450C4E0A-2D0D-395C-F9E1-438ACF02D24B}"/>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8" name="Rectangle 3887">
              <a:extLst>
                <a:ext uri="{FF2B5EF4-FFF2-40B4-BE49-F238E27FC236}">
                  <a16:creationId xmlns:a16="http://schemas.microsoft.com/office/drawing/2014/main" id="{2916993E-35A5-BD80-AD0F-83C71BE762C8}"/>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9" name="Rectangle 3888">
              <a:extLst>
                <a:ext uri="{FF2B5EF4-FFF2-40B4-BE49-F238E27FC236}">
                  <a16:creationId xmlns:a16="http://schemas.microsoft.com/office/drawing/2014/main" id="{84332058-99E3-8C69-1DC7-D7F4524A6C1F}"/>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0" name="Rectangle 3889">
              <a:extLst>
                <a:ext uri="{FF2B5EF4-FFF2-40B4-BE49-F238E27FC236}">
                  <a16:creationId xmlns:a16="http://schemas.microsoft.com/office/drawing/2014/main" id="{F6A0BD85-FB2E-EA37-2BB0-43CF4D9C2F3D}"/>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 name="Rectangle 3890">
              <a:extLst>
                <a:ext uri="{FF2B5EF4-FFF2-40B4-BE49-F238E27FC236}">
                  <a16:creationId xmlns:a16="http://schemas.microsoft.com/office/drawing/2014/main" id="{5CD8755C-8B58-B23A-57A1-57D8D065606C}"/>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2" name="Rectangle 3891">
              <a:extLst>
                <a:ext uri="{FF2B5EF4-FFF2-40B4-BE49-F238E27FC236}">
                  <a16:creationId xmlns:a16="http://schemas.microsoft.com/office/drawing/2014/main" id="{6F23F2A5-3630-BB1B-5A26-CD44FC9E7B2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3" name="Rectangle 3892">
              <a:extLst>
                <a:ext uri="{FF2B5EF4-FFF2-40B4-BE49-F238E27FC236}">
                  <a16:creationId xmlns:a16="http://schemas.microsoft.com/office/drawing/2014/main" id="{5D8DE08A-F300-2475-9E15-2009439DC301}"/>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4" name="Rectangle 3893">
              <a:extLst>
                <a:ext uri="{FF2B5EF4-FFF2-40B4-BE49-F238E27FC236}">
                  <a16:creationId xmlns:a16="http://schemas.microsoft.com/office/drawing/2014/main" id="{3911093E-6BA6-3B30-7301-FAC55A39620D}"/>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5" name="Rectangle 3894">
              <a:extLst>
                <a:ext uri="{FF2B5EF4-FFF2-40B4-BE49-F238E27FC236}">
                  <a16:creationId xmlns:a16="http://schemas.microsoft.com/office/drawing/2014/main" id="{12E675C9-2CE1-3B4C-D9FB-A11954E9C3F8}"/>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6" name="Rectangle 3895">
              <a:extLst>
                <a:ext uri="{FF2B5EF4-FFF2-40B4-BE49-F238E27FC236}">
                  <a16:creationId xmlns:a16="http://schemas.microsoft.com/office/drawing/2014/main" id="{3414BB88-E17C-08D8-2E39-2FE3039E2CBD}"/>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7" name="Rectangle 3896">
              <a:extLst>
                <a:ext uri="{FF2B5EF4-FFF2-40B4-BE49-F238E27FC236}">
                  <a16:creationId xmlns:a16="http://schemas.microsoft.com/office/drawing/2014/main" id="{13DB0404-8E88-C4DB-5BE2-1E08905C404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8" name="Rectangle 3897">
              <a:extLst>
                <a:ext uri="{FF2B5EF4-FFF2-40B4-BE49-F238E27FC236}">
                  <a16:creationId xmlns:a16="http://schemas.microsoft.com/office/drawing/2014/main" id="{8AA1AF80-73C8-36D8-3D05-3B18FED63BFF}"/>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9" name="Rectangle 3898">
              <a:extLst>
                <a:ext uri="{FF2B5EF4-FFF2-40B4-BE49-F238E27FC236}">
                  <a16:creationId xmlns:a16="http://schemas.microsoft.com/office/drawing/2014/main" id="{D5610E87-59CE-1DBC-359E-03A052B55CF4}"/>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0" name="Rectangle 3899">
              <a:extLst>
                <a:ext uri="{FF2B5EF4-FFF2-40B4-BE49-F238E27FC236}">
                  <a16:creationId xmlns:a16="http://schemas.microsoft.com/office/drawing/2014/main" id="{BB8A89E8-CC81-1BDD-AA22-5EADA0641AB9}"/>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1" name="Rectangle 3900">
              <a:extLst>
                <a:ext uri="{FF2B5EF4-FFF2-40B4-BE49-F238E27FC236}">
                  <a16:creationId xmlns:a16="http://schemas.microsoft.com/office/drawing/2014/main" id="{532C0E10-EA2A-5796-DB85-8A24824B6D0B}"/>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2" name="Rectangle 3901">
              <a:extLst>
                <a:ext uri="{FF2B5EF4-FFF2-40B4-BE49-F238E27FC236}">
                  <a16:creationId xmlns:a16="http://schemas.microsoft.com/office/drawing/2014/main" id="{B39EBC6A-0667-D574-E498-42819E8606D4}"/>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3" name="Rectangle 3902">
              <a:extLst>
                <a:ext uri="{FF2B5EF4-FFF2-40B4-BE49-F238E27FC236}">
                  <a16:creationId xmlns:a16="http://schemas.microsoft.com/office/drawing/2014/main" id="{E68B9FA3-7A56-4BA4-7404-D68179B76098}"/>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4" name="Rectangle 3903">
              <a:extLst>
                <a:ext uri="{FF2B5EF4-FFF2-40B4-BE49-F238E27FC236}">
                  <a16:creationId xmlns:a16="http://schemas.microsoft.com/office/drawing/2014/main" id="{4600A62E-B37E-4161-E3B7-41C84D1043D4}"/>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5" name="Rectangle 3904">
              <a:extLst>
                <a:ext uri="{FF2B5EF4-FFF2-40B4-BE49-F238E27FC236}">
                  <a16:creationId xmlns:a16="http://schemas.microsoft.com/office/drawing/2014/main" id="{0CD67836-43B2-10A7-6ABC-0A3EFD2CB6F1}"/>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6" name="Rectangle 3905">
              <a:extLst>
                <a:ext uri="{FF2B5EF4-FFF2-40B4-BE49-F238E27FC236}">
                  <a16:creationId xmlns:a16="http://schemas.microsoft.com/office/drawing/2014/main" id="{929B193E-5730-AFFD-09B6-7C442A1D5746}"/>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7" name="Rectangle 3906">
              <a:extLst>
                <a:ext uri="{FF2B5EF4-FFF2-40B4-BE49-F238E27FC236}">
                  <a16:creationId xmlns:a16="http://schemas.microsoft.com/office/drawing/2014/main" id="{790DBB98-E451-5E58-FA44-8F488D5D0BF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8" name="Rectangle 3907">
              <a:extLst>
                <a:ext uri="{FF2B5EF4-FFF2-40B4-BE49-F238E27FC236}">
                  <a16:creationId xmlns:a16="http://schemas.microsoft.com/office/drawing/2014/main" id="{17449D72-B325-52AE-C477-EC25F675AEB0}"/>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9" name="Rectangle 3908">
              <a:extLst>
                <a:ext uri="{FF2B5EF4-FFF2-40B4-BE49-F238E27FC236}">
                  <a16:creationId xmlns:a16="http://schemas.microsoft.com/office/drawing/2014/main" id="{E99AE35E-0993-CD1E-2F40-58546E9BF078}"/>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0" name="Rectangle 3909">
              <a:extLst>
                <a:ext uri="{FF2B5EF4-FFF2-40B4-BE49-F238E27FC236}">
                  <a16:creationId xmlns:a16="http://schemas.microsoft.com/office/drawing/2014/main" id="{4515942D-FA45-7E44-EF58-60081073E153}"/>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1" name="Rectangle 3910">
              <a:extLst>
                <a:ext uri="{FF2B5EF4-FFF2-40B4-BE49-F238E27FC236}">
                  <a16:creationId xmlns:a16="http://schemas.microsoft.com/office/drawing/2014/main" id="{612C2935-C29D-DA53-8C11-A318AB997E12}"/>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2" name="Rectangle 3911">
              <a:extLst>
                <a:ext uri="{FF2B5EF4-FFF2-40B4-BE49-F238E27FC236}">
                  <a16:creationId xmlns:a16="http://schemas.microsoft.com/office/drawing/2014/main" id="{D56E858B-FFBD-852E-C252-BD70D1A4D605}"/>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3" name="Rectangle 3912">
              <a:extLst>
                <a:ext uri="{FF2B5EF4-FFF2-40B4-BE49-F238E27FC236}">
                  <a16:creationId xmlns:a16="http://schemas.microsoft.com/office/drawing/2014/main" id="{E9EE2DC8-1798-78D8-6B94-2EAF50516DC9}"/>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4" name="Rectangle 3913">
              <a:extLst>
                <a:ext uri="{FF2B5EF4-FFF2-40B4-BE49-F238E27FC236}">
                  <a16:creationId xmlns:a16="http://schemas.microsoft.com/office/drawing/2014/main" id="{9E9DABC9-A3F2-2B04-5F9B-BB4C9C8B494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5" name="Rectangle 3914">
              <a:extLst>
                <a:ext uri="{FF2B5EF4-FFF2-40B4-BE49-F238E27FC236}">
                  <a16:creationId xmlns:a16="http://schemas.microsoft.com/office/drawing/2014/main" id="{D14C51C5-9535-BE7D-1983-F534286F7F8D}"/>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6" name="Rectangle 3915">
              <a:extLst>
                <a:ext uri="{FF2B5EF4-FFF2-40B4-BE49-F238E27FC236}">
                  <a16:creationId xmlns:a16="http://schemas.microsoft.com/office/drawing/2014/main" id="{89F43207-C9ED-7878-0EF0-4DB640872A0F}"/>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7" name="Rectangle 3916">
              <a:extLst>
                <a:ext uri="{FF2B5EF4-FFF2-40B4-BE49-F238E27FC236}">
                  <a16:creationId xmlns:a16="http://schemas.microsoft.com/office/drawing/2014/main" id="{A27BFA5E-A2B8-4318-5C1D-244F892071B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8" name="Rectangle 3917">
              <a:extLst>
                <a:ext uri="{FF2B5EF4-FFF2-40B4-BE49-F238E27FC236}">
                  <a16:creationId xmlns:a16="http://schemas.microsoft.com/office/drawing/2014/main" id="{1718692C-3E16-2EA9-306F-28CA4A88872F}"/>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9" name="Rectangle 3918">
              <a:extLst>
                <a:ext uri="{FF2B5EF4-FFF2-40B4-BE49-F238E27FC236}">
                  <a16:creationId xmlns:a16="http://schemas.microsoft.com/office/drawing/2014/main" id="{F3B1EBFA-BAAB-8C41-3AB3-F4D151D882BC}"/>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0" name="Rectangle 3919">
              <a:extLst>
                <a:ext uri="{FF2B5EF4-FFF2-40B4-BE49-F238E27FC236}">
                  <a16:creationId xmlns:a16="http://schemas.microsoft.com/office/drawing/2014/main" id="{907473DF-DDD8-B3DC-4A87-919FDFCA1C07}"/>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1" name="Rectangle 3920">
              <a:extLst>
                <a:ext uri="{FF2B5EF4-FFF2-40B4-BE49-F238E27FC236}">
                  <a16:creationId xmlns:a16="http://schemas.microsoft.com/office/drawing/2014/main" id="{3D980259-CD5D-F968-E418-2E628EE976D2}"/>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2" name="Rectangle 3921">
              <a:extLst>
                <a:ext uri="{FF2B5EF4-FFF2-40B4-BE49-F238E27FC236}">
                  <a16:creationId xmlns:a16="http://schemas.microsoft.com/office/drawing/2014/main" id="{5A836A5D-D6A0-11D1-C3F8-BEADD40F4A40}"/>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3" name="Rectangle 3922">
              <a:extLst>
                <a:ext uri="{FF2B5EF4-FFF2-40B4-BE49-F238E27FC236}">
                  <a16:creationId xmlns:a16="http://schemas.microsoft.com/office/drawing/2014/main" id="{537516E0-E549-8C7A-722C-9865E3881777}"/>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4" name="Rectangle 3923">
              <a:extLst>
                <a:ext uri="{FF2B5EF4-FFF2-40B4-BE49-F238E27FC236}">
                  <a16:creationId xmlns:a16="http://schemas.microsoft.com/office/drawing/2014/main" id="{F78572D0-61E5-B608-AF7A-C24ECC90FF79}"/>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5" name="Rectangle 3924">
              <a:extLst>
                <a:ext uri="{FF2B5EF4-FFF2-40B4-BE49-F238E27FC236}">
                  <a16:creationId xmlns:a16="http://schemas.microsoft.com/office/drawing/2014/main" id="{830C6FAE-67F0-2AFC-88BE-2A0DDED04F36}"/>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6" name="Rectangle 3925">
              <a:extLst>
                <a:ext uri="{FF2B5EF4-FFF2-40B4-BE49-F238E27FC236}">
                  <a16:creationId xmlns:a16="http://schemas.microsoft.com/office/drawing/2014/main" id="{51E9E2F3-3E4F-E967-2F8B-63022E604814}"/>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7" name="Rectangle 3926">
              <a:extLst>
                <a:ext uri="{FF2B5EF4-FFF2-40B4-BE49-F238E27FC236}">
                  <a16:creationId xmlns:a16="http://schemas.microsoft.com/office/drawing/2014/main" id="{E06A4583-0ED2-666B-5127-DAF50AB9A329}"/>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8" name="Rectangle 3927">
              <a:extLst>
                <a:ext uri="{FF2B5EF4-FFF2-40B4-BE49-F238E27FC236}">
                  <a16:creationId xmlns:a16="http://schemas.microsoft.com/office/drawing/2014/main" id="{11E4B8C4-C524-F1A5-5BFE-D27A36822D1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9" name="Rectangle 3928">
              <a:extLst>
                <a:ext uri="{FF2B5EF4-FFF2-40B4-BE49-F238E27FC236}">
                  <a16:creationId xmlns:a16="http://schemas.microsoft.com/office/drawing/2014/main" id="{5B86E2F4-FE81-CB09-E8CA-8E57458B9297}"/>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02" name="Group 3401">
            <a:extLst>
              <a:ext uri="{FF2B5EF4-FFF2-40B4-BE49-F238E27FC236}">
                <a16:creationId xmlns:a16="http://schemas.microsoft.com/office/drawing/2014/main" id="{FB5AE21F-A96B-B267-9659-6164EDA73697}"/>
              </a:ext>
            </a:extLst>
          </p:cNvPr>
          <p:cNvGrpSpPr/>
          <p:nvPr/>
        </p:nvGrpSpPr>
        <p:grpSpPr>
          <a:xfrm>
            <a:off x="1730409" y="5534311"/>
            <a:ext cx="2912265" cy="301135"/>
            <a:chOff x="2844481" y="3245377"/>
            <a:chExt cx="2912265" cy="301135"/>
          </a:xfrm>
          <a:noFill/>
        </p:grpSpPr>
        <p:sp>
          <p:nvSpPr>
            <p:cNvPr id="3579" name="Rectangle 3578">
              <a:extLst>
                <a:ext uri="{FF2B5EF4-FFF2-40B4-BE49-F238E27FC236}">
                  <a16:creationId xmlns:a16="http://schemas.microsoft.com/office/drawing/2014/main" id="{99D518BB-5E1E-2080-CC37-4C50A569746D}"/>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0" name="Rectangle 3579">
              <a:extLst>
                <a:ext uri="{FF2B5EF4-FFF2-40B4-BE49-F238E27FC236}">
                  <a16:creationId xmlns:a16="http://schemas.microsoft.com/office/drawing/2014/main" id="{474AD0C0-F617-5511-BEE2-365CB135A7B7}"/>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1" name="Rectangle 3580">
              <a:extLst>
                <a:ext uri="{FF2B5EF4-FFF2-40B4-BE49-F238E27FC236}">
                  <a16:creationId xmlns:a16="http://schemas.microsoft.com/office/drawing/2014/main" id="{5C02A218-1236-77D8-B049-907DC881821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2" name="Rectangle 3581">
              <a:extLst>
                <a:ext uri="{FF2B5EF4-FFF2-40B4-BE49-F238E27FC236}">
                  <a16:creationId xmlns:a16="http://schemas.microsoft.com/office/drawing/2014/main" id="{5C6B5163-D534-5206-8CB9-AA70ACF76D7A}"/>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3" name="Rectangle 3582">
              <a:extLst>
                <a:ext uri="{FF2B5EF4-FFF2-40B4-BE49-F238E27FC236}">
                  <a16:creationId xmlns:a16="http://schemas.microsoft.com/office/drawing/2014/main" id="{D348C0BF-920B-DDE9-7F98-CA5BB44758DD}"/>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 name="Rectangle 3583">
              <a:extLst>
                <a:ext uri="{FF2B5EF4-FFF2-40B4-BE49-F238E27FC236}">
                  <a16:creationId xmlns:a16="http://schemas.microsoft.com/office/drawing/2014/main" id="{FFB43F9C-8A7E-EB43-B989-7B955488EFA8}"/>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5" name="Rectangle 3584">
              <a:extLst>
                <a:ext uri="{FF2B5EF4-FFF2-40B4-BE49-F238E27FC236}">
                  <a16:creationId xmlns:a16="http://schemas.microsoft.com/office/drawing/2014/main" id="{0FB5310B-BCB8-2B23-551F-DB744AACD4F5}"/>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6" name="Rectangle 3585">
              <a:extLst>
                <a:ext uri="{FF2B5EF4-FFF2-40B4-BE49-F238E27FC236}">
                  <a16:creationId xmlns:a16="http://schemas.microsoft.com/office/drawing/2014/main" id="{5299E77C-15B7-16B5-EE45-E9A048229F34}"/>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7" name="Rectangle 3586">
              <a:extLst>
                <a:ext uri="{FF2B5EF4-FFF2-40B4-BE49-F238E27FC236}">
                  <a16:creationId xmlns:a16="http://schemas.microsoft.com/office/drawing/2014/main" id="{A1697E5B-0E3C-F6AC-8A5F-F9D0C7EEDF37}"/>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8" name="Rectangle 3587">
              <a:extLst>
                <a:ext uri="{FF2B5EF4-FFF2-40B4-BE49-F238E27FC236}">
                  <a16:creationId xmlns:a16="http://schemas.microsoft.com/office/drawing/2014/main" id="{C578841D-F42A-2631-BA9A-8A96E4BA31A8}"/>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9" name="Rectangle 3588">
              <a:extLst>
                <a:ext uri="{FF2B5EF4-FFF2-40B4-BE49-F238E27FC236}">
                  <a16:creationId xmlns:a16="http://schemas.microsoft.com/office/drawing/2014/main" id="{2BD52B4F-DA83-4EF9-7E35-C41A6BD567F8}"/>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0" name="Rectangle 3589">
              <a:extLst>
                <a:ext uri="{FF2B5EF4-FFF2-40B4-BE49-F238E27FC236}">
                  <a16:creationId xmlns:a16="http://schemas.microsoft.com/office/drawing/2014/main" id="{1E2BB826-8D4F-07A0-2C68-1A2258A4A71B}"/>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1" name="Rectangle 3590">
              <a:extLst>
                <a:ext uri="{FF2B5EF4-FFF2-40B4-BE49-F238E27FC236}">
                  <a16:creationId xmlns:a16="http://schemas.microsoft.com/office/drawing/2014/main" id="{AD4BA0BA-BA04-D6D4-04D0-97EB693A5ED5}"/>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2" name="Rectangle 3591">
              <a:extLst>
                <a:ext uri="{FF2B5EF4-FFF2-40B4-BE49-F238E27FC236}">
                  <a16:creationId xmlns:a16="http://schemas.microsoft.com/office/drawing/2014/main" id="{55A28732-4E03-1AB7-D807-DDE5935F9A22}"/>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3" name="Rectangle 3592">
              <a:extLst>
                <a:ext uri="{FF2B5EF4-FFF2-40B4-BE49-F238E27FC236}">
                  <a16:creationId xmlns:a16="http://schemas.microsoft.com/office/drawing/2014/main" id="{9CBAD5F2-B6F7-E0AB-0DBD-CB9F6B2B9D62}"/>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4" name="Rectangle 3593">
              <a:extLst>
                <a:ext uri="{FF2B5EF4-FFF2-40B4-BE49-F238E27FC236}">
                  <a16:creationId xmlns:a16="http://schemas.microsoft.com/office/drawing/2014/main" id="{BA176FDF-3C7D-3A3F-0566-418FEDCEBA4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5" name="Rectangle 3594">
              <a:extLst>
                <a:ext uri="{FF2B5EF4-FFF2-40B4-BE49-F238E27FC236}">
                  <a16:creationId xmlns:a16="http://schemas.microsoft.com/office/drawing/2014/main" id="{83ECF5D8-C917-0D59-B69C-2878F36757D8}"/>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6" name="Rectangle 3595">
              <a:extLst>
                <a:ext uri="{FF2B5EF4-FFF2-40B4-BE49-F238E27FC236}">
                  <a16:creationId xmlns:a16="http://schemas.microsoft.com/office/drawing/2014/main" id="{C3760148-18A6-35F4-FA8B-FFADB0B40574}"/>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7" name="Rectangle 3596">
              <a:extLst>
                <a:ext uri="{FF2B5EF4-FFF2-40B4-BE49-F238E27FC236}">
                  <a16:creationId xmlns:a16="http://schemas.microsoft.com/office/drawing/2014/main" id="{669539D5-0D17-914A-C88F-22755888C3E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8" name="Rectangle 3597">
              <a:extLst>
                <a:ext uri="{FF2B5EF4-FFF2-40B4-BE49-F238E27FC236}">
                  <a16:creationId xmlns:a16="http://schemas.microsoft.com/office/drawing/2014/main" id="{C5FA33B6-F1F8-8DF4-3955-00B264E58554}"/>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9" name="Rectangle 3598">
              <a:extLst>
                <a:ext uri="{FF2B5EF4-FFF2-40B4-BE49-F238E27FC236}">
                  <a16:creationId xmlns:a16="http://schemas.microsoft.com/office/drawing/2014/main" id="{1B53F37D-1722-AAEE-1EB1-F804FDA7CEAC}"/>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0" name="Rectangle 3599">
              <a:extLst>
                <a:ext uri="{FF2B5EF4-FFF2-40B4-BE49-F238E27FC236}">
                  <a16:creationId xmlns:a16="http://schemas.microsoft.com/office/drawing/2014/main" id="{E0F5E30A-7AAB-ECCC-98D3-6D8F069E040A}"/>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1" name="Rectangle 3600">
              <a:extLst>
                <a:ext uri="{FF2B5EF4-FFF2-40B4-BE49-F238E27FC236}">
                  <a16:creationId xmlns:a16="http://schemas.microsoft.com/office/drawing/2014/main" id="{6A71C552-7684-DED4-3F82-FB5642812EE3}"/>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2" name="Rectangle 3601">
              <a:extLst>
                <a:ext uri="{FF2B5EF4-FFF2-40B4-BE49-F238E27FC236}">
                  <a16:creationId xmlns:a16="http://schemas.microsoft.com/office/drawing/2014/main" id="{BA8BBD47-721D-EC08-AFB9-9EE608FDB4B1}"/>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3" name="Rectangle 3602">
              <a:extLst>
                <a:ext uri="{FF2B5EF4-FFF2-40B4-BE49-F238E27FC236}">
                  <a16:creationId xmlns:a16="http://schemas.microsoft.com/office/drawing/2014/main" id="{4A3A450F-46A6-D32D-9784-75BAAA92338D}"/>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4" name="Rectangle 3603">
              <a:extLst>
                <a:ext uri="{FF2B5EF4-FFF2-40B4-BE49-F238E27FC236}">
                  <a16:creationId xmlns:a16="http://schemas.microsoft.com/office/drawing/2014/main" id="{F1F091EC-AED5-A667-80ED-077E2701022C}"/>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5" name="Rectangle 3604">
              <a:extLst>
                <a:ext uri="{FF2B5EF4-FFF2-40B4-BE49-F238E27FC236}">
                  <a16:creationId xmlns:a16="http://schemas.microsoft.com/office/drawing/2014/main" id="{DCE552DD-700C-9003-E210-0FEDB45AFF6C}"/>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6" name="Rectangle 3605">
              <a:extLst>
                <a:ext uri="{FF2B5EF4-FFF2-40B4-BE49-F238E27FC236}">
                  <a16:creationId xmlns:a16="http://schemas.microsoft.com/office/drawing/2014/main" id="{3F057963-39A0-B7B8-2053-5BFCC7791A2E}"/>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7" name="Rectangle 3606">
              <a:extLst>
                <a:ext uri="{FF2B5EF4-FFF2-40B4-BE49-F238E27FC236}">
                  <a16:creationId xmlns:a16="http://schemas.microsoft.com/office/drawing/2014/main" id="{8F439421-3D16-A5E5-4745-2C629A1024A2}"/>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8" name="Rectangle 3607">
              <a:extLst>
                <a:ext uri="{FF2B5EF4-FFF2-40B4-BE49-F238E27FC236}">
                  <a16:creationId xmlns:a16="http://schemas.microsoft.com/office/drawing/2014/main" id="{1E5FEB14-22FF-7D3E-2732-44F3F1FF5FB7}"/>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9" name="Rectangle 3608">
              <a:extLst>
                <a:ext uri="{FF2B5EF4-FFF2-40B4-BE49-F238E27FC236}">
                  <a16:creationId xmlns:a16="http://schemas.microsoft.com/office/drawing/2014/main" id="{152ADB0D-A492-BFDD-2501-E794E8C0DB1A}"/>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0" name="Rectangle 3609">
              <a:extLst>
                <a:ext uri="{FF2B5EF4-FFF2-40B4-BE49-F238E27FC236}">
                  <a16:creationId xmlns:a16="http://schemas.microsoft.com/office/drawing/2014/main" id="{D7F15D87-B718-D5A5-CB3C-6F55259EC20F}"/>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1" name="Rectangle 3610">
              <a:extLst>
                <a:ext uri="{FF2B5EF4-FFF2-40B4-BE49-F238E27FC236}">
                  <a16:creationId xmlns:a16="http://schemas.microsoft.com/office/drawing/2014/main" id="{4B95A43B-3805-EC81-1CA7-E318F823B4A0}"/>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2" name="Rectangle 3611">
              <a:extLst>
                <a:ext uri="{FF2B5EF4-FFF2-40B4-BE49-F238E27FC236}">
                  <a16:creationId xmlns:a16="http://schemas.microsoft.com/office/drawing/2014/main" id="{77B59D06-A4A4-55C7-17D6-4544FF844CC1}"/>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3" name="Rectangle 3612">
              <a:extLst>
                <a:ext uri="{FF2B5EF4-FFF2-40B4-BE49-F238E27FC236}">
                  <a16:creationId xmlns:a16="http://schemas.microsoft.com/office/drawing/2014/main" id="{82C1F6A2-8EB7-EA54-8A32-C8BC332A57F0}"/>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4" name="Rectangle 3613">
              <a:extLst>
                <a:ext uri="{FF2B5EF4-FFF2-40B4-BE49-F238E27FC236}">
                  <a16:creationId xmlns:a16="http://schemas.microsoft.com/office/drawing/2014/main" id="{B8677615-628F-B4E4-DD1F-234608483166}"/>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5" name="Rectangle 3614">
              <a:extLst>
                <a:ext uri="{FF2B5EF4-FFF2-40B4-BE49-F238E27FC236}">
                  <a16:creationId xmlns:a16="http://schemas.microsoft.com/office/drawing/2014/main" id="{3875A51F-5214-682D-C010-07C852DAC36B}"/>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6" name="Rectangle 3615">
              <a:extLst>
                <a:ext uri="{FF2B5EF4-FFF2-40B4-BE49-F238E27FC236}">
                  <a16:creationId xmlns:a16="http://schemas.microsoft.com/office/drawing/2014/main" id="{BF199F58-54F7-DA01-4610-951770242E82}"/>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7" name="Rectangle 3616">
              <a:extLst>
                <a:ext uri="{FF2B5EF4-FFF2-40B4-BE49-F238E27FC236}">
                  <a16:creationId xmlns:a16="http://schemas.microsoft.com/office/drawing/2014/main" id="{F4D5EFC4-3C8E-9CDD-53F5-413F0434ED7B}"/>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8" name="Rectangle 3617">
              <a:extLst>
                <a:ext uri="{FF2B5EF4-FFF2-40B4-BE49-F238E27FC236}">
                  <a16:creationId xmlns:a16="http://schemas.microsoft.com/office/drawing/2014/main" id="{587EBF62-E118-66A9-D88A-43BE12BD741E}"/>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9" name="Rectangle 3618">
              <a:extLst>
                <a:ext uri="{FF2B5EF4-FFF2-40B4-BE49-F238E27FC236}">
                  <a16:creationId xmlns:a16="http://schemas.microsoft.com/office/drawing/2014/main" id="{D31BDD06-3051-8449-081E-E659F506DFAB}"/>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0" name="Rectangle 3619">
              <a:extLst>
                <a:ext uri="{FF2B5EF4-FFF2-40B4-BE49-F238E27FC236}">
                  <a16:creationId xmlns:a16="http://schemas.microsoft.com/office/drawing/2014/main" id="{3261DE87-8D37-68C3-C5F2-3AF81061107C}"/>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1" name="Rectangle 3620">
              <a:extLst>
                <a:ext uri="{FF2B5EF4-FFF2-40B4-BE49-F238E27FC236}">
                  <a16:creationId xmlns:a16="http://schemas.microsoft.com/office/drawing/2014/main" id="{865DCC0A-EEF5-F45A-6962-34C1C5794107}"/>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2" name="Rectangle 3621">
              <a:extLst>
                <a:ext uri="{FF2B5EF4-FFF2-40B4-BE49-F238E27FC236}">
                  <a16:creationId xmlns:a16="http://schemas.microsoft.com/office/drawing/2014/main" id="{0460BC64-B435-6441-3E10-70A18BC10A8C}"/>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3" name="Rectangle 3622">
              <a:extLst>
                <a:ext uri="{FF2B5EF4-FFF2-40B4-BE49-F238E27FC236}">
                  <a16:creationId xmlns:a16="http://schemas.microsoft.com/office/drawing/2014/main" id="{6A6B0262-0EAB-D402-7401-4CB3BE823E4B}"/>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Rectangle 3623">
              <a:extLst>
                <a:ext uri="{FF2B5EF4-FFF2-40B4-BE49-F238E27FC236}">
                  <a16:creationId xmlns:a16="http://schemas.microsoft.com/office/drawing/2014/main" id="{D334A767-9F32-46A7-51B0-E4F4F69E9F55}"/>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5" name="Rectangle 3624">
              <a:extLst>
                <a:ext uri="{FF2B5EF4-FFF2-40B4-BE49-F238E27FC236}">
                  <a16:creationId xmlns:a16="http://schemas.microsoft.com/office/drawing/2014/main" id="{092DA19C-F254-0562-785C-B0BC1A412BB2}"/>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6" name="Rectangle 3625">
              <a:extLst>
                <a:ext uri="{FF2B5EF4-FFF2-40B4-BE49-F238E27FC236}">
                  <a16:creationId xmlns:a16="http://schemas.microsoft.com/office/drawing/2014/main" id="{0E5D5DC6-E142-8493-A8FD-0E01311E932A}"/>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7" name="Rectangle 3626">
              <a:extLst>
                <a:ext uri="{FF2B5EF4-FFF2-40B4-BE49-F238E27FC236}">
                  <a16:creationId xmlns:a16="http://schemas.microsoft.com/office/drawing/2014/main" id="{16D977D3-7F3F-1959-B4CA-6EC5E81F4EED}"/>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8" name="Rectangle 3627">
              <a:extLst>
                <a:ext uri="{FF2B5EF4-FFF2-40B4-BE49-F238E27FC236}">
                  <a16:creationId xmlns:a16="http://schemas.microsoft.com/office/drawing/2014/main" id="{F32EF6F0-577E-8A41-C527-52C46232AA9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9" name="Rectangle 3628">
              <a:extLst>
                <a:ext uri="{FF2B5EF4-FFF2-40B4-BE49-F238E27FC236}">
                  <a16:creationId xmlns:a16="http://schemas.microsoft.com/office/drawing/2014/main" id="{9563E7A3-F041-BA40-17C2-D5B5787B7C41}"/>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0" name="Rectangle 3629">
              <a:extLst>
                <a:ext uri="{FF2B5EF4-FFF2-40B4-BE49-F238E27FC236}">
                  <a16:creationId xmlns:a16="http://schemas.microsoft.com/office/drawing/2014/main" id="{B60184C3-AC2E-5CB8-5D79-DEEBD5EC9C98}"/>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1" name="Rectangle 3630">
              <a:extLst>
                <a:ext uri="{FF2B5EF4-FFF2-40B4-BE49-F238E27FC236}">
                  <a16:creationId xmlns:a16="http://schemas.microsoft.com/office/drawing/2014/main" id="{2BE35B31-083E-BA12-5A50-54366D1CFF4D}"/>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2" name="Rectangle 3631">
              <a:extLst>
                <a:ext uri="{FF2B5EF4-FFF2-40B4-BE49-F238E27FC236}">
                  <a16:creationId xmlns:a16="http://schemas.microsoft.com/office/drawing/2014/main" id="{43D1F9A5-212F-4487-0750-F72482C977E4}"/>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3" name="Rectangle 3632">
              <a:extLst>
                <a:ext uri="{FF2B5EF4-FFF2-40B4-BE49-F238E27FC236}">
                  <a16:creationId xmlns:a16="http://schemas.microsoft.com/office/drawing/2014/main" id="{01F4F59A-E665-B2A4-FFDD-548CBF60D019}"/>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4" name="Rectangle 3633">
              <a:extLst>
                <a:ext uri="{FF2B5EF4-FFF2-40B4-BE49-F238E27FC236}">
                  <a16:creationId xmlns:a16="http://schemas.microsoft.com/office/drawing/2014/main" id="{2F0947F3-262A-F1EB-3E41-217D74BA9DDC}"/>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5" name="Rectangle 3634">
              <a:extLst>
                <a:ext uri="{FF2B5EF4-FFF2-40B4-BE49-F238E27FC236}">
                  <a16:creationId xmlns:a16="http://schemas.microsoft.com/office/drawing/2014/main" id="{604BDA2A-8BBA-072D-6457-D6F4C607A53E}"/>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6" name="Rectangle 3635">
              <a:extLst>
                <a:ext uri="{FF2B5EF4-FFF2-40B4-BE49-F238E27FC236}">
                  <a16:creationId xmlns:a16="http://schemas.microsoft.com/office/drawing/2014/main" id="{314339AD-1468-FF94-E6AE-37CB5C138B4D}"/>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7" name="Rectangle 3636">
              <a:extLst>
                <a:ext uri="{FF2B5EF4-FFF2-40B4-BE49-F238E27FC236}">
                  <a16:creationId xmlns:a16="http://schemas.microsoft.com/office/drawing/2014/main" id="{27C81047-2D76-0AA5-7890-D6D64257D75C}"/>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8" name="Rectangle 3637">
              <a:extLst>
                <a:ext uri="{FF2B5EF4-FFF2-40B4-BE49-F238E27FC236}">
                  <a16:creationId xmlns:a16="http://schemas.microsoft.com/office/drawing/2014/main" id="{5D99D13C-DD80-1BF1-5EB6-A2A55D771AB5}"/>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9" name="Rectangle 3638">
              <a:extLst>
                <a:ext uri="{FF2B5EF4-FFF2-40B4-BE49-F238E27FC236}">
                  <a16:creationId xmlns:a16="http://schemas.microsoft.com/office/drawing/2014/main" id="{6C00A7B5-27D3-E259-7A81-41301592DBFB}"/>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0" name="Rectangle 3639">
              <a:extLst>
                <a:ext uri="{FF2B5EF4-FFF2-40B4-BE49-F238E27FC236}">
                  <a16:creationId xmlns:a16="http://schemas.microsoft.com/office/drawing/2014/main" id="{CDBDBF54-A2FD-A4B3-2A26-9472B31A198E}"/>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1" name="Rectangle 3640">
              <a:extLst>
                <a:ext uri="{FF2B5EF4-FFF2-40B4-BE49-F238E27FC236}">
                  <a16:creationId xmlns:a16="http://schemas.microsoft.com/office/drawing/2014/main" id="{CE146A2A-094C-D4CC-9F46-8AC0AD7AF2F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2" name="Rectangle 3641">
              <a:extLst>
                <a:ext uri="{FF2B5EF4-FFF2-40B4-BE49-F238E27FC236}">
                  <a16:creationId xmlns:a16="http://schemas.microsoft.com/office/drawing/2014/main" id="{BB81882A-CDD9-C385-ACC9-0C69D078CC13}"/>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3" name="Rectangle 3642">
              <a:extLst>
                <a:ext uri="{FF2B5EF4-FFF2-40B4-BE49-F238E27FC236}">
                  <a16:creationId xmlns:a16="http://schemas.microsoft.com/office/drawing/2014/main" id="{E0C77E60-FBC4-7F64-9184-4313AFF5A03B}"/>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4" name="Rectangle 3643">
              <a:extLst>
                <a:ext uri="{FF2B5EF4-FFF2-40B4-BE49-F238E27FC236}">
                  <a16:creationId xmlns:a16="http://schemas.microsoft.com/office/drawing/2014/main" id="{434C4634-DCD4-7BE1-E11E-9C46CCE42A36}"/>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5" name="Rectangle 3644">
              <a:extLst>
                <a:ext uri="{FF2B5EF4-FFF2-40B4-BE49-F238E27FC236}">
                  <a16:creationId xmlns:a16="http://schemas.microsoft.com/office/drawing/2014/main" id="{FA555D3D-3D93-B0BE-FFBB-AE3A7BD700B6}"/>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6" name="Rectangle 3645">
              <a:extLst>
                <a:ext uri="{FF2B5EF4-FFF2-40B4-BE49-F238E27FC236}">
                  <a16:creationId xmlns:a16="http://schemas.microsoft.com/office/drawing/2014/main" id="{52C2617C-94D7-FA8B-2274-1B4BE7C7AA69}"/>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7" name="Rectangle 3646">
              <a:extLst>
                <a:ext uri="{FF2B5EF4-FFF2-40B4-BE49-F238E27FC236}">
                  <a16:creationId xmlns:a16="http://schemas.microsoft.com/office/drawing/2014/main" id="{469BE6E2-2119-A698-1737-B17B13AC5A2C}"/>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8" name="Rectangle 3647">
              <a:extLst>
                <a:ext uri="{FF2B5EF4-FFF2-40B4-BE49-F238E27FC236}">
                  <a16:creationId xmlns:a16="http://schemas.microsoft.com/office/drawing/2014/main" id="{77A5B9FD-C0CA-0133-C107-4AD83C6E16B5}"/>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9" name="Rectangle 3648">
              <a:extLst>
                <a:ext uri="{FF2B5EF4-FFF2-40B4-BE49-F238E27FC236}">
                  <a16:creationId xmlns:a16="http://schemas.microsoft.com/office/drawing/2014/main" id="{9D3AB650-C641-3BC7-ADE2-488C6346CECF}"/>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0" name="Rectangle 3649">
              <a:extLst>
                <a:ext uri="{FF2B5EF4-FFF2-40B4-BE49-F238E27FC236}">
                  <a16:creationId xmlns:a16="http://schemas.microsoft.com/office/drawing/2014/main" id="{73FC27E5-6477-39F3-AE2C-870EECB7A029}"/>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1" name="Rectangle 3650">
              <a:extLst>
                <a:ext uri="{FF2B5EF4-FFF2-40B4-BE49-F238E27FC236}">
                  <a16:creationId xmlns:a16="http://schemas.microsoft.com/office/drawing/2014/main" id="{9CDCAC5F-1EEA-0BB4-6F50-50FF5CF845BA}"/>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2" name="Rectangle 3651">
              <a:extLst>
                <a:ext uri="{FF2B5EF4-FFF2-40B4-BE49-F238E27FC236}">
                  <a16:creationId xmlns:a16="http://schemas.microsoft.com/office/drawing/2014/main" id="{9DE5B3B4-8CAE-BFDC-FDE3-66E5D7274E07}"/>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3" name="Rectangle 3652">
              <a:extLst>
                <a:ext uri="{FF2B5EF4-FFF2-40B4-BE49-F238E27FC236}">
                  <a16:creationId xmlns:a16="http://schemas.microsoft.com/office/drawing/2014/main" id="{C58E1E83-3686-83AD-6DE9-FBB4C37200B7}"/>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4" name="Rectangle 3653">
              <a:extLst>
                <a:ext uri="{FF2B5EF4-FFF2-40B4-BE49-F238E27FC236}">
                  <a16:creationId xmlns:a16="http://schemas.microsoft.com/office/drawing/2014/main" id="{997D2B1E-32EF-842D-E829-D18C4FA555D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5" name="Rectangle 3654">
              <a:extLst>
                <a:ext uri="{FF2B5EF4-FFF2-40B4-BE49-F238E27FC236}">
                  <a16:creationId xmlns:a16="http://schemas.microsoft.com/office/drawing/2014/main" id="{4B79E20D-61E9-2B29-4183-BAAE3E715DB3}"/>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6" name="Rectangle 3655">
              <a:extLst>
                <a:ext uri="{FF2B5EF4-FFF2-40B4-BE49-F238E27FC236}">
                  <a16:creationId xmlns:a16="http://schemas.microsoft.com/office/drawing/2014/main" id="{4B871981-2C83-9286-CEB7-CCC3B53811D2}"/>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7" name="Rectangle 3656">
              <a:extLst>
                <a:ext uri="{FF2B5EF4-FFF2-40B4-BE49-F238E27FC236}">
                  <a16:creationId xmlns:a16="http://schemas.microsoft.com/office/drawing/2014/main" id="{AB7483DB-6431-EB79-6394-788CFCEB1098}"/>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8" name="Rectangle 3657">
              <a:extLst>
                <a:ext uri="{FF2B5EF4-FFF2-40B4-BE49-F238E27FC236}">
                  <a16:creationId xmlns:a16="http://schemas.microsoft.com/office/drawing/2014/main" id="{AA915D94-4B4B-3F3C-5038-6E8309C4A0D8}"/>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9" name="Rectangle 3658">
              <a:extLst>
                <a:ext uri="{FF2B5EF4-FFF2-40B4-BE49-F238E27FC236}">
                  <a16:creationId xmlns:a16="http://schemas.microsoft.com/office/drawing/2014/main" id="{53434758-10F7-71DB-C049-A478F46680D2}"/>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0" name="Rectangle 3659">
              <a:extLst>
                <a:ext uri="{FF2B5EF4-FFF2-40B4-BE49-F238E27FC236}">
                  <a16:creationId xmlns:a16="http://schemas.microsoft.com/office/drawing/2014/main" id="{014C1B26-4FD5-6B58-8FC4-60E578BFAAAC}"/>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1" name="Rectangle 3660">
              <a:extLst>
                <a:ext uri="{FF2B5EF4-FFF2-40B4-BE49-F238E27FC236}">
                  <a16:creationId xmlns:a16="http://schemas.microsoft.com/office/drawing/2014/main" id="{1615D080-FA96-1319-4027-D95F4EBB8031}"/>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2" name="Rectangle 3661">
              <a:extLst>
                <a:ext uri="{FF2B5EF4-FFF2-40B4-BE49-F238E27FC236}">
                  <a16:creationId xmlns:a16="http://schemas.microsoft.com/office/drawing/2014/main" id="{23C92734-7F61-7234-65E3-BC9AE39AC08F}"/>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3" name="Rectangle 3662">
              <a:extLst>
                <a:ext uri="{FF2B5EF4-FFF2-40B4-BE49-F238E27FC236}">
                  <a16:creationId xmlns:a16="http://schemas.microsoft.com/office/drawing/2014/main" id="{8F40D30C-60D3-9030-77DD-534EC99A03C4}"/>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4" name="Rectangle 3663">
              <a:extLst>
                <a:ext uri="{FF2B5EF4-FFF2-40B4-BE49-F238E27FC236}">
                  <a16:creationId xmlns:a16="http://schemas.microsoft.com/office/drawing/2014/main" id="{2E7DCE56-E191-2815-4490-BF24717838C4}"/>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5" name="Rectangle 3664">
              <a:extLst>
                <a:ext uri="{FF2B5EF4-FFF2-40B4-BE49-F238E27FC236}">
                  <a16:creationId xmlns:a16="http://schemas.microsoft.com/office/drawing/2014/main" id="{12AA6526-C437-E551-5D91-A5B87D070CD1}"/>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61" name="Group 4460">
            <a:extLst>
              <a:ext uri="{FF2B5EF4-FFF2-40B4-BE49-F238E27FC236}">
                <a16:creationId xmlns:a16="http://schemas.microsoft.com/office/drawing/2014/main" id="{EAF97063-8DEC-E9E5-E1D0-45F33B0D22B4}"/>
              </a:ext>
            </a:extLst>
          </p:cNvPr>
          <p:cNvGrpSpPr/>
          <p:nvPr/>
        </p:nvGrpSpPr>
        <p:grpSpPr>
          <a:xfrm>
            <a:off x="7550088" y="1022554"/>
            <a:ext cx="2912265" cy="4812957"/>
            <a:chOff x="7533154" y="1022554"/>
            <a:chExt cx="2912265" cy="4812957"/>
          </a:xfrm>
          <a:noFill/>
        </p:grpSpPr>
        <p:grpSp>
          <p:nvGrpSpPr>
            <p:cNvPr id="390" name="Group 389">
              <a:extLst>
                <a:ext uri="{FF2B5EF4-FFF2-40B4-BE49-F238E27FC236}">
                  <a16:creationId xmlns:a16="http://schemas.microsoft.com/office/drawing/2014/main" id="{1A5ECEC7-56BF-1147-BD84-97CAE6CD8BA0}"/>
                </a:ext>
              </a:extLst>
            </p:cNvPr>
            <p:cNvGrpSpPr/>
            <p:nvPr/>
          </p:nvGrpSpPr>
          <p:grpSpPr>
            <a:xfrm>
              <a:off x="7533154" y="1022554"/>
              <a:ext cx="2912265" cy="301135"/>
              <a:chOff x="2844481" y="3245377"/>
              <a:chExt cx="2912265" cy="301135"/>
            </a:xfrm>
            <a:grpFill/>
          </p:grpSpPr>
          <p:sp>
            <p:nvSpPr>
              <p:cNvPr id="391" name="Rectangle 390">
                <a:extLst>
                  <a:ext uri="{FF2B5EF4-FFF2-40B4-BE49-F238E27FC236}">
                    <a16:creationId xmlns:a16="http://schemas.microsoft.com/office/drawing/2014/main" id="{A2ACDEB4-327A-04F5-0C90-CA9BAA0040FF}"/>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C5B86B6B-97C4-357D-7BC2-FF17F34DD3B9}"/>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4A55C33-908C-147F-A5FD-40C4D1884B42}"/>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D4B007DC-981F-B440-3DD8-4CFC9D74D98C}"/>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3F0E143D-E1FE-02A3-B9E6-0DE1054CC856}"/>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254600CB-DD0F-98F9-887A-6723F870B9DB}"/>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79AE9F21-EACD-DC96-BB18-63D87C7CB79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D5C14BED-5124-6B7D-4F39-697E66D67D54}"/>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29B8CD4F-0FE2-F8F5-DAC7-2ED27A467137}"/>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F9FF0DEB-185F-93D3-97A5-59940E82EEBB}"/>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21A0C5F5-5DB6-9478-A7D5-939BC45489F6}"/>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010C5A18-CD72-3E0D-BEB9-50B630D4ADD5}"/>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36CFE47-B455-3665-6321-AD37FFB7FB7E}"/>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C213F432-72C2-FBAF-C792-35C5D5906776}"/>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16F9F03-DDB7-83C5-7A22-99D70A12A324}"/>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02DD8DF1-9A4E-6429-CDB3-00B4769327DD}"/>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0EB080A6-1925-FFAD-4AA3-9967D358FB7D}"/>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79F07D0A-CB38-06D0-D488-3E5D848164E5}"/>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E686164-8265-826D-6E13-94083C0559F2}"/>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0E7908AB-3B0F-2AED-B3DF-B6B7E4199733}"/>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DFE5FDC-92CF-0727-EDF4-7967AA59DA00}"/>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1F311CC2-9A6C-C69A-7CE7-4DED4DAFA964}"/>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1F14059C-8F01-6459-6D7D-34675A6FD16D}"/>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26DEEE6D-18FE-12D0-1AD9-0DB8397E576E}"/>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E5A48FA-DF6F-7F1A-3209-5A528A2BE72B}"/>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52AF2880-D97A-BCAE-69A8-B5B7EFAF6EF1}"/>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C9F715AF-6B25-F366-3868-ABB9DC09F9E6}"/>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C796EF99-8F55-098E-F4D6-FDA7A16DEF22}"/>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D581E21F-D832-A4FB-9DE4-C589B1555832}"/>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79A35F1A-A0D5-E3E6-1389-20EB32791326}"/>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84C805C-A584-8E2B-F606-9167DCB3A93A}"/>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2171EB2D-26C1-C9C8-D351-62EBD4DC24E1}"/>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D883623D-E3EE-112C-2B2E-F58027D55075}"/>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3173B96D-B141-7C56-C953-F072A7F21F80}"/>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6063C10C-6FB2-8601-901E-0AAEF5D54372}"/>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DF7F6C83-C05B-D13F-777F-0ECF96D688B9}"/>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C96D958B-EFC1-B195-96B3-9ADB7D38513F}"/>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BC9D8DB7-F766-9933-078E-0266FEB29151}"/>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0D83D150-A85A-6324-E3BD-AFD96F6FACBD}"/>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53594121-41B7-C107-723B-32700C5F50A2}"/>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23077541-B7D7-0A84-57C2-E235F5539224}"/>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374D4E12-33B1-E23B-056B-3D8394AA29AB}"/>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6BBF8331-BCD8-2E13-F2DA-76462928BA80}"/>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DED1DF47-5F46-2FC5-F506-1E8DF77D3625}"/>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883870A9-EBD8-9B0A-00EF-D850D7F38039}"/>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CA9FA108-4124-0F60-29FB-62A1FD239CE6}"/>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611E6335-286F-AED1-043D-9010BF6D801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2D0FFA87-0989-BF2E-CEE9-2C3D5B324ED8}"/>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E125794F-72B2-05D2-F3B2-17E633A9D2E2}"/>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FB9238A4-CC22-86E5-7EE1-1BCB51EA2A47}"/>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8E6FBD68-F91B-8EF7-DB7D-F7FB602FC5FB}"/>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B342271F-0928-C47E-DB1D-9A10C973855C}"/>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4FF60AB3-6B5F-41D2-B116-06462007004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BCB334E8-645B-9881-9471-9D97642688DB}"/>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48FD03D2-841C-C7CF-0F01-3BC309298556}"/>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F1B6DE12-9EC7-22B3-BC60-52B7C9F7682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DC3E37D-F299-76A0-ED05-5DAED6A54875}"/>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DAF65AFD-FEDB-6555-1FD8-088C80A37442}"/>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5944A48-D71D-3A68-0D19-53FFBE242737}"/>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F0CE9A5D-98D7-967D-C1B7-CF32036E904B}"/>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656E57A4-EFA7-34D3-993F-3E82F3322CE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93580BEE-4F6B-1DBB-953B-5E483895DB73}"/>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2C581748-C4EB-1C87-149C-E98DA85BB205}"/>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E31A227F-F3D5-9F44-99B3-C395C514A70D}"/>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5EB16D88-044E-A1EA-209F-17928B4113E9}"/>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D953E8AD-FFB7-825D-C755-0F3BF1DE8B08}"/>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BB0527FE-D286-2EB9-2BEE-C46A8F3CDD0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97C132D2-9709-740F-F305-ACD0B7565A56}"/>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046175E3-DCD1-F7EF-5ADE-08BFA18A2B43}"/>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6F5E6A93-B12A-A9D6-FBA1-F66570846354}"/>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FDCB0A54-B307-4588-6446-96341B27FF36}"/>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DD60A26D-81FE-35E7-F509-CB7BB6E21724}"/>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F11D7D0C-B4FD-90D1-00DA-E4F824B922BC}"/>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0B6245FA-43F7-C60E-21FB-BD356A64575C}"/>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097B5F65-1099-C17C-1DE6-4576CCCBD47D}"/>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34AD7EC7-F925-1FD7-E774-8BF6BB1DDD8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72A2FE06-E43C-F1F3-61D4-C57F759565B5}"/>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5337A7FF-16DC-157E-9C0A-D894BA9B5AD4}"/>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7CA10491-35CE-D93F-3D64-0C4105C85366}"/>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7AEE6101-E504-1762-2A23-CE8BC9A786B3}"/>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7314A1E8-3D8B-F73C-640B-DF614EFAFD8A}"/>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2FB2ADD4-025D-0AB6-1C45-335C9ABB5857}"/>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85E7FDB-2977-89F5-F2B8-AC0EC42B6595}"/>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E4D4C296-1F17-BD9A-930E-9EAFE1064F71}"/>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70A6369D-BE98-CAAE-62FF-B4FED8D72B6E}"/>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FC6AC2A4-7E9D-2FD5-6688-110F09874CEE}"/>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558CD36-7B7A-01A2-FBCD-5807DA6942F9}"/>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8C169E3E-8F5E-F675-146E-3FE9C0EAD47F}"/>
                </a:ext>
              </a:extLst>
            </p:cNvPr>
            <p:cNvGrpSpPr/>
            <p:nvPr/>
          </p:nvGrpSpPr>
          <p:grpSpPr>
            <a:xfrm>
              <a:off x="7533154" y="1323623"/>
              <a:ext cx="2912265" cy="301135"/>
              <a:chOff x="2844481" y="3245377"/>
              <a:chExt cx="2912265" cy="301135"/>
            </a:xfrm>
            <a:grpFill/>
          </p:grpSpPr>
          <p:sp>
            <p:nvSpPr>
              <p:cNvPr id="483" name="Rectangle 482">
                <a:extLst>
                  <a:ext uri="{FF2B5EF4-FFF2-40B4-BE49-F238E27FC236}">
                    <a16:creationId xmlns:a16="http://schemas.microsoft.com/office/drawing/2014/main" id="{0E5FC31D-0AC5-2A07-C9F1-AD8792514A6C}"/>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CF1F28D3-663B-1437-1ABD-F993406BD9FB}"/>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8F9ABFB8-4F3E-7132-F4F7-BC1C76DBFEB5}"/>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10E8E0FE-8008-B617-D69D-98DE2A7189B8}"/>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37DB8A8E-372E-B6FC-238E-F581126F1C70}"/>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FB1C8DFE-D0D1-643A-8720-150343151EC1}"/>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92ADDE6D-C69F-DE9A-66E9-6116CD8AEDCE}"/>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AD26278B-EB1B-BE12-538C-3602EDC7E855}"/>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D09D5D70-DBC8-3A6C-CED9-A23AD0B3114D}"/>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D7160C9F-4216-76F3-7224-8E7DE863A507}"/>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A997408B-1DAC-B74D-2D33-DF9ECE628EF3}"/>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CAFCB8B-325E-36B6-1C66-6BDA85003E9A}"/>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67F8512-5B56-43CC-E1C1-E52A3A9E1EF8}"/>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265AB8AE-04EF-2C15-D052-927BD6F897B3}"/>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4CF32D39-7F7A-3BCE-04ED-6B353C39F75E}"/>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C1630CA6-E3DF-B39C-567E-18FBE4AFB2C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FE3BE856-00E6-7F4B-22BA-31DFA8D515B8}"/>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5F98C1E3-5755-B19B-8644-2AA796F4EAA4}"/>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B329CF39-4A2D-9E09-AC80-73859476BC0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53AD9B86-58D5-5753-FAC4-8D23A840C667}"/>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D9BF09FA-BED0-3FC0-5AEC-43562AF28C68}"/>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146737A1-445F-23A9-31CA-41FF5C14FA91}"/>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6BB2383D-67BD-C916-3C16-CDE63EB59B1D}"/>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D1CB91B3-94A8-D042-05F4-E3CAA3E53334}"/>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1D9CA4EF-35B0-CE9E-E6A2-990BA9FC4B77}"/>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F4512D7D-63C7-FBFA-90AD-40FD545DE494}"/>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78C2A9D2-2803-1152-F122-3996F326C427}"/>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48CBFF6A-2FCC-5F7E-5778-D0F38BCAC1B5}"/>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E39BCA22-0FAD-44EB-C364-A08CB77881B0}"/>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00F8480A-766D-DE85-05C0-13B76B2FC3C5}"/>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A29F3A39-A42F-B8EF-C599-110B66C8E853}"/>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AA56B0EA-0D99-9C59-E1BC-006C26BC0F2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46559D29-B749-F943-FEE2-5807A235DB25}"/>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6607ED04-0136-E4AF-BC37-2BA79B1EC590}"/>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C7BF177F-27F9-4049-2D72-2C3F90D80D7A}"/>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E89F2C20-21E7-391E-6F35-4293A6CA183E}"/>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29182E84-3ED5-1D4C-681B-F0A77EF6FB92}"/>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BCEEFDC4-2ED2-7185-B663-001F88FBF737}"/>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AF24BB9A-79AC-571B-3E0C-897E57E0CF3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5FF7E929-8E66-20FE-5E60-4B1E62D3F868}"/>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E674C9C8-4DD6-F289-45C5-83FF464D5CEC}"/>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B86FBD66-F769-4561-1FCB-6201B8B82269}"/>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15420F39-D9EC-3ABB-D984-C77366606C0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392B5E78-3A6D-ABAF-0CB5-BB147CD94D90}"/>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F9AF2F41-7BF2-AF20-546E-81A75DD5DF8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F864634F-8D98-1FB4-D945-FE8F038A016A}"/>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70CBC541-7613-2B52-BA01-C954CC325A21}"/>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8453EEE0-1B74-4411-0537-933B74412F70}"/>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7A769FC7-CA7D-CD63-98C8-3D22AD1ECA0D}"/>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5A07C10F-0DF9-CE12-0A08-CCBF0F80A9F2}"/>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1BE27587-5665-5B94-8359-4F6E2AE0E550}"/>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AAA684A2-F4C3-D1C5-F676-F58D96CD70E0}"/>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1B5419D1-A008-2A22-D3DC-4AB385AA2C7B}"/>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5134D055-2190-8AEC-3F8C-8809D0CE5D55}"/>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6872D0DD-16FE-E0DD-C94A-B5146C4F699A}"/>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5BB56C3B-10ED-D2EA-F8DF-F4E2BF2A12BF}"/>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B3BEC575-55D9-D7F7-20F0-503A05B2AAA2}"/>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52C4D017-3FAF-97A3-5142-5C236409D28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4373F48B-FDA5-8289-BBF9-C590729A388B}"/>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DDBBFBBD-457A-6E46-B30E-41CBEA22177D}"/>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ACA39DAF-0DAD-634D-6460-D3240C75076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D6FC459F-F139-0D2E-552D-D7F9C0755905}"/>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6ACF776C-682D-169C-EFEF-50A98735CA0C}"/>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95B857F5-124F-8392-37CA-6E60FD5E304E}"/>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2BF0E328-30ED-1D60-59E6-8CD1FDA710D4}"/>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0DCAC986-8615-CFA7-1244-B636052D2F61}"/>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CD3797F7-AE53-27FE-1C36-EA5DF210A2F9}"/>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45CCE5C6-0CCD-718B-3B03-EDA8FCE1C1DE}"/>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DE44531B-8E8E-5EB2-C48E-62ECB2C6D7E0}"/>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3AF2916E-4145-FC2B-B76C-A0FF0D47F6B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4246E5F7-5A88-4DEE-635D-86EF45C47ACF}"/>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97F5B007-E256-D877-ACCF-5F8ACF8947C1}"/>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E580AFF6-93C0-7728-51BE-54D60611C7D5}"/>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84C7CAED-B9F8-382F-2CD2-FEA3CB98677B}"/>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6A6EF9FA-3B52-81AD-8CBE-68CE4C77A0F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B536252E-86E7-F569-4B9E-00D383D085B5}"/>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42EA9251-B5A1-6293-15BE-961DD0F35C23}"/>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62A441F8-486D-E3DA-FA62-EC228DE12F1C}"/>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F5E87803-64C1-BDD9-3418-2B02B01133FC}"/>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E7AA9BCE-15DA-A946-2071-A895B59A92C0}"/>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B6F2070D-C811-FD1C-35D1-31FD16AD354C}"/>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D9503132-8A44-E727-EEF3-7A751C9409FF}"/>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316C0E39-DD06-C07B-378B-790DA37149A3}"/>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BCC12CBA-8E74-42C9-D348-40EA637682A2}"/>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83D3CF57-138D-8A98-8DD7-3EA3EE25769D}"/>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CFA88338-6B73-5ED5-90CB-74F6ABE6C75E}"/>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C5B21E05-A43F-FDAB-0B5F-CDC655930038}"/>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7" name="Group 746">
              <a:extLst>
                <a:ext uri="{FF2B5EF4-FFF2-40B4-BE49-F238E27FC236}">
                  <a16:creationId xmlns:a16="http://schemas.microsoft.com/office/drawing/2014/main" id="{9DE49966-42F5-81E8-C5B6-C7C845CF3373}"/>
                </a:ext>
              </a:extLst>
            </p:cNvPr>
            <p:cNvGrpSpPr/>
            <p:nvPr/>
          </p:nvGrpSpPr>
          <p:grpSpPr>
            <a:xfrm>
              <a:off x="7533154" y="1624692"/>
              <a:ext cx="2912265" cy="301135"/>
              <a:chOff x="2844481" y="3245377"/>
              <a:chExt cx="2912265" cy="301135"/>
            </a:xfrm>
            <a:grpFill/>
          </p:grpSpPr>
          <p:sp>
            <p:nvSpPr>
              <p:cNvPr id="748" name="Rectangle 747">
                <a:extLst>
                  <a:ext uri="{FF2B5EF4-FFF2-40B4-BE49-F238E27FC236}">
                    <a16:creationId xmlns:a16="http://schemas.microsoft.com/office/drawing/2014/main" id="{8A5DCE9C-077D-9EDF-CAED-C9CF3AB11444}"/>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2000A442-4F47-A68E-507E-CA4072CB3C6E}"/>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5B3BF897-0167-C774-AB68-BC544A4F22F8}"/>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05431CEC-AB35-720D-A0FE-5E4DEE55A8D6}"/>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78F82301-A265-F75A-3CF7-EB2E7D15789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BC7F5305-F29E-BED2-4500-662C857B4621}"/>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9818FCB7-C43E-5C34-3345-CDE8812AB069}"/>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A7C5E050-0947-47A9-7EEB-130326181BCB}"/>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A783175A-1C41-0A52-1284-91DCD8BEC086}"/>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8DB2BD2D-6259-3D81-704A-0C9FCB3C77CA}"/>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97E0B072-60A4-2CBE-511B-8EC95746C4D2}"/>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B554DB78-7088-4FD7-B871-BA7E09AD1F5D}"/>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103525D1-42C3-C871-031A-EB705EC78827}"/>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4D656D71-843D-A669-470A-06147A212BE2}"/>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41AD0679-2F60-3222-B004-5D1FA135C379}"/>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Rectangle 762">
                <a:extLst>
                  <a:ext uri="{FF2B5EF4-FFF2-40B4-BE49-F238E27FC236}">
                    <a16:creationId xmlns:a16="http://schemas.microsoft.com/office/drawing/2014/main" id="{8B461A6C-9CC0-2D34-6CBC-859402D8D3D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21638728-5CD0-EE4F-9BCE-F980E48B480A}"/>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5231FC6B-A127-5BC1-4C9D-4FA9876AEE80}"/>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0A88A55D-E856-7B5A-08B3-F9963D52A1B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41E19D3B-F971-C117-74FE-FA071891437E}"/>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821B84D0-7954-6978-81F9-D2710CDF071F}"/>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a16="http://schemas.microsoft.com/office/drawing/2014/main" id="{F6B8051C-070D-2BA9-D372-862009A7B4DF}"/>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E4FCF6E3-D062-E706-D111-9C7A7A533943}"/>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D5C59AFF-D555-D03F-452C-29553E5A920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A56302B0-3D6F-AA5E-53C5-6D057C56DA46}"/>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66016642-155E-5F37-D607-AAEEA9C547BA}"/>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036D4E43-50E0-12D9-0625-479029CABE85}"/>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33C1C725-0103-1BCA-83AD-63868EEFBF57}"/>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422A4B86-54BC-5DF7-3D9A-11F857F53A14}"/>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ADBD706C-63EE-CE3E-2A2C-5BB2131F0E3F}"/>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A9CA5862-1249-202E-D56F-1AA8E5669067}"/>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40F24C98-B9CE-AFA4-DDC8-E60B9974A83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23F42C16-D2B3-6B64-9B14-E50DD34AD0A0}"/>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E5F3610A-D899-20D3-7070-785C5EB5FB5A}"/>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6D3707CF-0173-DEDA-9C12-FD0E2885AB87}"/>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872D9914-24A1-6B13-948E-489B506B5D4C}"/>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799DAAF0-EA26-5BCD-9CBD-087241DF79A4}"/>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2ABFD089-5FB6-8395-7EF7-8CFE5B23B6C4}"/>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1717A9D9-9477-31B4-A72B-D73F75AA0C51}"/>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707EC833-924D-1DB7-F79A-2D86E786740C}"/>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35959991-376D-9B18-03FC-A478CF74A4C2}"/>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99DD665C-7BDF-C404-EA4D-5D31357228B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26ED8569-E0D5-BDA5-A37F-74D7273F0D34}"/>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E4C9F74D-D3CB-4AF3-4F44-F214377A862A}"/>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F8D14344-A711-7214-1F40-AF9224082D87}"/>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4B09B952-481D-9165-11A5-079DB234633A}"/>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DB1E067D-9722-0EC4-D314-4B6656AAC55A}"/>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F3DC4A50-C0BD-258F-FFE7-72645E68BFA1}"/>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8883809F-B40A-10B0-0E18-E81F83A23A5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177C9D4D-15E4-7803-037C-BEB1DB87DE6E}"/>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8A2B244B-8C88-36E4-6E76-14E5C757CF77}"/>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4B86DD1D-7553-3A0F-DDB2-3E075585E66B}"/>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B8DB43B9-244D-6D2B-D183-AF8994C87854}"/>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Rectangle 800">
                <a:extLst>
                  <a:ext uri="{FF2B5EF4-FFF2-40B4-BE49-F238E27FC236}">
                    <a16:creationId xmlns:a16="http://schemas.microsoft.com/office/drawing/2014/main" id="{FA902236-488F-93BA-9350-E0CA86A3D36B}"/>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EB44BE75-5743-EFB4-E589-4E6E2743BF39}"/>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127B3D71-85FC-D2B9-3882-806D9943AD17}"/>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EE111E80-8831-8CEE-B980-FDBEE71A2E6A}"/>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4EF8BAE1-D5C0-FFFC-A7D5-7103E3A1BC3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D5E6192F-73EE-A4DB-ACDD-920647E2D59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1D9B6DED-9335-7927-9259-1EC05B7E33FD}"/>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6438E21C-A0D5-6B17-C1FA-8C3E236613B4}"/>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9B4EC6FC-61C5-14A1-E7BC-D48F25A58715}"/>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28584616-9FB7-23CB-FA90-0EEFB06C25F1}"/>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8CAF812A-DC93-0FF3-68B9-DC52D7284F1D}"/>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9389813F-CDDD-64C7-E109-1F6E9BD35C2C}"/>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52555F23-6D51-E09A-174A-52C8AABC7568}"/>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A952B74C-6C33-9C5B-CB2E-3BF04EC89F1B}"/>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A746B7A4-5627-1689-3046-F5C015ED5469}"/>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0D2D3FDE-7D3B-EA36-ABC2-B0116F95E478}"/>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68C9BCE6-C91B-2197-C099-B45DF932520C}"/>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2F57CD46-2AF8-DC0F-0DEF-2BC54AC9C03F}"/>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8412862A-E717-49ED-397E-2AB60878D1D7}"/>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3A18927D-A67A-9256-CC14-993582CF7EA9}"/>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8772372B-B17E-4F93-493A-200E1E8BC2DB}"/>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416EEE56-DFE7-E2D5-D402-D1457608DF0E}"/>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66181A3E-D28E-7CEA-3FEC-0AF4BF0820FB}"/>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263A2CFA-FE7A-8CAC-6050-9F2CA148F6E8}"/>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2C2EB4A2-D1BD-343B-DF2C-E1B15BF64393}"/>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35B0CFEB-3F9C-56C6-2694-B9505B7AF456}"/>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556364B7-3362-9FDA-7380-C62AC358F708}"/>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3442F0C6-79AA-62C0-C29E-911F889C2D43}"/>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337A73D5-FA91-45B8-BE28-0292DD9A856B}"/>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6777C132-D115-3816-5625-CCE8E7B52293}"/>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3EE9E3ED-2582-CF48-2A62-95DFB8959CB2}"/>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6AFC55CD-50B8-4384-5422-B29A7D64B7F5}"/>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2912ED1B-E099-C177-E90C-69C314315CA7}"/>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8A9BEDE8-C3F4-8A64-8F0C-3D32F16F8DA5}"/>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2" name="Group 1011">
              <a:extLst>
                <a:ext uri="{FF2B5EF4-FFF2-40B4-BE49-F238E27FC236}">
                  <a16:creationId xmlns:a16="http://schemas.microsoft.com/office/drawing/2014/main" id="{621EDBEB-FDD9-71D3-2257-C55696DB0529}"/>
                </a:ext>
              </a:extLst>
            </p:cNvPr>
            <p:cNvGrpSpPr/>
            <p:nvPr/>
          </p:nvGrpSpPr>
          <p:grpSpPr>
            <a:xfrm>
              <a:off x="7533154" y="1925761"/>
              <a:ext cx="2912265" cy="301135"/>
              <a:chOff x="2844481" y="3245377"/>
              <a:chExt cx="2912265" cy="301135"/>
            </a:xfrm>
            <a:grpFill/>
          </p:grpSpPr>
          <p:sp>
            <p:nvSpPr>
              <p:cNvPr id="1013" name="Rectangle 1012">
                <a:extLst>
                  <a:ext uri="{FF2B5EF4-FFF2-40B4-BE49-F238E27FC236}">
                    <a16:creationId xmlns:a16="http://schemas.microsoft.com/office/drawing/2014/main" id="{35A60614-9EDB-1B2D-A0A8-1B87279A1D97}"/>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312E714D-100B-BF0D-46E4-78D680C59412}"/>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7384743C-6CBF-AC61-FC03-58831A34AA7E}"/>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B5D9BB69-75F3-31DF-5AE4-E27B05420297}"/>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B1639245-391C-3AB4-9E70-DE96DCFA55C8}"/>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010A6764-4494-D366-BDD2-D9FB3EAEED68}"/>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0C8C9786-6F98-72CE-DA38-46485850DF5B}"/>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A6FFE8AE-AD89-DDC6-ED3F-24CAFF886229}"/>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19334B86-278A-3C19-2407-6C972A529477}"/>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54E369C8-41BC-5AB1-6C98-80CE1349606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A1278DC2-2F42-3699-1AC6-FA38194D7A1D}"/>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C7554C7A-E042-7495-8811-94FF2C033DF1}"/>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0BDE4A57-E34F-EB16-8774-279AB8C4F3F2}"/>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16CF878C-4153-A258-0CD4-27A90228DFDE}"/>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a16="http://schemas.microsoft.com/office/drawing/2014/main" id="{14A05CDD-BF05-00B2-83E9-5949B7B018CC}"/>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0F9284D9-BCBC-C7B2-EBD8-A04C723185B0}"/>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A4B3F6D2-A8AA-0B45-1B5C-61F4DCFC1185}"/>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CF89E790-49E9-0DDB-5A83-B5E6A81F9C0B}"/>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1030">
                <a:extLst>
                  <a:ext uri="{FF2B5EF4-FFF2-40B4-BE49-F238E27FC236}">
                    <a16:creationId xmlns:a16="http://schemas.microsoft.com/office/drawing/2014/main" id="{C1665713-4E93-0341-9BB9-8E3A11BC9DE7}"/>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9C7C365C-9810-6ADB-3D02-6E9516D7403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8B924C88-3C82-65F7-EB7F-C412A012620B}"/>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FB7BC07C-AC56-301F-09E8-1DDCC01C137A}"/>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06573A36-A6DF-84CC-7AF3-A5682BA93067}"/>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F6196F75-9EE0-8915-D8F7-800E77DF9435}"/>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BC547C4-1425-6BA5-DBB6-63BCA23ECAA4}"/>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A01F7FF-B79E-6457-D92A-B87DF0B839E0}"/>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C740797E-7B1F-3DBD-894F-C3AF30F85225}"/>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F274B1E1-3DCA-E3A4-B732-6CEDD1E5FBD6}"/>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24EEAF62-337B-17C6-D99B-B12C5E03A513}"/>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E0909765-4C39-D25F-41CF-3C5196C85F9D}"/>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D57AF884-860F-B0FA-66AA-E1762BFB710A}"/>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AC329821-09BD-666D-F397-8210343230F7}"/>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B402901E-99A3-4308-2DAB-CD03FC40CF73}"/>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D8E8EEEE-4B8E-0887-4094-D97E10CF6E04}"/>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49567E6F-C585-FF6B-126A-EB6D5D12B64B}"/>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708CF3FE-AB55-2F32-903E-A167F87F6233}"/>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994A7891-E7F7-C2EF-CAC5-5AD5E68CD93D}"/>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BD9CEA6D-F45B-D039-1648-6644DF2B9642}"/>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074209D9-6354-B4B3-AC82-3E1A0EF39DB4}"/>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9603A33-60BB-7027-6148-F53FFB41B30E}"/>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F9EC52B4-A54F-51EF-9209-62342F4877F2}"/>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C7B7F400-4110-8779-67E4-7B5E62F33A11}"/>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A4876FAD-EEF9-06BB-FD27-DD11A1144587}"/>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118F313-336D-91D2-138E-D8F8FB2306CB}"/>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D1914BE6-A6D8-D45C-D0A7-2A74FF2FE4E8}"/>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7B079ECE-CCD5-F90B-E0FC-CB38173696D4}"/>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D3C831D-28D8-0322-78CA-EB03C84B6F1A}"/>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0679C510-004A-8790-5AE1-9B564C81DA49}"/>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2EAAD286-B26C-4FC9-0AE8-2FA7968B4D61}"/>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77767ECB-B857-E985-8A23-170183827AED}"/>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58C71A51-8939-667D-58BB-75D2847710CD}"/>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C49D7205-895F-4B01-3C96-E589DE627F79}"/>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75F899B5-E7F9-5240-69C7-F1C0435DEFEA}"/>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76F40943-9F82-9A78-5BA3-D5D66E83FAD5}"/>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6">
                <a:extLst>
                  <a:ext uri="{FF2B5EF4-FFF2-40B4-BE49-F238E27FC236}">
                    <a16:creationId xmlns:a16="http://schemas.microsoft.com/office/drawing/2014/main" id="{1AF62B07-83D1-0D58-285D-A496E596ABD2}"/>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B65E8DC9-5D41-B5DD-D0F5-650FE18D3363}"/>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839BB312-38D1-028B-2B8D-6C414618C34B}"/>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BE61179A-09FA-BDD7-BB33-B333CA04AD9A}"/>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A09FD994-5568-77E4-20AC-5638BD451E13}"/>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219365AE-0F63-D005-EAB8-64CFA23BB1B2}"/>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1072">
                <a:extLst>
                  <a:ext uri="{FF2B5EF4-FFF2-40B4-BE49-F238E27FC236}">
                    <a16:creationId xmlns:a16="http://schemas.microsoft.com/office/drawing/2014/main" id="{CA3C51BC-C8E5-184D-280C-2A84CD525E9F}"/>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D9B57C07-AFD4-3891-B833-95F13A2DE29B}"/>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86EC1F79-2731-6E7F-3CA8-5318ABA81478}"/>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a:extLst>
                  <a:ext uri="{FF2B5EF4-FFF2-40B4-BE49-F238E27FC236}">
                    <a16:creationId xmlns:a16="http://schemas.microsoft.com/office/drawing/2014/main" id="{8F9F080C-249D-1B52-E09D-4BE6BB45A5D9}"/>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a:extLst>
                  <a:ext uri="{FF2B5EF4-FFF2-40B4-BE49-F238E27FC236}">
                    <a16:creationId xmlns:a16="http://schemas.microsoft.com/office/drawing/2014/main" id="{B6733AA0-DF01-B639-E497-6AB008D7418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268C4EBF-CBDA-018A-FE24-1E01A5452A85}"/>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id="{E680DFB9-3DDC-91A2-45B3-261E4BB1607C}"/>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2B4605C6-CC4A-558A-B2AC-1F6368766731}"/>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Rectangle 1080">
                <a:extLst>
                  <a:ext uri="{FF2B5EF4-FFF2-40B4-BE49-F238E27FC236}">
                    <a16:creationId xmlns:a16="http://schemas.microsoft.com/office/drawing/2014/main" id="{9810B5C5-884A-D88F-7A08-4FDFC18AB2F5}"/>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Rectangle 1081">
                <a:extLst>
                  <a:ext uri="{FF2B5EF4-FFF2-40B4-BE49-F238E27FC236}">
                    <a16:creationId xmlns:a16="http://schemas.microsoft.com/office/drawing/2014/main" id="{CFFB163C-A87D-9922-5740-8A884FC718FE}"/>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1EFCFDB2-C2F2-D85B-8E54-9AA076DD2BD5}"/>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D364E2A9-587E-1BFC-F53F-5C8A07A49D52}"/>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47990C7C-FFEA-3E80-A0E2-F5D084E60913}"/>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7B58CF49-DB60-142E-3990-6DA892127E1B}"/>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38B784DB-5241-223B-7E93-C8DF4DA0F325}"/>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5F8023F-F79C-D7B2-C8AE-F60AC7CAFD61}"/>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9A910338-E2DB-DED0-6B25-8F639D54B599}"/>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5D90DE5A-2340-23F4-7EF3-A3726F0BCE80}"/>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76F5659C-7668-B3B6-808E-172253726FD0}"/>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F11DC457-EC0E-A24F-439C-50654A4CE8AC}"/>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47B2EEEA-D671-3E17-B141-2CA2B9E19FCB}"/>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15FBE810-EE47-ABB8-CEE2-A5E092E39421}"/>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6185D7EE-00E2-B717-870D-CC14886108E6}"/>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E7047F5A-A828-50E0-E2B6-37D39E17E306}"/>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879C971D-1037-CFB4-FD09-3EFD7DFD9386}"/>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2DCDCEF8-A93B-F7B0-502D-8FC92BA96987}"/>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91CB48D9-C3AD-F7B9-FCFC-8787CC8B1353}"/>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74" name="Group 2073">
              <a:extLst>
                <a:ext uri="{FF2B5EF4-FFF2-40B4-BE49-F238E27FC236}">
                  <a16:creationId xmlns:a16="http://schemas.microsoft.com/office/drawing/2014/main" id="{D4624388-2B67-CBC7-E64A-316B21285DAD}"/>
                </a:ext>
              </a:extLst>
            </p:cNvPr>
            <p:cNvGrpSpPr/>
            <p:nvPr/>
          </p:nvGrpSpPr>
          <p:grpSpPr>
            <a:xfrm>
              <a:off x="7533154" y="2225426"/>
              <a:ext cx="2912265" cy="301135"/>
              <a:chOff x="2844481" y="3245377"/>
              <a:chExt cx="2912265" cy="301135"/>
            </a:xfrm>
            <a:grpFill/>
          </p:grpSpPr>
          <p:sp>
            <p:nvSpPr>
              <p:cNvPr id="2075" name="Rectangle 2074">
                <a:extLst>
                  <a:ext uri="{FF2B5EF4-FFF2-40B4-BE49-F238E27FC236}">
                    <a16:creationId xmlns:a16="http://schemas.microsoft.com/office/drawing/2014/main" id="{19110CE9-E3F2-E713-3A7B-03E17346E505}"/>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Rectangle 2075">
                <a:extLst>
                  <a:ext uri="{FF2B5EF4-FFF2-40B4-BE49-F238E27FC236}">
                    <a16:creationId xmlns:a16="http://schemas.microsoft.com/office/drawing/2014/main" id="{11EC64DD-96E4-85B5-A376-1601B7225A93}"/>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7" name="Rectangle 2076">
                <a:extLst>
                  <a:ext uri="{FF2B5EF4-FFF2-40B4-BE49-F238E27FC236}">
                    <a16:creationId xmlns:a16="http://schemas.microsoft.com/office/drawing/2014/main" id="{235449B7-E5FF-4B97-7467-3056367CC6E8}"/>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Rectangle 2077">
                <a:extLst>
                  <a:ext uri="{FF2B5EF4-FFF2-40B4-BE49-F238E27FC236}">
                    <a16:creationId xmlns:a16="http://schemas.microsoft.com/office/drawing/2014/main" id="{CCC89E4E-622C-A59F-D3CD-7B86B92652BC}"/>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Rectangle 2078">
                <a:extLst>
                  <a:ext uri="{FF2B5EF4-FFF2-40B4-BE49-F238E27FC236}">
                    <a16:creationId xmlns:a16="http://schemas.microsoft.com/office/drawing/2014/main" id="{DD11D1FE-0BCE-7D23-FFC3-B3C4A37EF5F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0" name="Rectangle 2079">
                <a:extLst>
                  <a:ext uri="{FF2B5EF4-FFF2-40B4-BE49-F238E27FC236}">
                    <a16:creationId xmlns:a16="http://schemas.microsoft.com/office/drawing/2014/main" id="{2A122796-BD65-9467-59E8-7FA98BC36AF3}"/>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Rectangle 2080">
                <a:extLst>
                  <a:ext uri="{FF2B5EF4-FFF2-40B4-BE49-F238E27FC236}">
                    <a16:creationId xmlns:a16="http://schemas.microsoft.com/office/drawing/2014/main" id="{902E1E14-4D15-1033-FA4A-20F104678BF8}"/>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Rectangle 2081">
                <a:extLst>
                  <a:ext uri="{FF2B5EF4-FFF2-40B4-BE49-F238E27FC236}">
                    <a16:creationId xmlns:a16="http://schemas.microsoft.com/office/drawing/2014/main" id="{9081F796-03A9-9A8A-93EA-4A7BF2D0B0BC}"/>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Rectangle 2082">
                <a:extLst>
                  <a:ext uri="{FF2B5EF4-FFF2-40B4-BE49-F238E27FC236}">
                    <a16:creationId xmlns:a16="http://schemas.microsoft.com/office/drawing/2014/main" id="{DF97C215-9DF9-92CD-CA88-C045B792ECE0}"/>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4" name="Rectangle 2083">
                <a:extLst>
                  <a:ext uri="{FF2B5EF4-FFF2-40B4-BE49-F238E27FC236}">
                    <a16:creationId xmlns:a16="http://schemas.microsoft.com/office/drawing/2014/main" id="{27333579-B693-7DF0-F58F-72001CEAF76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Rectangle 2084">
                <a:extLst>
                  <a:ext uri="{FF2B5EF4-FFF2-40B4-BE49-F238E27FC236}">
                    <a16:creationId xmlns:a16="http://schemas.microsoft.com/office/drawing/2014/main" id="{9ED1CFA0-D609-6348-7873-0DA115E06CFE}"/>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Rectangle 2085">
                <a:extLst>
                  <a:ext uri="{FF2B5EF4-FFF2-40B4-BE49-F238E27FC236}">
                    <a16:creationId xmlns:a16="http://schemas.microsoft.com/office/drawing/2014/main" id="{3AF19621-0DE9-7602-CC38-4D4A17299261}"/>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7" name="Rectangle 2086">
                <a:extLst>
                  <a:ext uri="{FF2B5EF4-FFF2-40B4-BE49-F238E27FC236}">
                    <a16:creationId xmlns:a16="http://schemas.microsoft.com/office/drawing/2014/main" id="{3B949D44-0F52-668C-211A-1A74C55159F7}"/>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8" name="Rectangle 2087">
                <a:extLst>
                  <a:ext uri="{FF2B5EF4-FFF2-40B4-BE49-F238E27FC236}">
                    <a16:creationId xmlns:a16="http://schemas.microsoft.com/office/drawing/2014/main" id="{0CCD2E25-64DE-146C-EDFB-66E20785FA7F}"/>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Rectangle 2088">
                <a:extLst>
                  <a:ext uri="{FF2B5EF4-FFF2-40B4-BE49-F238E27FC236}">
                    <a16:creationId xmlns:a16="http://schemas.microsoft.com/office/drawing/2014/main" id="{A05488D1-B2D8-1287-C78E-D32082225264}"/>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0" name="Rectangle 2089">
                <a:extLst>
                  <a:ext uri="{FF2B5EF4-FFF2-40B4-BE49-F238E27FC236}">
                    <a16:creationId xmlns:a16="http://schemas.microsoft.com/office/drawing/2014/main" id="{30A7570A-DE3B-0027-D5D5-9FD5312C96BE}"/>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1" name="Rectangle 2090">
                <a:extLst>
                  <a:ext uri="{FF2B5EF4-FFF2-40B4-BE49-F238E27FC236}">
                    <a16:creationId xmlns:a16="http://schemas.microsoft.com/office/drawing/2014/main" id="{74E71820-A15E-51B0-D050-5BFDCE42330A}"/>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2" name="Rectangle 2091">
                <a:extLst>
                  <a:ext uri="{FF2B5EF4-FFF2-40B4-BE49-F238E27FC236}">
                    <a16:creationId xmlns:a16="http://schemas.microsoft.com/office/drawing/2014/main" id="{0648B91F-8617-1D48-4D7D-F630DF30264E}"/>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3" name="Rectangle 2092">
                <a:extLst>
                  <a:ext uri="{FF2B5EF4-FFF2-40B4-BE49-F238E27FC236}">
                    <a16:creationId xmlns:a16="http://schemas.microsoft.com/office/drawing/2014/main" id="{2F821A27-ED69-73D9-0906-3A3B57F1049E}"/>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4" name="Rectangle 2093">
                <a:extLst>
                  <a:ext uri="{FF2B5EF4-FFF2-40B4-BE49-F238E27FC236}">
                    <a16:creationId xmlns:a16="http://schemas.microsoft.com/office/drawing/2014/main" id="{278475E5-D9CE-D99D-1679-B001ABCD6E97}"/>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 name="Rectangle 2094">
                <a:extLst>
                  <a:ext uri="{FF2B5EF4-FFF2-40B4-BE49-F238E27FC236}">
                    <a16:creationId xmlns:a16="http://schemas.microsoft.com/office/drawing/2014/main" id="{FC45BC7B-E7F2-3259-4CFA-8AC13CA8FB5D}"/>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6" name="Rectangle 2095">
                <a:extLst>
                  <a:ext uri="{FF2B5EF4-FFF2-40B4-BE49-F238E27FC236}">
                    <a16:creationId xmlns:a16="http://schemas.microsoft.com/office/drawing/2014/main" id="{F541A5B4-5761-04D7-8FE4-6968E3E8DEE4}"/>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 name="Rectangle 2096">
                <a:extLst>
                  <a:ext uri="{FF2B5EF4-FFF2-40B4-BE49-F238E27FC236}">
                    <a16:creationId xmlns:a16="http://schemas.microsoft.com/office/drawing/2014/main" id="{994866A0-48B7-8C6B-8930-5F7D3AB7C546}"/>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8" name="Rectangle 2097">
                <a:extLst>
                  <a:ext uri="{FF2B5EF4-FFF2-40B4-BE49-F238E27FC236}">
                    <a16:creationId xmlns:a16="http://schemas.microsoft.com/office/drawing/2014/main" id="{7C275832-E0F2-464B-D2C3-40181ECF1AA4}"/>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9" name="Rectangle 2098">
                <a:extLst>
                  <a:ext uri="{FF2B5EF4-FFF2-40B4-BE49-F238E27FC236}">
                    <a16:creationId xmlns:a16="http://schemas.microsoft.com/office/drawing/2014/main" id="{A59DC7A7-04FC-E69F-CBA3-53DE814761BE}"/>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0" name="Rectangle 2099">
                <a:extLst>
                  <a:ext uri="{FF2B5EF4-FFF2-40B4-BE49-F238E27FC236}">
                    <a16:creationId xmlns:a16="http://schemas.microsoft.com/office/drawing/2014/main" id="{5DF41C96-2678-9B2D-2D97-0FBA41D4512B}"/>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1" name="Rectangle 2100">
                <a:extLst>
                  <a:ext uri="{FF2B5EF4-FFF2-40B4-BE49-F238E27FC236}">
                    <a16:creationId xmlns:a16="http://schemas.microsoft.com/office/drawing/2014/main" id="{08B849C4-BA0E-DDC4-F7D2-C7A542AC5D3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 name="Rectangle 2101">
                <a:extLst>
                  <a:ext uri="{FF2B5EF4-FFF2-40B4-BE49-F238E27FC236}">
                    <a16:creationId xmlns:a16="http://schemas.microsoft.com/office/drawing/2014/main" id="{46892634-BDF7-BC78-C045-C85E4A6AAF67}"/>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3" name="Rectangle 2102">
                <a:extLst>
                  <a:ext uri="{FF2B5EF4-FFF2-40B4-BE49-F238E27FC236}">
                    <a16:creationId xmlns:a16="http://schemas.microsoft.com/office/drawing/2014/main" id="{E636437E-F2B3-5E14-32BC-E1F86A514B8D}"/>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4" name="Rectangle 2103">
                <a:extLst>
                  <a:ext uri="{FF2B5EF4-FFF2-40B4-BE49-F238E27FC236}">
                    <a16:creationId xmlns:a16="http://schemas.microsoft.com/office/drawing/2014/main" id="{B98AC346-3ED1-21AA-B25C-507B9A794214}"/>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5" name="Rectangle 2104">
                <a:extLst>
                  <a:ext uri="{FF2B5EF4-FFF2-40B4-BE49-F238E27FC236}">
                    <a16:creationId xmlns:a16="http://schemas.microsoft.com/office/drawing/2014/main" id="{4B9A2FF7-D06F-92A2-8CFC-D7C08D5377F3}"/>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Rectangle 2105">
                <a:extLst>
                  <a:ext uri="{FF2B5EF4-FFF2-40B4-BE49-F238E27FC236}">
                    <a16:creationId xmlns:a16="http://schemas.microsoft.com/office/drawing/2014/main" id="{EFA35873-B9A3-AA83-DE25-2016E39D8988}"/>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Rectangle 2106">
                <a:extLst>
                  <a:ext uri="{FF2B5EF4-FFF2-40B4-BE49-F238E27FC236}">
                    <a16:creationId xmlns:a16="http://schemas.microsoft.com/office/drawing/2014/main" id="{798E9198-DC91-89E7-8836-E0E23BDC38A5}"/>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Rectangle 2107">
                <a:extLst>
                  <a:ext uri="{FF2B5EF4-FFF2-40B4-BE49-F238E27FC236}">
                    <a16:creationId xmlns:a16="http://schemas.microsoft.com/office/drawing/2014/main" id="{634C00C3-2F24-1AAF-DC07-E649F758AE01}"/>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9" name="Rectangle 2108">
                <a:extLst>
                  <a:ext uri="{FF2B5EF4-FFF2-40B4-BE49-F238E27FC236}">
                    <a16:creationId xmlns:a16="http://schemas.microsoft.com/office/drawing/2014/main" id="{0B919304-D44C-30C2-5B26-2198BB6F604F}"/>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 name="Rectangle 2109">
                <a:extLst>
                  <a:ext uri="{FF2B5EF4-FFF2-40B4-BE49-F238E27FC236}">
                    <a16:creationId xmlns:a16="http://schemas.microsoft.com/office/drawing/2014/main" id="{DC25AC08-5C28-271C-BE6D-AC3323592CBA}"/>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1" name="Rectangle 2110">
                <a:extLst>
                  <a:ext uri="{FF2B5EF4-FFF2-40B4-BE49-F238E27FC236}">
                    <a16:creationId xmlns:a16="http://schemas.microsoft.com/office/drawing/2014/main" id="{7B52EF5E-0E56-ABEA-12BC-BA171CCE17E4}"/>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2" name="Rectangle 2111">
                <a:extLst>
                  <a:ext uri="{FF2B5EF4-FFF2-40B4-BE49-F238E27FC236}">
                    <a16:creationId xmlns:a16="http://schemas.microsoft.com/office/drawing/2014/main" id="{AA36AF1F-50C8-F1D2-AB27-7EC342E470A4}"/>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3" name="Rectangle 2112">
                <a:extLst>
                  <a:ext uri="{FF2B5EF4-FFF2-40B4-BE49-F238E27FC236}">
                    <a16:creationId xmlns:a16="http://schemas.microsoft.com/office/drawing/2014/main" id="{18B1BDBA-96E9-9EC9-2347-7277F202BF26}"/>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4" name="Rectangle 2113">
                <a:extLst>
                  <a:ext uri="{FF2B5EF4-FFF2-40B4-BE49-F238E27FC236}">
                    <a16:creationId xmlns:a16="http://schemas.microsoft.com/office/drawing/2014/main" id="{D61C57E2-7F59-9A08-2322-3AF6595BF054}"/>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5" name="Rectangle 2114">
                <a:extLst>
                  <a:ext uri="{FF2B5EF4-FFF2-40B4-BE49-F238E27FC236}">
                    <a16:creationId xmlns:a16="http://schemas.microsoft.com/office/drawing/2014/main" id="{3A21DEA5-D4B9-5703-E4CA-290FBD7A7672}"/>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6" name="Rectangle 2115">
                <a:extLst>
                  <a:ext uri="{FF2B5EF4-FFF2-40B4-BE49-F238E27FC236}">
                    <a16:creationId xmlns:a16="http://schemas.microsoft.com/office/drawing/2014/main" id="{B3251E72-03B4-6640-7CB8-B6E3A3D04D94}"/>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7" name="Rectangle 2116">
                <a:extLst>
                  <a:ext uri="{FF2B5EF4-FFF2-40B4-BE49-F238E27FC236}">
                    <a16:creationId xmlns:a16="http://schemas.microsoft.com/office/drawing/2014/main" id="{AC78DDED-C2F0-3A6B-8D45-5DFF4611C51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8" name="Rectangle 2117">
                <a:extLst>
                  <a:ext uri="{FF2B5EF4-FFF2-40B4-BE49-F238E27FC236}">
                    <a16:creationId xmlns:a16="http://schemas.microsoft.com/office/drawing/2014/main" id="{C2F42A07-F411-19F9-C612-CD58A186AFC3}"/>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 name="Rectangle 2118">
                <a:extLst>
                  <a:ext uri="{FF2B5EF4-FFF2-40B4-BE49-F238E27FC236}">
                    <a16:creationId xmlns:a16="http://schemas.microsoft.com/office/drawing/2014/main" id="{3220EC98-9F1A-111E-6D0D-F960EA2AD279}"/>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0" name="Rectangle 2119">
                <a:extLst>
                  <a:ext uri="{FF2B5EF4-FFF2-40B4-BE49-F238E27FC236}">
                    <a16:creationId xmlns:a16="http://schemas.microsoft.com/office/drawing/2014/main" id="{AD96D968-091F-5435-DD9C-86B907EEAE18}"/>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1" name="Rectangle 2120">
                <a:extLst>
                  <a:ext uri="{FF2B5EF4-FFF2-40B4-BE49-F238E27FC236}">
                    <a16:creationId xmlns:a16="http://schemas.microsoft.com/office/drawing/2014/main" id="{17C44AC6-28CB-BD29-1129-009FCBA04759}"/>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2" name="Rectangle 2121">
                <a:extLst>
                  <a:ext uri="{FF2B5EF4-FFF2-40B4-BE49-F238E27FC236}">
                    <a16:creationId xmlns:a16="http://schemas.microsoft.com/office/drawing/2014/main" id="{7E9E6A90-68D4-D7B2-E77D-DEAFEB20354B}"/>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3" name="Rectangle 2122">
                <a:extLst>
                  <a:ext uri="{FF2B5EF4-FFF2-40B4-BE49-F238E27FC236}">
                    <a16:creationId xmlns:a16="http://schemas.microsoft.com/office/drawing/2014/main" id="{FE98E54E-F131-E2EF-4A6D-9F454FD3C693}"/>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4" name="Rectangle 2123">
                <a:extLst>
                  <a:ext uri="{FF2B5EF4-FFF2-40B4-BE49-F238E27FC236}">
                    <a16:creationId xmlns:a16="http://schemas.microsoft.com/office/drawing/2014/main" id="{B5917581-CFBE-2E77-8FC1-E970DD508BB9}"/>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5" name="Rectangle 2124">
                <a:extLst>
                  <a:ext uri="{FF2B5EF4-FFF2-40B4-BE49-F238E27FC236}">
                    <a16:creationId xmlns:a16="http://schemas.microsoft.com/office/drawing/2014/main" id="{97163680-8EB7-EC80-AA36-FFC03568FB67}"/>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6" name="Rectangle 2125">
                <a:extLst>
                  <a:ext uri="{FF2B5EF4-FFF2-40B4-BE49-F238E27FC236}">
                    <a16:creationId xmlns:a16="http://schemas.microsoft.com/office/drawing/2014/main" id="{8141DE5A-F4B9-BD6A-06E5-1A29E48C1526}"/>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Rectangle 2126">
                <a:extLst>
                  <a:ext uri="{FF2B5EF4-FFF2-40B4-BE49-F238E27FC236}">
                    <a16:creationId xmlns:a16="http://schemas.microsoft.com/office/drawing/2014/main" id="{E6C54B22-1173-C8F4-9971-6C731A93EB7F}"/>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8" name="Rectangle 2127">
                <a:extLst>
                  <a:ext uri="{FF2B5EF4-FFF2-40B4-BE49-F238E27FC236}">
                    <a16:creationId xmlns:a16="http://schemas.microsoft.com/office/drawing/2014/main" id="{110E36EA-9D89-4006-38B9-7648F0B6F4A4}"/>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9" name="Rectangle 2128">
                <a:extLst>
                  <a:ext uri="{FF2B5EF4-FFF2-40B4-BE49-F238E27FC236}">
                    <a16:creationId xmlns:a16="http://schemas.microsoft.com/office/drawing/2014/main" id="{3354D3F0-B0D5-C76B-9775-7079CBD5B51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Rectangle 2129">
                <a:extLst>
                  <a:ext uri="{FF2B5EF4-FFF2-40B4-BE49-F238E27FC236}">
                    <a16:creationId xmlns:a16="http://schemas.microsoft.com/office/drawing/2014/main" id="{B3BF90F4-D559-D140-D891-2F987AF9956A}"/>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1" name="Rectangle 2130">
                <a:extLst>
                  <a:ext uri="{FF2B5EF4-FFF2-40B4-BE49-F238E27FC236}">
                    <a16:creationId xmlns:a16="http://schemas.microsoft.com/office/drawing/2014/main" id="{616F58DA-EC36-2935-9E4B-5A4DE640B35F}"/>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2" name="Rectangle 2131">
                <a:extLst>
                  <a:ext uri="{FF2B5EF4-FFF2-40B4-BE49-F238E27FC236}">
                    <a16:creationId xmlns:a16="http://schemas.microsoft.com/office/drawing/2014/main" id="{7ED1AAE6-075D-061D-F932-06A9DAAF366C}"/>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3" name="Rectangle 2132">
                <a:extLst>
                  <a:ext uri="{FF2B5EF4-FFF2-40B4-BE49-F238E27FC236}">
                    <a16:creationId xmlns:a16="http://schemas.microsoft.com/office/drawing/2014/main" id="{C1CF23C1-B17F-F037-A2F7-99CF34F09F1B}"/>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4" name="Rectangle 2133">
                <a:extLst>
                  <a:ext uri="{FF2B5EF4-FFF2-40B4-BE49-F238E27FC236}">
                    <a16:creationId xmlns:a16="http://schemas.microsoft.com/office/drawing/2014/main" id="{DD0B4ED2-6E27-4367-67ED-6412A8AE60DA}"/>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5" name="Rectangle 2134">
                <a:extLst>
                  <a:ext uri="{FF2B5EF4-FFF2-40B4-BE49-F238E27FC236}">
                    <a16:creationId xmlns:a16="http://schemas.microsoft.com/office/drawing/2014/main" id="{0020C275-439B-18C9-5A9D-490CB0772D10}"/>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6" name="Rectangle 2135">
                <a:extLst>
                  <a:ext uri="{FF2B5EF4-FFF2-40B4-BE49-F238E27FC236}">
                    <a16:creationId xmlns:a16="http://schemas.microsoft.com/office/drawing/2014/main" id="{B30392F9-AEAE-DE66-C6A9-FA508D2F2BA2}"/>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7" name="Rectangle 2136">
                <a:extLst>
                  <a:ext uri="{FF2B5EF4-FFF2-40B4-BE49-F238E27FC236}">
                    <a16:creationId xmlns:a16="http://schemas.microsoft.com/office/drawing/2014/main" id="{A45DB5E4-A113-D9A0-63D4-E931E703BAE9}"/>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8" name="Rectangle 2137">
                <a:extLst>
                  <a:ext uri="{FF2B5EF4-FFF2-40B4-BE49-F238E27FC236}">
                    <a16:creationId xmlns:a16="http://schemas.microsoft.com/office/drawing/2014/main" id="{0BAEF7F6-8397-6626-C423-BEBA0EB82505}"/>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9" name="Rectangle 2138">
                <a:extLst>
                  <a:ext uri="{FF2B5EF4-FFF2-40B4-BE49-F238E27FC236}">
                    <a16:creationId xmlns:a16="http://schemas.microsoft.com/office/drawing/2014/main" id="{DFC102E6-0C62-C062-2B23-EB2E590363D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Rectangle 2139">
                <a:extLst>
                  <a:ext uri="{FF2B5EF4-FFF2-40B4-BE49-F238E27FC236}">
                    <a16:creationId xmlns:a16="http://schemas.microsoft.com/office/drawing/2014/main" id="{EDDACE7B-F6C8-33BF-F59A-8DD562B6E994}"/>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1" name="Rectangle 2140">
                <a:extLst>
                  <a:ext uri="{FF2B5EF4-FFF2-40B4-BE49-F238E27FC236}">
                    <a16:creationId xmlns:a16="http://schemas.microsoft.com/office/drawing/2014/main" id="{941D4538-E4AE-0AF3-B527-10CB9B19B7DD}"/>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2" name="Rectangle 2141">
                <a:extLst>
                  <a:ext uri="{FF2B5EF4-FFF2-40B4-BE49-F238E27FC236}">
                    <a16:creationId xmlns:a16="http://schemas.microsoft.com/office/drawing/2014/main" id="{1F99DBE2-74E4-1E74-5FB6-5637926969BA}"/>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3" name="Rectangle 2142">
                <a:extLst>
                  <a:ext uri="{FF2B5EF4-FFF2-40B4-BE49-F238E27FC236}">
                    <a16:creationId xmlns:a16="http://schemas.microsoft.com/office/drawing/2014/main" id="{C89D37EC-9A29-7636-66F3-B461096F63BE}"/>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4" name="Rectangle 2143">
                <a:extLst>
                  <a:ext uri="{FF2B5EF4-FFF2-40B4-BE49-F238E27FC236}">
                    <a16:creationId xmlns:a16="http://schemas.microsoft.com/office/drawing/2014/main" id="{B36B7C99-E5B7-F2E3-3F69-D5069E4B855E}"/>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5" name="Rectangle 2144">
                <a:extLst>
                  <a:ext uri="{FF2B5EF4-FFF2-40B4-BE49-F238E27FC236}">
                    <a16:creationId xmlns:a16="http://schemas.microsoft.com/office/drawing/2014/main" id="{7B595C34-93E0-EA87-62DC-61DC23F213EE}"/>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6" name="Rectangle 2145">
                <a:extLst>
                  <a:ext uri="{FF2B5EF4-FFF2-40B4-BE49-F238E27FC236}">
                    <a16:creationId xmlns:a16="http://schemas.microsoft.com/office/drawing/2014/main" id="{034A6C26-A8C5-45D3-E1E8-24208353636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7" name="Rectangle 2146">
                <a:extLst>
                  <a:ext uri="{FF2B5EF4-FFF2-40B4-BE49-F238E27FC236}">
                    <a16:creationId xmlns:a16="http://schemas.microsoft.com/office/drawing/2014/main" id="{B3B44F1C-DF9C-5F9D-1EAC-CBF989080BAA}"/>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8" name="Rectangle 2147">
                <a:extLst>
                  <a:ext uri="{FF2B5EF4-FFF2-40B4-BE49-F238E27FC236}">
                    <a16:creationId xmlns:a16="http://schemas.microsoft.com/office/drawing/2014/main" id="{94AF2CB4-08F5-809C-080F-F17095F7CCE8}"/>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9" name="Rectangle 2148">
                <a:extLst>
                  <a:ext uri="{FF2B5EF4-FFF2-40B4-BE49-F238E27FC236}">
                    <a16:creationId xmlns:a16="http://schemas.microsoft.com/office/drawing/2014/main" id="{C7DA0457-4100-C76B-BE4F-B6AB4FA758D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 name="Rectangle 2149">
                <a:extLst>
                  <a:ext uri="{FF2B5EF4-FFF2-40B4-BE49-F238E27FC236}">
                    <a16:creationId xmlns:a16="http://schemas.microsoft.com/office/drawing/2014/main" id="{89B7A1CD-2429-227D-E223-2B034C0A3BB6}"/>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 name="Rectangle 2150">
                <a:extLst>
                  <a:ext uri="{FF2B5EF4-FFF2-40B4-BE49-F238E27FC236}">
                    <a16:creationId xmlns:a16="http://schemas.microsoft.com/office/drawing/2014/main" id="{184C6ECF-53CF-04BA-EDDF-9553D392475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2" name="Rectangle 2151">
                <a:extLst>
                  <a:ext uri="{FF2B5EF4-FFF2-40B4-BE49-F238E27FC236}">
                    <a16:creationId xmlns:a16="http://schemas.microsoft.com/office/drawing/2014/main" id="{FCA67AD6-F44A-3D51-40B2-6AE8B8FB2993}"/>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3" name="Rectangle 2152">
                <a:extLst>
                  <a:ext uri="{FF2B5EF4-FFF2-40B4-BE49-F238E27FC236}">
                    <a16:creationId xmlns:a16="http://schemas.microsoft.com/office/drawing/2014/main" id="{3B923E58-ED94-38F5-C411-76491269B997}"/>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4" name="Rectangle 2153">
                <a:extLst>
                  <a:ext uri="{FF2B5EF4-FFF2-40B4-BE49-F238E27FC236}">
                    <a16:creationId xmlns:a16="http://schemas.microsoft.com/office/drawing/2014/main" id="{4456457B-D42E-1D1A-071B-6D0BA73DBAE5}"/>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5" name="Rectangle 2154">
                <a:extLst>
                  <a:ext uri="{FF2B5EF4-FFF2-40B4-BE49-F238E27FC236}">
                    <a16:creationId xmlns:a16="http://schemas.microsoft.com/office/drawing/2014/main" id="{5F1E9BC4-DFF5-B58E-75BB-E07EDC13D6CB}"/>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6" name="Rectangle 2155">
                <a:extLst>
                  <a:ext uri="{FF2B5EF4-FFF2-40B4-BE49-F238E27FC236}">
                    <a16:creationId xmlns:a16="http://schemas.microsoft.com/office/drawing/2014/main" id="{E702744F-CB9C-1F24-961D-80A2AD923F76}"/>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7" name="Rectangle 2156">
                <a:extLst>
                  <a:ext uri="{FF2B5EF4-FFF2-40B4-BE49-F238E27FC236}">
                    <a16:creationId xmlns:a16="http://schemas.microsoft.com/office/drawing/2014/main" id="{3B7C8AE9-018A-B144-00C8-7F091E48FF4B}"/>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8" name="Rectangle 2157">
                <a:extLst>
                  <a:ext uri="{FF2B5EF4-FFF2-40B4-BE49-F238E27FC236}">
                    <a16:creationId xmlns:a16="http://schemas.microsoft.com/office/drawing/2014/main" id="{732EF8CB-2B86-5F52-17DC-5AA9A50BDE2B}"/>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9" name="Rectangle 2158">
                <a:extLst>
                  <a:ext uri="{FF2B5EF4-FFF2-40B4-BE49-F238E27FC236}">
                    <a16:creationId xmlns:a16="http://schemas.microsoft.com/office/drawing/2014/main" id="{40FCD11C-9E6D-721B-BF05-2081D119614E}"/>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0" name="Rectangle 2159">
                <a:extLst>
                  <a:ext uri="{FF2B5EF4-FFF2-40B4-BE49-F238E27FC236}">
                    <a16:creationId xmlns:a16="http://schemas.microsoft.com/office/drawing/2014/main" id="{D83201E6-ED97-00C6-B4EA-387AF3D09714}"/>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1" name="Rectangle 2160">
                <a:extLst>
                  <a:ext uri="{FF2B5EF4-FFF2-40B4-BE49-F238E27FC236}">
                    <a16:creationId xmlns:a16="http://schemas.microsoft.com/office/drawing/2014/main" id="{CF8FF079-7A05-3443-5AB0-05AA7154B4E6}"/>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10" name="Group 1809">
              <a:extLst>
                <a:ext uri="{FF2B5EF4-FFF2-40B4-BE49-F238E27FC236}">
                  <a16:creationId xmlns:a16="http://schemas.microsoft.com/office/drawing/2014/main" id="{A4456BBB-7442-D9EE-BA18-B19879212D25}"/>
                </a:ext>
              </a:extLst>
            </p:cNvPr>
            <p:cNvGrpSpPr/>
            <p:nvPr/>
          </p:nvGrpSpPr>
          <p:grpSpPr>
            <a:xfrm>
              <a:off x="7533154" y="2526495"/>
              <a:ext cx="2912265" cy="301135"/>
              <a:chOff x="2844481" y="3245377"/>
              <a:chExt cx="2912265" cy="301135"/>
            </a:xfrm>
            <a:grpFill/>
          </p:grpSpPr>
          <p:sp>
            <p:nvSpPr>
              <p:cNvPr id="1811" name="Rectangle 1810">
                <a:extLst>
                  <a:ext uri="{FF2B5EF4-FFF2-40B4-BE49-F238E27FC236}">
                    <a16:creationId xmlns:a16="http://schemas.microsoft.com/office/drawing/2014/main" id="{5D810A97-F37E-9AE1-979B-EF3DA1880077}"/>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Rectangle 1811">
                <a:extLst>
                  <a:ext uri="{FF2B5EF4-FFF2-40B4-BE49-F238E27FC236}">
                    <a16:creationId xmlns:a16="http://schemas.microsoft.com/office/drawing/2014/main" id="{EEA87CCF-E43C-8D7A-935B-E7CC59133243}"/>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3" name="Rectangle 1812">
                <a:extLst>
                  <a:ext uri="{FF2B5EF4-FFF2-40B4-BE49-F238E27FC236}">
                    <a16:creationId xmlns:a16="http://schemas.microsoft.com/office/drawing/2014/main" id="{575A786B-4CF4-F57C-E445-7613369BD350}"/>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Rectangle 1813">
                <a:extLst>
                  <a:ext uri="{FF2B5EF4-FFF2-40B4-BE49-F238E27FC236}">
                    <a16:creationId xmlns:a16="http://schemas.microsoft.com/office/drawing/2014/main" id="{0F2603C1-E6D4-787F-C55B-60075038DF53}"/>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Rectangle 1814">
                <a:extLst>
                  <a:ext uri="{FF2B5EF4-FFF2-40B4-BE49-F238E27FC236}">
                    <a16:creationId xmlns:a16="http://schemas.microsoft.com/office/drawing/2014/main" id="{EF6B70A8-4920-9A7B-293E-A5D93B90DA0D}"/>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Rectangle 1815">
                <a:extLst>
                  <a:ext uri="{FF2B5EF4-FFF2-40B4-BE49-F238E27FC236}">
                    <a16:creationId xmlns:a16="http://schemas.microsoft.com/office/drawing/2014/main" id="{DF2ABF61-ECEA-D0DC-8B9F-087A404E43BD}"/>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Rectangle 1816">
                <a:extLst>
                  <a:ext uri="{FF2B5EF4-FFF2-40B4-BE49-F238E27FC236}">
                    <a16:creationId xmlns:a16="http://schemas.microsoft.com/office/drawing/2014/main" id="{D5F08D18-ECD4-3069-EE61-D94000D021B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Rectangle 1817">
                <a:extLst>
                  <a:ext uri="{FF2B5EF4-FFF2-40B4-BE49-F238E27FC236}">
                    <a16:creationId xmlns:a16="http://schemas.microsoft.com/office/drawing/2014/main" id="{8785090B-0DC6-81EC-05DD-F59B52023A38}"/>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Rectangle 1818">
                <a:extLst>
                  <a:ext uri="{FF2B5EF4-FFF2-40B4-BE49-F238E27FC236}">
                    <a16:creationId xmlns:a16="http://schemas.microsoft.com/office/drawing/2014/main" id="{3AC40AE8-2219-79ED-389C-D227AEA9CCC2}"/>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Rectangle 1819">
                <a:extLst>
                  <a:ext uri="{FF2B5EF4-FFF2-40B4-BE49-F238E27FC236}">
                    <a16:creationId xmlns:a16="http://schemas.microsoft.com/office/drawing/2014/main" id="{9004C7B4-E82D-2BC6-CAB9-62C77EE94EF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1" name="Rectangle 1820">
                <a:extLst>
                  <a:ext uri="{FF2B5EF4-FFF2-40B4-BE49-F238E27FC236}">
                    <a16:creationId xmlns:a16="http://schemas.microsoft.com/office/drawing/2014/main" id="{4CBF5731-D691-439E-445D-368886376538}"/>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Rectangle 1821">
                <a:extLst>
                  <a:ext uri="{FF2B5EF4-FFF2-40B4-BE49-F238E27FC236}">
                    <a16:creationId xmlns:a16="http://schemas.microsoft.com/office/drawing/2014/main" id="{365C0FF7-6D9A-1E0E-E039-EBA9C21B20C6}"/>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Rectangle 1822">
                <a:extLst>
                  <a:ext uri="{FF2B5EF4-FFF2-40B4-BE49-F238E27FC236}">
                    <a16:creationId xmlns:a16="http://schemas.microsoft.com/office/drawing/2014/main" id="{FADE9E46-1E01-6D45-EC76-EE6EA958D6AE}"/>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Rectangle 1823">
                <a:extLst>
                  <a:ext uri="{FF2B5EF4-FFF2-40B4-BE49-F238E27FC236}">
                    <a16:creationId xmlns:a16="http://schemas.microsoft.com/office/drawing/2014/main" id="{C0C4B7CC-BFE4-2EAA-B4B7-9C453FAED3B8}"/>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Rectangle 1824">
                <a:extLst>
                  <a:ext uri="{FF2B5EF4-FFF2-40B4-BE49-F238E27FC236}">
                    <a16:creationId xmlns:a16="http://schemas.microsoft.com/office/drawing/2014/main" id="{2E12325E-E031-6A76-6929-24E2FE0ADEED}"/>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Rectangle 1825">
                <a:extLst>
                  <a:ext uri="{FF2B5EF4-FFF2-40B4-BE49-F238E27FC236}">
                    <a16:creationId xmlns:a16="http://schemas.microsoft.com/office/drawing/2014/main" id="{51CA29F6-A1FB-4F94-B580-1DA610CFF44B}"/>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Rectangle 1826">
                <a:extLst>
                  <a:ext uri="{FF2B5EF4-FFF2-40B4-BE49-F238E27FC236}">
                    <a16:creationId xmlns:a16="http://schemas.microsoft.com/office/drawing/2014/main" id="{E2CDDBD8-2833-0392-1AF0-0660F35579F2}"/>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Rectangle 1827">
                <a:extLst>
                  <a:ext uri="{FF2B5EF4-FFF2-40B4-BE49-F238E27FC236}">
                    <a16:creationId xmlns:a16="http://schemas.microsoft.com/office/drawing/2014/main" id="{386AD3C7-9166-3297-0DF7-FD15C3005440}"/>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9" name="Rectangle 1828">
                <a:extLst>
                  <a:ext uri="{FF2B5EF4-FFF2-40B4-BE49-F238E27FC236}">
                    <a16:creationId xmlns:a16="http://schemas.microsoft.com/office/drawing/2014/main" id="{D49A1196-2A14-4D1E-B9A3-48F8EE1DF6B3}"/>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Rectangle 1829">
                <a:extLst>
                  <a:ext uri="{FF2B5EF4-FFF2-40B4-BE49-F238E27FC236}">
                    <a16:creationId xmlns:a16="http://schemas.microsoft.com/office/drawing/2014/main" id="{D393E3A6-EA9A-473C-34C9-DCF552BD305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Rectangle 1830">
                <a:extLst>
                  <a:ext uri="{FF2B5EF4-FFF2-40B4-BE49-F238E27FC236}">
                    <a16:creationId xmlns:a16="http://schemas.microsoft.com/office/drawing/2014/main" id="{5745528D-9DF6-9115-EBFE-0E10C69FD248}"/>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2633D3F1-4C0A-645B-3CA6-AF67B65D8C2E}"/>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Rectangle 1832">
                <a:extLst>
                  <a:ext uri="{FF2B5EF4-FFF2-40B4-BE49-F238E27FC236}">
                    <a16:creationId xmlns:a16="http://schemas.microsoft.com/office/drawing/2014/main" id="{574203E8-B0D1-8B5C-7FF9-382E5226BAED}"/>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Rectangle 1833">
                <a:extLst>
                  <a:ext uri="{FF2B5EF4-FFF2-40B4-BE49-F238E27FC236}">
                    <a16:creationId xmlns:a16="http://schemas.microsoft.com/office/drawing/2014/main" id="{0F48876A-6C99-D90B-548C-D73B583FA369}"/>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Rectangle 1834">
                <a:extLst>
                  <a:ext uri="{FF2B5EF4-FFF2-40B4-BE49-F238E27FC236}">
                    <a16:creationId xmlns:a16="http://schemas.microsoft.com/office/drawing/2014/main" id="{8C61DCF6-989B-AA3B-BEDC-FB5FD98755D6}"/>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Rectangle 1835">
                <a:extLst>
                  <a:ext uri="{FF2B5EF4-FFF2-40B4-BE49-F238E27FC236}">
                    <a16:creationId xmlns:a16="http://schemas.microsoft.com/office/drawing/2014/main" id="{3929AFAB-E51B-B25A-9A2F-8F94D2457A7C}"/>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7" name="Rectangle 1836">
                <a:extLst>
                  <a:ext uri="{FF2B5EF4-FFF2-40B4-BE49-F238E27FC236}">
                    <a16:creationId xmlns:a16="http://schemas.microsoft.com/office/drawing/2014/main" id="{F967FFE9-A014-1F36-45D0-8DB3F0D03A42}"/>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Rectangle 1837">
                <a:extLst>
                  <a:ext uri="{FF2B5EF4-FFF2-40B4-BE49-F238E27FC236}">
                    <a16:creationId xmlns:a16="http://schemas.microsoft.com/office/drawing/2014/main" id="{CA888AE8-0248-CE79-2389-BB6B09037358}"/>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Rectangle 1838">
                <a:extLst>
                  <a:ext uri="{FF2B5EF4-FFF2-40B4-BE49-F238E27FC236}">
                    <a16:creationId xmlns:a16="http://schemas.microsoft.com/office/drawing/2014/main" id="{585A0F8D-8116-8F85-3A85-80776F9F96DD}"/>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Rectangle 1839">
                <a:extLst>
                  <a:ext uri="{FF2B5EF4-FFF2-40B4-BE49-F238E27FC236}">
                    <a16:creationId xmlns:a16="http://schemas.microsoft.com/office/drawing/2014/main" id="{A487EBF8-9EB4-3B8E-31FA-2F17B0157492}"/>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Rectangle 1840">
                <a:extLst>
                  <a:ext uri="{FF2B5EF4-FFF2-40B4-BE49-F238E27FC236}">
                    <a16:creationId xmlns:a16="http://schemas.microsoft.com/office/drawing/2014/main" id="{BEF5B3EA-81D3-7EFE-2F11-A2D3CA8E5A20}"/>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Rectangle 1841">
                <a:extLst>
                  <a:ext uri="{FF2B5EF4-FFF2-40B4-BE49-F238E27FC236}">
                    <a16:creationId xmlns:a16="http://schemas.microsoft.com/office/drawing/2014/main" id="{EA5C0C32-DC2E-8BAA-48B2-2C735AF089F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Rectangle 1842">
                <a:extLst>
                  <a:ext uri="{FF2B5EF4-FFF2-40B4-BE49-F238E27FC236}">
                    <a16:creationId xmlns:a16="http://schemas.microsoft.com/office/drawing/2014/main" id="{088F13D6-3602-451D-E0A4-86AC988545D1}"/>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Rectangle 1843">
                <a:extLst>
                  <a:ext uri="{FF2B5EF4-FFF2-40B4-BE49-F238E27FC236}">
                    <a16:creationId xmlns:a16="http://schemas.microsoft.com/office/drawing/2014/main" id="{DE56C012-F914-E587-15AB-9DEB6DFC1353}"/>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 name="Rectangle 1844">
                <a:extLst>
                  <a:ext uri="{FF2B5EF4-FFF2-40B4-BE49-F238E27FC236}">
                    <a16:creationId xmlns:a16="http://schemas.microsoft.com/office/drawing/2014/main" id="{05112482-557B-05AE-1276-9F3B6D482133}"/>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 name="Rectangle 1845">
                <a:extLst>
                  <a:ext uri="{FF2B5EF4-FFF2-40B4-BE49-F238E27FC236}">
                    <a16:creationId xmlns:a16="http://schemas.microsoft.com/office/drawing/2014/main" id="{C1B5FF68-0AAA-F3AA-F0E5-F9B26FD4C5C3}"/>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Rectangle 1846">
                <a:extLst>
                  <a:ext uri="{FF2B5EF4-FFF2-40B4-BE49-F238E27FC236}">
                    <a16:creationId xmlns:a16="http://schemas.microsoft.com/office/drawing/2014/main" id="{48EA68DF-495B-F092-5F0B-15CFB8340D8B}"/>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Rectangle 1847">
                <a:extLst>
                  <a:ext uri="{FF2B5EF4-FFF2-40B4-BE49-F238E27FC236}">
                    <a16:creationId xmlns:a16="http://schemas.microsoft.com/office/drawing/2014/main" id="{ADF7EB0C-6A94-B59F-7765-FF678A847027}"/>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Rectangle 1848">
                <a:extLst>
                  <a:ext uri="{FF2B5EF4-FFF2-40B4-BE49-F238E27FC236}">
                    <a16:creationId xmlns:a16="http://schemas.microsoft.com/office/drawing/2014/main" id="{11205D19-013F-C494-374D-CBE1C1FC31F0}"/>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Rectangle 1849">
                <a:extLst>
                  <a:ext uri="{FF2B5EF4-FFF2-40B4-BE49-F238E27FC236}">
                    <a16:creationId xmlns:a16="http://schemas.microsoft.com/office/drawing/2014/main" id="{63DC236A-838A-365C-64A2-36FDC0E18BEE}"/>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Rectangle 1850">
                <a:extLst>
                  <a:ext uri="{FF2B5EF4-FFF2-40B4-BE49-F238E27FC236}">
                    <a16:creationId xmlns:a16="http://schemas.microsoft.com/office/drawing/2014/main" id="{1F0B33CD-3BDA-3ACA-1074-0067553013D2}"/>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Rectangle 1851">
                <a:extLst>
                  <a:ext uri="{FF2B5EF4-FFF2-40B4-BE49-F238E27FC236}">
                    <a16:creationId xmlns:a16="http://schemas.microsoft.com/office/drawing/2014/main" id="{D030307B-1218-31F9-0B51-8E507C752BFD}"/>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3" name="Rectangle 1852">
                <a:extLst>
                  <a:ext uri="{FF2B5EF4-FFF2-40B4-BE49-F238E27FC236}">
                    <a16:creationId xmlns:a16="http://schemas.microsoft.com/office/drawing/2014/main" id="{59641C52-F836-B929-8DBD-8C1FCE733A48}"/>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Rectangle 1853">
                <a:extLst>
                  <a:ext uri="{FF2B5EF4-FFF2-40B4-BE49-F238E27FC236}">
                    <a16:creationId xmlns:a16="http://schemas.microsoft.com/office/drawing/2014/main" id="{65F7800A-168C-8477-126F-245A33E5D669}"/>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Rectangle 1854">
                <a:extLst>
                  <a:ext uri="{FF2B5EF4-FFF2-40B4-BE49-F238E27FC236}">
                    <a16:creationId xmlns:a16="http://schemas.microsoft.com/office/drawing/2014/main" id="{B4B564D0-5614-8C27-74FD-49A84A991ACC}"/>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Rectangle 1855">
                <a:extLst>
                  <a:ext uri="{FF2B5EF4-FFF2-40B4-BE49-F238E27FC236}">
                    <a16:creationId xmlns:a16="http://schemas.microsoft.com/office/drawing/2014/main" id="{9E7D1F69-27AF-5BF1-49EA-1C59E636F8E5}"/>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Rectangle 1856">
                <a:extLst>
                  <a:ext uri="{FF2B5EF4-FFF2-40B4-BE49-F238E27FC236}">
                    <a16:creationId xmlns:a16="http://schemas.microsoft.com/office/drawing/2014/main" id="{BB51B392-09C5-9097-B4CC-126BEC696D15}"/>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Rectangle 1857">
                <a:extLst>
                  <a:ext uri="{FF2B5EF4-FFF2-40B4-BE49-F238E27FC236}">
                    <a16:creationId xmlns:a16="http://schemas.microsoft.com/office/drawing/2014/main" id="{5935D8FB-E841-90F6-DAE2-DAC50EADB868}"/>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Rectangle 1858">
                <a:extLst>
                  <a:ext uri="{FF2B5EF4-FFF2-40B4-BE49-F238E27FC236}">
                    <a16:creationId xmlns:a16="http://schemas.microsoft.com/office/drawing/2014/main" id="{A0E438A2-74A4-7FF5-892C-15AA671AB872}"/>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Rectangle 1859">
                <a:extLst>
                  <a:ext uri="{FF2B5EF4-FFF2-40B4-BE49-F238E27FC236}">
                    <a16:creationId xmlns:a16="http://schemas.microsoft.com/office/drawing/2014/main" id="{56B11714-6425-39E3-CD14-866A43CE6F8E}"/>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1" name="Rectangle 1860">
                <a:extLst>
                  <a:ext uri="{FF2B5EF4-FFF2-40B4-BE49-F238E27FC236}">
                    <a16:creationId xmlns:a16="http://schemas.microsoft.com/office/drawing/2014/main" id="{A62B1AAF-FEEB-0B21-028C-33EC31F8CF49}"/>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Rectangle 1861">
                <a:extLst>
                  <a:ext uri="{FF2B5EF4-FFF2-40B4-BE49-F238E27FC236}">
                    <a16:creationId xmlns:a16="http://schemas.microsoft.com/office/drawing/2014/main" id="{BD129F90-63C1-8664-799B-DED3DF9C383D}"/>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Rectangle 1862">
                <a:extLst>
                  <a:ext uri="{FF2B5EF4-FFF2-40B4-BE49-F238E27FC236}">
                    <a16:creationId xmlns:a16="http://schemas.microsoft.com/office/drawing/2014/main" id="{9AF9F151-7448-4277-9490-9F0638F43E28}"/>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Rectangle 1863">
                <a:extLst>
                  <a:ext uri="{FF2B5EF4-FFF2-40B4-BE49-F238E27FC236}">
                    <a16:creationId xmlns:a16="http://schemas.microsoft.com/office/drawing/2014/main" id="{41E99693-F98F-98A2-CB80-487476A0552D}"/>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7FB8D6ED-5BEC-C43D-F185-2C2ED753A8C5}"/>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Rectangle 1865">
                <a:extLst>
                  <a:ext uri="{FF2B5EF4-FFF2-40B4-BE49-F238E27FC236}">
                    <a16:creationId xmlns:a16="http://schemas.microsoft.com/office/drawing/2014/main" id="{AB174729-EABC-B630-3522-EDB2CFB49FA7}"/>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Rectangle 1866">
                <a:extLst>
                  <a:ext uri="{FF2B5EF4-FFF2-40B4-BE49-F238E27FC236}">
                    <a16:creationId xmlns:a16="http://schemas.microsoft.com/office/drawing/2014/main" id="{737BC090-C653-8281-FF4B-12D8A881A52E}"/>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Rectangle 1867">
                <a:extLst>
                  <a:ext uri="{FF2B5EF4-FFF2-40B4-BE49-F238E27FC236}">
                    <a16:creationId xmlns:a16="http://schemas.microsoft.com/office/drawing/2014/main" id="{648424F1-76A8-575A-0965-DB9D3D2158BA}"/>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9" name="Rectangle 1868">
                <a:extLst>
                  <a:ext uri="{FF2B5EF4-FFF2-40B4-BE49-F238E27FC236}">
                    <a16:creationId xmlns:a16="http://schemas.microsoft.com/office/drawing/2014/main" id="{3D6CAD7C-B245-2984-52B4-F93CDD4E4C3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Rectangle 1869">
                <a:extLst>
                  <a:ext uri="{FF2B5EF4-FFF2-40B4-BE49-F238E27FC236}">
                    <a16:creationId xmlns:a16="http://schemas.microsoft.com/office/drawing/2014/main" id="{E155EA16-1771-CE86-DB43-F5480403EF36}"/>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Rectangle 1870">
                <a:extLst>
                  <a:ext uri="{FF2B5EF4-FFF2-40B4-BE49-F238E27FC236}">
                    <a16:creationId xmlns:a16="http://schemas.microsoft.com/office/drawing/2014/main" id="{46D61906-693E-1835-A8C5-DAEEC663BCF8}"/>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Rectangle 1871">
                <a:extLst>
                  <a:ext uri="{FF2B5EF4-FFF2-40B4-BE49-F238E27FC236}">
                    <a16:creationId xmlns:a16="http://schemas.microsoft.com/office/drawing/2014/main" id="{1A44A782-036D-3F0B-C667-92EC6DBAFF2D}"/>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Rectangle 1872">
                <a:extLst>
                  <a:ext uri="{FF2B5EF4-FFF2-40B4-BE49-F238E27FC236}">
                    <a16:creationId xmlns:a16="http://schemas.microsoft.com/office/drawing/2014/main" id="{4C2DFECE-6110-BC54-58B5-3F431D1BBF9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Rectangle 1873">
                <a:extLst>
                  <a:ext uri="{FF2B5EF4-FFF2-40B4-BE49-F238E27FC236}">
                    <a16:creationId xmlns:a16="http://schemas.microsoft.com/office/drawing/2014/main" id="{3B8097B3-7AED-A3EB-E81F-98C058D915DE}"/>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Rectangle 1874">
                <a:extLst>
                  <a:ext uri="{FF2B5EF4-FFF2-40B4-BE49-F238E27FC236}">
                    <a16:creationId xmlns:a16="http://schemas.microsoft.com/office/drawing/2014/main" id="{54CBCBBF-1FCE-7812-A1ED-390C735C8DB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Rectangle 1875">
                <a:extLst>
                  <a:ext uri="{FF2B5EF4-FFF2-40B4-BE49-F238E27FC236}">
                    <a16:creationId xmlns:a16="http://schemas.microsoft.com/office/drawing/2014/main" id="{2F27E79D-6529-933D-7BE8-6D23D59ACFDD}"/>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7" name="Rectangle 1876">
                <a:extLst>
                  <a:ext uri="{FF2B5EF4-FFF2-40B4-BE49-F238E27FC236}">
                    <a16:creationId xmlns:a16="http://schemas.microsoft.com/office/drawing/2014/main" id="{AD4F38B7-442F-E369-2724-1A8555C59411}"/>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8" name="Rectangle 1877">
                <a:extLst>
                  <a:ext uri="{FF2B5EF4-FFF2-40B4-BE49-F238E27FC236}">
                    <a16:creationId xmlns:a16="http://schemas.microsoft.com/office/drawing/2014/main" id="{41C5A1F3-9B27-A037-8145-45982FF82169}"/>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Rectangle 1878">
                <a:extLst>
                  <a:ext uri="{FF2B5EF4-FFF2-40B4-BE49-F238E27FC236}">
                    <a16:creationId xmlns:a16="http://schemas.microsoft.com/office/drawing/2014/main" id="{098AE669-2CB5-7A5C-352B-9D0215DD1F9E}"/>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Rectangle 1879">
                <a:extLst>
                  <a:ext uri="{FF2B5EF4-FFF2-40B4-BE49-F238E27FC236}">
                    <a16:creationId xmlns:a16="http://schemas.microsoft.com/office/drawing/2014/main" id="{EAF34C56-06E7-597B-F4C9-E76CA43243CD}"/>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Rectangle 1880">
                <a:extLst>
                  <a:ext uri="{FF2B5EF4-FFF2-40B4-BE49-F238E27FC236}">
                    <a16:creationId xmlns:a16="http://schemas.microsoft.com/office/drawing/2014/main" id="{9F5D697A-3F86-D34C-6733-C500CD6E3CD5}"/>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Rectangle 1881">
                <a:extLst>
                  <a:ext uri="{FF2B5EF4-FFF2-40B4-BE49-F238E27FC236}">
                    <a16:creationId xmlns:a16="http://schemas.microsoft.com/office/drawing/2014/main" id="{6D6C2426-6811-6F02-839F-38790B977637}"/>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Rectangle 1882">
                <a:extLst>
                  <a:ext uri="{FF2B5EF4-FFF2-40B4-BE49-F238E27FC236}">
                    <a16:creationId xmlns:a16="http://schemas.microsoft.com/office/drawing/2014/main" id="{783F39F5-0D92-C61E-A8DE-BEAF02D1489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Rectangle 1883">
                <a:extLst>
                  <a:ext uri="{FF2B5EF4-FFF2-40B4-BE49-F238E27FC236}">
                    <a16:creationId xmlns:a16="http://schemas.microsoft.com/office/drawing/2014/main" id="{B32920E5-6360-90A5-8718-B1ABE21AF79B}"/>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5" name="Rectangle 1884">
                <a:extLst>
                  <a:ext uri="{FF2B5EF4-FFF2-40B4-BE49-F238E27FC236}">
                    <a16:creationId xmlns:a16="http://schemas.microsoft.com/office/drawing/2014/main" id="{95AD66F5-FC15-2C6F-104E-4957DBEEBB96}"/>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Rectangle 1885">
                <a:extLst>
                  <a:ext uri="{FF2B5EF4-FFF2-40B4-BE49-F238E27FC236}">
                    <a16:creationId xmlns:a16="http://schemas.microsoft.com/office/drawing/2014/main" id="{274A51AF-79B5-6A04-16E7-5166FB8F566D}"/>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Rectangle 1886">
                <a:extLst>
                  <a:ext uri="{FF2B5EF4-FFF2-40B4-BE49-F238E27FC236}">
                    <a16:creationId xmlns:a16="http://schemas.microsoft.com/office/drawing/2014/main" id="{A7616933-0275-9C4B-6877-EF1DC68BE229}"/>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Rectangle 1887">
                <a:extLst>
                  <a:ext uri="{FF2B5EF4-FFF2-40B4-BE49-F238E27FC236}">
                    <a16:creationId xmlns:a16="http://schemas.microsoft.com/office/drawing/2014/main" id="{7F793499-E823-5FED-8DCB-5F6FC83FFB21}"/>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Rectangle 1888">
                <a:extLst>
                  <a:ext uri="{FF2B5EF4-FFF2-40B4-BE49-F238E27FC236}">
                    <a16:creationId xmlns:a16="http://schemas.microsoft.com/office/drawing/2014/main" id="{BBAC059C-0CA5-0EC4-E358-FE1D60AB8BF1}"/>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Rectangle 1889">
                <a:extLst>
                  <a:ext uri="{FF2B5EF4-FFF2-40B4-BE49-F238E27FC236}">
                    <a16:creationId xmlns:a16="http://schemas.microsoft.com/office/drawing/2014/main" id="{7E216931-5F6C-7204-552A-A6D6F191CBC8}"/>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Rectangle 1890">
                <a:extLst>
                  <a:ext uri="{FF2B5EF4-FFF2-40B4-BE49-F238E27FC236}">
                    <a16:creationId xmlns:a16="http://schemas.microsoft.com/office/drawing/2014/main" id="{3BCD1126-A254-1F5B-924E-DAF8DA07D930}"/>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Rectangle 1891">
                <a:extLst>
                  <a:ext uri="{FF2B5EF4-FFF2-40B4-BE49-F238E27FC236}">
                    <a16:creationId xmlns:a16="http://schemas.microsoft.com/office/drawing/2014/main" id="{627F2E1F-59A0-6494-C4C1-187892A59078}"/>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3" name="Rectangle 1892">
                <a:extLst>
                  <a:ext uri="{FF2B5EF4-FFF2-40B4-BE49-F238E27FC236}">
                    <a16:creationId xmlns:a16="http://schemas.microsoft.com/office/drawing/2014/main" id="{CDB47DCC-4C77-06D5-8668-F9F3D62D0B4E}"/>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Rectangle 1893">
                <a:extLst>
                  <a:ext uri="{FF2B5EF4-FFF2-40B4-BE49-F238E27FC236}">
                    <a16:creationId xmlns:a16="http://schemas.microsoft.com/office/drawing/2014/main" id="{B466B6A4-ABD6-D798-3F67-79A59A8DBF5E}"/>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Rectangle 1894">
                <a:extLst>
                  <a:ext uri="{FF2B5EF4-FFF2-40B4-BE49-F238E27FC236}">
                    <a16:creationId xmlns:a16="http://schemas.microsoft.com/office/drawing/2014/main" id="{B78E4D9A-07A8-DA86-4E11-DC6DE7DB6C8D}"/>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Rectangle 1895">
                <a:extLst>
                  <a:ext uri="{FF2B5EF4-FFF2-40B4-BE49-F238E27FC236}">
                    <a16:creationId xmlns:a16="http://schemas.microsoft.com/office/drawing/2014/main" id="{EF0D5781-647E-E337-80BA-17FD4F27FE9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Rectangle 1896">
                <a:extLst>
                  <a:ext uri="{FF2B5EF4-FFF2-40B4-BE49-F238E27FC236}">
                    <a16:creationId xmlns:a16="http://schemas.microsoft.com/office/drawing/2014/main" id="{DC8C64DF-E3D1-AB67-28BA-2FB661BF956A}"/>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6" name="Group 1545">
              <a:extLst>
                <a:ext uri="{FF2B5EF4-FFF2-40B4-BE49-F238E27FC236}">
                  <a16:creationId xmlns:a16="http://schemas.microsoft.com/office/drawing/2014/main" id="{A693B7EE-6C4D-B639-BDF9-F1BA8F3578C0}"/>
                </a:ext>
              </a:extLst>
            </p:cNvPr>
            <p:cNvGrpSpPr/>
            <p:nvPr/>
          </p:nvGrpSpPr>
          <p:grpSpPr>
            <a:xfrm>
              <a:off x="7533154" y="2827564"/>
              <a:ext cx="2912265" cy="301135"/>
              <a:chOff x="2844481" y="3245377"/>
              <a:chExt cx="2912265" cy="301135"/>
            </a:xfrm>
            <a:grpFill/>
          </p:grpSpPr>
          <p:sp>
            <p:nvSpPr>
              <p:cNvPr id="1547" name="Rectangle 1546">
                <a:extLst>
                  <a:ext uri="{FF2B5EF4-FFF2-40B4-BE49-F238E27FC236}">
                    <a16:creationId xmlns:a16="http://schemas.microsoft.com/office/drawing/2014/main" id="{22C94F72-8BAF-A710-D9A1-064C73207840}"/>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8" name="Rectangle 1547">
                <a:extLst>
                  <a:ext uri="{FF2B5EF4-FFF2-40B4-BE49-F238E27FC236}">
                    <a16:creationId xmlns:a16="http://schemas.microsoft.com/office/drawing/2014/main" id="{D0A14A0B-5A19-B8D5-3E12-45CB8F26C7BA}"/>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9" name="Rectangle 1548">
                <a:extLst>
                  <a:ext uri="{FF2B5EF4-FFF2-40B4-BE49-F238E27FC236}">
                    <a16:creationId xmlns:a16="http://schemas.microsoft.com/office/drawing/2014/main" id="{BBBF22AB-5D61-D596-235B-E33392ABEC67}"/>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0" name="Rectangle 1549">
                <a:extLst>
                  <a:ext uri="{FF2B5EF4-FFF2-40B4-BE49-F238E27FC236}">
                    <a16:creationId xmlns:a16="http://schemas.microsoft.com/office/drawing/2014/main" id="{A2799C5B-DEA3-C17A-927A-48F247709CDC}"/>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1" name="Rectangle 1550">
                <a:extLst>
                  <a:ext uri="{FF2B5EF4-FFF2-40B4-BE49-F238E27FC236}">
                    <a16:creationId xmlns:a16="http://schemas.microsoft.com/office/drawing/2014/main" id="{C5875873-C2E3-DD8F-F532-269CAB4D1E68}"/>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2" name="Rectangle 1551">
                <a:extLst>
                  <a:ext uri="{FF2B5EF4-FFF2-40B4-BE49-F238E27FC236}">
                    <a16:creationId xmlns:a16="http://schemas.microsoft.com/office/drawing/2014/main" id="{79DA773C-33CC-F6E6-DA39-B5096E621913}"/>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3" name="Rectangle 1552">
                <a:extLst>
                  <a:ext uri="{FF2B5EF4-FFF2-40B4-BE49-F238E27FC236}">
                    <a16:creationId xmlns:a16="http://schemas.microsoft.com/office/drawing/2014/main" id="{A3A6F6FF-B3E4-FBE4-56E7-8D7B6DC6AAF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4" name="Rectangle 1553">
                <a:extLst>
                  <a:ext uri="{FF2B5EF4-FFF2-40B4-BE49-F238E27FC236}">
                    <a16:creationId xmlns:a16="http://schemas.microsoft.com/office/drawing/2014/main" id="{A591E82E-5171-1D44-6DA8-FF4710409D98}"/>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5" name="Rectangle 1554">
                <a:extLst>
                  <a:ext uri="{FF2B5EF4-FFF2-40B4-BE49-F238E27FC236}">
                    <a16:creationId xmlns:a16="http://schemas.microsoft.com/office/drawing/2014/main" id="{EB748DD0-208F-29C7-636A-B95DCDED66A1}"/>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 name="Rectangle 1555">
                <a:extLst>
                  <a:ext uri="{FF2B5EF4-FFF2-40B4-BE49-F238E27FC236}">
                    <a16:creationId xmlns:a16="http://schemas.microsoft.com/office/drawing/2014/main" id="{44BC7701-D7DF-B74B-663B-34F0857196BF}"/>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7" name="Rectangle 1556">
                <a:extLst>
                  <a:ext uri="{FF2B5EF4-FFF2-40B4-BE49-F238E27FC236}">
                    <a16:creationId xmlns:a16="http://schemas.microsoft.com/office/drawing/2014/main" id="{E01BB16B-945A-4B45-E11D-7759114C4867}"/>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8" name="Rectangle 1557">
                <a:extLst>
                  <a:ext uri="{FF2B5EF4-FFF2-40B4-BE49-F238E27FC236}">
                    <a16:creationId xmlns:a16="http://schemas.microsoft.com/office/drawing/2014/main" id="{49B1EF32-E02D-82AF-BABA-03EEE91D60F2}"/>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9" name="Rectangle 1558">
                <a:extLst>
                  <a:ext uri="{FF2B5EF4-FFF2-40B4-BE49-F238E27FC236}">
                    <a16:creationId xmlns:a16="http://schemas.microsoft.com/office/drawing/2014/main" id="{40B716A0-697E-DD88-0937-73DBCB712BD5}"/>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0" name="Rectangle 1559">
                <a:extLst>
                  <a:ext uri="{FF2B5EF4-FFF2-40B4-BE49-F238E27FC236}">
                    <a16:creationId xmlns:a16="http://schemas.microsoft.com/office/drawing/2014/main" id="{11DFFE5D-225F-927C-3581-9AFD97EA77D4}"/>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1" name="Rectangle 1560">
                <a:extLst>
                  <a:ext uri="{FF2B5EF4-FFF2-40B4-BE49-F238E27FC236}">
                    <a16:creationId xmlns:a16="http://schemas.microsoft.com/office/drawing/2014/main" id="{9F7B69DD-4E41-ABB1-9186-D5DC3C740CE5}"/>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2" name="Rectangle 1561">
                <a:extLst>
                  <a:ext uri="{FF2B5EF4-FFF2-40B4-BE49-F238E27FC236}">
                    <a16:creationId xmlns:a16="http://schemas.microsoft.com/office/drawing/2014/main" id="{27334850-96AC-00D2-D766-C084D0009246}"/>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3" name="Rectangle 1562">
                <a:extLst>
                  <a:ext uri="{FF2B5EF4-FFF2-40B4-BE49-F238E27FC236}">
                    <a16:creationId xmlns:a16="http://schemas.microsoft.com/office/drawing/2014/main" id="{A25E88EC-34EE-B5DB-BC2C-D42EB1CD2D02}"/>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4" name="Rectangle 1563">
                <a:extLst>
                  <a:ext uri="{FF2B5EF4-FFF2-40B4-BE49-F238E27FC236}">
                    <a16:creationId xmlns:a16="http://schemas.microsoft.com/office/drawing/2014/main" id="{2ADF24F5-F639-6A17-E01F-CABC450B5270}"/>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5" name="Rectangle 1564">
                <a:extLst>
                  <a:ext uri="{FF2B5EF4-FFF2-40B4-BE49-F238E27FC236}">
                    <a16:creationId xmlns:a16="http://schemas.microsoft.com/office/drawing/2014/main" id="{286B1946-88B1-AA4B-B9BF-35F97A87A819}"/>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6" name="Rectangle 1565">
                <a:extLst>
                  <a:ext uri="{FF2B5EF4-FFF2-40B4-BE49-F238E27FC236}">
                    <a16:creationId xmlns:a16="http://schemas.microsoft.com/office/drawing/2014/main" id="{7722F832-27BE-4758-262D-85BB9A22CE3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 name="Rectangle 1566">
                <a:extLst>
                  <a:ext uri="{FF2B5EF4-FFF2-40B4-BE49-F238E27FC236}">
                    <a16:creationId xmlns:a16="http://schemas.microsoft.com/office/drawing/2014/main" id="{84E8B1E6-F118-9310-10BD-63E5D1E1E394}"/>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8" name="Rectangle 1567">
                <a:extLst>
                  <a:ext uri="{FF2B5EF4-FFF2-40B4-BE49-F238E27FC236}">
                    <a16:creationId xmlns:a16="http://schemas.microsoft.com/office/drawing/2014/main" id="{1BA2D83D-E478-EDCA-9C77-2CF7AEF040A8}"/>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a16="http://schemas.microsoft.com/office/drawing/2014/main" id="{94F267CD-05A6-E035-992C-F982098DA9D1}"/>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0" name="Rectangle 1569">
                <a:extLst>
                  <a:ext uri="{FF2B5EF4-FFF2-40B4-BE49-F238E27FC236}">
                    <a16:creationId xmlns:a16="http://schemas.microsoft.com/office/drawing/2014/main" id="{EE2CC98B-AAC8-FD4F-D121-EDC619D690EF}"/>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1" name="Rectangle 1570">
                <a:extLst>
                  <a:ext uri="{FF2B5EF4-FFF2-40B4-BE49-F238E27FC236}">
                    <a16:creationId xmlns:a16="http://schemas.microsoft.com/office/drawing/2014/main" id="{8A99DC3E-F49A-3504-6E53-88186F1BAA33}"/>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Rectangle 1571">
                <a:extLst>
                  <a:ext uri="{FF2B5EF4-FFF2-40B4-BE49-F238E27FC236}">
                    <a16:creationId xmlns:a16="http://schemas.microsoft.com/office/drawing/2014/main" id="{4D26DB54-15B7-7615-2A32-0E1049CF43D0}"/>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3" name="Rectangle 1572">
                <a:extLst>
                  <a:ext uri="{FF2B5EF4-FFF2-40B4-BE49-F238E27FC236}">
                    <a16:creationId xmlns:a16="http://schemas.microsoft.com/office/drawing/2014/main" id="{B8B8ACB6-B419-18A8-9FBB-E550072D6310}"/>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4" name="Rectangle 1573">
                <a:extLst>
                  <a:ext uri="{FF2B5EF4-FFF2-40B4-BE49-F238E27FC236}">
                    <a16:creationId xmlns:a16="http://schemas.microsoft.com/office/drawing/2014/main" id="{F4C8440F-C29F-0546-F898-005328965A7A}"/>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5" name="Rectangle 1574">
                <a:extLst>
                  <a:ext uri="{FF2B5EF4-FFF2-40B4-BE49-F238E27FC236}">
                    <a16:creationId xmlns:a16="http://schemas.microsoft.com/office/drawing/2014/main" id="{017D8C83-26EE-9C41-E1F9-67CC2EE810D4}"/>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6" name="Rectangle 1575">
                <a:extLst>
                  <a:ext uri="{FF2B5EF4-FFF2-40B4-BE49-F238E27FC236}">
                    <a16:creationId xmlns:a16="http://schemas.microsoft.com/office/drawing/2014/main" id="{60E615DC-C6F9-66CF-FE88-3F9BACE368BB}"/>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 name="Rectangle 1576">
                <a:extLst>
                  <a:ext uri="{FF2B5EF4-FFF2-40B4-BE49-F238E27FC236}">
                    <a16:creationId xmlns:a16="http://schemas.microsoft.com/office/drawing/2014/main" id="{6A401707-6F8B-994A-5670-26F649A23D31}"/>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8" name="Rectangle 1577">
                <a:extLst>
                  <a:ext uri="{FF2B5EF4-FFF2-40B4-BE49-F238E27FC236}">
                    <a16:creationId xmlns:a16="http://schemas.microsoft.com/office/drawing/2014/main" id="{8BBCA671-6196-3B88-9DF6-A885B329DA3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9" name="Rectangle 1578">
                <a:extLst>
                  <a:ext uri="{FF2B5EF4-FFF2-40B4-BE49-F238E27FC236}">
                    <a16:creationId xmlns:a16="http://schemas.microsoft.com/office/drawing/2014/main" id="{79BF9220-BE86-B779-11D7-8098F301112F}"/>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0" name="Rectangle 1579">
                <a:extLst>
                  <a:ext uri="{FF2B5EF4-FFF2-40B4-BE49-F238E27FC236}">
                    <a16:creationId xmlns:a16="http://schemas.microsoft.com/office/drawing/2014/main" id="{9145E8A0-01F0-7ADD-B849-A0C33971D6D8}"/>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1" name="Rectangle 1580">
                <a:extLst>
                  <a:ext uri="{FF2B5EF4-FFF2-40B4-BE49-F238E27FC236}">
                    <a16:creationId xmlns:a16="http://schemas.microsoft.com/office/drawing/2014/main" id="{AFF25177-2920-6B3C-8585-3F9B607F26C1}"/>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 name="Rectangle 1581">
                <a:extLst>
                  <a:ext uri="{FF2B5EF4-FFF2-40B4-BE49-F238E27FC236}">
                    <a16:creationId xmlns:a16="http://schemas.microsoft.com/office/drawing/2014/main" id="{8AD173E3-1C09-7F3B-8ABD-3BD71CC83E47}"/>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Rectangle 1582">
                <a:extLst>
                  <a:ext uri="{FF2B5EF4-FFF2-40B4-BE49-F238E27FC236}">
                    <a16:creationId xmlns:a16="http://schemas.microsoft.com/office/drawing/2014/main" id="{BEEEDD12-4222-D75A-3DBA-33438E334116}"/>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4" name="Rectangle 1583">
                <a:extLst>
                  <a:ext uri="{FF2B5EF4-FFF2-40B4-BE49-F238E27FC236}">
                    <a16:creationId xmlns:a16="http://schemas.microsoft.com/office/drawing/2014/main" id="{56ABE33E-6BE3-6265-D01D-61B461566972}"/>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5" name="Rectangle 1584">
                <a:extLst>
                  <a:ext uri="{FF2B5EF4-FFF2-40B4-BE49-F238E27FC236}">
                    <a16:creationId xmlns:a16="http://schemas.microsoft.com/office/drawing/2014/main" id="{DD27213F-A440-3ED2-829C-21902CBFC360}"/>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 name="Rectangle 1585">
                <a:extLst>
                  <a:ext uri="{FF2B5EF4-FFF2-40B4-BE49-F238E27FC236}">
                    <a16:creationId xmlns:a16="http://schemas.microsoft.com/office/drawing/2014/main" id="{6DA54E4D-A299-5E1E-ED16-003F76508FFF}"/>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7" name="Rectangle 1586">
                <a:extLst>
                  <a:ext uri="{FF2B5EF4-FFF2-40B4-BE49-F238E27FC236}">
                    <a16:creationId xmlns:a16="http://schemas.microsoft.com/office/drawing/2014/main" id="{B4F4ADCC-5B95-B3FA-9AD2-2C91A751ACA1}"/>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8" name="Rectangle 1587">
                <a:extLst>
                  <a:ext uri="{FF2B5EF4-FFF2-40B4-BE49-F238E27FC236}">
                    <a16:creationId xmlns:a16="http://schemas.microsoft.com/office/drawing/2014/main" id="{2BE68191-5C82-86F8-5140-AB9346B2DFF0}"/>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9" name="Rectangle 1588">
                <a:extLst>
                  <a:ext uri="{FF2B5EF4-FFF2-40B4-BE49-F238E27FC236}">
                    <a16:creationId xmlns:a16="http://schemas.microsoft.com/office/drawing/2014/main" id="{7AD3E286-658F-5DF2-7571-5446F8E0947C}"/>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0" name="Rectangle 1589">
                <a:extLst>
                  <a:ext uri="{FF2B5EF4-FFF2-40B4-BE49-F238E27FC236}">
                    <a16:creationId xmlns:a16="http://schemas.microsoft.com/office/drawing/2014/main" id="{333973C5-651F-5712-5B98-7067CA48C47A}"/>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 name="Rectangle 1590">
                <a:extLst>
                  <a:ext uri="{FF2B5EF4-FFF2-40B4-BE49-F238E27FC236}">
                    <a16:creationId xmlns:a16="http://schemas.microsoft.com/office/drawing/2014/main" id="{9CC6DDE2-BEBC-ABDC-94EC-315064FE69B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2" name="Rectangle 1591">
                <a:extLst>
                  <a:ext uri="{FF2B5EF4-FFF2-40B4-BE49-F238E27FC236}">
                    <a16:creationId xmlns:a16="http://schemas.microsoft.com/office/drawing/2014/main" id="{714E6CF3-D27B-2FE5-7B28-C55D780FEC9F}"/>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3" name="Rectangle 1592">
                <a:extLst>
                  <a:ext uri="{FF2B5EF4-FFF2-40B4-BE49-F238E27FC236}">
                    <a16:creationId xmlns:a16="http://schemas.microsoft.com/office/drawing/2014/main" id="{CB8B820A-7293-6A65-7DFA-6056F6C2D308}"/>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4" name="Rectangle 1593">
                <a:extLst>
                  <a:ext uri="{FF2B5EF4-FFF2-40B4-BE49-F238E27FC236}">
                    <a16:creationId xmlns:a16="http://schemas.microsoft.com/office/drawing/2014/main" id="{8DD9F6B1-0D34-034A-97C5-5BA48602FBFC}"/>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5" name="Rectangle 1594">
                <a:extLst>
                  <a:ext uri="{FF2B5EF4-FFF2-40B4-BE49-F238E27FC236}">
                    <a16:creationId xmlns:a16="http://schemas.microsoft.com/office/drawing/2014/main" id="{DD884F04-BF39-A352-E91A-47926D24717F}"/>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 name="Rectangle 1595">
                <a:extLst>
                  <a:ext uri="{FF2B5EF4-FFF2-40B4-BE49-F238E27FC236}">
                    <a16:creationId xmlns:a16="http://schemas.microsoft.com/office/drawing/2014/main" id="{B81D2596-98B7-BBA4-5485-7F244D127225}"/>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7" name="Rectangle 1596">
                <a:extLst>
                  <a:ext uri="{FF2B5EF4-FFF2-40B4-BE49-F238E27FC236}">
                    <a16:creationId xmlns:a16="http://schemas.microsoft.com/office/drawing/2014/main" id="{EBCBA332-70FE-CB3C-B729-B15F15A3BB41}"/>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8" name="Rectangle 1597">
                <a:extLst>
                  <a:ext uri="{FF2B5EF4-FFF2-40B4-BE49-F238E27FC236}">
                    <a16:creationId xmlns:a16="http://schemas.microsoft.com/office/drawing/2014/main" id="{266529F2-BD99-BAB6-7B73-02D7EBAB8011}"/>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9" name="Rectangle 1598">
                <a:extLst>
                  <a:ext uri="{FF2B5EF4-FFF2-40B4-BE49-F238E27FC236}">
                    <a16:creationId xmlns:a16="http://schemas.microsoft.com/office/drawing/2014/main" id="{2C0BF463-80A5-6C90-8A07-D1AF9F833542}"/>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0" name="Rectangle 1599">
                <a:extLst>
                  <a:ext uri="{FF2B5EF4-FFF2-40B4-BE49-F238E27FC236}">
                    <a16:creationId xmlns:a16="http://schemas.microsoft.com/office/drawing/2014/main" id="{677B8A4E-C73B-461E-7C27-6ABC5C5FB184}"/>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 name="Rectangle 1600">
                <a:extLst>
                  <a:ext uri="{FF2B5EF4-FFF2-40B4-BE49-F238E27FC236}">
                    <a16:creationId xmlns:a16="http://schemas.microsoft.com/office/drawing/2014/main" id="{720175D5-A9A3-8C68-EBCF-A029F1BC5292}"/>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93CCF982-D4EC-1B7B-436B-99E73F4843CD}"/>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Rectangle 1602">
                <a:extLst>
                  <a:ext uri="{FF2B5EF4-FFF2-40B4-BE49-F238E27FC236}">
                    <a16:creationId xmlns:a16="http://schemas.microsoft.com/office/drawing/2014/main" id="{100331E9-7075-3891-78E6-BA76360C945C}"/>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4F022EC1-58B0-2026-F71B-63B5AEFDAAD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1E76C9F1-0DBC-D692-3276-92ABC100B8F3}"/>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FEF06576-B79E-A539-889F-60BC01615353}"/>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Rectangle 1606">
                <a:extLst>
                  <a:ext uri="{FF2B5EF4-FFF2-40B4-BE49-F238E27FC236}">
                    <a16:creationId xmlns:a16="http://schemas.microsoft.com/office/drawing/2014/main" id="{90F85013-B989-4818-0C3A-0EB148D2758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5F18029B-BA14-F1BE-EA67-A29314BD5233}"/>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Rectangle 1608">
                <a:extLst>
                  <a:ext uri="{FF2B5EF4-FFF2-40B4-BE49-F238E27FC236}">
                    <a16:creationId xmlns:a16="http://schemas.microsoft.com/office/drawing/2014/main" id="{A928515E-D002-349E-0F9A-57D981B00D9F}"/>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Rectangle 1609">
                <a:extLst>
                  <a:ext uri="{FF2B5EF4-FFF2-40B4-BE49-F238E27FC236}">
                    <a16:creationId xmlns:a16="http://schemas.microsoft.com/office/drawing/2014/main" id="{CCD3BFB7-5CAC-5B90-0D90-2993A2BE4CF6}"/>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Rectangle 1610">
                <a:extLst>
                  <a:ext uri="{FF2B5EF4-FFF2-40B4-BE49-F238E27FC236}">
                    <a16:creationId xmlns:a16="http://schemas.microsoft.com/office/drawing/2014/main" id="{6BD8D547-AAF8-726F-D5F0-BA0ED716FFF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8BFC94F6-B37F-F72F-EF62-71355E19D433}"/>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Rectangle 1612">
                <a:extLst>
                  <a:ext uri="{FF2B5EF4-FFF2-40B4-BE49-F238E27FC236}">
                    <a16:creationId xmlns:a16="http://schemas.microsoft.com/office/drawing/2014/main" id="{B9D683AF-2A66-9867-4E39-2BEA07322353}"/>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Rectangle 1613">
                <a:extLst>
                  <a:ext uri="{FF2B5EF4-FFF2-40B4-BE49-F238E27FC236}">
                    <a16:creationId xmlns:a16="http://schemas.microsoft.com/office/drawing/2014/main" id="{0963AAB0-8D58-CB48-4563-5936185E5274}"/>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 name="Rectangle 1614">
                <a:extLst>
                  <a:ext uri="{FF2B5EF4-FFF2-40B4-BE49-F238E27FC236}">
                    <a16:creationId xmlns:a16="http://schemas.microsoft.com/office/drawing/2014/main" id="{0E092831-02E9-4E3E-8197-A4273AADE6ED}"/>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Rectangle 1615">
                <a:extLst>
                  <a:ext uri="{FF2B5EF4-FFF2-40B4-BE49-F238E27FC236}">
                    <a16:creationId xmlns:a16="http://schemas.microsoft.com/office/drawing/2014/main" id="{E824097D-704D-26A4-5738-10B541C967A0}"/>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D280B872-9772-B00C-CA17-E6192393EAB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Rectangle 1617">
                <a:extLst>
                  <a:ext uri="{FF2B5EF4-FFF2-40B4-BE49-F238E27FC236}">
                    <a16:creationId xmlns:a16="http://schemas.microsoft.com/office/drawing/2014/main" id="{187CE287-C3BD-AB34-1470-47854BA386C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Rectangle 1618">
                <a:extLst>
                  <a:ext uri="{FF2B5EF4-FFF2-40B4-BE49-F238E27FC236}">
                    <a16:creationId xmlns:a16="http://schemas.microsoft.com/office/drawing/2014/main" id="{FBFE6516-BB33-4EE8-8CF9-DC26747472B7}"/>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Rectangle 1619">
                <a:extLst>
                  <a:ext uri="{FF2B5EF4-FFF2-40B4-BE49-F238E27FC236}">
                    <a16:creationId xmlns:a16="http://schemas.microsoft.com/office/drawing/2014/main" id="{6AE5E3DD-D991-7076-F8B7-73213F2628EC}"/>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1" name="Rectangle 1620">
                <a:extLst>
                  <a:ext uri="{FF2B5EF4-FFF2-40B4-BE49-F238E27FC236}">
                    <a16:creationId xmlns:a16="http://schemas.microsoft.com/office/drawing/2014/main" id="{650E57B6-CD16-0BF2-1FF7-47082082E3A9}"/>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Rectangle 1621">
                <a:extLst>
                  <a:ext uri="{FF2B5EF4-FFF2-40B4-BE49-F238E27FC236}">
                    <a16:creationId xmlns:a16="http://schemas.microsoft.com/office/drawing/2014/main" id="{04274B4C-C673-EC1D-265E-6C1DECDB4B0D}"/>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Rectangle 1622">
                <a:extLst>
                  <a:ext uri="{FF2B5EF4-FFF2-40B4-BE49-F238E27FC236}">
                    <a16:creationId xmlns:a16="http://schemas.microsoft.com/office/drawing/2014/main" id="{B2FA181F-A59E-2CE6-F8CD-9FDFAEC28436}"/>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Rectangle 1623">
                <a:extLst>
                  <a:ext uri="{FF2B5EF4-FFF2-40B4-BE49-F238E27FC236}">
                    <a16:creationId xmlns:a16="http://schemas.microsoft.com/office/drawing/2014/main" id="{BBBD44BD-9206-01F3-3D8E-FAAA912BB22F}"/>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Rectangle 1624">
                <a:extLst>
                  <a:ext uri="{FF2B5EF4-FFF2-40B4-BE49-F238E27FC236}">
                    <a16:creationId xmlns:a16="http://schemas.microsoft.com/office/drawing/2014/main" id="{56A66ADD-F36A-440E-BB87-0ADBCF79A962}"/>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Rectangle 1625">
                <a:extLst>
                  <a:ext uri="{FF2B5EF4-FFF2-40B4-BE49-F238E27FC236}">
                    <a16:creationId xmlns:a16="http://schemas.microsoft.com/office/drawing/2014/main" id="{6B953603-207A-BF70-401F-D1680810EBCD}"/>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Rectangle 1626">
                <a:extLst>
                  <a:ext uri="{FF2B5EF4-FFF2-40B4-BE49-F238E27FC236}">
                    <a16:creationId xmlns:a16="http://schemas.microsoft.com/office/drawing/2014/main" id="{BD6AE647-2163-82BD-8DFF-34EC1CC765F1}"/>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Rectangle 1627">
                <a:extLst>
                  <a:ext uri="{FF2B5EF4-FFF2-40B4-BE49-F238E27FC236}">
                    <a16:creationId xmlns:a16="http://schemas.microsoft.com/office/drawing/2014/main" id="{3D71FE50-9B0A-B0AB-AE69-E643ED3DCA44}"/>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Rectangle 1628">
                <a:extLst>
                  <a:ext uri="{FF2B5EF4-FFF2-40B4-BE49-F238E27FC236}">
                    <a16:creationId xmlns:a16="http://schemas.microsoft.com/office/drawing/2014/main" id="{53649CD9-CB92-8634-8A41-F43A95E9469B}"/>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Rectangle 1629">
                <a:extLst>
                  <a:ext uri="{FF2B5EF4-FFF2-40B4-BE49-F238E27FC236}">
                    <a16:creationId xmlns:a16="http://schemas.microsoft.com/office/drawing/2014/main" id="{0F4F6D1E-5BFC-6F7B-C742-041F23ED2EAF}"/>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Rectangle 1630">
                <a:extLst>
                  <a:ext uri="{FF2B5EF4-FFF2-40B4-BE49-F238E27FC236}">
                    <a16:creationId xmlns:a16="http://schemas.microsoft.com/office/drawing/2014/main" id="{15A7EC57-8FA1-D3C0-DFA0-3840F89DDC23}"/>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Rectangle 1631">
                <a:extLst>
                  <a:ext uri="{FF2B5EF4-FFF2-40B4-BE49-F238E27FC236}">
                    <a16:creationId xmlns:a16="http://schemas.microsoft.com/office/drawing/2014/main" id="{4BE3E1F6-0A54-2EE3-20A0-DDE6C209DAD6}"/>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Rectangle 1632">
                <a:extLst>
                  <a:ext uri="{FF2B5EF4-FFF2-40B4-BE49-F238E27FC236}">
                    <a16:creationId xmlns:a16="http://schemas.microsoft.com/office/drawing/2014/main" id="{1F5D815F-DFA6-21AF-1A3A-AEEE0106E70A}"/>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2" name="Group 1281">
              <a:extLst>
                <a:ext uri="{FF2B5EF4-FFF2-40B4-BE49-F238E27FC236}">
                  <a16:creationId xmlns:a16="http://schemas.microsoft.com/office/drawing/2014/main" id="{E64082BF-99AE-9438-8448-EA78D9CA865D}"/>
                </a:ext>
              </a:extLst>
            </p:cNvPr>
            <p:cNvGrpSpPr/>
            <p:nvPr/>
          </p:nvGrpSpPr>
          <p:grpSpPr>
            <a:xfrm>
              <a:off x="7533154" y="3128633"/>
              <a:ext cx="2912265" cy="301135"/>
              <a:chOff x="2844481" y="3245377"/>
              <a:chExt cx="2912265" cy="301135"/>
            </a:xfrm>
            <a:grpFill/>
          </p:grpSpPr>
          <p:sp>
            <p:nvSpPr>
              <p:cNvPr id="1283" name="Rectangle 1282">
                <a:extLst>
                  <a:ext uri="{FF2B5EF4-FFF2-40B4-BE49-F238E27FC236}">
                    <a16:creationId xmlns:a16="http://schemas.microsoft.com/office/drawing/2014/main" id="{09063B27-946C-AAAB-F5AD-7F7A0D4FBD67}"/>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4" name="Rectangle 1283">
                <a:extLst>
                  <a:ext uri="{FF2B5EF4-FFF2-40B4-BE49-F238E27FC236}">
                    <a16:creationId xmlns:a16="http://schemas.microsoft.com/office/drawing/2014/main" id="{7F9AF264-8117-3FEF-6F3E-A5E077E11D6E}"/>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Rectangle 1284">
                <a:extLst>
                  <a:ext uri="{FF2B5EF4-FFF2-40B4-BE49-F238E27FC236}">
                    <a16:creationId xmlns:a16="http://schemas.microsoft.com/office/drawing/2014/main" id="{3D6C00A7-54C5-4262-0667-B2562CDB1E7E}"/>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6" name="Rectangle 1285">
                <a:extLst>
                  <a:ext uri="{FF2B5EF4-FFF2-40B4-BE49-F238E27FC236}">
                    <a16:creationId xmlns:a16="http://schemas.microsoft.com/office/drawing/2014/main" id="{B195991E-A2F5-9AFA-6F23-E1F9421062DF}"/>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7" name="Rectangle 1286">
                <a:extLst>
                  <a:ext uri="{FF2B5EF4-FFF2-40B4-BE49-F238E27FC236}">
                    <a16:creationId xmlns:a16="http://schemas.microsoft.com/office/drawing/2014/main" id="{A0BA3F05-0FF8-BB7F-4107-9A47207BF50D}"/>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8" name="Rectangle 1287">
                <a:extLst>
                  <a:ext uri="{FF2B5EF4-FFF2-40B4-BE49-F238E27FC236}">
                    <a16:creationId xmlns:a16="http://schemas.microsoft.com/office/drawing/2014/main" id="{CAB128AD-298D-5AC8-22CB-07F3ED953B92}"/>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Rectangle 1288">
                <a:extLst>
                  <a:ext uri="{FF2B5EF4-FFF2-40B4-BE49-F238E27FC236}">
                    <a16:creationId xmlns:a16="http://schemas.microsoft.com/office/drawing/2014/main" id="{C54B0839-A4CF-335E-B204-566EDED4074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0" name="Rectangle 1289">
                <a:extLst>
                  <a:ext uri="{FF2B5EF4-FFF2-40B4-BE49-F238E27FC236}">
                    <a16:creationId xmlns:a16="http://schemas.microsoft.com/office/drawing/2014/main" id="{DEF7DDE1-7DD1-5ED6-A213-FDE1AF82FB7E}"/>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Rectangle 1290">
                <a:extLst>
                  <a:ext uri="{FF2B5EF4-FFF2-40B4-BE49-F238E27FC236}">
                    <a16:creationId xmlns:a16="http://schemas.microsoft.com/office/drawing/2014/main" id="{A2D28CE0-3028-C5E3-1E14-CC5C75C1345B}"/>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2" name="Rectangle 1291">
                <a:extLst>
                  <a:ext uri="{FF2B5EF4-FFF2-40B4-BE49-F238E27FC236}">
                    <a16:creationId xmlns:a16="http://schemas.microsoft.com/office/drawing/2014/main" id="{BA45ADE3-4719-9ADD-F743-33542AC925A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3" name="Rectangle 1292">
                <a:extLst>
                  <a:ext uri="{FF2B5EF4-FFF2-40B4-BE49-F238E27FC236}">
                    <a16:creationId xmlns:a16="http://schemas.microsoft.com/office/drawing/2014/main" id="{88058201-7DE8-33D4-AA3B-8322A6FBA399}"/>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4" name="Rectangle 1293">
                <a:extLst>
                  <a:ext uri="{FF2B5EF4-FFF2-40B4-BE49-F238E27FC236}">
                    <a16:creationId xmlns:a16="http://schemas.microsoft.com/office/drawing/2014/main" id="{8A08576F-CF5F-F30C-4D5D-250B075DC9C0}"/>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5" name="Rectangle 1294">
                <a:extLst>
                  <a:ext uri="{FF2B5EF4-FFF2-40B4-BE49-F238E27FC236}">
                    <a16:creationId xmlns:a16="http://schemas.microsoft.com/office/drawing/2014/main" id="{346493C6-BCA7-B9AF-1C67-61776F8DF6D5}"/>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Rectangle 1295">
                <a:extLst>
                  <a:ext uri="{FF2B5EF4-FFF2-40B4-BE49-F238E27FC236}">
                    <a16:creationId xmlns:a16="http://schemas.microsoft.com/office/drawing/2014/main" id="{A80D2F76-D258-2AFE-3B98-1626F68E8964}"/>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7" name="Rectangle 1296">
                <a:extLst>
                  <a:ext uri="{FF2B5EF4-FFF2-40B4-BE49-F238E27FC236}">
                    <a16:creationId xmlns:a16="http://schemas.microsoft.com/office/drawing/2014/main" id="{B5AB73E7-8EAD-C39B-748D-DC95BDFAFCE7}"/>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8" name="Rectangle 1297">
                <a:extLst>
                  <a:ext uri="{FF2B5EF4-FFF2-40B4-BE49-F238E27FC236}">
                    <a16:creationId xmlns:a16="http://schemas.microsoft.com/office/drawing/2014/main" id="{141722FE-DD4D-35C3-0C7D-471D63C4D356}"/>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9" name="Rectangle 1298">
                <a:extLst>
                  <a:ext uri="{FF2B5EF4-FFF2-40B4-BE49-F238E27FC236}">
                    <a16:creationId xmlns:a16="http://schemas.microsoft.com/office/drawing/2014/main" id="{97D53716-3606-63F3-5057-F1C1BAE946C0}"/>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0" name="Rectangle 1299">
                <a:extLst>
                  <a:ext uri="{FF2B5EF4-FFF2-40B4-BE49-F238E27FC236}">
                    <a16:creationId xmlns:a16="http://schemas.microsoft.com/office/drawing/2014/main" id="{981CFFBF-B5C1-6B50-FB21-7CBB4E70AF0C}"/>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1" name="Rectangle 1300">
                <a:extLst>
                  <a:ext uri="{FF2B5EF4-FFF2-40B4-BE49-F238E27FC236}">
                    <a16:creationId xmlns:a16="http://schemas.microsoft.com/office/drawing/2014/main" id="{D91FEABB-E857-68F3-577D-CBCBDE418B68}"/>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2" name="Rectangle 1301">
                <a:extLst>
                  <a:ext uri="{FF2B5EF4-FFF2-40B4-BE49-F238E27FC236}">
                    <a16:creationId xmlns:a16="http://schemas.microsoft.com/office/drawing/2014/main" id="{ACA17500-7F24-5D8D-3821-BC54897002FB}"/>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3" name="Rectangle 1302">
                <a:extLst>
                  <a:ext uri="{FF2B5EF4-FFF2-40B4-BE49-F238E27FC236}">
                    <a16:creationId xmlns:a16="http://schemas.microsoft.com/office/drawing/2014/main" id="{04914389-DEFE-4E14-FEF3-E825E3D450F5}"/>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4" name="Rectangle 1303">
                <a:extLst>
                  <a:ext uri="{FF2B5EF4-FFF2-40B4-BE49-F238E27FC236}">
                    <a16:creationId xmlns:a16="http://schemas.microsoft.com/office/drawing/2014/main" id="{715D700B-51A4-8F03-86CA-B8777B7E3F39}"/>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 name="Rectangle 1304">
                <a:extLst>
                  <a:ext uri="{FF2B5EF4-FFF2-40B4-BE49-F238E27FC236}">
                    <a16:creationId xmlns:a16="http://schemas.microsoft.com/office/drawing/2014/main" id="{C580B154-A7E6-7C82-7296-3E9358FF6F64}"/>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6" name="Rectangle 1305">
                <a:extLst>
                  <a:ext uri="{FF2B5EF4-FFF2-40B4-BE49-F238E27FC236}">
                    <a16:creationId xmlns:a16="http://schemas.microsoft.com/office/drawing/2014/main" id="{38DCC300-7640-6F6A-C72D-526E64509EB8}"/>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7" name="Rectangle 1306">
                <a:extLst>
                  <a:ext uri="{FF2B5EF4-FFF2-40B4-BE49-F238E27FC236}">
                    <a16:creationId xmlns:a16="http://schemas.microsoft.com/office/drawing/2014/main" id="{DF2DF0A2-74BA-76CC-3351-D0C5C69DF1FD}"/>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8" name="Rectangle 1307">
                <a:extLst>
                  <a:ext uri="{FF2B5EF4-FFF2-40B4-BE49-F238E27FC236}">
                    <a16:creationId xmlns:a16="http://schemas.microsoft.com/office/drawing/2014/main" id="{FF7A38C1-B3E6-BFC9-ABB3-880E02CE9391}"/>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9" name="Rectangle 1308">
                <a:extLst>
                  <a:ext uri="{FF2B5EF4-FFF2-40B4-BE49-F238E27FC236}">
                    <a16:creationId xmlns:a16="http://schemas.microsoft.com/office/drawing/2014/main" id="{3E6E05F5-2D90-2337-9687-1BFFB8952FE5}"/>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Rectangle 1309">
                <a:extLst>
                  <a:ext uri="{FF2B5EF4-FFF2-40B4-BE49-F238E27FC236}">
                    <a16:creationId xmlns:a16="http://schemas.microsoft.com/office/drawing/2014/main" id="{5515F680-4C72-D5B1-B8FF-D539FE89295E}"/>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1" name="Rectangle 1310">
                <a:extLst>
                  <a:ext uri="{FF2B5EF4-FFF2-40B4-BE49-F238E27FC236}">
                    <a16:creationId xmlns:a16="http://schemas.microsoft.com/office/drawing/2014/main" id="{4746C2D3-1756-CB75-F3A8-907E855CD72F}"/>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2" name="Rectangle 1311">
                <a:extLst>
                  <a:ext uri="{FF2B5EF4-FFF2-40B4-BE49-F238E27FC236}">
                    <a16:creationId xmlns:a16="http://schemas.microsoft.com/office/drawing/2014/main" id="{B99642B7-BF0F-0758-F3EC-B28A2EF2659B}"/>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Rectangle 1312">
                <a:extLst>
                  <a:ext uri="{FF2B5EF4-FFF2-40B4-BE49-F238E27FC236}">
                    <a16:creationId xmlns:a16="http://schemas.microsoft.com/office/drawing/2014/main" id="{EAE358BC-D26F-19E5-748D-2957107BD4A8}"/>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4" name="Rectangle 1313">
                <a:extLst>
                  <a:ext uri="{FF2B5EF4-FFF2-40B4-BE49-F238E27FC236}">
                    <a16:creationId xmlns:a16="http://schemas.microsoft.com/office/drawing/2014/main" id="{A2BAD1D5-A631-AEBF-0071-203011C5A97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5" name="Rectangle 1314">
                <a:extLst>
                  <a:ext uri="{FF2B5EF4-FFF2-40B4-BE49-F238E27FC236}">
                    <a16:creationId xmlns:a16="http://schemas.microsoft.com/office/drawing/2014/main" id="{57426437-4A0F-BE02-28F7-1C798CD1200C}"/>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6" name="Rectangle 1315">
                <a:extLst>
                  <a:ext uri="{FF2B5EF4-FFF2-40B4-BE49-F238E27FC236}">
                    <a16:creationId xmlns:a16="http://schemas.microsoft.com/office/drawing/2014/main" id="{7772C971-E596-E175-41D4-3EDA2B3C6EE9}"/>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7" name="Rectangle 1316">
                <a:extLst>
                  <a:ext uri="{FF2B5EF4-FFF2-40B4-BE49-F238E27FC236}">
                    <a16:creationId xmlns:a16="http://schemas.microsoft.com/office/drawing/2014/main" id="{E9F5A83C-B216-2441-9841-954407D99A11}"/>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8" name="Rectangle 1317">
                <a:extLst>
                  <a:ext uri="{FF2B5EF4-FFF2-40B4-BE49-F238E27FC236}">
                    <a16:creationId xmlns:a16="http://schemas.microsoft.com/office/drawing/2014/main" id="{8EF81ADB-5838-7656-6A3C-2F1AB81B5F67}"/>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9" name="Rectangle 1318">
                <a:extLst>
                  <a:ext uri="{FF2B5EF4-FFF2-40B4-BE49-F238E27FC236}">
                    <a16:creationId xmlns:a16="http://schemas.microsoft.com/office/drawing/2014/main" id="{BAC5A6AA-E157-6E9B-F127-43135A35637B}"/>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0" name="Rectangle 1319">
                <a:extLst>
                  <a:ext uri="{FF2B5EF4-FFF2-40B4-BE49-F238E27FC236}">
                    <a16:creationId xmlns:a16="http://schemas.microsoft.com/office/drawing/2014/main" id="{24FF1213-B667-51EF-6396-FC7833908864}"/>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1" name="Rectangle 1320">
                <a:extLst>
                  <a:ext uri="{FF2B5EF4-FFF2-40B4-BE49-F238E27FC236}">
                    <a16:creationId xmlns:a16="http://schemas.microsoft.com/office/drawing/2014/main" id="{D35118CD-C39C-877D-F197-1D85E7250F5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2" name="Rectangle 1321">
                <a:extLst>
                  <a:ext uri="{FF2B5EF4-FFF2-40B4-BE49-F238E27FC236}">
                    <a16:creationId xmlns:a16="http://schemas.microsoft.com/office/drawing/2014/main" id="{68E91D58-1A25-DEE0-E088-9FF848EDF5AD}"/>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3" name="Rectangle 1322">
                <a:extLst>
                  <a:ext uri="{FF2B5EF4-FFF2-40B4-BE49-F238E27FC236}">
                    <a16:creationId xmlns:a16="http://schemas.microsoft.com/office/drawing/2014/main" id="{855E5448-CFC5-CEE3-EE31-9D0276649CA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4" name="Rectangle 1323">
                <a:extLst>
                  <a:ext uri="{FF2B5EF4-FFF2-40B4-BE49-F238E27FC236}">
                    <a16:creationId xmlns:a16="http://schemas.microsoft.com/office/drawing/2014/main" id="{BA6243D7-853F-7C0A-AF41-9F16DC3383E4}"/>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5" name="Rectangle 1324">
                <a:extLst>
                  <a:ext uri="{FF2B5EF4-FFF2-40B4-BE49-F238E27FC236}">
                    <a16:creationId xmlns:a16="http://schemas.microsoft.com/office/drawing/2014/main" id="{9C3B6465-22BF-5449-8030-0CB490BE3D0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6" name="Rectangle 1325">
                <a:extLst>
                  <a:ext uri="{FF2B5EF4-FFF2-40B4-BE49-F238E27FC236}">
                    <a16:creationId xmlns:a16="http://schemas.microsoft.com/office/drawing/2014/main" id="{22223AF4-2715-B57F-E724-692F0D147B6C}"/>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7" name="Rectangle 1326">
                <a:extLst>
                  <a:ext uri="{FF2B5EF4-FFF2-40B4-BE49-F238E27FC236}">
                    <a16:creationId xmlns:a16="http://schemas.microsoft.com/office/drawing/2014/main" id="{DD4B8E09-7210-1086-4B9C-4FB673F908A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8" name="Rectangle 1327">
                <a:extLst>
                  <a:ext uri="{FF2B5EF4-FFF2-40B4-BE49-F238E27FC236}">
                    <a16:creationId xmlns:a16="http://schemas.microsoft.com/office/drawing/2014/main" id="{A5771F4D-536C-D27D-5329-08916D46A31F}"/>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9" name="Rectangle 1328">
                <a:extLst>
                  <a:ext uri="{FF2B5EF4-FFF2-40B4-BE49-F238E27FC236}">
                    <a16:creationId xmlns:a16="http://schemas.microsoft.com/office/drawing/2014/main" id="{D6EFF57A-0E90-E1A7-EC9B-CAA85DD4ABE0}"/>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0" name="Rectangle 1329">
                <a:extLst>
                  <a:ext uri="{FF2B5EF4-FFF2-40B4-BE49-F238E27FC236}">
                    <a16:creationId xmlns:a16="http://schemas.microsoft.com/office/drawing/2014/main" id="{F41E222F-F714-BC3C-FE39-20C29EAC1394}"/>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 name="Rectangle 1330">
                <a:extLst>
                  <a:ext uri="{FF2B5EF4-FFF2-40B4-BE49-F238E27FC236}">
                    <a16:creationId xmlns:a16="http://schemas.microsoft.com/office/drawing/2014/main" id="{8DFF8931-6C95-B669-F3AA-2C585A7ECCA8}"/>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 name="Rectangle 1331">
                <a:extLst>
                  <a:ext uri="{FF2B5EF4-FFF2-40B4-BE49-F238E27FC236}">
                    <a16:creationId xmlns:a16="http://schemas.microsoft.com/office/drawing/2014/main" id="{81B3666D-65F3-D77E-1690-0B0DB50A30FE}"/>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3" name="Rectangle 1332">
                <a:extLst>
                  <a:ext uri="{FF2B5EF4-FFF2-40B4-BE49-F238E27FC236}">
                    <a16:creationId xmlns:a16="http://schemas.microsoft.com/office/drawing/2014/main" id="{43932A2B-7D8E-D466-6AFE-4105D4E99D6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Rectangle 1333">
                <a:extLst>
                  <a:ext uri="{FF2B5EF4-FFF2-40B4-BE49-F238E27FC236}">
                    <a16:creationId xmlns:a16="http://schemas.microsoft.com/office/drawing/2014/main" id="{7CD5A6D6-8B3E-45F3-579B-D07E34F737B1}"/>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5" name="Rectangle 1334">
                <a:extLst>
                  <a:ext uri="{FF2B5EF4-FFF2-40B4-BE49-F238E27FC236}">
                    <a16:creationId xmlns:a16="http://schemas.microsoft.com/office/drawing/2014/main" id="{3C7D204A-0AAE-D682-B012-55B2BF4475D7}"/>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6" name="Rectangle 1335">
                <a:extLst>
                  <a:ext uri="{FF2B5EF4-FFF2-40B4-BE49-F238E27FC236}">
                    <a16:creationId xmlns:a16="http://schemas.microsoft.com/office/drawing/2014/main" id="{B1010A1B-30D4-524D-2F65-CE4ECE70A866}"/>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7" name="Rectangle 1336">
                <a:extLst>
                  <a:ext uri="{FF2B5EF4-FFF2-40B4-BE49-F238E27FC236}">
                    <a16:creationId xmlns:a16="http://schemas.microsoft.com/office/drawing/2014/main" id="{E28404C8-70C1-F0C4-351D-E750444EA750}"/>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8" name="Rectangle 1337">
                <a:extLst>
                  <a:ext uri="{FF2B5EF4-FFF2-40B4-BE49-F238E27FC236}">
                    <a16:creationId xmlns:a16="http://schemas.microsoft.com/office/drawing/2014/main" id="{3B7D03D4-2832-F080-21AF-4EA2938D0630}"/>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9" name="Rectangle 1338">
                <a:extLst>
                  <a:ext uri="{FF2B5EF4-FFF2-40B4-BE49-F238E27FC236}">
                    <a16:creationId xmlns:a16="http://schemas.microsoft.com/office/drawing/2014/main" id="{8429EA5C-8F2E-D907-EA5F-5EDEFE9DE84D}"/>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Rectangle 1339">
                <a:extLst>
                  <a:ext uri="{FF2B5EF4-FFF2-40B4-BE49-F238E27FC236}">
                    <a16:creationId xmlns:a16="http://schemas.microsoft.com/office/drawing/2014/main" id="{C1B6F36C-8349-6969-5A79-172C01552B2E}"/>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1" name="Rectangle 1340">
                <a:extLst>
                  <a:ext uri="{FF2B5EF4-FFF2-40B4-BE49-F238E27FC236}">
                    <a16:creationId xmlns:a16="http://schemas.microsoft.com/office/drawing/2014/main" id="{E864F4F6-E382-4490-4996-6948C5D5694B}"/>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2" name="Rectangle 1341">
                <a:extLst>
                  <a:ext uri="{FF2B5EF4-FFF2-40B4-BE49-F238E27FC236}">
                    <a16:creationId xmlns:a16="http://schemas.microsoft.com/office/drawing/2014/main" id="{47644896-CA8E-C475-E737-ED7018091877}"/>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3" name="Rectangle 1342">
                <a:extLst>
                  <a:ext uri="{FF2B5EF4-FFF2-40B4-BE49-F238E27FC236}">
                    <a16:creationId xmlns:a16="http://schemas.microsoft.com/office/drawing/2014/main" id="{8FED9CB5-403A-DCF4-5FC6-17FBF5BF1CBB}"/>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Rectangle 1343">
                <a:extLst>
                  <a:ext uri="{FF2B5EF4-FFF2-40B4-BE49-F238E27FC236}">
                    <a16:creationId xmlns:a16="http://schemas.microsoft.com/office/drawing/2014/main" id="{7A012236-8440-2264-FDA1-07DBED7B2814}"/>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Rectangle 1344">
                <a:extLst>
                  <a:ext uri="{FF2B5EF4-FFF2-40B4-BE49-F238E27FC236}">
                    <a16:creationId xmlns:a16="http://schemas.microsoft.com/office/drawing/2014/main" id="{5109AACC-E511-73B8-B04A-E31FB98177E3}"/>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6" name="Rectangle 1345">
                <a:extLst>
                  <a:ext uri="{FF2B5EF4-FFF2-40B4-BE49-F238E27FC236}">
                    <a16:creationId xmlns:a16="http://schemas.microsoft.com/office/drawing/2014/main" id="{55887A74-F728-958B-F829-CD360E77FE01}"/>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7" name="Rectangle 1346">
                <a:extLst>
                  <a:ext uri="{FF2B5EF4-FFF2-40B4-BE49-F238E27FC236}">
                    <a16:creationId xmlns:a16="http://schemas.microsoft.com/office/drawing/2014/main" id="{5ECC483B-A327-35E7-41FE-3C3DC2A06452}"/>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Rectangle 1347">
                <a:extLst>
                  <a:ext uri="{FF2B5EF4-FFF2-40B4-BE49-F238E27FC236}">
                    <a16:creationId xmlns:a16="http://schemas.microsoft.com/office/drawing/2014/main" id="{48FBF4F9-D134-ADF2-1D15-BB320587554A}"/>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9" name="Rectangle 1348">
                <a:extLst>
                  <a:ext uri="{FF2B5EF4-FFF2-40B4-BE49-F238E27FC236}">
                    <a16:creationId xmlns:a16="http://schemas.microsoft.com/office/drawing/2014/main" id="{224FB435-D445-0951-88DA-946568437D65}"/>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Rectangle 1349">
                <a:extLst>
                  <a:ext uri="{FF2B5EF4-FFF2-40B4-BE49-F238E27FC236}">
                    <a16:creationId xmlns:a16="http://schemas.microsoft.com/office/drawing/2014/main" id="{BC168391-0BFD-52BB-12C4-C3FCB9030DD3}"/>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1" name="Rectangle 1350">
                <a:extLst>
                  <a:ext uri="{FF2B5EF4-FFF2-40B4-BE49-F238E27FC236}">
                    <a16:creationId xmlns:a16="http://schemas.microsoft.com/office/drawing/2014/main" id="{2D0083B3-6473-B435-F4D7-D2538C6597FF}"/>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Rectangle 1351">
                <a:extLst>
                  <a:ext uri="{FF2B5EF4-FFF2-40B4-BE49-F238E27FC236}">
                    <a16:creationId xmlns:a16="http://schemas.microsoft.com/office/drawing/2014/main" id="{B1103F24-F901-F99E-C35D-92E4F4820E64}"/>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3" name="Rectangle 1352">
                <a:extLst>
                  <a:ext uri="{FF2B5EF4-FFF2-40B4-BE49-F238E27FC236}">
                    <a16:creationId xmlns:a16="http://schemas.microsoft.com/office/drawing/2014/main" id="{BEDD56A6-C1BE-76FC-34AE-502046335946}"/>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4" name="Rectangle 1353">
                <a:extLst>
                  <a:ext uri="{FF2B5EF4-FFF2-40B4-BE49-F238E27FC236}">
                    <a16:creationId xmlns:a16="http://schemas.microsoft.com/office/drawing/2014/main" id="{4FC0DB89-2F83-0880-1574-C8199F166BF3}"/>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Rectangle 1354">
                <a:extLst>
                  <a:ext uri="{FF2B5EF4-FFF2-40B4-BE49-F238E27FC236}">
                    <a16:creationId xmlns:a16="http://schemas.microsoft.com/office/drawing/2014/main" id="{E68D42A5-721E-4EAB-0095-3A0B24C62BA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6" name="Rectangle 1355">
                <a:extLst>
                  <a:ext uri="{FF2B5EF4-FFF2-40B4-BE49-F238E27FC236}">
                    <a16:creationId xmlns:a16="http://schemas.microsoft.com/office/drawing/2014/main" id="{2457F8CB-30AB-9BFC-908C-9B634937FCA3}"/>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7" name="Rectangle 1356">
                <a:extLst>
                  <a:ext uri="{FF2B5EF4-FFF2-40B4-BE49-F238E27FC236}">
                    <a16:creationId xmlns:a16="http://schemas.microsoft.com/office/drawing/2014/main" id="{F9181A31-9A42-AE50-4E64-4F12CA431AD2}"/>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Rectangle 1357">
                <a:extLst>
                  <a:ext uri="{FF2B5EF4-FFF2-40B4-BE49-F238E27FC236}">
                    <a16:creationId xmlns:a16="http://schemas.microsoft.com/office/drawing/2014/main" id="{331FF08D-CA1F-30FC-FEBF-B074F0901C23}"/>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Rectangle 1358">
                <a:extLst>
                  <a:ext uri="{FF2B5EF4-FFF2-40B4-BE49-F238E27FC236}">
                    <a16:creationId xmlns:a16="http://schemas.microsoft.com/office/drawing/2014/main" id="{17E40C50-9B6E-1976-8B91-089723A08D81}"/>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Rectangle 1359">
                <a:extLst>
                  <a:ext uri="{FF2B5EF4-FFF2-40B4-BE49-F238E27FC236}">
                    <a16:creationId xmlns:a16="http://schemas.microsoft.com/office/drawing/2014/main" id="{6D4D0CF8-269E-2196-3F92-D844A94BE7FC}"/>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Rectangle 1360">
                <a:extLst>
                  <a:ext uri="{FF2B5EF4-FFF2-40B4-BE49-F238E27FC236}">
                    <a16:creationId xmlns:a16="http://schemas.microsoft.com/office/drawing/2014/main" id="{3CED4B43-CDED-4D7B-1747-1691DB7FB7D6}"/>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Rectangle 1361">
                <a:extLst>
                  <a:ext uri="{FF2B5EF4-FFF2-40B4-BE49-F238E27FC236}">
                    <a16:creationId xmlns:a16="http://schemas.microsoft.com/office/drawing/2014/main" id="{280E055F-F91B-90A8-6128-DF3187C27C0C}"/>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Rectangle 1362">
                <a:extLst>
                  <a:ext uri="{FF2B5EF4-FFF2-40B4-BE49-F238E27FC236}">
                    <a16:creationId xmlns:a16="http://schemas.microsoft.com/office/drawing/2014/main" id="{16956E18-CE6D-63E8-3C97-63A6CAFAF6E1}"/>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4" name="Rectangle 1363">
                <a:extLst>
                  <a:ext uri="{FF2B5EF4-FFF2-40B4-BE49-F238E27FC236}">
                    <a16:creationId xmlns:a16="http://schemas.microsoft.com/office/drawing/2014/main" id="{56C459F3-AC27-D51A-58A1-8ECB382A88EC}"/>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Rectangle 1364">
                <a:extLst>
                  <a:ext uri="{FF2B5EF4-FFF2-40B4-BE49-F238E27FC236}">
                    <a16:creationId xmlns:a16="http://schemas.microsoft.com/office/drawing/2014/main" id="{E69D6035-25DE-ED54-E21D-F71797DD790F}"/>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Rectangle 1365">
                <a:extLst>
                  <a:ext uri="{FF2B5EF4-FFF2-40B4-BE49-F238E27FC236}">
                    <a16:creationId xmlns:a16="http://schemas.microsoft.com/office/drawing/2014/main" id="{CDB5E622-D05A-9C1B-CBF3-2C213FB112A4}"/>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7" name="Rectangle 1366">
                <a:extLst>
                  <a:ext uri="{FF2B5EF4-FFF2-40B4-BE49-F238E27FC236}">
                    <a16:creationId xmlns:a16="http://schemas.microsoft.com/office/drawing/2014/main" id="{B8879B72-B2A0-90F8-6268-014926935835}"/>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8" name="Rectangle 1367">
                <a:extLst>
                  <a:ext uri="{FF2B5EF4-FFF2-40B4-BE49-F238E27FC236}">
                    <a16:creationId xmlns:a16="http://schemas.microsoft.com/office/drawing/2014/main" id="{7AFAB361-64F5-4631-5EB5-D8C076FD0B64}"/>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Rectangle 1368">
                <a:extLst>
                  <a:ext uri="{FF2B5EF4-FFF2-40B4-BE49-F238E27FC236}">
                    <a16:creationId xmlns:a16="http://schemas.microsoft.com/office/drawing/2014/main" id="{1B547096-710B-B925-6C98-971B9E655023}"/>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35" name="Group 3134">
              <a:extLst>
                <a:ext uri="{FF2B5EF4-FFF2-40B4-BE49-F238E27FC236}">
                  <a16:creationId xmlns:a16="http://schemas.microsoft.com/office/drawing/2014/main" id="{93B31590-849B-815D-64D3-E410856CC74B}"/>
                </a:ext>
              </a:extLst>
            </p:cNvPr>
            <p:cNvGrpSpPr/>
            <p:nvPr/>
          </p:nvGrpSpPr>
          <p:grpSpPr>
            <a:xfrm>
              <a:off x="7533154" y="3428297"/>
              <a:ext cx="2912265" cy="301135"/>
              <a:chOff x="2844481" y="3245377"/>
              <a:chExt cx="2912265" cy="301135"/>
            </a:xfrm>
            <a:grpFill/>
          </p:grpSpPr>
          <p:sp>
            <p:nvSpPr>
              <p:cNvPr id="3136" name="Rectangle 3135">
                <a:extLst>
                  <a:ext uri="{FF2B5EF4-FFF2-40B4-BE49-F238E27FC236}">
                    <a16:creationId xmlns:a16="http://schemas.microsoft.com/office/drawing/2014/main" id="{5FF3EECE-91FA-AF1D-AE06-8188D33960C7}"/>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7" name="Rectangle 3136">
                <a:extLst>
                  <a:ext uri="{FF2B5EF4-FFF2-40B4-BE49-F238E27FC236}">
                    <a16:creationId xmlns:a16="http://schemas.microsoft.com/office/drawing/2014/main" id="{E4D0916F-AA6E-55E2-0668-9460975A7B12}"/>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8" name="Rectangle 3137">
                <a:extLst>
                  <a:ext uri="{FF2B5EF4-FFF2-40B4-BE49-F238E27FC236}">
                    <a16:creationId xmlns:a16="http://schemas.microsoft.com/office/drawing/2014/main" id="{99AA6DA3-2787-3DF3-D33F-C09794AE0536}"/>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9" name="Rectangle 3138">
                <a:extLst>
                  <a:ext uri="{FF2B5EF4-FFF2-40B4-BE49-F238E27FC236}">
                    <a16:creationId xmlns:a16="http://schemas.microsoft.com/office/drawing/2014/main" id="{80C07777-2FDC-555F-CC89-6A8E62BFA926}"/>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0" name="Rectangle 3139">
                <a:extLst>
                  <a:ext uri="{FF2B5EF4-FFF2-40B4-BE49-F238E27FC236}">
                    <a16:creationId xmlns:a16="http://schemas.microsoft.com/office/drawing/2014/main" id="{B80CD255-EE52-22A3-6C5D-4AA7F0EAC74A}"/>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1" name="Rectangle 3140">
                <a:extLst>
                  <a:ext uri="{FF2B5EF4-FFF2-40B4-BE49-F238E27FC236}">
                    <a16:creationId xmlns:a16="http://schemas.microsoft.com/office/drawing/2014/main" id="{D9131706-5A67-2B39-9BC4-9C96BC83C530}"/>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2" name="Rectangle 3141">
                <a:extLst>
                  <a:ext uri="{FF2B5EF4-FFF2-40B4-BE49-F238E27FC236}">
                    <a16:creationId xmlns:a16="http://schemas.microsoft.com/office/drawing/2014/main" id="{048DF8E5-4B52-D974-8774-559CB4CB6D42}"/>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3" name="Rectangle 3142">
                <a:extLst>
                  <a:ext uri="{FF2B5EF4-FFF2-40B4-BE49-F238E27FC236}">
                    <a16:creationId xmlns:a16="http://schemas.microsoft.com/office/drawing/2014/main" id="{BBE6CE2D-14DD-01F5-55AA-BF9F82353937}"/>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4" name="Rectangle 3143">
                <a:extLst>
                  <a:ext uri="{FF2B5EF4-FFF2-40B4-BE49-F238E27FC236}">
                    <a16:creationId xmlns:a16="http://schemas.microsoft.com/office/drawing/2014/main" id="{6B2FB71C-0C4D-E3BC-7216-6AB17D473A9A}"/>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5" name="Rectangle 3144">
                <a:extLst>
                  <a:ext uri="{FF2B5EF4-FFF2-40B4-BE49-F238E27FC236}">
                    <a16:creationId xmlns:a16="http://schemas.microsoft.com/office/drawing/2014/main" id="{28F3CDE4-A38D-5BFB-7CCB-E916D1437F60}"/>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6" name="Rectangle 3145">
                <a:extLst>
                  <a:ext uri="{FF2B5EF4-FFF2-40B4-BE49-F238E27FC236}">
                    <a16:creationId xmlns:a16="http://schemas.microsoft.com/office/drawing/2014/main" id="{5DBACF30-AA12-0437-B74D-CEA0105EE66B}"/>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7" name="Rectangle 3146">
                <a:extLst>
                  <a:ext uri="{FF2B5EF4-FFF2-40B4-BE49-F238E27FC236}">
                    <a16:creationId xmlns:a16="http://schemas.microsoft.com/office/drawing/2014/main" id="{AC3BC59F-0554-0FE6-8519-7F1A25CB326E}"/>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8" name="Rectangle 3147">
                <a:extLst>
                  <a:ext uri="{FF2B5EF4-FFF2-40B4-BE49-F238E27FC236}">
                    <a16:creationId xmlns:a16="http://schemas.microsoft.com/office/drawing/2014/main" id="{6D0ED9AB-6AFB-2229-8086-35ED5C3EFE55}"/>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9" name="Rectangle 3148">
                <a:extLst>
                  <a:ext uri="{FF2B5EF4-FFF2-40B4-BE49-F238E27FC236}">
                    <a16:creationId xmlns:a16="http://schemas.microsoft.com/office/drawing/2014/main" id="{FA8D48A9-5D93-9EB0-3B54-DDC0C618368A}"/>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0" name="Rectangle 3149">
                <a:extLst>
                  <a:ext uri="{FF2B5EF4-FFF2-40B4-BE49-F238E27FC236}">
                    <a16:creationId xmlns:a16="http://schemas.microsoft.com/office/drawing/2014/main" id="{685FB26A-3698-2315-5E66-9FC49D97E44B}"/>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1" name="Rectangle 3150">
                <a:extLst>
                  <a:ext uri="{FF2B5EF4-FFF2-40B4-BE49-F238E27FC236}">
                    <a16:creationId xmlns:a16="http://schemas.microsoft.com/office/drawing/2014/main" id="{7D07CC4D-5CE1-F5AE-E24D-2A781327DDA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2" name="Rectangle 3151">
                <a:extLst>
                  <a:ext uri="{FF2B5EF4-FFF2-40B4-BE49-F238E27FC236}">
                    <a16:creationId xmlns:a16="http://schemas.microsoft.com/office/drawing/2014/main" id="{A6C0BFA5-E166-44B8-089B-738AAE5D82D1}"/>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3" name="Rectangle 3152">
                <a:extLst>
                  <a:ext uri="{FF2B5EF4-FFF2-40B4-BE49-F238E27FC236}">
                    <a16:creationId xmlns:a16="http://schemas.microsoft.com/office/drawing/2014/main" id="{D3489477-B718-45CF-5858-271EAABE0A4F}"/>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4" name="Rectangle 3153">
                <a:extLst>
                  <a:ext uri="{FF2B5EF4-FFF2-40B4-BE49-F238E27FC236}">
                    <a16:creationId xmlns:a16="http://schemas.microsoft.com/office/drawing/2014/main" id="{76323DA0-92E4-671C-9ABC-BF391D987C1D}"/>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5" name="Rectangle 3154">
                <a:extLst>
                  <a:ext uri="{FF2B5EF4-FFF2-40B4-BE49-F238E27FC236}">
                    <a16:creationId xmlns:a16="http://schemas.microsoft.com/office/drawing/2014/main" id="{DD489424-AB42-D354-B381-B49A40E2F229}"/>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6" name="Rectangle 3155">
                <a:extLst>
                  <a:ext uri="{FF2B5EF4-FFF2-40B4-BE49-F238E27FC236}">
                    <a16:creationId xmlns:a16="http://schemas.microsoft.com/office/drawing/2014/main" id="{6E2FD5D1-A3F1-3655-4BCD-4315A8957BC6}"/>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7" name="Rectangle 3156">
                <a:extLst>
                  <a:ext uri="{FF2B5EF4-FFF2-40B4-BE49-F238E27FC236}">
                    <a16:creationId xmlns:a16="http://schemas.microsoft.com/office/drawing/2014/main" id="{F3B8AA52-1028-3391-CC4C-B88AECB43C1E}"/>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8" name="Rectangle 3157">
                <a:extLst>
                  <a:ext uri="{FF2B5EF4-FFF2-40B4-BE49-F238E27FC236}">
                    <a16:creationId xmlns:a16="http://schemas.microsoft.com/office/drawing/2014/main" id="{7520DDAE-99A9-0083-7AED-7F59796D68C9}"/>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9" name="Rectangle 3158">
                <a:extLst>
                  <a:ext uri="{FF2B5EF4-FFF2-40B4-BE49-F238E27FC236}">
                    <a16:creationId xmlns:a16="http://schemas.microsoft.com/office/drawing/2014/main" id="{97D5CA92-5B31-0FB9-5A8C-84F6C6367F7B}"/>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0" name="Rectangle 3159">
                <a:extLst>
                  <a:ext uri="{FF2B5EF4-FFF2-40B4-BE49-F238E27FC236}">
                    <a16:creationId xmlns:a16="http://schemas.microsoft.com/office/drawing/2014/main" id="{DCF17693-ACCC-A98C-F6D6-7588657471EE}"/>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1" name="Rectangle 3160">
                <a:extLst>
                  <a:ext uri="{FF2B5EF4-FFF2-40B4-BE49-F238E27FC236}">
                    <a16:creationId xmlns:a16="http://schemas.microsoft.com/office/drawing/2014/main" id="{64684A75-8B2A-5F1A-2761-97800254559C}"/>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2" name="Rectangle 3161">
                <a:extLst>
                  <a:ext uri="{FF2B5EF4-FFF2-40B4-BE49-F238E27FC236}">
                    <a16:creationId xmlns:a16="http://schemas.microsoft.com/office/drawing/2014/main" id="{D677BF79-4852-1ADF-A0DD-3F7554E0F9DE}"/>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3" name="Rectangle 3162">
                <a:extLst>
                  <a:ext uri="{FF2B5EF4-FFF2-40B4-BE49-F238E27FC236}">
                    <a16:creationId xmlns:a16="http://schemas.microsoft.com/office/drawing/2014/main" id="{18B1AD9A-92F9-EA06-9E1B-CC1A97066EE0}"/>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4" name="Rectangle 3163">
                <a:extLst>
                  <a:ext uri="{FF2B5EF4-FFF2-40B4-BE49-F238E27FC236}">
                    <a16:creationId xmlns:a16="http://schemas.microsoft.com/office/drawing/2014/main" id="{51531F64-921A-0F2B-2383-19A95182FC5D}"/>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5" name="Rectangle 3164">
                <a:extLst>
                  <a:ext uri="{FF2B5EF4-FFF2-40B4-BE49-F238E27FC236}">
                    <a16:creationId xmlns:a16="http://schemas.microsoft.com/office/drawing/2014/main" id="{A5C9FE5B-0C73-BCAC-7A96-D6B626068FCE}"/>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6" name="Rectangle 3165">
                <a:extLst>
                  <a:ext uri="{FF2B5EF4-FFF2-40B4-BE49-F238E27FC236}">
                    <a16:creationId xmlns:a16="http://schemas.microsoft.com/office/drawing/2014/main" id="{F4436204-B7A1-35A1-EAB4-ED2E9BE725B0}"/>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7" name="Rectangle 3166">
                <a:extLst>
                  <a:ext uri="{FF2B5EF4-FFF2-40B4-BE49-F238E27FC236}">
                    <a16:creationId xmlns:a16="http://schemas.microsoft.com/office/drawing/2014/main" id="{6ECFAE0E-3015-3456-6BA4-3E2D46FA7834}"/>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8" name="Rectangle 3167">
                <a:extLst>
                  <a:ext uri="{FF2B5EF4-FFF2-40B4-BE49-F238E27FC236}">
                    <a16:creationId xmlns:a16="http://schemas.microsoft.com/office/drawing/2014/main" id="{672EEF2C-53C2-CB64-4788-B77EEA07A058}"/>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9" name="Rectangle 3168">
                <a:extLst>
                  <a:ext uri="{FF2B5EF4-FFF2-40B4-BE49-F238E27FC236}">
                    <a16:creationId xmlns:a16="http://schemas.microsoft.com/office/drawing/2014/main" id="{63180A53-2BC7-6BBB-C2F9-28DEBC66AA9A}"/>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0" name="Rectangle 3169">
                <a:extLst>
                  <a:ext uri="{FF2B5EF4-FFF2-40B4-BE49-F238E27FC236}">
                    <a16:creationId xmlns:a16="http://schemas.microsoft.com/office/drawing/2014/main" id="{41EC6071-F524-D099-4764-36B1F8C056A8}"/>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1" name="Rectangle 3170">
                <a:extLst>
                  <a:ext uri="{FF2B5EF4-FFF2-40B4-BE49-F238E27FC236}">
                    <a16:creationId xmlns:a16="http://schemas.microsoft.com/office/drawing/2014/main" id="{0EB8EB94-DC9C-F031-741F-4746295B8991}"/>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2" name="Rectangle 3171">
                <a:extLst>
                  <a:ext uri="{FF2B5EF4-FFF2-40B4-BE49-F238E27FC236}">
                    <a16:creationId xmlns:a16="http://schemas.microsoft.com/office/drawing/2014/main" id="{8EBE6957-2C90-7234-AA9B-A762E93ACA04}"/>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3" name="Rectangle 3172">
                <a:extLst>
                  <a:ext uri="{FF2B5EF4-FFF2-40B4-BE49-F238E27FC236}">
                    <a16:creationId xmlns:a16="http://schemas.microsoft.com/office/drawing/2014/main" id="{E15045A8-E1B2-9F3F-4B85-3635E5597427}"/>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 name="Rectangle 3173">
                <a:extLst>
                  <a:ext uri="{FF2B5EF4-FFF2-40B4-BE49-F238E27FC236}">
                    <a16:creationId xmlns:a16="http://schemas.microsoft.com/office/drawing/2014/main" id="{C0F7B78B-E2B4-B864-B1D6-2540DD2981F4}"/>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 name="Rectangle 3174">
                <a:extLst>
                  <a:ext uri="{FF2B5EF4-FFF2-40B4-BE49-F238E27FC236}">
                    <a16:creationId xmlns:a16="http://schemas.microsoft.com/office/drawing/2014/main" id="{BFF63D19-82B2-97BB-0CEC-CA53B62FE883}"/>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 name="Rectangle 3175">
                <a:extLst>
                  <a:ext uri="{FF2B5EF4-FFF2-40B4-BE49-F238E27FC236}">
                    <a16:creationId xmlns:a16="http://schemas.microsoft.com/office/drawing/2014/main" id="{0B22DD8C-FC6E-F3BD-AC0B-6E9747494905}"/>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7" name="Rectangle 3176">
                <a:extLst>
                  <a:ext uri="{FF2B5EF4-FFF2-40B4-BE49-F238E27FC236}">
                    <a16:creationId xmlns:a16="http://schemas.microsoft.com/office/drawing/2014/main" id="{ABE88BE2-78F2-FC41-4629-97D68C0CC790}"/>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8" name="Rectangle 3177">
                <a:extLst>
                  <a:ext uri="{FF2B5EF4-FFF2-40B4-BE49-F238E27FC236}">
                    <a16:creationId xmlns:a16="http://schemas.microsoft.com/office/drawing/2014/main" id="{4BCB264A-774F-21B9-DBDC-7A80B82A4B7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9" name="Rectangle 3178">
                <a:extLst>
                  <a:ext uri="{FF2B5EF4-FFF2-40B4-BE49-F238E27FC236}">
                    <a16:creationId xmlns:a16="http://schemas.microsoft.com/office/drawing/2014/main" id="{ABA694FE-DF6D-FDB7-202E-55C83310EA61}"/>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0" name="Rectangle 3179">
                <a:extLst>
                  <a:ext uri="{FF2B5EF4-FFF2-40B4-BE49-F238E27FC236}">
                    <a16:creationId xmlns:a16="http://schemas.microsoft.com/office/drawing/2014/main" id="{F4C0EF23-1C9F-772F-996A-A0E2044214F3}"/>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1" name="Rectangle 3180">
                <a:extLst>
                  <a:ext uri="{FF2B5EF4-FFF2-40B4-BE49-F238E27FC236}">
                    <a16:creationId xmlns:a16="http://schemas.microsoft.com/office/drawing/2014/main" id="{9DB9DF9C-6FEB-9B44-C6BE-5F3555B3CB0D}"/>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2" name="Rectangle 3181">
                <a:extLst>
                  <a:ext uri="{FF2B5EF4-FFF2-40B4-BE49-F238E27FC236}">
                    <a16:creationId xmlns:a16="http://schemas.microsoft.com/office/drawing/2014/main" id="{C6351486-81CD-17C0-5656-67C238E3A198}"/>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3" name="Rectangle 3182">
                <a:extLst>
                  <a:ext uri="{FF2B5EF4-FFF2-40B4-BE49-F238E27FC236}">
                    <a16:creationId xmlns:a16="http://schemas.microsoft.com/office/drawing/2014/main" id="{704222EE-C10F-D9A7-7078-D74778A58A6E}"/>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4" name="Rectangle 3183">
                <a:extLst>
                  <a:ext uri="{FF2B5EF4-FFF2-40B4-BE49-F238E27FC236}">
                    <a16:creationId xmlns:a16="http://schemas.microsoft.com/office/drawing/2014/main" id="{B3EFBC3F-A1D3-AD3A-844B-D236FF245815}"/>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5" name="Rectangle 3184">
                <a:extLst>
                  <a:ext uri="{FF2B5EF4-FFF2-40B4-BE49-F238E27FC236}">
                    <a16:creationId xmlns:a16="http://schemas.microsoft.com/office/drawing/2014/main" id="{A156B919-AA9A-3EDD-84E8-C1F707CA610A}"/>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6" name="Rectangle 3185">
                <a:extLst>
                  <a:ext uri="{FF2B5EF4-FFF2-40B4-BE49-F238E27FC236}">
                    <a16:creationId xmlns:a16="http://schemas.microsoft.com/office/drawing/2014/main" id="{43A0AD1C-3AF7-A404-6929-257D5DF2F093}"/>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7" name="Rectangle 3186">
                <a:extLst>
                  <a:ext uri="{FF2B5EF4-FFF2-40B4-BE49-F238E27FC236}">
                    <a16:creationId xmlns:a16="http://schemas.microsoft.com/office/drawing/2014/main" id="{C990AAFA-9C60-CF86-090A-9B3C349F1588}"/>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8" name="Rectangle 3187">
                <a:extLst>
                  <a:ext uri="{FF2B5EF4-FFF2-40B4-BE49-F238E27FC236}">
                    <a16:creationId xmlns:a16="http://schemas.microsoft.com/office/drawing/2014/main" id="{342B156A-6258-66A9-B4A2-E1F692DB379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9" name="Rectangle 3188">
                <a:extLst>
                  <a:ext uri="{FF2B5EF4-FFF2-40B4-BE49-F238E27FC236}">
                    <a16:creationId xmlns:a16="http://schemas.microsoft.com/office/drawing/2014/main" id="{C541F65B-D296-1124-81A8-0258BA82F7DE}"/>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0" name="Rectangle 3189">
                <a:extLst>
                  <a:ext uri="{FF2B5EF4-FFF2-40B4-BE49-F238E27FC236}">
                    <a16:creationId xmlns:a16="http://schemas.microsoft.com/office/drawing/2014/main" id="{BDE0615D-B2F4-EB89-A531-ADE4B970EC3D}"/>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1" name="Rectangle 3190">
                <a:extLst>
                  <a:ext uri="{FF2B5EF4-FFF2-40B4-BE49-F238E27FC236}">
                    <a16:creationId xmlns:a16="http://schemas.microsoft.com/office/drawing/2014/main" id="{B76913ED-35A6-D166-A8B4-08BA8311D35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2" name="Rectangle 3191">
                <a:extLst>
                  <a:ext uri="{FF2B5EF4-FFF2-40B4-BE49-F238E27FC236}">
                    <a16:creationId xmlns:a16="http://schemas.microsoft.com/office/drawing/2014/main" id="{D150CA57-00AB-3E82-53F6-5CF6B7F40D1F}"/>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3" name="Rectangle 3192">
                <a:extLst>
                  <a:ext uri="{FF2B5EF4-FFF2-40B4-BE49-F238E27FC236}">
                    <a16:creationId xmlns:a16="http://schemas.microsoft.com/office/drawing/2014/main" id="{15651829-9D8C-6CB5-8F8E-349D1BB9572D}"/>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4" name="Rectangle 3193">
                <a:extLst>
                  <a:ext uri="{FF2B5EF4-FFF2-40B4-BE49-F238E27FC236}">
                    <a16:creationId xmlns:a16="http://schemas.microsoft.com/office/drawing/2014/main" id="{648EA182-6C51-EB7C-90BF-A3E247DBDD74}"/>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5" name="Rectangle 3194">
                <a:extLst>
                  <a:ext uri="{FF2B5EF4-FFF2-40B4-BE49-F238E27FC236}">
                    <a16:creationId xmlns:a16="http://schemas.microsoft.com/office/drawing/2014/main" id="{9BB349F2-F3E4-3136-DC62-BBA32CC867B3}"/>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6" name="Rectangle 3195">
                <a:extLst>
                  <a:ext uri="{FF2B5EF4-FFF2-40B4-BE49-F238E27FC236}">
                    <a16:creationId xmlns:a16="http://schemas.microsoft.com/office/drawing/2014/main" id="{25A18479-E077-3755-67F2-4DE08D90A403}"/>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7" name="Rectangle 3196">
                <a:extLst>
                  <a:ext uri="{FF2B5EF4-FFF2-40B4-BE49-F238E27FC236}">
                    <a16:creationId xmlns:a16="http://schemas.microsoft.com/office/drawing/2014/main" id="{8C111A75-9D53-5A61-30A8-E179B7892C5B}"/>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Rectangle 3197">
                <a:extLst>
                  <a:ext uri="{FF2B5EF4-FFF2-40B4-BE49-F238E27FC236}">
                    <a16:creationId xmlns:a16="http://schemas.microsoft.com/office/drawing/2014/main" id="{11906D2A-65D3-A860-5448-096A42589247}"/>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9" name="Rectangle 3198">
                <a:extLst>
                  <a:ext uri="{FF2B5EF4-FFF2-40B4-BE49-F238E27FC236}">
                    <a16:creationId xmlns:a16="http://schemas.microsoft.com/office/drawing/2014/main" id="{5E5EC85F-E5FB-F3B8-5E58-04A15951F8BD}"/>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0" name="Rectangle 3199">
                <a:extLst>
                  <a:ext uri="{FF2B5EF4-FFF2-40B4-BE49-F238E27FC236}">
                    <a16:creationId xmlns:a16="http://schemas.microsoft.com/office/drawing/2014/main" id="{F413B364-910C-8D1E-EDD9-4A2603358EFC}"/>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1" name="Rectangle 3200">
                <a:extLst>
                  <a:ext uri="{FF2B5EF4-FFF2-40B4-BE49-F238E27FC236}">
                    <a16:creationId xmlns:a16="http://schemas.microsoft.com/office/drawing/2014/main" id="{E49E417A-899F-84CB-36B0-678CC63AA383}"/>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2" name="Rectangle 3201">
                <a:extLst>
                  <a:ext uri="{FF2B5EF4-FFF2-40B4-BE49-F238E27FC236}">
                    <a16:creationId xmlns:a16="http://schemas.microsoft.com/office/drawing/2014/main" id="{3CBB31DF-0D05-58F6-C08E-14BC6650E6E7}"/>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3" name="Rectangle 3202">
                <a:extLst>
                  <a:ext uri="{FF2B5EF4-FFF2-40B4-BE49-F238E27FC236}">
                    <a16:creationId xmlns:a16="http://schemas.microsoft.com/office/drawing/2014/main" id="{20E1E566-DFBB-98BC-6D42-6942CBB74304}"/>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4" name="Rectangle 3203">
                <a:extLst>
                  <a:ext uri="{FF2B5EF4-FFF2-40B4-BE49-F238E27FC236}">
                    <a16:creationId xmlns:a16="http://schemas.microsoft.com/office/drawing/2014/main" id="{52A4F5C7-B1D4-1BF3-CEF6-8E1E9712BA55}"/>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5" name="Rectangle 3204">
                <a:extLst>
                  <a:ext uri="{FF2B5EF4-FFF2-40B4-BE49-F238E27FC236}">
                    <a16:creationId xmlns:a16="http://schemas.microsoft.com/office/drawing/2014/main" id="{8E6A379B-16EB-A757-01D3-7C101CAD7A89}"/>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6" name="Rectangle 3205">
                <a:extLst>
                  <a:ext uri="{FF2B5EF4-FFF2-40B4-BE49-F238E27FC236}">
                    <a16:creationId xmlns:a16="http://schemas.microsoft.com/office/drawing/2014/main" id="{C00B672A-9E72-FFC6-F368-4D9A4A16B2C3}"/>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7" name="Rectangle 3206">
                <a:extLst>
                  <a:ext uri="{FF2B5EF4-FFF2-40B4-BE49-F238E27FC236}">
                    <a16:creationId xmlns:a16="http://schemas.microsoft.com/office/drawing/2014/main" id="{F61CE086-EBFF-FA9A-ABC0-66EAC1DD28A6}"/>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8" name="Rectangle 3207">
                <a:extLst>
                  <a:ext uri="{FF2B5EF4-FFF2-40B4-BE49-F238E27FC236}">
                    <a16:creationId xmlns:a16="http://schemas.microsoft.com/office/drawing/2014/main" id="{6D74A1D0-1284-7351-33CA-7CB873ED3136}"/>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9" name="Rectangle 3208">
                <a:extLst>
                  <a:ext uri="{FF2B5EF4-FFF2-40B4-BE49-F238E27FC236}">
                    <a16:creationId xmlns:a16="http://schemas.microsoft.com/office/drawing/2014/main" id="{418F6CBB-C28A-6D98-1020-19DA98EC7ECF}"/>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0" name="Rectangle 3209">
                <a:extLst>
                  <a:ext uri="{FF2B5EF4-FFF2-40B4-BE49-F238E27FC236}">
                    <a16:creationId xmlns:a16="http://schemas.microsoft.com/office/drawing/2014/main" id="{4D2E6DD9-2998-0376-EEA4-AEBCA7AEE63D}"/>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1" name="Rectangle 3210">
                <a:extLst>
                  <a:ext uri="{FF2B5EF4-FFF2-40B4-BE49-F238E27FC236}">
                    <a16:creationId xmlns:a16="http://schemas.microsoft.com/office/drawing/2014/main" id="{800A65F8-3D02-98B7-B71A-E135BBD3E094}"/>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2" name="Rectangle 3211">
                <a:extLst>
                  <a:ext uri="{FF2B5EF4-FFF2-40B4-BE49-F238E27FC236}">
                    <a16:creationId xmlns:a16="http://schemas.microsoft.com/office/drawing/2014/main" id="{6EE7AF12-A4B1-B389-AB2B-15673E31FDA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3" name="Rectangle 3212">
                <a:extLst>
                  <a:ext uri="{FF2B5EF4-FFF2-40B4-BE49-F238E27FC236}">
                    <a16:creationId xmlns:a16="http://schemas.microsoft.com/office/drawing/2014/main" id="{FE40BA3E-DF25-2D5B-F381-8103FA196FC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4" name="Rectangle 3213">
                <a:extLst>
                  <a:ext uri="{FF2B5EF4-FFF2-40B4-BE49-F238E27FC236}">
                    <a16:creationId xmlns:a16="http://schemas.microsoft.com/office/drawing/2014/main" id="{991535D5-4C88-449B-ED35-CBFF853A640C}"/>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5" name="Rectangle 3214">
                <a:extLst>
                  <a:ext uri="{FF2B5EF4-FFF2-40B4-BE49-F238E27FC236}">
                    <a16:creationId xmlns:a16="http://schemas.microsoft.com/office/drawing/2014/main" id="{C2B8F3AE-078E-FCE8-9069-0974AD71DD67}"/>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6" name="Rectangle 3215">
                <a:extLst>
                  <a:ext uri="{FF2B5EF4-FFF2-40B4-BE49-F238E27FC236}">
                    <a16:creationId xmlns:a16="http://schemas.microsoft.com/office/drawing/2014/main" id="{C6C0D9C8-C949-C24F-9AD0-A2F6518F2620}"/>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7" name="Rectangle 3216">
                <a:extLst>
                  <a:ext uri="{FF2B5EF4-FFF2-40B4-BE49-F238E27FC236}">
                    <a16:creationId xmlns:a16="http://schemas.microsoft.com/office/drawing/2014/main" id="{BB02CC3D-1420-FB93-C094-2EEA8B1BF47A}"/>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8" name="Rectangle 3217">
                <a:extLst>
                  <a:ext uri="{FF2B5EF4-FFF2-40B4-BE49-F238E27FC236}">
                    <a16:creationId xmlns:a16="http://schemas.microsoft.com/office/drawing/2014/main" id="{0BF4D165-C208-63D1-39B1-8B6401458BE4}"/>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9" name="Rectangle 3218">
                <a:extLst>
                  <a:ext uri="{FF2B5EF4-FFF2-40B4-BE49-F238E27FC236}">
                    <a16:creationId xmlns:a16="http://schemas.microsoft.com/office/drawing/2014/main" id="{995331DD-27C1-ECB0-495E-B9F61ED21228}"/>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0" name="Rectangle 3219">
                <a:extLst>
                  <a:ext uri="{FF2B5EF4-FFF2-40B4-BE49-F238E27FC236}">
                    <a16:creationId xmlns:a16="http://schemas.microsoft.com/office/drawing/2014/main" id="{6F37A392-4E67-9BDA-B64D-E5495ABA6D50}"/>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1" name="Rectangle 3220">
                <a:extLst>
                  <a:ext uri="{FF2B5EF4-FFF2-40B4-BE49-F238E27FC236}">
                    <a16:creationId xmlns:a16="http://schemas.microsoft.com/office/drawing/2014/main" id="{8C6095B1-EBB3-F4D6-E00D-613AAAA0986A}"/>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2" name="Rectangle 3221">
                <a:extLst>
                  <a:ext uri="{FF2B5EF4-FFF2-40B4-BE49-F238E27FC236}">
                    <a16:creationId xmlns:a16="http://schemas.microsoft.com/office/drawing/2014/main" id="{A4B500F0-F409-C4D7-410A-B53116BA3B87}"/>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71" name="Group 2870">
              <a:extLst>
                <a:ext uri="{FF2B5EF4-FFF2-40B4-BE49-F238E27FC236}">
                  <a16:creationId xmlns:a16="http://schemas.microsoft.com/office/drawing/2014/main" id="{EB8482E7-C085-14E1-259A-623A0E9A7DAD}"/>
                </a:ext>
              </a:extLst>
            </p:cNvPr>
            <p:cNvGrpSpPr/>
            <p:nvPr/>
          </p:nvGrpSpPr>
          <p:grpSpPr>
            <a:xfrm>
              <a:off x="7533154" y="3729366"/>
              <a:ext cx="2912265" cy="301135"/>
              <a:chOff x="2844481" y="3245377"/>
              <a:chExt cx="2912265" cy="301135"/>
            </a:xfrm>
            <a:grpFill/>
          </p:grpSpPr>
          <p:sp>
            <p:nvSpPr>
              <p:cNvPr id="2872" name="Rectangle 2871">
                <a:extLst>
                  <a:ext uri="{FF2B5EF4-FFF2-40B4-BE49-F238E27FC236}">
                    <a16:creationId xmlns:a16="http://schemas.microsoft.com/office/drawing/2014/main" id="{1E2B6B82-2C0F-0AC0-E56D-305A7CCCFA20}"/>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3" name="Rectangle 2872">
                <a:extLst>
                  <a:ext uri="{FF2B5EF4-FFF2-40B4-BE49-F238E27FC236}">
                    <a16:creationId xmlns:a16="http://schemas.microsoft.com/office/drawing/2014/main" id="{E1CC3864-0AF9-A7F6-97E5-3AC8209694A2}"/>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4" name="Rectangle 2873">
                <a:extLst>
                  <a:ext uri="{FF2B5EF4-FFF2-40B4-BE49-F238E27FC236}">
                    <a16:creationId xmlns:a16="http://schemas.microsoft.com/office/drawing/2014/main" id="{D50EEE5F-EA56-8E4A-DC4F-1E440E645CA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5" name="Rectangle 2874">
                <a:extLst>
                  <a:ext uri="{FF2B5EF4-FFF2-40B4-BE49-F238E27FC236}">
                    <a16:creationId xmlns:a16="http://schemas.microsoft.com/office/drawing/2014/main" id="{9E7CAD97-F3E2-2726-EC30-CC21D6431847}"/>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6" name="Rectangle 2875">
                <a:extLst>
                  <a:ext uri="{FF2B5EF4-FFF2-40B4-BE49-F238E27FC236}">
                    <a16:creationId xmlns:a16="http://schemas.microsoft.com/office/drawing/2014/main" id="{19519F6D-15DE-AC27-06E7-1D8B25409047}"/>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7" name="Rectangle 2876">
                <a:extLst>
                  <a:ext uri="{FF2B5EF4-FFF2-40B4-BE49-F238E27FC236}">
                    <a16:creationId xmlns:a16="http://schemas.microsoft.com/office/drawing/2014/main" id="{93031DE7-8296-1B92-9539-7EA8FFA4F83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8" name="Rectangle 2877">
                <a:extLst>
                  <a:ext uri="{FF2B5EF4-FFF2-40B4-BE49-F238E27FC236}">
                    <a16:creationId xmlns:a16="http://schemas.microsoft.com/office/drawing/2014/main" id="{AF74C617-9059-7C08-75B9-7F9AB29520C5}"/>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9" name="Rectangle 2878">
                <a:extLst>
                  <a:ext uri="{FF2B5EF4-FFF2-40B4-BE49-F238E27FC236}">
                    <a16:creationId xmlns:a16="http://schemas.microsoft.com/office/drawing/2014/main" id="{C0CCCB80-5B36-AE5F-E6C0-620EF96E5FAF}"/>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0" name="Rectangle 2879">
                <a:extLst>
                  <a:ext uri="{FF2B5EF4-FFF2-40B4-BE49-F238E27FC236}">
                    <a16:creationId xmlns:a16="http://schemas.microsoft.com/office/drawing/2014/main" id="{4205C001-7CB1-E0BD-85EB-7EE508AD5CB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1" name="Rectangle 2880">
                <a:extLst>
                  <a:ext uri="{FF2B5EF4-FFF2-40B4-BE49-F238E27FC236}">
                    <a16:creationId xmlns:a16="http://schemas.microsoft.com/office/drawing/2014/main" id="{BAD3A3DB-4C41-9CB7-4E37-8F698EC303FD}"/>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2" name="Rectangle 2881">
                <a:extLst>
                  <a:ext uri="{FF2B5EF4-FFF2-40B4-BE49-F238E27FC236}">
                    <a16:creationId xmlns:a16="http://schemas.microsoft.com/office/drawing/2014/main" id="{28D58F3C-D1A0-4608-1FD9-595A203BB7AC}"/>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3" name="Rectangle 2882">
                <a:extLst>
                  <a:ext uri="{FF2B5EF4-FFF2-40B4-BE49-F238E27FC236}">
                    <a16:creationId xmlns:a16="http://schemas.microsoft.com/office/drawing/2014/main" id="{FF5359C9-9E8A-3F60-3ECF-8ECC2F4BDAB0}"/>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4" name="Rectangle 2883">
                <a:extLst>
                  <a:ext uri="{FF2B5EF4-FFF2-40B4-BE49-F238E27FC236}">
                    <a16:creationId xmlns:a16="http://schemas.microsoft.com/office/drawing/2014/main" id="{15187F89-5572-8F4A-952B-F5186C246673}"/>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5" name="Rectangle 2884">
                <a:extLst>
                  <a:ext uri="{FF2B5EF4-FFF2-40B4-BE49-F238E27FC236}">
                    <a16:creationId xmlns:a16="http://schemas.microsoft.com/office/drawing/2014/main" id="{F42C09B8-A2C5-DC1E-74A8-49B7F1703E88}"/>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6" name="Rectangle 2885">
                <a:extLst>
                  <a:ext uri="{FF2B5EF4-FFF2-40B4-BE49-F238E27FC236}">
                    <a16:creationId xmlns:a16="http://schemas.microsoft.com/office/drawing/2014/main" id="{609A86A6-7AA7-8F8B-BB55-A60752691E52}"/>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7" name="Rectangle 2886">
                <a:extLst>
                  <a:ext uri="{FF2B5EF4-FFF2-40B4-BE49-F238E27FC236}">
                    <a16:creationId xmlns:a16="http://schemas.microsoft.com/office/drawing/2014/main" id="{3979227E-AE43-1955-1E81-60F4F94E7BB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8" name="Rectangle 2887">
                <a:extLst>
                  <a:ext uri="{FF2B5EF4-FFF2-40B4-BE49-F238E27FC236}">
                    <a16:creationId xmlns:a16="http://schemas.microsoft.com/office/drawing/2014/main" id="{161C94F6-0DFF-3328-C1DE-E6C044C71A1E}"/>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9" name="Rectangle 2888">
                <a:extLst>
                  <a:ext uri="{FF2B5EF4-FFF2-40B4-BE49-F238E27FC236}">
                    <a16:creationId xmlns:a16="http://schemas.microsoft.com/office/drawing/2014/main" id="{85E0B3CF-5753-2906-4B7B-77BDDAFC8AD0}"/>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0" name="Rectangle 2889">
                <a:extLst>
                  <a:ext uri="{FF2B5EF4-FFF2-40B4-BE49-F238E27FC236}">
                    <a16:creationId xmlns:a16="http://schemas.microsoft.com/office/drawing/2014/main" id="{1B8EC188-7FE7-7D4C-B8EE-FF6985ED61F3}"/>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1" name="Rectangle 2890">
                <a:extLst>
                  <a:ext uri="{FF2B5EF4-FFF2-40B4-BE49-F238E27FC236}">
                    <a16:creationId xmlns:a16="http://schemas.microsoft.com/office/drawing/2014/main" id="{7F350E0A-A74F-4304-D1DB-77D8EA84E15B}"/>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2" name="Rectangle 2891">
                <a:extLst>
                  <a:ext uri="{FF2B5EF4-FFF2-40B4-BE49-F238E27FC236}">
                    <a16:creationId xmlns:a16="http://schemas.microsoft.com/office/drawing/2014/main" id="{2AA5468D-DE26-1F39-B881-C747B77FA4A2}"/>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Rectangle 2892">
                <a:extLst>
                  <a:ext uri="{FF2B5EF4-FFF2-40B4-BE49-F238E27FC236}">
                    <a16:creationId xmlns:a16="http://schemas.microsoft.com/office/drawing/2014/main" id="{C0911751-517E-EE80-8B3A-510110D4595E}"/>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Rectangle 2893">
                <a:extLst>
                  <a:ext uri="{FF2B5EF4-FFF2-40B4-BE49-F238E27FC236}">
                    <a16:creationId xmlns:a16="http://schemas.microsoft.com/office/drawing/2014/main" id="{B51CECE4-CE32-EB55-7AF6-207E5511BD6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5" name="Rectangle 2894">
                <a:extLst>
                  <a:ext uri="{FF2B5EF4-FFF2-40B4-BE49-F238E27FC236}">
                    <a16:creationId xmlns:a16="http://schemas.microsoft.com/office/drawing/2014/main" id="{55273EC8-D335-9C16-AE92-982B06AA625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Rectangle 2895">
                <a:extLst>
                  <a:ext uri="{FF2B5EF4-FFF2-40B4-BE49-F238E27FC236}">
                    <a16:creationId xmlns:a16="http://schemas.microsoft.com/office/drawing/2014/main" id="{3EBD96FD-B700-5197-4CCD-3B53BFBDFC3A}"/>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Rectangle 2896">
                <a:extLst>
                  <a:ext uri="{FF2B5EF4-FFF2-40B4-BE49-F238E27FC236}">
                    <a16:creationId xmlns:a16="http://schemas.microsoft.com/office/drawing/2014/main" id="{3DD94C8C-E4CA-4F74-BD05-1086657F0823}"/>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Rectangle 2897">
                <a:extLst>
                  <a:ext uri="{FF2B5EF4-FFF2-40B4-BE49-F238E27FC236}">
                    <a16:creationId xmlns:a16="http://schemas.microsoft.com/office/drawing/2014/main" id="{4C4D243F-D749-EF71-B513-36AD91E917E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Rectangle 2898">
                <a:extLst>
                  <a:ext uri="{FF2B5EF4-FFF2-40B4-BE49-F238E27FC236}">
                    <a16:creationId xmlns:a16="http://schemas.microsoft.com/office/drawing/2014/main" id="{31287897-7C02-BA7D-C6C0-176B2F948A7F}"/>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Rectangle 2899">
                <a:extLst>
                  <a:ext uri="{FF2B5EF4-FFF2-40B4-BE49-F238E27FC236}">
                    <a16:creationId xmlns:a16="http://schemas.microsoft.com/office/drawing/2014/main" id="{60FE9B45-6002-4F10-32AF-0B17E9DAE976}"/>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Rectangle 2900">
                <a:extLst>
                  <a:ext uri="{FF2B5EF4-FFF2-40B4-BE49-F238E27FC236}">
                    <a16:creationId xmlns:a16="http://schemas.microsoft.com/office/drawing/2014/main" id="{8A0EF90B-7D3D-86F2-931F-7591D04FD424}"/>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Rectangle 2901">
                <a:extLst>
                  <a:ext uri="{FF2B5EF4-FFF2-40B4-BE49-F238E27FC236}">
                    <a16:creationId xmlns:a16="http://schemas.microsoft.com/office/drawing/2014/main" id="{943EAB04-E04E-2585-0212-E24074F7252D}"/>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3" name="Rectangle 2902">
                <a:extLst>
                  <a:ext uri="{FF2B5EF4-FFF2-40B4-BE49-F238E27FC236}">
                    <a16:creationId xmlns:a16="http://schemas.microsoft.com/office/drawing/2014/main" id="{45E000F2-B54C-F362-3D16-57B649B597B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Rectangle 2903">
                <a:extLst>
                  <a:ext uri="{FF2B5EF4-FFF2-40B4-BE49-F238E27FC236}">
                    <a16:creationId xmlns:a16="http://schemas.microsoft.com/office/drawing/2014/main" id="{2117BA4D-3924-8CA3-E96D-B78ED440F839}"/>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Rectangle 2904">
                <a:extLst>
                  <a:ext uri="{FF2B5EF4-FFF2-40B4-BE49-F238E27FC236}">
                    <a16:creationId xmlns:a16="http://schemas.microsoft.com/office/drawing/2014/main" id="{D5438866-31D4-256B-4D7C-82EF79172C28}"/>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Rectangle 2905">
                <a:extLst>
                  <a:ext uri="{FF2B5EF4-FFF2-40B4-BE49-F238E27FC236}">
                    <a16:creationId xmlns:a16="http://schemas.microsoft.com/office/drawing/2014/main" id="{8E22548D-47DB-DE13-0B7F-DB01225B491A}"/>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7" name="Rectangle 2906">
                <a:extLst>
                  <a:ext uri="{FF2B5EF4-FFF2-40B4-BE49-F238E27FC236}">
                    <a16:creationId xmlns:a16="http://schemas.microsoft.com/office/drawing/2014/main" id="{C67E3E37-2AAD-2061-5548-417BC1672AAB}"/>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8" name="Rectangle 2907">
                <a:extLst>
                  <a:ext uri="{FF2B5EF4-FFF2-40B4-BE49-F238E27FC236}">
                    <a16:creationId xmlns:a16="http://schemas.microsoft.com/office/drawing/2014/main" id="{B74D8060-EB7C-7458-42F6-EE5E2C4F329C}"/>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9" name="Rectangle 2908">
                <a:extLst>
                  <a:ext uri="{FF2B5EF4-FFF2-40B4-BE49-F238E27FC236}">
                    <a16:creationId xmlns:a16="http://schemas.microsoft.com/office/drawing/2014/main" id="{A7CA9631-1F13-F75D-18E0-D5ED66E15DC9}"/>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0" name="Rectangle 2909">
                <a:extLst>
                  <a:ext uri="{FF2B5EF4-FFF2-40B4-BE49-F238E27FC236}">
                    <a16:creationId xmlns:a16="http://schemas.microsoft.com/office/drawing/2014/main" id="{7DA4AC4F-C96C-D5B3-DC4D-CAD5A633B495}"/>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1" name="Rectangle 2910">
                <a:extLst>
                  <a:ext uri="{FF2B5EF4-FFF2-40B4-BE49-F238E27FC236}">
                    <a16:creationId xmlns:a16="http://schemas.microsoft.com/office/drawing/2014/main" id="{5964B550-340A-B49B-C552-8F3C14EF0148}"/>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2" name="Rectangle 2911">
                <a:extLst>
                  <a:ext uri="{FF2B5EF4-FFF2-40B4-BE49-F238E27FC236}">
                    <a16:creationId xmlns:a16="http://schemas.microsoft.com/office/drawing/2014/main" id="{24940B66-96A7-2EE6-8F7A-17E3D6E86E5D}"/>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3" name="Rectangle 2912">
                <a:extLst>
                  <a:ext uri="{FF2B5EF4-FFF2-40B4-BE49-F238E27FC236}">
                    <a16:creationId xmlns:a16="http://schemas.microsoft.com/office/drawing/2014/main" id="{BBEFFAFE-A727-3EDF-3112-7D65B18E78D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4" name="Rectangle 2913">
                <a:extLst>
                  <a:ext uri="{FF2B5EF4-FFF2-40B4-BE49-F238E27FC236}">
                    <a16:creationId xmlns:a16="http://schemas.microsoft.com/office/drawing/2014/main" id="{D7D11BB5-ACE8-71DD-9174-6B1C1CACFE0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5" name="Rectangle 2914">
                <a:extLst>
                  <a:ext uri="{FF2B5EF4-FFF2-40B4-BE49-F238E27FC236}">
                    <a16:creationId xmlns:a16="http://schemas.microsoft.com/office/drawing/2014/main" id="{16C1B273-2628-0AA0-275D-0BA576C614EA}"/>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6" name="Rectangle 2915">
                <a:extLst>
                  <a:ext uri="{FF2B5EF4-FFF2-40B4-BE49-F238E27FC236}">
                    <a16:creationId xmlns:a16="http://schemas.microsoft.com/office/drawing/2014/main" id="{FA584C1D-E35D-3E04-082F-BDAA0C7FD37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7" name="Rectangle 2916">
                <a:extLst>
                  <a:ext uri="{FF2B5EF4-FFF2-40B4-BE49-F238E27FC236}">
                    <a16:creationId xmlns:a16="http://schemas.microsoft.com/office/drawing/2014/main" id="{7B90A039-115E-6B8C-5E03-ABD6779F6684}"/>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8" name="Rectangle 2917">
                <a:extLst>
                  <a:ext uri="{FF2B5EF4-FFF2-40B4-BE49-F238E27FC236}">
                    <a16:creationId xmlns:a16="http://schemas.microsoft.com/office/drawing/2014/main" id="{D2B409C9-3784-A2A1-D114-4CB16ADD42F1}"/>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9" name="Rectangle 2918">
                <a:extLst>
                  <a:ext uri="{FF2B5EF4-FFF2-40B4-BE49-F238E27FC236}">
                    <a16:creationId xmlns:a16="http://schemas.microsoft.com/office/drawing/2014/main" id="{3302C9AD-50A9-1B62-3BFD-619EDD9A1DE2}"/>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0" name="Rectangle 2919">
                <a:extLst>
                  <a:ext uri="{FF2B5EF4-FFF2-40B4-BE49-F238E27FC236}">
                    <a16:creationId xmlns:a16="http://schemas.microsoft.com/office/drawing/2014/main" id="{959A2A54-41D3-FBDB-86FC-69D99AC82988}"/>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1" name="Rectangle 2920">
                <a:extLst>
                  <a:ext uri="{FF2B5EF4-FFF2-40B4-BE49-F238E27FC236}">
                    <a16:creationId xmlns:a16="http://schemas.microsoft.com/office/drawing/2014/main" id="{ECD05AFB-3183-E11D-D3F2-791E06548E03}"/>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2" name="Rectangle 2921">
                <a:extLst>
                  <a:ext uri="{FF2B5EF4-FFF2-40B4-BE49-F238E27FC236}">
                    <a16:creationId xmlns:a16="http://schemas.microsoft.com/office/drawing/2014/main" id="{54F53A8C-F904-7D64-C1D7-FE469BF7B84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3" name="Rectangle 2922">
                <a:extLst>
                  <a:ext uri="{FF2B5EF4-FFF2-40B4-BE49-F238E27FC236}">
                    <a16:creationId xmlns:a16="http://schemas.microsoft.com/office/drawing/2014/main" id="{261228B8-81C6-97EF-6D6F-0E7308D56BC6}"/>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4" name="Rectangle 2923">
                <a:extLst>
                  <a:ext uri="{FF2B5EF4-FFF2-40B4-BE49-F238E27FC236}">
                    <a16:creationId xmlns:a16="http://schemas.microsoft.com/office/drawing/2014/main" id="{BA57427F-2D97-B8D9-5867-935F2C222FE6}"/>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5" name="Rectangle 2924">
                <a:extLst>
                  <a:ext uri="{FF2B5EF4-FFF2-40B4-BE49-F238E27FC236}">
                    <a16:creationId xmlns:a16="http://schemas.microsoft.com/office/drawing/2014/main" id="{1EF8FEAE-AD74-3A01-C69B-D77AEAD7ED07}"/>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6" name="Rectangle 2925">
                <a:extLst>
                  <a:ext uri="{FF2B5EF4-FFF2-40B4-BE49-F238E27FC236}">
                    <a16:creationId xmlns:a16="http://schemas.microsoft.com/office/drawing/2014/main" id="{2A8EE840-6B5A-0F2C-0241-818B04A11AE0}"/>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7" name="Rectangle 2926">
                <a:extLst>
                  <a:ext uri="{FF2B5EF4-FFF2-40B4-BE49-F238E27FC236}">
                    <a16:creationId xmlns:a16="http://schemas.microsoft.com/office/drawing/2014/main" id="{4372A3E5-B5EF-9C22-79CF-88BC80BED3BC}"/>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Rectangle 2927">
                <a:extLst>
                  <a:ext uri="{FF2B5EF4-FFF2-40B4-BE49-F238E27FC236}">
                    <a16:creationId xmlns:a16="http://schemas.microsoft.com/office/drawing/2014/main" id="{51465686-851C-9C69-72E5-7F2A839F977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9" name="Rectangle 2928">
                <a:extLst>
                  <a:ext uri="{FF2B5EF4-FFF2-40B4-BE49-F238E27FC236}">
                    <a16:creationId xmlns:a16="http://schemas.microsoft.com/office/drawing/2014/main" id="{0D228604-70A3-E4D1-FFB1-31853013F230}"/>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0" name="Rectangle 2929">
                <a:extLst>
                  <a:ext uri="{FF2B5EF4-FFF2-40B4-BE49-F238E27FC236}">
                    <a16:creationId xmlns:a16="http://schemas.microsoft.com/office/drawing/2014/main" id="{4EF7FB09-6F08-1981-0168-E8B9C9FCB487}"/>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1" name="Rectangle 2930">
                <a:extLst>
                  <a:ext uri="{FF2B5EF4-FFF2-40B4-BE49-F238E27FC236}">
                    <a16:creationId xmlns:a16="http://schemas.microsoft.com/office/drawing/2014/main" id="{4BDE0EAD-D07A-F338-85FB-21C459DFC73A}"/>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2" name="Rectangle 2931">
                <a:extLst>
                  <a:ext uri="{FF2B5EF4-FFF2-40B4-BE49-F238E27FC236}">
                    <a16:creationId xmlns:a16="http://schemas.microsoft.com/office/drawing/2014/main" id="{0B73CCA9-016D-A745-381C-277DE03DC939}"/>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 name="Rectangle 2932">
                <a:extLst>
                  <a:ext uri="{FF2B5EF4-FFF2-40B4-BE49-F238E27FC236}">
                    <a16:creationId xmlns:a16="http://schemas.microsoft.com/office/drawing/2014/main" id="{B1D233E9-6E4D-C3CF-2606-D666C2D476C7}"/>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4" name="Rectangle 2933">
                <a:extLst>
                  <a:ext uri="{FF2B5EF4-FFF2-40B4-BE49-F238E27FC236}">
                    <a16:creationId xmlns:a16="http://schemas.microsoft.com/office/drawing/2014/main" id="{6D01E2C1-993E-F9BF-E112-FD13212BE710}"/>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5" name="Rectangle 2934">
                <a:extLst>
                  <a:ext uri="{FF2B5EF4-FFF2-40B4-BE49-F238E27FC236}">
                    <a16:creationId xmlns:a16="http://schemas.microsoft.com/office/drawing/2014/main" id="{E85EB252-BD13-9B90-1A3B-247EFC87C5D1}"/>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6" name="Rectangle 2935">
                <a:extLst>
                  <a:ext uri="{FF2B5EF4-FFF2-40B4-BE49-F238E27FC236}">
                    <a16:creationId xmlns:a16="http://schemas.microsoft.com/office/drawing/2014/main" id="{18A894FC-5A90-C224-E066-EC3F0D1004C7}"/>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7" name="Rectangle 2936">
                <a:extLst>
                  <a:ext uri="{FF2B5EF4-FFF2-40B4-BE49-F238E27FC236}">
                    <a16:creationId xmlns:a16="http://schemas.microsoft.com/office/drawing/2014/main" id="{6B967CB4-87F8-6987-A08D-134D68304AEE}"/>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8" name="Rectangle 2937">
                <a:extLst>
                  <a:ext uri="{FF2B5EF4-FFF2-40B4-BE49-F238E27FC236}">
                    <a16:creationId xmlns:a16="http://schemas.microsoft.com/office/drawing/2014/main" id="{153AA457-51FF-FA24-EFE2-17B500FED3E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9" name="Rectangle 2938">
                <a:extLst>
                  <a:ext uri="{FF2B5EF4-FFF2-40B4-BE49-F238E27FC236}">
                    <a16:creationId xmlns:a16="http://schemas.microsoft.com/office/drawing/2014/main" id="{81C5A0C9-9219-59B6-0C77-96D3A18C81FC}"/>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0" name="Rectangle 2939">
                <a:extLst>
                  <a:ext uri="{FF2B5EF4-FFF2-40B4-BE49-F238E27FC236}">
                    <a16:creationId xmlns:a16="http://schemas.microsoft.com/office/drawing/2014/main" id="{ED1DEBEC-8649-7DE1-0ACE-9B42299F0B45}"/>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1" name="Rectangle 2940">
                <a:extLst>
                  <a:ext uri="{FF2B5EF4-FFF2-40B4-BE49-F238E27FC236}">
                    <a16:creationId xmlns:a16="http://schemas.microsoft.com/office/drawing/2014/main" id="{363D761A-4E20-1E3B-4BFE-4E78C728EEA7}"/>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2" name="Rectangle 2941">
                <a:extLst>
                  <a:ext uri="{FF2B5EF4-FFF2-40B4-BE49-F238E27FC236}">
                    <a16:creationId xmlns:a16="http://schemas.microsoft.com/office/drawing/2014/main" id="{DB547B69-FFB7-C328-19A5-1817E92F7D3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3" name="Rectangle 2942">
                <a:extLst>
                  <a:ext uri="{FF2B5EF4-FFF2-40B4-BE49-F238E27FC236}">
                    <a16:creationId xmlns:a16="http://schemas.microsoft.com/office/drawing/2014/main" id="{E7C3804B-18C1-46DC-4083-3C81689DA56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4" name="Rectangle 2943">
                <a:extLst>
                  <a:ext uri="{FF2B5EF4-FFF2-40B4-BE49-F238E27FC236}">
                    <a16:creationId xmlns:a16="http://schemas.microsoft.com/office/drawing/2014/main" id="{55850F91-6388-6772-4564-9DD0EE9906DA}"/>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5" name="Rectangle 2944">
                <a:extLst>
                  <a:ext uri="{FF2B5EF4-FFF2-40B4-BE49-F238E27FC236}">
                    <a16:creationId xmlns:a16="http://schemas.microsoft.com/office/drawing/2014/main" id="{91F0DF35-3D97-69B9-EC42-F078E6088F7C}"/>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6" name="Rectangle 2945">
                <a:extLst>
                  <a:ext uri="{FF2B5EF4-FFF2-40B4-BE49-F238E27FC236}">
                    <a16:creationId xmlns:a16="http://schemas.microsoft.com/office/drawing/2014/main" id="{C06D0A23-03EC-36CB-3C02-1DB35708718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7" name="Rectangle 2946">
                <a:extLst>
                  <a:ext uri="{FF2B5EF4-FFF2-40B4-BE49-F238E27FC236}">
                    <a16:creationId xmlns:a16="http://schemas.microsoft.com/office/drawing/2014/main" id="{82EFFE07-CEE1-1661-088C-F1B50CCDBE0A}"/>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8" name="Rectangle 2947">
                <a:extLst>
                  <a:ext uri="{FF2B5EF4-FFF2-40B4-BE49-F238E27FC236}">
                    <a16:creationId xmlns:a16="http://schemas.microsoft.com/office/drawing/2014/main" id="{85D9ADEE-2F55-4CBF-33A6-33ACCBDD3EE4}"/>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9" name="Rectangle 2948">
                <a:extLst>
                  <a:ext uri="{FF2B5EF4-FFF2-40B4-BE49-F238E27FC236}">
                    <a16:creationId xmlns:a16="http://schemas.microsoft.com/office/drawing/2014/main" id="{536B20AC-503C-6CC3-DA08-6C0730444C0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0" name="Rectangle 2949">
                <a:extLst>
                  <a:ext uri="{FF2B5EF4-FFF2-40B4-BE49-F238E27FC236}">
                    <a16:creationId xmlns:a16="http://schemas.microsoft.com/office/drawing/2014/main" id="{0CCEF47C-D147-9F26-2F07-E77F3FDE08F1}"/>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1" name="Rectangle 2950">
                <a:extLst>
                  <a:ext uri="{FF2B5EF4-FFF2-40B4-BE49-F238E27FC236}">
                    <a16:creationId xmlns:a16="http://schemas.microsoft.com/office/drawing/2014/main" id="{7B4F7AE8-FCA6-28DD-40A5-309E45D1B93A}"/>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2" name="Rectangle 2951">
                <a:extLst>
                  <a:ext uri="{FF2B5EF4-FFF2-40B4-BE49-F238E27FC236}">
                    <a16:creationId xmlns:a16="http://schemas.microsoft.com/office/drawing/2014/main" id="{94392E59-0805-C1DA-6D9E-4C285FE6ABC6}"/>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Rectangle 2952">
                <a:extLst>
                  <a:ext uri="{FF2B5EF4-FFF2-40B4-BE49-F238E27FC236}">
                    <a16:creationId xmlns:a16="http://schemas.microsoft.com/office/drawing/2014/main" id="{736C26E6-71B1-14BC-9A59-7B6A875FC7C2}"/>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4" name="Rectangle 2953">
                <a:extLst>
                  <a:ext uri="{FF2B5EF4-FFF2-40B4-BE49-F238E27FC236}">
                    <a16:creationId xmlns:a16="http://schemas.microsoft.com/office/drawing/2014/main" id="{5086D803-9B90-0BE8-5EEA-D8B90838542D}"/>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5" name="Rectangle 2954">
                <a:extLst>
                  <a:ext uri="{FF2B5EF4-FFF2-40B4-BE49-F238E27FC236}">
                    <a16:creationId xmlns:a16="http://schemas.microsoft.com/office/drawing/2014/main" id="{1EA76625-C1DE-6C87-ECAC-DEE1D3609892}"/>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6" name="Rectangle 2955">
                <a:extLst>
                  <a:ext uri="{FF2B5EF4-FFF2-40B4-BE49-F238E27FC236}">
                    <a16:creationId xmlns:a16="http://schemas.microsoft.com/office/drawing/2014/main" id="{F6AC65D3-C524-C792-1FA0-CB5E206DCF44}"/>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7" name="Rectangle 2956">
                <a:extLst>
                  <a:ext uri="{FF2B5EF4-FFF2-40B4-BE49-F238E27FC236}">
                    <a16:creationId xmlns:a16="http://schemas.microsoft.com/office/drawing/2014/main" id="{9AADD5EE-4B62-4A2E-8EFE-5D06718772D4}"/>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8" name="Rectangle 2957">
                <a:extLst>
                  <a:ext uri="{FF2B5EF4-FFF2-40B4-BE49-F238E27FC236}">
                    <a16:creationId xmlns:a16="http://schemas.microsoft.com/office/drawing/2014/main" id="{A7FFB57B-EA92-DFA4-D4AC-252D38A9917D}"/>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7" name="Group 2606">
              <a:extLst>
                <a:ext uri="{FF2B5EF4-FFF2-40B4-BE49-F238E27FC236}">
                  <a16:creationId xmlns:a16="http://schemas.microsoft.com/office/drawing/2014/main" id="{B8FA913F-06DA-4778-4DE1-0ADDC49CF11F}"/>
                </a:ext>
              </a:extLst>
            </p:cNvPr>
            <p:cNvGrpSpPr/>
            <p:nvPr/>
          </p:nvGrpSpPr>
          <p:grpSpPr>
            <a:xfrm>
              <a:off x="7533154" y="4030435"/>
              <a:ext cx="2912265" cy="301135"/>
              <a:chOff x="2844481" y="3245377"/>
              <a:chExt cx="2912265" cy="301135"/>
            </a:xfrm>
            <a:grpFill/>
          </p:grpSpPr>
          <p:sp>
            <p:nvSpPr>
              <p:cNvPr id="2608" name="Rectangle 2607">
                <a:extLst>
                  <a:ext uri="{FF2B5EF4-FFF2-40B4-BE49-F238E27FC236}">
                    <a16:creationId xmlns:a16="http://schemas.microsoft.com/office/drawing/2014/main" id="{B7EAA38D-E585-BE52-A836-2ECA16F5711C}"/>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9" name="Rectangle 2608">
                <a:extLst>
                  <a:ext uri="{FF2B5EF4-FFF2-40B4-BE49-F238E27FC236}">
                    <a16:creationId xmlns:a16="http://schemas.microsoft.com/office/drawing/2014/main" id="{C564BCF7-B298-1556-BDCB-A761582D0DFB}"/>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0" name="Rectangle 2609">
                <a:extLst>
                  <a:ext uri="{FF2B5EF4-FFF2-40B4-BE49-F238E27FC236}">
                    <a16:creationId xmlns:a16="http://schemas.microsoft.com/office/drawing/2014/main" id="{21CDC15D-FAAD-E38B-D3F6-05644FC5D171}"/>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1" name="Rectangle 2610">
                <a:extLst>
                  <a:ext uri="{FF2B5EF4-FFF2-40B4-BE49-F238E27FC236}">
                    <a16:creationId xmlns:a16="http://schemas.microsoft.com/office/drawing/2014/main" id="{1264F487-5894-E917-1A1F-4982AD4DC187}"/>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2" name="Rectangle 2611">
                <a:extLst>
                  <a:ext uri="{FF2B5EF4-FFF2-40B4-BE49-F238E27FC236}">
                    <a16:creationId xmlns:a16="http://schemas.microsoft.com/office/drawing/2014/main" id="{0588ED00-58A9-F688-E689-C6100503B39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3" name="Rectangle 2612">
                <a:extLst>
                  <a:ext uri="{FF2B5EF4-FFF2-40B4-BE49-F238E27FC236}">
                    <a16:creationId xmlns:a16="http://schemas.microsoft.com/office/drawing/2014/main" id="{93283E41-D206-5201-E42E-14D650CC559F}"/>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4" name="Rectangle 2613">
                <a:extLst>
                  <a:ext uri="{FF2B5EF4-FFF2-40B4-BE49-F238E27FC236}">
                    <a16:creationId xmlns:a16="http://schemas.microsoft.com/office/drawing/2014/main" id="{F9026ED7-9C00-039A-98B8-EE5E2E078330}"/>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5" name="Rectangle 2614">
                <a:extLst>
                  <a:ext uri="{FF2B5EF4-FFF2-40B4-BE49-F238E27FC236}">
                    <a16:creationId xmlns:a16="http://schemas.microsoft.com/office/drawing/2014/main" id="{10044F27-473F-810B-1A23-CD4A03231890}"/>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6" name="Rectangle 2615">
                <a:extLst>
                  <a:ext uri="{FF2B5EF4-FFF2-40B4-BE49-F238E27FC236}">
                    <a16:creationId xmlns:a16="http://schemas.microsoft.com/office/drawing/2014/main" id="{024B3798-48ED-FC9E-8BEA-48357ABB889E}"/>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7" name="Rectangle 2616">
                <a:extLst>
                  <a:ext uri="{FF2B5EF4-FFF2-40B4-BE49-F238E27FC236}">
                    <a16:creationId xmlns:a16="http://schemas.microsoft.com/office/drawing/2014/main" id="{4176DC13-3FE2-BBCA-5E9D-665F309C2D62}"/>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8" name="Rectangle 2617">
                <a:extLst>
                  <a:ext uri="{FF2B5EF4-FFF2-40B4-BE49-F238E27FC236}">
                    <a16:creationId xmlns:a16="http://schemas.microsoft.com/office/drawing/2014/main" id="{A0E4DFE3-0DB3-C520-62D1-099755F3C3AF}"/>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9" name="Rectangle 2618">
                <a:extLst>
                  <a:ext uri="{FF2B5EF4-FFF2-40B4-BE49-F238E27FC236}">
                    <a16:creationId xmlns:a16="http://schemas.microsoft.com/office/drawing/2014/main" id="{EC9AFDD0-E3D4-3B30-0A41-F95451388094}"/>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0" name="Rectangle 2619">
                <a:extLst>
                  <a:ext uri="{FF2B5EF4-FFF2-40B4-BE49-F238E27FC236}">
                    <a16:creationId xmlns:a16="http://schemas.microsoft.com/office/drawing/2014/main" id="{45A0D0F1-B97A-44B6-F859-22A783AFFDC4}"/>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 name="Rectangle 2620">
                <a:extLst>
                  <a:ext uri="{FF2B5EF4-FFF2-40B4-BE49-F238E27FC236}">
                    <a16:creationId xmlns:a16="http://schemas.microsoft.com/office/drawing/2014/main" id="{FA65C11E-5C54-1CF2-E3A0-CD9F10B4ED27}"/>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2" name="Rectangle 2621">
                <a:extLst>
                  <a:ext uri="{FF2B5EF4-FFF2-40B4-BE49-F238E27FC236}">
                    <a16:creationId xmlns:a16="http://schemas.microsoft.com/office/drawing/2014/main" id="{D9989DF0-C106-891B-7F09-AD0B1160E47D}"/>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3" name="Rectangle 2622">
                <a:extLst>
                  <a:ext uri="{FF2B5EF4-FFF2-40B4-BE49-F238E27FC236}">
                    <a16:creationId xmlns:a16="http://schemas.microsoft.com/office/drawing/2014/main" id="{C16A803A-54E9-20FD-8E2B-102900E49C92}"/>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4" name="Rectangle 2623">
                <a:extLst>
                  <a:ext uri="{FF2B5EF4-FFF2-40B4-BE49-F238E27FC236}">
                    <a16:creationId xmlns:a16="http://schemas.microsoft.com/office/drawing/2014/main" id="{9DAB93AB-E21E-B467-9439-0587F853A22C}"/>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5" name="Rectangle 2624">
                <a:extLst>
                  <a:ext uri="{FF2B5EF4-FFF2-40B4-BE49-F238E27FC236}">
                    <a16:creationId xmlns:a16="http://schemas.microsoft.com/office/drawing/2014/main" id="{DFB8E9C9-3D11-4228-B6C9-E55AF96D09CC}"/>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6" name="Rectangle 2625">
                <a:extLst>
                  <a:ext uri="{FF2B5EF4-FFF2-40B4-BE49-F238E27FC236}">
                    <a16:creationId xmlns:a16="http://schemas.microsoft.com/office/drawing/2014/main" id="{1EBC1BE4-53E0-BA96-2B93-B5AA1AA67A5F}"/>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7" name="Rectangle 2626">
                <a:extLst>
                  <a:ext uri="{FF2B5EF4-FFF2-40B4-BE49-F238E27FC236}">
                    <a16:creationId xmlns:a16="http://schemas.microsoft.com/office/drawing/2014/main" id="{CEF64F60-6C85-5BCF-B7FF-CA9142BFBD41}"/>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8" name="Rectangle 2627">
                <a:extLst>
                  <a:ext uri="{FF2B5EF4-FFF2-40B4-BE49-F238E27FC236}">
                    <a16:creationId xmlns:a16="http://schemas.microsoft.com/office/drawing/2014/main" id="{DE43EE6F-6D5C-BBB8-0A12-5B5AB48399DB}"/>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9" name="Rectangle 2628">
                <a:extLst>
                  <a:ext uri="{FF2B5EF4-FFF2-40B4-BE49-F238E27FC236}">
                    <a16:creationId xmlns:a16="http://schemas.microsoft.com/office/drawing/2014/main" id="{13302C83-BE6F-F9D1-2060-94F10B958D1C}"/>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0" name="Rectangle 2629">
                <a:extLst>
                  <a:ext uri="{FF2B5EF4-FFF2-40B4-BE49-F238E27FC236}">
                    <a16:creationId xmlns:a16="http://schemas.microsoft.com/office/drawing/2014/main" id="{A92700CB-692D-2A8B-3EC8-849CB6D5A929}"/>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1" name="Rectangle 2630">
                <a:extLst>
                  <a:ext uri="{FF2B5EF4-FFF2-40B4-BE49-F238E27FC236}">
                    <a16:creationId xmlns:a16="http://schemas.microsoft.com/office/drawing/2014/main" id="{ADA9FC15-B883-F638-FB4B-1A6DE0D123CB}"/>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2" name="Rectangle 2631">
                <a:extLst>
                  <a:ext uri="{FF2B5EF4-FFF2-40B4-BE49-F238E27FC236}">
                    <a16:creationId xmlns:a16="http://schemas.microsoft.com/office/drawing/2014/main" id="{169C0DEE-611E-21A8-EF8B-0F463632CC14}"/>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3" name="Rectangle 2632">
                <a:extLst>
                  <a:ext uri="{FF2B5EF4-FFF2-40B4-BE49-F238E27FC236}">
                    <a16:creationId xmlns:a16="http://schemas.microsoft.com/office/drawing/2014/main" id="{2C6B2542-588A-9214-123E-4D2BADFB8F86}"/>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4" name="Rectangle 2633">
                <a:extLst>
                  <a:ext uri="{FF2B5EF4-FFF2-40B4-BE49-F238E27FC236}">
                    <a16:creationId xmlns:a16="http://schemas.microsoft.com/office/drawing/2014/main" id="{C88300B9-D416-1FE0-CA53-A0BC269C5358}"/>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5" name="Rectangle 2634">
                <a:extLst>
                  <a:ext uri="{FF2B5EF4-FFF2-40B4-BE49-F238E27FC236}">
                    <a16:creationId xmlns:a16="http://schemas.microsoft.com/office/drawing/2014/main" id="{AC3C4D1B-5D64-B742-0538-8BC04CBCE14A}"/>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6" name="Rectangle 2635">
                <a:extLst>
                  <a:ext uri="{FF2B5EF4-FFF2-40B4-BE49-F238E27FC236}">
                    <a16:creationId xmlns:a16="http://schemas.microsoft.com/office/drawing/2014/main" id="{A561D909-A5BD-5598-2A4D-0D99B3C411CB}"/>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 name="Rectangle 2636">
                <a:extLst>
                  <a:ext uri="{FF2B5EF4-FFF2-40B4-BE49-F238E27FC236}">
                    <a16:creationId xmlns:a16="http://schemas.microsoft.com/office/drawing/2014/main" id="{394D212C-5E4F-CB20-93E3-1DF560EA205A}"/>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8" name="Rectangle 2637">
                <a:extLst>
                  <a:ext uri="{FF2B5EF4-FFF2-40B4-BE49-F238E27FC236}">
                    <a16:creationId xmlns:a16="http://schemas.microsoft.com/office/drawing/2014/main" id="{32BA333D-C59D-BC5E-6441-30617B0B9889}"/>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9" name="Rectangle 2638">
                <a:extLst>
                  <a:ext uri="{FF2B5EF4-FFF2-40B4-BE49-F238E27FC236}">
                    <a16:creationId xmlns:a16="http://schemas.microsoft.com/office/drawing/2014/main" id="{B76837B3-AFBD-81F1-4C85-15CEC39F28CE}"/>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0" name="Rectangle 2639">
                <a:extLst>
                  <a:ext uri="{FF2B5EF4-FFF2-40B4-BE49-F238E27FC236}">
                    <a16:creationId xmlns:a16="http://schemas.microsoft.com/office/drawing/2014/main" id="{EF947F7C-15C4-C3E4-E886-9C1634BBC9BA}"/>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1" name="Rectangle 2640">
                <a:extLst>
                  <a:ext uri="{FF2B5EF4-FFF2-40B4-BE49-F238E27FC236}">
                    <a16:creationId xmlns:a16="http://schemas.microsoft.com/office/drawing/2014/main" id="{4D2348EC-96CB-3A5C-30AB-035D4D4C839B}"/>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2" name="Rectangle 2641">
                <a:extLst>
                  <a:ext uri="{FF2B5EF4-FFF2-40B4-BE49-F238E27FC236}">
                    <a16:creationId xmlns:a16="http://schemas.microsoft.com/office/drawing/2014/main" id="{57BE5B3E-4FD5-2559-6036-447CF1A644CD}"/>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3" name="Rectangle 2642">
                <a:extLst>
                  <a:ext uri="{FF2B5EF4-FFF2-40B4-BE49-F238E27FC236}">
                    <a16:creationId xmlns:a16="http://schemas.microsoft.com/office/drawing/2014/main" id="{A19573AC-0ADB-010F-2C37-50AE398CCFC3}"/>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4" name="Rectangle 2643">
                <a:extLst>
                  <a:ext uri="{FF2B5EF4-FFF2-40B4-BE49-F238E27FC236}">
                    <a16:creationId xmlns:a16="http://schemas.microsoft.com/office/drawing/2014/main" id="{1349953F-9992-0957-3F04-7BCDA7C8E292}"/>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5" name="Rectangle 2644">
                <a:extLst>
                  <a:ext uri="{FF2B5EF4-FFF2-40B4-BE49-F238E27FC236}">
                    <a16:creationId xmlns:a16="http://schemas.microsoft.com/office/drawing/2014/main" id="{9B370A5C-CACF-0F0A-401F-7094ED9A2162}"/>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6" name="Rectangle 2645">
                <a:extLst>
                  <a:ext uri="{FF2B5EF4-FFF2-40B4-BE49-F238E27FC236}">
                    <a16:creationId xmlns:a16="http://schemas.microsoft.com/office/drawing/2014/main" id="{30011982-FB9F-29FF-B732-1FE16D1D467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7" name="Rectangle 2646">
                <a:extLst>
                  <a:ext uri="{FF2B5EF4-FFF2-40B4-BE49-F238E27FC236}">
                    <a16:creationId xmlns:a16="http://schemas.microsoft.com/office/drawing/2014/main" id="{83E1327F-E93D-196F-418F-187D65DF2DA4}"/>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8" name="Rectangle 2647">
                <a:extLst>
                  <a:ext uri="{FF2B5EF4-FFF2-40B4-BE49-F238E27FC236}">
                    <a16:creationId xmlns:a16="http://schemas.microsoft.com/office/drawing/2014/main" id="{36BA26DC-C6AD-C02D-B7F5-42A6DAFA56EE}"/>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9" name="Rectangle 2648">
                <a:extLst>
                  <a:ext uri="{FF2B5EF4-FFF2-40B4-BE49-F238E27FC236}">
                    <a16:creationId xmlns:a16="http://schemas.microsoft.com/office/drawing/2014/main" id="{05A5E868-D5C4-319F-4B19-9185D7D35B54}"/>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0" name="Rectangle 2649">
                <a:extLst>
                  <a:ext uri="{FF2B5EF4-FFF2-40B4-BE49-F238E27FC236}">
                    <a16:creationId xmlns:a16="http://schemas.microsoft.com/office/drawing/2014/main" id="{4FB16EC7-6355-9D2C-D7E4-459F068E5442}"/>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1" name="Rectangle 2650">
                <a:extLst>
                  <a:ext uri="{FF2B5EF4-FFF2-40B4-BE49-F238E27FC236}">
                    <a16:creationId xmlns:a16="http://schemas.microsoft.com/office/drawing/2014/main" id="{849A5026-A99A-9D7E-5A4C-42F5923535A1}"/>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2" name="Rectangle 2651">
                <a:extLst>
                  <a:ext uri="{FF2B5EF4-FFF2-40B4-BE49-F238E27FC236}">
                    <a16:creationId xmlns:a16="http://schemas.microsoft.com/office/drawing/2014/main" id="{6E4A2F8F-2806-00A0-2E42-350B6BB89B41}"/>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3" name="Rectangle 2652">
                <a:extLst>
                  <a:ext uri="{FF2B5EF4-FFF2-40B4-BE49-F238E27FC236}">
                    <a16:creationId xmlns:a16="http://schemas.microsoft.com/office/drawing/2014/main" id="{8E58F7CF-6CD3-1C7A-8A88-9EF37235B3D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4" name="Rectangle 2653">
                <a:extLst>
                  <a:ext uri="{FF2B5EF4-FFF2-40B4-BE49-F238E27FC236}">
                    <a16:creationId xmlns:a16="http://schemas.microsoft.com/office/drawing/2014/main" id="{97D2CBCD-363B-D997-8C8B-FCBB9B37702F}"/>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 name="Rectangle 2654">
                <a:extLst>
                  <a:ext uri="{FF2B5EF4-FFF2-40B4-BE49-F238E27FC236}">
                    <a16:creationId xmlns:a16="http://schemas.microsoft.com/office/drawing/2014/main" id="{50F0CA65-0F88-DA99-A7C6-C0C1D41D51A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6" name="Rectangle 2655">
                <a:extLst>
                  <a:ext uri="{FF2B5EF4-FFF2-40B4-BE49-F238E27FC236}">
                    <a16:creationId xmlns:a16="http://schemas.microsoft.com/office/drawing/2014/main" id="{76E0FADE-13F5-C24E-6F3E-CA6F29242817}"/>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7" name="Rectangle 2656">
                <a:extLst>
                  <a:ext uri="{FF2B5EF4-FFF2-40B4-BE49-F238E27FC236}">
                    <a16:creationId xmlns:a16="http://schemas.microsoft.com/office/drawing/2014/main" id="{F606FE12-F9DE-F5A4-31DD-872C75ABCDC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8" name="Rectangle 2657">
                <a:extLst>
                  <a:ext uri="{FF2B5EF4-FFF2-40B4-BE49-F238E27FC236}">
                    <a16:creationId xmlns:a16="http://schemas.microsoft.com/office/drawing/2014/main" id="{C03AD56C-25A4-1FB2-E0DA-61002EEB0EE9}"/>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9" name="Rectangle 2658">
                <a:extLst>
                  <a:ext uri="{FF2B5EF4-FFF2-40B4-BE49-F238E27FC236}">
                    <a16:creationId xmlns:a16="http://schemas.microsoft.com/office/drawing/2014/main" id="{EA9AD054-2F51-2CEC-3A51-2E81D0E57124}"/>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0" name="Rectangle 2659">
                <a:extLst>
                  <a:ext uri="{FF2B5EF4-FFF2-40B4-BE49-F238E27FC236}">
                    <a16:creationId xmlns:a16="http://schemas.microsoft.com/office/drawing/2014/main" id="{E3CF2C6A-D0D8-A193-9435-AADC2F8FE071}"/>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1" name="Rectangle 2660">
                <a:extLst>
                  <a:ext uri="{FF2B5EF4-FFF2-40B4-BE49-F238E27FC236}">
                    <a16:creationId xmlns:a16="http://schemas.microsoft.com/office/drawing/2014/main" id="{1C5A300B-0C4E-B123-8882-6874C35FF28D}"/>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 name="Rectangle 2661">
                <a:extLst>
                  <a:ext uri="{FF2B5EF4-FFF2-40B4-BE49-F238E27FC236}">
                    <a16:creationId xmlns:a16="http://schemas.microsoft.com/office/drawing/2014/main" id="{59B6DD48-7A0B-A7D8-39AE-AE3E14B76B8F}"/>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 name="Rectangle 2662">
                <a:extLst>
                  <a:ext uri="{FF2B5EF4-FFF2-40B4-BE49-F238E27FC236}">
                    <a16:creationId xmlns:a16="http://schemas.microsoft.com/office/drawing/2014/main" id="{468ACFDF-C486-33B9-20EE-F56569DC779A}"/>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 name="Rectangle 2663">
                <a:extLst>
                  <a:ext uri="{FF2B5EF4-FFF2-40B4-BE49-F238E27FC236}">
                    <a16:creationId xmlns:a16="http://schemas.microsoft.com/office/drawing/2014/main" id="{6991F918-0BED-BC82-941D-BF9D24E65FA1}"/>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 name="Rectangle 2664">
                <a:extLst>
                  <a:ext uri="{FF2B5EF4-FFF2-40B4-BE49-F238E27FC236}">
                    <a16:creationId xmlns:a16="http://schemas.microsoft.com/office/drawing/2014/main" id="{059B40A0-C84A-158E-614A-0A043580127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6" name="Rectangle 2665">
                <a:extLst>
                  <a:ext uri="{FF2B5EF4-FFF2-40B4-BE49-F238E27FC236}">
                    <a16:creationId xmlns:a16="http://schemas.microsoft.com/office/drawing/2014/main" id="{6457AA2F-56E1-F25C-9A30-ED7BFC1F596D}"/>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7" name="Rectangle 2666">
                <a:extLst>
                  <a:ext uri="{FF2B5EF4-FFF2-40B4-BE49-F238E27FC236}">
                    <a16:creationId xmlns:a16="http://schemas.microsoft.com/office/drawing/2014/main" id="{CBA888E8-EEF7-DBBA-3F00-4F7EDEA78299}"/>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8" name="Rectangle 2667">
                <a:extLst>
                  <a:ext uri="{FF2B5EF4-FFF2-40B4-BE49-F238E27FC236}">
                    <a16:creationId xmlns:a16="http://schemas.microsoft.com/office/drawing/2014/main" id="{4EA5D35C-E77C-52DD-DF84-22D31875B78A}"/>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9" name="Rectangle 2668">
                <a:extLst>
                  <a:ext uri="{FF2B5EF4-FFF2-40B4-BE49-F238E27FC236}">
                    <a16:creationId xmlns:a16="http://schemas.microsoft.com/office/drawing/2014/main" id="{E06813AC-8809-0655-F0A9-D9FBE8F980A9}"/>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0" name="Rectangle 2669">
                <a:extLst>
                  <a:ext uri="{FF2B5EF4-FFF2-40B4-BE49-F238E27FC236}">
                    <a16:creationId xmlns:a16="http://schemas.microsoft.com/office/drawing/2014/main" id="{CA53BD66-17B3-0421-AE57-5F9FF472EA03}"/>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1" name="Rectangle 2670">
                <a:extLst>
                  <a:ext uri="{FF2B5EF4-FFF2-40B4-BE49-F238E27FC236}">
                    <a16:creationId xmlns:a16="http://schemas.microsoft.com/office/drawing/2014/main" id="{43CA1CB8-6C8D-824B-D9A3-D4F3BE09B032}"/>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2" name="Rectangle 2671">
                <a:extLst>
                  <a:ext uri="{FF2B5EF4-FFF2-40B4-BE49-F238E27FC236}">
                    <a16:creationId xmlns:a16="http://schemas.microsoft.com/office/drawing/2014/main" id="{48F2B722-49BB-4E08-2ADA-3E5D09177E5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Rectangle 2672">
                <a:extLst>
                  <a:ext uri="{FF2B5EF4-FFF2-40B4-BE49-F238E27FC236}">
                    <a16:creationId xmlns:a16="http://schemas.microsoft.com/office/drawing/2014/main" id="{78F67004-4053-58F7-ABF6-943CCE59460A}"/>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4" name="Rectangle 2673">
                <a:extLst>
                  <a:ext uri="{FF2B5EF4-FFF2-40B4-BE49-F238E27FC236}">
                    <a16:creationId xmlns:a16="http://schemas.microsoft.com/office/drawing/2014/main" id="{D1FB5422-7620-5A28-BFC6-29FD69F4F5A1}"/>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5" name="Rectangle 2674">
                <a:extLst>
                  <a:ext uri="{FF2B5EF4-FFF2-40B4-BE49-F238E27FC236}">
                    <a16:creationId xmlns:a16="http://schemas.microsoft.com/office/drawing/2014/main" id="{78B6AA38-94D7-43D8-BB7F-43F924F2FC10}"/>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6" name="Rectangle 2675">
                <a:extLst>
                  <a:ext uri="{FF2B5EF4-FFF2-40B4-BE49-F238E27FC236}">
                    <a16:creationId xmlns:a16="http://schemas.microsoft.com/office/drawing/2014/main" id="{E46D0667-AF7F-4C1D-4366-A3FD01C88647}"/>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7" name="Rectangle 2676">
                <a:extLst>
                  <a:ext uri="{FF2B5EF4-FFF2-40B4-BE49-F238E27FC236}">
                    <a16:creationId xmlns:a16="http://schemas.microsoft.com/office/drawing/2014/main" id="{473700AA-3CFE-09FD-4860-C23F3D1FC779}"/>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8" name="Rectangle 2677">
                <a:extLst>
                  <a:ext uri="{FF2B5EF4-FFF2-40B4-BE49-F238E27FC236}">
                    <a16:creationId xmlns:a16="http://schemas.microsoft.com/office/drawing/2014/main" id="{67C0F449-3B91-57B3-9E42-69DD6021B1D8}"/>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9" name="Rectangle 2678">
                <a:extLst>
                  <a:ext uri="{FF2B5EF4-FFF2-40B4-BE49-F238E27FC236}">
                    <a16:creationId xmlns:a16="http://schemas.microsoft.com/office/drawing/2014/main" id="{2FC02582-5662-20A6-6897-992D8283C88B}"/>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0" name="Rectangle 2679">
                <a:extLst>
                  <a:ext uri="{FF2B5EF4-FFF2-40B4-BE49-F238E27FC236}">
                    <a16:creationId xmlns:a16="http://schemas.microsoft.com/office/drawing/2014/main" id="{1B7794DF-7F2C-8AB4-E75E-F9FBC84C9B4C}"/>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1" name="Rectangle 2680">
                <a:extLst>
                  <a:ext uri="{FF2B5EF4-FFF2-40B4-BE49-F238E27FC236}">
                    <a16:creationId xmlns:a16="http://schemas.microsoft.com/office/drawing/2014/main" id="{67C0D3C6-8B88-74BB-51DA-92FF88FC8C60}"/>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2" name="Rectangle 2681">
                <a:extLst>
                  <a:ext uri="{FF2B5EF4-FFF2-40B4-BE49-F238E27FC236}">
                    <a16:creationId xmlns:a16="http://schemas.microsoft.com/office/drawing/2014/main" id="{93470B97-586C-1F44-E7C6-E029054AABCA}"/>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3" name="Rectangle 2682">
                <a:extLst>
                  <a:ext uri="{FF2B5EF4-FFF2-40B4-BE49-F238E27FC236}">
                    <a16:creationId xmlns:a16="http://schemas.microsoft.com/office/drawing/2014/main" id="{C5D50C8A-2731-7F60-1C48-D6CBA8D7DFAE}"/>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4" name="Rectangle 2683">
                <a:extLst>
                  <a:ext uri="{FF2B5EF4-FFF2-40B4-BE49-F238E27FC236}">
                    <a16:creationId xmlns:a16="http://schemas.microsoft.com/office/drawing/2014/main" id="{F18556E3-9B3E-F7DC-7E1F-8EE3B07E3DF5}"/>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5" name="Rectangle 2684">
                <a:extLst>
                  <a:ext uri="{FF2B5EF4-FFF2-40B4-BE49-F238E27FC236}">
                    <a16:creationId xmlns:a16="http://schemas.microsoft.com/office/drawing/2014/main" id="{2E762DBD-9648-854D-3769-1F8F322DE833}"/>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6" name="Rectangle 2685">
                <a:extLst>
                  <a:ext uri="{FF2B5EF4-FFF2-40B4-BE49-F238E27FC236}">
                    <a16:creationId xmlns:a16="http://schemas.microsoft.com/office/drawing/2014/main" id="{CE8DC973-030C-9130-4E82-D967E0632B40}"/>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7" name="Rectangle 2686">
                <a:extLst>
                  <a:ext uri="{FF2B5EF4-FFF2-40B4-BE49-F238E27FC236}">
                    <a16:creationId xmlns:a16="http://schemas.microsoft.com/office/drawing/2014/main" id="{84860EC5-45A6-2C33-7A2F-56EBB4A6D6D4}"/>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Rectangle 2687">
                <a:extLst>
                  <a:ext uri="{FF2B5EF4-FFF2-40B4-BE49-F238E27FC236}">
                    <a16:creationId xmlns:a16="http://schemas.microsoft.com/office/drawing/2014/main" id="{B99E9A00-1EF1-CE57-1490-2F11F8956AF2}"/>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9" name="Rectangle 2688">
                <a:extLst>
                  <a:ext uri="{FF2B5EF4-FFF2-40B4-BE49-F238E27FC236}">
                    <a16:creationId xmlns:a16="http://schemas.microsoft.com/office/drawing/2014/main" id="{C11B92DD-338B-6758-696E-DB8F811E5336}"/>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0" name="Rectangle 2689">
                <a:extLst>
                  <a:ext uri="{FF2B5EF4-FFF2-40B4-BE49-F238E27FC236}">
                    <a16:creationId xmlns:a16="http://schemas.microsoft.com/office/drawing/2014/main" id="{C10B58D1-EAE3-890B-60BE-481131224710}"/>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 name="Rectangle 2690">
                <a:extLst>
                  <a:ext uri="{FF2B5EF4-FFF2-40B4-BE49-F238E27FC236}">
                    <a16:creationId xmlns:a16="http://schemas.microsoft.com/office/drawing/2014/main" id="{B6F0A998-3481-F5D4-FFE1-57E5B35DEB47}"/>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2" name="Rectangle 2691">
                <a:extLst>
                  <a:ext uri="{FF2B5EF4-FFF2-40B4-BE49-F238E27FC236}">
                    <a16:creationId xmlns:a16="http://schemas.microsoft.com/office/drawing/2014/main" id="{0864F731-3F6F-AA22-46FE-71E05DC0C1CA}"/>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3" name="Rectangle 2692">
                <a:extLst>
                  <a:ext uri="{FF2B5EF4-FFF2-40B4-BE49-F238E27FC236}">
                    <a16:creationId xmlns:a16="http://schemas.microsoft.com/office/drawing/2014/main" id="{42DE6954-BF51-15CE-1E31-180A609D86FA}"/>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4" name="Rectangle 2693">
                <a:extLst>
                  <a:ext uri="{FF2B5EF4-FFF2-40B4-BE49-F238E27FC236}">
                    <a16:creationId xmlns:a16="http://schemas.microsoft.com/office/drawing/2014/main" id="{5DDE10EE-604C-8C23-FCA4-7FD4F9687BE7}"/>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3" name="Group 2342">
              <a:extLst>
                <a:ext uri="{FF2B5EF4-FFF2-40B4-BE49-F238E27FC236}">
                  <a16:creationId xmlns:a16="http://schemas.microsoft.com/office/drawing/2014/main" id="{CF35CD7C-0B76-8C5E-551D-ED82282200DE}"/>
                </a:ext>
              </a:extLst>
            </p:cNvPr>
            <p:cNvGrpSpPr/>
            <p:nvPr/>
          </p:nvGrpSpPr>
          <p:grpSpPr>
            <a:xfrm>
              <a:off x="7533154" y="4331504"/>
              <a:ext cx="2912265" cy="301135"/>
              <a:chOff x="2844481" y="3245377"/>
              <a:chExt cx="2912265" cy="301135"/>
            </a:xfrm>
            <a:grpFill/>
          </p:grpSpPr>
          <p:sp>
            <p:nvSpPr>
              <p:cNvPr id="2344" name="Rectangle 2343">
                <a:extLst>
                  <a:ext uri="{FF2B5EF4-FFF2-40B4-BE49-F238E27FC236}">
                    <a16:creationId xmlns:a16="http://schemas.microsoft.com/office/drawing/2014/main" id="{0E69697C-78EF-EBB2-7C8C-1C08BD29DBA8}"/>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Rectangle 2344">
                <a:extLst>
                  <a:ext uri="{FF2B5EF4-FFF2-40B4-BE49-F238E27FC236}">
                    <a16:creationId xmlns:a16="http://schemas.microsoft.com/office/drawing/2014/main" id="{D80B9D9C-7EDF-F4E1-8142-A5016DD1A7F6}"/>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 name="Rectangle 2345">
                <a:extLst>
                  <a:ext uri="{FF2B5EF4-FFF2-40B4-BE49-F238E27FC236}">
                    <a16:creationId xmlns:a16="http://schemas.microsoft.com/office/drawing/2014/main" id="{3BC842DD-6BB7-0EE8-9850-EDDB03606F94}"/>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 name="Rectangle 2346">
                <a:extLst>
                  <a:ext uri="{FF2B5EF4-FFF2-40B4-BE49-F238E27FC236}">
                    <a16:creationId xmlns:a16="http://schemas.microsoft.com/office/drawing/2014/main" id="{DAF977FD-E77A-6B15-4774-A4D17249A00A}"/>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8" name="Rectangle 2347">
                <a:extLst>
                  <a:ext uri="{FF2B5EF4-FFF2-40B4-BE49-F238E27FC236}">
                    <a16:creationId xmlns:a16="http://schemas.microsoft.com/office/drawing/2014/main" id="{2111B4C9-80E2-5F30-460A-01834DD004CB}"/>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9" name="Rectangle 2348">
                <a:extLst>
                  <a:ext uri="{FF2B5EF4-FFF2-40B4-BE49-F238E27FC236}">
                    <a16:creationId xmlns:a16="http://schemas.microsoft.com/office/drawing/2014/main" id="{C67FBFBA-F82E-7FF2-A370-AA1E9FD49EEC}"/>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0" name="Rectangle 2349">
                <a:extLst>
                  <a:ext uri="{FF2B5EF4-FFF2-40B4-BE49-F238E27FC236}">
                    <a16:creationId xmlns:a16="http://schemas.microsoft.com/office/drawing/2014/main" id="{E578149A-BE0B-DA13-9E63-4D94DD8BDB2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Rectangle 2350">
                <a:extLst>
                  <a:ext uri="{FF2B5EF4-FFF2-40B4-BE49-F238E27FC236}">
                    <a16:creationId xmlns:a16="http://schemas.microsoft.com/office/drawing/2014/main" id="{229CFC04-351B-219E-297B-1AABE508817F}"/>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2" name="Rectangle 2351">
                <a:extLst>
                  <a:ext uri="{FF2B5EF4-FFF2-40B4-BE49-F238E27FC236}">
                    <a16:creationId xmlns:a16="http://schemas.microsoft.com/office/drawing/2014/main" id="{FA066CC9-C28B-3830-65E1-8AA982B8CD0E}"/>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Rectangle 2352">
                <a:extLst>
                  <a:ext uri="{FF2B5EF4-FFF2-40B4-BE49-F238E27FC236}">
                    <a16:creationId xmlns:a16="http://schemas.microsoft.com/office/drawing/2014/main" id="{A36F845B-4094-BEC6-C781-29CECF639A5B}"/>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4" name="Rectangle 2353">
                <a:extLst>
                  <a:ext uri="{FF2B5EF4-FFF2-40B4-BE49-F238E27FC236}">
                    <a16:creationId xmlns:a16="http://schemas.microsoft.com/office/drawing/2014/main" id="{5D429AE1-06D5-31E1-D54C-1C5BC3AC8CC7}"/>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Rectangle 2354">
                <a:extLst>
                  <a:ext uri="{FF2B5EF4-FFF2-40B4-BE49-F238E27FC236}">
                    <a16:creationId xmlns:a16="http://schemas.microsoft.com/office/drawing/2014/main" id="{6EE4822C-F735-B6FA-8FB8-626E65255794}"/>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 name="Rectangle 2355">
                <a:extLst>
                  <a:ext uri="{FF2B5EF4-FFF2-40B4-BE49-F238E27FC236}">
                    <a16:creationId xmlns:a16="http://schemas.microsoft.com/office/drawing/2014/main" id="{9C687E00-B502-9877-9BF7-C94A762DDEB1}"/>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 name="Rectangle 2356">
                <a:extLst>
                  <a:ext uri="{FF2B5EF4-FFF2-40B4-BE49-F238E27FC236}">
                    <a16:creationId xmlns:a16="http://schemas.microsoft.com/office/drawing/2014/main" id="{CCA04D72-E730-D426-8618-01512CB8498E}"/>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 name="Rectangle 2357">
                <a:extLst>
                  <a:ext uri="{FF2B5EF4-FFF2-40B4-BE49-F238E27FC236}">
                    <a16:creationId xmlns:a16="http://schemas.microsoft.com/office/drawing/2014/main" id="{10EEF50D-0CE6-4CB8-F56F-E429464B6479}"/>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 name="Rectangle 2358">
                <a:extLst>
                  <a:ext uri="{FF2B5EF4-FFF2-40B4-BE49-F238E27FC236}">
                    <a16:creationId xmlns:a16="http://schemas.microsoft.com/office/drawing/2014/main" id="{840CAD7D-16BD-BFBB-527B-42D8B50910A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0" name="Rectangle 2359">
                <a:extLst>
                  <a:ext uri="{FF2B5EF4-FFF2-40B4-BE49-F238E27FC236}">
                    <a16:creationId xmlns:a16="http://schemas.microsoft.com/office/drawing/2014/main" id="{8C74E12B-5596-3E5F-F5F4-F1764CD4C58F}"/>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1" name="Rectangle 2360">
                <a:extLst>
                  <a:ext uri="{FF2B5EF4-FFF2-40B4-BE49-F238E27FC236}">
                    <a16:creationId xmlns:a16="http://schemas.microsoft.com/office/drawing/2014/main" id="{BCB00924-E6ED-9804-0BD0-1588371590B8}"/>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 name="Rectangle 2361">
                <a:extLst>
                  <a:ext uri="{FF2B5EF4-FFF2-40B4-BE49-F238E27FC236}">
                    <a16:creationId xmlns:a16="http://schemas.microsoft.com/office/drawing/2014/main" id="{1BCBDADA-9091-7728-153A-03F457388DC0}"/>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 name="Rectangle 2362">
                <a:extLst>
                  <a:ext uri="{FF2B5EF4-FFF2-40B4-BE49-F238E27FC236}">
                    <a16:creationId xmlns:a16="http://schemas.microsoft.com/office/drawing/2014/main" id="{CFFA909F-BB02-BCFC-391B-F4CF28A9D600}"/>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4" name="Rectangle 2363">
                <a:extLst>
                  <a:ext uri="{FF2B5EF4-FFF2-40B4-BE49-F238E27FC236}">
                    <a16:creationId xmlns:a16="http://schemas.microsoft.com/office/drawing/2014/main" id="{82C9CD1D-D1F1-A765-C7FA-26F02FFF8C12}"/>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 name="Rectangle 2364">
                <a:extLst>
                  <a:ext uri="{FF2B5EF4-FFF2-40B4-BE49-F238E27FC236}">
                    <a16:creationId xmlns:a16="http://schemas.microsoft.com/office/drawing/2014/main" id="{7D9F9EB0-8FBB-3108-2C31-1896CCBCCA49}"/>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Rectangle 2365">
                <a:extLst>
                  <a:ext uri="{FF2B5EF4-FFF2-40B4-BE49-F238E27FC236}">
                    <a16:creationId xmlns:a16="http://schemas.microsoft.com/office/drawing/2014/main" id="{38505599-5323-16AE-7C90-55FCFD1C3F9C}"/>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7" name="Rectangle 2366">
                <a:extLst>
                  <a:ext uri="{FF2B5EF4-FFF2-40B4-BE49-F238E27FC236}">
                    <a16:creationId xmlns:a16="http://schemas.microsoft.com/office/drawing/2014/main" id="{20136DBA-2883-465C-D7F6-60EF35DA4FB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8" name="Rectangle 2367">
                <a:extLst>
                  <a:ext uri="{FF2B5EF4-FFF2-40B4-BE49-F238E27FC236}">
                    <a16:creationId xmlns:a16="http://schemas.microsoft.com/office/drawing/2014/main" id="{1042CC92-3241-75B5-3026-410AFF939DDE}"/>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9" name="Rectangle 2368">
                <a:extLst>
                  <a:ext uri="{FF2B5EF4-FFF2-40B4-BE49-F238E27FC236}">
                    <a16:creationId xmlns:a16="http://schemas.microsoft.com/office/drawing/2014/main" id="{6D410EC3-FFF0-57F6-5973-6D3EC93FFE1A}"/>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0" name="Rectangle 2369">
                <a:extLst>
                  <a:ext uri="{FF2B5EF4-FFF2-40B4-BE49-F238E27FC236}">
                    <a16:creationId xmlns:a16="http://schemas.microsoft.com/office/drawing/2014/main" id="{5D968540-F6CA-FB2B-0674-F3B69B558842}"/>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1" name="Rectangle 2370">
                <a:extLst>
                  <a:ext uri="{FF2B5EF4-FFF2-40B4-BE49-F238E27FC236}">
                    <a16:creationId xmlns:a16="http://schemas.microsoft.com/office/drawing/2014/main" id="{1C545F4C-04E7-5CFC-5F8A-73003037CB61}"/>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2" name="Rectangle 2371">
                <a:extLst>
                  <a:ext uri="{FF2B5EF4-FFF2-40B4-BE49-F238E27FC236}">
                    <a16:creationId xmlns:a16="http://schemas.microsoft.com/office/drawing/2014/main" id="{83F2F857-0F4E-A0AC-E500-42AC8D08E3F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 name="Rectangle 2372">
                <a:extLst>
                  <a:ext uri="{FF2B5EF4-FFF2-40B4-BE49-F238E27FC236}">
                    <a16:creationId xmlns:a16="http://schemas.microsoft.com/office/drawing/2014/main" id="{65AE8601-9E55-D958-0C90-DCBFC23C34BC}"/>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 name="Rectangle 2373">
                <a:extLst>
                  <a:ext uri="{FF2B5EF4-FFF2-40B4-BE49-F238E27FC236}">
                    <a16:creationId xmlns:a16="http://schemas.microsoft.com/office/drawing/2014/main" id="{2AC77425-52E7-090E-BB3A-5BC3ED0FEE3D}"/>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5" name="Rectangle 2374">
                <a:extLst>
                  <a:ext uri="{FF2B5EF4-FFF2-40B4-BE49-F238E27FC236}">
                    <a16:creationId xmlns:a16="http://schemas.microsoft.com/office/drawing/2014/main" id="{63B47C0A-E18A-B57B-95AF-86FF8CA045E7}"/>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Rectangle 2375">
                <a:extLst>
                  <a:ext uri="{FF2B5EF4-FFF2-40B4-BE49-F238E27FC236}">
                    <a16:creationId xmlns:a16="http://schemas.microsoft.com/office/drawing/2014/main" id="{81276DA6-2D26-3776-59E2-0584AD9ECB4F}"/>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 name="Rectangle 2376">
                <a:extLst>
                  <a:ext uri="{FF2B5EF4-FFF2-40B4-BE49-F238E27FC236}">
                    <a16:creationId xmlns:a16="http://schemas.microsoft.com/office/drawing/2014/main" id="{452F8815-BEB2-E5DF-2885-86FDB55B4150}"/>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 name="Rectangle 2377">
                <a:extLst>
                  <a:ext uri="{FF2B5EF4-FFF2-40B4-BE49-F238E27FC236}">
                    <a16:creationId xmlns:a16="http://schemas.microsoft.com/office/drawing/2014/main" id="{1D0E43DB-0BC9-050C-DFB5-5D97075AC925}"/>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 name="Rectangle 2378">
                <a:extLst>
                  <a:ext uri="{FF2B5EF4-FFF2-40B4-BE49-F238E27FC236}">
                    <a16:creationId xmlns:a16="http://schemas.microsoft.com/office/drawing/2014/main" id="{1FC70E21-9D51-17E1-9485-6626BDA417AA}"/>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0" name="Rectangle 2379">
                <a:extLst>
                  <a:ext uri="{FF2B5EF4-FFF2-40B4-BE49-F238E27FC236}">
                    <a16:creationId xmlns:a16="http://schemas.microsoft.com/office/drawing/2014/main" id="{DDC6C723-CD03-2218-B7D2-D9DDAB60FCB6}"/>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1" name="Rectangle 2380">
                <a:extLst>
                  <a:ext uri="{FF2B5EF4-FFF2-40B4-BE49-F238E27FC236}">
                    <a16:creationId xmlns:a16="http://schemas.microsoft.com/office/drawing/2014/main" id="{2D9586F7-6C12-B4D9-027B-BC5DDE9615A8}"/>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2" name="Rectangle 2381">
                <a:extLst>
                  <a:ext uri="{FF2B5EF4-FFF2-40B4-BE49-F238E27FC236}">
                    <a16:creationId xmlns:a16="http://schemas.microsoft.com/office/drawing/2014/main" id="{AE4A3247-6EBC-417D-122E-603EE8504E22}"/>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 name="Rectangle 2382">
                <a:extLst>
                  <a:ext uri="{FF2B5EF4-FFF2-40B4-BE49-F238E27FC236}">
                    <a16:creationId xmlns:a16="http://schemas.microsoft.com/office/drawing/2014/main" id="{812BBD5A-B78C-44EC-6FB1-A2A83238EE60}"/>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 name="Rectangle 2383">
                <a:extLst>
                  <a:ext uri="{FF2B5EF4-FFF2-40B4-BE49-F238E27FC236}">
                    <a16:creationId xmlns:a16="http://schemas.microsoft.com/office/drawing/2014/main" id="{9474F992-A768-29BD-11CA-49B6AD52475F}"/>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 name="Rectangle 2384">
                <a:extLst>
                  <a:ext uri="{FF2B5EF4-FFF2-40B4-BE49-F238E27FC236}">
                    <a16:creationId xmlns:a16="http://schemas.microsoft.com/office/drawing/2014/main" id="{0A17EB31-0046-7230-472E-5720E6E027F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6" name="Rectangle 2385">
                <a:extLst>
                  <a:ext uri="{FF2B5EF4-FFF2-40B4-BE49-F238E27FC236}">
                    <a16:creationId xmlns:a16="http://schemas.microsoft.com/office/drawing/2014/main" id="{C09A7339-7181-8473-148A-B3D047C8FAC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 name="Rectangle 2386">
                <a:extLst>
                  <a:ext uri="{FF2B5EF4-FFF2-40B4-BE49-F238E27FC236}">
                    <a16:creationId xmlns:a16="http://schemas.microsoft.com/office/drawing/2014/main" id="{C6F800D2-5AB1-7AD3-9617-A97714F59278}"/>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8" name="Rectangle 2387">
                <a:extLst>
                  <a:ext uri="{FF2B5EF4-FFF2-40B4-BE49-F238E27FC236}">
                    <a16:creationId xmlns:a16="http://schemas.microsoft.com/office/drawing/2014/main" id="{F7ED7BDF-55D7-C604-6034-B78146B1082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9" name="Rectangle 2388">
                <a:extLst>
                  <a:ext uri="{FF2B5EF4-FFF2-40B4-BE49-F238E27FC236}">
                    <a16:creationId xmlns:a16="http://schemas.microsoft.com/office/drawing/2014/main" id="{426AAFD1-89D3-01F7-D55B-B83A9D60C231}"/>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0" name="Rectangle 2389">
                <a:extLst>
                  <a:ext uri="{FF2B5EF4-FFF2-40B4-BE49-F238E27FC236}">
                    <a16:creationId xmlns:a16="http://schemas.microsoft.com/office/drawing/2014/main" id="{4835A031-85EC-99C9-178E-68A2829840D2}"/>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1" name="Rectangle 2390">
                <a:extLst>
                  <a:ext uri="{FF2B5EF4-FFF2-40B4-BE49-F238E27FC236}">
                    <a16:creationId xmlns:a16="http://schemas.microsoft.com/office/drawing/2014/main" id="{ECDFAB50-C68B-888E-3C8B-3826A521A9D6}"/>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2" name="Rectangle 2391">
                <a:extLst>
                  <a:ext uri="{FF2B5EF4-FFF2-40B4-BE49-F238E27FC236}">
                    <a16:creationId xmlns:a16="http://schemas.microsoft.com/office/drawing/2014/main" id="{31BC29C0-220F-1584-89FB-AB16B5E86AB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3" name="Rectangle 2392">
                <a:extLst>
                  <a:ext uri="{FF2B5EF4-FFF2-40B4-BE49-F238E27FC236}">
                    <a16:creationId xmlns:a16="http://schemas.microsoft.com/office/drawing/2014/main" id="{EF36E8E2-14ED-AB2D-920F-37EDF8616DEC}"/>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4" name="Rectangle 2393">
                <a:extLst>
                  <a:ext uri="{FF2B5EF4-FFF2-40B4-BE49-F238E27FC236}">
                    <a16:creationId xmlns:a16="http://schemas.microsoft.com/office/drawing/2014/main" id="{DC92B348-FCD2-A44C-406D-8C9C18613706}"/>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5" name="Rectangle 2394">
                <a:extLst>
                  <a:ext uri="{FF2B5EF4-FFF2-40B4-BE49-F238E27FC236}">
                    <a16:creationId xmlns:a16="http://schemas.microsoft.com/office/drawing/2014/main" id="{92EFD58E-67E8-436B-E58B-EC8686DE2AE8}"/>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6" name="Rectangle 2395">
                <a:extLst>
                  <a:ext uri="{FF2B5EF4-FFF2-40B4-BE49-F238E27FC236}">
                    <a16:creationId xmlns:a16="http://schemas.microsoft.com/office/drawing/2014/main" id="{43C1620B-37A8-5372-090B-6392D2E82707}"/>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7" name="Rectangle 2396">
                <a:extLst>
                  <a:ext uri="{FF2B5EF4-FFF2-40B4-BE49-F238E27FC236}">
                    <a16:creationId xmlns:a16="http://schemas.microsoft.com/office/drawing/2014/main" id="{87D215FD-2DCF-F5CE-56A8-053B85F25973}"/>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8" name="Rectangle 2397">
                <a:extLst>
                  <a:ext uri="{FF2B5EF4-FFF2-40B4-BE49-F238E27FC236}">
                    <a16:creationId xmlns:a16="http://schemas.microsoft.com/office/drawing/2014/main" id="{991D0A80-B821-7B39-56B7-ACAF21E652B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9" name="Rectangle 2398">
                <a:extLst>
                  <a:ext uri="{FF2B5EF4-FFF2-40B4-BE49-F238E27FC236}">
                    <a16:creationId xmlns:a16="http://schemas.microsoft.com/office/drawing/2014/main" id="{9AA0C4BE-9A94-0447-86CA-2ECCB60985A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0" name="Rectangle 2399">
                <a:extLst>
                  <a:ext uri="{FF2B5EF4-FFF2-40B4-BE49-F238E27FC236}">
                    <a16:creationId xmlns:a16="http://schemas.microsoft.com/office/drawing/2014/main" id="{C6FC1E98-A174-FF08-6FD3-F9EB950394E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1" name="Rectangle 2400">
                <a:extLst>
                  <a:ext uri="{FF2B5EF4-FFF2-40B4-BE49-F238E27FC236}">
                    <a16:creationId xmlns:a16="http://schemas.microsoft.com/office/drawing/2014/main" id="{044F1142-A4DA-4C98-C9AD-6CFA486827C4}"/>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2" name="Rectangle 2401">
                <a:extLst>
                  <a:ext uri="{FF2B5EF4-FFF2-40B4-BE49-F238E27FC236}">
                    <a16:creationId xmlns:a16="http://schemas.microsoft.com/office/drawing/2014/main" id="{A0C8D38D-2108-4525-9F1E-8D960EB2E1CF}"/>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3" name="Rectangle 2402">
                <a:extLst>
                  <a:ext uri="{FF2B5EF4-FFF2-40B4-BE49-F238E27FC236}">
                    <a16:creationId xmlns:a16="http://schemas.microsoft.com/office/drawing/2014/main" id="{6C9B0AAD-DB7F-8CF1-20C9-5595E0059546}"/>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 name="Rectangle 2403">
                <a:extLst>
                  <a:ext uri="{FF2B5EF4-FFF2-40B4-BE49-F238E27FC236}">
                    <a16:creationId xmlns:a16="http://schemas.microsoft.com/office/drawing/2014/main" id="{E9B8F6C4-78D0-9291-2039-C993CB6E2F1E}"/>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5" name="Rectangle 2404">
                <a:extLst>
                  <a:ext uri="{FF2B5EF4-FFF2-40B4-BE49-F238E27FC236}">
                    <a16:creationId xmlns:a16="http://schemas.microsoft.com/office/drawing/2014/main" id="{BCB2ECE7-CC18-0E31-1AEA-57861A6A7831}"/>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 name="Rectangle 2405">
                <a:extLst>
                  <a:ext uri="{FF2B5EF4-FFF2-40B4-BE49-F238E27FC236}">
                    <a16:creationId xmlns:a16="http://schemas.microsoft.com/office/drawing/2014/main" id="{FE922E84-3C83-A411-81A9-22074837444A}"/>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 name="Rectangle 2406">
                <a:extLst>
                  <a:ext uri="{FF2B5EF4-FFF2-40B4-BE49-F238E27FC236}">
                    <a16:creationId xmlns:a16="http://schemas.microsoft.com/office/drawing/2014/main" id="{3BB4F331-5D51-5815-2BB6-488933935478}"/>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8" name="Rectangle 2407">
                <a:extLst>
                  <a:ext uri="{FF2B5EF4-FFF2-40B4-BE49-F238E27FC236}">
                    <a16:creationId xmlns:a16="http://schemas.microsoft.com/office/drawing/2014/main" id="{B2D941CC-D5E1-8669-5702-F96AE4223A24}"/>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 name="Rectangle 2408">
                <a:extLst>
                  <a:ext uri="{FF2B5EF4-FFF2-40B4-BE49-F238E27FC236}">
                    <a16:creationId xmlns:a16="http://schemas.microsoft.com/office/drawing/2014/main" id="{73311962-3FC9-F655-2767-A0C6963049D7}"/>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 name="Rectangle 2409">
                <a:extLst>
                  <a:ext uri="{FF2B5EF4-FFF2-40B4-BE49-F238E27FC236}">
                    <a16:creationId xmlns:a16="http://schemas.microsoft.com/office/drawing/2014/main" id="{26996979-0AFD-EF46-E315-B5A998F8992C}"/>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1" name="Rectangle 2410">
                <a:extLst>
                  <a:ext uri="{FF2B5EF4-FFF2-40B4-BE49-F238E27FC236}">
                    <a16:creationId xmlns:a16="http://schemas.microsoft.com/office/drawing/2014/main" id="{79B738D3-4863-B1D6-ADFD-6D034CEDF38B}"/>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 name="Rectangle 2411">
                <a:extLst>
                  <a:ext uri="{FF2B5EF4-FFF2-40B4-BE49-F238E27FC236}">
                    <a16:creationId xmlns:a16="http://schemas.microsoft.com/office/drawing/2014/main" id="{0EDEE3DE-CF2B-D6AC-56A8-10BBE6D7E8B6}"/>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3" name="Rectangle 2412">
                <a:extLst>
                  <a:ext uri="{FF2B5EF4-FFF2-40B4-BE49-F238E27FC236}">
                    <a16:creationId xmlns:a16="http://schemas.microsoft.com/office/drawing/2014/main" id="{0D4F3E09-CDA5-7CFE-BC95-8ADC969FA6C3}"/>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 name="Rectangle 2413">
                <a:extLst>
                  <a:ext uri="{FF2B5EF4-FFF2-40B4-BE49-F238E27FC236}">
                    <a16:creationId xmlns:a16="http://schemas.microsoft.com/office/drawing/2014/main" id="{9DA0BFEF-778F-BAC9-D4E7-8A3838215EF1}"/>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 name="Rectangle 2414">
                <a:extLst>
                  <a:ext uri="{FF2B5EF4-FFF2-40B4-BE49-F238E27FC236}">
                    <a16:creationId xmlns:a16="http://schemas.microsoft.com/office/drawing/2014/main" id="{739E512A-F8F8-ED65-20BA-F7D8DD2D368E}"/>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 name="Rectangle 2415">
                <a:extLst>
                  <a:ext uri="{FF2B5EF4-FFF2-40B4-BE49-F238E27FC236}">
                    <a16:creationId xmlns:a16="http://schemas.microsoft.com/office/drawing/2014/main" id="{C43525CC-4390-808E-03F5-529A81531CF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 name="Rectangle 2416">
                <a:extLst>
                  <a:ext uri="{FF2B5EF4-FFF2-40B4-BE49-F238E27FC236}">
                    <a16:creationId xmlns:a16="http://schemas.microsoft.com/office/drawing/2014/main" id="{B2740C43-8E6A-4168-7816-17F459A1B5E2}"/>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8" name="Rectangle 2417">
                <a:extLst>
                  <a:ext uri="{FF2B5EF4-FFF2-40B4-BE49-F238E27FC236}">
                    <a16:creationId xmlns:a16="http://schemas.microsoft.com/office/drawing/2014/main" id="{1A260B3C-A081-0BDD-4C4E-403CAC79A529}"/>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9" name="Rectangle 2418">
                <a:extLst>
                  <a:ext uri="{FF2B5EF4-FFF2-40B4-BE49-F238E27FC236}">
                    <a16:creationId xmlns:a16="http://schemas.microsoft.com/office/drawing/2014/main" id="{C19EF854-224B-7774-E5D0-7B1030EE2780}"/>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0" name="Rectangle 2419">
                <a:extLst>
                  <a:ext uri="{FF2B5EF4-FFF2-40B4-BE49-F238E27FC236}">
                    <a16:creationId xmlns:a16="http://schemas.microsoft.com/office/drawing/2014/main" id="{47F7FE9A-B227-AA4A-63E8-AB05BB150895}"/>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1" name="Rectangle 2420">
                <a:extLst>
                  <a:ext uri="{FF2B5EF4-FFF2-40B4-BE49-F238E27FC236}">
                    <a16:creationId xmlns:a16="http://schemas.microsoft.com/office/drawing/2014/main" id="{2E15C0DF-2FEA-8443-F7D2-3E350E11F058}"/>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2" name="Rectangle 2421">
                <a:extLst>
                  <a:ext uri="{FF2B5EF4-FFF2-40B4-BE49-F238E27FC236}">
                    <a16:creationId xmlns:a16="http://schemas.microsoft.com/office/drawing/2014/main" id="{75AE5FF4-03FB-36AB-FFD7-AAC428FF2F55}"/>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3" name="Rectangle 2422">
                <a:extLst>
                  <a:ext uri="{FF2B5EF4-FFF2-40B4-BE49-F238E27FC236}">
                    <a16:creationId xmlns:a16="http://schemas.microsoft.com/office/drawing/2014/main" id="{244EBD79-07D3-9329-0527-F25346BE1D41}"/>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4" name="Rectangle 2423">
                <a:extLst>
                  <a:ext uri="{FF2B5EF4-FFF2-40B4-BE49-F238E27FC236}">
                    <a16:creationId xmlns:a16="http://schemas.microsoft.com/office/drawing/2014/main" id="{244CA6D4-B46F-4635-A61A-C6F5714C52B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5" name="Rectangle 2424">
                <a:extLst>
                  <a:ext uri="{FF2B5EF4-FFF2-40B4-BE49-F238E27FC236}">
                    <a16:creationId xmlns:a16="http://schemas.microsoft.com/office/drawing/2014/main" id="{6E2E6F6D-684E-9699-C689-BDCC8AADDECD}"/>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6" name="Rectangle 2425">
                <a:extLst>
                  <a:ext uri="{FF2B5EF4-FFF2-40B4-BE49-F238E27FC236}">
                    <a16:creationId xmlns:a16="http://schemas.microsoft.com/office/drawing/2014/main" id="{18B04E65-D622-43DB-7BBB-8B5E1ECF243C}"/>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7" name="Rectangle 2426">
                <a:extLst>
                  <a:ext uri="{FF2B5EF4-FFF2-40B4-BE49-F238E27FC236}">
                    <a16:creationId xmlns:a16="http://schemas.microsoft.com/office/drawing/2014/main" id="{07CF8E6C-86EC-B4A0-F595-B11107F61F54}"/>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8" name="Rectangle 2427">
                <a:extLst>
                  <a:ext uri="{FF2B5EF4-FFF2-40B4-BE49-F238E27FC236}">
                    <a16:creationId xmlns:a16="http://schemas.microsoft.com/office/drawing/2014/main" id="{B122DFE3-80F1-5ADD-1A94-83C71D64851E}"/>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9" name="Rectangle 2428">
                <a:extLst>
                  <a:ext uri="{FF2B5EF4-FFF2-40B4-BE49-F238E27FC236}">
                    <a16:creationId xmlns:a16="http://schemas.microsoft.com/office/drawing/2014/main" id="{4BD05B04-2890-8945-1D0B-FB3CB9ACCB9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 name="Rectangle 2429">
                <a:extLst>
                  <a:ext uri="{FF2B5EF4-FFF2-40B4-BE49-F238E27FC236}">
                    <a16:creationId xmlns:a16="http://schemas.microsoft.com/office/drawing/2014/main" id="{97535D42-2BCC-A21E-AD40-48C436B61D26}"/>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6" name="Group 4195">
              <a:extLst>
                <a:ext uri="{FF2B5EF4-FFF2-40B4-BE49-F238E27FC236}">
                  <a16:creationId xmlns:a16="http://schemas.microsoft.com/office/drawing/2014/main" id="{8674DD62-E5D3-E288-B42E-BD874F2DC4D2}"/>
                </a:ext>
              </a:extLst>
            </p:cNvPr>
            <p:cNvGrpSpPr/>
            <p:nvPr/>
          </p:nvGrpSpPr>
          <p:grpSpPr>
            <a:xfrm>
              <a:off x="7533154" y="4631169"/>
              <a:ext cx="2912265" cy="301135"/>
              <a:chOff x="2844481" y="3245377"/>
              <a:chExt cx="2912265" cy="301135"/>
            </a:xfrm>
            <a:grpFill/>
          </p:grpSpPr>
          <p:sp>
            <p:nvSpPr>
              <p:cNvPr id="4197" name="Rectangle 4196">
                <a:extLst>
                  <a:ext uri="{FF2B5EF4-FFF2-40B4-BE49-F238E27FC236}">
                    <a16:creationId xmlns:a16="http://schemas.microsoft.com/office/drawing/2014/main" id="{A66183DA-2B21-EC81-E8B8-56583D9CE38E}"/>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 name="Rectangle 4197">
                <a:extLst>
                  <a:ext uri="{FF2B5EF4-FFF2-40B4-BE49-F238E27FC236}">
                    <a16:creationId xmlns:a16="http://schemas.microsoft.com/office/drawing/2014/main" id="{67979543-194F-06CC-2FA7-661C875B140F}"/>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 name="Rectangle 4198">
                <a:extLst>
                  <a:ext uri="{FF2B5EF4-FFF2-40B4-BE49-F238E27FC236}">
                    <a16:creationId xmlns:a16="http://schemas.microsoft.com/office/drawing/2014/main" id="{8CA7B901-681D-FFAB-9B12-C16E668650DA}"/>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0" name="Rectangle 4199">
                <a:extLst>
                  <a:ext uri="{FF2B5EF4-FFF2-40B4-BE49-F238E27FC236}">
                    <a16:creationId xmlns:a16="http://schemas.microsoft.com/office/drawing/2014/main" id="{8426DE36-E968-2365-A5B1-7AD09875D1D2}"/>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1" name="Rectangle 4200">
                <a:extLst>
                  <a:ext uri="{FF2B5EF4-FFF2-40B4-BE49-F238E27FC236}">
                    <a16:creationId xmlns:a16="http://schemas.microsoft.com/office/drawing/2014/main" id="{8156C5C7-FC18-354E-79CC-5E4A04F445B3}"/>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2" name="Rectangle 4201">
                <a:extLst>
                  <a:ext uri="{FF2B5EF4-FFF2-40B4-BE49-F238E27FC236}">
                    <a16:creationId xmlns:a16="http://schemas.microsoft.com/office/drawing/2014/main" id="{7CA6C723-64E7-763F-FD09-4D1EA17BDC37}"/>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3" name="Rectangle 4202">
                <a:extLst>
                  <a:ext uri="{FF2B5EF4-FFF2-40B4-BE49-F238E27FC236}">
                    <a16:creationId xmlns:a16="http://schemas.microsoft.com/office/drawing/2014/main" id="{A049748B-1280-D0B1-84DC-71A82251C894}"/>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4" name="Rectangle 4203">
                <a:extLst>
                  <a:ext uri="{FF2B5EF4-FFF2-40B4-BE49-F238E27FC236}">
                    <a16:creationId xmlns:a16="http://schemas.microsoft.com/office/drawing/2014/main" id="{FE0CDE56-B20E-592E-E26A-00F71078B606}"/>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5" name="Rectangle 4204">
                <a:extLst>
                  <a:ext uri="{FF2B5EF4-FFF2-40B4-BE49-F238E27FC236}">
                    <a16:creationId xmlns:a16="http://schemas.microsoft.com/office/drawing/2014/main" id="{6DBABFD9-3708-F45C-CC7B-3CD07FBF0573}"/>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6" name="Rectangle 4205">
                <a:extLst>
                  <a:ext uri="{FF2B5EF4-FFF2-40B4-BE49-F238E27FC236}">
                    <a16:creationId xmlns:a16="http://schemas.microsoft.com/office/drawing/2014/main" id="{1302FFB7-21EB-90CB-D1E5-D6A5733C0F26}"/>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7" name="Rectangle 4206">
                <a:extLst>
                  <a:ext uri="{FF2B5EF4-FFF2-40B4-BE49-F238E27FC236}">
                    <a16:creationId xmlns:a16="http://schemas.microsoft.com/office/drawing/2014/main" id="{BB28DF7A-68B6-099E-8E06-03C958E7B826}"/>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8" name="Rectangle 4207">
                <a:extLst>
                  <a:ext uri="{FF2B5EF4-FFF2-40B4-BE49-F238E27FC236}">
                    <a16:creationId xmlns:a16="http://schemas.microsoft.com/office/drawing/2014/main" id="{5EB98E61-AB38-8DA6-EB5D-72BC189C7E4F}"/>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9" name="Rectangle 4208">
                <a:extLst>
                  <a:ext uri="{FF2B5EF4-FFF2-40B4-BE49-F238E27FC236}">
                    <a16:creationId xmlns:a16="http://schemas.microsoft.com/office/drawing/2014/main" id="{42F20854-CB84-4114-BA69-313F1904422B}"/>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0" name="Rectangle 4209">
                <a:extLst>
                  <a:ext uri="{FF2B5EF4-FFF2-40B4-BE49-F238E27FC236}">
                    <a16:creationId xmlns:a16="http://schemas.microsoft.com/office/drawing/2014/main" id="{57194398-F1A5-81FD-5CAD-C3034E75646F}"/>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1" name="Rectangle 4210">
                <a:extLst>
                  <a:ext uri="{FF2B5EF4-FFF2-40B4-BE49-F238E27FC236}">
                    <a16:creationId xmlns:a16="http://schemas.microsoft.com/office/drawing/2014/main" id="{D69B56F8-97D0-C125-05FA-04487AEF4D2C}"/>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2" name="Rectangle 4211">
                <a:extLst>
                  <a:ext uri="{FF2B5EF4-FFF2-40B4-BE49-F238E27FC236}">
                    <a16:creationId xmlns:a16="http://schemas.microsoft.com/office/drawing/2014/main" id="{D82D8CFC-0239-4641-9AB9-D200B5EE9DA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3" name="Rectangle 4212">
                <a:extLst>
                  <a:ext uri="{FF2B5EF4-FFF2-40B4-BE49-F238E27FC236}">
                    <a16:creationId xmlns:a16="http://schemas.microsoft.com/office/drawing/2014/main" id="{2011A875-2D74-549E-A39F-564DF61CEA90}"/>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4" name="Rectangle 4213">
                <a:extLst>
                  <a:ext uri="{FF2B5EF4-FFF2-40B4-BE49-F238E27FC236}">
                    <a16:creationId xmlns:a16="http://schemas.microsoft.com/office/drawing/2014/main" id="{082296E9-836C-04B5-A700-489EBC5A25DF}"/>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5" name="Rectangle 4214">
                <a:extLst>
                  <a:ext uri="{FF2B5EF4-FFF2-40B4-BE49-F238E27FC236}">
                    <a16:creationId xmlns:a16="http://schemas.microsoft.com/office/drawing/2014/main" id="{16295355-CC13-F921-C2F2-1FCA8CA5FF75}"/>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6" name="Rectangle 4215">
                <a:extLst>
                  <a:ext uri="{FF2B5EF4-FFF2-40B4-BE49-F238E27FC236}">
                    <a16:creationId xmlns:a16="http://schemas.microsoft.com/office/drawing/2014/main" id="{6E7317DF-B854-DA97-0954-E6FAF109CA29}"/>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7" name="Rectangle 4216">
                <a:extLst>
                  <a:ext uri="{FF2B5EF4-FFF2-40B4-BE49-F238E27FC236}">
                    <a16:creationId xmlns:a16="http://schemas.microsoft.com/office/drawing/2014/main" id="{323C33D4-BDC3-6DE8-DAD9-B093EBA64B38}"/>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8" name="Rectangle 4217">
                <a:extLst>
                  <a:ext uri="{FF2B5EF4-FFF2-40B4-BE49-F238E27FC236}">
                    <a16:creationId xmlns:a16="http://schemas.microsoft.com/office/drawing/2014/main" id="{16404E90-BF49-1C85-1BE4-ADA22CC02C52}"/>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9" name="Rectangle 4218">
                <a:extLst>
                  <a:ext uri="{FF2B5EF4-FFF2-40B4-BE49-F238E27FC236}">
                    <a16:creationId xmlns:a16="http://schemas.microsoft.com/office/drawing/2014/main" id="{F6B65C82-DDDE-7949-2197-12E358D9849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0" name="Rectangle 4219">
                <a:extLst>
                  <a:ext uri="{FF2B5EF4-FFF2-40B4-BE49-F238E27FC236}">
                    <a16:creationId xmlns:a16="http://schemas.microsoft.com/office/drawing/2014/main" id="{113F24F2-5C63-7AD4-E64E-6C080139D81F}"/>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1" name="Rectangle 4220">
                <a:extLst>
                  <a:ext uri="{FF2B5EF4-FFF2-40B4-BE49-F238E27FC236}">
                    <a16:creationId xmlns:a16="http://schemas.microsoft.com/office/drawing/2014/main" id="{0266EB98-517A-BEFF-CE4E-2E23D0ACD2B5}"/>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2" name="Rectangle 4221">
                <a:extLst>
                  <a:ext uri="{FF2B5EF4-FFF2-40B4-BE49-F238E27FC236}">
                    <a16:creationId xmlns:a16="http://schemas.microsoft.com/office/drawing/2014/main" id="{2FB0FAAB-0FE9-B962-1531-C8F2152223BD}"/>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3" name="Rectangle 4222">
                <a:extLst>
                  <a:ext uri="{FF2B5EF4-FFF2-40B4-BE49-F238E27FC236}">
                    <a16:creationId xmlns:a16="http://schemas.microsoft.com/office/drawing/2014/main" id="{FD2A30F5-3754-94D2-42A5-C8FDB2CF4C7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4" name="Rectangle 4223">
                <a:extLst>
                  <a:ext uri="{FF2B5EF4-FFF2-40B4-BE49-F238E27FC236}">
                    <a16:creationId xmlns:a16="http://schemas.microsoft.com/office/drawing/2014/main" id="{722D8993-C5E9-FC6E-9BBD-94A335E63F30}"/>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5" name="Rectangle 4224">
                <a:extLst>
                  <a:ext uri="{FF2B5EF4-FFF2-40B4-BE49-F238E27FC236}">
                    <a16:creationId xmlns:a16="http://schemas.microsoft.com/office/drawing/2014/main" id="{EC13FF72-01A6-3CFA-8BA3-1D2818CB512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6" name="Rectangle 4225">
                <a:extLst>
                  <a:ext uri="{FF2B5EF4-FFF2-40B4-BE49-F238E27FC236}">
                    <a16:creationId xmlns:a16="http://schemas.microsoft.com/office/drawing/2014/main" id="{35EDE8E4-8DD4-2BD5-753F-26F10C595611}"/>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7" name="Rectangle 4226">
                <a:extLst>
                  <a:ext uri="{FF2B5EF4-FFF2-40B4-BE49-F238E27FC236}">
                    <a16:creationId xmlns:a16="http://schemas.microsoft.com/office/drawing/2014/main" id="{F44EF0D6-756E-ABCE-23E9-3DC5ED7F0D0C}"/>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8" name="Rectangle 4227">
                <a:extLst>
                  <a:ext uri="{FF2B5EF4-FFF2-40B4-BE49-F238E27FC236}">
                    <a16:creationId xmlns:a16="http://schemas.microsoft.com/office/drawing/2014/main" id="{07C6BB42-691C-4D90-0FE1-42A418C89D91}"/>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9" name="Rectangle 4228">
                <a:extLst>
                  <a:ext uri="{FF2B5EF4-FFF2-40B4-BE49-F238E27FC236}">
                    <a16:creationId xmlns:a16="http://schemas.microsoft.com/office/drawing/2014/main" id="{10AC2FBC-2629-0A70-617B-D795CB373E94}"/>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0" name="Rectangle 4229">
                <a:extLst>
                  <a:ext uri="{FF2B5EF4-FFF2-40B4-BE49-F238E27FC236}">
                    <a16:creationId xmlns:a16="http://schemas.microsoft.com/office/drawing/2014/main" id="{2158400D-A492-1B59-D194-CC15FE938F83}"/>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1" name="Rectangle 4230">
                <a:extLst>
                  <a:ext uri="{FF2B5EF4-FFF2-40B4-BE49-F238E27FC236}">
                    <a16:creationId xmlns:a16="http://schemas.microsoft.com/office/drawing/2014/main" id="{1C04C829-365A-9AED-8A81-15EC351F6D55}"/>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2" name="Rectangle 4231">
                <a:extLst>
                  <a:ext uri="{FF2B5EF4-FFF2-40B4-BE49-F238E27FC236}">
                    <a16:creationId xmlns:a16="http://schemas.microsoft.com/office/drawing/2014/main" id="{C71DFE87-F98D-483D-4268-E97BD0EC55BA}"/>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3" name="Rectangle 4232">
                <a:extLst>
                  <a:ext uri="{FF2B5EF4-FFF2-40B4-BE49-F238E27FC236}">
                    <a16:creationId xmlns:a16="http://schemas.microsoft.com/office/drawing/2014/main" id="{20AC5E11-41B8-E5DA-DAC8-F2A340145EAA}"/>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4" name="Rectangle 4233">
                <a:extLst>
                  <a:ext uri="{FF2B5EF4-FFF2-40B4-BE49-F238E27FC236}">
                    <a16:creationId xmlns:a16="http://schemas.microsoft.com/office/drawing/2014/main" id="{C0D186ED-DDF2-C11D-0BD4-8465385B8365}"/>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5" name="Rectangle 4234">
                <a:extLst>
                  <a:ext uri="{FF2B5EF4-FFF2-40B4-BE49-F238E27FC236}">
                    <a16:creationId xmlns:a16="http://schemas.microsoft.com/office/drawing/2014/main" id="{34F86386-32D6-9D6C-D3D3-2FE1428861F3}"/>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6" name="Rectangle 4235">
                <a:extLst>
                  <a:ext uri="{FF2B5EF4-FFF2-40B4-BE49-F238E27FC236}">
                    <a16:creationId xmlns:a16="http://schemas.microsoft.com/office/drawing/2014/main" id="{A59E63D1-674E-64A3-D492-6C90C19C3369}"/>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7" name="Rectangle 4236">
                <a:extLst>
                  <a:ext uri="{FF2B5EF4-FFF2-40B4-BE49-F238E27FC236}">
                    <a16:creationId xmlns:a16="http://schemas.microsoft.com/office/drawing/2014/main" id="{AE3655A3-2C02-E026-3355-7EC2DA68D157}"/>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8" name="Rectangle 4237">
                <a:extLst>
                  <a:ext uri="{FF2B5EF4-FFF2-40B4-BE49-F238E27FC236}">
                    <a16:creationId xmlns:a16="http://schemas.microsoft.com/office/drawing/2014/main" id="{4E55360B-FAB6-FDC0-FD60-DE3768713886}"/>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9" name="Rectangle 4238">
                <a:extLst>
                  <a:ext uri="{FF2B5EF4-FFF2-40B4-BE49-F238E27FC236}">
                    <a16:creationId xmlns:a16="http://schemas.microsoft.com/office/drawing/2014/main" id="{04C407EF-9FD4-7E11-F0F8-D03139016EBB}"/>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0" name="Rectangle 4239">
                <a:extLst>
                  <a:ext uri="{FF2B5EF4-FFF2-40B4-BE49-F238E27FC236}">
                    <a16:creationId xmlns:a16="http://schemas.microsoft.com/office/drawing/2014/main" id="{533B418B-70FA-50AD-1B26-917DC6CDB6ED}"/>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1" name="Rectangle 4240">
                <a:extLst>
                  <a:ext uri="{FF2B5EF4-FFF2-40B4-BE49-F238E27FC236}">
                    <a16:creationId xmlns:a16="http://schemas.microsoft.com/office/drawing/2014/main" id="{BECB2022-B083-206F-BFBF-F00D05536B10}"/>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2" name="Rectangle 4241">
                <a:extLst>
                  <a:ext uri="{FF2B5EF4-FFF2-40B4-BE49-F238E27FC236}">
                    <a16:creationId xmlns:a16="http://schemas.microsoft.com/office/drawing/2014/main" id="{E8AED845-6F72-99F4-5872-871E16DBE5E1}"/>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3" name="Rectangle 4242">
                <a:extLst>
                  <a:ext uri="{FF2B5EF4-FFF2-40B4-BE49-F238E27FC236}">
                    <a16:creationId xmlns:a16="http://schemas.microsoft.com/office/drawing/2014/main" id="{24BC483E-0CAB-E59C-9837-69AB889C030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4" name="Rectangle 4243">
                <a:extLst>
                  <a:ext uri="{FF2B5EF4-FFF2-40B4-BE49-F238E27FC236}">
                    <a16:creationId xmlns:a16="http://schemas.microsoft.com/office/drawing/2014/main" id="{ECC1C3EC-E499-4AA7-5BA7-985C53514481}"/>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5" name="Rectangle 4244">
                <a:extLst>
                  <a:ext uri="{FF2B5EF4-FFF2-40B4-BE49-F238E27FC236}">
                    <a16:creationId xmlns:a16="http://schemas.microsoft.com/office/drawing/2014/main" id="{BC32E588-F6AE-D253-D0EF-C53658010D96}"/>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6" name="Rectangle 4245">
                <a:extLst>
                  <a:ext uri="{FF2B5EF4-FFF2-40B4-BE49-F238E27FC236}">
                    <a16:creationId xmlns:a16="http://schemas.microsoft.com/office/drawing/2014/main" id="{6F6BBA93-CAEF-066F-485C-FDBE7B384915}"/>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7" name="Rectangle 4246">
                <a:extLst>
                  <a:ext uri="{FF2B5EF4-FFF2-40B4-BE49-F238E27FC236}">
                    <a16:creationId xmlns:a16="http://schemas.microsoft.com/office/drawing/2014/main" id="{5AB78729-E38E-F10F-5C15-2CAB2E9727DB}"/>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8" name="Rectangle 4247">
                <a:extLst>
                  <a:ext uri="{FF2B5EF4-FFF2-40B4-BE49-F238E27FC236}">
                    <a16:creationId xmlns:a16="http://schemas.microsoft.com/office/drawing/2014/main" id="{F791A7ED-B3D9-88FA-11F8-4295ABF470BA}"/>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9" name="Rectangle 4248">
                <a:extLst>
                  <a:ext uri="{FF2B5EF4-FFF2-40B4-BE49-F238E27FC236}">
                    <a16:creationId xmlns:a16="http://schemas.microsoft.com/office/drawing/2014/main" id="{8D560BB2-64C8-CF47-23BE-B4AEE863E3B0}"/>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0" name="Rectangle 4249">
                <a:extLst>
                  <a:ext uri="{FF2B5EF4-FFF2-40B4-BE49-F238E27FC236}">
                    <a16:creationId xmlns:a16="http://schemas.microsoft.com/office/drawing/2014/main" id="{C98B69B6-FA67-ABA2-BD1D-DD99C49B066C}"/>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1" name="Rectangle 4250">
                <a:extLst>
                  <a:ext uri="{FF2B5EF4-FFF2-40B4-BE49-F238E27FC236}">
                    <a16:creationId xmlns:a16="http://schemas.microsoft.com/office/drawing/2014/main" id="{F2C1007A-E633-9AF5-A16C-0709F2BB3B4B}"/>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2" name="Rectangle 4251">
                <a:extLst>
                  <a:ext uri="{FF2B5EF4-FFF2-40B4-BE49-F238E27FC236}">
                    <a16:creationId xmlns:a16="http://schemas.microsoft.com/office/drawing/2014/main" id="{86EEE3AF-4EE5-31FD-0705-15FDB227E3E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3" name="Rectangle 4252">
                <a:extLst>
                  <a:ext uri="{FF2B5EF4-FFF2-40B4-BE49-F238E27FC236}">
                    <a16:creationId xmlns:a16="http://schemas.microsoft.com/office/drawing/2014/main" id="{E2ECADB6-23BE-1C59-71EC-8E4ACB207E21}"/>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4" name="Rectangle 4253">
                <a:extLst>
                  <a:ext uri="{FF2B5EF4-FFF2-40B4-BE49-F238E27FC236}">
                    <a16:creationId xmlns:a16="http://schemas.microsoft.com/office/drawing/2014/main" id="{B66B8FA2-F3AC-CA76-D670-D0C38A8D85BE}"/>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5" name="Rectangle 4254">
                <a:extLst>
                  <a:ext uri="{FF2B5EF4-FFF2-40B4-BE49-F238E27FC236}">
                    <a16:creationId xmlns:a16="http://schemas.microsoft.com/office/drawing/2014/main" id="{CD77B30A-14D2-B4A3-36F2-79C4390D27CF}"/>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6" name="Rectangle 4255">
                <a:extLst>
                  <a:ext uri="{FF2B5EF4-FFF2-40B4-BE49-F238E27FC236}">
                    <a16:creationId xmlns:a16="http://schemas.microsoft.com/office/drawing/2014/main" id="{75054903-7555-45A0-6AE3-24D4B692F2B7}"/>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7" name="Rectangle 4256">
                <a:extLst>
                  <a:ext uri="{FF2B5EF4-FFF2-40B4-BE49-F238E27FC236}">
                    <a16:creationId xmlns:a16="http://schemas.microsoft.com/office/drawing/2014/main" id="{6B02528C-C58C-8469-81E9-E37FBE88E80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8" name="Rectangle 4257">
                <a:extLst>
                  <a:ext uri="{FF2B5EF4-FFF2-40B4-BE49-F238E27FC236}">
                    <a16:creationId xmlns:a16="http://schemas.microsoft.com/office/drawing/2014/main" id="{43F1BDAA-1CB6-119D-138A-46C7DB7F133A}"/>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9" name="Rectangle 4258">
                <a:extLst>
                  <a:ext uri="{FF2B5EF4-FFF2-40B4-BE49-F238E27FC236}">
                    <a16:creationId xmlns:a16="http://schemas.microsoft.com/office/drawing/2014/main" id="{12326C56-5B26-0F4D-BC6D-8917697EAEC1}"/>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0" name="Rectangle 4259">
                <a:extLst>
                  <a:ext uri="{FF2B5EF4-FFF2-40B4-BE49-F238E27FC236}">
                    <a16:creationId xmlns:a16="http://schemas.microsoft.com/office/drawing/2014/main" id="{0CC4A68D-0085-5498-E8E5-01E41F9FDAC5}"/>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1" name="Rectangle 4260">
                <a:extLst>
                  <a:ext uri="{FF2B5EF4-FFF2-40B4-BE49-F238E27FC236}">
                    <a16:creationId xmlns:a16="http://schemas.microsoft.com/office/drawing/2014/main" id="{EAE795DA-29EB-A2A6-3D3B-A1B0993F2D04}"/>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2" name="Rectangle 4261">
                <a:extLst>
                  <a:ext uri="{FF2B5EF4-FFF2-40B4-BE49-F238E27FC236}">
                    <a16:creationId xmlns:a16="http://schemas.microsoft.com/office/drawing/2014/main" id="{D938BFB0-6FA1-1F2B-8D66-8D79CBFAE868}"/>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3" name="Rectangle 4262">
                <a:extLst>
                  <a:ext uri="{FF2B5EF4-FFF2-40B4-BE49-F238E27FC236}">
                    <a16:creationId xmlns:a16="http://schemas.microsoft.com/office/drawing/2014/main" id="{C50F0C63-4E55-6B86-EF45-DF7F1EF50159}"/>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4" name="Rectangle 4263">
                <a:extLst>
                  <a:ext uri="{FF2B5EF4-FFF2-40B4-BE49-F238E27FC236}">
                    <a16:creationId xmlns:a16="http://schemas.microsoft.com/office/drawing/2014/main" id="{6E0B663F-6F9D-4B69-6995-F80A95EBF013}"/>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5" name="Rectangle 4264">
                <a:extLst>
                  <a:ext uri="{FF2B5EF4-FFF2-40B4-BE49-F238E27FC236}">
                    <a16:creationId xmlns:a16="http://schemas.microsoft.com/office/drawing/2014/main" id="{651D4158-52F4-FD9A-EBE7-2F1F0332A6C4}"/>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6" name="Rectangle 4265">
                <a:extLst>
                  <a:ext uri="{FF2B5EF4-FFF2-40B4-BE49-F238E27FC236}">
                    <a16:creationId xmlns:a16="http://schemas.microsoft.com/office/drawing/2014/main" id="{00507864-6B7D-2984-1821-F3505E0B5D8F}"/>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7" name="Rectangle 4266">
                <a:extLst>
                  <a:ext uri="{FF2B5EF4-FFF2-40B4-BE49-F238E27FC236}">
                    <a16:creationId xmlns:a16="http://schemas.microsoft.com/office/drawing/2014/main" id="{A073F694-894F-E29F-96C5-23969A44B47B}"/>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8" name="Rectangle 4267">
                <a:extLst>
                  <a:ext uri="{FF2B5EF4-FFF2-40B4-BE49-F238E27FC236}">
                    <a16:creationId xmlns:a16="http://schemas.microsoft.com/office/drawing/2014/main" id="{06F7CE21-4E8F-C0CC-9C53-85ADBF761A1D}"/>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9" name="Rectangle 4268">
                <a:extLst>
                  <a:ext uri="{FF2B5EF4-FFF2-40B4-BE49-F238E27FC236}">
                    <a16:creationId xmlns:a16="http://schemas.microsoft.com/office/drawing/2014/main" id="{A86C1B0B-129B-FA47-8FD0-3C983E44AB6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0" name="Rectangle 4269">
                <a:extLst>
                  <a:ext uri="{FF2B5EF4-FFF2-40B4-BE49-F238E27FC236}">
                    <a16:creationId xmlns:a16="http://schemas.microsoft.com/office/drawing/2014/main" id="{D9C97AF3-4040-D396-483E-4FDFA204C6AF}"/>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1" name="Rectangle 4270">
                <a:extLst>
                  <a:ext uri="{FF2B5EF4-FFF2-40B4-BE49-F238E27FC236}">
                    <a16:creationId xmlns:a16="http://schemas.microsoft.com/office/drawing/2014/main" id="{D2E39E40-EEF0-B263-665D-12D4D04C2D5F}"/>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2" name="Rectangle 4271">
                <a:extLst>
                  <a:ext uri="{FF2B5EF4-FFF2-40B4-BE49-F238E27FC236}">
                    <a16:creationId xmlns:a16="http://schemas.microsoft.com/office/drawing/2014/main" id="{1CD58F71-FB55-BB8C-8A40-40368D54AEE7}"/>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3" name="Rectangle 4272">
                <a:extLst>
                  <a:ext uri="{FF2B5EF4-FFF2-40B4-BE49-F238E27FC236}">
                    <a16:creationId xmlns:a16="http://schemas.microsoft.com/office/drawing/2014/main" id="{E9629B04-E3E5-A42A-A458-EB49FCCC1518}"/>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4" name="Rectangle 4273">
                <a:extLst>
                  <a:ext uri="{FF2B5EF4-FFF2-40B4-BE49-F238E27FC236}">
                    <a16:creationId xmlns:a16="http://schemas.microsoft.com/office/drawing/2014/main" id="{68950466-7E2D-F07D-7860-A9224DD712EE}"/>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5" name="Rectangle 4274">
                <a:extLst>
                  <a:ext uri="{FF2B5EF4-FFF2-40B4-BE49-F238E27FC236}">
                    <a16:creationId xmlns:a16="http://schemas.microsoft.com/office/drawing/2014/main" id="{82BE6334-A749-5521-1350-2DB03BDD9DF2}"/>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6" name="Rectangle 4275">
                <a:extLst>
                  <a:ext uri="{FF2B5EF4-FFF2-40B4-BE49-F238E27FC236}">
                    <a16:creationId xmlns:a16="http://schemas.microsoft.com/office/drawing/2014/main" id="{E7B03BBE-3B3D-C4C7-3318-281FD89A1763}"/>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7" name="Rectangle 4276">
                <a:extLst>
                  <a:ext uri="{FF2B5EF4-FFF2-40B4-BE49-F238E27FC236}">
                    <a16:creationId xmlns:a16="http://schemas.microsoft.com/office/drawing/2014/main" id="{708E1469-A4F8-E452-9CB5-C402D79D89F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8" name="Rectangle 4277">
                <a:extLst>
                  <a:ext uri="{FF2B5EF4-FFF2-40B4-BE49-F238E27FC236}">
                    <a16:creationId xmlns:a16="http://schemas.microsoft.com/office/drawing/2014/main" id="{CABE89AB-4018-EF7E-75DA-331DD2F2F1DA}"/>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9" name="Rectangle 4278">
                <a:extLst>
                  <a:ext uri="{FF2B5EF4-FFF2-40B4-BE49-F238E27FC236}">
                    <a16:creationId xmlns:a16="http://schemas.microsoft.com/office/drawing/2014/main" id="{D4DB4910-D84A-DD52-8D57-53310AE75773}"/>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0" name="Rectangle 4279">
                <a:extLst>
                  <a:ext uri="{FF2B5EF4-FFF2-40B4-BE49-F238E27FC236}">
                    <a16:creationId xmlns:a16="http://schemas.microsoft.com/office/drawing/2014/main" id="{2D87E3AE-3276-36AD-5DBC-7A39E4217E79}"/>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1" name="Rectangle 4280">
                <a:extLst>
                  <a:ext uri="{FF2B5EF4-FFF2-40B4-BE49-F238E27FC236}">
                    <a16:creationId xmlns:a16="http://schemas.microsoft.com/office/drawing/2014/main" id="{086923A9-F293-1972-1632-E2E032ECB028}"/>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2" name="Rectangle 4281">
                <a:extLst>
                  <a:ext uri="{FF2B5EF4-FFF2-40B4-BE49-F238E27FC236}">
                    <a16:creationId xmlns:a16="http://schemas.microsoft.com/office/drawing/2014/main" id="{5BF58DDE-1B8A-5285-6E5F-F2EE383D28BC}"/>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3" name="Rectangle 4282">
                <a:extLst>
                  <a:ext uri="{FF2B5EF4-FFF2-40B4-BE49-F238E27FC236}">
                    <a16:creationId xmlns:a16="http://schemas.microsoft.com/office/drawing/2014/main" id="{C6066E5B-49FD-958E-1500-9CF6C2C246EA}"/>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32" name="Group 3931">
              <a:extLst>
                <a:ext uri="{FF2B5EF4-FFF2-40B4-BE49-F238E27FC236}">
                  <a16:creationId xmlns:a16="http://schemas.microsoft.com/office/drawing/2014/main" id="{83C78D11-06A0-6B16-05E2-E3A657202DE1}"/>
                </a:ext>
              </a:extLst>
            </p:cNvPr>
            <p:cNvGrpSpPr/>
            <p:nvPr/>
          </p:nvGrpSpPr>
          <p:grpSpPr>
            <a:xfrm>
              <a:off x="7533154" y="4932238"/>
              <a:ext cx="2912265" cy="301135"/>
              <a:chOff x="2844481" y="3245377"/>
              <a:chExt cx="2912265" cy="301135"/>
            </a:xfrm>
            <a:grpFill/>
          </p:grpSpPr>
          <p:sp>
            <p:nvSpPr>
              <p:cNvPr id="3933" name="Rectangle 3932">
                <a:extLst>
                  <a:ext uri="{FF2B5EF4-FFF2-40B4-BE49-F238E27FC236}">
                    <a16:creationId xmlns:a16="http://schemas.microsoft.com/office/drawing/2014/main" id="{9998B2F2-FAAB-F423-1BE4-530A981BE674}"/>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4" name="Rectangle 3933">
                <a:extLst>
                  <a:ext uri="{FF2B5EF4-FFF2-40B4-BE49-F238E27FC236}">
                    <a16:creationId xmlns:a16="http://schemas.microsoft.com/office/drawing/2014/main" id="{30599D8E-C849-278F-F1C6-52196BBD7F3D}"/>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5" name="Rectangle 3934">
                <a:extLst>
                  <a:ext uri="{FF2B5EF4-FFF2-40B4-BE49-F238E27FC236}">
                    <a16:creationId xmlns:a16="http://schemas.microsoft.com/office/drawing/2014/main" id="{61AD374B-2D07-06F7-D648-F2D9C9126400}"/>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6" name="Rectangle 3935">
                <a:extLst>
                  <a:ext uri="{FF2B5EF4-FFF2-40B4-BE49-F238E27FC236}">
                    <a16:creationId xmlns:a16="http://schemas.microsoft.com/office/drawing/2014/main" id="{14F5B5D9-974C-1B05-DDAB-5B670D1D0F1F}"/>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7" name="Rectangle 3936">
                <a:extLst>
                  <a:ext uri="{FF2B5EF4-FFF2-40B4-BE49-F238E27FC236}">
                    <a16:creationId xmlns:a16="http://schemas.microsoft.com/office/drawing/2014/main" id="{3ECDBCD3-0B84-6EB4-1FE9-CCAC538F47E3}"/>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8" name="Rectangle 3937">
                <a:extLst>
                  <a:ext uri="{FF2B5EF4-FFF2-40B4-BE49-F238E27FC236}">
                    <a16:creationId xmlns:a16="http://schemas.microsoft.com/office/drawing/2014/main" id="{803ACCAA-1970-C5A5-1359-299EBBA66C18}"/>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9" name="Rectangle 3938">
                <a:extLst>
                  <a:ext uri="{FF2B5EF4-FFF2-40B4-BE49-F238E27FC236}">
                    <a16:creationId xmlns:a16="http://schemas.microsoft.com/office/drawing/2014/main" id="{770AD095-0B59-8CD9-0CEC-C4DFED88115F}"/>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0" name="Rectangle 3939">
                <a:extLst>
                  <a:ext uri="{FF2B5EF4-FFF2-40B4-BE49-F238E27FC236}">
                    <a16:creationId xmlns:a16="http://schemas.microsoft.com/office/drawing/2014/main" id="{F9253C5E-63E7-7AB8-B948-9FAD45CE3A63}"/>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1" name="Rectangle 3940">
                <a:extLst>
                  <a:ext uri="{FF2B5EF4-FFF2-40B4-BE49-F238E27FC236}">
                    <a16:creationId xmlns:a16="http://schemas.microsoft.com/office/drawing/2014/main" id="{12C3D622-A527-CD3B-747E-BA460ADC6F7D}"/>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2" name="Rectangle 3941">
                <a:extLst>
                  <a:ext uri="{FF2B5EF4-FFF2-40B4-BE49-F238E27FC236}">
                    <a16:creationId xmlns:a16="http://schemas.microsoft.com/office/drawing/2014/main" id="{7D61EB9A-CDD8-454E-16F6-E05636E43FCD}"/>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3" name="Rectangle 3942">
                <a:extLst>
                  <a:ext uri="{FF2B5EF4-FFF2-40B4-BE49-F238E27FC236}">
                    <a16:creationId xmlns:a16="http://schemas.microsoft.com/office/drawing/2014/main" id="{961A899C-9E8E-B94C-96DE-C73268B2E8DF}"/>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4" name="Rectangle 3943">
                <a:extLst>
                  <a:ext uri="{FF2B5EF4-FFF2-40B4-BE49-F238E27FC236}">
                    <a16:creationId xmlns:a16="http://schemas.microsoft.com/office/drawing/2014/main" id="{37E6EA28-E7D4-B8D9-41E8-564F98EE6FD8}"/>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5" name="Rectangle 3944">
                <a:extLst>
                  <a:ext uri="{FF2B5EF4-FFF2-40B4-BE49-F238E27FC236}">
                    <a16:creationId xmlns:a16="http://schemas.microsoft.com/office/drawing/2014/main" id="{8189593A-F46B-D036-10F3-DC910AE2E9DA}"/>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6" name="Rectangle 3945">
                <a:extLst>
                  <a:ext uri="{FF2B5EF4-FFF2-40B4-BE49-F238E27FC236}">
                    <a16:creationId xmlns:a16="http://schemas.microsoft.com/office/drawing/2014/main" id="{001BE36E-0965-D170-E898-F93DEA8B5894}"/>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7" name="Rectangle 3946">
                <a:extLst>
                  <a:ext uri="{FF2B5EF4-FFF2-40B4-BE49-F238E27FC236}">
                    <a16:creationId xmlns:a16="http://schemas.microsoft.com/office/drawing/2014/main" id="{21F4365A-3BD7-9EEB-27F1-BF80E5EC21EB}"/>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8" name="Rectangle 3947">
                <a:extLst>
                  <a:ext uri="{FF2B5EF4-FFF2-40B4-BE49-F238E27FC236}">
                    <a16:creationId xmlns:a16="http://schemas.microsoft.com/office/drawing/2014/main" id="{3A4785ED-5750-1961-F5E7-57B4297A94C4}"/>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9" name="Rectangle 3948">
                <a:extLst>
                  <a:ext uri="{FF2B5EF4-FFF2-40B4-BE49-F238E27FC236}">
                    <a16:creationId xmlns:a16="http://schemas.microsoft.com/office/drawing/2014/main" id="{B3071B89-969C-3476-F205-3D6EA2CC9085}"/>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0" name="Rectangle 3949">
                <a:extLst>
                  <a:ext uri="{FF2B5EF4-FFF2-40B4-BE49-F238E27FC236}">
                    <a16:creationId xmlns:a16="http://schemas.microsoft.com/office/drawing/2014/main" id="{BE141220-E01B-6639-F729-C49B75AC1542}"/>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1" name="Rectangle 3950">
                <a:extLst>
                  <a:ext uri="{FF2B5EF4-FFF2-40B4-BE49-F238E27FC236}">
                    <a16:creationId xmlns:a16="http://schemas.microsoft.com/office/drawing/2014/main" id="{354FFC64-B8DA-101E-3584-4E264C25B801}"/>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2" name="Rectangle 3951">
                <a:extLst>
                  <a:ext uri="{FF2B5EF4-FFF2-40B4-BE49-F238E27FC236}">
                    <a16:creationId xmlns:a16="http://schemas.microsoft.com/office/drawing/2014/main" id="{47256EC1-F8E0-8438-1D30-EEE236040C3F}"/>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3" name="Rectangle 3952">
                <a:extLst>
                  <a:ext uri="{FF2B5EF4-FFF2-40B4-BE49-F238E27FC236}">
                    <a16:creationId xmlns:a16="http://schemas.microsoft.com/office/drawing/2014/main" id="{03C9D7F2-0738-7A05-EB17-9525C96EC261}"/>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4" name="Rectangle 3953">
                <a:extLst>
                  <a:ext uri="{FF2B5EF4-FFF2-40B4-BE49-F238E27FC236}">
                    <a16:creationId xmlns:a16="http://schemas.microsoft.com/office/drawing/2014/main" id="{5CEBBFE1-C9C9-B30E-FD54-D05F4D036E2C}"/>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5" name="Rectangle 3954">
                <a:extLst>
                  <a:ext uri="{FF2B5EF4-FFF2-40B4-BE49-F238E27FC236}">
                    <a16:creationId xmlns:a16="http://schemas.microsoft.com/office/drawing/2014/main" id="{E4F1D1C4-C476-FCF4-5616-27C8BFF0877D}"/>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6" name="Rectangle 3955">
                <a:extLst>
                  <a:ext uri="{FF2B5EF4-FFF2-40B4-BE49-F238E27FC236}">
                    <a16:creationId xmlns:a16="http://schemas.microsoft.com/office/drawing/2014/main" id="{369CB39B-B159-27C2-AEF4-980869E9FB4C}"/>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7" name="Rectangle 3956">
                <a:extLst>
                  <a:ext uri="{FF2B5EF4-FFF2-40B4-BE49-F238E27FC236}">
                    <a16:creationId xmlns:a16="http://schemas.microsoft.com/office/drawing/2014/main" id="{FFB4F3EB-D8C4-73B0-68C9-BAEBCE4B4A09}"/>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8" name="Rectangle 3957">
                <a:extLst>
                  <a:ext uri="{FF2B5EF4-FFF2-40B4-BE49-F238E27FC236}">
                    <a16:creationId xmlns:a16="http://schemas.microsoft.com/office/drawing/2014/main" id="{00C21C43-8054-36BB-E167-002C60D689F3}"/>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9" name="Rectangle 3958">
                <a:extLst>
                  <a:ext uri="{FF2B5EF4-FFF2-40B4-BE49-F238E27FC236}">
                    <a16:creationId xmlns:a16="http://schemas.microsoft.com/office/drawing/2014/main" id="{649E9A8C-5233-D33E-9B3C-03D86CDBAB8D}"/>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0" name="Rectangle 3959">
                <a:extLst>
                  <a:ext uri="{FF2B5EF4-FFF2-40B4-BE49-F238E27FC236}">
                    <a16:creationId xmlns:a16="http://schemas.microsoft.com/office/drawing/2014/main" id="{F73D5192-D376-A5B6-9FA2-F3C106DB66B3}"/>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1" name="Rectangle 3960">
                <a:extLst>
                  <a:ext uri="{FF2B5EF4-FFF2-40B4-BE49-F238E27FC236}">
                    <a16:creationId xmlns:a16="http://schemas.microsoft.com/office/drawing/2014/main" id="{ED7895FB-CBE3-E4E5-168A-4A50F8D39470}"/>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2" name="Rectangle 3961">
                <a:extLst>
                  <a:ext uri="{FF2B5EF4-FFF2-40B4-BE49-F238E27FC236}">
                    <a16:creationId xmlns:a16="http://schemas.microsoft.com/office/drawing/2014/main" id="{2C030064-011B-155F-114B-2D6B0A0397BB}"/>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3" name="Rectangle 3962">
                <a:extLst>
                  <a:ext uri="{FF2B5EF4-FFF2-40B4-BE49-F238E27FC236}">
                    <a16:creationId xmlns:a16="http://schemas.microsoft.com/office/drawing/2014/main" id="{743C9956-95D8-BE4C-5104-598514F78087}"/>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4" name="Rectangle 3963">
                <a:extLst>
                  <a:ext uri="{FF2B5EF4-FFF2-40B4-BE49-F238E27FC236}">
                    <a16:creationId xmlns:a16="http://schemas.microsoft.com/office/drawing/2014/main" id="{C31D7B64-1CDD-70EF-318B-62E5C7FD6046}"/>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5" name="Rectangle 3964">
                <a:extLst>
                  <a:ext uri="{FF2B5EF4-FFF2-40B4-BE49-F238E27FC236}">
                    <a16:creationId xmlns:a16="http://schemas.microsoft.com/office/drawing/2014/main" id="{55DB6FE4-7F88-EADD-49CA-A7FB3DE6F63C}"/>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6" name="Rectangle 3965">
                <a:extLst>
                  <a:ext uri="{FF2B5EF4-FFF2-40B4-BE49-F238E27FC236}">
                    <a16:creationId xmlns:a16="http://schemas.microsoft.com/office/drawing/2014/main" id="{793A66C6-2397-FA45-3679-35870D45E69F}"/>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7" name="Rectangle 3966">
                <a:extLst>
                  <a:ext uri="{FF2B5EF4-FFF2-40B4-BE49-F238E27FC236}">
                    <a16:creationId xmlns:a16="http://schemas.microsoft.com/office/drawing/2014/main" id="{DEFF6FA0-C80B-177A-E283-20A6D6439D30}"/>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8" name="Rectangle 3967">
                <a:extLst>
                  <a:ext uri="{FF2B5EF4-FFF2-40B4-BE49-F238E27FC236}">
                    <a16:creationId xmlns:a16="http://schemas.microsoft.com/office/drawing/2014/main" id="{F0DB952D-B435-034F-DE95-B796593C32C0}"/>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9" name="Rectangle 3968">
                <a:extLst>
                  <a:ext uri="{FF2B5EF4-FFF2-40B4-BE49-F238E27FC236}">
                    <a16:creationId xmlns:a16="http://schemas.microsoft.com/office/drawing/2014/main" id="{4C45C854-6E05-AEB4-EB5D-B49D39597F98}"/>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0" name="Rectangle 3969">
                <a:extLst>
                  <a:ext uri="{FF2B5EF4-FFF2-40B4-BE49-F238E27FC236}">
                    <a16:creationId xmlns:a16="http://schemas.microsoft.com/office/drawing/2014/main" id="{F15BC6DA-2C5C-0FDC-BE81-7543BBF51CDF}"/>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1" name="Rectangle 3970">
                <a:extLst>
                  <a:ext uri="{FF2B5EF4-FFF2-40B4-BE49-F238E27FC236}">
                    <a16:creationId xmlns:a16="http://schemas.microsoft.com/office/drawing/2014/main" id="{75EC1EE6-3FB6-4FEC-2D96-47193C5C763F}"/>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2" name="Rectangle 3971">
                <a:extLst>
                  <a:ext uri="{FF2B5EF4-FFF2-40B4-BE49-F238E27FC236}">
                    <a16:creationId xmlns:a16="http://schemas.microsoft.com/office/drawing/2014/main" id="{5BA0E0C1-3D24-E14A-BDD3-BE6D5D70AB8A}"/>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3" name="Rectangle 3972">
                <a:extLst>
                  <a:ext uri="{FF2B5EF4-FFF2-40B4-BE49-F238E27FC236}">
                    <a16:creationId xmlns:a16="http://schemas.microsoft.com/office/drawing/2014/main" id="{7120CC51-FA4F-1FF8-C2E4-82BFC88CF076}"/>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4" name="Rectangle 3973">
                <a:extLst>
                  <a:ext uri="{FF2B5EF4-FFF2-40B4-BE49-F238E27FC236}">
                    <a16:creationId xmlns:a16="http://schemas.microsoft.com/office/drawing/2014/main" id="{09A3278F-4725-9F8D-4F15-FAEE602C9658}"/>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5" name="Rectangle 3974">
                <a:extLst>
                  <a:ext uri="{FF2B5EF4-FFF2-40B4-BE49-F238E27FC236}">
                    <a16:creationId xmlns:a16="http://schemas.microsoft.com/office/drawing/2014/main" id="{9D3F10DE-E46E-0159-0BDA-5F0C57B32ABE}"/>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6" name="Rectangle 3975">
                <a:extLst>
                  <a:ext uri="{FF2B5EF4-FFF2-40B4-BE49-F238E27FC236}">
                    <a16:creationId xmlns:a16="http://schemas.microsoft.com/office/drawing/2014/main" id="{711BB90B-4A38-1D5F-C7F9-D8A0D307E926}"/>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7" name="Rectangle 3976">
                <a:extLst>
                  <a:ext uri="{FF2B5EF4-FFF2-40B4-BE49-F238E27FC236}">
                    <a16:creationId xmlns:a16="http://schemas.microsoft.com/office/drawing/2014/main" id="{141A31D0-E047-269A-AA89-1B08A555C97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8" name="Rectangle 3977">
                <a:extLst>
                  <a:ext uri="{FF2B5EF4-FFF2-40B4-BE49-F238E27FC236}">
                    <a16:creationId xmlns:a16="http://schemas.microsoft.com/office/drawing/2014/main" id="{72AF7EF1-C327-8BD7-978F-9657C8B1271C}"/>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9" name="Rectangle 3978">
                <a:extLst>
                  <a:ext uri="{FF2B5EF4-FFF2-40B4-BE49-F238E27FC236}">
                    <a16:creationId xmlns:a16="http://schemas.microsoft.com/office/drawing/2014/main" id="{67EF93CA-7BEA-7616-0A4A-88C22F7D6DE4}"/>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0" name="Rectangle 3979">
                <a:extLst>
                  <a:ext uri="{FF2B5EF4-FFF2-40B4-BE49-F238E27FC236}">
                    <a16:creationId xmlns:a16="http://schemas.microsoft.com/office/drawing/2014/main" id="{9649DAFA-1B41-1113-B4D3-B1A151BFA71C}"/>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1" name="Rectangle 3980">
                <a:extLst>
                  <a:ext uri="{FF2B5EF4-FFF2-40B4-BE49-F238E27FC236}">
                    <a16:creationId xmlns:a16="http://schemas.microsoft.com/office/drawing/2014/main" id="{7495AFAB-B64D-CC24-1BC0-49088ACE89FE}"/>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2" name="Rectangle 3981">
                <a:extLst>
                  <a:ext uri="{FF2B5EF4-FFF2-40B4-BE49-F238E27FC236}">
                    <a16:creationId xmlns:a16="http://schemas.microsoft.com/office/drawing/2014/main" id="{D333CD65-0DAD-F346-7447-3AE2F4CB478C}"/>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3" name="Rectangle 3982">
                <a:extLst>
                  <a:ext uri="{FF2B5EF4-FFF2-40B4-BE49-F238E27FC236}">
                    <a16:creationId xmlns:a16="http://schemas.microsoft.com/office/drawing/2014/main" id="{28B59643-0A4F-9B08-231D-3A7DA0E2897A}"/>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4" name="Rectangle 3983">
                <a:extLst>
                  <a:ext uri="{FF2B5EF4-FFF2-40B4-BE49-F238E27FC236}">
                    <a16:creationId xmlns:a16="http://schemas.microsoft.com/office/drawing/2014/main" id="{37B973A9-D36A-94E0-606D-23FEE70B239B}"/>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5" name="Rectangle 3984">
                <a:extLst>
                  <a:ext uri="{FF2B5EF4-FFF2-40B4-BE49-F238E27FC236}">
                    <a16:creationId xmlns:a16="http://schemas.microsoft.com/office/drawing/2014/main" id="{E864E863-5970-AAF5-1C3D-7CD841510035}"/>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6" name="Rectangle 3985">
                <a:extLst>
                  <a:ext uri="{FF2B5EF4-FFF2-40B4-BE49-F238E27FC236}">
                    <a16:creationId xmlns:a16="http://schemas.microsoft.com/office/drawing/2014/main" id="{E24C814C-B7FC-6CE4-3836-E3E4D9F7F8F1}"/>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7" name="Rectangle 3986">
                <a:extLst>
                  <a:ext uri="{FF2B5EF4-FFF2-40B4-BE49-F238E27FC236}">
                    <a16:creationId xmlns:a16="http://schemas.microsoft.com/office/drawing/2014/main" id="{E1E119D4-453B-35A2-CCE4-7B88DD9504AF}"/>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8" name="Rectangle 3987">
                <a:extLst>
                  <a:ext uri="{FF2B5EF4-FFF2-40B4-BE49-F238E27FC236}">
                    <a16:creationId xmlns:a16="http://schemas.microsoft.com/office/drawing/2014/main" id="{2BF994E9-5DAD-31EC-2493-D3C25EAAF492}"/>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9" name="Rectangle 3988">
                <a:extLst>
                  <a:ext uri="{FF2B5EF4-FFF2-40B4-BE49-F238E27FC236}">
                    <a16:creationId xmlns:a16="http://schemas.microsoft.com/office/drawing/2014/main" id="{0EE725C1-D9F8-7350-3E35-2E0B56D176F9}"/>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0" name="Rectangle 3989">
                <a:extLst>
                  <a:ext uri="{FF2B5EF4-FFF2-40B4-BE49-F238E27FC236}">
                    <a16:creationId xmlns:a16="http://schemas.microsoft.com/office/drawing/2014/main" id="{9ADA2D18-736A-2846-C373-78ED410F7248}"/>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1" name="Rectangle 3990">
                <a:extLst>
                  <a:ext uri="{FF2B5EF4-FFF2-40B4-BE49-F238E27FC236}">
                    <a16:creationId xmlns:a16="http://schemas.microsoft.com/office/drawing/2014/main" id="{FD7BC1A3-8295-C5C8-F36D-1239750C3C44}"/>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2" name="Rectangle 3991">
                <a:extLst>
                  <a:ext uri="{FF2B5EF4-FFF2-40B4-BE49-F238E27FC236}">
                    <a16:creationId xmlns:a16="http://schemas.microsoft.com/office/drawing/2014/main" id="{60AE33B5-0A52-A449-3212-8ED529496814}"/>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 name="Rectangle 3992">
                <a:extLst>
                  <a:ext uri="{FF2B5EF4-FFF2-40B4-BE49-F238E27FC236}">
                    <a16:creationId xmlns:a16="http://schemas.microsoft.com/office/drawing/2014/main" id="{AEDE8717-0C3F-7B09-7584-A7B239F7A175}"/>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4" name="Rectangle 3993">
                <a:extLst>
                  <a:ext uri="{FF2B5EF4-FFF2-40B4-BE49-F238E27FC236}">
                    <a16:creationId xmlns:a16="http://schemas.microsoft.com/office/drawing/2014/main" id="{34DA61E0-15D8-696C-7A56-4A9ADB5FC042}"/>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 name="Rectangle 3994">
                <a:extLst>
                  <a:ext uri="{FF2B5EF4-FFF2-40B4-BE49-F238E27FC236}">
                    <a16:creationId xmlns:a16="http://schemas.microsoft.com/office/drawing/2014/main" id="{A02B2B12-4E1F-904E-8D18-9F5DDE3E6322}"/>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6" name="Rectangle 3995">
                <a:extLst>
                  <a:ext uri="{FF2B5EF4-FFF2-40B4-BE49-F238E27FC236}">
                    <a16:creationId xmlns:a16="http://schemas.microsoft.com/office/drawing/2014/main" id="{95615FA1-C6C8-4AE6-19AC-15893EDFC616}"/>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7" name="Rectangle 3996">
                <a:extLst>
                  <a:ext uri="{FF2B5EF4-FFF2-40B4-BE49-F238E27FC236}">
                    <a16:creationId xmlns:a16="http://schemas.microsoft.com/office/drawing/2014/main" id="{6A19C38F-6AC9-AA58-91C5-83C1D16CD1A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8" name="Rectangle 3997">
                <a:extLst>
                  <a:ext uri="{FF2B5EF4-FFF2-40B4-BE49-F238E27FC236}">
                    <a16:creationId xmlns:a16="http://schemas.microsoft.com/office/drawing/2014/main" id="{9F0BA6B8-9410-1C68-2938-CBF1597CA9ED}"/>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9" name="Rectangle 3998">
                <a:extLst>
                  <a:ext uri="{FF2B5EF4-FFF2-40B4-BE49-F238E27FC236}">
                    <a16:creationId xmlns:a16="http://schemas.microsoft.com/office/drawing/2014/main" id="{DF902458-0502-F916-F95C-E04D70739367}"/>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0" name="Rectangle 3999">
                <a:extLst>
                  <a:ext uri="{FF2B5EF4-FFF2-40B4-BE49-F238E27FC236}">
                    <a16:creationId xmlns:a16="http://schemas.microsoft.com/office/drawing/2014/main" id="{09C270D1-DD85-E843-67BF-1FBACB73676E}"/>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1" name="Rectangle 4000">
                <a:extLst>
                  <a:ext uri="{FF2B5EF4-FFF2-40B4-BE49-F238E27FC236}">
                    <a16:creationId xmlns:a16="http://schemas.microsoft.com/office/drawing/2014/main" id="{A515A065-DBB7-65EA-ACF7-17C90CD170B3}"/>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2" name="Rectangle 4001">
                <a:extLst>
                  <a:ext uri="{FF2B5EF4-FFF2-40B4-BE49-F238E27FC236}">
                    <a16:creationId xmlns:a16="http://schemas.microsoft.com/office/drawing/2014/main" id="{E4D3E812-2323-11EE-2203-F149B98B0FBC}"/>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3" name="Rectangle 4002">
                <a:extLst>
                  <a:ext uri="{FF2B5EF4-FFF2-40B4-BE49-F238E27FC236}">
                    <a16:creationId xmlns:a16="http://schemas.microsoft.com/office/drawing/2014/main" id="{A11590E5-EEAD-C863-5E0D-4976245E42C7}"/>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4" name="Rectangle 4003">
                <a:extLst>
                  <a:ext uri="{FF2B5EF4-FFF2-40B4-BE49-F238E27FC236}">
                    <a16:creationId xmlns:a16="http://schemas.microsoft.com/office/drawing/2014/main" id="{0C9C7324-2568-22F5-19D0-C1A7A09722D8}"/>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5" name="Rectangle 4004">
                <a:extLst>
                  <a:ext uri="{FF2B5EF4-FFF2-40B4-BE49-F238E27FC236}">
                    <a16:creationId xmlns:a16="http://schemas.microsoft.com/office/drawing/2014/main" id="{1AB9F50B-E4A8-2945-F03E-3FF1F2EF828B}"/>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6" name="Rectangle 4005">
                <a:extLst>
                  <a:ext uri="{FF2B5EF4-FFF2-40B4-BE49-F238E27FC236}">
                    <a16:creationId xmlns:a16="http://schemas.microsoft.com/office/drawing/2014/main" id="{12F86AC9-49A5-E0EF-F482-CB1865B4F4F4}"/>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7" name="Rectangle 4006">
                <a:extLst>
                  <a:ext uri="{FF2B5EF4-FFF2-40B4-BE49-F238E27FC236}">
                    <a16:creationId xmlns:a16="http://schemas.microsoft.com/office/drawing/2014/main" id="{FA30D95F-AA23-D199-53E7-F581099AAF1C}"/>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8" name="Rectangle 4007">
                <a:extLst>
                  <a:ext uri="{FF2B5EF4-FFF2-40B4-BE49-F238E27FC236}">
                    <a16:creationId xmlns:a16="http://schemas.microsoft.com/office/drawing/2014/main" id="{B3393136-F9C3-061C-BFD0-65CC6557EADF}"/>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9" name="Rectangle 4008">
                <a:extLst>
                  <a:ext uri="{FF2B5EF4-FFF2-40B4-BE49-F238E27FC236}">
                    <a16:creationId xmlns:a16="http://schemas.microsoft.com/office/drawing/2014/main" id="{D2C7B64B-AAC0-1811-41CD-84B0E0FB7190}"/>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0" name="Rectangle 4009">
                <a:extLst>
                  <a:ext uri="{FF2B5EF4-FFF2-40B4-BE49-F238E27FC236}">
                    <a16:creationId xmlns:a16="http://schemas.microsoft.com/office/drawing/2014/main" id="{A82C346F-F3D1-B873-C969-CA8074602E26}"/>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1" name="Rectangle 4010">
                <a:extLst>
                  <a:ext uri="{FF2B5EF4-FFF2-40B4-BE49-F238E27FC236}">
                    <a16:creationId xmlns:a16="http://schemas.microsoft.com/office/drawing/2014/main" id="{021CB89C-3349-19C1-1804-88A138872F99}"/>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2" name="Rectangle 4011">
                <a:extLst>
                  <a:ext uri="{FF2B5EF4-FFF2-40B4-BE49-F238E27FC236}">
                    <a16:creationId xmlns:a16="http://schemas.microsoft.com/office/drawing/2014/main" id="{9EB9FC74-37C4-7E82-C61B-C86434BCC624}"/>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3" name="Rectangle 4012">
                <a:extLst>
                  <a:ext uri="{FF2B5EF4-FFF2-40B4-BE49-F238E27FC236}">
                    <a16:creationId xmlns:a16="http://schemas.microsoft.com/office/drawing/2014/main" id="{0394BB68-99D0-8291-9139-E539A8DF2220}"/>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4" name="Rectangle 4013">
                <a:extLst>
                  <a:ext uri="{FF2B5EF4-FFF2-40B4-BE49-F238E27FC236}">
                    <a16:creationId xmlns:a16="http://schemas.microsoft.com/office/drawing/2014/main" id="{287A27B4-FC2F-422A-A15B-A66127317C67}"/>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5" name="Rectangle 4014">
                <a:extLst>
                  <a:ext uri="{FF2B5EF4-FFF2-40B4-BE49-F238E27FC236}">
                    <a16:creationId xmlns:a16="http://schemas.microsoft.com/office/drawing/2014/main" id="{739755B9-67A5-3B15-9D30-4D5267165777}"/>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6" name="Rectangle 4015">
                <a:extLst>
                  <a:ext uri="{FF2B5EF4-FFF2-40B4-BE49-F238E27FC236}">
                    <a16:creationId xmlns:a16="http://schemas.microsoft.com/office/drawing/2014/main" id="{E21FCCB4-D085-7D74-BE38-B26E13E3C29E}"/>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7" name="Rectangle 4016">
                <a:extLst>
                  <a:ext uri="{FF2B5EF4-FFF2-40B4-BE49-F238E27FC236}">
                    <a16:creationId xmlns:a16="http://schemas.microsoft.com/office/drawing/2014/main" id="{05042E49-FA15-ECF1-4A47-609B30AB643F}"/>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8" name="Rectangle 4017">
                <a:extLst>
                  <a:ext uri="{FF2B5EF4-FFF2-40B4-BE49-F238E27FC236}">
                    <a16:creationId xmlns:a16="http://schemas.microsoft.com/office/drawing/2014/main" id="{611F4DA0-395C-AC9C-7024-ECAF07251E0B}"/>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9" name="Rectangle 4018">
                <a:extLst>
                  <a:ext uri="{FF2B5EF4-FFF2-40B4-BE49-F238E27FC236}">
                    <a16:creationId xmlns:a16="http://schemas.microsoft.com/office/drawing/2014/main" id="{1BABB531-EDD7-F225-D683-52E0E4904B03}"/>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8" name="Group 3667">
              <a:extLst>
                <a:ext uri="{FF2B5EF4-FFF2-40B4-BE49-F238E27FC236}">
                  <a16:creationId xmlns:a16="http://schemas.microsoft.com/office/drawing/2014/main" id="{0DF62CBA-23A7-6F9D-5637-2C11271F38DC}"/>
                </a:ext>
              </a:extLst>
            </p:cNvPr>
            <p:cNvGrpSpPr/>
            <p:nvPr/>
          </p:nvGrpSpPr>
          <p:grpSpPr>
            <a:xfrm>
              <a:off x="7533154" y="5233307"/>
              <a:ext cx="2912265" cy="301135"/>
              <a:chOff x="2844481" y="3245377"/>
              <a:chExt cx="2912265" cy="301135"/>
            </a:xfrm>
            <a:grpFill/>
          </p:grpSpPr>
          <p:sp>
            <p:nvSpPr>
              <p:cNvPr id="3669" name="Rectangle 3668">
                <a:extLst>
                  <a:ext uri="{FF2B5EF4-FFF2-40B4-BE49-F238E27FC236}">
                    <a16:creationId xmlns:a16="http://schemas.microsoft.com/office/drawing/2014/main" id="{DBE362C3-BB2E-5586-464A-B06B85ADBBB5}"/>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0" name="Rectangle 3669">
                <a:extLst>
                  <a:ext uri="{FF2B5EF4-FFF2-40B4-BE49-F238E27FC236}">
                    <a16:creationId xmlns:a16="http://schemas.microsoft.com/office/drawing/2014/main" id="{1F5F8F50-9A62-FC72-7184-1834704FE62D}"/>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1" name="Rectangle 3670">
                <a:extLst>
                  <a:ext uri="{FF2B5EF4-FFF2-40B4-BE49-F238E27FC236}">
                    <a16:creationId xmlns:a16="http://schemas.microsoft.com/office/drawing/2014/main" id="{EAD16730-78CE-BA7F-B33B-01B79F3E7BDA}"/>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2" name="Rectangle 3671">
                <a:extLst>
                  <a:ext uri="{FF2B5EF4-FFF2-40B4-BE49-F238E27FC236}">
                    <a16:creationId xmlns:a16="http://schemas.microsoft.com/office/drawing/2014/main" id="{BE4B0061-29A9-818C-F88B-6FCC4E0341EE}"/>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3" name="Rectangle 3672">
                <a:extLst>
                  <a:ext uri="{FF2B5EF4-FFF2-40B4-BE49-F238E27FC236}">
                    <a16:creationId xmlns:a16="http://schemas.microsoft.com/office/drawing/2014/main" id="{0226B5E8-D7A9-5D7D-C4C9-B8121D2D9D2F}"/>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4" name="Rectangle 3673">
                <a:extLst>
                  <a:ext uri="{FF2B5EF4-FFF2-40B4-BE49-F238E27FC236}">
                    <a16:creationId xmlns:a16="http://schemas.microsoft.com/office/drawing/2014/main" id="{49B6AA6A-F8FA-1CE1-206B-A945439DBF3E}"/>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5" name="Rectangle 3674">
                <a:extLst>
                  <a:ext uri="{FF2B5EF4-FFF2-40B4-BE49-F238E27FC236}">
                    <a16:creationId xmlns:a16="http://schemas.microsoft.com/office/drawing/2014/main" id="{218983CD-3368-E6F4-D2CE-E21BBF0818F8}"/>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6" name="Rectangle 3675">
                <a:extLst>
                  <a:ext uri="{FF2B5EF4-FFF2-40B4-BE49-F238E27FC236}">
                    <a16:creationId xmlns:a16="http://schemas.microsoft.com/office/drawing/2014/main" id="{752F2D63-DB4B-9B51-D724-FD1DD4787429}"/>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7" name="Rectangle 3676">
                <a:extLst>
                  <a:ext uri="{FF2B5EF4-FFF2-40B4-BE49-F238E27FC236}">
                    <a16:creationId xmlns:a16="http://schemas.microsoft.com/office/drawing/2014/main" id="{F5AE730C-4263-29BA-B8FA-87638AE0D719}"/>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8" name="Rectangle 3677">
                <a:extLst>
                  <a:ext uri="{FF2B5EF4-FFF2-40B4-BE49-F238E27FC236}">
                    <a16:creationId xmlns:a16="http://schemas.microsoft.com/office/drawing/2014/main" id="{03E78A2A-468D-000D-AC01-171C6531585E}"/>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9" name="Rectangle 3678">
                <a:extLst>
                  <a:ext uri="{FF2B5EF4-FFF2-40B4-BE49-F238E27FC236}">
                    <a16:creationId xmlns:a16="http://schemas.microsoft.com/office/drawing/2014/main" id="{EB345020-F584-7377-5ED7-86A9794B3903}"/>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0" name="Rectangle 3679">
                <a:extLst>
                  <a:ext uri="{FF2B5EF4-FFF2-40B4-BE49-F238E27FC236}">
                    <a16:creationId xmlns:a16="http://schemas.microsoft.com/office/drawing/2014/main" id="{D9C816FC-F0B7-6697-CBE3-B0D7C333DFE2}"/>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1" name="Rectangle 3680">
                <a:extLst>
                  <a:ext uri="{FF2B5EF4-FFF2-40B4-BE49-F238E27FC236}">
                    <a16:creationId xmlns:a16="http://schemas.microsoft.com/office/drawing/2014/main" id="{B33B2E7B-0A85-28C6-3FDD-B3446F784F3C}"/>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2" name="Rectangle 3681">
                <a:extLst>
                  <a:ext uri="{FF2B5EF4-FFF2-40B4-BE49-F238E27FC236}">
                    <a16:creationId xmlns:a16="http://schemas.microsoft.com/office/drawing/2014/main" id="{A1C0F324-1E26-55B6-0F7F-40C6253E9F85}"/>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3" name="Rectangle 3682">
                <a:extLst>
                  <a:ext uri="{FF2B5EF4-FFF2-40B4-BE49-F238E27FC236}">
                    <a16:creationId xmlns:a16="http://schemas.microsoft.com/office/drawing/2014/main" id="{91AD2CFD-5D84-C18E-F574-CCD0A8CF5281}"/>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4" name="Rectangle 3683">
                <a:extLst>
                  <a:ext uri="{FF2B5EF4-FFF2-40B4-BE49-F238E27FC236}">
                    <a16:creationId xmlns:a16="http://schemas.microsoft.com/office/drawing/2014/main" id="{C4F66DAF-3EFC-9E07-8371-97AAC3ECA4D8}"/>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5" name="Rectangle 3684">
                <a:extLst>
                  <a:ext uri="{FF2B5EF4-FFF2-40B4-BE49-F238E27FC236}">
                    <a16:creationId xmlns:a16="http://schemas.microsoft.com/office/drawing/2014/main" id="{A59077BD-28D4-27FE-50D0-F16D532D75B1}"/>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 name="Rectangle 3685">
                <a:extLst>
                  <a:ext uri="{FF2B5EF4-FFF2-40B4-BE49-F238E27FC236}">
                    <a16:creationId xmlns:a16="http://schemas.microsoft.com/office/drawing/2014/main" id="{EFD4FD21-390A-2B42-8CCF-6E6020DCDA46}"/>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7" name="Rectangle 3686">
                <a:extLst>
                  <a:ext uri="{FF2B5EF4-FFF2-40B4-BE49-F238E27FC236}">
                    <a16:creationId xmlns:a16="http://schemas.microsoft.com/office/drawing/2014/main" id="{7FB19A50-3970-6EF8-BBEF-76CB20A2F7D8}"/>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8" name="Rectangle 3687">
                <a:extLst>
                  <a:ext uri="{FF2B5EF4-FFF2-40B4-BE49-F238E27FC236}">
                    <a16:creationId xmlns:a16="http://schemas.microsoft.com/office/drawing/2014/main" id="{D3AA0006-6E5B-88ED-7605-60A41FCD0249}"/>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 name="Rectangle 3688">
                <a:extLst>
                  <a:ext uri="{FF2B5EF4-FFF2-40B4-BE49-F238E27FC236}">
                    <a16:creationId xmlns:a16="http://schemas.microsoft.com/office/drawing/2014/main" id="{C91C8A2A-D2D3-9629-0C85-0E3A79ECF2D4}"/>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0" name="Rectangle 3689">
                <a:extLst>
                  <a:ext uri="{FF2B5EF4-FFF2-40B4-BE49-F238E27FC236}">
                    <a16:creationId xmlns:a16="http://schemas.microsoft.com/office/drawing/2014/main" id="{F19EE48D-D415-A622-011C-F0789325959A}"/>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1" name="Rectangle 3690">
                <a:extLst>
                  <a:ext uri="{FF2B5EF4-FFF2-40B4-BE49-F238E27FC236}">
                    <a16:creationId xmlns:a16="http://schemas.microsoft.com/office/drawing/2014/main" id="{FFA8B720-CDEE-5014-3C34-916EA0F9E075}"/>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2" name="Rectangle 3691">
                <a:extLst>
                  <a:ext uri="{FF2B5EF4-FFF2-40B4-BE49-F238E27FC236}">
                    <a16:creationId xmlns:a16="http://schemas.microsoft.com/office/drawing/2014/main" id="{5CE40173-F26F-98BA-9DE3-40E9FD68EE63}"/>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3" name="Rectangle 3692">
                <a:extLst>
                  <a:ext uri="{FF2B5EF4-FFF2-40B4-BE49-F238E27FC236}">
                    <a16:creationId xmlns:a16="http://schemas.microsoft.com/office/drawing/2014/main" id="{BA49858C-D181-C308-18D1-58FE9834D782}"/>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4" name="Rectangle 3693">
                <a:extLst>
                  <a:ext uri="{FF2B5EF4-FFF2-40B4-BE49-F238E27FC236}">
                    <a16:creationId xmlns:a16="http://schemas.microsoft.com/office/drawing/2014/main" id="{4F5FAE30-5D0A-9598-B294-BFF6C9D005A2}"/>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5" name="Rectangle 3694">
                <a:extLst>
                  <a:ext uri="{FF2B5EF4-FFF2-40B4-BE49-F238E27FC236}">
                    <a16:creationId xmlns:a16="http://schemas.microsoft.com/office/drawing/2014/main" id="{AA0F6D42-9873-3AB7-B052-048E066969DA}"/>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6" name="Rectangle 3695">
                <a:extLst>
                  <a:ext uri="{FF2B5EF4-FFF2-40B4-BE49-F238E27FC236}">
                    <a16:creationId xmlns:a16="http://schemas.microsoft.com/office/drawing/2014/main" id="{797604BD-BA72-0E20-BD6E-D720DB646FBD}"/>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7" name="Rectangle 3696">
                <a:extLst>
                  <a:ext uri="{FF2B5EF4-FFF2-40B4-BE49-F238E27FC236}">
                    <a16:creationId xmlns:a16="http://schemas.microsoft.com/office/drawing/2014/main" id="{DD196C8D-77E5-4F6F-EE21-CF68383C3D87}"/>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8" name="Rectangle 3697">
                <a:extLst>
                  <a:ext uri="{FF2B5EF4-FFF2-40B4-BE49-F238E27FC236}">
                    <a16:creationId xmlns:a16="http://schemas.microsoft.com/office/drawing/2014/main" id="{E5903A40-B9C2-1013-3200-6C1D2EA17D4F}"/>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9" name="Rectangle 3698">
                <a:extLst>
                  <a:ext uri="{FF2B5EF4-FFF2-40B4-BE49-F238E27FC236}">
                    <a16:creationId xmlns:a16="http://schemas.microsoft.com/office/drawing/2014/main" id="{ACBA34D0-56A4-1D41-3E6C-EB6BEA857CE3}"/>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Rectangle 3699">
                <a:extLst>
                  <a:ext uri="{FF2B5EF4-FFF2-40B4-BE49-F238E27FC236}">
                    <a16:creationId xmlns:a16="http://schemas.microsoft.com/office/drawing/2014/main" id="{A6368E83-78F0-B868-0BBC-A3B9ED5960F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1" name="Rectangle 3700">
                <a:extLst>
                  <a:ext uri="{FF2B5EF4-FFF2-40B4-BE49-F238E27FC236}">
                    <a16:creationId xmlns:a16="http://schemas.microsoft.com/office/drawing/2014/main" id="{1209EE10-7FF6-E899-D065-9DEBDD74B2CA}"/>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Rectangle 3701">
                <a:extLst>
                  <a:ext uri="{FF2B5EF4-FFF2-40B4-BE49-F238E27FC236}">
                    <a16:creationId xmlns:a16="http://schemas.microsoft.com/office/drawing/2014/main" id="{A5D68E11-6DAC-A4A0-8C95-6E5F3EE913B9}"/>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3" name="Rectangle 3702">
                <a:extLst>
                  <a:ext uri="{FF2B5EF4-FFF2-40B4-BE49-F238E27FC236}">
                    <a16:creationId xmlns:a16="http://schemas.microsoft.com/office/drawing/2014/main" id="{F1A42231-1B31-3C04-970C-4A9ACA7537F2}"/>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Rectangle 3703">
                <a:extLst>
                  <a:ext uri="{FF2B5EF4-FFF2-40B4-BE49-F238E27FC236}">
                    <a16:creationId xmlns:a16="http://schemas.microsoft.com/office/drawing/2014/main" id="{0FD30FB3-0CE3-88D8-1DE2-BABC800FEFAD}"/>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5" name="Rectangle 3704">
                <a:extLst>
                  <a:ext uri="{FF2B5EF4-FFF2-40B4-BE49-F238E27FC236}">
                    <a16:creationId xmlns:a16="http://schemas.microsoft.com/office/drawing/2014/main" id="{88E1FD91-1DE2-F2DC-B060-D49CE5CB3C02}"/>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6" name="Rectangle 3705">
                <a:extLst>
                  <a:ext uri="{FF2B5EF4-FFF2-40B4-BE49-F238E27FC236}">
                    <a16:creationId xmlns:a16="http://schemas.microsoft.com/office/drawing/2014/main" id="{65E6042D-FEFD-22D5-E9C5-CD9B861779FE}"/>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7" name="Rectangle 3706">
                <a:extLst>
                  <a:ext uri="{FF2B5EF4-FFF2-40B4-BE49-F238E27FC236}">
                    <a16:creationId xmlns:a16="http://schemas.microsoft.com/office/drawing/2014/main" id="{050D96DB-9A3F-BB18-E064-54CF803B3EC8}"/>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Rectangle 3707">
                <a:extLst>
                  <a:ext uri="{FF2B5EF4-FFF2-40B4-BE49-F238E27FC236}">
                    <a16:creationId xmlns:a16="http://schemas.microsoft.com/office/drawing/2014/main" id="{3CE91C41-5CC4-4EA6-60E9-886853CB1D76}"/>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9" name="Rectangle 3708">
                <a:extLst>
                  <a:ext uri="{FF2B5EF4-FFF2-40B4-BE49-F238E27FC236}">
                    <a16:creationId xmlns:a16="http://schemas.microsoft.com/office/drawing/2014/main" id="{2B5633D1-E917-8FCC-3AD2-66D8C08A43E8}"/>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0" name="Rectangle 3709">
                <a:extLst>
                  <a:ext uri="{FF2B5EF4-FFF2-40B4-BE49-F238E27FC236}">
                    <a16:creationId xmlns:a16="http://schemas.microsoft.com/office/drawing/2014/main" id="{656879AD-F043-FEDC-F513-1728AB0A38E6}"/>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1" name="Rectangle 3710">
                <a:extLst>
                  <a:ext uri="{FF2B5EF4-FFF2-40B4-BE49-F238E27FC236}">
                    <a16:creationId xmlns:a16="http://schemas.microsoft.com/office/drawing/2014/main" id="{FBC4C99F-0FB6-951E-568E-EEC35592253C}"/>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2" name="Rectangle 3711">
                <a:extLst>
                  <a:ext uri="{FF2B5EF4-FFF2-40B4-BE49-F238E27FC236}">
                    <a16:creationId xmlns:a16="http://schemas.microsoft.com/office/drawing/2014/main" id="{5B420F4D-8611-60BD-C466-B1CCB976A03B}"/>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3" name="Rectangle 3712">
                <a:extLst>
                  <a:ext uri="{FF2B5EF4-FFF2-40B4-BE49-F238E27FC236}">
                    <a16:creationId xmlns:a16="http://schemas.microsoft.com/office/drawing/2014/main" id="{20685CDF-1370-74AB-9687-9776FF0F7D3F}"/>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4" name="Rectangle 3713">
                <a:extLst>
                  <a:ext uri="{FF2B5EF4-FFF2-40B4-BE49-F238E27FC236}">
                    <a16:creationId xmlns:a16="http://schemas.microsoft.com/office/drawing/2014/main" id="{A1F120B1-3048-C0A6-D3E8-447D2596DC8B}"/>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5" name="Rectangle 3714">
                <a:extLst>
                  <a:ext uri="{FF2B5EF4-FFF2-40B4-BE49-F238E27FC236}">
                    <a16:creationId xmlns:a16="http://schemas.microsoft.com/office/drawing/2014/main" id="{B0C58C47-FB98-3C17-2F18-FBBD14075B2C}"/>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6" name="Rectangle 3715">
                <a:extLst>
                  <a:ext uri="{FF2B5EF4-FFF2-40B4-BE49-F238E27FC236}">
                    <a16:creationId xmlns:a16="http://schemas.microsoft.com/office/drawing/2014/main" id="{BD77142E-50EA-075D-4846-82B2401F8654}"/>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7" name="Rectangle 3716">
                <a:extLst>
                  <a:ext uri="{FF2B5EF4-FFF2-40B4-BE49-F238E27FC236}">
                    <a16:creationId xmlns:a16="http://schemas.microsoft.com/office/drawing/2014/main" id="{7C9D462C-2BE7-9B1D-6D68-613EFDAD7D5A}"/>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8" name="Rectangle 3717">
                <a:extLst>
                  <a:ext uri="{FF2B5EF4-FFF2-40B4-BE49-F238E27FC236}">
                    <a16:creationId xmlns:a16="http://schemas.microsoft.com/office/drawing/2014/main" id="{7CF20D9C-8592-2DA9-A4D0-893D6D674E09}"/>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9" name="Rectangle 3718">
                <a:extLst>
                  <a:ext uri="{FF2B5EF4-FFF2-40B4-BE49-F238E27FC236}">
                    <a16:creationId xmlns:a16="http://schemas.microsoft.com/office/drawing/2014/main" id="{43BC83CB-F8F1-79A1-C581-F32586C8F452}"/>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0" name="Rectangle 3719">
                <a:extLst>
                  <a:ext uri="{FF2B5EF4-FFF2-40B4-BE49-F238E27FC236}">
                    <a16:creationId xmlns:a16="http://schemas.microsoft.com/office/drawing/2014/main" id="{E14A708C-EF91-2468-312C-EE4E57C3A1DF}"/>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1" name="Rectangle 3720">
                <a:extLst>
                  <a:ext uri="{FF2B5EF4-FFF2-40B4-BE49-F238E27FC236}">
                    <a16:creationId xmlns:a16="http://schemas.microsoft.com/office/drawing/2014/main" id="{651B37F3-6162-FE5F-FD4E-4AE289D5F0F6}"/>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2" name="Rectangle 3721">
                <a:extLst>
                  <a:ext uri="{FF2B5EF4-FFF2-40B4-BE49-F238E27FC236}">
                    <a16:creationId xmlns:a16="http://schemas.microsoft.com/office/drawing/2014/main" id="{7BEBEAAC-445B-C21C-AD45-0BAC824257AF}"/>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3" name="Rectangle 3722">
                <a:extLst>
                  <a:ext uri="{FF2B5EF4-FFF2-40B4-BE49-F238E27FC236}">
                    <a16:creationId xmlns:a16="http://schemas.microsoft.com/office/drawing/2014/main" id="{00BF0B6F-21AF-701B-ADC7-567967CCFCAC}"/>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4" name="Rectangle 3723">
                <a:extLst>
                  <a:ext uri="{FF2B5EF4-FFF2-40B4-BE49-F238E27FC236}">
                    <a16:creationId xmlns:a16="http://schemas.microsoft.com/office/drawing/2014/main" id="{67E74353-CA87-FF3C-555E-D3D93B039123}"/>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5" name="Rectangle 3724">
                <a:extLst>
                  <a:ext uri="{FF2B5EF4-FFF2-40B4-BE49-F238E27FC236}">
                    <a16:creationId xmlns:a16="http://schemas.microsoft.com/office/drawing/2014/main" id="{72912F85-3A61-648A-74DA-3F4D1187D3A2}"/>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6" name="Rectangle 3725">
                <a:extLst>
                  <a:ext uri="{FF2B5EF4-FFF2-40B4-BE49-F238E27FC236}">
                    <a16:creationId xmlns:a16="http://schemas.microsoft.com/office/drawing/2014/main" id="{8FA26A21-A1D2-CEF5-605C-5BC49E4B916A}"/>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7" name="Rectangle 3726">
                <a:extLst>
                  <a:ext uri="{FF2B5EF4-FFF2-40B4-BE49-F238E27FC236}">
                    <a16:creationId xmlns:a16="http://schemas.microsoft.com/office/drawing/2014/main" id="{038D27E9-9BC7-4C88-DE0A-6218A73C93B0}"/>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8" name="Rectangle 3727">
                <a:extLst>
                  <a:ext uri="{FF2B5EF4-FFF2-40B4-BE49-F238E27FC236}">
                    <a16:creationId xmlns:a16="http://schemas.microsoft.com/office/drawing/2014/main" id="{9C5936B6-A21A-8CB0-F6F0-EDA18CAE1DF2}"/>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9" name="Rectangle 3728">
                <a:extLst>
                  <a:ext uri="{FF2B5EF4-FFF2-40B4-BE49-F238E27FC236}">
                    <a16:creationId xmlns:a16="http://schemas.microsoft.com/office/drawing/2014/main" id="{CA77075C-93C7-9D1B-F7E1-77CF6943EDC9}"/>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0" name="Rectangle 3729">
                <a:extLst>
                  <a:ext uri="{FF2B5EF4-FFF2-40B4-BE49-F238E27FC236}">
                    <a16:creationId xmlns:a16="http://schemas.microsoft.com/office/drawing/2014/main" id="{4B28AECA-F5F4-41F5-577C-8DF2E6649FEF}"/>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1" name="Rectangle 3730">
                <a:extLst>
                  <a:ext uri="{FF2B5EF4-FFF2-40B4-BE49-F238E27FC236}">
                    <a16:creationId xmlns:a16="http://schemas.microsoft.com/office/drawing/2014/main" id="{BF2BB075-D468-6472-1F96-88CF9B4471D9}"/>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2" name="Rectangle 3731">
                <a:extLst>
                  <a:ext uri="{FF2B5EF4-FFF2-40B4-BE49-F238E27FC236}">
                    <a16:creationId xmlns:a16="http://schemas.microsoft.com/office/drawing/2014/main" id="{6DBA53ED-C2A8-6E85-7375-24993CFB5A42}"/>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3" name="Rectangle 3732">
                <a:extLst>
                  <a:ext uri="{FF2B5EF4-FFF2-40B4-BE49-F238E27FC236}">
                    <a16:creationId xmlns:a16="http://schemas.microsoft.com/office/drawing/2014/main" id="{0108C3C8-34A0-2FF2-4AA9-DCBA42C3A75A}"/>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4" name="Rectangle 3733">
                <a:extLst>
                  <a:ext uri="{FF2B5EF4-FFF2-40B4-BE49-F238E27FC236}">
                    <a16:creationId xmlns:a16="http://schemas.microsoft.com/office/drawing/2014/main" id="{9CD035A6-0A0E-CB9E-23F8-1528812E6C17}"/>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5" name="Rectangle 3734">
                <a:extLst>
                  <a:ext uri="{FF2B5EF4-FFF2-40B4-BE49-F238E27FC236}">
                    <a16:creationId xmlns:a16="http://schemas.microsoft.com/office/drawing/2014/main" id="{481E402F-416E-583C-7539-92D32AD2B89F}"/>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6" name="Rectangle 3735">
                <a:extLst>
                  <a:ext uri="{FF2B5EF4-FFF2-40B4-BE49-F238E27FC236}">
                    <a16:creationId xmlns:a16="http://schemas.microsoft.com/office/drawing/2014/main" id="{1C7FD341-0B02-7CA7-A00E-FBCC76E3FEE7}"/>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7" name="Rectangle 3736">
                <a:extLst>
                  <a:ext uri="{FF2B5EF4-FFF2-40B4-BE49-F238E27FC236}">
                    <a16:creationId xmlns:a16="http://schemas.microsoft.com/office/drawing/2014/main" id="{31BF813B-2E45-F918-5142-085DBC110B52}"/>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8" name="Rectangle 3737">
                <a:extLst>
                  <a:ext uri="{FF2B5EF4-FFF2-40B4-BE49-F238E27FC236}">
                    <a16:creationId xmlns:a16="http://schemas.microsoft.com/office/drawing/2014/main" id="{C64FCB08-1E07-1F8E-5AB3-1636E73BE62A}"/>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9" name="Rectangle 3738">
                <a:extLst>
                  <a:ext uri="{FF2B5EF4-FFF2-40B4-BE49-F238E27FC236}">
                    <a16:creationId xmlns:a16="http://schemas.microsoft.com/office/drawing/2014/main" id="{B5AD07C9-73AA-3457-2686-33CFE10E56D4}"/>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0" name="Rectangle 3739">
                <a:extLst>
                  <a:ext uri="{FF2B5EF4-FFF2-40B4-BE49-F238E27FC236}">
                    <a16:creationId xmlns:a16="http://schemas.microsoft.com/office/drawing/2014/main" id="{C995532D-A176-12F7-A065-619F3CB87D1C}"/>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1" name="Rectangle 3740">
                <a:extLst>
                  <a:ext uri="{FF2B5EF4-FFF2-40B4-BE49-F238E27FC236}">
                    <a16:creationId xmlns:a16="http://schemas.microsoft.com/office/drawing/2014/main" id="{37B2DEE4-C26B-2691-5FCC-5EF1B6916BF3}"/>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2" name="Rectangle 3741">
                <a:extLst>
                  <a:ext uri="{FF2B5EF4-FFF2-40B4-BE49-F238E27FC236}">
                    <a16:creationId xmlns:a16="http://schemas.microsoft.com/office/drawing/2014/main" id="{F3003E78-554F-F491-1188-490A79E35461}"/>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3" name="Rectangle 3742">
                <a:extLst>
                  <a:ext uri="{FF2B5EF4-FFF2-40B4-BE49-F238E27FC236}">
                    <a16:creationId xmlns:a16="http://schemas.microsoft.com/office/drawing/2014/main" id="{1B0F2AAB-8C46-AD87-93A3-E1D86B6CF630}"/>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4" name="Rectangle 3743">
                <a:extLst>
                  <a:ext uri="{FF2B5EF4-FFF2-40B4-BE49-F238E27FC236}">
                    <a16:creationId xmlns:a16="http://schemas.microsoft.com/office/drawing/2014/main" id="{27CDA563-2E4C-C4BD-C5B2-A379398BE6E9}"/>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5" name="Rectangle 3744">
                <a:extLst>
                  <a:ext uri="{FF2B5EF4-FFF2-40B4-BE49-F238E27FC236}">
                    <a16:creationId xmlns:a16="http://schemas.microsoft.com/office/drawing/2014/main" id="{4FEAC903-6F65-4A86-8C8F-96B559552BEA}"/>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6" name="Rectangle 3745">
                <a:extLst>
                  <a:ext uri="{FF2B5EF4-FFF2-40B4-BE49-F238E27FC236}">
                    <a16:creationId xmlns:a16="http://schemas.microsoft.com/office/drawing/2014/main" id="{8BA8000A-9100-93D3-C896-71FA5D627A79}"/>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7" name="Rectangle 3746">
                <a:extLst>
                  <a:ext uri="{FF2B5EF4-FFF2-40B4-BE49-F238E27FC236}">
                    <a16:creationId xmlns:a16="http://schemas.microsoft.com/office/drawing/2014/main" id="{9E5D4C0C-9FCD-6455-B669-3E16ADDEDFB5}"/>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8" name="Rectangle 3747">
                <a:extLst>
                  <a:ext uri="{FF2B5EF4-FFF2-40B4-BE49-F238E27FC236}">
                    <a16:creationId xmlns:a16="http://schemas.microsoft.com/office/drawing/2014/main" id="{43FB31F1-3444-FCEC-E71A-AAED05FBC5FE}"/>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9" name="Rectangle 3748">
                <a:extLst>
                  <a:ext uri="{FF2B5EF4-FFF2-40B4-BE49-F238E27FC236}">
                    <a16:creationId xmlns:a16="http://schemas.microsoft.com/office/drawing/2014/main" id="{FDACD0DB-85C5-F1A6-316D-5EE55FB9A8A5}"/>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0" name="Rectangle 3749">
                <a:extLst>
                  <a:ext uri="{FF2B5EF4-FFF2-40B4-BE49-F238E27FC236}">
                    <a16:creationId xmlns:a16="http://schemas.microsoft.com/office/drawing/2014/main" id="{FF3B434A-BFBF-98DA-85AA-D7D6B47D3D34}"/>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1" name="Rectangle 3750">
                <a:extLst>
                  <a:ext uri="{FF2B5EF4-FFF2-40B4-BE49-F238E27FC236}">
                    <a16:creationId xmlns:a16="http://schemas.microsoft.com/office/drawing/2014/main" id="{310C42A6-5FC4-D273-2D31-42681043B00C}"/>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2" name="Rectangle 3751">
                <a:extLst>
                  <a:ext uri="{FF2B5EF4-FFF2-40B4-BE49-F238E27FC236}">
                    <a16:creationId xmlns:a16="http://schemas.microsoft.com/office/drawing/2014/main" id="{940CBDD8-58C7-A4E1-FE69-0B7206525B8A}"/>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3" name="Rectangle 3752">
                <a:extLst>
                  <a:ext uri="{FF2B5EF4-FFF2-40B4-BE49-F238E27FC236}">
                    <a16:creationId xmlns:a16="http://schemas.microsoft.com/office/drawing/2014/main" id="{EA538DCD-1AC5-6E52-A801-F880DBCD3A74}"/>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4" name="Rectangle 3753">
                <a:extLst>
                  <a:ext uri="{FF2B5EF4-FFF2-40B4-BE49-F238E27FC236}">
                    <a16:creationId xmlns:a16="http://schemas.microsoft.com/office/drawing/2014/main" id="{3CE4C8A7-5ABF-6008-2F1C-0420C2280AF2}"/>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5" name="Rectangle 3754">
                <a:extLst>
                  <a:ext uri="{FF2B5EF4-FFF2-40B4-BE49-F238E27FC236}">
                    <a16:creationId xmlns:a16="http://schemas.microsoft.com/office/drawing/2014/main" id="{AFFC97DF-2237-63A7-D0BC-70830984513E}"/>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04" name="Group 3403">
              <a:extLst>
                <a:ext uri="{FF2B5EF4-FFF2-40B4-BE49-F238E27FC236}">
                  <a16:creationId xmlns:a16="http://schemas.microsoft.com/office/drawing/2014/main" id="{CF0F2879-7AA0-6420-4427-57DED02C8791}"/>
                </a:ext>
              </a:extLst>
            </p:cNvPr>
            <p:cNvGrpSpPr/>
            <p:nvPr/>
          </p:nvGrpSpPr>
          <p:grpSpPr>
            <a:xfrm>
              <a:off x="7533154" y="5534376"/>
              <a:ext cx="2912265" cy="301135"/>
              <a:chOff x="2844481" y="3245377"/>
              <a:chExt cx="2912265" cy="301135"/>
            </a:xfrm>
            <a:grpFill/>
          </p:grpSpPr>
          <p:sp>
            <p:nvSpPr>
              <p:cNvPr id="3405" name="Rectangle 3404">
                <a:extLst>
                  <a:ext uri="{FF2B5EF4-FFF2-40B4-BE49-F238E27FC236}">
                    <a16:creationId xmlns:a16="http://schemas.microsoft.com/office/drawing/2014/main" id="{3C0CC3CA-F5DC-2958-0726-C53C37EBE04D}"/>
                  </a:ext>
                </a:extLst>
              </p:cNvPr>
              <p:cNvSpPr/>
              <p:nvPr/>
            </p:nvSpPr>
            <p:spPr>
              <a:xfrm rot="10800000">
                <a:off x="565632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6" name="Rectangle 3405">
                <a:extLst>
                  <a:ext uri="{FF2B5EF4-FFF2-40B4-BE49-F238E27FC236}">
                    <a16:creationId xmlns:a16="http://schemas.microsoft.com/office/drawing/2014/main" id="{2C9A658D-4F5F-85CD-3B8B-82F8B59D1F5C}"/>
                  </a:ext>
                </a:extLst>
              </p:cNvPr>
              <p:cNvSpPr/>
              <p:nvPr/>
            </p:nvSpPr>
            <p:spPr>
              <a:xfrm rot="10800000">
                <a:off x="555590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7" name="Rectangle 3406">
                <a:extLst>
                  <a:ext uri="{FF2B5EF4-FFF2-40B4-BE49-F238E27FC236}">
                    <a16:creationId xmlns:a16="http://schemas.microsoft.com/office/drawing/2014/main" id="{162124DC-7B87-DE74-C043-0F502B8280D1}"/>
                  </a:ext>
                </a:extLst>
              </p:cNvPr>
              <p:cNvSpPr/>
              <p:nvPr/>
            </p:nvSpPr>
            <p:spPr>
              <a:xfrm rot="10800000">
                <a:off x="545547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8" name="Rectangle 3407">
                <a:extLst>
                  <a:ext uri="{FF2B5EF4-FFF2-40B4-BE49-F238E27FC236}">
                    <a16:creationId xmlns:a16="http://schemas.microsoft.com/office/drawing/2014/main" id="{BA6998F0-9B10-7205-F7B5-239F61651F0E}"/>
                  </a:ext>
                </a:extLst>
              </p:cNvPr>
              <p:cNvSpPr/>
              <p:nvPr/>
            </p:nvSpPr>
            <p:spPr>
              <a:xfrm rot="10800000">
                <a:off x="535505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9" name="Rectangle 3408">
                <a:extLst>
                  <a:ext uri="{FF2B5EF4-FFF2-40B4-BE49-F238E27FC236}">
                    <a16:creationId xmlns:a16="http://schemas.microsoft.com/office/drawing/2014/main" id="{944EC50E-0C7F-0DA5-3CFD-2932DA78A21C}"/>
                  </a:ext>
                </a:extLst>
              </p:cNvPr>
              <p:cNvSpPr/>
              <p:nvPr/>
            </p:nvSpPr>
            <p:spPr>
              <a:xfrm rot="10800000">
                <a:off x="525463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0" name="Rectangle 3409">
                <a:extLst>
                  <a:ext uri="{FF2B5EF4-FFF2-40B4-BE49-F238E27FC236}">
                    <a16:creationId xmlns:a16="http://schemas.microsoft.com/office/drawing/2014/main" id="{E366C969-3C21-7694-4202-03B3C48A6951}"/>
                  </a:ext>
                </a:extLst>
              </p:cNvPr>
              <p:cNvSpPr/>
              <p:nvPr/>
            </p:nvSpPr>
            <p:spPr>
              <a:xfrm rot="10800000">
                <a:off x="515420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1" name="Rectangle 3410">
                <a:extLst>
                  <a:ext uri="{FF2B5EF4-FFF2-40B4-BE49-F238E27FC236}">
                    <a16:creationId xmlns:a16="http://schemas.microsoft.com/office/drawing/2014/main" id="{9E128FDF-AA34-2766-C8FA-550F8A1E8CD9}"/>
                  </a:ext>
                </a:extLst>
              </p:cNvPr>
              <p:cNvSpPr/>
              <p:nvPr/>
            </p:nvSpPr>
            <p:spPr>
              <a:xfrm rot="10800000">
                <a:off x="505378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2" name="Rectangle 3411">
                <a:extLst>
                  <a:ext uri="{FF2B5EF4-FFF2-40B4-BE49-F238E27FC236}">
                    <a16:creationId xmlns:a16="http://schemas.microsoft.com/office/drawing/2014/main" id="{FC559A9C-CE06-AF35-DF8D-C3D0E647653A}"/>
                  </a:ext>
                </a:extLst>
              </p:cNvPr>
              <p:cNvSpPr/>
              <p:nvPr/>
            </p:nvSpPr>
            <p:spPr>
              <a:xfrm rot="10800000">
                <a:off x="495336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3" name="Rectangle 3412">
                <a:extLst>
                  <a:ext uri="{FF2B5EF4-FFF2-40B4-BE49-F238E27FC236}">
                    <a16:creationId xmlns:a16="http://schemas.microsoft.com/office/drawing/2014/main" id="{09C3BF41-7DE7-6B85-A8B9-9A05305291CA}"/>
                  </a:ext>
                </a:extLst>
              </p:cNvPr>
              <p:cNvSpPr/>
              <p:nvPr/>
            </p:nvSpPr>
            <p:spPr>
              <a:xfrm rot="10800000">
                <a:off x="485294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4" name="Rectangle 3413">
                <a:extLst>
                  <a:ext uri="{FF2B5EF4-FFF2-40B4-BE49-F238E27FC236}">
                    <a16:creationId xmlns:a16="http://schemas.microsoft.com/office/drawing/2014/main" id="{FFCBAE7B-0465-1A95-2506-02B1BD69F389}"/>
                  </a:ext>
                </a:extLst>
              </p:cNvPr>
              <p:cNvSpPr/>
              <p:nvPr/>
            </p:nvSpPr>
            <p:spPr>
              <a:xfrm rot="10800000">
                <a:off x="475251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5" name="Rectangle 3414">
                <a:extLst>
                  <a:ext uri="{FF2B5EF4-FFF2-40B4-BE49-F238E27FC236}">
                    <a16:creationId xmlns:a16="http://schemas.microsoft.com/office/drawing/2014/main" id="{92C021F1-A7CB-EFC6-F485-93D071B5D572}"/>
                  </a:ext>
                </a:extLst>
              </p:cNvPr>
              <p:cNvSpPr/>
              <p:nvPr/>
            </p:nvSpPr>
            <p:spPr>
              <a:xfrm rot="10800000">
                <a:off x="465209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6" name="Rectangle 3415">
                <a:extLst>
                  <a:ext uri="{FF2B5EF4-FFF2-40B4-BE49-F238E27FC236}">
                    <a16:creationId xmlns:a16="http://schemas.microsoft.com/office/drawing/2014/main" id="{2436E375-B300-1A8D-E6DE-C1031E3311AB}"/>
                  </a:ext>
                </a:extLst>
              </p:cNvPr>
              <p:cNvSpPr/>
              <p:nvPr/>
            </p:nvSpPr>
            <p:spPr>
              <a:xfrm rot="10800000">
                <a:off x="455167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7" name="Rectangle 3416">
                <a:extLst>
                  <a:ext uri="{FF2B5EF4-FFF2-40B4-BE49-F238E27FC236}">
                    <a16:creationId xmlns:a16="http://schemas.microsoft.com/office/drawing/2014/main" id="{DA6CEB5A-954E-D497-7541-E2047B3B2833}"/>
                  </a:ext>
                </a:extLst>
              </p:cNvPr>
              <p:cNvSpPr/>
              <p:nvPr/>
            </p:nvSpPr>
            <p:spPr>
              <a:xfrm rot="10800000">
                <a:off x="445124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8" name="Rectangle 3417">
                <a:extLst>
                  <a:ext uri="{FF2B5EF4-FFF2-40B4-BE49-F238E27FC236}">
                    <a16:creationId xmlns:a16="http://schemas.microsoft.com/office/drawing/2014/main" id="{387A0B5B-C986-19A0-A440-524DF22E9C61}"/>
                  </a:ext>
                </a:extLst>
              </p:cNvPr>
              <p:cNvSpPr/>
              <p:nvPr/>
            </p:nvSpPr>
            <p:spPr>
              <a:xfrm rot="10800000">
                <a:off x="435082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9" name="Rectangle 3418">
                <a:extLst>
                  <a:ext uri="{FF2B5EF4-FFF2-40B4-BE49-F238E27FC236}">
                    <a16:creationId xmlns:a16="http://schemas.microsoft.com/office/drawing/2014/main" id="{8BF30EF1-364F-A1E5-D158-985EC9997066}"/>
                  </a:ext>
                </a:extLst>
              </p:cNvPr>
              <p:cNvSpPr/>
              <p:nvPr/>
            </p:nvSpPr>
            <p:spPr>
              <a:xfrm rot="10800000">
                <a:off x="425040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0" name="Rectangle 3419">
                <a:extLst>
                  <a:ext uri="{FF2B5EF4-FFF2-40B4-BE49-F238E27FC236}">
                    <a16:creationId xmlns:a16="http://schemas.microsoft.com/office/drawing/2014/main" id="{905ADE98-472A-3F28-B946-B5E798F0B801}"/>
                  </a:ext>
                </a:extLst>
              </p:cNvPr>
              <p:cNvSpPr/>
              <p:nvPr/>
            </p:nvSpPr>
            <p:spPr>
              <a:xfrm rot="10800000">
                <a:off x="414997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1" name="Rectangle 3420">
                <a:extLst>
                  <a:ext uri="{FF2B5EF4-FFF2-40B4-BE49-F238E27FC236}">
                    <a16:creationId xmlns:a16="http://schemas.microsoft.com/office/drawing/2014/main" id="{8B71F44A-7D7E-737A-DAE8-7D58E2159305}"/>
                  </a:ext>
                </a:extLst>
              </p:cNvPr>
              <p:cNvSpPr/>
              <p:nvPr/>
            </p:nvSpPr>
            <p:spPr>
              <a:xfrm rot="10800000">
                <a:off x="404955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2" name="Rectangle 3421">
                <a:extLst>
                  <a:ext uri="{FF2B5EF4-FFF2-40B4-BE49-F238E27FC236}">
                    <a16:creationId xmlns:a16="http://schemas.microsoft.com/office/drawing/2014/main" id="{F2A30C9D-2ACE-5F6E-DBCC-A8EAB21595ED}"/>
                  </a:ext>
                </a:extLst>
              </p:cNvPr>
              <p:cNvSpPr/>
              <p:nvPr/>
            </p:nvSpPr>
            <p:spPr>
              <a:xfrm rot="10800000">
                <a:off x="394913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3" name="Rectangle 3422">
                <a:extLst>
                  <a:ext uri="{FF2B5EF4-FFF2-40B4-BE49-F238E27FC236}">
                    <a16:creationId xmlns:a16="http://schemas.microsoft.com/office/drawing/2014/main" id="{216B27AA-8AEE-6212-E41A-1400CAC17811}"/>
                  </a:ext>
                </a:extLst>
              </p:cNvPr>
              <p:cNvSpPr/>
              <p:nvPr/>
            </p:nvSpPr>
            <p:spPr>
              <a:xfrm rot="10800000">
                <a:off x="384871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4" name="Rectangle 3423">
                <a:extLst>
                  <a:ext uri="{FF2B5EF4-FFF2-40B4-BE49-F238E27FC236}">
                    <a16:creationId xmlns:a16="http://schemas.microsoft.com/office/drawing/2014/main" id="{DEE8491A-3933-294C-8C53-7C22AF68EE06}"/>
                  </a:ext>
                </a:extLst>
              </p:cNvPr>
              <p:cNvSpPr/>
              <p:nvPr/>
            </p:nvSpPr>
            <p:spPr>
              <a:xfrm rot="10800000">
                <a:off x="3748288"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5" name="Rectangle 3424">
                <a:extLst>
                  <a:ext uri="{FF2B5EF4-FFF2-40B4-BE49-F238E27FC236}">
                    <a16:creationId xmlns:a16="http://schemas.microsoft.com/office/drawing/2014/main" id="{2F9FBBE6-F353-871E-6B66-CD0D32D74650}"/>
                  </a:ext>
                </a:extLst>
              </p:cNvPr>
              <p:cNvSpPr/>
              <p:nvPr/>
            </p:nvSpPr>
            <p:spPr>
              <a:xfrm rot="10800000">
                <a:off x="3647865"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6" name="Rectangle 3425">
                <a:extLst>
                  <a:ext uri="{FF2B5EF4-FFF2-40B4-BE49-F238E27FC236}">
                    <a16:creationId xmlns:a16="http://schemas.microsoft.com/office/drawing/2014/main" id="{3D5FB70F-E677-8C40-E730-9BAEC25E2A78}"/>
                  </a:ext>
                </a:extLst>
              </p:cNvPr>
              <p:cNvSpPr/>
              <p:nvPr/>
            </p:nvSpPr>
            <p:spPr>
              <a:xfrm rot="10800000">
                <a:off x="3547442"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7" name="Rectangle 3426">
                <a:extLst>
                  <a:ext uri="{FF2B5EF4-FFF2-40B4-BE49-F238E27FC236}">
                    <a16:creationId xmlns:a16="http://schemas.microsoft.com/office/drawing/2014/main" id="{C0ED7D6F-88F6-28A1-B499-606A836B339A}"/>
                  </a:ext>
                </a:extLst>
              </p:cNvPr>
              <p:cNvSpPr/>
              <p:nvPr/>
            </p:nvSpPr>
            <p:spPr>
              <a:xfrm rot="10800000">
                <a:off x="3447019"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8" name="Rectangle 3427">
                <a:extLst>
                  <a:ext uri="{FF2B5EF4-FFF2-40B4-BE49-F238E27FC236}">
                    <a16:creationId xmlns:a16="http://schemas.microsoft.com/office/drawing/2014/main" id="{A7F16575-F6C8-13CA-16D6-38A5A0A57E70}"/>
                  </a:ext>
                </a:extLst>
              </p:cNvPr>
              <p:cNvSpPr/>
              <p:nvPr/>
            </p:nvSpPr>
            <p:spPr>
              <a:xfrm rot="10800000">
                <a:off x="3346596"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9" name="Rectangle 3428">
                <a:extLst>
                  <a:ext uri="{FF2B5EF4-FFF2-40B4-BE49-F238E27FC236}">
                    <a16:creationId xmlns:a16="http://schemas.microsoft.com/office/drawing/2014/main" id="{D315F697-AA0B-215D-6AF2-372EF00BDCAB}"/>
                  </a:ext>
                </a:extLst>
              </p:cNvPr>
              <p:cNvSpPr/>
              <p:nvPr/>
            </p:nvSpPr>
            <p:spPr>
              <a:xfrm rot="10800000">
                <a:off x="3246173"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0" name="Rectangle 3429">
                <a:extLst>
                  <a:ext uri="{FF2B5EF4-FFF2-40B4-BE49-F238E27FC236}">
                    <a16:creationId xmlns:a16="http://schemas.microsoft.com/office/drawing/2014/main" id="{9B2DD59E-7D2E-D70F-B8A7-C621C0E0E949}"/>
                  </a:ext>
                </a:extLst>
              </p:cNvPr>
              <p:cNvSpPr/>
              <p:nvPr/>
            </p:nvSpPr>
            <p:spPr>
              <a:xfrm rot="10800000">
                <a:off x="3145750"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1" name="Rectangle 3430">
                <a:extLst>
                  <a:ext uri="{FF2B5EF4-FFF2-40B4-BE49-F238E27FC236}">
                    <a16:creationId xmlns:a16="http://schemas.microsoft.com/office/drawing/2014/main" id="{E41ADDEB-6F85-4903-F6B9-DD37C9F85F1F}"/>
                  </a:ext>
                </a:extLst>
              </p:cNvPr>
              <p:cNvSpPr/>
              <p:nvPr/>
            </p:nvSpPr>
            <p:spPr>
              <a:xfrm rot="10800000">
                <a:off x="3045327"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2" name="Rectangle 3431">
                <a:extLst>
                  <a:ext uri="{FF2B5EF4-FFF2-40B4-BE49-F238E27FC236}">
                    <a16:creationId xmlns:a16="http://schemas.microsoft.com/office/drawing/2014/main" id="{E8399711-4DDF-21A4-4214-6D404B2C426B}"/>
                  </a:ext>
                </a:extLst>
              </p:cNvPr>
              <p:cNvSpPr/>
              <p:nvPr/>
            </p:nvSpPr>
            <p:spPr>
              <a:xfrm rot="10800000">
                <a:off x="2944904"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3" name="Rectangle 3432">
                <a:extLst>
                  <a:ext uri="{FF2B5EF4-FFF2-40B4-BE49-F238E27FC236}">
                    <a16:creationId xmlns:a16="http://schemas.microsoft.com/office/drawing/2014/main" id="{0296DB75-A2FA-4FB3-E6F5-E87FC8F6BC01}"/>
                  </a:ext>
                </a:extLst>
              </p:cNvPr>
              <p:cNvSpPr/>
              <p:nvPr/>
            </p:nvSpPr>
            <p:spPr>
              <a:xfrm rot="10800000">
                <a:off x="2844481" y="344608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4" name="Rectangle 3433">
                <a:extLst>
                  <a:ext uri="{FF2B5EF4-FFF2-40B4-BE49-F238E27FC236}">
                    <a16:creationId xmlns:a16="http://schemas.microsoft.com/office/drawing/2014/main" id="{8E7204C2-7482-D61C-9BF6-02F642BE7BFC}"/>
                  </a:ext>
                </a:extLst>
              </p:cNvPr>
              <p:cNvSpPr/>
              <p:nvPr/>
            </p:nvSpPr>
            <p:spPr>
              <a:xfrm rot="10800000">
                <a:off x="565632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5" name="Rectangle 3434">
                <a:extLst>
                  <a:ext uri="{FF2B5EF4-FFF2-40B4-BE49-F238E27FC236}">
                    <a16:creationId xmlns:a16="http://schemas.microsoft.com/office/drawing/2014/main" id="{B521323F-A01B-E339-43EF-8C0570006538}"/>
                  </a:ext>
                </a:extLst>
              </p:cNvPr>
              <p:cNvSpPr/>
              <p:nvPr/>
            </p:nvSpPr>
            <p:spPr>
              <a:xfrm rot="10800000">
                <a:off x="555590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6" name="Rectangle 3435">
                <a:extLst>
                  <a:ext uri="{FF2B5EF4-FFF2-40B4-BE49-F238E27FC236}">
                    <a16:creationId xmlns:a16="http://schemas.microsoft.com/office/drawing/2014/main" id="{BC2221C3-914A-2A7A-92A1-6F4F6E996812}"/>
                  </a:ext>
                </a:extLst>
              </p:cNvPr>
              <p:cNvSpPr/>
              <p:nvPr/>
            </p:nvSpPr>
            <p:spPr>
              <a:xfrm rot="10800000">
                <a:off x="545547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7" name="Rectangle 3436">
                <a:extLst>
                  <a:ext uri="{FF2B5EF4-FFF2-40B4-BE49-F238E27FC236}">
                    <a16:creationId xmlns:a16="http://schemas.microsoft.com/office/drawing/2014/main" id="{394A68D4-A905-0DEA-E4D2-CB480D5B2B03}"/>
                  </a:ext>
                </a:extLst>
              </p:cNvPr>
              <p:cNvSpPr/>
              <p:nvPr/>
            </p:nvSpPr>
            <p:spPr>
              <a:xfrm rot="10800000">
                <a:off x="535505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8" name="Rectangle 3437">
                <a:extLst>
                  <a:ext uri="{FF2B5EF4-FFF2-40B4-BE49-F238E27FC236}">
                    <a16:creationId xmlns:a16="http://schemas.microsoft.com/office/drawing/2014/main" id="{90502F4D-1EDF-354F-8894-794F9599A339}"/>
                  </a:ext>
                </a:extLst>
              </p:cNvPr>
              <p:cNvSpPr/>
              <p:nvPr/>
            </p:nvSpPr>
            <p:spPr>
              <a:xfrm rot="10800000">
                <a:off x="525463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9" name="Rectangle 3438">
                <a:extLst>
                  <a:ext uri="{FF2B5EF4-FFF2-40B4-BE49-F238E27FC236}">
                    <a16:creationId xmlns:a16="http://schemas.microsoft.com/office/drawing/2014/main" id="{B3D0A318-6143-592C-BE18-DF55CB8743D1}"/>
                  </a:ext>
                </a:extLst>
              </p:cNvPr>
              <p:cNvSpPr/>
              <p:nvPr/>
            </p:nvSpPr>
            <p:spPr>
              <a:xfrm rot="10800000">
                <a:off x="515420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0" name="Rectangle 3439">
                <a:extLst>
                  <a:ext uri="{FF2B5EF4-FFF2-40B4-BE49-F238E27FC236}">
                    <a16:creationId xmlns:a16="http://schemas.microsoft.com/office/drawing/2014/main" id="{A1104031-39B8-BDDF-A0BB-3B028559A439}"/>
                  </a:ext>
                </a:extLst>
              </p:cNvPr>
              <p:cNvSpPr/>
              <p:nvPr/>
            </p:nvSpPr>
            <p:spPr>
              <a:xfrm rot="10800000">
                <a:off x="505378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1" name="Rectangle 3440">
                <a:extLst>
                  <a:ext uri="{FF2B5EF4-FFF2-40B4-BE49-F238E27FC236}">
                    <a16:creationId xmlns:a16="http://schemas.microsoft.com/office/drawing/2014/main" id="{6FEF1AA0-94B5-C045-5AE9-CAFC79AC1569}"/>
                  </a:ext>
                </a:extLst>
              </p:cNvPr>
              <p:cNvSpPr/>
              <p:nvPr/>
            </p:nvSpPr>
            <p:spPr>
              <a:xfrm rot="10800000">
                <a:off x="495336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2" name="Rectangle 3441">
                <a:extLst>
                  <a:ext uri="{FF2B5EF4-FFF2-40B4-BE49-F238E27FC236}">
                    <a16:creationId xmlns:a16="http://schemas.microsoft.com/office/drawing/2014/main" id="{13A4850A-B45F-B6C6-2273-9C3AC9F74BC3}"/>
                  </a:ext>
                </a:extLst>
              </p:cNvPr>
              <p:cNvSpPr/>
              <p:nvPr/>
            </p:nvSpPr>
            <p:spPr>
              <a:xfrm rot="10800000">
                <a:off x="485294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3" name="Rectangle 3442">
                <a:extLst>
                  <a:ext uri="{FF2B5EF4-FFF2-40B4-BE49-F238E27FC236}">
                    <a16:creationId xmlns:a16="http://schemas.microsoft.com/office/drawing/2014/main" id="{E2E28993-A0B5-AE90-366A-4B546829997A}"/>
                  </a:ext>
                </a:extLst>
              </p:cNvPr>
              <p:cNvSpPr/>
              <p:nvPr/>
            </p:nvSpPr>
            <p:spPr>
              <a:xfrm rot="10800000">
                <a:off x="475251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4" name="Rectangle 3443">
                <a:extLst>
                  <a:ext uri="{FF2B5EF4-FFF2-40B4-BE49-F238E27FC236}">
                    <a16:creationId xmlns:a16="http://schemas.microsoft.com/office/drawing/2014/main" id="{541F4608-A117-9C36-FEBA-324B9A27707E}"/>
                  </a:ext>
                </a:extLst>
              </p:cNvPr>
              <p:cNvSpPr/>
              <p:nvPr/>
            </p:nvSpPr>
            <p:spPr>
              <a:xfrm rot="10800000">
                <a:off x="465209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5" name="Rectangle 3444">
                <a:extLst>
                  <a:ext uri="{FF2B5EF4-FFF2-40B4-BE49-F238E27FC236}">
                    <a16:creationId xmlns:a16="http://schemas.microsoft.com/office/drawing/2014/main" id="{1059106D-3454-424C-19E2-1067D8E759E9}"/>
                  </a:ext>
                </a:extLst>
              </p:cNvPr>
              <p:cNvSpPr/>
              <p:nvPr/>
            </p:nvSpPr>
            <p:spPr>
              <a:xfrm rot="10800000">
                <a:off x="455167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6" name="Rectangle 3445">
                <a:extLst>
                  <a:ext uri="{FF2B5EF4-FFF2-40B4-BE49-F238E27FC236}">
                    <a16:creationId xmlns:a16="http://schemas.microsoft.com/office/drawing/2014/main" id="{667F5A46-99D4-18D1-FFB7-6793621A27AA}"/>
                  </a:ext>
                </a:extLst>
              </p:cNvPr>
              <p:cNvSpPr/>
              <p:nvPr/>
            </p:nvSpPr>
            <p:spPr>
              <a:xfrm rot="10800000">
                <a:off x="445124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7" name="Rectangle 3446">
                <a:extLst>
                  <a:ext uri="{FF2B5EF4-FFF2-40B4-BE49-F238E27FC236}">
                    <a16:creationId xmlns:a16="http://schemas.microsoft.com/office/drawing/2014/main" id="{1BDB546B-6A88-89CD-8038-793F2F198AD5}"/>
                  </a:ext>
                </a:extLst>
              </p:cNvPr>
              <p:cNvSpPr/>
              <p:nvPr/>
            </p:nvSpPr>
            <p:spPr>
              <a:xfrm rot="10800000">
                <a:off x="435082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8" name="Rectangle 3447">
                <a:extLst>
                  <a:ext uri="{FF2B5EF4-FFF2-40B4-BE49-F238E27FC236}">
                    <a16:creationId xmlns:a16="http://schemas.microsoft.com/office/drawing/2014/main" id="{7EC7AD3E-3047-B433-7FB9-9D01CC7A5A39}"/>
                  </a:ext>
                </a:extLst>
              </p:cNvPr>
              <p:cNvSpPr/>
              <p:nvPr/>
            </p:nvSpPr>
            <p:spPr>
              <a:xfrm rot="10800000">
                <a:off x="425040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9" name="Rectangle 3448">
                <a:extLst>
                  <a:ext uri="{FF2B5EF4-FFF2-40B4-BE49-F238E27FC236}">
                    <a16:creationId xmlns:a16="http://schemas.microsoft.com/office/drawing/2014/main" id="{2CF31A7F-3BCC-8F8F-72FA-5DB1F8E9A5E5}"/>
                  </a:ext>
                </a:extLst>
              </p:cNvPr>
              <p:cNvSpPr/>
              <p:nvPr/>
            </p:nvSpPr>
            <p:spPr>
              <a:xfrm rot="10800000">
                <a:off x="414997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0" name="Rectangle 3449">
                <a:extLst>
                  <a:ext uri="{FF2B5EF4-FFF2-40B4-BE49-F238E27FC236}">
                    <a16:creationId xmlns:a16="http://schemas.microsoft.com/office/drawing/2014/main" id="{505D194A-BE21-EC8F-4B9A-9F8282938729}"/>
                  </a:ext>
                </a:extLst>
              </p:cNvPr>
              <p:cNvSpPr/>
              <p:nvPr/>
            </p:nvSpPr>
            <p:spPr>
              <a:xfrm rot="10800000">
                <a:off x="404955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1" name="Rectangle 3450">
                <a:extLst>
                  <a:ext uri="{FF2B5EF4-FFF2-40B4-BE49-F238E27FC236}">
                    <a16:creationId xmlns:a16="http://schemas.microsoft.com/office/drawing/2014/main" id="{7908FB37-FF91-4654-F914-1DB85C7309C3}"/>
                  </a:ext>
                </a:extLst>
              </p:cNvPr>
              <p:cNvSpPr/>
              <p:nvPr/>
            </p:nvSpPr>
            <p:spPr>
              <a:xfrm rot="10800000">
                <a:off x="394913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2" name="Rectangle 3451">
                <a:extLst>
                  <a:ext uri="{FF2B5EF4-FFF2-40B4-BE49-F238E27FC236}">
                    <a16:creationId xmlns:a16="http://schemas.microsoft.com/office/drawing/2014/main" id="{BC911762-2CA5-243F-CAE3-6E0E1E5E4342}"/>
                  </a:ext>
                </a:extLst>
              </p:cNvPr>
              <p:cNvSpPr/>
              <p:nvPr/>
            </p:nvSpPr>
            <p:spPr>
              <a:xfrm rot="10800000">
                <a:off x="384871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3" name="Rectangle 3452">
                <a:extLst>
                  <a:ext uri="{FF2B5EF4-FFF2-40B4-BE49-F238E27FC236}">
                    <a16:creationId xmlns:a16="http://schemas.microsoft.com/office/drawing/2014/main" id="{C9BCED22-FEF2-3051-C8A7-15383CC19A7F}"/>
                  </a:ext>
                </a:extLst>
              </p:cNvPr>
              <p:cNvSpPr/>
              <p:nvPr/>
            </p:nvSpPr>
            <p:spPr>
              <a:xfrm rot="10800000">
                <a:off x="3748288"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4" name="Rectangle 3453">
                <a:extLst>
                  <a:ext uri="{FF2B5EF4-FFF2-40B4-BE49-F238E27FC236}">
                    <a16:creationId xmlns:a16="http://schemas.microsoft.com/office/drawing/2014/main" id="{7E95614E-BC9D-266A-5CDE-A5E3BE3E4CF0}"/>
                  </a:ext>
                </a:extLst>
              </p:cNvPr>
              <p:cNvSpPr/>
              <p:nvPr/>
            </p:nvSpPr>
            <p:spPr>
              <a:xfrm rot="10800000">
                <a:off x="3647865"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5" name="Rectangle 3454">
                <a:extLst>
                  <a:ext uri="{FF2B5EF4-FFF2-40B4-BE49-F238E27FC236}">
                    <a16:creationId xmlns:a16="http://schemas.microsoft.com/office/drawing/2014/main" id="{1AD27579-B53A-8B4B-7DE7-E424E866CCE5}"/>
                  </a:ext>
                </a:extLst>
              </p:cNvPr>
              <p:cNvSpPr/>
              <p:nvPr/>
            </p:nvSpPr>
            <p:spPr>
              <a:xfrm rot="10800000">
                <a:off x="3547442"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6" name="Rectangle 3455">
                <a:extLst>
                  <a:ext uri="{FF2B5EF4-FFF2-40B4-BE49-F238E27FC236}">
                    <a16:creationId xmlns:a16="http://schemas.microsoft.com/office/drawing/2014/main" id="{3C9E99BD-AE73-9E0B-DF89-8DE40AE497C3}"/>
                  </a:ext>
                </a:extLst>
              </p:cNvPr>
              <p:cNvSpPr/>
              <p:nvPr/>
            </p:nvSpPr>
            <p:spPr>
              <a:xfrm rot="10800000">
                <a:off x="3447019"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7" name="Rectangle 3456">
                <a:extLst>
                  <a:ext uri="{FF2B5EF4-FFF2-40B4-BE49-F238E27FC236}">
                    <a16:creationId xmlns:a16="http://schemas.microsoft.com/office/drawing/2014/main" id="{82D5AC50-43CD-9847-7FE1-C7537A9EA90F}"/>
                  </a:ext>
                </a:extLst>
              </p:cNvPr>
              <p:cNvSpPr/>
              <p:nvPr/>
            </p:nvSpPr>
            <p:spPr>
              <a:xfrm rot="10800000">
                <a:off x="3346596"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8" name="Rectangle 3457">
                <a:extLst>
                  <a:ext uri="{FF2B5EF4-FFF2-40B4-BE49-F238E27FC236}">
                    <a16:creationId xmlns:a16="http://schemas.microsoft.com/office/drawing/2014/main" id="{8DEE1B0C-05D9-6B39-DF2B-640569D93FD3}"/>
                  </a:ext>
                </a:extLst>
              </p:cNvPr>
              <p:cNvSpPr/>
              <p:nvPr/>
            </p:nvSpPr>
            <p:spPr>
              <a:xfrm rot="10800000">
                <a:off x="3246173"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9" name="Rectangle 3458">
                <a:extLst>
                  <a:ext uri="{FF2B5EF4-FFF2-40B4-BE49-F238E27FC236}">
                    <a16:creationId xmlns:a16="http://schemas.microsoft.com/office/drawing/2014/main" id="{609323B0-07B9-7C3B-DAAB-B8712EAC6BA8}"/>
                  </a:ext>
                </a:extLst>
              </p:cNvPr>
              <p:cNvSpPr/>
              <p:nvPr/>
            </p:nvSpPr>
            <p:spPr>
              <a:xfrm rot="10800000">
                <a:off x="3145750"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0" name="Rectangle 3459">
                <a:extLst>
                  <a:ext uri="{FF2B5EF4-FFF2-40B4-BE49-F238E27FC236}">
                    <a16:creationId xmlns:a16="http://schemas.microsoft.com/office/drawing/2014/main" id="{9617A348-5AE0-601A-C0D6-C390A56FE940}"/>
                  </a:ext>
                </a:extLst>
              </p:cNvPr>
              <p:cNvSpPr/>
              <p:nvPr/>
            </p:nvSpPr>
            <p:spPr>
              <a:xfrm rot="10800000">
                <a:off x="3045327"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1" name="Rectangle 3460">
                <a:extLst>
                  <a:ext uri="{FF2B5EF4-FFF2-40B4-BE49-F238E27FC236}">
                    <a16:creationId xmlns:a16="http://schemas.microsoft.com/office/drawing/2014/main" id="{BF0F1D11-5279-A1BA-09EE-CE671A913D83}"/>
                  </a:ext>
                </a:extLst>
              </p:cNvPr>
              <p:cNvSpPr/>
              <p:nvPr/>
            </p:nvSpPr>
            <p:spPr>
              <a:xfrm rot="10800000">
                <a:off x="2944904"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2" name="Rectangle 3461">
                <a:extLst>
                  <a:ext uri="{FF2B5EF4-FFF2-40B4-BE49-F238E27FC236}">
                    <a16:creationId xmlns:a16="http://schemas.microsoft.com/office/drawing/2014/main" id="{01BEA708-B8E2-DD30-D130-E6E4109655DF}"/>
                  </a:ext>
                </a:extLst>
              </p:cNvPr>
              <p:cNvSpPr/>
              <p:nvPr/>
            </p:nvSpPr>
            <p:spPr>
              <a:xfrm rot="10800000">
                <a:off x="2844481" y="3345799"/>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3" name="Rectangle 3462">
                <a:extLst>
                  <a:ext uri="{FF2B5EF4-FFF2-40B4-BE49-F238E27FC236}">
                    <a16:creationId xmlns:a16="http://schemas.microsoft.com/office/drawing/2014/main" id="{3800E2BA-7F01-AD88-215A-494E4E20DB19}"/>
                  </a:ext>
                </a:extLst>
              </p:cNvPr>
              <p:cNvSpPr/>
              <p:nvPr/>
            </p:nvSpPr>
            <p:spPr>
              <a:xfrm rot="10800000">
                <a:off x="565632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4" name="Rectangle 3463">
                <a:extLst>
                  <a:ext uri="{FF2B5EF4-FFF2-40B4-BE49-F238E27FC236}">
                    <a16:creationId xmlns:a16="http://schemas.microsoft.com/office/drawing/2014/main" id="{58F38281-F311-DAA7-ACE2-0E6B5342AB46}"/>
                  </a:ext>
                </a:extLst>
              </p:cNvPr>
              <p:cNvSpPr/>
              <p:nvPr/>
            </p:nvSpPr>
            <p:spPr>
              <a:xfrm rot="10800000">
                <a:off x="555590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5" name="Rectangle 3464">
                <a:extLst>
                  <a:ext uri="{FF2B5EF4-FFF2-40B4-BE49-F238E27FC236}">
                    <a16:creationId xmlns:a16="http://schemas.microsoft.com/office/drawing/2014/main" id="{B6F6135E-9E6F-6EF7-7DF4-2749D5A49627}"/>
                  </a:ext>
                </a:extLst>
              </p:cNvPr>
              <p:cNvSpPr/>
              <p:nvPr/>
            </p:nvSpPr>
            <p:spPr>
              <a:xfrm rot="10800000">
                <a:off x="545547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6" name="Rectangle 3465">
                <a:extLst>
                  <a:ext uri="{FF2B5EF4-FFF2-40B4-BE49-F238E27FC236}">
                    <a16:creationId xmlns:a16="http://schemas.microsoft.com/office/drawing/2014/main" id="{A169480C-E5C2-359A-C0E8-099B986451F0}"/>
                  </a:ext>
                </a:extLst>
              </p:cNvPr>
              <p:cNvSpPr/>
              <p:nvPr/>
            </p:nvSpPr>
            <p:spPr>
              <a:xfrm rot="10800000">
                <a:off x="535505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7" name="Rectangle 3466">
                <a:extLst>
                  <a:ext uri="{FF2B5EF4-FFF2-40B4-BE49-F238E27FC236}">
                    <a16:creationId xmlns:a16="http://schemas.microsoft.com/office/drawing/2014/main" id="{6CDBBCFF-3603-D971-8E9E-351202FAE47E}"/>
                  </a:ext>
                </a:extLst>
              </p:cNvPr>
              <p:cNvSpPr/>
              <p:nvPr/>
            </p:nvSpPr>
            <p:spPr>
              <a:xfrm rot="10800000">
                <a:off x="525463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8" name="Rectangle 3467">
                <a:extLst>
                  <a:ext uri="{FF2B5EF4-FFF2-40B4-BE49-F238E27FC236}">
                    <a16:creationId xmlns:a16="http://schemas.microsoft.com/office/drawing/2014/main" id="{E00963DF-BE5D-75D7-C05E-18BBBFF9F8FC}"/>
                  </a:ext>
                </a:extLst>
              </p:cNvPr>
              <p:cNvSpPr/>
              <p:nvPr/>
            </p:nvSpPr>
            <p:spPr>
              <a:xfrm rot="10800000">
                <a:off x="515420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9" name="Rectangle 3468">
                <a:extLst>
                  <a:ext uri="{FF2B5EF4-FFF2-40B4-BE49-F238E27FC236}">
                    <a16:creationId xmlns:a16="http://schemas.microsoft.com/office/drawing/2014/main" id="{85E7D179-A7F0-BF38-8005-F999834C60D0}"/>
                  </a:ext>
                </a:extLst>
              </p:cNvPr>
              <p:cNvSpPr/>
              <p:nvPr/>
            </p:nvSpPr>
            <p:spPr>
              <a:xfrm rot="10800000">
                <a:off x="505378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0" name="Rectangle 3469">
                <a:extLst>
                  <a:ext uri="{FF2B5EF4-FFF2-40B4-BE49-F238E27FC236}">
                    <a16:creationId xmlns:a16="http://schemas.microsoft.com/office/drawing/2014/main" id="{812B10C2-5D9E-AB24-5088-B200C4DC9DF2}"/>
                  </a:ext>
                </a:extLst>
              </p:cNvPr>
              <p:cNvSpPr/>
              <p:nvPr/>
            </p:nvSpPr>
            <p:spPr>
              <a:xfrm rot="10800000">
                <a:off x="495336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 name="Rectangle 3470">
                <a:extLst>
                  <a:ext uri="{FF2B5EF4-FFF2-40B4-BE49-F238E27FC236}">
                    <a16:creationId xmlns:a16="http://schemas.microsoft.com/office/drawing/2014/main" id="{67B545F5-35F8-3B0D-9080-57369189F47E}"/>
                  </a:ext>
                </a:extLst>
              </p:cNvPr>
              <p:cNvSpPr/>
              <p:nvPr/>
            </p:nvSpPr>
            <p:spPr>
              <a:xfrm rot="10800000">
                <a:off x="485294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2" name="Rectangle 3471">
                <a:extLst>
                  <a:ext uri="{FF2B5EF4-FFF2-40B4-BE49-F238E27FC236}">
                    <a16:creationId xmlns:a16="http://schemas.microsoft.com/office/drawing/2014/main" id="{62ADE098-64C3-7F7D-1892-C178F4E68EA6}"/>
                  </a:ext>
                </a:extLst>
              </p:cNvPr>
              <p:cNvSpPr/>
              <p:nvPr/>
            </p:nvSpPr>
            <p:spPr>
              <a:xfrm rot="10800000">
                <a:off x="475251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3" name="Rectangle 3472">
                <a:extLst>
                  <a:ext uri="{FF2B5EF4-FFF2-40B4-BE49-F238E27FC236}">
                    <a16:creationId xmlns:a16="http://schemas.microsoft.com/office/drawing/2014/main" id="{FB141FAD-D8C2-8644-A2BC-D53E26B3C206}"/>
                  </a:ext>
                </a:extLst>
              </p:cNvPr>
              <p:cNvSpPr/>
              <p:nvPr/>
            </p:nvSpPr>
            <p:spPr>
              <a:xfrm rot="10800000">
                <a:off x="465209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4" name="Rectangle 3473">
                <a:extLst>
                  <a:ext uri="{FF2B5EF4-FFF2-40B4-BE49-F238E27FC236}">
                    <a16:creationId xmlns:a16="http://schemas.microsoft.com/office/drawing/2014/main" id="{30BBF9B2-F928-36CE-E72D-2329702A4CFC}"/>
                  </a:ext>
                </a:extLst>
              </p:cNvPr>
              <p:cNvSpPr/>
              <p:nvPr/>
            </p:nvSpPr>
            <p:spPr>
              <a:xfrm rot="10800000">
                <a:off x="455167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5" name="Rectangle 3474">
                <a:extLst>
                  <a:ext uri="{FF2B5EF4-FFF2-40B4-BE49-F238E27FC236}">
                    <a16:creationId xmlns:a16="http://schemas.microsoft.com/office/drawing/2014/main" id="{8C686155-3DAB-0B58-F240-560273A57FC1}"/>
                  </a:ext>
                </a:extLst>
              </p:cNvPr>
              <p:cNvSpPr/>
              <p:nvPr/>
            </p:nvSpPr>
            <p:spPr>
              <a:xfrm rot="10800000">
                <a:off x="445124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6" name="Rectangle 3475">
                <a:extLst>
                  <a:ext uri="{FF2B5EF4-FFF2-40B4-BE49-F238E27FC236}">
                    <a16:creationId xmlns:a16="http://schemas.microsoft.com/office/drawing/2014/main" id="{EAB45971-A61C-C707-7589-A93A97D5B30F}"/>
                  </a:ext>
                </a:extLst>
              </p:cNvPr>
              <p:cNvSpPr/>
              <p:nvPr/>
            </p:nvSpPr>
            <p:spPr>
              <a:xfrm rot="10800000">
                <a:off x="435082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7" name="Rectangle 3476">
                <a:extLst>
                  <a:ext uri="{FF2B5EF4-FFF2-40B4-BE49-F238E27FC236}">
                    <a16:creationId xmlns:a16="http://schemas.microsoft.com/office/drawing/2014/main" id="{B873B30A-A8A3-3BB2-7E21-AB8970B1C736}"/>
                  </a:ext>
                </a:extLst>
              </p:cNvPr>
              <p:cNvSpPr/>
              <p:nvPr/>
            </p:nvSpPr>
            <p:spPr>
              <a:xfrm rot="10800000">
                <a:off x="425040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8" name="Rectangle 3477">
                <a:extLst>
                  <a:ext uri="{FF2B5EF4-FFF2-40B4-BE49-F238E27FC236}">
                    <a16:creationId xmlns:a16="http://schemas.microsoft.com/office/drawing/2014/main" id="{21E1C67A-C6B0-A014-4CBA-30A290E40F57}"/>
                  </a:ext>
                </a:extLst>
              </p:cNvPr>
              <p:cNvSpPr/>
              <p:nvPr/>
            </p:nvSpPr>
            <p:spPr>
              <a:xfrm rot="10800000">
                <a:off x="414997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9" name="Rectangle 3478">
                <a:extLst>
                  <a:ext uri="{FF2B5EF4-FFF2-40B4-BE49-F238E27FC236}">
                    <a16:creationId xmlns:a16="http://schemas.microsoft.com/office/drawing/2014/main" id="{A0E1072B-1F08-231D-FACD-B7BF8C014C84}"/>
                  </a:ext>
                </a:extLst>
              </p:cNvPr>
              <p:cNvSpPr/>
              <p:nvPr/>
            </p:nvSpPr>
            <p:spPr>
              <a:xfrm rot="10800000">
                <a:off x="404955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Rectangle 3479">
                <a:extLst>
                  <a:ext uri="{FF2B5EF4-FFF2-40B4-BE49-F238E27FC236}">
                    <a16:creationId xmlns:a16="http://schemas.microsoft.com/office/drawing/2014/main" id="{E77DF2C4-0BE1-F57C-924B-5CAA1ECE3E07}"/>
                  </a:ext>
                </a:extLst>
              </p:cNvPr>
              <p:cNvSpPr/>
              <p:nvPr/>
            </p:nvSpPr>
            <p:spPr>
              <a:xfrm rot="10800000">
                <a:off x="394913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 name="Rectangle 3480">
                <a:extLst>
                  <a:ext uri="{FF2B5EF4-FFF2-40B4-BE49-F238E27FC236}">
                    <a16:creationId xmlns:a16="http://schemas.microsoft.com/office/drawing/2014/main" id="{B5A6AA7C-065D-CDF0-E680-E54A42E109C9}"/>
                  </a:ext>
                </a:extLst>
              </p:cNvPr>
              <p:cNvSpPr/>
              <p:nvPr/>
            </p:nvSpPr>
            <p:spPr>
              <a:xfrm rot="10800000">
                <a:off x="384871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 name="Rectangle 3481">
                <a:extLst>
                  <a:ext uri="{FF2B5EF4-FFF2-40B4-BE49-F238E27FC236}">
                    <a16:creationId xmlns:a16="http://schemas.microsoft.com/office/drawing/2014/main" id="{B0E820AA-B117-84B3-811D-95244C94F71B}"/>
                  </a:ext>
                </a:extLst>
              </p:cNvPr>
              <p:cNvSpPr/>
              <p:nvPr/>
            </p:nvSpPr>
            <p:spPr>
              <a:xfrm rot="10800000">
                <a:off x="3748288"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3" name="Rectangle 3482">
                <a:extLst>
                  <a:ext uri="{FF2B5EF4-FFF2-40B4-BE49-F238E27FC236}">
                    <a16:creationId xmlns:a16="http://schemas.microsoft.com/office/drawing/2014/main" id="{59E8029C-F217-EAAA-6520-52B31E974F28}"/>
                  </a:ext>
                </a:extLst>
              </p:cNvPr>
              <p:cNvSpPr/>
              <p:nvPr/>
            </p:nvSpPr>
            <p:spPr>
              <a:xfrm rot="10800000">
                <a:off x="3647865"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4" name="Rectangle 3483">
                <a:extLst>
                  <a:ext uri="{FF2B5EF4-FFF2-40B4-BE49-F238E27FC236}">
                    <a16:creationId xmlns:a16="http://schemas.microsoft.com/office/drawing/2014/main" id="{E34AF888-EF3C-127B-ACC0-A41275FE453C}"/>
                  </a:ext>
                </a:extLst>
              </p:cNvPr>
              <p:cNvSpPr/>
              <p:nvPr/>
            </p:nvSpPr>
            <p:spPr>
              <a:xfrm rot="10800000">
                <a:off x="3547442"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5" name="Rectangle 3484">
                <a:extLst>
                  <a:ext uri="{FF2B5EF4-FFF2-40B4-BE49-F238E27FC236}">
                    <a16:creationId xmlns:a16="http://schemas.microsoft.com/office/drawing/2014/main" id="{7D73CB67-5490-AD64-0336-050547FC8E28}"/>
                  </a:ext>
                </a:extLst>
              </p:cNvPr>
              <p:cNvSpPr/>
              <p:nvPr/>
            </p:nvSpPr>
            <p:spPr>
              <a:xfrm rot="10800000">
                <a:off x="3447019"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6" name="Rectangle 3485">
                <a:extLst>
                  <a:ext uri="{FF2B5EF4-FFF2-40B4-BE49-F238E27FC236}">
                    <a16:creationId xmlns:a16="http://schemas.microsoft.com/office/drawing/2014/main" id="{0DF4FCC0-B0C8-46E2-AECE-875802B5C941}"/>
                  </a:ext>
                </a:extLst>
              </p:cNvPr>
              <p:cNvSpPr/>
              <p:nvPr/>
            </p:nvSpPr>
            <p:spPr>
              <a:xfrm rot="10800000">
                <a:off x="3346596"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7" name="Rectangle 3486">
                <a:extLst>
                  <a:ext uri="{FF2B5EF4-FFF2-40B4-BE49-F238E27FC236}">
                    <a16:creationId xmlns:a16="http://schemas.microsoft.com/office/drawing/2014/main" id="{7024B193-90EF-FF3A-C71F-D4CF562C2401}"/>
                  </a:ext>
                </a:extLst>
              </p:cNvPr>
              <p:cNvSpPr/>
              <p:nvPr/>
            </p:nvSpPr>
            <p:spPr>
              <a:xfrm rot="10800000">
                <a:off x="3246173"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8" name="Rectangle 3487">
                <a:extLst>
                  <a:ext uri="{FF2B5EF4-FFF2-40B4-BE49-F238E27FC236}">
                    <a16:creationId xmlns:a16="http://schemas.microsoft.com/office/drawing/2014/main" id="{2456271F-AB55-561E-7437-02167F5730BD}"/>
                  </a:ext>
                </a:extLst>
              </p:cNvPr>
              <p:cNvSpPr/>
              <p:nvPr/>
            </p:nvSpPr>
            <p:spPr>
              <a:xfrm rot="10800000">
                <a:off x="3145750"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9" name="Rectangle 3488">
                <a:extLst>
                  <a:ext uri="{FF2B5EF4-FFF2-40B4-BE49-F238E27FC236}">
                    <a16:creationId xmlns:a16="http://schemas.microsoft.com/office/drawing/2014/main" id="{A512DD80-0C51-A723-2AE9-CD02C845180B}"/>
                  </a:ext>
                </a:extLst>
              </p:cNvPr>
              <p:cNvSpPr/>
              <p:nvPr/>
            </p:nvSpPr>
            <p:spPr>
              <a:xfrm rot="10800000">
                <a:off x="3045327"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0" name="Rectangle 3489">
                <a:extLst>
                  <a:ext uri="{FF2B5EF4-FFF2-40B4-BE49-F238E27FC236}">
                    <a16:creationId xmlns:a16="http://schemas.microsoft.com/office/drawing/2014/main" id="{312ABB94-04B4-F133-D911-07811B3AD49A}"/>
                  </a:ext>
                </a:extLst>
              </p:cNvPr>
              <p:cNvSpPr/>
              <p:nvPr/>
            </p:nvSpPr>
            <p:spPr>
              <a:xfrm rot="10800000">
                <a:off x="2944904"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1" name="Rectangle 3490">
                <a:extLst>
                  <a:ext uri="{FF2B5EF4-FFF2-40B4-BE49-F238E27FC236}">
                    <a16:creationId xmlns:a16="http://schemas.microsoft.com/office/drawing/2014/main" id="{3E2915EF-D859-9043-B7B6-241D24B66650}"/>
                  </a:ext>
                </a:extLst>
              </p:cNvPr>
              <p:cNvSpPr/>
              <p:nvPr/>
            </p:nvSpPr>
            <p:spPr>
              <a:xfrm rot="10800000">
                <a:off x="2844481" y="3245377"/>
                <a:ext cx="100423" cy="100423"/>
              </a:xfrm>
              <a:prstGeom prst="rect">
                <a:avLst/>
              </a:prstGeom>
              <a:grp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464" name="TextBox 4463">
            <a:extLst>
              <a:ext uri="{FF2B5EF4-FFF2-40B4-BE49-F238E27FC236}">
                <a16:creationId xmlns:a16="http://schemas.microsoft.com/office/drawing/2014/main" id="{E17770A8-6093-2131-48FB-C043AF83ED31}"/>
              </a:ext>
            </a:extLst>
          </p:cNvPr>
          <p:cNvSpPr txBox="1"/>
          <p:nvPr/>
        </p:nvSpPr>
        <p:spPr>
          <a:xfrm>
            <a:off x="234783" y="955773"/>
            <a:ext cx="1163139" cy="369332"/>
          </a:xfrm>
          <a:prstGeom prst="rect">
            <a:avLst/>
          </a:prstGeom>
          <a:noFill/>
        </p:spPr>
        <p:txBody>
          <a:bodyPr wrap="none" rtlCol="0">
            <a:spAutoFit/>
          </a:bodyPr>
          <a:lstStyle/>
          <a:p>
            <a:r>
              <a:rPr lang="en-US" dirty="0" err="1"/>
              <a:t>nstripes</a:t>
            </a:r>
            <a:r>
              <a:rPr lang="en-US" dirty="0"/>
              <a:t>=1</a:t>
            </a:r>
          </a:p>
        </p:txBody>
      </p:sp>
      <p:sp>
        <p:nvSpPr>
          <p:cNvPr id="4465" name="TextBox 4464">
            <a:extLst>
              <a:ext uri="{FF2B5EF4-FFF2-40B4-BE49-F238E27FC236}">
                <a16:creationId xmlns:a16="http://schemas.microsoft.com/office/drawing/2014/main" id="{7FB74377-3933-B18B-8713-2ACBF5BE1ED9}"/>
              </a:ext>
            </a:extLst>
          </p:cNvPr>
          <p:cNvSpPr txBox="1"/>
          <p:nvPr/>
        </p:nvSpPr>
        <p:spPr>
          <a:xfrm>
            <a:off x="1726202" y="1007707"/>
            <a:ext cx="296328" cy="317398"/>
          </a:xfrm>
          <a:prstGeom prst="rect">
            <a:avLst/>
          </a:prstGeom>
          <a:noFill/>
          <a:ln w="25400">
            <a:solidFill>
              <a:schemeClr val="tx1"/>
            </a:solidFill>
            <a:headEnd type="none" w="med" len="med"/>
            <a:tailEnd type="none" w="med" len="med"/>
          </a:ln>
        </p:spPr>
        <p:txBody>
          <a:bodyPr wrap="none" rtlCol="0" anchor="ctr" anchorCtr="1">
            <a:noAutofit/>
          </a:bodyPr>
          <a:lstStyle/>
          <a:p>
            <a:endParaRPr lang="en-US" sz="1400" dirty="0"/>
          </a:p>
        </p:txBody>
      </p:sp>
      <p:sp>
        <p:nvSpPr>
          <p:cNvPr id="2" name="TextBox 1">
            <a:extLst>
              <a:ext uri="{FF2B5EF4-FFF2-40B4-BE49-F238E27FC236}">
                <a16:creationId xmlns:a16="http://schemas.microsoft.com/office/drawing/2014/main" id="{583C0C33-91EA-E6FA-36FC-751A612F3E7C}"/>
              </a:ext>
            </a:extLst>
          </p:cNvPr>
          <p:cNvSpPr txBox="1"/>
          <p:nvPr/>
        </p:nvSpPr>
        <p:spPr>
          <a:xfrm>
            <a:off x="1715869" y="1408079"/>
            <a:ext cx="531385" cy="317398"/>
          </a:xfrm>
          <a:prstGeom prst="rect">
            <a:avLst/>
          </a:prstGeom>
          <a:noFill/>
          <a:ln w="25400">
            <a:solidFill>
              <a:schemeClr val="tx1"/>
            </a:solidFill>
            <a:headEnd type="none" w="med" len="med"/>
            <a:tailEnd type="none" w="med" len="med"/>
          </a:ln>
        </p:spPr>
        <p:txBody>
          <a:bodyPr wrap="none" rtlCol="0" anchor="ctr" anchorCtr="1">
            <a:noAutofit/>
          </a:bodyPr>
          <a:lstStyle/>
          <a:p>
            <a:endParaRPr lang="en-US" sz="1400" dirty="0"/>
          </a:p>
        </p:txBody>
      </p:sp>
      <p:sp>
        <p:nvSpPr>
          <p:cNvPr id="3" name="TextBox 2">
            <a:extLst>
              <a:ext uri="{FF2B5EF4-FFF2-40B4-BE49-F238E27FC236}">
                <a16:creationId xmlns:a16="http://schemas.microsoft.com/office/drawing/2014/main" id="{E3463956-4C66-D6B5-480B-9D4D3DDDAEF1}"/>
              </a:ext>
            </a:extLst>
          </p:cNvPr>
          <p:cNvSpPr txBox="1"/>
          <p:nvPr/>
        </p:nvSpPr>
        <p:spPr>
          <a:xfrm>
            <a:off x="234783" y="1356145"/>
            <a:ext cx="1163139" cy="369332"/>
          </a:xfrm>
          <a:prstGeom prst="rect">
            <a:avLst/>
          </a:prstGeom>
          <a:noFill/>
        </p:spPr>
        <p:txBody>
          <a:bodyPr wrap="none" rtlCol="0">
            <a:spAutoFit/>
          </a:bodyPr>
          <a:lstStyle/>
          <a:p>
            <a:r>
              <a:rPr lang="en-US" dirty="0" err="1"/>
              <a:t>nstripes</a:t>
            </a:r>
            <a:r>
              <a:rPr lang="en-US" dirty="0"/>
              <a:t>=3</a:t>
            </a:r>
          </a:p>
        </p:txBody>
      </p:sp>
      <p:sp>
        <p:nvSpPr>
          <p:cNvPr id="4" name="TextBox 3">
            <a:extLst>
              <a:ext uri="{FF2B5EF4-FFF2-40B4-BE49-F238E27FC236}">
                <a16:creationId xmlns:a16="http://schemas.microsoft.com/office/drawing/2014/main" id="{CE7C572A-5707-1585-8435-A71A87AA3575}"/>
              </a:ext>
            </a:extLst>
          </p:cNvPr>
          <p:cNvSpPr txBox="1"/>
          <p:nvPr/>
        </p:nvSpPr>
        <p:spPr>
          <a:xfrm>
            <a:off x="1726203" y="1828799"/>
            <a:ext cx="1621432" cy="297049"/>
          </a:xfrm>
          <a:prstGeom prst="rect">
            <a:avLst/>
          </a:prstGeom>
          <a:noFill/>
          <a:ln w="25400">
            <a:solidFill>
              <a:schemeClr val="tx1"/>
            </a:solidFill>
            <a:headEnd type="none" w="med" len="med"/>
            <a:tailEnd type="none" w="med" len="med"/>
          </a:ln>
        </p:spPr>
        <p:txBody>
          <a:bodyPr wrap="none" rtlCol="0" anchor="ctr" anchorCtr="1">
            <a:noAutofit/>
          </a:bodyPr>
          <a:lstStyle/>
          <a:p>
            <a:endParaRPr lang="en-US" sz="1400" dirty="0"/>
          </a:p>
        </p:txBody>
      </p:sp>
      <p:sp>
        <p:nvSpPr>
          <p:cNvPr id="5" name="TextBox 4">
            <a:extLst>
              <a:ext uri="{FF2B5EF4-FFF2-40B4-BE49-F238E27FC236}">
                <a16:creationId xmlns:a16="http://schemas.microsoft.com/office/drawing/2014/main" id="{0D803D4A-966B-A3F2-8C00-42D87515CB12}"/>
              </a:ext>
            </a:extLst>
          </p:cNvPr>
          <p:cNvSpPr txBox="1"/>
          <p:nvPr/>
        </p:nvSpPr>
        <p:spPr>
          <a:xfrm>
            <a:off x="234783" y="1759055"/>
            <a:ext cx="1280159" cy="369332"/>
          </a:xfrm>
          <a:prstGeom prst="rect">
            <a:avLst/>
          </a:prstGeom>
          <a:noFill/>
        </p:spPr>
        <p:txBody>
          <a:bodyPr wrap="none" rtlCol="0">
            <a:spAutoFit/>
          </a:bodyPr>
          <a:lstStyle/>
          <a:p>
            <a:r>
              <a:rPr lang="en-US" dirty="0" err="1"/>
              <a:t>nstripes</a:t>
            </a:r>
            <a:r>
              <a:rPr lang="en-US" dirty="0"/>
              <a:t>=15</a:t>
            </a:r>
          </a:p>
        </p:txBody>
      </p:sp>
    </p:spTree>
    <p:extLst>
      <p:ext uri="{BB962C8B-B14F-4D97-AF65-F5344CB8AC3E}">
        <p14:creationId xmlns:p14="http://schemas.microsoft.com/office/powerpoint/2010/main" val="6209747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F07E80D8-CFF9-6EBC-D568-E8D92D237EE4}"/>
              </a:ext>
            </a:extLst>
          </p:cNvPr>
          <p:cNvGraphicFramePr>
            <a:graphicFrameLocks noChangeAspect="1"/>
          </p:cNvGraphicFramePr>
          <p:nvPr>
            <p:extLst>
              <p:ext uri="{D42A27DB-BD31-4B8C-83A1-F6EECF244321}">
                <p14:modId xmlns:p14="http://schemas.microsoft.com/office/powerpoint/2010/main" val="2215408487"/>
              </p:ext>
            </p:extLst>
          </p:nvPr>
        </p:nvGraphicFramePr>
        <p:xfrm>
          <a:off x="742762" y="1202733"/>
          <a:ext cx="10934700" cy="4762500"/>
        </p:xfrm>
        <a:graphic>
          <a:graphicData uri="http://schemas.openxmlformats.org/presentationml/2006/ole">
            <mc:AlternateContent xmlns:mc="http://schemas.openxmlformats.org/markup-compatibility/2006">
              <mc:Choice xmlns:v="urn:schemas-microsoft-com:vml" Requires="v">
                <p:oleObj name="Worksheet" r:id="rId2" imgW="10934528" imgH="4762662" progId="Excel.Sheet.12">
                  <p:embed/>
                </p:oleObj>
              </mc:Choice>
              <mc:Fallback>
                <p:oleObj name="Worksheet" r:id="rId2" imgW="10934528" imgH="4762662" progId="Excel.Sheet.12">
                  <p:embed/>
                  <p:pic>
                    <p:nvPicPr>
                      <p:cNvPr id="3" name="Object 2">
                        <a:extLst>
                          <a:ext uri="{FF2B5EF4-FFF2-40B4-BE49-F238E27FC236}">
                            <a16:creationId xmlns:a16="http://schemas.microsoft.com/office/drawing/2014/main" id="{F07E80D8-CFF9-6EBC-D568-E8D92D237EE4}"/>
                          </a:ext>
                        </a:extLst>
                      </p:cNvPr>
                      <p:cNvPicPr/>
                      <p:nvPr/>
                    </p:nvPicPr>
                    <p:blipFill>
                      <a:blip r:embed="rId3"/>
                      <a:stretch>
                        <a:fillRect/>
                      </a:stretch>
                    </p:blipFill>
                    <p:spPr>
                      <a:xfrm>
                        <a:off x="742762" y="1202733"/>
                        <a:ext cx="10934700" cy="4762500"/>
                      </a:xfrm>
                      <a:prstGeom prst="rect">
                        <a:avLst/>
                      </a:prstGeom>
                    </p:spPr>
                  </p:pic>
                </p:oleObj>
              </mc:Fallback>
            </mc:AlternateContent>
          </a:graphicData>
        </a:graphic>
      </p:graphicFrame>
    </p:spTree>
    <p:extLst>
      <p:ext uri="{BB962C8B-B14F-4D97-AF65-F5344CB8AC3E}">
        <p14:creationId xmlns:p14="http://schemas.microsoft.com/office/powerpoint/2010/main" val="13346065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44" name="Group 243">
            <a:extLst>
              <a:ext uri="{FF2B5EF4-FFF2-40B4-BE49-F238E27FC236}">
                <a16:creationId xmlns:a16="http://schemas.microsoft.com/office/drawing/2014/main" id="{2A6E34E0-D8C9-F7E4-DEB8-AFBE1F624C0F}"/>
              </a:ext>
            </a:extLst>
          </p:cNvPr>
          <p:cNvGrpSpPr/>
          <p:nvPr/>
        </p:nvGrpSpPr>
        <p:grpSpPr>
          <a:xfrm>
            <a:off x="4834627" y="4704932"/>
            <a:ext cx="2149727"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5A2122D3-E382-D79F-6D03-10B0F95C5F80}"/>
              </a:ext>
            </a:extLst>
          </p:cNvPr>
          <p:cNvGrpSpPr/>
          <p:nvPr/>
        </p:nvGrpSpPr>
        <p:grpSpPr>
          <a:xfrm>
            <a:off x="4360340"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4565087" y="1071771"/>
            <a:ext cx="2419267"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4C64A411-9C47-B1D0-E229-9A077484AF16}"/>
              </a:ext>
            </a:extLst>
          </p:cNvPr>
          <p:cNvGrpSpPr/>
          <p:nvPr/>
        </p:nvGrpSpPr>
        <p:grpSpPr>
          <a:xfrm>
            <a:off x="4360340"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4565087" y="838102"/>
            <a:ext cx="2419267"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0340"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4110351"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5087" y="598543"/>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a:stCxn id="11" idx="3"/>
          </p:cNvCxnSpPr>
          <p:nvPr/>
        </p:nvCxnSpPr>
        <p:spPr>
          <a:xfrm flipV="1">
            <a:off x="4834627" y="4321231"/>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a:stCxn id="39" idx="3"/>
          </p:cNvCxnSpPr>
          <p:nvPr/>
        </p:nvCxnSpPr>
        <p:spPr>
          <a:xfrm flipV="1">
            <a:off x="4834627" y="4081672"/>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a:stCxn id="52" idx="3"/>
          </p:cNvCxnSpPr>
          <p:nvPr/>
        </p:nvCxnSpPr>
        <p:spPr>
          <a:xfrm flipV="1">
            <a:off x="4834627" y="384800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a:stCxn id="65" idx="3"/>
          </p:cNvCxnSpPr>
          <p:nvPr/>
        </p:nvCxnSpPr>
        <p:spPr>
          <a:xfrm flipV="1">
            <a:off x="4834627" y="360844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a:stCxn id="78" idx="3"/>
          </p:cNvCxnSpPr>
          <p:nvPr/>
        </p:nvCxnSpPr>
        <p:spPr>
          <a:xfrm flipV="1">
            <a:off x="4834627" y="337000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a:stCxn id="91" idx="3"/>
          </p:cNvCxnSpPr>
          <p:nvPr/>
        </p:nvCxnSpPr>
        <p:spPr>
          <a:xfrm flipV="1">
            <a:off x="4834627" y="313044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a:stCxn id="104" idx="3"/>
          </p:cNvCxnSpPr>
          <p:nvPr/>
        </p:nvCxnSpPr>
        <p:spPr>
          <a:xfrm flipV="1">
            <a:off x="4834627" y="2896779"/>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a:stCxn id="117" idx="3"/>
          </p:cNvCxnSpPr>
          <p:nvPr/>
        </p:nvCxnSpPr>
        <p:spPr>
          <a:xfrm flipV="1">
            <a:off x="4834627" y="2657220"/>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4565087" y="1071771"/>
            <a:ext cx="2419267"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4565087" y="1071771"/>
            <a:ext cx="2419267"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4565087" y="1071771"/>
            <a:ext cx="2419267"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4565087" y="1071771"/>
            <a:ext cx="2419267"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4565087" y="1071771"/>
            <a:ext cx="2419267"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4565087" y="1071771"/>
            <a:ext cx="2419267"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4565087" y="1071771"/>
            <a:ext cx="2419267"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5087" y="598543"/>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5087" y="598543"/>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5087" y="598543"/>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5087" y="598543"/>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5087" y="598543"/>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5087" y="598543"/>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5087" y="598543"/>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4565087" y="838102"/>
            <a:ext cx="2419267"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4565087" y="838102"/>
            <a:ext cx="2419267"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4565087" y="838102"/>
            <a:ext cx="2419267"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4565087" y="838102"/>
            <a:ext cx="2419267"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4565087" y="838102"/>
            <a:ext cx="2419267"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4565087" y="838102"/>
            <a:ext cx="2419267"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4565087" y="838102"/>
            <a:ext cx="2419267"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4" name="TextBox 353">
            <a:extLst>
              <a:ext uri="{FF2B5EF4-FFF2-40B4-BE49-F238E27FC236}">
                <a16:creationId xmlns:a16="http://schemas.microsoft.com/office/drawing/2014/main" id="{EC0C5359-39FB-6536-2844-7AE61AA2E9F0}"/>
              </a:ext>
            </a:extLst>
          </p:cNvPr>
          <p:cNvSpPr txBox="1"/>
          <p:nvPr/>
        </p:nvSpPr>
        <p:spPr>
          <a:xfrm>
            <a:off x="3697031" y="6490207"/>
            <a:ext cx="1447704" cy="307777"/>
          </a:xfrm>
          <a:prstGeom prst="rect">
            <a:avLst/>
          </a:prstGeom>
          <a:noFill/>
          <a:ln w="12700">
            <a:noFill/>
          </a:ln>
        </p:spPr>
        <p:txBody>
          <a:bodyPr wrap="none" rtlCol="0">
            <a:spAutoFit/>
          </a:bodyPr>
          <a:lstStyle/>
          <a:p>
            <a:r>
              <a:rPr lang="en-US" sz="1400" i="1" dirty="0"/>
              <a:t>weights [OCHAN]</a:t>
            </a:r>
          </a:p>
        </p:txBody>
      </p:sp>
      <p:sp>
        <p:nvSpPr>
          <p:cNvPr id="356" name="TextBox 355">
            <a:extLst>
              <a:ext uri="{FF2B5EF4-FFF2-40B4-BE49-F238E27FC236}">
                <a16:creationId xmlns:a16="http://schemas.microsoft.com/office/drawing/2014/main" id="{7EC204C9-ED79-AACF-11CB-2B556D159D29}"/>
              </a:ext>
            </a:extLst>
          </p:cNvPr>
          <p:cNvSpPr txBox="1"/>
          <p:nvPr/>
        </p:nvSpPr>
        <p:spPr>
          <a:xfrm>
            <a:off x="1707235" y="1181146"/>
            <a:ext cx="2012089" cy="307777"/>
          </a:xfrm>
          <a:prstGeom prst="rect">
            <a:avLst/>
          </a:prstGeom>
          <a:noFill/>
          <a:ln w="12700">
            <a:noFill/>
          </a:ln>
        </p:spPr>
        <p:txBody>
          <a:bodyPr wrap="none" rtlCol="0">
            <a:spAutoFit/>
          </a:bodyPr>
          <a:lstStyle/>
          <a:p>
            <a:r>
              <a:rPr lang="en-US" sz="1400" i="1" dirty="0"/>
              <a:t>padded stripes [NSTRIPE]</a:t>
            </a:r>
          </a:p>
        </p:txBody>
      </p:sp>
      <p:sp>
        <p:nvSpPr>
          <p:cNvPr id="358" name="TextBox 357">
            <a:extLst>
              <a:ext uri="{FF2B5EF4-FFF2-40B4-BE49-F238E27FC236}">
                <a16:creationId xmlns:a16="http://schemas.microsoft.com/office/drawing/2014/main" id="{C5EC58FE-892B-58B7-BC61-51DFBA008931}"/>
              </a:ext>
            </a:extLst>
          </p:cNvPr>
          <p:cNvSpPr txBox="1"/>
          <p:nvPr/>
        </p:nvSpPr>
        <p:spPr>
          <a:xfrm>
            <a:off x="5425995" y="284178"/>
            <a:ext cx="649217" cy="307777"/>
          </a:xfrm>
          <a:prstGeom prst="rect">
            <a:avLst/>
          </a:prstGeom>
          <a:noFill/>
          <a:ln w="12700">
            <a:noFill/>
          </a:ln>
        </p:spPr>
        <p:txBody>
          <a:bodyPr wrap="none" rtlCol="0">
            <a:spAutoFit/>
          </a:bodyPr>
          <a:lstStyle/>
          <a:p>
            <a:r>
              <a:rPr lang="en-US" sz="1400" i="1" dirty="0"/>
              <a:t>TDATA</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352503" y="294440"/>
            <a:ext cx="1210268" cy="307777"/>
          </a:xfrm>
          <a:prstGeom prst="rect">
            <a:avLst/>
          </a:prstGeom>
          <a:noFill/>
          <a:ln w="12700">
            <a:noFill/>
          </a:ln>
        </p:spPr>
        <p:txBody>
          <a:bodyPr wrap="none" rtlCol="0">
            <a:spAutoFit/>
          </a:bodyPr>
          <a:lstStyle/>
          <a:p>
            <a:r>
              <a:rPr lang="en-US" sz="1400" i="1" dirty="0"/>
              <a:t>TDATA*ICHAN</a:t>
            </a:r>
          </a:p>
        </p:txBody>
      </p: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rot="16200000" flipH="1">
            <a:off x="1363180" y="718408"/>
            <a:ext cx="473712" cy="2640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endCxn id="227" idx="1"/>
          </p:cNvCxnSpPr>
          <p:nvPr/>
        </p:nvCxnSpPr>
        <p:spPr>
          <a:xfrm>
            <a:off x="1469233" y="853600"/>
            <a:ext cx="26280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9" name="TextBox 368">
            <a:extLst>
              <a:ext uri="{FF2B5EF4-FFF2-40B4-BE49-F238E27FC236}">
                <a16:creationId xmlns:a16="http://schemas.microsoft.com/office/drawing/2014/main" id="{97A2E3BF-255D-69B7-5DD4-A185168B9EE0}"/>
              </a:ext>
            </a:extLst>
          </p:cNvPr>
          <p:cNvSpPr txBox="1"/>
          <p:nvPr/>
        </p:nvSpPr>
        <p:spPr>
          <a:xfrm>
            <a:off x="5429780" y="6369570"/>
            <a:ext cx="649217" cy="307777"/>
          </a:xfrm>
          <a:prstGeom prst="rect">
            <a:avLst/>
          </a:prstGeom>
          <a:noFill/>
          <a:ln w="12700">
            <a:noFill/>
          </a:ln>
        </p:spPr>
        <p:txBody>
          <a:bodyPr wrap="none" rtlCol="0">
            <a:spAutoFit/>
          </a:bodyPr>
          <a:lstStyle/>
          <a:p>
            <a:r>
              <a:rPr lang="en-US" sz="1400" i="1" dirty="0"/>
              <a:t>TDATA</a:t>
            </a:r>
          </a:p>
        </p:txBody>
      </p:sp>
      <p:sp>
        <p:nvSpPr>
          <p:cNvPr id="370" name="TextBox 369">
            <a:extLst>
              <a:ext uri="{FF2B5EF4-FFF2-40B4-BE49-F238E27FC236}">
                <a16:creationId xmlns:a16="http://schemas.microsoft.com/office/drawing/2014/main" id="{C8EA116F-81B4-BEA4-C51F-6B1CCEDBFC93}"/>
              </a:ext>
            </a:extLst>
          </p:cNvPr>
          <p:cNvSpPr txBox="1"/>
          <p:nvPr/>
        </p:nvSpPr>
        <p:spPr>
          <a:xfrm>
            <a:off x="78107" y="6456835"/>
            <a:ext cx="2976905" cy="307777"/>
          </a:xfrm>
          <a:prstGeom prst="rect">
            <a:avLst/>
          </a:prstGeom>
          <a:noFill/>
          <a:ln w="12700">
            <a:noFill/>
          </a:ln>
        </p:spPr>
        <p:txBody>
          <a:bodyPr wrap="none" rtlCol="0">
            <a:spAutoFit/>
          </a:bodyPr>
          <a:lstStyle/>
          <a:p>
            <a:r>
              <a:rPr lang="en-US" sz="1400" dirty="0">
                <a:hlinkClick r:id="rId2"/>
              </a:rPr>
              <a:t>conv2d_data.v</a:t>
            </a:r>
            <a:r>
              <a:rPr lang="en-US" sz="1400" dirty="0"/>
              <a:t> : NSTRIPE=3, OCHAN=8</a:t>
            </a:r>
          </a:p>
        </p:txBody>
      </p:sp>
      <p:sp>
        <p:nvSpPr>
          <p:cNvPr id="487" name="TextBox 486">
            <a:extLst>
              <a:ext uri="{FF2B5EF4-FFF2-40B4-BE49-F238E27FC236}">
                <a16:creationId xmlns:a16="http://schemas.microsoft.com/office/drawing/2014/main" id="{2A8EA452-5104-0284-FE2B-2B10D87C2C46}"/>
              </a:ext>
            </a:extLst>
          </p:cNvPr>
          <p:cNvSpPr txBox="1"/>
          <p:nvPr/>
        </p:nvSpPr>
        <p:spPr>
          <a:xfrm>
            <a:off x="7117241" y="-20810"/>
            <a:ext cx="1113703" cy="307777"/>
          </a:xfrm>
          <a:prstGeom prst="rect">
            <a:avLst/>
          </a:prstGeom>
          <a:noFill/>
          <a:ln w="12700">
            <a:noFill/>
          </a:ln>
        </p:spPr>
        <p:txBody>
          <a:bodyPr wrap="none" rtlCol="0">
            <a:spAutoFit/>
          </a:bodyPr>
          <a:lstStyle/>
          <a:p>
            <a:r>
              <a:rPr lang="en-US" sz="1400" dirty="0"/>
              <a:t>opcode, </a:t>
            </a:r>
            <a:r>
              <a:rPr lang="en-US" sz="1400" dirty="0" err="1"/>
              <a:t>args</a:t>
            </a:r>
            <a:endParaRPr lang="en-US" sz="1400" dirty="0"/>
          </a:p>
        </p:txBody>
      </p: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923697"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923697"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770746"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770746"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3568843"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3568843"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637569"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637569"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637569"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637569"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637569"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637569"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637569"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637569"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64" name="Group 463">
            <a:extLst>
              <a:ext uri="{FF2B5EF4-FFF2-40B4-BE49-F238E27FC236}">
                <a16:creationId xmlns:a16="http://schemas.microsoft.com/office/drawing/2014/main" id="{64209CA5-BE5F-79F3-57CB-D83F1C29C926}"/>
              </a:ext>
            </a:extLst>
          </p:cNvPr>
          <p:cNvGrpSpPr/>
          <p:nvPr/>
        </p:nvGrpSpPr>
        <p:grpSpPr>
          <a:xfrm>
            <a:off x="8432821"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8432821"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8432821"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8432821"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8432821"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8432821"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8432821"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8432821"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8432821"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8432821"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8432821"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8432821"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8432821"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8432821"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8432821"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8432821"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8432821"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432821"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432821"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432821"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432821"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432821"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432821"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74" name="Group 273">
            <a:extLst>
              <a:ext uri="{FF2B5EF4-FFF2-40B4-BE49-F238E27FC236}">
                <a16:creationId xmlns:a16="http://schemas.microsoft.com/office/drawing/2014/main" id="{17F68ABE-C59D-CEE3-051B-2572089DD6C7}"/>
              </a:ext>
            </a:extLst>
          </p:cNvPr>
          <p:cNvGrpSpPr/>
          <p:nvPr/>
        </p:nvGrpSpPr>
        <p:grpSpPr>
          <a:xfrm>
            <a:off x="7193580" y="521237"/>
            <a:ext cx="1237484" cy="5914347"/>
            <a:chOff x="7085958" y="497990"/>
            <a:chExt cx="810914" cy="5914347"/>
          </a:xfrm>
        </p:grpSpPr>
        <p:sp>
          <p:nvSpPr>
            <p:cNvPr id="275" name="TextBox 274">
              <a:extLst>
                <a:ext uri="{FF2B5EF4-FFF2-40B4-BE49-F238E27FC236}">
                  <a16:creationId xmlns:a16="http://schemas.microsoft.com/office/drawing/2014/main" id="{8052F8CC-A497-0FBB-E1C1-86453A9E2450}"/>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4" name="TextBox 293">
              <a:extLst>
                <a:ext uri="{FF2B5EF4-FFF2-40B4-BE49-F238E27FC236}">
                  <a16:creationId xmlns:a16="http://schemas.microsoft.com/office/drawing/2014/main" id="{1D03A73D-8906-BE8B-8860-274DE8B40C22}"/>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432821"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318" name="Rectangle 317">
            <a:extLst>
              <a:ext uri="{FF2B5EF4-FFF2-40B4-BE49-F238E27FC236}">
                <a16:creationId xmlns:a16="http://schemas.microsoft.com/office/drawing/2014/main" id="{1B30B63D-479C-604D-1C6C-0E11B58C4043}"/>
              </a:ext>
            </a:extLst>
          </p:cNvPr>
          <p:cNvSpPr/>
          <p:nvPr/>
        </p:nvSpPr>
        <p:spPr>
          <a:xfrm>
            <a:off x="10045338" y="619432"/>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693859"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2" name="Group 321">
            <a:extLst>
              <a:ext uri="{FF2B5EF4-FFF2-40B4-BE49-F238E27FC236}">
                <a16:creationId xmlns:a16="http://schemas.microsoft.com/office/drawing/2014/main" id="{1CD209A2-5370-7337-3E9F-C1AD443A753F}"/>
              </a:ext>
            </a:extLst>
          </p:cNvPr>
          <p:cNvGrpSpPr/>
          <p:nvPr/>
        </p:nvGrpSpPr>
        <p:grpSpPr>
          <a:xfrm>
            <a:off x="8637569"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397860" y="772627"/>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489487" y="458743"/>
            <a:ext cx="1282402" cy="307777"/>
          </a:xfrm>
          <a:prstGeom prst="rect">
            <a:avLst/>
          </a:prstGeom>
          <a:noFill/>
          <a:ln w="12700">
            <a:noFill/>
          </a:ln>
        </p:spPr>
        <p:txBody>
          <a:bodyPr wrap="none" rtlCol="0">
            <a:spAutoFit/>
          </a:bodyPr>
          <a:lstStyle/>
          <a:p>
            <a:r>
              <a:rPr lang="en-US" sz="1400" i="1" dirty="0"/>
              <a:t>TDATA*OCHAN</a:t>
            </a:r>
          </a:p>
        </p:txBody>
      </p:sp>
      <p:grpSp>
        <p:nvGrpSpPr>
          <p:cNvPr id="342" name="Group 341">
            <a:extLst>
              <a:ext uri="{FF2B5EF4-FFF2-40B4-BE49-F238E27FC236}">
                <a16:creationId xmlns:a16="http://schemas.microsoft.com/office/drawing/2014/main" id="{71904354-7544-E94D-F5C7-66D32CB11EE9}"/>
              </a:ext>
            </a:extLst>
          </p:cNvPr>
          <p:cNvGrpSpPr/>
          <p:nvPr/>
        </p:nvGrpSpPr>
        <p:grpSpPr>
          <a:xfrm>
            <a:off x="8637568"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8944531"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053439"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9210790" y="1099797"/>
            <a:ext cx="0" cy="5232224"/>
          </a:xfrm>
          <a:prstGeom prst="line">
            <a:avLst/>
          </a:prstGeom>
          <a:ln w="19050"/>
        </p:spPr>
        <p:style>
          <a:lnRef idx="1">
            <a:schemeClr val="dk1"/>
          </a:lnRef>
          <a:fillRef idx="0">
            <a:schemeClr val="dk1"/>
          </a:fillRef>
          <a:effectRef idx="0">
            <a:schemeClr val="dk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353048"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9068520"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9065705"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9210790"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7837130"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5889F7E5-069B-CFA8-8738-CF1AF0C6B310}"/>
              </a:ext>
            </a:extLst>
          </p:cNvPr>
          <p:cNvCxnSpPr>
            <a:cxnSpLocks/>
          </p:cNvCxnSpPr>
          <p:nvPr/>
        </p:nvCxnSpPr>
        <p:spPr>
          <a:xfrm>
            <a:off x="7837130" y="2392374"/>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2" name="Straight Arrow Connector 371">
            <a:extLst>
              <a:ext uri="{FF2B5EF4-FFF2-40B4-BE49-F238E27FC236}">
                <a16:creationId xmlns:a16="http://schemas.microsoft.com/office/drawing/2014/main" id="{E9F9578F-A009-69BF-A363-AC9FAC82EF2E}"/>
              </a:ext>
            </a:extLst>
          </p:cNvPr>
          <p:cNvCxnSpPr>
            <a:cxnSpLocks/>
          </p:cNvCxnSpPr>
          <p:nvPr/>
        </p:nvCxnSpPr>
        <p:spPr>
          <a:xfrm>
            <a:off x="7837130" y="4415846"/>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1" name="Group 520">
            <a:extLst>
              <a:ext uri="{FF2B5EF4-FFF2-40B4-BE49-F238E27FC236}">
                <a16:creationId xmlns:a16="http://schemas.microsoft.com/office/drawing/2014/main" id="{17D7A6D2-DA1F-1461-21B2-929313C6F1F5}"/>
              </a:ext>
            </a:extLst>
          </p:cNvPr>
          <p:cNvGrpSpPr/>
          <p:nvPr/>
        </p:nvGrpSpPr>
        <p:grpSpPr>
          <a:xfrm>
            <a:off x="6988833" y="528219"/>
            <a:ext cx="204747" cy="5897371"/>
            <a:chOff x="8663115" y="658886"/>
            <a:chExt cx="204747" cy="5897371"/>
          </a:xfrm>
        </p:grpSpPr>
        <p:grpSp>
          <p:nvGrpSpPr>
            <p:cNvPr id="375" name="Group 374">
              <a:extLst>
                <a:ext uri="{FF2B5EF4-FFF2-40B4-BE49-F238E27FC236}">
                  <a16:creationId xmlns:a16="http://schemas.microsoft.com/office/drawing/2014/main" id="{F5F0BE1B-B64B-1C0D-0932-C42DF4F9991A}"/>
                </a:ext>
              </a:extLst>
            </p:cNvPr>
            <p:cNvGrpSpPr/>
            <p:nvPr/>
          </p:nvGrpSpPr>
          <p:grpSpPr>
            <a:xfrm>
              <a:off x="8663115" y="6366107"/>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8663115" y="6126548"/>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8663115" y="5892879"/>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8663115" y="5653319"/>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8663115" y="5414884"/>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8663115" y="5175324"/>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8663115" y="4941655"/>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8663115" y="4702096"/>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3" name="Group 402">
              <a:extLst>
                <a:ext uri="{FF2B5EF4-FFF2-40B4-BE49-F238E27FC236}">
                  <a16:creationId xmlns:a16="http://schemas.microsoft.com/office/drawing/2014/main" id="{7565E4D1-B156-3861-95E3-871FC8D1885E}"/>
                </a:ext>
              </a:extLst>
            </p:cNvPr>
            <p:cNvGrpSpPr/>
            <p:nvPr/>
          </p:nvGrpSpPr>
          <p:grpSpPr>
            <a:xfrm>
              <a:off x="8663115" y="4336461"/>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8663115" y="4096902"/>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8663115" y="3863233"/>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8663115" y="3623673"/>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8663115" y="3385238"/>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8663115" y="3145678"/>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8663115" y="2912009"/>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8663115" y="2672450"/>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8663115" y="2322897"/>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8663115" y="2083338"/>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8663115" y="1849669"/>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8663115" y="1610109"/>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8663115" y="1371674"/>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8663115" y="1132114"/>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8663115" y="898445"/>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8663115" y="658886"/>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2" name="TextBox 1">
            <a:extLst>
              <a:ext uri="{FF2B5EF4-FFF2-40B4-BE49-F238E27FC236}">
                <a16:creationId xmlns:a16="http://schemas.microsoft.com/office/drawing/2014/main" id="{C3F58609-114E-FA23-0C4B-1216FEE33B93}"/>
              </a:ext>
            </a:extLst>
          </p:cNvPr>
          <p:cNvSpPr txBox="1"/>
          <p:nvPr/>
        </p:nvSpPr>
        <p:spPr>
          <a:xfrm>
            <a:off x="8621124" y="6373943"/>
            <a:ext cx="649217" cy="307777"/>
          </a:xfrm>
          <a:prstGeom prst="rect">
            <a:avLst/>
          </a:prstGeom>
          <a:noFill/>
          <a:ln w="12700">
            <a:noFill/>
          </a:ln>
        </p:spPr>
        <p:txBody>
          <a:bodyPr wrap="none" rtlCol="0">
            <a:spAutoFit/>
          </a:bodyPr>
          <a:lstStyle/>
          <a:p>
            <a:r>
              <a:rPr lang="en-US" sz="1400" i="1" dirty="0"/>
              <a:t>TDATA</a:t>
            </a:r>
          </a:p>
        </p:txBody>
      </p:sp>
      <p:sp>
        <p:nvSpPr>
          <p:cNvPr id="4" name="TextBox 3">
            <a:extLst>
              <a:ext uri="{FF2B5EF4-FFF2-40B4-BE49-F238E27FC236}">
                <a16:creationId xmlns:a16="http://schemas.microsoft.com/office/drawing/2014/main" id="{F9469775-542C-D59A-E570-7C566B67802B}"/>
              </a:ext>
            </a:extLst>
          </p:cNvPr>
          <p:cNvSpPr txBox="1"/>
          <p:nvPr/>
        </p:nvSpPr>
        <p:spPr>
          <a:xfrm>
            <a:off x="1545350" y="23211"/>
            <a:ext cx="658770" cy="307777"/>
          </a:xfrm>
          <a:prstGeom prst="rect">
            <a:avLst/>
          </a:prstGeom>
          <a:noFill/>
          <a:ln w="12700">
            <a:noFill/>
          </a:ln>
        </p:spPr>
        <p:txBody>
          <a:bodyPr wrap="none" rtlCol="0">
            <a:spAutoFit/>
          </a:bodyPr>
          <a:lstStyle/>
          <a:p>
            <a:r>
              <a:rPr lang="en-US" sz="1400" dirty="0" err="1"/>
              <a:t>wa,we</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3183357"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3568843"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29B62355-CCBA-57DA-BF5F-7DA470B7C05C}"/>
              </a:ext>
            </a:extLst>
          </p:cNvPr>
          <p:cNvSpPr txBox="1"/>
          <p:nvPr/>
        </p:nvSpPr>
        <p:spPr>
          <a:xfrm>
            <a:off x="4344220" y="4106680"/>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9119798"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a:stCxn id="21" idx="2"/>
          </p:cNvCxnSpPr>
          <p:nvPr/>
        </p:nvCxnSpPr>
        <p:spPr>
          <a:xfrm>
            <a:off x="9567004"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6553685" y="15321"/>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8289328" y="205739"/>
            <a:ext cx="579839" cy="307777"/>
          </a:xfrm>
          <a:prstGeom prst="rect">
            <a:avLst/>
          </a:prstGeom>
          <a:noFill/>
          <a:ln w="12700">
            <a:noFill/>
          </a:ln>
        </p:spPr>
        <p:txBody>
          <a:bodyPr wrap="none" rtlCol="0">
            <a:spAutoFit/>
          </a:bodyPr>
          <a:lstStyle/>
          <a:p>
            <a:r>
              <a:rPr lang="en-US" sz="1400" dirty="0" err="1"/>
              <a:t>reg_z</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4271279" y="193630"/>
            <a:ext cx="592791" cy="307777"/>
          </a:xfrm>
          <a:prstGeom prst="rect">
            <a:avLst/>
          </a:prstGeom>
          <a:noFill/>
          <a:ln w="12700">
            <a:noFill/>
          </a:ln>
        </p:spPr>
        <p:txBody>
          <a:bodyPr wrap="none" rtlCol="0">
            <a:spAutoFit/>
          </a:bodyPr>
          <a:lstStyle/>
          <a:p>
            <a:r>
              <a:rPr lang="en-US" sz="1400" dirty="0"/>
              <a:t>patch</a:t>
            </a:r>
          </a:p>
        </p:txBody>
      </p:sp>
    </p:spTree>
    <p:extLst>
      <p:ext uri="{BB962C8B-B14F-4D97-AF65-F5344CB8AC3E}">
        <p14:creationId xmlns:p14="http://schemas.microsoft.com/office/powerpoint/2010/main" val="1871035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44" name="Group 243">
            <a:extLst>
              <a:ext uri="{FF2B5EF4-FFF2-40B4-BE49-F238E27FC236}">
                <a16:creationId xmlns:a16="http://schemas.microsoft.com/office/drawing/2014/main" id="{2A6E34E0-D8C9-F7E4-DEB8-AFBE1F624C0F}"/>
              </a:ext>
            </a:extLst>
          </p:cNvPr>
          <p:cNvGrpSpPr/>
          <p:nvPr/>
        </p:nvGrpSpPr>
        <p:grpSpPr>
          <a:xfrm>
            <a:off x="4834627" y="4704932"/>
            <a:ext cx="2149727"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5A2122D3-E382-D79F-6D03-10B0F95C5F80}"/>
              </a:ext>
            </a:extLst>
          </p:cNvPr>
          <p:cNvGrpSpPr/>
          <p:nvPr/>
        </p:nvGrpSpPr>
        <p:grpSpPr>
          <a:xfrm>
            <a:off x="4360340"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4565087" y="1071771"/>
            <a:ext cx="2419267"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4C64A411-9C47-B1D0-E229-9A077484AF16}"/>
              </a:ext>
            </a:extLst>
          </p:cNvPr>
          <p:cNvGrpSpPr/>
          <p:nvPr/>
        </p:nvGrpSpPr>
        <p:grpSpPr>
          <a:xfrm>
            <a:off x="4360340"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4565087" y="838102"/>
            <a:ext cx="2419267"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0340"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4110351"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5087" y="598543"/>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a:stCxn id="11" idx="3"/>
          </p:cNvCxnSpPr>
          <p:nvPr/>
        </p:nvCxnSpPr>
        <p:spPr>
          <a:xfrm flipV="1">
            <a:off x="4834627" y="4321231"/>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a:stCxn id="39" idx="3"/>
          </p:cNvCxnSpPr>
          <p:nvPr/>
        </p:nvCxnSpPr>
        <p:spPr>
          <a:xfrm flipV="1">
            <a:off x="4834627" y="4081672"/>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a:stCxn id="52" idx="3"/>
          </p:cNvCxnSpPr>
          <p:nvPr/>
        </p:nvCxnSpPr>
        <p:spPr>
          <a:xfrm flipV="1">
            <a:off x="4834627" y="384800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a:stCxn id="65" idx="3"/>
          </p:cNvCxnSpPr>
          <p:nvPr/>
        </p:nvCxnSpPr>
        <p:spPr>
          <a:xfrm flipV="1">
            <a:off x="4834627" y="360844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a:stCxn id="78" idx="3"/>
          </p:cNvCxnSpPr>
          <p:nvPr/>
        </p:nvCxnSpPr>
        <p:spPr>
          <a:xfrm flipV="1">
            <a:off x="4834627" y="337000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a:stCxn id="91" idx="3"/>
          </p:cNvCxnSpPr>
          <p:nvPr/>
        </p:nvCxnSpPr>
        <p:spPr>
          <a:xfrm flipV="1">
            <a:off x="4834627" y="313044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a:stCxn id="104" idx="3"/>
          </p:cNvCxnSpPr>
          <p:nvPr/>
        </p:nvCxnSpPr>
        <p:spPr>
          <a:xfrm flipV="1">
            <a:off x="4834627" y="2896779"/>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a:stCxn id="117" idx="3"/>
          </p:cNvCxnSpPr>
          <p:nvPr/>
        </p:nvCxnSpPr>
        <p:spPr>
          <a:xfrm flipV="1">
            <a:off x="4834627" y="2657220"/>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4565087" y="1071771"/>
            <a:ext cx="2419267"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4565087" y="1071771"/>
            <a:ext cx="2419267"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4565087" y="1071771"/>
            <a:ext cx="2419267"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4565087" y="1071771"/>
            <a:ext cx="2419267"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4565087" y="1071771"/>
            <a:ext cx="2419267"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4565087" y="1071771"/>
            <a:ext cx="2419267"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4565087" y="1071771"/>
            <a:ext cx="2419267"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5087" y="598543"/>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5087" y="598543"/>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5087" y="598543"/>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5087" y="598543"/>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5087" y="598543"/>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5087" y="598543"/>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5087" y="598543"/>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4565087" y="838102"/>
            <a:ext cx="2419267"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4565087" y="838102"/>
            <a:ext cx="2419267"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4565087" y="838102"/>
            <a:ext cx="2419267"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4565087" y="838102"/>
            <a:ext cx="2419267"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4565087" y="838102"/>
            <a:ext cx="2419267"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4565087" y="838102"/>
            <a:ext cx="2419267"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4565087" y="838102"/>
            <a:ext cx="2419267"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4" name="TextBox 353">
            <a:extLst>
              <a:ext uri="{FF2B5EF4-FFF2-40B4-BE49-F238E27FC236}">
                <a16:creationId xmlns:a16="http://schemas.microsoft.com/office/drawing/2014/main" id="{EC0C5359-39FB-6536-2844-7AE61AA2E9F0}"/>
              </a:ext>
            </a:extLst>
          </p:cNvPr>
          <p:cNvSpPr txBox="1"/>
          <p:nvPr/>
        </p:nvSpPr>
        <p:spPr>
          <a:xfrm>
            <a:off x="3697031" y="6490207"/>
            <a:ext cx="1447704" cy="307777"/>
          </a:xfrm>
          <a:prstGeom prst="rect">
            <a:avLst/>
          </a:prstGeom>
          <a:noFill/>
          <a:ln w="12700">
            <a:noFill/>
          </a:ln>
        </p:spPr>
        <p:txBody>
          <a:bodyPr wrap="none" rtlCol="0">
            <a:spAutoFit/>
          </a:bodyPr>
          <a:lstStyle/>
          <a:p>
            <a:r>
              <a:rPr lang="en-US" sz="1400" i="1" dirty="0"/>
              <a:t>weights [OCHAN]</a:t>
            </a:r>
          </a:p>
        </p:txBody>
      </p:sp>
      <p:sp>
        <p:nvSpPr>
          <p:cNvPr id="356" name="TextBox 355">
            <a:extLst>
              <a:ext uri="{FF2B5EF4-FFF2-40B4-BE49-F238E27FC236}">
                <a16:creationId xmlns:a16="http://schemas.microsoft.com/office/drawing/2014/main" id="{7EC204C9-ED79-AACF-11CB-2B556D159D29}"/>
              </a:ext>
            </a:extLst>
          </p:cNvPr>
          <p:cNvSpPr txBox="1"/>
          <p:nvPr/>
        </p:nvSpPr>
        <p:spPr>
          <a:xfrm>
            <a:off x="1707235" y="1181146"/>
            <a:ext cx="2012089" cy="307777"/>
          </a:xfrm>
          <a:prstGeom prst="rect">
            <a:avLst/>
          </a:prstGeom>
          <a:noFill/>
          <a:ln w="12700">
            <a:noFill/>
          </a:ln>
        </p:spPr>
        <p:txBody>
          <a:bodyPr wrap="none" rtlCol="0">
            <a:spAutoFit/>
          </a:bodyPr>
          <a:lstStyle/>
          <a:p>
            <a:r>
              <a:rPr lang="en-US" sz="1400" i="1" dirty="0"/>
              <a:t>padded stripes [NSTRIPE]</a:t>
            </a:r>
          </a:p>
        </p:txBody>
      </p:sp>
      <p:sp>
        <p:nvSpPr>
          <p:cNvPr id="358" name="TextBox 357">
            <a:extLst>
              <a:ext uri="{FF2B5EF4-FFF2-40B4-BE49-F238E27FC236}">
                <a16:creationId xmlns:a16="http://schemas.microsoft.com/office/drawing/2014/main" id="{C5EC58FE-892B-58B7-BC61-51DFBA008931}"/>
              </a:ext>
            </a:extLst>
          </p:cNvPr>
          <p:cNvSpPr txBox="1"/>
          <p:nvPr/>
        </p:nvSpPr>
        <p:spPr>
          <a:xfrm>
            <a:off x="5425995" y="284178"/>
            <a:ext cx="649217" cy="307777"/>
          </a:xfrm>
          <a:prstGeom prst="rect">
            <a:avLst/>
          </a:prstGeom>
          <a:noFill/>
          <a:ln w="12700">
            <a:noFill/>
          </a:ln>
        </p:spPr>
        <p:txBody>
          <a:bodyPr wrap="none" rtlCol="0">
            <a:spAutoFit/>
          </a:bodyPr>
          <a:lstStyle/>
          <a:p>
            <a:r>
              <a:rPr lang="en-US" sz="1400" i="1" dirty="0"/>
              <a:t>TDATA</a:t>
            </a:r>
          </a:p>
        </p:txBody>
      </p: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2" name="TextBox 361">
            <a:extLst>
              <a:ext uri="{FF2B5EF4-FFF2-40B4-BE49-F238E27FC236}">
                <a16:creationId xmlns:a16="http://schemas.microsoft.com/office/drawing/2014/main" id="{445322CA-918C-93ED-F0EF-371D5141824A}"/>
              </a:ext>
            </a:extLst>
          </p:cNvPr>
          <p:cNvSpPr txBox="1"/>
          <p:nvPr/>
        </p:nvSpPr>
        <p:spPr>
          <a:xfrm>
            <a:off x="352503" y="294440"/>
            <a:ext cx="1210268" cy="307777"/>
          </a:xfrm>
          <a:prstGeom prst="rect">
            <a:avLst/>
          </a:prstGeom>
          <a:noFill/>
          <a:ln w="12700">
            <a:noFill/>
          </a:ln>
        </p:spPr>
        <p:txBody>
          <a:bodyPr wrap="none" rtlCol="0">
            <a:spAutoFit/>
          </a:bodyPr>
          <a:lstStyle/>
          <a:p>
            <a:r>
              <a:rPr lang="en-US" sz="1400" i="1" dirty="0"/>
              <a:t>TDATA*ICHAN</a:t>
            </a:r>
          </a:p>
        </p:txBody>
      </p: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rot="16200000" flipH="1">
            <a:off x="1363180" y="718408"/>
            <a:ext cx="473712" cy="2640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endCxn id="227" idx="1"/>
          </p:cNvCxnSpPr>
          <p:nvPr/>
        </p:nvCxnSpPr>
        <p:spPr>
          <a:xfrm>
            <a:off x="1469233" y="853600"/>
            <a:ext cx="26280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9" name="TextBox 368">
            <a:extLst>
              <a:ext uri="{FF2B5EF4-FFF2-40B4-BE49-F238E27FC236}">
                <a16:creationId xmlns:a16="http://schemas.microsoft.com/office/drawing/2014/main" id="{97A2E3BF-255D-69B7-5DD4-A185168B9EE0}"/>
              </a:ext>
            </a:extLst>
          </p:cNvPr>
          <p:cNvSpPr txBox="1"/>
          <p:nvPr/>
        </p:nvSpPr>
        <p:spPr>
          <a:xfrm>
            <a:off x="5429780" y="6369570"/>
            <a:ext cx="649217" cy="307777"/>
          </a:xfrm>
          <a:prstGeom prst="rect">
            <a:avLst/>
          </a:prstGeom>
          <a:noFill/>
          <a:ln w="12700">
            <a:noFill/>
          </a:ln>
        </p:spPr>
        <p:txBody>
          <a:bodyPr wrap="none" rtlCol="0">
            <a:spAutoFit/>
          </a:bodyPr>
          <a:lstStyle/>
          <a:p>
            <a:r>
              <a:rPr lang="en-US" sz="1400" i="1" dirty="0"/>
              <a:t>TDATA</a:t>
            </a:r>
          </a:p>
        </p:txBody>
      </p:sp>
      <p:sp>
        <p:nvSpPr>
          <p:cNvPr id="370" name="TextBox 369">
            <a:extLst>
              <a:ext uri="{FF2B5EF4-FFF2-40B4-BE49-F238E27FC236}">
                <a16:creationId xmlns:a16="http://schemas.microsoft.com/office/drawing/2014/main" id="{C8EA116F-81B4-BEA4-C51F-6B1CCEDBFC93}"/>
              </a:ext>
            </a:extLst>
          </p:cNvPr>
          <p:cNvSpPr txBox="1"/>
          <p:nvPr/>
        </p:nvSpPr>
        <p:spPr>
          <a:xfrm>
            <a:off x="78107" y="6456835"/>
            <a:ext cx="2841291" cy="307777"/>
          </a:xfrm>
          <a:prstGeom prst="rect">
            <a:avLst/>
          </a:prstGeom>
          <a:noFill/>
          <a:ln w="12700">
            <a:noFill/>
          </a:ln>
        </p:spPr>
        <p:txBody>
          <a:bodyPr wrap="none" rtlCol="0">
            <a:spAutoFit/>
          </a:bodyPr>
          <a:lstStyle/>
          <a:p>
            <a:r>
              <a:rPr lang="en-US" sz="1400" dirty="0">
                <a:hlinkClick r:id="rId2"/>
              </a:rPr>
              <a:t>conv2d_dp.v</a:t>
            </a:r>
            <a:r>
              <a:rPr lang="en-US" sz="1400" dirty="0"/>
              <a:t> : NSTRIPE=3, OCHAN=8</a:t>
            </a:r>
          </a:p>
        </p:txBody>
      </p:sp>
      <p:sp>
        <p:nvSpPr>
          <p:cNvPr id="487" name="TextBox 486">
            <a:extLst>
              <a:ext uri="{FF2B5EF4-FFF2-40B4-BE49-F238E27FC236}">
                <a16:creationId xmlns:a16="http://schemas.microsoft.com/office/drawing/2014/main" id="{2A8EA452-5104-0284-FE2B-2B10D87C2C46}"/>
              </a:ext>
            </a:extLst>
          </p:cNvPr>
          <p:cNvSpPr txBox="1"/>
          <p:nvPr/>
        </p:nvSpPr>
        <p:spPr>
          <a:xfrm>
            <a:off x="7117241" y="-20810"/>
            <a:ext cx="1113703" cy="307777"/>
          </a:xfrm>
          <a:prstGeom prst="rect">
            <a:avLst/>
          </a:prstGeom>
          <a:noFill/>
          <a:ln w="12700">
            <a:noFill/>
          </a:ln>
        </p:spPr>
        <p:txBody>
          <a:bodyPr wrap="none" rtlCol="0">
            <a:spAutoFit/>
          </a:bodyPr>
          <a:lstStyle/>
          <a:p>
            <a:r>
              <a:rPr lang="en-US" sz="1400" dirty="0"/>
              <a:t>opcode, </a:t>
            </a:r>
            <a:r>
              <a:rPr lang="en-US" sz="1400" dirty="0" err="1"/>
              <a:t>args</a:t>
            </a:r>
            <a:endParaRPr lang="en-US" sz="1400" dirty="0"/>
          </a:p>
        </p:txBody>
      </p: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923697"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923697"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770746"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770746"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3568843"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3568843"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455" name="TextBox 454">
            <a:extLst>
              <a:ext uri="{FF2B5EF4-FFF2-40B4-BE49-F238E27FC236}">
                <a16:creationId xmlns:a16="http://schemas.microsoft.com/office/drawing/2014/main" id="{F4D59CA4-3348-92DA-E91F-31E8A5E4F222}"/>
              </a:ext>
            </a:extLst>
          </p:cNvPr>
          <p:cNvSpPr txBox="1"/>
          <p:nvPr/>
        </p:nvSpPr>
        <p:spPr>
          <a:xfrm>
            <a:off x="78107" y="5235008"/>
            <a:ext cx="2245679" cy="954107"/>
          </a:xfrm>
          <a:prstGeom prst="rect">
            <a:avLst/>
          </a:prstGeom>
          <a:noFill/>
          <a:ln w="12700">
            <a:noFill/>
          </a:ln>
        </p:spPr>
        <p:txBody>
          <a:bodyPr wrap="none" rtlCol="0">
            <a:spAutoFit/>
          </a:bodyPr>
          <a:lstStyle/>
          <a:p>
            <a:r>
              <a:rPr lang="en-US" sz="1400" dirty="0"/>
              <a:t>TDATA = 	{int8, bfloat16}</a:t>
            </a:r>
          </a:p>
          <a:p>
            <a:r>
              <a:rPr lang="en-US" sz="1400" dirty="0"/>
              <a:t>ICHAN = 	{1..256}</a:t>
            </a:r>
          </a:p>
          <a:p>
            <a:r>
              <a:rPr lang="en-US" sz="1400" dirty="0"/>
              <a:t>OCHAN = 	{1..256}</a:t>
            </a:r>
          </a:p>
          <a:p>
            <a:r>
              <a:rPr lang="en-US" sz="1400" dirty="0"/>
              <a:t>NSTRIPE = 	{1..64}</a:t>
            </a:r>
          </a:p>
        </p:txBody>
      </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637569"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637569"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637569"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637569"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637569"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637569"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637569"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637569"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64" name="Group 463">
            <a:extLst>
              <a:ext uri="{FF2B5EF4-FFF2-40B4-BE49-F238E27FC236}">
                <a16:creationId xmlns:a16="http://schemas.microsoft.com/office/drawing/2014/main" id="{64209CA5-BE5F-79F3-57CB-D83F1C29C926}"/>
              </a:ext>
            </a:extLst>
          </p:cNvPr>
          <p:cNvGrpSpPr/>
          <p:nvPr/>
        </p:nvGrpSpPr>
        <p:grpSpPr>
          <a:xfrm>
            <a:off x="8432821"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8432821"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8432821"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8432821"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8432821"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8432821"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8432821"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8432821"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8432821"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8432821"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8432821"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8432821"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8432821"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8432821"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8432821"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8432821"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8432821"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432821"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432821"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432821"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432821"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432821"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432821"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74" name="Group 273">
            <a:extLst>
              <a:ext uri="{FF2B5EF4-FFF2-40B4-BE49-F238E27FC236}">
                <a16:creationId xmlns:a16="http://schemas.microsoft.com/office/drawing/2014/main" id="{17F68ABE-C59D-CEE3-051B-2572089DD6C7}"/>
              </a:ext>
            </a:extLst>
          </p:cNvPr>
          <p:cNvGrpSpPr/>
          <p:nvPr/>
        </p:nvGrpSpPr>
        <p:grpSpPr>
          <a:xfrm>
            <a:off x="7193580" y="521237"/>
            <a:ext cx="1237484" cy="5914347"/>
            <a:chOff x="7085958" y="497990"/>
            <a:chExt cx="810914" cy="5914347"/>
          </a:xfrm>
        </p:grpSpPr>
        <p:sp>
          <p:nvSpPr>
            <p:cNvPr id="275" name="TextBox 274">
              <a:extLst>
                <a:ext uri="{FF2B5EF4-FFF2-40B4-BE49-F238E27FC236}">
                  <a16:creationId xmlns:a16="http://schemas.microsoft.com/office/drawing/2014/main" id="{8052F8CC-A497-0FBB-E1C1-86453A9E2450}"/>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4" name="TextBox 293">
              <a:extLst>
                <a:ext uri="{FF2B5EF4-FFF2-40B4-BE49-F238E27FC236}">
                  <a16:creationId xmlns:a16="http://schemas.microsoft.com/office/drawing/2014/main" id="{1D03A73D-8906-BE8B-8860-274DE8B40C22}"/>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DSP</a:t>
              </a:r>
              <a:endParaRPr lang="en-US" sz="1400" b="1" dirty="0"/>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432821"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sp>
        <p:nvSpPr>
          <p:cNvPr id="318" name="Rectangle 317">
            <a:extLst>
              <a:ext uri="{FF2B5EF4-FFF2-40B4-BE49-F238E27FC236}">
                <a16:creationId xmlns:a16="http://schemas.microsoft.com/office/drawing/2014/main" id="{1B30B63D-479C-604D-1C6C-0E11B58C4043}"/>
              </a:ext>
            </a:extLst>
          </p:cNvPr>
          <p:cNvSpPr/>
          <p:nvPr/>
        </p:nvSpPr>
        <p:spPr>
          <a:xfrm>
            <a:off x="10045338" y="619432"/>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167338" y="878081"/>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693859"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2" name="Group 321">
            <a:extLst>
              <a:ext uri="{FF2B5EF4-FFF2-40B4-BE49-F238E27FC236}">
                <a16:creationId xmlns:a16="http://schemas.microsoft.com/office/drawing/2014/main" id="{1CD209A2-5370-7337-3E9F-C1AD443A753F}"/>
              </a:ext>
            </a:extLst>
          </p:cNvPr>
          <p:cNvGrpSpPr/>
          <p:nvPr/>
        </p:nvGrpSpPr>
        <p:grpSpPr>
          <a:xfrm>
            <a:off x="8637569"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397860" y="772627"/>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BEE5E0E-0A0D-586A-78AB-5F70686E4D05}"/>
              </a:ext>
            </a:extLst>
          </p:cNvPr>
          <p:cNvSpPr txBox="1"/>
          <p:nvPr/>
        </p:nvSpPr>
        <p:spPr>
          <a:xfrm>
            <a:off x="10489487" y="458743"/>
            <a:ext cx="1282402" cy="307777"/>
          </a:xfrm>
          <a:prstGeom prst="rect">
            <a:avLst/>
          </a:prstGeom>
          <a:noFill/>
          <a:ln w="12700">
            <a:noFill/>
          </a:ln>
        </p:spPr>
        <p:txBody>
          <a:bodyPr wrap="none" rtlCol="0">
            <a:spAutoFit/>
          </a:bodyPr>
          <a:lstStyle/>
          <a:p>
            <a:r>
              <a:rPr lang="en-US" sz="1400" i="1" dirty="0"/>
              <a:t>TDATA*OCHAN</a:t>
            </a:r>
          </a:p>
        </p:txBody>
      </p:sp>
      <p:grpSp>
        <p:nvGrpSpPr>
          <p:cNvPr id="342" name="Group 341">
            <a:extLst>
              <a:ext uri="{FF2B5EF4-FFF2-40B4-BE49-F238E27FC236}">
                <a16:creationId xmlns:a16="http://schemas.microsoft.com/office/drawing/2014/main" id="{71904354-7544-E94D-F5C7-66D32CB11EE9}"/>
              </a:ext>
            </a:extLst>
          </p:cNvPr>
          <p:cNvGrpSpPr/>
          <p:nvPr/>
        </p:nvGrpSpPr>
        <p:grpSpPr>
          <a:xfrm>
            <a:off x="8637568"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8944531"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053439"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9210790" y="1099797"/>
            <a:ext cx="0" cy="5232224"/>
          </a:xfrm>
          <a:prstGeom prst="line">
            <a:avLst/>
          </a:prstGeom>
          <a:ln w="19050"/>
        </p:spPr>
        <p:style>
          <a:lnRef idx="1">
            <a:schemeClr val="dk1"/>
          </a:lnRef>
          <a:fillRef idx="0">
            <a:schemeClr val="dk1"/>
          </a:fillRef>
          <a:effectRef idx="0">
            <a:schemeClr val="dk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353048"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9068520"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9065705"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9210790"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7837130"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5889F7E5-069B-CFA8-8738-CF1AF0C6B310}"/>
              </a:ext>
            </a:extLst>
          </p:cNvPr>
          <p:cNvCxnSpPr>
            <a:cxnSpLocks/>
          </p:cNvCxnSpPr>
          <p:nvPr/>
        </p:nvCxnSpPr>
        <p:spPr>
          <a:xfrm>
            <a:off x="7837130" y="2392374"/>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2" name="Straight Arrow Connector 371">
            <a:extLst>
              <a:ext uri="{FF2B5EF4-FFF2-40B4-BE49-F238E27FC236}">
                <a16:creationId xmlns:a16="http://schemas.microsoft.com/office/drawing/2014/main" id="{E9F9578F-A009-69BF-A363-AC9FAC82EF2E}"/>
              </a:ext>
            </a:extLst>
          </p:cNvPr>
          <p:cNvCxnSpPr>
            <a:cxnSpLocks/>
          </p:cNvCxnSpPr>
          <p:nvPr/>
        </p:nvCxnSpPr>
        <p:spPr>
          <a:xfrm>
            <a:off x="7837130" y="4415846"/>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1" name="Group 520">
            <a:extLst>
              <a:ext uri="{FF2B5EF4-FFF2-40B4-BE49-F238E27FC236}">
                <a16:creationId xmlns:a16="http://schemas.microsoft.com/office/drawing/2014/main" id="{17D7A6D2-DA1F-1461-21B2-929313C6F1F5}"/>
              </a:ext>
            </a:extLst>
          </p:cNvPr>
          <p:cNvGrpSpPr/>
          <p:nvPr/>
        </p:nvGrpSpPr>
        <p:grpSpPr>
          <a:xfrm>
            <a:off x="6988833" y="528219"/>
            <a:ext cx="204747" cy="5897371"/>
            <a:chOff x="8663115" y="658886"/>
            <a:chExt cx="204747" cy="5897371"/>
          </a:xfrm>
        </p:grpSpPr>
        <p:grpSp>
          <p:nvGrpSpPr>
            <p:cNvPr id="375" name="Group 374">
              <a:extLst>
                <a:ext uri="{FF2B5EF4-FFF2-40B4-BE49-F238E27FC236}">
                  <a16:creationId xmlns:a16="http://schemas.microsoft.com/office/drawing/2014/main" id="{F5F0BE1B-B64B-1C0D-0932-C42DF4F9991A}"/>
                </a:ext>
              </a:extLst>
            </p:cNvPr>
            <p:cNvGrpSpPr/>
            <p:nvPr/>
          </p:nvGrpSpPr>
          <p:grpSpPr>
            <a:xfrm>
              <a:off x="8663115" y="6366107"/>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8663115" y="6126548"/>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8663115" y="5892879"/>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8663115" y="5653319"/>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8663115" y="5414884"/>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8663115" y="5175324"/>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8663115" y="4941655"/>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8663115" y="4702096"/>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3" name="Group 402">
              <a:extLst>
                <a:ext uri="{FF2B5EF4-FFF2-40B4-BE49-F238E27FC236}">
                  <a16:creationId xmlns:a16="http://schemas.microsoft.com/office/drawing/2014/main" id="{7565E4D1-B156-3861-95E3-871FC8D1885E}"/>
                </a:ext>
              </a:extLst>
            </p:cNvPr>
            <p:cNvGrpSpPr/>
            <p:nvPr/>
          </p:nvGrpSpPr>
          <p:grpSpPr>
            <a:xfrm>
              <a:off x="8663115" y="4336461"/>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8663115" y="4096902"/>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8663115" y="3863233"/>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8663115" y="3623673"/>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8663115" y="3385238"/>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8663115" y="3145678"/>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8663115" y="2912009"/>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8663115" y="2672450"/>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8663115" y="2322897"/>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8663115" y="2083338"/>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8663115" y="1849669"/>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8663115" y="1610109"/>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8663115" y="1371674"/>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8663115" y="1132114"/>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8663115" y="898445"/>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8663115" y="658886"/>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2" name="TextBox 1">
            <a:extLst>
              <a:ext uri="{FF2B5EF4-FFF2-40B4-BE49-F238E27FC236}">
                <a16:creationId xmlns:a16="http://schemas.microsoft.com/office/drawing/2014/main" id="{C3F58609-114E-FA23-0C4B-1216FEE33B93}"/>
              </a:ext>
            </a:extLst>
          </p:cNvPr>
          <p:cNvSpPr txBox="1"/>
          <p:nvPr/>
        </p:nvSpPr>
        <p:spPr>
          <a:xfrm>
            <a:off x="8621124" y="6373943"/>
            <a:ext cx="649217" cy="307777"/>
          </a:xfrm>
          <a:prstGeom prst="rect">
            <a:avLst/>
          </a:prstGeom>
          <a:noFill/>
          <a:ln w="12700">
            <a:noFill/>
          </a:ln>
        </p:spPr>
        <p:txBody>
          <a:bodyPr wrap="none" rtlCol="0">
            <a:spAutoFit/>
          </a:bodyPr>
          <a:lstStyle/>
          <a:p>
            <a:r>
              <a:rPr lang="en-US" sz="1400" i="1" dirty="0"/>
              <a:t>TDATA</a:t>
            </a:r>
          </a:p>
        </p:txBody>
      </p:sp>
      <p:sp>
        <p:nvSpPr>
          <p:cNvPr id="4" name="TextBox 3">
            <a:extLst>
              <a:ext uri="{FF2B5EF4-FFF2-40B4-BE49-F238E27FC236}">
                <a16:creationId xmlns:a16="http://schemas.microsoft.com/office/drawing/2014/main" id="{F9469775-542C-D59A-E570-7C566B67802B}"/>
              </a:ext>
            </a:extLst>
          </p:cNvPr>
          <p:cNvSpPr txBox="1"/>
          <p:nvPr/>
        </p:nvSpPr>
        <p:spPr>
          <a:xfrm>
            <a:off x="1545350" y="23211"/>
            <a:ext cx="658770" cy="307777"/>
          </a:xfrm>
          <a:prstGeom prst="rect">
            <a:avLst/>
          </a:prstGeom>
          <a:noFill/>
          <a:ln w="12700">
            <a:noFill/>
          </a:ln>
        </p:spPr>
        <p:txBody>
          <a:bodyPr wrap="none" rtlCol="0">
            <a:spAutoFit/>
          </a:bodyPr>
          <a:lstStyle/>
          <a:p>
            <a:r>
              <a:rPr lang="en-US" sz="1400" dirty="0" err="1"/>
              <a:t>wa,we</a:t>
            </a:r>
            <a:endParaRPr lang="en-US" sz="1400" dirty="0"/>
          </a:p>
        </p:txBody>
      </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48A5635-CC3B-81F4-E964-48E87516043F}"/>
              </a:ext>
            </a:extLst>
          </p:cNvPr>
          <p:cNvSpPr txBox="1"/>
          <p:nvPr/>
        </p:nvSpPr>
        <p:spPr>
          <a:xfrm>
            <a:off x="3183357" y="24262"/>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3460ADF-00D2-782B-10A7-1FB92316DC8D}"/>
              </a:ext>
            </a:extLst>
          </p:cNvPr>
          <p:cNvSpPr txBox="1"/>
          <p:nvPr/>
        </p:nvSpPr>
        <p:spPr>
          <a:xfrm>
            <a:off x="3568843" y="-6176"/>
            <a:ext cx="819455" cy="307777"/>
          </a:xfrm>
          <a:prstGeom prst="rect">
            <a:avLst/>
          </a:prstGeom>
          <a:noFill/>
          <a:ln w="12700">
            <a:noFill/>
          </a:ln>
        </p:spPr>
        <p:txBody>
          <a:bodyPr wrap="none" rtlCol="0">
            <a:spAutoFit/>
          </a:bodyPr>
          <a:lstStyle/>
          <a:p>
            <a:pPr algn="ctr"/>
            <a:r>
              <a:rPr lang="en-US" sz="1400" dirty="0" err="1"/>
              <a:t>ichan</a:t>
            </a:r>
            <a:r>
              <a:rPr lang="en-US" sz="1400" dirty="0"/>
              <a:t> </a:t>
            </a:r>
            <a:r>
              <a:rPr lang="en-US" sz="1400" dirty="0" err="1"/>
              <a:t>sel</a:t>
            </a:r>
            <a:endParaRPr lang="en-US" sz="1400" dirty="0"/>
          </a:p>
        </p:txBody>
      </p: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29B62355-CCBA-57DA-BF5F-7DA470B7C05C}"/>
              </a:ext>
            </a:extLst>
          </p:cNvPr>
          <p:cNvSpPr txBox="1"/>
          <p:nvPr/>
        </p:nvSpPr>
        <p:spPr>
          <a:xfrm>
            <a:off x="4344220" y="4106680"/>
            <a:ext cx="330090" cy="307777"/>
          </a:xfrm>
          <a:prstGeom prst="rect">
            <a:avLst/>
          </a:prstGeom>
          <a:noFill/>
          <a:ln w="12700">
            <a:noFill/>
          </a:ln>
        </p:spPr>
        <p:txBody>
          <a:bodyPr wrap="none" rtlCol="0">
            <a:spAutoFit/>
          </a:bodyPr>
          <a:lstStyle/>
          <a:p>
            <a:r>
              <a:rPr lang="en-US" sz="1400" dirty="0" err="1"/>
              <a:t>ra</a:t>
            </a:r>
            <a:endParaRPr lang="en-US" sz="1400" dirty="0"/>
          </a:p>
        </p:txBody>
      </p: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EA423B6-1D45-F611-902C-80C18D317680}"/>
              </a:ext>
            </a:extLst>
          </p:cNvPr>
          <p:cNvSpPr txBox="1"/>
          <p:nvPr/>
        </p:nvSpPr>
        <p:spPr>
          <a:xfrm>
            <a:off x="9119798" y="-37921"/>
            <a:ext cx="894412" cy="307777"/>
          </a:xfrm>
          <a:prstGeom prst="rect">
            <a:avLst/>
          </a:prstGeom>
          <a:noFill/>
          <a:ln w="12700">
            <a:noFill/>
          </a:ln>
        </p:spPr>
        <p:txBody>
          <a:bodyPr wrap="none" rtlCol="0">
            <a:spAutoFit/>
          </a:bodyPr>
          <a:lstStyle/>
          <a:p>
            <a:r>
              <a:rPr lang="en-US" sz="1400" dirty="0" err="1"/>
              <a:t>stripe_sel</a:t>
            </a:r>
            <a:endParaRPr lang="en-US" sz="1400" dirty="0"/>
          </a:p>
        </p:txBody>
      </p:sp>
      <p:cxnSp>
        <p:nvCxnSpPr>
          <p:cNvPr id="22" name="Straight Arrow Connector 21">
            <a:extLst>
              <a:ext uri="{FF2B5EF4-FFF2-40B4-BE49-F238E27FC236}">
                <a16:creationId xmlns:a16="http://schemas.microsoft.com/office/drawing/2014/main" id="{A48DD1AA-54BD-E14E-3EDE-3CB9B8F00580}"/>
              </a:ext>
            </a:extLst>
          </p:cNvPr>
          <p:cNvCxnSpPr>
            <a:cxnSpLocks/>
            <a:stCxn id="21" idx="2"/>
          </p:cNvCxnSpPr>
          <p:nvPr/>
        </p:nvCxnSpPr>
        <p:spPr>
          <a:xfrm>
            <a:off x="9567004"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F82C7503-ADD7-4743-7C60-429DAA9EFC42}"/>
              </a:ext>
            </a:extLst>
          </p:cNvPr>
          <p:cNvSpPr txBox="1"/>
          <p:nvPr/>
        </p:nvSpPr>
        <p:spPr>
          <a:xfrm>
            <a:off x="6553685" y="15321"/>
            <a:ext cx="603883" cy="523220"/>
          </a:xfrm>
          <a:prstGeom prst="rect">
            <a:avLst/>
          </a:prstGeom>
          <a:noFill/>
          <a:ln w="12700">
            <a:noFill/>
          </a:ln>
        </p:spPr>
        <p:txBody>
          <a:bodyPr wrap="none" rtlCol="0">
            <a:spAutoFit/>
          </a:bodyPr>
          <a:lstStyle/>
          <a:p>
            <a:r>
              <a:rPr lang="en-US" sz="1400" dirty="0" err="1"/>
              <a:t>reg_a</a:t>
            </a:r>
            <a:endParaRPr lang="en-US" sz="1400" dirty="0"/>
          </a:p>
          <a:p>
            <a:r>
              <a:rPr lang="en-US" sz="1400" dirty="0" err="1"/>
              <a:t>reg_b</a:t>
            </a:r>
            <a:endParaRPr lang="en-US" sz="1400" dirty="0"/>
          </a:p>
        </p:txBody>
      </p:sp>
      <p:sp>
        <p:nvSpPr>
          <p:cNvPr id="46" name="TextBox 45">
            <a:extLst>
              <a:ext uri="{FF2B5EF4-FFF2-40B4-BE49-F238E27FC236}">
                <a16:creationId xmlns:a16="http://schemas.microsoft.com/office/drawing/2014/main" id="{11FB6167-B82E-6CC5-4F52-EAE15DFB2BDF}"/>
              </a:ext>
            </a:extLst>
          </p:cNvPr>
          <p:cNvSpPr txBox="1"/>
          <p:nvPr/>
        </p:nvSpPr>
        <p:spPr>
          <a:xfrm>
            <a:off x="8289328" y="205739"/>
            <a:ext cx="579839" cy="307777"/>
          </a:xfrm>
          <a:prstGeom prst="rect">
            <a:avLst/>
          </a:prstGeom>
          <a:noFill/>
          <a:ln w="12700">
            <a:noFill/>
          </a:ln>
        </p:spPr>
        <p:txBody>
          <a:bodyPr wrap="none" rtlCol="0">
            <a:spAutoFit/>
          </a:bodyPr>
          <a:lstStyle/>
          <a:p>
            <a:r>
              <a:rPr lang="en-US" sz="1400" dirty="0" err="1"/>
              <a:t>reg_z</a:t>
            </a:r>
            <a:endParaRPr lang="en-US" sz="1400" dirty="0"/>
          </a:p>
        </p:txBody>
      </p:sp>
      <p:sp>
        <p:nvSpPr>
          <p:cNvPr id="47" name="TextBox 46">
            <a:extLst>
              <a:ext uri="{FF2B5EF4-FFF2-40B4-BE49-F238E27FC236}">
                <a16:creationId xmlns:a16="http://schemas.microsoft.com/office/drawing/2014/main" id="{8AFAC0D1-92FF-7F46-9692-6BA4BD47B0AC}"/>
              </a:ext>
            </a:extLst>
          </p:cNvPr>
          <p:cNvSpPr txBox="1"/>
          <p:nvPr/>
        </p:nvSpPr>
        <p:spPr>
          <a:xfrm>
            <a:off x="4271279" y="193630"/>
            <a:ext cx="592791" cy="307777"/>
          </a:xfrm>
          <a:prstGeom prst="rect">
            <a:avLst/>
          </a:prstGeom>
          <a:noFill/>
          <a:ln w="12700">
            <a:noFill/>
          </a:ln>
        </p:spPr>
        <p:txBody>
          <a:bodyPr wrap="none" rtlCol="0">
            <a:spAutoFit/>
          </a:bodyPr>
          <a:lstStyle/>
          <a:p>
            <a:r>
              <a:rPr lang="en-US" sz="1400" dirty="0"/>
              <a:t>patch</a:t>
            </a:r>
          </a:p>
        </p:txBody>
      </p:sp>
      <p:sp>
        <p:nvSpPr>
          <p:cNvPr id="25" name="TextBox 24">
            <a:extLst>
              <a:ext uri="{FF2B5EF4-FFF2-40B4-BE49-F238E27FC236}">
                <a16:creationId xmlns:a16="http://schemas.microsoft.com/office/drawing/2014/main" id="{8E5CD45E-977B-86CC-6DF9-0117634DE764}"/>
              </a:ext>
            </a:extLst>
          </p:cNvPr>
          <p:cNvSpPr txBox="1"/>
          <p:nvPr/>
        </p:nvSpPr>
        <p:spPr>
          <a:xfrm>
            <a:off x="78107" y="1719002"/>
            <a:ext cx="3847554" cy="3308598"/>
          </a:xfrm>
          <a:prstGeom prst="rect">
            <a:avLst/>
          </a:prstGeom>
          <a:noFill/>
        </p:spPr>
        <p:txBody>
          <a:bodyPr wrap="square">
            <a:spAutoFit/>
          </a:bodyPr>
          <a:lstStyle/>
          <a:p>
            <a:r>
              <a:rPr lang="en-US" sz="1100" dirty="0">
                <a:latin typeface="Consolas" panose="020B0609020204030204" pitchFamily="49" charset="0"/>
              </a:rPr>
              <a:t>+----------+------+---------------------+</a:t>
            </a:r>
          </a:p>
          <a:p>
            <a:r>
              <a:rPr lang="en-US" sz="1100" dirty="0">
                <a:latin typeface="Consolas" panose="020B0609020204030204" pitchFamily="49" charset="0"/>
              </a:rPr>
              <a:t>| FDRE     | 3735 |        Flop &amp; Latch |</a:t>
            </a:r>
          </a:p>
          <a:p>
            <a:r>
              <a:rPr lang="en-US" sz="1100" dirty="0">
                <a:latin typeface="Consolas" panose="020B0609020204030204" pitchFamily="49" charset="0"/>
              </a:rPr>
              <a:t>| LUT6     | 1634 |                 LUT |</a:t>
            </a:r>
          </a:p>
          <a:p>
            <a:r>
              <a:rPr lang="en-US" sz="1100" dirty="0">
                <a:latin typeface="Consolas" panose="020B0609020204030204" pitchFamily="49" charset="0"/>
              </a:rPr>
              <a:t>| LUT4     |  695 |                 LUT |</a:t>
            </a:r>
          </a:p>
          <a:p>
            <a:r>
              <a:rPr lang="en-US" sz="1100" dirty="0">
                <a:latin typeface="Consolas" panose="020B0609020204030204" pitchFamily="49" charset="0"/>
              </a:rPr>
              <a:t>| CARRY4   |  586 |          </a:t>
            </a:r>
            <a:r>
              <a:rPr lang="en-US" sz="1100" dirty="0" err="1">
                <a:latin typeface="Consolas" panose="020B0609020204030204" pitchFamily="49" charset="0"/>
              </a:rPr>
              <a:t>CarryLogic</a:t>
            </a:r>
            <a:r>
              <a:rPr lang="en-US" sz="1100" dirty="0">
                <a:latin typeface="Consolas" panose="020B0609020204030204" pitchFamily="49" charset="0"/>
              </a:rPr>
              <a:t> |</a:t>
            </a:r>
          </a:p>
          <a:p>
            <a:r>
              <a:rPr lang="en-US" sz="1100" dirty="0">
                <a:latin typeface="Consolas" panose="020B0609020204030204" pitchFamily="49" charset="0"/>
              </a:rPr>
              <a:t>| </a:t>
            </a:r>
            <a:r>
              <a:rPr lang="en-US" sz="1100" b="1" dirty="0">
                <a:latin typeface="Consolas" panose="020B0609020204030204" pitchFamily="49" charset="0"/>
              </a:rPr>
              <a:t>DSP48E1  |  510</a:t>
            </a:r>
            <a:r>
              <a:rPr lang="en-US" sz="1100" dirty="0">
                <a:latin typeface="Consolas" panose="020B0609020204030204" pitchFamily="49" charset="0"/>
              </a:rPr>
              <a:t> |    Block Arithmetic |</a:t>
            </a:r>
          </a:p>
          <a:p>
            <a:r>
              <a:rPr lang="en-US" sz="1100" dirty="0">
                <a:latin typeface="Consolas" panose="020B0609020204030204" pitchFamily="49" charset="0"/>
              </a:rPr>
              <a:t>| </a:t>
            </a:r>
            <a:r>
              <a:rPr lang="en-US" sz="1100" b="1" dirty="0">
                <a:latin typeface="Consolas" panose="020B0609020204030204" pitchFamily="49" charset="0"/>
              </a:rPr>
              <a:t>RAMB18E1 |  181 </a:t>
            </a:r>
            <a:r>
              <a:rPr lang="en-US" sz="1100" dirty="0">
                <a:latin typeface="Consolas" panose="020B0609020204030204" pitchFamily="49" charset="0"/>
              </a:rPr>
              <a:t>|        Block Memory |</a:t>
            </a:r>
          </a:p>
          <a:p>
            <a:r>
              <a:rPr lang="en-US" sz="1100" dirty="0">
                <a:latin typeface="Consolas" panose="020B0609020204030204" pitchFamily="49" charset="0"/>
              </a:rPr>
              <a:t>| LUT2     |  177 |                 LUT |</a:t>
            </a:r>
          </a:p>
          <a:p>
            <a:r>
              <a:rPr lang="en-US" sz="1100" dirty="0">
                <a:latin typeface="Consolas" panose="020B0609020204030204" pitchFamily="49" charset="0"/>
              </a:rPr>
              <a:t>| </a:t>
            </a:r>
            <a:r>
              <a:rPr lang="en-US" sz="1100" b="1" dirty="0">
                <a:latin typeface="Consolas" panose="020B0609020204030204" pitchFamily="49" charset="0"/>
              </a:rPr>
              <a:t>RAMB36E1 |  105 </a:t>
            </a:r>
            <a:r>
              <a:rPr lang="en-US" sz="1100" dirty="0">
                <a:latin typeface="Consolas" panose="020B0609020204030204" pitchFamily="49" charset="0"/>
              </a:rPr>
              <a:t>|        Block Memory |</a:t>
            </a:r>
          </a:p>
          <a:p>
            <a:r>
              <a:rPr lang="en-US" sz="1100" dirty="0">
                <a:latin typeface="Consolas" panose="020B0609020204030204" pitchFamily="49" charset="0"/>
              </a:rPr>
              <a:t>| OBUF     |   82 |                  IO |</a:t>
            </a:r>
          </a:p>
          <a:p>
            <a:r>
              <a:rPr lang="en-US" sz="1100" dirty="0">
                <a:latin typeface="Consolas" panose="020B0609020204030204" pitchFamily="49" charset="0"/>
              </a:rPr>
              <a:t>| LUT1     |   64 |                 LUT |</a:t>
            </a:r>
          </a:p>
          <a:p>
            <a:r>
              <a:rPr lang="en-US" sz="1100" dirty="0">
                <a:latin typeface="Consolas" panose="020B0609020204030204" pitchFamily="49" charset="0"/>
              </a:rPr>
              <a:t>| LUT3     |   54 |                 LUT |</a:t>
            </a:r>
          </a:p>
          <a:p>
            <a:r>
              <a:rPr lang="en-US" sz="1100" dirty="0">
                <a:latin typeface="Consolas" panose="020B0609020204030204" pitchFamily="49" charset="0"/>
              </a:rPr>
              <a:t>| FDSE     |   39 |        Flop &amp; Latch |</a:t>
            </a:r>
          </a:p>
          <a:p>
            <a:r>
              <a:rPr lang="en-US" sz="1100" dirty="0">
                <a:latin typeface="Consolas" panose="020B0609020204030204" pitchFamily="49" charset="0"/>
              </a:rPr>
              <a:t>| LUT5     |   24 |                 LUT |</a:t>
            </a:r>
          </a:p>
          <a:p>
            <a:r>
              <a:rPr lang="en-US" sz="1100" dirty="0">
                <a:latin typeface="Consolas" panose="020B0609020204030204" pitchFamily="49" charset="0"/>
              </a:rPr>
              <a:t>| IBUF     |   10 |                  IO |</a:t>
            </a:r>
          </a:p>
          <a:p>
            <a:r>
              <a:rPr lang="en-US" sz="1100" dirty="0">
                <a:latin typeface="Consolas" panose="020B0609020204030204" pitchFamily="49" charset="0"/>
              </a:rPr>
              <a:t>| FDCE     |    6 |        Flop &amp; Latch |</a:t>
            </a:r>
          </a:p>
          <a:p>
            <a:r>
              <a:rPr lang="en-US" sz="1100" dirty="0">
                <a:latin typeface="Consolas" panose="020B0609020204030204" pitchFamily="49" charset="0"/>
              </a:rPr>
              <a:t>| OBUFT    |    1 |                  IO |</a:t>
            </a:r>
          </a:p>
          <a:p>
            <a:r>
              <a:rPr lang="en-US" sz="1100" dirty="0">
                <a:latin typeface="Consolas" panose="020B0609020204030204" pitchFamily="49" charset="0"/>
              </a:rPr>
              <a:t>| BUFG     |    1 |               Clock |</a:t>
            </a:r>
          </a:p>
          <a:p>
            <a:r>
              <a:rPr lang="en-US" sz="1100" dirty="0">
                <a:latin typeface="Consolas" panose="020B0609020204030204" pitchFamily="49" charset="0"/>
              </a:rPr>
              <a:t>+----------+------+---------------------+</a:t>
            </a:r>
          </a:p>
        </p:txBody>
      </p:sp>
    </p:spTree>
    <p:extLst>
      <p:ext uri="{BB962C8B-B14F-4D97-AF65-F5344CB8AC3E}">
        <p14:creationId xmlns:p14="http://schemas.microsoft.com/office/powerpoint/2010/main" val="17810709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0F19-C299-4CAB-F753-C3A088A6D76D}"/>
              </a:ext>
            </a:extLst>
          </p:cNvPr>
          <p:cNvSpPr>
            <a:spLocks noGrp="1"/>
          </p:cNvSpPr>
          <p:nvPr>
            <p:ph type="title"/>
          </p:nvPr>
        </p:nvSpPr>
        <p:spPr/>
        <p:txBody>
          <a:bodyPr/>
          <a:lstStyle/>
          <a:p>
            <a:r>
              <a:rPr lang="en-US" dirty="0"/>
              <a:t>andromeda.py streaming CNN compiler</a:t>
            </a:r>
          </a:p>
        </p:txBody>
      </p:sp>
      <p:sp>
        <p:nvSpPr>
          <p:cNvPr id="3" name="Cylinder 2">
            <a:extLst>
              <a:ext uri="{FF2B5EF4-FFF2-40B4-BE49-F238E27FC236}">
                <a16:creationId xmlns:a16="http://schemas.microsoft.com/office/drawing/2014/main" id="{73EFC5F1-D0C0-82B0-38A8-F1F2B0B63024}"/>
              </a:ext>
            </a:extLst>
          </p:cNvPr>
          <p:cNvSpPr/>
          <p:nvPr/>
        </p:nvSpPr>
        <p:spPr>
          <a:xfrm>
            <a:off x="1213173" y="3062852"/>
            <a:ext cx="480447" cy="550190"/>
          </a:xfrm>
          <a:prstGeom prst="can">
            <a:avLst/>
          </a:prstGeom>
          <a:noFill/>
          <a:ln w="25400">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DCA391-9546-7A2D-9C3D-19F2294FADED}"/>
              </a:ext>
            </a:extLst>
          </p:cNvPr>
          <p:cNvSpPr txBox="1"/>
          <p:nvPr/>
        </p:nvSpPr>
        <p:spPr>
          <a:xfrm>
            <a:off x="838200" y="3723468"/>
            <a:ext cx="1276888" cy="646331"/>
          </a:xfrm>
          <a:prstGeom prst="rect">
            <a:avLst/>
          </a:prstGeom>
          <a:noFill/>
        </p:spPr>
        <p:txBody>
          <a:bodyPr wrap="none" rtlCol="0">
            <a:spAutoFit/>
          </a:bodyPr>
          <a:lstStyle/>
          <a:p>
            <a:r>
              <a:rPr lang="en-US" i="1" dirty="0" err="1"/>
              <a:t>model</a:t>
            </a:r>
            <a:r>
              <a:rPr lang="en-US" dirty="0" err="1"/>
              <a:t>.tflite</a:t>
            </a:r>
            <a:endParaRPr lang="en-US" dirty="0"/>
          </a:p>
          <a:p>
            <a:r>
              <a:rPr lang="en-US" dirty="0" err="1"/>
              <a:t>FlatBuffers</a:t>
            </a:r>
            <a:endParaRPr lang="en-US" dirty="0"/>
          </a:p>
        </p:txBody>
      </p:sp>
      <p:sp>
        <p:nvSpPr>
          <p:cNvPr id="5" name="Rectangle 4">
            <a:extLst>
              <a:ext uri="{FF2B5EF4-FFF2-40B4-BE49-F238E27FC236}">
                <a16:creationId xmlns:a16="http://schemas.microsoft.com/office/drawing/2014/main" id="{42D8F2B3-A1B0-B21E-F5B4-0B868C18060B}"/>
              </a:ext>
            </a:extLst>
          </p:cNvPr>
          <p:cNvSpPr/>
          <p:nvPr/>
        </p:nvSpPr>
        <p:spPr>
          <a:xfrm>
            <a:off x="2877518" y="2820691"/>
            <a:ext cx="1951926" cy="10345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andromeda.py</a:t>
            </a:r>
          </a:p>
        </p:txBody>
      </p:sp>
      <p:sp>
        <p:nvSpPr>
          <p:cNvPr id="6" name="TextBox 5">
            <a:extLst>
              <a:ext uri="{FF2B5EF4-FFF2-40B4-BE49-F238E27FC236}">
                <a16:creationId xmlns:a16="http://schemas.microsoft.com/office/drawing/2014/main" id="{8DFE5526-5AC2-D02E-98DC-558A3B7390FA}"/>
              </a:ext>
            </a:extLst>
          </p:cNvPr>
          <p:cNvSpPr txBox="1"/>
          <p:nvPr/>
        </p:nvSpPr>
        <p:spPr>
          <a:xfrm>
            <a:off x="2877518" y="3983064"/>
            <a:ext cx="1616148" cy="923330"/>
          </a:xfrm>
          <a:prstGeom prst="rect">
            <a:avLst/>
          </a:prstGeom>
          <a:noFill/>
        </p:spPr>
        <p:txBody>
          <a:bodyPr wrap="none" rtlCol="0">
            <a:spAutoFit/>
          </a:bodyPr>
          <a:lstStyle/>
          <a:p>
            <a:r>
              <a:rPr lang="en-US" dirty="0"/>
              <a:t>--model </a:t>
            </a:r>
            <a:r>
              <a:rPr lang="en-US" i="1" dirty="0" err="1"/>
              <a:t>model</a:t>
            </a:r>
            <a:endParaRPr lang="en-US" dirty="0"/>
          </a:p>
          <a:p>
            <a:r>
              <a:rPr lang="en-US" dirty="0"/>
              <a:t>--</a:t>
            </a:r>
            <a:r>
              <a:rPr lang="en-US" dirty="0" err="1"/>
              <a:t>clk</a:t>
            </a:r>
            <a:r>
              <a:rPr lang="en-US" dirty="0"/>
              <a:t> 500e6</a:t>
            </a:r>
          </a:p>
          <a:p>
            <a:r>
              <a:rPr lang="en-US" dirty="0"/>
              <a:t>--fps 30</a:t>
            </a:r>
          </a:p>
        </p:txBody>
      </p:sp>
      <p:cxnSp>
        <p:nvCxnSpPr>
          <p:cNvPr id="8" name="Straight Arrow Connector 7">
            <a:extLst>
              <a:ext uri="{FF2B5EF4-FFF2-40B4-BE49-F238E27FC236}">
                <a16:creationId xmlns:a16="http://schemas.microsoft.com/office/drawing/2014/main" id="{30E755D2-F270-58E6-4602-C32D78D85847}"/>
              </a:ext>
            </a:extLst>
          </p:cNvPr>
          <p:cNvCxnSpPr>
            <a:stCxn id="3" idx="4"/>
            <a:endCxn id="5" idx="1"/>
          </p:cNvCxnSpPr>
          <p:nvPr/>
        </p:nvCxnSpPr>
        <p:spPr>
          <a:xfrm>
            <a:off x="1693620" y="3337947"/>
            <a:ext cx="11838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Cylinder 8">
            <a:extLst>
              <a:ext uri="{FF2B5EF4-FFF2-40B4-BE49-F238E27FC236}">
                <a16:creationId xmlns:a16="http://schemas.microsoft.com/office/drawing/2014/main" id="{321A1818-FBA0-D7B6-CEA7-C44873254044}"/>
              </a:ext>
            </a:extLst>
          </p:cNvPr>
          <p:cNvSpPr/>
          <p:nvPr/>
        </p:nvSpPr>
        <p:spPr>
          <a:xfrm>
            <a:off x="5870975" y="182682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1EE9A6-72E4-455F-1868-F80EF7C8080A}"/>
              </a:ext>
            </a:extLst>
          </p:cNvPr>
          <p:cNvSpPr txBox="1"/>
          <p:nvPr/>
        </p:nvSpPr>
        <p:spPr>
          <a:xfrm>
            <a:off x="5644083" y="2378951"/>
            <a:ext cx="934231" cy="369332"/>
          </a:xfrm>
          <a:prstGeom prst="rect">
            <a:avLst/>
          </a:prstGeom>
          <a:noFill/>
        </p:spPr>
        <p:txBody>
          <a:bodyPr wrap="none" rtlCol="0">
            <a:spAutoFit/>
          </a:bodyPr>
          <a:lstStyle/>
          <a:p>
            <a:pPr algn="ctr"/>
            <a:r>
              <a:rPr lang="en-US" i="1" dirty="0" err="1"/>
              <a:t>model</a:t>
            </a:r>
            <a:r>
              <a:rPr lang="en-US" dirty="0" err="1"/>
              <a:t>.v</a:t>
            </a:r>
            <a:endParaRPr lang="en-US" dirty="0"/>
          </a:p>
        </p:txBody>
      </p:sp>
      <p:sp>
        <p:nvSpPr>
          <p:cNvPr id="13" name="Cylinder 12">
            <a:extLst>
              <a:ext uri="{FF2B5EF4-FFF2-40B4-BE49-F238E27FC236}">
                <a16:creationId xmlns:a16="http://schemas.microsoft.com/office/drawing/2014/main" id="{D8CC6A25-F643-28AE-47CC-3555AB31D1EE}"/>
              </a:ext>
            </a:extLst>
          </p:cNvPr>
          <p:cNvSpPr/>
          <p:nvPr/>
        </p:nvSpPr>
        <p:spPr>
          <a:xfrm>
            <a:off x="6120021" y="3000459"/>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29E857F-C7B3-C3EB-D7D2-3949426CCD2F}"/>
              </a:ext>
            </a:extLst>
          </p:cNvPr>
          <p:cNvSpPr txBox="1"/>
          <p:nvPr/>
        </p:nvSpPr>
        <p:spPr>
          <a:xfrm>
            <a:off x="5640340" y="3552589"/>
            <a:ext cx="1439818" cy="923330"/>
          </a:xfrm>
          <a:prstGeom prst="rect">
            <a:avLst/>
          </a:prstGeom>
          <a:noFill/>
        </p:spPr>
        <p:txBody>
          <a:bodyPr wrap="none" rtlCol="0">
            <a:spAutoFit/>
          </a:bodyPr>
          <a:lstStyle/>
          <a:p>
            <a:pPr algn="ctr"/>
            <a:r>
              <a:rPr lang="en-US" dirty="0"/>
              <a:t>conv2d.v</a:t>
            </a:r>
          </a:p>
          <a:p>
            <a:pPr algn="ctr"/>
            <a:r>
              <a:rPr lang="en-US" dirty="0"/>
              <a:t>conv2d_dp.v</a:t>
            </a:r>
          </a:p>
          <a:p>
            <a:pPr algn="ctr"/>
            <a:r>
              <a:rPr lang="en-US" dirty="0"/>
              <a:t>conv2d_ctrl.v</a:t>
            </a:r>
          </a:p>
        </p:txBody>
      </p:sp>
      <p:sp>
        <p:nvSpPr>
          <p:cNvPr id="15" name="Cylinder 14">
            <a:extLst>
              <a:ext uri="{FF2B5EF4-FFF2-40B4-BE49-F238E27FC236}">
                <a16:creationId xmlns:a16="http://schemas.microsoft.com/office/drawing/2014/main" id="{CAAC10AD-B6C9-9BF9-3108-BBC3D34586A0}"/>
              </a:ext>
            </a:extLst>
          </p:cNvPr>
          <p:cNvSpPr/>
          <p:nvPr/>
        </p:nvSpPr>
        <p:spPr>
          <a:xfrm>
            <a:off x="5847182" y="4906394"/>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B2BEBD4-B229-5227-6467-E9E2F92BCE15}"/>
              </a:ext>
            </a:extLst>
          </p:cNvPr>
          <p:cNvSpPr txBox="1"/>
          <p:nvPr/>
        </p:nvSpPr>
        <p:spPr>
          <a:xfrm>
            <a:off x="5199190" y="5458524"/>
            <a:ext cx="1776448" cy="369332"/>
          </a:xfrm>
          <a:prstGeom prst="rect">
            <a:avLst/>
          </a:prstGeom>
          <a:noFill/>
        </p:spPr>
        <p:txBody>
          <a:bodyPr wrap="none" rtlCol="0">
            <a:spAutoFit/>
          </a:bodyPr>
          <a:lstStyle/>
          <a:p>
            <a:pPr algn="ctr"/>
            <a:r>
              <a:rPr lang="en-US" i="1" dirty="0" err="1"/>
              <a:t>model</a:t>
            </a:r>
            <a:r>
              <a:rPr lang="en-US" dirty="0" err="1"/>
              <a:t>_weights.v</a:t>
            </a:r>
            <a:endParaRPr lang="en-US" dirty="0"/>
          </a:p>
        </p:txBody>
      </p:sp>
      <p:cxnSp>
        <p:nvCxnSpPr>
          <p:cNvPr id="17" name="Straight Arrow Connector 16">
            <a:extLst>
              <a:ext uri="{FF2B5EF4-FFF2-40B4-BE49-F238E27FC236}">
                <a16:creationId xmlns:a16="http://schemas.microsoft.com/office/drawing/2014/main" id="{62E77DA5-255F-A8CF-765C-A6A879976D54}"/>
              </a:ext>
            </a:extLst>
          </p:cNvPr>
          <p:cNvCxnSpPr>
            <a:cxnSpLocks/>
            <a:stCxn id="5" idx="3"/>
            <a:endCxn id="9" idx="2"/>
          </p:cNvCxnSpPr>
          <p:nvPr/>
        </p:nvCxnSpPr>
        <p:spPr>
          <a:xfrm flipV="1">
            <a:off x="4829444" y="2101916"/>
            <a:ext cx="1041531" cy="12360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4B4E09C-AEE9-098E-43FD-814F88DBC93B}"/>
              </a:ext>
            </a:extLst>
          </p:cNvPr>
          <p:cNvCxnSpPr>
            <a:cxnSpLocks/>
            <a:stCxn id="5" idx="3"/>
            <a:endCxn id="13" idx="2"/>
          </p:cNvCxnSpPr>
          <p:nvPr/>
        </p:nvCxnSpPr>
        <p:spPr>
          <a:xfrm flipV="1">
            <a:off x="4829444" y="3275554"/>
            <a:ext cx="1290577" cy="6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9F7E6B3-1661-A7F7-518E-DCE19ADAF485}"/>
              </a:ext>
            </a:extLst>
          </p:cNvPr>
          <p:cNvCxnSpPr>
            <a:cxnSpLocks/>
            <a:stCxn id="5" idx="3"/>
            <a:endCxn id="15" idx="2"/>
          </p:cNvCxnSpPr>
          <p:nvPr/>
        </p:nvCxnSpPr>
        <p:spPr>
          <a:xfrm>
            <a:off x="4829444" y="3337947"/>
            <a:ext cx="1017738" cy="1843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4BF93F2-3D8A-3D96-5B7F-97F4089EC07A}"/>
              </a:ext>
            </a:extLst>
          </p:cNvPr>
          <p:cNvSpPr/>
          <p:nvPr/>
        </p:nvSpPr>
        <p:spPr>
          <a:xfrm>
            <a:off x="8585331" y="3870779"/>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Vivado</a:t>
            </a:r>
            <a:endParaRPr lang="en-US" dirty="0">
              <a:solidFill>
                <a:schemeClr val="tx1"/>
              </a:solidFill>
            </a:endParaRPr>
          </a:p>
          <a:p>
            <a:pPr algn="ctr"/>
            <a:r>
              <a:rPr lang="en-US" dirty="0">
                <a:solidFill>
                  <a:schemeClr val="tx1"/>
                </a:solidFill>
              </a:rPr>
              <a:t>Quartus</a:t>
            </a:r>
          </a:p>
          <a:p>
            <a:pPr algn="ctr"/>
            <a:r>
              <a:rPr lang="en-US" dirty="0">
                <a:solidFill>
                  <a:schemeClr val="tx1"/>
                </a:solidFill>
              </a:rPr>
              <a:t>Raptor</a:t>
            </a:r>
          </a:p>
          <a:p>
            <a:pPr algn="ctr"/>
            <a:r>
              <a:rPr lang="en-US" dirty="0" err="1">
                <a:solidFill>
                  <a:schemeClr val="tx1"/>
                </a:solidFill>
              </a:rPr>
              <a:t>dc_shell</a:t>
            </a:r>
            <a:endParaRPr lang="en-US" dirty="0">
              <a:solidFill>
                <a:schemeClr val="tx1"/>
              </a:solidFill>
            </a:endParaRPr>
          </a:p>
        </p:txBody>
      </p:sp>
      <p:sp>
        <p:nvSpPr>
          <p:cNvPr id="32" name="Rectangle 31">
            <a:extLst>
              <a:ext uri="{FF2B5EF4-FFF2-40B4-BE49-F238E27FC236}">
                <a16:creationId xmlns:a16="http://schemas.microsoft.com/office/drawing/2014/main" id="{383DB9ED-C6BA-958C-7D7D-40085E3F245B}"/>
              </a:ext>
            </a:extLst>
          </p:cNvPr>
          <p:cNvSpPr/>
          <p:nvPr/>
        </p:nvSpPr>
        <p:spPr>
          <a:xfrm>
            <a:off x="8585331" y="1909905"/>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iverilog</a:t>
            </a:r>
            <a:endParaRPr lang="en-US" dirty="0">
              <a:solidFill>
                <a:schemeClr val="tx1"/>
              </a:solidFill>
            </a:endParaRPr>
          </a:p>
          <a:p>
            <a:pPr algn="ctr"/>
            <a:r>
              <a:rPr lang="en-US" dirty="0">
                <a:solidFill>
                  <a:schemeClr val="tx1"/>
                </a:solidFill>
              </a:rPr>
              <a:t>VCS</a:t>
            </a:r>
          </a:p>
        </p:txBody>
      </p:sp>
      <p:cxnSp>
        <p:nvCxnSpPr>
          <p:cNvPr id="33" name="Straight Arrow Connector 32">
            <a:extLst>
              <a:ext uri="{FF2B5EF4-FFF2-40B4-BE49-F238E27FC236}">
                <a16:creationId xmlns:a16="http://schemas.microsoft.com/office/drawing/2014/main" id="{490E5E50-BA78-49CE-AB2A-FD1FF4580F05}"/>
              </a:ext>
            </a:extLst>
          </p:cNvPr>
          <p:cNvCxnSpPr>
            <a:cxnSpLocks/>
            <a:stCxn id="15" idx="4"/>
            <a:endCxn id="31" idx="1"/>
          </p:cNvCxnSpPr>
          <p:nvPr/>
        </p:nvCxnSpPr>
        <p:spPr>
          <a:xfrm flipV="1">
            <a:off x="6327629" y="4533560"/>
            <a:ext cx="2257702" cy="647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1890071-8742-C873-E2FC-80A8470A31B0}"/>
              </a:ext>
            </a:extLst>
          </p:cNvPr>
          <p:cNvCxnSpPr>
            <a:cxnSpLocks/>
            <a:stCxn id="13" idx="4"/>
            <a:endCxn id="31" idx="1"/>
          </p:cNvCxnSpPr>
          <p:nvPr/>
        </p:nvCxnSpPr>
        <p:spPr>
          <a:xfrm>
            <a:off x="6600468" y="3275554"/>
            <a:ext cx="1984863" cy="1258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EC65A00-C2CF-590E-16C5-3117ADE101D8}"/>
              </a:ext>
            </a:extLst>
          </p:cNvPr>
          <p:cNvCxnSpPr>
            <a:cxnSpLocks/>
            <a:stCxn id="9" idx="4"/>
            <a:endCxn id="31" idx="1"/>
          </p:cNvCxnSpPr>
          <p:nvPr/>
        </p:nvCxnSpPr>
        <p:spPr>
          <a:xfrm>
            <a:off x="6351422" y="2101916"/>
            <a:ext cx="2233909" cy="24316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2286A81-21CC-F470-4728-5189F6CE6AAE}"/>
              </a:ext>
            </a:extLst>
          </p:cNvPr>
          <p:cNvCxnSpPr>
            <a:cxnSpLocks/>
            <a:stCxn id="9" idx="4"/>
            <a:endCxn id="32" idx="1"/>
          </p:cNvCxnSpPr>
          <p:nvPr/>
        </p:nvCxnSpPr>
        <p:spPr>
          <a:xfrm>
            <a:off x="6351422" y="2101916"/>
            <a:ext cx="2233909" cy="470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3736A9C-8248-ED83-E7B8-A7A45BEB823D}"/>
              </a:ext>
            </a:extLst>
          </p:cNvPr>
          <p:cNvCxnSpPr>
            <a:cxnSpLocks/>
            <a:stCxn id="13" idx="4"/>
            <a:endCxn id="32" idx="1"/>
          </p:cNvCxnSpPr>
          <p:nvPr/>
        </p:nvCxnSpPr>
        <p:spPr>
          <a:xfrm flipV="1">
            <a:off x="6600468" y="2572686"/>
            <a:ext cx="1984863" cy="7028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CA73528-F01B-9067-80D4-2D6901777641}"/>
              </a:ext>
            </a:extLst>
          </p:cNvPr>
          <p:cNvCxnSpPr>
            <a:cxnSpLocks/>
            <a:stCxn id="15" idx="4"/>
            <a:endCxn id="32" idx="1"/>
          </p:cNvCxnSpPr>
          <p:nvPr/>
        </p:nvCxnSpPr>
        <p:spPr>
          <a:xfrm flipV="1">
            <a:off x="6327629" y="2572686"/>
            <a:ext cx="2257702" cy="26088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7CF090C-A2FE-B350-048B-D348C9F8E932}"/>
              </a:ext>
            </a:extLst>
          </p:cNvPr>
          <p:cNvSpPr txBox="1"/>
          <p:nvPr/>
        </p:nvSpPr>
        <p:spPr>
          <a:xfrm>
            <a:off x="0" y="6131181"/>
            <a:ext cx="10189689" cy="646331"/>
          </a:xfrm>
          <a:prstGeom prst="rect">
            <a:avLst/>
          </a:prstGeom>
          <a:noFill/>
        </p:spPr>
        <p:txBody>
          <a:bodyPr wrap="square">
            <a:spAutoFit/>
          </a:bodyPr>
          <a:lstStyle/>
          <a:p>
            <a:r>
              <a:rPr lang="en-US" dirty="0"/>
              <a:t>automated tool to compile </a:t>
            </a:r>
            <a:r>
              <a:rPr lang="en-US" dirty="0" err="1"/>
              <a:t>TFLite</a:t>
            </a:r>
            <a:r>
              <a:rPr lang="en-US" dirty="0"/>
              <a:t> model into synthesizable Verilog</a:t>
            </a:r>
          </a:p>
          <a:p>
            <a:r>
              <a:rPr lang="en-US" dirty="0"/>
              <a:t>compiler generates parallel code for OCHAN*NSTRIDE MAC operations per layer</a:t>
            </a:r>
          </a:p>
        </p:txBody>
      </p:sp>
    </p:spTree>
    <p:extLst>
      <p:ext uri="{BB962C8B-B14F-4D97-AF65-F5344CB8AC3E}">
        <p14:creationId xmlns:p14="http://schemas.microsoft.com/office/powerpoint/2010/main" val="26912256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73D275-8A30-8FC3-1627-CCB06E811D02}"/>
              </a:ext>
            </a:extLst>
          </p:cNvPr>
          <p:cNvSpPr/>
          <p:nvPr/>
        </p:nvSpPr>
        <p:spPr>
          <a:xfrm>
            <a:off x="2143286" y="2118866"/>
            <a:ext cx="7905427" cy="357098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9101F1-070E-C8CF-12DB-F2C63E340B63}"/>
              </a:ext>
            </a:extLst>
          </p:cNvPr>
          <p:cNvSpPr>
            <a:spLocks noGrp="1"/>
          </p:cNvSpPr>
          <p:nvPr>
            <p:ph type="title"/>
          </p:nvPr>
        </p:nvSpPr>
        <p:spPr>
          <a:noFill/>
        </p:spPr>
        <p:txBody>
          <a:bodyPr/>
          <a:lstStyle/>
          <a:p>
            <a:r>
              <a:rPr lang="en-US" dirty="0"/>
              <a:t>Streaming CNN Verilog Hierarchy</a:t>
            </a:r>
          </a:p>
        </p:txBody>
      </p:sp>
      <p:sp>
        <p:nvSpPr>
          <p:cNvPr id="6" name="Rectangle 5">
            <a:extLst>
              <a:ext uri="{FF2B5EF4-FFF2-40B4-BE49-F238E27FC236}">
                <a16:creationId xmlns:a16="http://schemas.microsoft.com/office/drawing/2014/main" id="{F72FC695-071D-F439-E194-832468BBED9F}"/>
              </a:ext>
            </a:extLst>
          </p:cNvPr>
          <p:cNvSpPr/>
          <p:nvPr/>
        </p:nvSpPr>
        <p:spPr>
          <a:xfrm>
            <a:off x="2437754" y="2833364"/>
            <a:ext cx="1743559" cy="2407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37DA90-9736-BBD0-DCCA-5228FCE18F4A}"/>
              </a:ext>
            </a:extLst>
          </p:cNvPr>
          <p:cNvSpPr txBox="1"/>
          <p:nvPr/>
        </p:nvSpPr>
        <p:spPr>
          <a:xfrm>
            <a:off x="2138118" y="2132594"/>
            <a:ext cx="977685" cy="369332"/>
          </a:xfrm>
          <a:prstGeom prst="rect">
            <a:avLst/>
          </a:prstGeom>
          <a:noFill/>
        </p:spPr>
        <p:txBody>
          <a:bodyPr wrap="square" rtlCol="0">
            <a:spAutoFit/>
          </a:bodyPr>
          <a:lstStyle/>
          <a:p>
            <a:pPr algn="r"/>
            <a:r>
              <a:rPr lang="en-US" dirty="0" err="1"/>
              <a:t>model.v</a:t>
            </a:r>
            <a:endParaRPr lang="en-US" dirty="0"/>
          </a:p>
        </p:txBody>
      </p:sp>
      <p:sp>
        <p:nvSpPr>
          <p:cNvPr id="7" name="TextBox 6">
            <a:extLst>
              <a:ext uri="{FF2B5EF4-FFF2-40B4-BE49-F238E27FC236}">
                <a16:creationId xmlns:a16="http://schemas.microsoft.com/office/drawing/2014/main" id="{A21BBC21-48D9-9D61-96C3-50FF3CEB7E2A}"/>
              </a:ext>
            </a:extLst>
          </p:cNvPr>
          <p:cNvSpPr txBox="1"/>
          <p:nvPr/>
        </p:nvSpPr>
        <p:spPr>
          <a:xfrm>
            <a:off x="2437754" y="2847092"/>
            <a:ext cx="1022888" cy="369332"/>
          </a:xfrm>
          <a:prstGeom prst="rect">
            <a:avLst/>
          </a:prstGeom>
          <a:noFill/>
        </p:spPr>
        <p:txBody>
          <a:bodyPr wrap="square" rtlCol="0">
            <a:spAutoFit/>
          </a:bodyPr>
          <a:lstStyle/>
          <a:p>
            <a:pPr algn="r"/>
            <a:r>
              <a:rPr lang="en-US" dirty="0"/>
              <a:t>conv2d.v</a:t>
            </a:r>
          </a:p>
        </p:txBody>
      </p:sp>
      <p:cxnSp>
        <p:nvCxnSpPr>
          <p:cNvPr id="21" name="Straight Arrow Connector 20">
            <a:extLst>
              <a:ext uri="{FF2B5EF4-FFF2-40B4-BE49-F238E27FC236}">
                <a16:creationId xmlns:a16="http://schemas.microsoft.com/office/drawing/2014/main" id="{98882414-13BF-A213-BD96-945ACA460481}"/>
              </a:ext>
            </a:extLst>
          </p:cNvPr>
          <p:cNvCxnSpPr>
            <a:cxnSpLocks/>
          </p:cNvCxnSpPr>
          <p:nvPr/>
        </p:nvCxnSpPr>
        <p:spPr>
          <a:xfrm>
            <a:off x="1534605" y="3535496"/>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EB92A620-4E7E-EB43-86D2-0120208BD3BB}"/>
              </a:ext>
            </a:extLst>
          </p:cNvPr>
          <p:cNvSpPr/>
          <p:nvPr/>
        </p:nvSpPr>
        <p:spPr>
          <a:xfrm>
            <a:off x="2592735" y="4669243"/>
            <a:ext cx="1438842" cy="418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ED4E4B8-4565-2E3B-3C1C-B44F4FF50763}"/>
              </a:ext>
            </a:extLst>
          </p:cNvPr>
          <p:cNvSpPr txBox="1"/>
          <p:nvPr/>
        </p:nvSpPr>
        <p:spPr>
          <a:xfrm>
            <a:off x="2577281" y="4669243"/>
            <a:ext cx="1464589" cy="369332"/>
          </a:xfrm>
          <a:prstGeom prst="rect">
            <a:avLst/>
          </a:prstGeom>
          <a:noFill/>
        </p:spPr>
        <p:txBody>
          <a:bodyPr wrap="square" rtlCol="0">
            <a:spAutoFit/>
          </a:bodyPr>
          <a:lstStyle/>
          <a:p>
            <a:pPr algn="r"/>
            <a:r>
              <a:rPr lang="en-US" dirty="0"/>
              <a:t>conv2d_ctrl.v</a:t>
            </a:r>
          </a:p>
        </p:txBody>
      </p:sp>
      <p:sp>
        <p:nvSpPr>
          <p:cNvPr id="10" name="Rectangle 9">
            <a:extLst>
              <a:ext uri="{FF2B5EF4-FFF2-40B4-BE49-F238E27FC236}">
                <a16:creationId xmlns:a16="http://schemas.microsoft.com/office/drawing/2014/main" id="{18863B48-6F32-6DF8-765B-422E56E2D67A}"/>
              </a:ext>
            </a:extLst>
          </p:cNvPr>
          <p:cNvSpPr/>
          <p:nvPr/>
        </p:nvSpPr>
        <p:spPr>
          <a:xfrm>
            <a:off x="2592736" y="3266770"/>
            <a:ext cx="1438842" cy="1053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19F219-079F-7B3C-C3FE-AA04E37F7A00}"/>
              </a:ext>
            </a:extLst>
          </p:cNvPr>
          <p:cNvSpPr txBox="1"/>
          <p:nvPr/>
        </p:nvSpPr>
        <p:spPr>
          <a:xfrm>
            <a:off x="2516919" y="3273886"/>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12" name="Rectangle 11">
            <a:extLst>
              <a:ext uri="{FF2B5EF4-FFF2-40B4-BE49-F238E27FC236}">
                <a16:creationId xmlns:a16="http://schemas.microsoft.com/office/drawing/2014/main" id="{87C2EC2D-B40D-026F-6352-3F3B6FD17EEC}"/>
              </a:ext>
            </a:extLst>
          </p:cNvPr>
          <p:cNvSpPr/>
          <p:nvPr/>
        </p:nvSpPr>
        <p:spPr>
          <a:xfrm>
            <a:off x="2635400"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F11152E-5E66-69EE-780B-B91FF5E2F1B8}"/>
              </a:ext>
            </a:extLst>
          </p:cNvPr>
          <p:cNvSpPr txBox="1"/>
          <p:nvPr/>
        </p:nvSpPr>
        <p:spPr>
          <a:xfrm>
            <a:off x="2635400" y="3928072"/>
            <a:ext cx="1348352" cy="338554"/>
          </a:xfrm>
          <a:prstGeom prst="rect">
            <a:avLst/>
          </a:prstGeom>
          <a:noFill/>
        </p:spPr>
        <p:txBody>
          <a:bodyPr wrap="square" rtlCol="0">
            <a:spAutoFit/>
          </a:bodyPr>
          <a:lstStyle/>
          <a:p>
            <a:pPr algn="r"/>
            <a:r>
              <a:rPr lang="en-US" sz="1600" dirty="0" err="1"/>
              <a:t>weight_rom.v</a:t>
            </a:r>
            <a:endParaRPr lang="en-US" sz="1600" dirty="0"/>
          </a:p>
        </p:txBody>
      </p:sp>
      <p:cxnSp>
        <p:nvCxnSpPr>
          <p:cNvPr id="24" name="Straight Arrow Connector 23">
            <a:extLst>
              <a:ext uri="{FF2B5EF4-FFF2-40B4-BE49-F238E27FC236}">
                <a16:creationId xmlns:a16="http://schemas.microsoft.com/office/drawing/2014/main" id="{189FC1A7-63A3-D18E-84AA-22294960AC60}"/>
              </a:ext>
            </a:extLst>
          </p:cNvPr>
          <p:cNvCxnSpPr/>
          <p:nvPr/>
        </p:nvCxnSpPr>
        <p:spPr>
          <a:xfrm flipV="1">
            <a:off x="3352154" y="4320610"/>
            <a:ext cx="0" cy="34863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FA453EEB-D607-03EB-40B2-5C93F0D2E8E2}"/>
              </a:ext>
            </a:extLst>
          </p:cNvPr>
          <p:cNvSpPr txBox="1"/>
          <p:nvPr/>
        </p:nvSpPr>
        <p:spPr>
          <a:xfrm>
            <a:off x="101837" y="4608528"/>
            <a:ext cx="1444627" cy="646331"/>
          </a:xfrm>
          <a:prstGeom prst="rect">
            <a:avLst/>
          </a:prstGeom>
          <a:noFill/>
        </p:spPr>
        <p:txBody>
          <a:bodyPr wrap="none" rtlCol="0">
            <a:spAutoFit/>
          </a:bodyPr>
          <a:lstStyle/>
          <a:p>
            <a:pPr algn="r"/>
            <a:r>
              <a:rPr lang="en-US" dirty="0"/>
              <a:t>TVALID,TLAST</a:t>
            </a:r>
          </a:p>
          <a:p>
            <a:pPr algn="r"/>
            <a:r>
              <a:rPr lang="en-US" dirty="0"/>
              <a:t>TREADY</a:t>
            </a:r>
          </a:p>
        </p:txBody>
      </p:sp>
      <p:cxnSp>
        <p:nvCxnSpPr>
          <p:cNvPr id="29" name="Straight Arrow Connector 28">
            <a:extLst>
              <a:ext uri="{FF2B5EF4-FFF2-40B4-BE49-F238E27FC236}">
                <a16:creationId xmlns:a16="http://schemas.microsoft.com/office/drawing/2014/main" id="{63550084-92B6-E747-C3CE-F384416DCFB8}"/>
              </a:ext>
            </a:extLst>
          </p:cNvPr>
          <p:cNvCxnSpPr>
            <a:cxnSpLocks/>
          </p:cNvCxnSpPr>
          <p:nvPr/>
        </p:nvCxnSpPr>
        <p:spPr>
          <a:xfrm>
            <a:off x="1540680" y="4793194"/>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52290D8E-4BBF-92C2-3210-6EF5A744D763}"/>
              </a:ext>
            </a:extLst>
          </p:cNvPr>
          <p:cNvSpPr txBox="1"/>
          <p:nvPr/>
        </p:nvSpPr>
        <p:spPr>
          <a:xfrm>
            <a:off x="756187" y="3350830"/>
            <a:ext cx="778418" cy="369332"/>
          </a:xfrm>
          <a:prstGeom prst="rect">
            <a:avLst/>
          </a:prstGeom>
          <a:noFill/>
        </p:spPr>
        <p:txBody>
          <a:bodyPr wrap="none" rtlCol="0">
            <a:spAutoFit/>
          </a:bodyPr>
          <a:lstStyle/>
          <a:p>
            <a:pPr algn="r"/>
            <a:r>
              <a:rPr lang="en-US" dirty="0"/>
              <a:t>TDATA</a:t>
            </a:r>
          </a:p>
        </p:txBody>
      </p:sp>
      <p:sp>
        <p:nvSpPr>
          <p:cNvPr id="34" name="Rectangle 33">
            <a:extLst>
              <a:ext uri="{FF2B5EF4-FFF2-40B4-BE49-F238E27FC236}">
                <a16:creationId xmlns:a16="http://schemas.microsoft.com/office/drawing/2014/main" id="{A9982E3E-DC61-AF3B-B7A4-B84960198BA1}"/>
              </a:ext>
            </a:extLst>
          </p:cNvPr>
          <p:cNvSpPr/>
          <p:nvPr/>
        </p:nvSpPr>
        <p:spPr>
          <a:xfrm>
            <a:off x="5698399" y="2833364"/>
            <a:ext cx="1743559" cy="2407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ECC40F5-A177-0053-1DB4-46E47A9E7AC6}"/>
              </a:ext>
            </a:extLst>
          </p:cNvPr>
          <p:cNvSpPr/>
          <p:nvPr/>
        </p:nvSpPr>
        <p:spPr>
          <a:xfrm>
            <a:off x="5853380" y="4669243"/>
            <a:ext cx="1438842" cy="418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06E4824-C88E-503F-9505-1076C158FCD3}"/>
              </a:ext>
            </a:extLst>
          </p:cNvPr>
          <p:cNvSpPr txBox="1"/>
          <p:nvPr/>
        </p:nvSpPr>
        <p:spPr>
          <a:xfrm>
            <a:off x="5837926" y="4669243"/>
            <a:ext cx="1464589" cy="369332"/>
          </a:xfrm>
          <a:prstGeom prst="rect">
            <a:avLst/>
          </a:prstGeom>
          <a:noFill/>
        </p:spPr>
        <p:txBody>
          <a:bodyPr wrap="square" rtlCol="0">
            <a:spAutoFit/>
          </a:bodyPr>
          <a:lstStyle/>
          <a:p>
            <a:pPr algn="r"/>
            <a:r>
              <a:rPr lang="en-US" dirty="0"/>
              <a:t>conv2d_ctrl.v</a:t>
            </a:r>
          </a:p>
        </p:txBody>
      </p:sp>
      <p:sp>
        <p:nvSpPr>
          <p:cNvPr id="37" name="Rectangle 36">
            <a:extLst>
              <a:ext uri="{FF2B5EF4-FFF2-40B4-BE49-F238E27FC236}">
                <a16:creationId xmlns:a16="http://schemas.microsoft.com/office/drawing/2014/main" id="{683F0617-F290-6E6B-A457-D415D75F70B9}"/>
              </a:ext>
            </a:extLst>
          </p:cNvPr>
          <p:cNvSpPr/>
          <p:nvPr/>
        </p:nvSpPr>
        <p:spPr>
          <a:xfrm>
            <a:off x="5853381" y="3266770"/>
            <a:ext cx="1438842" cy="1053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A073026-A1AB-C90E-525A-F606C190A899}"/>
              </a:ext>
            </a:extLst>
          </p:cNvPr>
          <p:cNvSpPr txBox="1"/>
          <p:nvPr/>
        </p:nvSpPr>
        <p:spPr>
          <a:xfrm>
            <a:off x="5777564" y="3273886"/>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39" name="Rectangle 38">
            <a:extLst>
              <a:ext uri="{FF2B5EF4-FFF2-40B4-BE49-F238E27FC236}">
                <a16:creationId xmlns:a16="http://schemas.microsoft.com/office/drawing/2014/main" id="{7CFB468D-FEF8-75D4-8FDF-5EDE3C5C6689}"/>
              </a:ext>
            </a:extLst>
          </p:cNvPr>
          <p:cNvSpPr/>
          <p:nvPr/>
        </p:nvSpPr>
        <p:spPr>
          <a:xfrm>
            <a:off x="5896045"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34D5B8A-10DE-4DF5-3155-A0EDBEBDCA89}"/>
              </a:ext>
            </a:extLst>
          </p:cNvPr>
          <p:cNvSpPr txBox="1"/>
          <p:nvPr/>
        </p:nvSpPr>
        <p:spPr>
          <a:xfrm>
            <a:off x="5763015" y="3928072"/>
            <a:ext cx="1464591" cy="338554"/>
          </a:xfrm>
          <a:prstGeom prst="rect">
            <a:avLst/>
          </a:prstGeom>
          <a:noFill/>
        </p:spPr>
        <p:txBody>
          <a:bodyPr wrap="square" rtlCol="0">
            <a:spAutoFit/>
          </a:bodyPr>
          <a:lstStyle/>
          <a:p>
            <a:pPr algn="r"/>
            <a:r>
              <a:rPr lang="en-US" sz="1600" dirty="0" err="1"/>
              <a:t>weight_rom.v</a:t>
            </a:r>
            <a:endParaRPr lang="en-US" sz="1600" dirty="0"/>
          </a:p>
        </p:txBody>
      </p:sp>
      <p:cxnSp>
        <p:nvCxnSpPr>
          <p:cNvPr id="41" name="Straight Arrow Connector 40">
            <a:extLst>
              <a:ext uri="{FF2B5EF4-FFF2-40B4-BE49-F238E27FC236}">
                <a16:creationId xmlns:a16="http://schemas.microsoft.com/office/drawing/2014/main" id="{C7C30449-1798-DAE9-7AFD-860D57CF2F0E}"/>
              </a:ext>
            </a:extLst>
          </p:cNvPr>
          <p:cNvCxnSpPr/>
          <p:nvPr/>
        </p:nvCxnSpPr>
        <p:spPr>
          <a:xfrm flipV="1">
            <a:off x="6612799" y="4320610"/>
            <a:ext cx="0" cy="348633"/>
          </a:xfrm>
          <a:prstGeom prst="straightConnector1">
            <a:avLst/>
          </a:prstGeom>
          <a:noFill/>
          <a:ln w="19050">
            <a:tailEnd type="triangle"/>
          </a:ln>
        </p:spPr>
        <p:style>
          <a:lnRef idx="1">
            <a:schemeClr val="dk1"/>
          </a:lnRef>
          <a:fillRef idx="0">
            <a:schemeClr val="dk1"/>
          </a:fillRef>
          <a:effectRef idx="0">
            <a:schemeClr val="dk1"/>
          </a:effectRef>
          <a:fontRef idx="minor">
            <a:schemeClr val="tx1"/>
          </a:fontRef>
        </p:style>
      </p:cxnSp>
      <p:sp>
        <p:nvSpPr>
          <p:cNvPr id="63" name="Rectangle 62">
            <a:extLst>
              <a:ext uri="{FF2B5EF4-FFF2-40B4-BE49-F238E27FC236}">
                <a16:creationId xmlns:a16="http://schemas.microsoft.com/office/drawing/2014/main" id="{BF00337F-2C9B-0F42-B89B-45B466FC5D5D}"/>
              </a:ext>
            </a:extLst>
          </p:cNvPr>
          <p:cNvSpPr/>
          <p:nvPr/>
        </p:nvSpPr>
        <p:spPr>
          <a:xfrm>
            <a:off x="7818915" y="2833364"/>
            <a:ext cx="1743559" cy="2407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28849AB-582E-8C21-FB1B-F2C67118280E}"/>
              </a:ext>
            </a:extLst>
          </p:cNvPr>
          <p:cNvSpPr/>
          <p:nvPr/>
        </p:nvSpPr>
        <p:spPr>
          <a:xfrm>
            <a:off x="7973896" y="4669243"/>
            <a:ext cx="1438842" cy="418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480406D-0136-6111-4569-518D6719DC46}"/>
              </a:ext>
            </a:extLst>
          </p:cNvPr>
          <p:cNvSpPr txBox="1"/>
          <p:nvPr/>
        </p:nvSpPr>
        <p:spPr>
          <a:xfrm>
            <a:off x="7958442" y="4669243"/>
            <a:ext cx="1464589" cy="369332"/>
          </a:xfrm>
          <a:prstGeom prst="rect">
            <a:avLst/>
          </a:prstGeom>
          <a:noFill/>
        </p:spPr>
        <p:txBody>
          <a:bodyPr wrap="square" rtlCol="0">
            <a:spAutoFit/>
          </a:bodyPr>
          <a:lstStyle/>
          <a:p>
            <a:pPr algn="r"/>
            <a:r>
              <a:rPr lang="en-US" dirty="0"/>
              <a:t>conv2d_ctrl.v</a:t>
            </a:r>
          </a:p>
        </p:txBody>
      </p:sp>
      <p:sp>
        <p:nvSpPr>
          <p:cNvPr id="66" name="Rectangle 65">
            <a:extLst>
              <a:ext uri="{FF2B5EF4-FFF2-40B4-BE49-F238E27FC236}">
                <a16:creationId xmlns:a16="http://schemas.microsoft.com/office/drawing/2014/main" id="{0CFD5FF6-1B1D-14EC-8C16-6DFC0B9931E8}"/>
              </a:ext>
            </a:extLst>
          </p:cNvPr>
          <p:cNvSpPr/>
          <p:nvPr/>
        </p:nvSpPr>
        <p:spPr>
          <a:xfrm>
            <a:off x="7973897" y="3266770"/>
            <a:ext cx="1438842" cy="1053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EB2FD7E5-9B3B-6C9C-A439-8C653213C005}"/>
              </a:ext>
            </a:extLst>
          </p:cNvPr>
          <p:cNvSpPr txBox="1"/>
          <p:nvPr/>
        </p:nvSpPr>
        <p:spPr>
          <a:xfrm>
            <a:off x="7898080" y="3273886"/>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68" name="Rectangle 67">
            <a:extLst>
              <a:ext uri="{FF2B5EF4-FFF2-40B4-BE49-F238E27FC236}">
                <a16:creationId xmlns:a16="http://schemas.microsoft.com/office/drawing/2014/main" id="{353DE20F-88DB-8F07-D1B6-0B198C43EF9E}"/>
              </a:ext>
            </a:extLst>
          </p:cNvPr>
          <p:cNvSpPr/>
          <p:nvPr/>
        </p:nvSpPr>
        <p:spPr>
          <a:xfrm>
            <a:off x="8016561" y="3929048"/>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F704079-9768-1B13-5A36-7DF861277C4B}"/>
              </a:ext>
            </a:extLst>
          </p:cNvPr>
          <p:cNvSpPr txBox="1"/>
          <p:nvPr/>
        </p:nvSpPr>
        <p:spPr>
          <a:xfrm>
            <a:off x="7883531" y="3928072"/>
            <a:ext cx="1464591" cy="338554"/>
          </a:xfrm>
          <a:prstGeom prst="rect">
            <a:avLst/>
          </a:prstGeom>
          <a:noFill/>
        </p:spPr>
        <p:txBody>
          <a:bodyPr wrap="square" rtlCol="0">
            <a:spAutoFit/>
          </a:bodyPr>
          <a:lstStyle/>
          <a:p>
            <a:pPr algn="r"/>
            <a:r>
              <a:rPr lang="en-US" sz="1600" dirty="0" err="1"/>
              <a:t>weight_rom.v</a:t>
            </a:r>
            <a:endParaRPr lang="en-US" sz="1600" dirty="0"/>
          </a:p>
        </p:txBody>
      </p:sp>
      <p:cxnSp>
        <p:nvCxnSpPr>
          <p:cNvPr id="70" name="Straight Arrow Connector 69">
            <a:extLst>
              <a:ext uri="{FF2B5EF4-FFF2-40B4-BE49-F238E27FC236}">
                <a16:creationId xmlns:a16="http://schemas.microsoft.com/office/drawing/2014/main" id="{CD47DC07-CE9F-3241-BD04-67B73D45C771}"/>
              </a:ext>
            </a:extLst>
          </p:cNvPr>
          <p:cNvCxnSpPr/>
          <p:nvPr/>
        </p:nvCxnSpPr>
        <p:spPr>
          <a:xfrm flipV="1">
            <a:off x="8733315" y="4320610"/>
            <a:ext cx="0" cy="348633"/>
          </a:xfrm>
          <a:prstGeom prst="straightConnector1">
            <a:avLst/>
          </a:prstGeom>
          <a:noFill/>
          <a:ln w="19050">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5E349BF8-965D-9416-A524-65456BA95D02}"/>
              </a:ext>
            </a:extLst>
          </p:cNvPr>
          <p:cNvCxnSpPr>
            <a:cxnSpLocks/>
          </p:cNvCxnSpPr>
          <p:nvPr/>
        </p:nvCxnSpPr>
        <p:spPr>
          <a:xfrm>
            <a:off x="7302801" y="4809084"/>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1C44174D-B13E-CA30-4B68-0CB2B4D3DB36}"/>
              </a:ext>
            </a:extLst>
          </p:cNvPr>
          <p:cNvCxnSpPr>
            <a:cxnSpLocks/>
          </p:cNvCxnSpPr>
          <p:nvPr/>
        </p:nvCxnSpPr>
        <p:spPr>
          <a:xfrm>
            <a:off x="7294469" y="3500718"/>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E59FD12F-AC5B-D4C8-FA76-1D74053A1B70}"/>
              </a:ext>
            </a:extLst>
          </p:cNvPr>
          <p:cNvCxnSpPr>
            <a:cxnSpLocks/>
          </p:cNvCxnSpPr>
          <p:nvPr/>
        </p:nvCxnSpPr>
        <p:spPr>
          <a:xfrm>
            <a:off x="9412959" y="3476746"/>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ED6EA63A-2360-CC71-D73B-EAD11B27F743}"/>
              </a:ext>
            </a:extLst>
          </p:cNvPr>
          <p:cNvCxnSpPr>
            <a:cxnSpLocks/>
          </p:cNvCxnSpPr>
          <p:nvPr/>
        </p:nvCxnSpPr>
        <p:spPr>
          <a:xfrm>
            <a:off x="9419034" y="4788234"/>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70306B3E-2833-F22A-E2FC-A8109FD6DDB0}"/>
              </a:ext>
            </a:extLst>
          </p:cNvPr>
          <p:cNvSpPr txBox="1"/>
          <p:nvPr/>
        </p:nvSpPr>
        <p:spPr>
          <a:xfrm>
            <a:off x="10478414" y="4571648"/>
            <a:ext cx="1444626" cy="646331"/>
          </a:xfrm>
          <a:prstGeom prst="rect">
            <a:avLst/>
          </a:prstGeom>
          <a:noFill/>
        </p:spPr>
        <p:txBody>
          <a:bodyPr wrap="none" rtlCol="0">
            <a:spAutoFit/>
          </a:bodyPr>
          <a:lstStyle/>
          <a:p>
            <a:r>
              <a:rPr lang="en-US" dirty="0"/>
              <a:t>TVALID,TLAST</a:t>
            </a:r>
          </a:p>
          <a:p>
            <a:r>
              <a:rPr lang="en-US" dirty="0"/>
              <a:t>TREADY</a:t>
            </a:r>
          </a:p>
        </p:txBody>
      </p:sp>
      <p:sp>
        <p:nvSpPr>
          <p:cNvPr id="74" name="TextBox 73">
            <a:extLst>
              <a:ext uri="{FF2B5EF4-FFF2-40B4-BE49-F238E27FC236}">
                <a16:creationId xmlns:a16="http://schemas.microsoft.com/office/drawing/2014/main" id="{B1CCCFDD-B2B7-8AF6-E3F8-4891F4B7142B}"/>
              </a:ext>
            </a:extLst>
          </p:cNvPr>
          <p:cNvSpPr txBox="1"/>
          <p:nvPr/>
        </p:nvSpPr>
        <p:spPr>
          <a:xfrm>
            <a:off x="10465014" y="3292080"/>
            <a:ext cx="778418" cy="369332"/>
          </a:xfrm>
          <a:prstGeom prst="rect">
            <a:avLst/>
          </a:prstGeom>
          <a:noFill/>
        </p:spPr>
        <p:txBody>
          <a:bodyPr wrap="none" rtlCol="0">
            <a:spAutoFit/>
          </a:bodyPr>
          <a:lstStyle/>
          <a:p>
            <a:r>
              <a:rPr lang="en-US" dirty="0"/>
              <a:t>TDATA</a:t>
            </a:r>
          </a:p>
        </p:txBody>
      </p:sp>
      <p:grpSp>
        <p:nvGrpSpPr>
          <p:cNvPr id="85" name="Group 84">
            <a:extLst>
              <a:ext uri="{FF2B5EF4-FFF2-40B4-BE49-F238E27FC236}">
                <a16:creationId xmlns:a16="http://schemas.microsoft.com/office/drawing/2014/main" id="{8C4DB9B8-B342-82D0-9C32-68A67D4D0B1E}"/>
              </a:ext>
            </a:extLst>
          </p:cNvPr>
          <p:cNvGrpSpPr/>
          <p:nvPr/>
        </p:nvGrpSpPr>
        <p:grpSpPr>
          <a:xfrm>
            <a:off x="5832946" y="5490076"/>
            <a:ext cx="526106" cy="824965"/>
            <a:chOff x="6443924" y="5490076"/>
            <a:chExt cx="526106" cy="824965"/>
          </a:xfrm>
          <a:noFill/>
        </p:grpSpPr>
        <p:sp>
          <p:nvSpPr>
            <p:cNvPr id="79" name="Isosceles Triangle 78">
              <a:extLst>
                <a:ext uri="{FF2B5EF4-FFF2-40B4-BE49-F238E27FC236}">
                  <a16:creationId xmlns:a16="http://schemas.microsoft.com/office/drawing/2014/main" id="{7124A83D-FE1E-1470-CB22-94921B317BCC}"/>
                </a:ext>
              </a:extLst>
            </p:cNvPr>
            <p:cNvSpPr/>
            <p:nvPr/>
          </p:nvSpPr>
          <p:spPr>
            <a:xfrm>
              <a:off x="6591107" y="5490076"/>
              <a:ext cx="231741" cy="199777"/>
            </a:xfrm>
            <a:prstGeom prst="triangl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D144E1F2-2DA2-0935-F100-9B9F31FA75E0}"/>
                </a:ext>
              </a:extLst>
            </p:cNvPr>
            <p:cNvCxnSpPr>
              <a:cxnSpLocks/>
              <a:stCxn id="79" idx="3"/>
            </p:cNvCxnSpPr>
            <p:nvPr/>
          </p:nvCxnSpPr>
          <p:spPr>
            <a:xfrm>
              <a:off x="6706978" y="5689853"/>
              <a:ext cx="0" cy="220859"/>
            </a:xfrm>
            <a:prstGeom prst="line">
              <a:avLst/>
            </a:prstGeom>
            <a:grpFill/>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C53CD065-F17D-7793-C2E8-541F1216D9D5}"/>
                </a:ext>
              </a:extLst>
            </p:cNvPr>
            <p:cNvSpPr txBox="1"/>
            <p:nvPr/>
          </p:nvSpPr>
          <p:spPr>
            <a:xfrm>
              <a:off x="6443924" y="5945709"/>
              <a:ext cx="526106" cy="369332"/>
            </a:xfrm>
            <a:prstGeom prst="rect">
              <a:avLst/>
            </a:prstGeom>
            <a:grpFill/>
          </p:spPr>
          <p:txBody>
            <a:bodyPr wrap="none" rtlCol="0">
              <a:spAutoFit/>
            </a:bodyPr>
            <a:lstStyle/>
            <a:p>
              <a:pPr algn="r"/>
              <a:r>
                <a:rPr lang="en-US" dirty="0"/>
                <a:t>CLK</a:t>
              </a:r>
            </a:p>
          </p:txBody>
        </p:sp>
      </p:grpSp>
      <p:sp>
        <p:nvSpPr>
          <p:cNvPr id="86" name="TextBox 85">
            <a:extLst>
              <a:ext uri="{FF2B5EF4-FFF2-40B4-BE49-F238E27FC236}">
                <a16:creationId xmlns:a16="http://schemas.microsoft.com/office/drawing/2014/main" id="{042A5C0D-55EF-2C4A-D9D0-A1AD9DFC0835}"/>
              </a:ext>
            </a:extLst>
          </p:cNvPr>
          <p:cNvSpPr txBox="1"/>
          <p:nvPr/>
        </p:nvSpPr>
        <p:spPr>
          <a:xfrm>
            <a:off x="7818915" y="2817315"/>
            <a:ext cx="1022888" cy="369332"/>
          </a:xfrm>
          <a:prstGeom prst="rect">
            <a:avLst/>
          </a:prstGeom>
          <a:noFill/>
        </p:spPr>
        <p:txBody>
          <a:bodyPr wrap="square" rtlCol="0">
            <a:spAutoFit/>
          </a:bodyPr>
          <a:lstStyle/>
          <a:p>
            <a:pPr algn="r"/>
            <a:r>
              <a:rPr lang="en-US" dirty="0"/>
              <a:t>conv2d.v</a:t>
            </a:r>
          </a:p>
        </p:txBody>
      </p:sp>
      <p:sp>
        <p:nvSpPr>
          <p:cNvPr id="87" name="TextBox 86">
            <a:extLst>
              <a:ext uri="{FF2B5EF4-FFF2-40B4-BE49-F238E27FC236}">
                <a16:creationId xmlns:a16="http://schemas.microsoft.com/office/drawing/2014/main" id="{09B355FC-9026-6F60-7583-D9CAD7F2E634}"/>
              </a:ext>
            </a:extLst>
          </p:cNvPr>
          <p:cNvSpPr txBox="1"/>
          <p:nvPr/>
        </p:nvSpPr>
        <p:spPr>
          <a:xfrm>
            <a:off x="5698399" y="2827508"/>
            <a:ext cx="1022888" cy="369332"/>
          </a:xfrm>
          <a:prstGeom prst="rect">
            <a:avLst/>
          </a:prstGeom>
          <a:noFill/>
        </p:spPr>
        <p:txBody>
          <a:bodyPr wrap="square" rtlCol="0">
            <a:spAutoFit/>
          </a:bodyPr>
          <a:lstStyle/>
          <a:p>
            <a:pPr algn="r"/>
            <a:r>
              <a:rPr lang="en-US" dirty="0"/>
              <a:t>conv2d.v</a:t>
            </a:r>
          </a:p>
        </p:txBody>
      </p:sp>
      <p:cxnSp>
        <p:nvCxnSpPr>
          <p:cNvPr id="14" name="Straight Arrow Connector 13">
            <a:extLst>
              <a:ext uri="{FF2B5EF4-FFF2-40B4-BE49-F238E27FC236}">
                <a16:creationId xmlns:a16="http://schemas.microsoft.com/office/drawing/2014/main" id="{B9D0DE7E-321D-9442-0BCB-F34CF6C7B096}"/>
              </a:ext>
            </a:extLst>
          </p:cNvPr>
          <p:cNvCxnSpPr>
            <a:cxnSpLocks/>
          </p:cNvCxnSpPr>
          <p:nvPr/>
        </p:nvCxnSpPr>
        <p:spPr>
          <a:xfrm flipH="1">
            <a:off x="1531710" y="4945594"/>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178BB9B-A1E3-47C8-C4CE-D635332AAEB0}"/>
              </a:ext>
            </a:extLst>
          </p:cNvPr>
          <p:cNvCxnSpPr>
            <a:cxnSpLocks/>
          </p:cNvCxnSpPr>
          <p:nvPr/>
        </p:nvCxnSpPr>
        <p:spPr>
          <a:xfrm flipH="1">
            <a:off x="7293831" y="4961484"/>
            <a:ext cx="655639" cy="0"/>
          </a:xfrm>
          <a:prstGeom prst="straightConnector1">
            <a:avLst/>
          </a:prstGeom>
          <a:noFill/>
          <a:ln>
            <a:prstDash val="dash"/>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E1E3687-B55B-1C6B-AEC8-DB7A7ABB35C4}"/>
              </a:ext>
            </a:extLst>
          </p:cNvPr>
          <p:cNvCxnSpPr>
            <a:cxnSpLocks/>
          </p:cNvCxnSpPr>
          <p:nvPr/>
        </p:nvCxnSpPr>
        <p:spPr>
          <a:xfrm flipH="1">
            <a:off x="9410064" y="4940634"/>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351A66F7-30DD-CF27-2B1F-32567BCF969E}"/>
              </a:ext>
            </a:extLst>
          </p:cNvPr>
          <p:cNvGrpSpPr/>
          <p:nvPr/>
        </p:nvGrpSpPr>
        <p:grpSpPr>
          <a:xfrm>
            <a:off x="4022607" y="3535496"/>
            <a:ext cx="1675572" cy="1410098"/>
            <a:chOff x="4022607" y="3535496"/>
            <a:chExt cx="1189113" cy="1410098"/>
          </a:xfrm>
        </p:grpSpPr>
        <p:cxnSp>
          <p:nvCxnSpPr>
            <p:cNvPr id="57" name="Straight Arrow Connector 56">
              <a:extLst>
                <a:ext uri="{FF2B5EF4-FFF2-40B4-BE49-F238E27FC236}">
                  <a16:creationId xmlns:a16="http://schemas.microsoft.com/office/drawing/2014/main" id="{B72E17B6-73DA-9206-DDC0-47F9EBE50A89}"/>
                </a:ext>
              </a:extLst>
            </p:cNvPr>
            <p:cNvCxnSpPr>
              <a:cxnSpLocks/>
            </p:cNvCxnSpPr>
            <p:nvPr/>
          </p:nvCxnSpPr>
          <p:spPr>
            <a:xfrm>
              <a:off x="4041870" y="3535496"/>
              <a:ext cx="116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5710F36C-445E-6906-1316-C2C5D51FB77F}"/>
                </a:ext>
              </a:extLst>
            </p:cNvPr>
            <p:cNvCxnSpPr>
              <a:cxnSpLocks/>
            </p:cNvCxnSpPr>
            <p:nvPr/>
          </p:nvCxnSpPr>
          <p:spPr>
            <a:xfrm>
              <a:off x="4031577" y="4793194"/>
              <a:ext cx="116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2E0AF81-B61F-54CF-B90B-04B45C727050}"/>
                </a:ext>
              </a:extLst>
            </p:cNvPr>
            <p:cNvCxnSpPr>
              <a:cxnSpLocks/>
            </p:cNvCxnSpPr>
            <p:nvPr/>
          </p:nvCxnSpPr>
          <p:spPr>
            <a:xfrm flipH="1">
              <a:off x="4022607" y="4945594"/>
              <a:ext cx="116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3" name="TextBox 22">
            <a:extLst>
              <a:ext uri="{FF2B5EF4-FFF2-40B4-BE49-F238E27FC236}">
                <a16:creationId xmlns:a16="http://schemas.microsoft.com/office/drawing/2014/main" id="{9F701A64-0ACC-63DB-BA0B-122EFAA03C06}"/>
              </a:ext>
            </a:extLst>
          </p:cNvPr>
          <p:cNvSpPr txBox="1"/>
          <p:nvPr/>
        </p:nvSpPr>
        <p:spPr>
          <a:xfrm>
            <a:off x="4243374" y="4203459"/>
            <a:ext cx="1304140" cy="584775"/>
          </a:xfrm>
          <a:prstGeom prst="rect">
            <a:avLst/>
          </a:prstGeom>
          <a:noFill/>
        </p:spPr>
        <p:txBody>
          <a:bodyPr wrap="none" rtlCol="0">
            <a:spAutoFit/>
          </a:bodyPr>
          <a:lstStyle/>
          <a:p>
            <a:r>
              <a:rPr lang="en-US" sz="1600" dirty="0"/>
              <a:t>TVALID,TLAST</a:t>
            </a:r>
          </a:p>
          <a:p>
            <a:r>
              <a:rPr lang="en-US" sz="1600" dirty="0"/>
              <a:t>TREADY</a:t>
            </a:r>
          </a:p>
        </p:txBody>
      </p:sp>
      <p:sp>
        <p:nvSpPr>
          <p:cNvPr id="25" name="TextBox 24">
            <a:extLst>
              <a:ext uri="{FF2B5EF4-FFF2-40B4-BE49-F238E27FC236}">
                <a16:creationId xmlns:a16="http://schemas.microsoft.com/office/drawing/2014/main" id="{FC9F5EBD-E5F8-296A-BA0E-E9DCDCE57DA6}"/>
              </a:ext>
            </a:extLst>
          </p:cNvPr>
          <p:cNvSpPr txBox="1"/>
          <p:nvPr/>
        </p:nvSpPr>
        <p:spPr>
          <a:xfrm>
            <a:off x="4243374" y="3196942"/>
            <a:ext cx="712246" cy="338554"/>
          </a:xfrm>
          <a:prstGeom prst="rect">
            <a:avLst/>
          </a:prstGeom>
          <a:noFill/>
        </p:spPr>
        <p:txBody>
          <a:bodyPr wrap="none" rtlCol="0">
            <a:spAutoFit/>
          </a:bodyPr>
          <a:lstStyle/>
          <a:p>
            <a:pPr algn="r"/>
            <a:r>
              <a:rPr lang="en-US" sz="1600" dirty="0"/>
              <a:t>TDATA</a:t>
            </a:r>
          </a:p>
        </p:txBody>
      </p:sp>
      <p:sp>
        <p:nvSpPr>
          <p:cNvPr id="26" name="TextBox 25">
            <a:extLst>
              <a:ext uri="{FF2B5EF4-FFF2-40B4-BE49-F238E27FC236}">
                <a16:creationId xmlns:a16="http://schemas.microsoft.com/office/drawing/2014/main" id="{CCB2DD0F-779D-596D-D93A-395D760C4C78}"/>
              </a:ext>
            </a:extLst>
          </p:cNvPr>
          <p:cNvSpPr txBox="1"/>
          <p:nvPr/>
        </p:nvSpPr>
        <p:spPr>
          <a:xfrm>
            <a:off x="1125188" y="2260317"/>
            <a:ext cx="813043" cy="369332"/>
          </a:xfrm>
          <a:prstGeom prst="rect">
            <a:avLst/>
          </a:prstGeom>
          <a:noFill/>
        </p:spPr>
        <p:txBody>
          <a:bodyPr wrap="none" rtlCol="0">
            <a:spAutoFit/>
          </a:bodyPr>
          <a:lstStyle/>
          <a:p>
            <a:r>
              <a:rPr lang="en-US" dirty="0"/>
              <a:t>(AXI-S)</a:t>
            </a:r>
          </a:p>
        </p:txBody>
      </p:sp>
      <p:sp>
        <p:nvSpPr>
          <p:cNvPr id="28" name="TextBox 27">
            <a:extLst>
              <a:ext uri="{FF2B5EF4-FFF2-40B4-BE49-F238E27FC236}">
                <a16:creationId xmlns:a16="http://schemas.microsoft.com/office/drawing/2014/main" id="{4172DE57-95AA-DF93-ED31-10D364CC0806}"/>
              </a:ext>
            </a:extLst>
          </p:cNvPr>
          <p:cNvSpPr txBox="1"/>
          <p:nvPr/>
        </p:nvSpPr>
        <p:spPr>
          <a:xfrm>
            <a:off x="10253769" y="2214385"/>
            <a:ext cx="813043" cy="369332"/>
          </a:xfrm>
          <a:prstGeom prst="rect">
            <a:avLst/>
          </a:prstGeom>
          <a:noFill/>
        </p:spPr>
        <p:txBody>
          <a:bodyPr wrap="none" rtlCol="0">
            <a:spAutoFit/>
          </a:bodyPr>
          <a:lstStyle/>
          <a:p>
            <a:r>
              <a:rPr lang="en-US" dirty="0"/>
              <a:t>(AXI-S)</a:t>
            </a:r>
          </a:p>
        </p:txBody>
      </p:sp>
    </p:spTree>
    <p:extLst>
      <p:ext uri="{BB962C8B-B14F-4D97-AF65-F5344CB8AC3E}">
        <p14:creationId xmlns:p14="http://schemas.microsoft.com/office/powerpoint/2010/main" val="25596606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73D275-8A30-8FC3-1627-CCB06E811D02}"/>
              </a:ext>
            </a:extLst>
          </p:cNvPr>
          <p:cNvSpPr/>
          <p:nvPr/>
        </p:nvSpPr>
        <p:spPr>
          <a:xfrm>
            <a:off x="2143286" y="2118866"/>
            <a:ext cx="7905427" cy="3570987"/>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9101F1-070E-C8CF-12DB-F2C63E340B63}"/>
              </a:ext>
            </a:extLst>
          </p:cNvPr>
          <p:cNvSpPr>
            <a:spLocks noGrp="1"/>
          </p:cNvSpPr>
          <p:nvPr>
            <p:ph type="title"/>
          </p:nvPr>
        </p:nvSpPr>
        <p:spPr/>
        <p:txBody>
          <a:bodyPr/>
          <a:lstStyle/>
          <a:p>
            <a:r>
              <a:rPr lang="en-US" dirty="0"/>
              <a:t>Streaming CNN Verilog Hierarchy</a:t>
            </a:r>
          </a:p>
        </p:txBody>
      </p:sp>
      <p:sp>
        <p:nvSpPr>
          <p:cNvPr id="6" name="Rectangle 5">
            <a:extLst>
              <a:ext uri="{FF2B5EF4-FFF2-40B4-BE49-F238E27FC236}">
                <a16:creationId xmlns:a16="http://schemas.microsoft.com/office/drawing/2014/main" id="{F72FC695-071D-F439-E194-832468BBED9F}"/>
              </a:ext>
            </a:extLst>
          </p:cNvPr>
          <p:cNvSpPr/>
          <p:nvPr/>
        </p:nvSpPr>
        <p:spPr>
          <a:xfrm>
            <a:off x="2437754" y="2833364"/>
            <a:ext cx="1743559" cy="2407034"/>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37DA90-9736-BBD0-DCCA-5228FCE18F4A}"/>
              </a:ext>
            </a:extLst>
          </p:cNvPr>
          <p:cNvSpPr txBox="1"/>
          <p:nvPr/>
        </p:nvSpPr>
        <p:spPr>
          <a:xfrm>
            <a:off x="2138118" y="2132594"/>
            <a:ext cx="977685" cy="369332"/>
          </a:xfrm>
          <a:prstGeom prst="rect">
            <a:avLst/>
          </a:prstGeom>
          <a:noFill/>
        </p:spPr>
        <p:txBody>
          <a:bodyPr wrap="square" rtlCol="0">
            <a:spAutoFit/>
          </a:bodyPr>
          <a:lstStyle/>
          <a:p>
            <a:pPr algn="r"/>
            <a:r>
              <a:rPr lang="en-US" dirty="0" err="1"/>
              <a:t>model.v</a:t>
            </a:r>
            <a:endParaRPr lang="en-US" dirty="0"/>
          </a:p>
        </p:txBody>
      </p:sp>
      <p:sp>
        <p:nvSpPr>
          <p:cNvPr id="7" name="TextBox 6">
            <a:extLst>
              <a:ext uri="{FF2B5EF4-FFF2-40B4-BE49-F238E27FC236}">
                <a16:creationId xmlns:a16="http://schemas.microsoft.com/office/drawing/2014/main" id="{A21BBC21-48D9-9D61-96C3-50FF3CEB7E2A}"/>
              </a:ext>
            </a:extLst>
          </p:cNvPr>
          <p:cNvSpPr txBox="1"/>
          <p:nvPr/>
        </p:nvSpPr>
        <p:spPr>
          <a:xfrm>
            <a:off x="2437754" y="2847092"/>
            <a:ext cx="1022888" cy="369332"/>
          </a:xfrm>
          <a:prstGeom prst="rect">
            <a:avLst/>
          </a:prstGeom>
          <a:noFill/>
        </p:spPr>
        <p:txBody>
          <a:bodyPr wrap="square" rtlCol="0">
            <a:spAutoFit/>
          </a:bodyPr>
          <a:lstStyle/>
          <a:p>
            <a:pPr algn="r"/>
            <a:r>
              <a:rPr lang="en-US" dirty="0"/>
              <a:t>conv2d.v</a:t>
            </a:r>
          </a:p>
        </p:txBody>
      </p:sp>
      <p:cxnSp>
        <p:nvCxnSpPr>
          <p:cNvPr id="21" name="Straight Arrow Connector 20">
            <a:extLst>
              <a:ext uri="{FF2B5EF4-FFF2-40B4-BE49-F238E27FC236}">
                <a16:creationId xmlns:a16="http://schemas.microsoft.com/office/drawing/2014/main" id="{98882414-13BF-A213-BD96-945ACA460481}"/>
              </a:ext>
            </a:extLst>
          </p:cNvPr>
          <p:cNvCxnSpPr>
            <a:cxnSpLocks/>
          </p:cNvCxnSpPr>
          <p:nvPr/>
        </p:nvCxnSpPr>
        <p:spPr>
          <a:xfrm>
            <a:off x="1534605" y="3535496"/>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EB92A620-4E7E-EB43-86D2-0120208BD3BB}"/>
              </a:ext>
            </a:extLst>
          </p:cNvPr>
          <p:cNvSpPr/>
          <p:nvPr/>
        </p:nvSpPr>
        <p:spPr>
          <a:xfrm>
            <a:off x="2592735" y="4669243"/>
            <a:ext cx="1438842" cy="418216"/>
          </a:xfrm>
          <a:prstGeom prst="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ED4E4B8-4565-2E3B-3C1C-B44F4FF50763}"/>
              </a:ext>
            </a:extLst>
          </p:cNvPr>
          <p:cNvSpPr txBox="1"/>
          <p:nvPr/>
        </p:nvSpPr>
        <p:spPr>
          <a:xfrm>
            <a:off x="2577281" y="4669243"/>
            <a:ext cx="1464589" cy="369332"/>
          </a:xfrm>
          <a:prstGeom prst="rect">
            <a:avLst/>
          </a:prstGeom>
          <a:noFill/>
        </p:spPr>
        <p:txBody>
          <a:bodyPr wrap="square" rtlCol="0">
            <a:spAutoFit/>
          </a:bodyPr>
          <a:lstStyle/>
          <a:p>
            <a:pPr algn="r"/>
            <a:r>
              <a:rPr lang="en-US" dirty="0"/>
              <a:t>conv2d_ctrl.v</a:t>
            </a:r>
          </a:p>
        </p:txBody>
      </p:sp>
      <p:sp>
        <p:nvSpPr>
          <p:cNvPr id="10" name="Rectangle 9">
            <a:extLst>
              <a:ext uri="{FF2B5EF4-FFF2-40B4-BE49-F238E27FC236}">
                <a16:creationId xmlns:a16="http://schemas.microsoft.com/office/drawing/2014/main" id="{18863B48-6F32-6DF8-765B-422E56E2D67A}"/>
              </a:ext>
            </a:extLst>
          </p:cNvPr>
          <p:cNvSpPr/>
          <p:nvPr/>
        </p:nvSpPr>
        <p:spPr>
          <a:xfrm>
            <a:off x="2592736" y="3266770"/>
            <a:ext cx="1438842" cy="105384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19F219-079F-7B3C-C3FE-AA04E37F7A00}"/>
              </a:ext>
            </a:extLst>
          </p:cNvPr>
          <p:cNvSpPr txBox="1"/>
          <p:nvPr/>
        </p:nvSpPr>
        <p:spPr>
          <a:xfrm>
            <a:off x="2516919" y="3273886"/>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12" name="Rectangle 11">
            <a:extLst>
              <a:ext uri="{FF2B5EF4-FFF2-40B4-BE49-F238E27FC236}">
                <a16:creationId xmlns:a16="http://schemas.microsoft.com/office/drawing/2014/main" id="{87C2EC2D-B40D-026F-6352-3F3B6FD17EEC}"/>
              </a:ext>
            </a:extLst>
          </p:cNvPr>
          <p:cNvSpPr/>
          <p:nvPr/>
        </p:nvSpPr>
        <p:spPr>
          <a:xfrm>
            <a:off x="2635400" y="3929048"/>
            <a:ext cx="1348352" cy="338554"/>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F11152E-5E66-69EE-780B-B91FF5E2F1B8}"/>
              </a:ext>
            </a:extLst>
          </p:cNvPr>
          <p:cNvSpPr txBox="1"/>
          <p:nvPr/>
        </p:nvSpPr>
        <p:spPr>
          <a:xfrm>
            <a:off x="2635400" y="3928072"/>
            <a:ext cx="1302937" cy="584775"/>
          </a:xfrm>
          <a:prstGeom prst="rect">
            <a:avLst/>
          </a:prstGeom>
          <a:noFill/>
        </p:spPr>
        <p:txBody>
          <a:bodyPr wrap="square" rtlCol="0">
            <a:spAutoFit/>
          </a:bodyPr>
          <a:lstStyle/>
          <a:p>
            <a:pPr algn="r"/>
            <a:r>
              <a:rPr lang="en-US" sz="1600" dirty="0" err="1"/>
              <a:t>weight_rom.v</a:t>
            </a:r>
            <a:endParaRPr lang="en-US" sz="1600" dirty="0"/>
          </a:p>
        </p:txBody>
      </p:sp>
      <p:cxnSp>
        <p:nvCxnSpPr>
          <p:cNvPr id="24" name="Straight Arrow Connector 23">
            <a:extLst>
              <a:ext uri="{FF2B5EF4-FFF2-40B4-BE49-F238E27FC236}">
                <a16:creationId xmlns:a16="http://schemas.microsoft.com/office/drawing/2014/main" id="{189FC1A7-63A3-D18E-84AA-22294960AC60}"/>
              </a:ext>
            </a:extLst>
          </p:cNvPr>
          <p:cNvCxnSpPr/>
          <p:nvPr/>
        </p:nvCxnSpPr>
        <p:spPr>
          <a:xfrm flipV="1">
            <a:off x="3352154" y="4320610"/>
            <a:ext cx="0" cy="348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FA453EEB-D607-03EB-40B2-5C93F0D2E8E2}"/>
              </a:ext>
            </a:extLst>
          </p:cNvPr>
          <p:cNvSpPr txBox="1"/>
          <p:nvPr/>
        </p:nvSpPr>
        <p:spPr>
          <a:xfrm>
            <a:off x="697707" y="4707143"/>
            <a:ext cx="848757" cy="646331"/>
          </a:xfrm>
          <a:prstGeom prst="rect">
            <a:avLst/>
          </a:prstGeom>
          <a:noFill/>
        </p:spPr>
        <p:txBody>
          <a:bodyPr wrap="none" rtlCol="0">
            <a:spAutoFit/>
          </a:bodyPr>
          <a:lstStyle/>
          <a:p>
            <a:pPr algn="r"/>
            <a:r>
              <a:rPr lang="en-US" dirty="0"/>
              <a:t>TVALID</a:t>
            </a:r>
          </a:p>
          <a:p>
            <a:pPr algn="r"/>
            <a:r>
              <a:rPr lang="en-US" dirty="0"/>
              <a:t>TLAST</a:t>
            </a:r>
          </a:p>
        </p:txBody>
      </p:sp>
      <p:cxnSp>
        <p:nvCxnSpPr>
          <p:cNvPr id="29" name="Straight Arrow Connector 28">
            <a:extLst>
              <a:ext uri="{FF2B5EF4-FFF2-40B4-BE49-F238E27FC236}">
                <a16:creationId xmlns:a16="http://schemas.microsoft.com/office/drawing/2014/main" id="{63550084-92B6-E747-C3CE-F384416DCFB8}"/>
              </a:ext>
            </a:extLst>
          </p:cNvPr>
          <p:cNvCxnSpPr>
            <a:cxnSpLocks/>
          </p:cNvCxnSpPr>
          <p:nvPr/>
        </p:nvCxnSpPr>
        <p:spPr>
          <a:xfrm>
            <a:off x="1540680" y="4891809"/>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52290D8E-4BBF-92C2-3210-6EF5A744D763}"/>
              </a:ext>
            </a:extLst>
          </p:cNvPr>
          <p:cNvSpPr txBox="1"/>
          <p:nvPr/>
        </p:nvSpPr>
        <p:spPr>
          <a:xfrm>
            <a:off x="756187" y="3350830"/>
            <a:ext cx="778418" cy="369332"/>
          </a:xfrm>
          <a:prstGeom prst="rect">
            <a:avLst/>
          </a:prstGeom>
          <a:noFill/>
        </p:spPr>
        <p:txBody>
          <a:bodyPr wrap="none" rtlCol="0">
            <a:spAutoFit/>
          </a:bodyPr>
          <a:lstStyle/>
          <a:p>
            <a:pPr algn="r"/>
            <a:r>
              <a:rPr lang="en-US" dirty="0"/>
              <a:t>TDATA</a:t>
            </a:r>
          </a:p>
        </p:txBody>
      </p:sp>
      <p:grpSp>
        <p:nvGrpSpPr>
          <p:cNvPr id="33" name="Group 32">
            <a:extLst>
              <a:ext uri="{FF2B5EF4-FFF2-40B4-BE49-F238E27FC236}">
                <a16:creationId xmlns:a16="http://schemas.microsoft.com/office/drawing/2014/main" id="{4A973A09-0A67-BCFA-0D22-166AFF3A4534}"/>
              </a:ext>
            </a:extLst>
          </p:cNvPr>
          <p:cNvGrpSpPr/>
          <p:nvPr/>
        </p:nvGrpSpPr>
        <p:grpSpPr>
          <a:xfrm>
            <a:off x="5061900" y="2833364"/>
            <a:ext cx="1743559" cy="2407034"/>
            <a:chOff x="2797444" y="2761646"/>
            <a:chExt cx="1743559" cy="2407034"/>
          </a:xfrm>
        </p:grpSpPr>
        <p:sp>
          <p:nvSpPr>
            <p:cNvPr id="34" name="Rectangle 33">
              <a:extLst>
                <a:ext uri="{FF2B5EF4-FFF2-40B4-BE49-F238E27FC236}">
                  <a16:creationId xmlns:a16="http://schemas.microsoft.com/office/drawing/2014/main" id="{A9982E3E-DC61-AF3B-B7A4-B84960198BA1}"/>
                </a:ext>
              </a:extLst>
            </p:cNvPr>
            <p:cNvSpPr/>
            <p:nvPr/>
          </p:nvSpPr>
          <p:spPr>
            <a:xfrm>
              <a:off x="2797444" y="2761646"/>
              <a:ext cx="1743559" cy="2407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ECC40F5-A177-0053-1DB4-46E47A9E7AC6}"/>
                </a:ext>
              </a:extLst>
            </p:cNvPr>
            <p:cNvSpPr/>
            <p:nvPr/>
          </p:nvSpPr>
          <p:spPr>
            <a:xfrm>
              <a:off x="2952425" y="4597525"/>
              <a:ext cx="1438842" cy="418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06E4824-C88E-503F-9505-1076C158FCD3}"/>
                </a:ext>
              </a:extLst>
            </p:cNvPr>
            <p:cNvSpPr txBox="1"/>
            <p:nvPr/>
          </p:nvSpPr>
          <p:spPr>
            <a:xfrm>
              <a:off x="2936971" y="4597525"/>
              <a:ext cx="1464589" cy="369332"/>
            </a:xfrm>
            <a:prstGeom prst="rect">
              <a:avLst/>
            </a:prstGeom>
            <a:noFill/>
          </p:spPr>
          <p:txBody>
            <a:bodyPr wrap="square" rtlCol="0">
              <a:spAutoFit/>
            </a:bodyPr>
            <a:lstStyle/>
            <a:p>
              <a:pPr algn="r"/>
              <a:r>
                <a:rPr lang="en-US" dirty="0"/>
                <a:t>conv2d_ctrl.v</a:t>
              </a:r>
            </a:p>
          </p:txBody>
        </p:sp>
        <p:sp>
          <p:nvSpPr>
            <p:cNvPr id="37" name="Rectangle 36">
              <a:extLst>
                <a:ext uri="{FF2B5EF4-FFF2-40B4-BE49-F238E27FC236}">
                  <a16:creationId xmlns:a16="http://schemas.microsoft.com/office/drawing/2014/main" id="{683F0617-F290-6E6B-A457-D415D75F70B9}"/>
                </a:ext>
              </a:extLst>
            </p:cNvPr>
            <p:cNvSpPr/>
            <p:nvPr/>
          </p:nvSpPr>
          <p:spPr>
            <a:xfrm>
              <a:off x="2952426" y="3195052"/>
              <a:ext cx="1438842" cy="1053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A073026-A1AB-C90E-525A-F606C190A899}"/>
                </a:ext>
              </a:extLst>
            </p:cNvPr>
            <p:cNvSpPr txBox="1"/>
            <p:nvPr/>
          </p:nvSpPr>
          <p:spPr>
            <a:xfrm>
              <a:off x="2876609" y="3202168"/>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39" name="Rectangle 38">
              <a:extLst>
                <a:ext uri="{FF2B5EF4-FFF2-40B4-BE49-F238E27FC236}">
                  <a16:creationId xmlns:a16="http://schemas.microsoft.com/office/drawing/2014/main" id="{7CFB468D-FEF8-75D4-8FDF-5EDE3C5C6689}"/>
                </a:ext>
              </a:extLst>
            </p:cNvPr>
            <p:cNvSpPr/>
            <p:nvPr/>
          </p:nvSpPr>
          <p:spPr>
            <a:xfrm>
              <a:off x="2995090" y="3857330"/>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34D5B8A-10DE-4DF5-3155-A0EDBEBDCA89}"/>
                </a:ext>
              </a:extLst>
            </p:cNvPr>
            <p:cNvSpPr txBox="1"/>
            <p:nvPr/>
          </p:nvSpPr>
          <p:spPr>
            <a:xfrm>
              <a:off x="2862060" y="3856354"/>
              <a:ext cx="1464591" cy="338554"/>
            </a:xfrm>
            <a:prstGeom prst="rect">
              <a:avLst/>
            </a:prstGeom>
            <a:noFill/>
          </p:spPr>
          <p:txBody>
            <a:bodyPr wrap="square" rtlCol="0">
              <a:spAutoFit/>
            </a:bodyPr>
            <a:lstStyle/>
            <a:p>
              <a:pPr algn="r"/>
              <a:r>
                <a:rPr lang="en-US" sz="1600" dirty="0" err="1"/>
                <a:t>weight_rom.v</a:t>
              </a:r>
              <a:endParaRPr lang="en-US" sz="1600" dirty="0"/>
            </a:p>
          </p:txBody>
        </p:sp>
        <p:cxnSp>
          <p:nvCxnSpPr>
            <p:cNvPr id="41" name="Straight Arrow Connector 40">
              <a:extLst>
                <a:ext uri="{FF2B5EF4-FFF2-40B4-BE49-F238E27FC236}">
                  <a16:creationId xmlns:a16="http://schemas.microsoft.com/office/drawing/2014/main" id="{C7C30449-1798-DAE9-7AFD-860D57CF2F0E}"/>
                </a:ext>
              </a:extLst>
            </p:cNvPr>
            <p:cNvCxnSpPr/>
            <p:nvPr/>
          </p:nvCxnSpPr>
          <p:spPr>
            <a:xfrm flipV="1">
              <a:off x="3711844" y="4248892"/>
              <a:ext cx="0" cy="348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57" name="Straight Arrow Connector 56">
            <a:extLst>
              <a:ext uri="{FF2B5EF4-FFF2-40B4-BE49-F238E27FC236}">
                <a16:creationId xmlns:a16="http://schemas.microsoft.com/office/drawing/2014/main" id="{B72E17B6-73DA-9206-DDC0-47F9EBE50A89}"/>
              </a:ext>
            </a:extLst>
          </p:cNvPr>
          <p:cNvCxnSpPr>
            <a:cxnSpLocks/>
          </p:cNvCxnSpPr>
          <p:nvPr/>
        </p:nvCxnSpPr>
        <p:spPr>
          <a:xfrm>
            <a:off x="4041870" y="3535496"/>
            <a:ext cx="116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0" name="Group 59">
            <a:extLst>
              <a:ext uri="{FF2B5EF4-FFF2-40B4-BE49-F238E27FC236}">
                <a16:creationId xmlns:a16="http://schemas.microsoft.com/office/drawing/2014/main" id="{114F642F-2419-A14A-3185-099441FECCEC}"/>
              </a:ext>
            </a:extLst>
          </p:cNvPr>
          <p:cNvGrpSpPr/>
          <p:nvPr/>
        </p:nvGrpSpPr>
        <p:grpSpPr>
          <a:xfrm>
            <a:off x="7818915" y="2833364"/>
            <a:ext cx="1743559" cy="2407034"/>
            <a:chOff x="2797444" y="2761646"/>
            <a:chExt cx="1743559" cy="2407034"/>
          </a:xfrm>
        </p:grpSpPr>
        <p:sp>
          <p:nvSpPr>
            <p:cNvPr id="63" name="Rectangle 62">
              <a:extLst>
                <a:ext uri="{FF2B5EF4-FFF2-40B4-BE49-F238E27FC236}">
                  <a16:creationId xmlns:a16="http://schemas.microsoft.com/office/drawing/2014/main" id="{BF00337F-2C9B-0F42-B89B-45B466FC5D5D}"/>
                </a:ext>
              </a:extLst>
            </p:cNvPr>
            <p:cNvSpPr/>
            <p:nvPr/>
          </p:nvSpPr>
          <p:spPr>
            <a:xfrm>
              <a:off x="2797444" y="2761646"/>
              <a:ext cx="1743559" cy="2407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28849AB-582E-8C21-FB1B-F2C67118280E}"/>
                </a:ext>
              </a:extLst>
            </p:cNvPr>
            <p:cNvSpPr/>
            <p:nvPr/>
          </p:nvSpPr>
          <p:spPr>
            <a:xfrm>
              <a:off x="2952425" y="4597525"/>
              <a:ext cx="1438842" cy="418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480406D-0136-6111-4569-518D6719DC46}"/>
                </a:ext>
              </a:extLst>
            </p:cNvPr>
            <p:cNvSpPr txBox="1"/>
            <p:nvPr/>
          </p:nvSpPr>
          <p:spPr>
            <a:xfrm>
              <a:off x="2936971" y="4597525"/>
              <a:ext cx="1464589" cy="369332"/>
            </a:xfrm>
            <a:prstGeom prst="rect">
              <a:avLst/>
            </a:prstGeom>
            <a:noFill/>
          </p:spPr>
          <p:txBody>
            <a:bodyPr wrap="square" rtlCol="0">
              <a:spAutoFit/>
            </a:bodyPr>
            <a:lstStyle/>
            <a:p>
              <a:pPr algn="r"/>
              <a:r>
                <a:rPr lang="en-US" dirty="0"/>
                <a:t>conv2d_ctrl.v</a:t>
              </a:r>
            </a:p>
          </p:txBody>
        </p:sp>
        <p:sp>
          <p:nvSpPr>
            <p:cNvPr id="66" name="Rectangle 65">
              <a:extLst>
                <a:ext uri="{FF2B5EF4-FFF2-40B4-BE49-F238E27FC236}">
                  <a16:creationId xmlns:a16="http://schemas.microsoft.com/office/drawing/2014/main" id="{0CFD5FF6-1B1D-14EC-8C16-6DFC0B9931E8}"/>
                </a:ext>
              </a:extLst>
            </p:cNvPr>
            <p:cNvSpPr/>
            <p:nvPr/>
          </p:nvSpPr>
          <p:spPr>
            <a:xfrm>
              <a:off x="2952426" y="3195052"/>
              <a:ext cx="1438842" cy="10538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EB2FD7E5-9B3B-6C9C-A439-8C653213C005}"/>
                </a:ext>
              </a:extLst>
            </p:cNvPr>
            <p:cNvSpPr txBox="1"/>
            <p:nvPr/>
          </p:nvSpPr>
          <p:spPr>
            <a:xfrm>
              <a:off x="2876609" y="3202168"/>
              <a:ext cx="1586903" cy="523220"/>
            </a:xfrm>
            <a:prstGeom prst="rect">
              <a:avLst/>
            </a:prstGeom>
            <a:noFill/>
          </p:spPr>
          <p:txBody>
            <a:bodyPr wrap="square" rtlCol="0">
              <a:spAutoFit/>
            </a:bodyPr>
            <a:lstStyle/>
            <a:p>
              <a:pPr algn="ctr"/>
              <a:r>
                <a:rPr lang="en-US" dirty="0"/>
                <a:t>conv2d_dp.v</a:t>
              </a:r>
            </a:p>
            <a:p>
              <a:pPr algn="ctr"/>
              <a:r>
                <a:rPr lang="en-US" sz="1000" dirty="0"/>
                <a:t>#(ICHAN,OCHAN,NSTRIPE)</a:t>
              </a:r>
            </a:p>
          </p:txBody>
        </p:sp>
        <p:sp>
          <p:nvSpPr>
            <p:cNvPr id="68" name="Rectangle 67">
              <a:extLst>
                <a:ext uri="{FF2B5EF4-FFF2-40B4-BE49-F238E27FC236}">
                  <a16:creationId xmlns:a16="http://schemas.microsoft.com/office/drawing/2014/main" id="{353DE20F-88DB-8F07-D1B6-0B198C43EF9E}"/>
                </a:ext>
              </a:extLst>
            </p:cNvPr>
            <p:cNvSpPr/>
            <p:nvPr/>
          </p:nvSpPr>
          <p:spPr>
            <a:xfrm>
              <a:off x="2995090" y="3857330"/>
              <a:ext cx="1348352" cy="33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F704079-9768-1B13-5A36-7DF861277C4B}"/>
                </a:ext>
              </a:extLst>
            </p:cNvPr>
            <p:cNvSpPr txBox="1"/>
            <p:nvPr/>
          </p:nvSpPr>
          <p:spPr>
            <a:xfrm>
              <a:off x="2862060" y="3856354"/>
              <a:ext cx="1464591" cy="338554"/>
            </a:xfrm>
            <a:prstGeom prst="rect">
              <a:avLst/>
            </a:prstGeom>
            <a:noFill/>
          </p:spPr>
          <p:txBody>
            <a:bodyPr wrap="square" rtlCol="0">
              <a:spAutoFit/>
            </a:bodyPr>
            <a:lstStyle/>
            <a:p>
              <a:pPr algn="r"/>
              <a:r>
                <a:rPr lang="en-US" sz="1600" dirty="0" err="1"/>
                <a:t>weight_rom.v</a:t>
              </a:r>
              <a:endParaRPr lang="en-US" sz="1600" dirty="0"/>
            </a:p>
          </p:txBody>
        </p:sp>
        <p:cxnSp>
          <p:nvCxnSpPr>
            <p:cNvPr id="70" name="Straight Arrow Connector 69">
              <a:extLst>
                <a:ext uri="{FF2B5EF4-FFF2-40B4-BE49-F238E27FC236}">
                  <a16:creationId xmlns:a16="http://schemas.microsoft.com/office/drawing/2014/main" id="{CD47DC07-CE9F-3241-BD04-67B73D45C771}"/>
                </a:ext>
              </a:extLst>
            </p:cNvPr>
            <p:cNvCxnSpPr/>
            <p:nvPr/>
          </p:nvCxnSpPr>
          <p:spPr>
            <a:xfrm flipV="1">
              <a:off x="3711844" y="4248892"/>
              <a:ext cx="0" cy="348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78" name="Group 77">
            <a:extLst>
              <a:ext uri="{FF2B5EF4-FFF2-40B4-BE49-F238E27FC236}">
                <a16:creationId xmlns:a16="http://schemas.microsoft.com/office/drawing/2014/main" id="{14A0821E-67F0-0452-EF29-1FC2A232F16F}"/>
              </a:ext>
            </a:extLst>
          </p:cNvPr>
          <p:cNvGrpSpPr/>
          <p:nvPr/>
        </p:nvGrpSpPr>
        <p:grpSpPr>
          <a:xfrm>
            <a:off x="7294473" y="3500718"/>
            <a:ext cx="663969" cy="1353191"/>
            <a:chOff x="7137989" y="3500718"/>
            <a:chExt cx="820453" cy="1353191"/>
          </a:xfrm>
        </p:grpSpPr>
        <p:cxnSp>
          <p:nvCxnSpPr>
            <p:cNvPr id="61" name="Straight Arrow Connector 60">
              <a:extLst>
                <a:ext uri="{FF2B5EF4-FFF2-40B4-BE49-F238E27FC236}">
                  <a16:creationId xmlns:a16="http://schemas.microsoft.com/office/drawing/2014/main" id="{5E349BF8-965D-9416-A524-65456BA95D02}"/>
                </a:ext>
              </a:extLst>
            </p:cNvPr>
            <p:cNvCxnSpPr>
              <a:cxnSpLocks/>
              <a:endCxn id="65" idx="1"/>
            </p:cNvCxnSpPr>
            <p:nvPr/>
          </p:nvCxnSpPr>
          <p:spPr>
            <a:xfrm>
              <a:off x="7148282" y="4853909"/>
              <a:ext cx="810160"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1C44174D-B13E-CA30-4B68-0CB2B4D3DB36}"/>
                </a:ext>
              </a:extLst>
            </p:cNvPr>
            <p:cNvCxnSpPr>
              <a:cxnSpLocks/>
            </p:cNvCxnSpPr>
            <p:nvPr/>
          </p:nvCxnSpPr>
          <p:spPr>
            <a:xfrm>
              <a:off x="7137989" y="3500718"/>
              <a:ext cx="810160"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cxnSp>
        <p:nvCxnSpPr>
          <p:cNvPr id="71" name="Straight Arrow Connector 70">
            <a:extLst>
              <a:ext uri="{FF2B5EF4-FFF2-40B4-BE49-F238E27FC236}">
                <a16:creationId xmlns:a16="http://schemas.microsoft.com/office/drawing/2014/main" id="{E59FD12F-AC5B-D4C8-FA76-1D74053A1B70}"/>
              </a:ext>
            </a:extLst>
          </p:cNvPr>
          <p:cNvCxnSpPr>
            <a:cxnSpLocks/>
          </p:cNvCxnSpPr>
          <p:nvPr/>
        </p:nvCxnSpPr>
        <p:spPr>
          <a:xfrm>
            <a:off x="9556399" y="3476746"/>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ED6EA63A-2360-CC71-D73B-EAD11B27F743}"/>
              </a:ext>
            </a:extLst>
          </p:cNvPr>
          <p:cNvCxnSpPr>
            <a:cxnSpLocks/>
          </p:cNvCxnSpPr>
          <p:nvPr/>
        </p:nvCxnSpPr>
        <p:spPr>
          <a:xfrm>
            <a:off x="9562474" y="4833059"/>
            <a:ext cx="10520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70306B3E-2833-F22A-E2FC-A8109FD6DDB0}"/>
              </a:ext>
            </a:extLst>
          </p:cNvPr>
          <p:cNvSpPr txBox="1"/>
          <p:nvPr/>
        </p:nvSpPr>
        <p:spPr>
          <a:xfrm>
            <a:off x="10608454" y="4534768"/>
            <a:ext cx="848694" cy="646331"/>
          </a:xfrm>
          <a:prstGeom prst="rect">
            <a:avLst/>
          </a:prstGeom>
          <a:noFill/>
        </p:spPr>
        <p:txBody>
          <a:bodyPr wrap="none" rtlCol="0">
            <a:spAutoFit/>
          </a:bodyPr>
          <a:lstStyle/>
          <a:p>
            <a:r>
              <a:rPr lang="en-US" dirty="0"/>
              <a:t>TVALID</a:t>
            </a:r>
          </a:p>
          <a:p>
            <a:r>
              <a:rPr lang="en-US" dirty="0"/>
              <a:t>TLAST</a:t>
            </a:r>
          </a:p>
        </p:txBody>
      </p:sp>
      <p:sp>
        <p:nvSpPr>
          <p:cNvPr id="74" name="TextBox 73">
            <a:extLst>
              <a:ext uri="{FF2B5EF4-FFF2-40B4-BE49-F238E27FC236}">
                <a16:creationId xmlns:a16="http://schemas.microsoft.com/office/drawing/2014/main" id="{B1CCCFDD-B2B7-8AF6-E3F8-4891F4B7142B}"/>
              </a:ext>
            </a:extLst>
          </p:cNvPr>
          <p:cNvSpPr txBox="1"/>
          <p:nvPr/>
        </p:nvSpPr>
        <p:spPr>
          <a:xfrm>
            <a:off x="10608454" y="3292080"/>
            <a:ext cx="778418" cy="369332"/>
          </a:xfrm>
          <a:prstGeom prst="rect">
            <a:avLst/>
          </a:prstGeom>
          <a:noFill/>
        </p:spPr>
        <p:txBody>
          <a:bodyPr wrap="none" rtlCol="0">
            <a:spAutoFit/>
          </a:bodyPr>
          <a:lstStyle/>
          <a:p>
            <a:r>
              <a:rPr lang="en-US" dirty="0"/>
              <a:t>TDATA</a:t>
            </a:r>
          </a:p>
        </p:txBody>
      </p:sp>
      <p:cxnSp>
        <p:nvCxnSpPr>
          <p:cNvPr id="77" name="Straight Arrow Connector 76">
            <a:extLst>
              <a:ext uri="{FF2B5EF4-FFF2-40B4-BE49-F238E27FC236}">
                <a16:creationId xmlns:a16="http://schemas.microsoft.com/office/drawing/2014/main" id="{5710F36C-445E-6906-1316-C2C5D51FB77F}"/>
              </a:ext>
            </a:extLst>
          </p:cNvPr>
          <p:cNvCxnSpPr>
            <a:cxnSpLocks/>
          </p:cNvCxnSpPr>
          <p:nvPr/>
        </p:nvCxnSpPr>
        <p:spPr>
          <a:xfrm>
            <a:off x="4031577" y="4891809"/>
            <a:ext cx="116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5" name="Group 84">
            <a:extLst>
              <a:ext uri="{FF2B5EF4-FFF2-40B4-BE49-F238E27FC236}">
                <a16:creationId xmlns:a16="http://schemas.microsoft.com/office/drawing/2014/main" id="{8C4DB9B8-B342-82D0-9C32-68A67D4D0B1E}"/>
              </a:ext>
            </a:extLst>
          </p:cNvPr>
          <p:cNvGrpSpPr/>
          <p:nvPr/>
        </p:nvGrpSpPr>
        <p:grpSpPr>
          <a:xfrm>
            <a:off x="5832946" y="5490076"/>
            <a:ext cx="526106" cy="824965"/>
            <a:chOff x="6443924" y="5490076"/>
            <a:chExt cx="526106" cy="824965"/>
          </a:xfrm>
        </p:grpSpPr>
        <p:sp>
          <p:nvSpPr>
            <p:cNvPr id="79" name="Isosceles Triangle 78">
              <a:extLst>
                <a:ext uri="{FF2B5EF4-FFF2-40B4-BE49-F238E27FC236}">
                  <a16:creationId xmlns:a16="http://schemas.microsoft.com/office/drawing/2014/main" id="{7124A83D-FE1E-1470-CB22-94921B317BCC}"/>
                </a:ext>
              </a:extLst>
            </p:cNvPr>
            <p:cNvSpPr/>
            <p:nvPr/>
          </p:nvSpPr>
          <p:spPr>
            <a:xfrm>
              <a:off x="6591107" y="5490076"/>
              <a:ext cx="231741" cy="19977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D144E1F2-2DA2-0935-F100-9B9F31FA75E0}"/>
                </a:ext>
              </a:extLst>
            </p:cNvPr>
            <p:cNvCxnSpPr>
              <a:cxnSpLocks/>
              <a:stCxn id="79" idx="3"/>
            </p:cNvCxnSpPr>
            <p:nvPr/>
          </p:nvCxnSpPr>
          <p:spPr>
            <a:xfrm>
              <a:off x="6706978" y="5689853"/>
              <a:ext cx="0" cy="220859"/>
            </a:xfrm>
            <a:prstGeom prst="line">
              <a:avLst/>
            </a:prstGeom>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C53CD065-F17D-7793-C2E8-541F1216D9D5}"/>
                </a:ext>
              </a:extLst>
            </p:cNvPr>
            <p:cNvSpPr txBox="1"/>
            <p:nvPr/>
          </p:nvSpPr>
          <p:spPr>
            <a:xfrm>
              <a:off x="6443924" y="5945709"/>
              <a:ext cx="526106" cy="369332"/>
            </a:xfrm>
            <a:prstGeom prst="rect">
              <a:avLst/>
            </a:prstGeom>
            <a:noFill/>
          </p:spPr>
          <p:txBody>
            <a:bodyPr wrap="none" rtlCol="0">
              <a:spAutoFit/>
            </a:bodyPr>
            <a:lstStyle/>
            <a:p>
              <a:pPr algn="r"/>
              <a:r>
                <a:rPr lang="en-US" dirty="0"/>
                <a:t>CLK</a:t>
              </a:r>
            </a:p>
          </p:txBody>
        </p:sp>
      </p:grpSp>
      <p:sp>
        <p:nvSpPr>
          <p:cNvPr id="86" name="TextBox 85">
            <a:extLst>
              <a:ext uri="{FF2B5EF4-FFF2-40B4-BE49-F238E27FC236}">
                <a16:creationId xmlns:a16="http://schemas.microsoft.com/office/drawing/2014/main" id="{042A5C0D-55EF-2C4A-D9D0-A1AD9DFC0835}"/>
              </a:ext>
            </a:extLst>
          </p:cNvPr>
          <p:cNvSpPr txBox="1"/>
          <p:nvPr/>
        </p:nvSpPr>
        <p:spPr>
          <a:xfrm>
            <a:off x="7818915" y="2817315"/>
            <a:ext cx="1022888" cy="369332"/>
          </a:xfrm>
          <a:prstGeom prst="rect">
            <a:avLst/>
          </a:prstGeom>
          <a:noFill/>
        </p:spPr>
        <p:txBody>
          <a:bodyPr wrap="square" rtlCol="0">
            <a:spAutoFit/>
          </a:bodyPr>
          <a:lstStyle/>
          <a:p>
            <a:pPr algn="r"/>
            <a:r>
              <a:rPr lang="en-US" dirty="0"/>
              <a:t>conv2d.v</a:t>
            </a:r>
          </a:p>
        </p:txBody>
      </p:sp>
      <p:sp>
        <p:nvSpPr>
          <p:cNvPr id="87" name="TextBox 86">
            <a:extLst>
              <a:ext uri="{FF2B5EF4-FFF2-40B4-BE49-F238E27FC236}">
                <a16:creationId xmlns:a16="http://schemas.microsoft.com/office/drawing/2014/main" id="{09B355FC-9026-6F60-7583-D9CAD7F2E634}"/>
              </a:ext>
            </a:extLst>
          </p:cNvPr>
          <p:cNvSpPr txBox="1"/>
          <p:nvPr/>
        </p:nvSpPr>
        <p:spPr>
          <a:xfrm>
            <a:off x="5061900" y="2827508"/>
            <a:ext cx="1022888" cy="369332"/>
          </a:xfrm>
          <a:prstGeom prst="rect">
            <a:avLst/>
          </a:prstGeom>
          <a:noFill/>
        </p:spPr>
        <p:txBody>
          <a:bodyPr wrap="square" rtlCol="0">
            <a:spAutoFit/>
          </a:bodyPr>
          <a:lstStyle/>
          <a:p>
            <a:pPr algn="r"/>
            <a:r>
              <a:rPr lang="en-US" dirty="0"/>
              <a:t>conv2d.v</a:t>
            </a:r>
          </a:p>
        </p:txBody>
      </p:sp>
    </p:spTree>
    <p:extLst>
      <p:ext uri="{BB962C8B-B14F-4D97-AF65-F5344CB8AC3E}">
        <p14:creationId xmlns:p14="http://schemas.microsoft.com/office/powerpoint/2010/main" val="11139018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D495BD-459A-8DA5-1AE9-07AE17ECED04}"/>
              </a:ext>
            </a:extLst>
          </p:cNvPr>
          <p:cNvSpPr txBox="1"/>
          <p:nvPr/>
        </p:nvSpPr>
        <p:spPr>
          <a:xfrm>
            <a:off x="0" y="0"/>
            <a:ext cx="12192000" cy="923330"/>
          </a:xfrm>
          <a:prstGeom prst="rect">
            <a:avLst/>
          </a:prstGeom>
          <a:noFill/>
        </p:spPr>
        <p:txBody>
          <a:bodyPr wrap="square">
            <a:spAutoFit/>
          </a:bodyPr>
          <a:lstStyle/>
          <a:p>
            <a:r>
              <a:rPr lang="en-US" dirty="0">
                <a:hlinkClick r:id="rId2"/>
              </a:rPr>
              <a:t>https://arxiv.org/pdf/1712.05877.pdf</a:t>
            </a:r>
            <a:endParaRPr lang="en-US" dirty="0"/>
          </a:p>
          <a:p>
            <a:r>
              <a:rPr lang="en-US" dirty="0">
                <a:hlinkClick r:id="rId3"/>
              </a:rPr>
              <a:t>https://www.tensorflow.org/lite/performance/quantization_spec#int8_quantized_operator_specifications</a:t>
            </a:r>
            <a:endParaRPr lang="en-US" dirty="0"/>
          </a:p>
          <a:p>
            <a:endParaRPr lang="en-US" dirty="0"/>
          </a:p>
        </p:txBody>
      </p:sp>
      <p:sp>
        <p:nvSpPr>
          <p:cNvPr id="4" name="TextBox 3">
            <a:extLst>
              <a:ext uri="{FF2B5EF4-FFF2-40B4-BE49-F238E27FC236}">
                <a16:creationId xmlns:a16="http://schemas.microsoft.com/office/drawing/2014/main" id="{AF4E785F-69E2-BA82-A0A3-8A880A38FCD4}"/>
              </a:ext>
            </a:extLst>
          </p:cNvPr>
          <p:cNvSpPr txBox="1"/>
          <p:nvPr/>
        </p:nvSpPr>
        <p:spPr>
          <a:xfrm>
            <a:off x="72505" y="804949"/>
            <a:ext cx="3394647" cy="923330"/>
          </a:xfrm>
          <a:prstGeom prst="rect">
            <a:avLst/>
          </a:prstGeom>
          <a:noFill/>
        </p:spPr>
        <p:txBody>
          <a:bodyPr wrap="none" rtlCol="0">
            <a:spAutoFit/>
          </a:bodyPr>
          <a:lstStyle/>
          <a:p>
            <a:r>
              <a:rPr lang="en-US" dirty="0"/>
              <a:t>requirements for </a:t>
            </a:r>
            <a:r>
              <a:rPr lang="en-US" dirty="0" err="1"/>
              <a:t>TFLite</a:t>
            </a:r>
            <a:r>
              <a:rPr lang="en-US" dirty="0"/>
              <a:t> quant:</a:t>
            </a:r>
          </a:p>
          <a:p>
            <a:pPr marL="342900" indent="-342900">
              <a:buAutoNum type="arabicPeriod"/>
            </a:pPr>
            <a:r>
              <a:rPr lang="en-US" dirty="0"/>
              <a:t>saturating 8*8+32 bit MAC</a:t>
            </a:r>
          </a:p>
          <a:p>
            <a:pPr marL="342900" indent="-342900">
              <a:buAutoNum type="arabicPeriod"/>
            </a:pPr>
            <a:r>
              <a:rPr lang="en-US" dirty="0"/>
              <a:t>rounding-to-nearest right-shift</a:t>
            </a:r>
          </a:p>
        </p:txBody>
      </p:sp>
      <p:sp>
        <p:nvSpPr>
          <p:cNvPr id="5" name="TextBox 4">
            <a:extLst>
              <a:ext uri="{FF2B5EF4-FFF2-40B4-BE49-F238E27FC236}">
                <a16:creationId xmlns:a16="http://schemas.microsoft.com/office/drawing/2014/main" id="{AB257205-4A40-FA51-9F57-19869E49072A}"/>
              </a:ext>
            </a:extLst>
          </p:cNvPr>
          <p:cNvSpPr txBox="1"/>
          <p:nvPr/>
        </p:nvSpPr>
        <p:spPr>
          <a:xfrm>
            <a:off x="757480" y="3356696"/>
            <a:ext cx="6117956" cy="1477328"/>
          </a:xfrm>
          <a:prstGeom prst="rect">
            <a:avLst/>
          </a:prstGeom>
          <a:noFill/>
        </p:spPr>
        <p:txBody>
          <a:bodyPr wrap="square">
            <a:spAutoFit/>
          </a:bodyPr>
          <a:lstStyle/>
          <a:p>
            <a:endParaRPr lang="en-US" dirty="0"/>
          </a:p>
          <a:p>
            <a:r>
              <a:rPr lang="en-US" dirty="0">
                <a:hlinkClick r:id="rId4"/>
              </a:rPr>
              <a:t>https://en.wikipedia.org/wiki/Wafer-scale_integration</a:t>
            </a:r>
            <a:endParaRPr lang="en-US" dirty="0"/>
          </a:p>
          <a:p>
            <a:r>
              <a:rPr lang="en-US" dirty="0">
                <a:hlinkClick r:id="rId5"/>
              </a:rPr>
              <a:t>https://en.wikipedia.org/wiki/Cerebras</a:t>
            </a:r>
            <a:endParaRPr lang="en-US" dirty="0"/>
          </a:p>
          <a:p>
            <a:r>
              <a:rPr lang="en-US" dirty="0">
                <a:hlinkClick r:id="rId6"/>
              </a:rPr>
              <a:t>https://arxiv.org/pdf/2112.07571.pdf</a:t>
            </a:r>
            <a:endParaRPr lang="en-US" dirty="0"/>
          </a:p>
          <a:p>
            <a:endParaRPr lang="en-US" dirty="0"/>
          </a:p>
        </p:txBody>
      </p:sp>
    </p:spTree>
    <p:extLst>
      <p:ext uri="{BB962C8B-B14F-4D97-AF65-F5344CB8AC3E}">
        <p14:creationId xmlns:p14="http://schemas.microsoft.com/office/powerpoint/2010/main" val="29636171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10188622" y="5815159"/>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10188622" y="6292076"/>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10953575" y="5815159"/>
            <a:ext cx="808876" cy="369332"/>
          </a:xfrm>
          <a:prstGeom prst="rect">
            <a:avLst/>
          </a:prstGeom>
          <a:noFill/>
        </p:spPr>
        <p:txBody>
          <a:bodyPr wrap="none" rtlCol="0">
            <a:spAutoFit/>
          </a:bodyPr>
          <a:lstStyle/>
          <a:p>
            <a:r>
              <a:rPr lang="en-US" dirty="0"/>
              <a:t>stripes</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965955" y="6292076"/>
            <a:ext cx="911468" cy="369332"/>
          </a:xfrm>
          <a:prstGeom prst="rect">
            <a:avLst/>
          </a:prstGeom>
          <a:noFill/>
        </p:spPr>
        <p:txBody>
          <a:bodyPr wrap="none" rtlCol="0">
            <a:spAutoFit/>
          </a:bodyPr>
          <a:lstStyle/>
          <a:p>
            <a:r>
              <a:rPr lang="en-US" dirty="0"/>
              <a:t>weights</a:t>
            </a:r>
          </a:p>
        </p:txBody>
      </p:sp>
      <p:pic>
        <p:nvPicPr>
          <p:cNvPr id="264" name="Picture 263">
            <a:extLst>
              <a:ext uri="{FF2B5EF4-FFF2-40B4-BE49-F238E27FC236}">
                <a16:creationId xmlns:a16="http://schemas.microsoft.com/office/drawing/2014/main" id="{AB98B5D2-A66F-5FF4-D8CF-60A818B972A2}"/>
              </a:ext>
            </a:extLst>
          </p:cNvPr>
          <p:cNvPicPr>
            <a:picLocks noChangeAspect="1"/>
          </p:cNvPicPr>
          <p:nvPr/>
        </p:nvPicPr>
        <p:blipFill>
          <a:blip r:embed="rId2"/>
          <a:stretch>
            <a:fillRect/>
          </a:stretch>
        </p:blipFill>
        <p:spPr>
          <a:xfrm>
            <a:off x="6593849" y="5803775"/>
            <a:ext cx="3328704" cy="414564"/>
          </a:xfrm>
          <a:prstGeom prst="rect">
            <a:avLst/>
          </a:prstGeom>
        </p:spPr>
      </p:pic>
      <p:pic>
        <p:nvPicPr>
          <p:cNvPr id="265" name="Picture 264">
            <a:extLst>
              <a:ext uri="{FF2B5EF4-FFF2-40B4-BE49-F238E27FC236}">
                <a16:creationId xmlns:a16="http://schemas.microsoft.com/office/drawing/2014/main" id="{9DCD2979-CD3F-2402-4F63-3E8DCB8B893B}"/>
              </a:ext>
            </a:extLst>
          </p:cNvPr>
          <p:cNvPicPr>
            <a:picLocks noChangeAspect="1"/>
          </p:cNvPicPr>
          <p:nvPr/>
        </p:nvPicPr>
        <p:blipFill>
          <a:blip r:embed="rId3"/>
          <a:stretch>
            <a:fillRect/>
          </a:stretch>
        </p:blipFill>
        <p:spPr>
          <a:xfrm>
            <a:off x="7437109" y="6285593"/>
            <a:ext cx="2499577" cy="414564"/>
          </a:xfrm>
          <a:prstGeom prst="rect">
            <a:avLst/>
          </a:prstGeom>
        </p:spPr>
      </p:pic>
      <p:pic>
        <p:nvPicPr>
          <p:cNvPr id="229" name="Picture 228">
            <a:extLst>
              <a:ext uri="{FF2B5EF4-FFF2-40B4-BE49-F238E27FC236}">
                <a16:creationId xmlns:a16="http://schemas.microsoft.com/office/drawing/2014/main" id="{FB325436-0F96-9C11-FB1B-89A8A319B826}"/>
              </a:ext>
            </a:extLst>
          </p:cNvPr>
          <p:cNvPicPr>
            <a:picLocks noChangeAspect="1"/>
          </p:cNvPicPr>
          <p:nvPr/>
        </p:nvPicPr>
        <p:blipFill>
          <a:blip r:embed="rId4"/>
          <a:stretch>
            <a:fillRect/>
          </a:stretch>
        </p:blipFill>
        <p:spPr>
          <a:xfrm>
            <a:off x="336807" y="1999726"/>
            <a:ext cx="5144118" cy="4184765"/>
          </a:xfrm>
          <a:prstGeom prst="rect">
            <a:avLst/>
          </a:prstGeom>
        </p:spPr>
      </p:pic>
      <p:pic>
        <p:nvPicPr>
          <p:cNvPr id="231" name="Picture 230">
            <a:extLst>
              <a:ext uri="{FF2B5EF4-FFF2-40B4-BE49-F238E27FC236}">
                <a16:creationId xmlns:a16="http://schemas.microsoft.com/office/drawing/2014/main" id="{2D4690B6-A848-866C-0CFC-AB17F5954648}"/>
              </a:ext>
            </a:extLst>
          </p:cNvPr>
          <p:cNvPicPr>
            <a:picLocks noChangeAspect="1"/>
          </p:cNvPicPr>
          <p:nvPr/>
        </p:nvPicPr>
        <p:blipFill>
          <a:blip r:embed="rId5"/>
          <a:stretch>
            <a:fillRect/>
          </a:stretch>
        </p:blipFill>
        <p:spPr>
          <a:xfrm>
            <a:off x="5960533" y="1997075"/>
            <a:ext cx="6126662" cy="3419243"/>
          </a:xfrm>
          <a:prstGeom prst="rect">
            <a:avLst/>
          </a:prstGeom>
        </p:spPr>
      </p:pic>
    </p:spTree>
    <p:extLst>
      <p:ext uri="{BB962C8B-B14F-4D97-AF65-F5344CB8AC3E}">
        <p14:creationId xmlns:p14="http://schemas.microsoft.com/office/powerpoint/2010/main" val="20502099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10171689" y="5503761"/>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10171689" y="5980678"/>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10936642" y="5503761"/>
            <a:ext cx="1172309" cy="369332"/>
          </a:xfrm>
          <a:prstGeom prst="rect">
            <a:avLst/>
          </a:prstGeom>
          <a:noFill/>
        </p:spPr>
        <p:txBody>
          <a:bodyPr wrap="none" rtlCol="0">
            <a:spAutoFit/>
          </a:bodyPr>
          <a:lstStyle/>
          <a:p>
            <a:r>
              <a:rPr lang="en-US" dirty="0"/>
              <a:t>row buffer</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949022" y="5980678"/>
            <a:ext cx="911468" cy="369332"/>
          </a:xfrm>
          <a:prstGeom prst="rect">
            <a:avLst/>
          </a:prstGeom>
          <a:noFill/>
        </p:spPr>
        <p:txBody>
          <a:bodyPr wrap="none" rtlCol="0">
            <a:spAutoFit/>
          </a:bodyPr>
          <a:lstStyle/>
          <a:p>
            <a:r>
              <a:rPr lang="en-US" dirty="0"/>
              <a:t>weights</a:t>
            </a:r>
          </a:p>
        </p:txBody>
      </p:sp>
      <p:pic>
        <p:nvPicPr>
          <p:cNvPr id="264" name="Picture 263">
            <a:extLst>
              <a:ext uri="{FF2B5EF4-FFF2-40B4-BE49-F238E27FC236}">
                <a16:creationId xmlns:a16="http://schemas.microsoft.com/office/drawing/2014/main" id="{AB98B5D2-A66F-5FF4-D8CF-60A818B972A2}"/>
              </a:ext>
            </a:extLst>
          </p:cNvPr>
          <p:cNvPicPr>
            <a:picLocks noChangeAspect="1"/>
          </p:cNvPicPr>
          <p:nvPr/>
        </p:nvPicPr>
        <p:blipFill>
          <a:blip r:embed="rId2"/>
          <a:stretch>
            <a:fillRect/>
          </a:stretch>
        </p:blipFill>
        <p:spPr>
          <a:xfrm>
            <a:off x="6576916" y="5492377"/>
            <a:ext cx="3328704" cy="414564"/>
          </a:xfrm>
          <a:prstGeom prst="rect">
            <a:avLst/>
          </a:prstGeom>
        </p:spPr>
      </p:pic>
      <p:pic>
        <p:nvPicPr>
          <p:cNvPr id="265" name="Picture 264">
            <a:extLst>
              <a:ext uri="{FF2B5EF4-FFF2-40B4-BE49-F238E27FC236}">
                <a16:creationId xmlns:a16="http://schemas.microsoft.com/office/drawing/2014/main" id="{9DCD2979-CD3F-2402-4F63-3E8DCB8B893B}"/>
              </a:ext>
            </a:extLst>
          </p:cNvPr>
          <p:cNvPicPr>
            <a:picLocks noChangeAspect="1"/>
          </p:cNvPicPr>
          <p:nvPr/>
        </p:nvPicPr>
        <p:blipFill>
          <a:blip r:embed="rId3"/>
          <a:stretch>
            <a:fillRect/>
          </a:stretch>
        </p:blipFill>
        <p:spPr>
          <a:xfrm>
            <a:off x="7420176" y="5974195"/>
            <a:ext cx="2499577" cy="414564"/>
          </a:xfrm>
          <a:prstGeom prst="rect">
            <a:avLst/>
          </a:prstGeom>
        </p:spPr>
      </p:pic>
      <p:pic>
        <p:nvPicPr>
          <p:cNvPr id="229" name="Picture 228">
            <a:extLst>
              <a:ext uri="{FF2B5EF4-FFF2-40B4-BE49-F238E27FC236}">
                <a16:creationId xmlns:a16="http://schemas.microsoft.com/office/drawing/2014/main" id="{FB325436-0F96-9C11-FB1B-89A8A319B826}"/>
              </a:ext>
            </a:extLst>
          </p:cNvPr>
          <p:cNvPicPr>
            <a:picLocks noChangeAspect="1"/>
          </p:cNvPicPr>
          <p:nvPr/>
        </p:nvPicPr>
        <p:blipFill>
          <a:blip r:embed="rId4"/>
          <a:stretch>
            <a:fillRect/>
          </a:stretch>
        </p:blipFill>
        <p:spPr>
          <a:xfrm>
            <a:off x="328767" y="1781391"/>
            <a:ext cx="5144118" cy="4184765"/>
          </a:xfrm>
          <a:prstGeom prst="rect">
            <a:avLst/>
          </a:prstGeom>
        </p:spPr>
      </p:pic>
      <p:pic>
        <p:nvPicPr>
          <p:cNvPr id="230" name="Picture 229">
            <a:extLst>
              <a:ext uri="{FF2B5EF4-FFF2-40B4-BE49-F238E27FC236}">
                <a16:creationId xmlns:a16="http://schemas.microsoft.com/office/drawing/2014/main" id="{63E6B47C-16E5-89C4-F285-BFEBFBBFC12A}"/>
              </a:ext>
            </a:extLst>
          </p:cNvPr>
          <p:cNvPicPr>
            <a:picLocks noChangeAspect="1"/>
          </p:cNvPicPr>
          <p:nvPr/>
        </p:nvPicPr>
        <p:blipFill>
          <a:blip r:embed="rId5"/>
          <a:stretch>
            <a:fillRect/>
          </a:stretch>
        </p:blipFill>
        <p:spPr>
          <a:xfrm>
            <a:off x="5601574" y="1543020"/>
            <a:ext cx="6378576" cy="3615208"/>
          </a:xfrm>
          <a:prstGeom prst="rect">
            <a:avLst/>
          </a:prstGeom>
        </p:spPr>
      </p:pic>
    </p:spTree>
    <p:extLst>
      <p:ext uri="{BB962C8B-B14F-4D97-AF65-F5344CB8AC3E}">
        <p14:creationId xmlns:p14="http://schemas.microsoft.com/office/powerpoint/2010/main" val="5353462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a:extLst>
              <a:ext uri="{FF2B5EF4-FFF2-40B4-BE49-F238E27FC236}">
                <a16:creationId xmlns:a16="http://schemas.microsoft.com/office/drawing/2014/main" id="{E8304FE2-8E34-9952-E61E-A638B6BE5143}"/>
              </a:ext>
            </a:extLst>
          </p:cNvPr>
          <p:cNvSpPr txBox="1"/>
          <p:nvPr/>
        </p:nvSpPr>
        <p:spPr>
          <a:xfrm>
            <a:off x="6674747" y="594511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sp>
        <p:nvSpPr>
          <p:cNvPr id="9" name="TextBox 8">
            <a:extLst>
              <a:ext uri="{FF2B5EF4-FFF2-40B4-BE49-F238E27FC236}">
                <a16:creationId xmlns:a16="http://schemas.microsoft.com/office/drawing/2014/main" id="{95854A2D-BDE8-2B49-07BF-283AD0270BF4}"/>
              </a:ext>
            </a:extLst>
          </p:cNvPr>
          <p:cNvSpPr txBox="1"/>
          <p:nvPr/>
        </p:nvSpPr>
        <p:spPr>
          <a:xfrm>
            <a:off x="1671555" y="639052"/>
            <a:ext cx="1168269" cy="369332"/>
          </a:xfrm>
          <a:prstGeom prst="rect">
            <a:avLst/>
          </a:prstGeom>
          <a:noFill/>
          <a:ln w="12700">
            <a:noFill/>
          </a:ln>
        </p:spPr>
        <p:txBody>
          <a:bodyPr wrap="none" rtlCol="0">
            <a:spAutoFit/>
          </a:bodyPr>
          <a:lstStyle/>
          <a:p>
            <a:r>
              <a:rPr lang="en-US" i="1" dirty="0" err="1"/>
              <a:t>ichan</a:t>
            </a:r>
            <a:r>
              <a:rPr lang="en-US" i="1" dirty="0"/>
              <a:t>*int8</a:t>
            </a:r>
          </a:p>
        </p:txBody>
      </p:sp>
      <p:sp>
        <p:nvSpPr>
          <p:cNvPr id="10" name="TextBox 9">
            <a:extLst>
              <a:ext uri="{FF2B5EF4-FFF2-40B4-BE49-F238E27FC236}">
                <a16:creationId xmlns:a16="http://schemas.microsoft.com/office/drawing/2014/main" id="{6069D7A5-98A6-6A19-A26B-315ED9AA231A}"/>
              </a:ext>
            </a:extLst>
          </p:cNvPr>
          <p:cNvSpPr txBox="1"/>
          <p:nvPr/>
        </p:nvSpPr>
        <p:spPr>
          <a:xfrm>
            <a:off x="383891" y="791989"/>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3142962" y="1312134"/>
            <a:ext cx="914994" cy="369332"/>
          </a:xfrm>
          <a:prstGeom prst="rect">
            <a:avLst/>
          </a:prstGeom>
          <a:noFill/>
          <a:ln w="12700">
            <a:noFill/>
          </a:ln>
        </p:spPr>
        <p:txBody>
          <a:bodyPr wrap="none" rtlCol="0">
            <a:spAutoFit/>
          </a:bodyPr>
          <a:lstStyle/>
          <a:p>
            <a:r>
              <a:rPr lang="en-US" i="1" dirty="0"/>
              <a:t>weights</a:t>
            </a:r>
          </a:p>
        </p:txBody>
      </p:sp>
      <p:sp>
        <p:nvSpPr>
          <p:cNvPr id="24" name="TextBox 23">
            <a:extLst>
              <a:ext uri="{FF2B5EF4-FFF2-40B4-BE49-F238E27FC236}">
                <a16:creationId xmlns:a16="http://schemas.microsoft.com/office/drawing/2014/main" id="{62D5415B-6BBB-4905-FE3D-C2DC9C90E467}"/>
              </a:ext>
            </a:extLst>
          </p:cNvPr>
          <p:cNvSpPr txBox="1"/>
          <p:nvPr/>
        </p:nvSpPr>
        <p:spPr>
          <a:xfrm>
            <a:off x="3090226" y="811530"/>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5241238" y="810824"/>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4520432" y="976655"/>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1165233" y="1001484"/>
            <a:ext cx="1915832"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8763182" y="612224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8062792" y="612224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22" name="Group 721">
            <a:extLst>
              <a:ext uri="{FF2B5EF4-FFF2-40B4-BE49-F238E27FC236}">
                <a16:creationId xmlns:a16="http://schemas.microsoft.com/office/drawing/2014/main" id="{3FBB96FF-9B13-118F-0453-F2D6795410DC}"/>
              </a:ext>
            </a:extLst>
          </p:cNvPr>
          <p:cNvGrpSpPr/>
          <p:nvPr/>
        </p:nvGrpSpPr>
        <p:grpSpPr>
          <a:xfrm>
            <a:off x="8417570" y="5959642"/>
            <a:ext cx="350195" cy="325206"/>
            <a:chOff x="7531203" y="6119551"/>
            <a:chExt cx="350195" cy="325206"/>
          </a:xfrm>
        </p:grpSpPr>
        <p:sp>
          <p:nvSpPr>
            <p:cNvPr id="611" name="Rectangle 610">
              <a:extLst>
                <a:ext uri="{FF2B5EF4-FFF2-40B4-BE49-F238E27FC236}">
                  <a16:creationId xmlns:a16="http://schemas.microsoft.com/office/drawing/2014/main" id="{BDDE172B-EB6A-3C63-CE5E-1B9A7079379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8767232" y="612224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8066842" y="612224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7" name="TextBox 506">
            <a:extLst>
              <a:ext uri="{FF2B5EF4-FFF2-40B4-BE49-F238E27FC236}">
                <a16:creationId xmlns:a16="http://schemas.microsoft.com/office/drawing/2014/main" id="{F424094A-AEAB-3C3D-9D33-957C87394602}"/>
              </a:ext>
            </a:extLst>
          </p:cNvPr>
          <p:cNvSpPr txBox="1"/>
          <p:nvPr/>
        </p:nvSpPr>
        <p:spPr>
          <a:xfrm>
            <a:off x="6670697" y="555394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7" name="Straight Arrow Connector 66">
            <a:extLst>
              <a:ext uri="{FF2B5EF4-FFF2-40B4-BE49-F238E27FC236}">
                <a16:creationId xmlns:a16="http://schemas.microsoft.com/office/drawing/2014/main" id="{C4BCCCBB-29EA-AD2E-D75D-F11407FF3D54}"/>
              </a:ext>
            </a:extLst>
          </p:cNvPr>
          <p:cNvCxnSpPr>
            <a:cxnSpLocks/>
          </p:cNvCxnSpPr>
          <p:nvPr/>
        </p:nvCxnSpPr>
        <p:spPr>
          <a:xfrm>
            <a:off x="8759132" y="573107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6EABE58-EE80-F73D-F493-9422FAEC6181}"/>
              </a:ext>
            </a:extLst>
          </p:cNvPr>
          <p:cNvCxnSpPr>
            <a:cxnSpLocks/>
          </p:cNvCxnSpPr>
          <p:nvPr/>
        </p:nvCxnSpPr>
        <p:spPr>
          <a:xfrm>
            <a:off x="8058742" y="573107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28C62848-081B-44AC-5C66-C770C3CB9AA5}"/>
              </a:ext>
            </a:extLst>
          </p:cNvPr>
          <p:cNvGrpSpPr/>
          <p:nvPr/>
        </p:nvGrpSpPr>
        <p:grpSpPr>
          <a:xfrm>
            <a:off x="8413520" y="5568476"/>
            <a:ext cx="350195" cy="325206"/>
            <a:chOff x="7531203" y="6119551"/>
            <a:chExt cx="350195" cy="325206"/>
          </a:xfrm>
        </p:grpSpPr>
        <p:sp>
          <p:nvSpPr>
            <p:cNvPr id="74" name="Rectangle 73">
              <a:extLst>
                <a:ext uri="{FF2B5EF4-FFF2-40B4-BE49-F238E27FC236}">
                  <a16:creationId xmlns:a16="http://schemas.microsoft.com/office/drawing/2014/main" id="{12FA5B82-E8C7-FD44-BEC0-D5B40F48978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 name="Isosceles Triangle 75">
              <a:extLst>
                <a:ext uri="{FF2B5EF4-FFF2-40B4-BE49-F238E27FC236}">
                  <a16:creationId xmlns:a16="http://schemas.microsoft.com/office/drawing/2014/main" id="{522E8A3A-B060-7C25-AE27-1F26DB35F5B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 name="Straight Arrow Connector 76">
            <a:extLst>
              <a:ext uri="{FF2B5EF4-FFF2-40B4-BE49-F238E27FC236}">
                <a16:creationId xmlns:a16="http://schemas.microsoft.com/office/drawing/2014/main" id="{5160FAC8-5E20-5789-EDC3-BB12ED7B4113}"/>
              </a:ext>
            </a:extLst>
          </p:cNvPr>
          <p:cNvCxnSpPr>
            <a:cxnSpLocks/>
          </p:cNvCxnSpPr>
          <p:nvPr/>
        </p:nvCxnSpPr>
        <p:spPr>
          <a:xfrm>
            <a:off x="8763182" y="573107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36B22B4-F2FF-BECC-AF92-471EBB541F5E}"/>
              </a:ext>
            </a:extLst>
          </p:cNvPr>
          <p:cNvCxnSpPr>
            <a:cxnSpLocks/>
          </p:cNvCxnSpPr>
          <p:nvPr/>
        </p:nvCxnSpPr>
        <p:spPr>
          <a:xfrm>
            <a:off x="8062792" y="573107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0293881-0B89-AC07-4507-9E3C0A6530F7}"/>
              </a:ext>
            </a:extLst>
          </p:cNvPr>
          <p:cNvSpPr txBox="1"/>
          <p:nvPr/>
        </p:nvSpPr>
        <p:spPr>
          <a:xfrm>
            <a:off x="6666114" y="515712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116" name="Straight Arrow Connector 115">
            <a:extLst>
              <a:ext uri="{FF2B5EF4-FFF2-40B4-BE49-F238E27FC236}">
                <a16:creationId xmlns:a16="http://schemas.microsoft.com/office/drawing/2014/main" id="{F8EEA49B-F540-8044-0DF3-D5B7B1AA5798}"/>
              </a:ext>
            </a:extLst>
          </p:cNvPr>
          <p:cNvCxnSpPr>
            <a:cxnSpLocks/>
          </p:cNvCxnSpPr>
          <p:nvPr/>
        </p:nvCxnSpPr>
        <p:spPr>
          <a:xfrm>
            <a:off x="8754549" y="533425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C196E755-D37B-F718-A7E0-EDC8A021E459}"/>
              </a:ext>
            </a:extLst>
          </p:cNvPr>
          <p:cNvCxnSpPr>
            <a:cxnSpLocks/>
          </p:cNvCxnSpPr>
          <p:nvPr/>
        </p:nvCxnSpPr>
        <p:spPr>
          <a:xfrm>
            <a:off x="8054159" y="533425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80" name="Group 579">
            <a:extLst>
              <a:ext uri="{FF2B5EF4-FFF2-40B4-BE49-F238E27FC236}">
                <a16:creationId xmlns:a16="http://schemas.microsoft.com/office/drawing/2014/main" id="{6E428C18-E5A3-CB86-86F7-D81779A7F3F4}"/>
              </a:ext>
            </a:extLst>
          </p:cNvPr>
          <p:cNvGrpSpPr/>
          <p:nvPr/>
        </p:nvGrpSpPr>
        <p:grpSpPr>
          <a:xfrm>
            <a:off x="8408937" y="5171650"/>
            <a:ext cx="350195" cy="325206"/>
            <a:chOff x="7531203" y="6119551"/>
            <a:chExt cx="350195" cy="325206"/>
          </a:xfrm>
        </p:grpSpPr>
        <p:sp>
          <p:nvSpPr>
            <p:cNvPr id="582" name="Rectangle 581">
              <a:extLst>
                <a:ext uri="{FF2B5EF4-FFF2-40B4-BE49-F238E27FC236}">
                  <a16:creationId xmlns:a16="http://schemas.microsoft.com/office/drawing/2014/main" id="{092DC070-E3EE-E674-E5A2-B79D74746B7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3" name="Isosceles Triangle 582">
              <a:extLst>
                <a:ext uri="{FF2B5EF4-FFF2-40B4-BE49-F238E27FC236}">
                  <a16:creationId xmlns:a16="http://schemas.microsoft.com/office/drawing/2014/main" id="{7C8256A3-EEC1-1F82-E7D9-13EDCC49258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585" name="Straight Arrow Connector 584">
            <a:extLst>
              <a:ext uri="{FF2B5EF4-FFF2-40B4-BE49-F238E27FC236}">
                <a16:creationId xmlns:a16="http://schemas.microsoft.com/office/drawing/2014/main" id="{22FAC12A-1056-881A-BDDA-4F2974BE7738}"/>
              </a:ext>
            </a:extLst>
          </p:cNvPr>
          <p:cNvCxnSpPr>
            <a:cxnSpLocks/>
          </p:cNvCxnSpPr>
          <p:nvPr/>
        </p:nvCxnSpPr>
        <p:spPr>
          <a:xfrm>
            <a:off x="8758599" y="533425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6" name="Straight Arrow Connector 585">
            <a:extLst>
              <a:ext uri="{FF2B5EF4-FFF2-40B4-BE49-F238E27FC236}">
                <a16:creationId xmlns:a16="http://schemas.microsoft.com/office/drawing/2014/main" id="{F63893F0-6952-8DD2-006C-5DEE480B1958}"/>
              </a:ext>
            </a:extLst>
          </p:cNvPr>
          <p:cNvCxnSpPr>
            <a:cxnSpLocks/>
          </p:cNvCxnSpPr>
          <p:nvPr/>
        </p:nvCxnSpPr>
        <p:spPr>
          <a:xfrm>
            <a:off x="8058209" y="533425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3" name="TextBox 602">
            <a:extLst>
              <a:ext uri="{FF2B5EF4-FFF2-40B4-BE49-F238E27FC236}">
                <a16:creationId xmlns:a16="http://schemas.microsoft.com/office/drawing/2014/main" id="{7E24154F-FE00-E1E3-3F84-167DFABADBA6}"/>
              </a:ext>
            </a:extLst>
          </p:cNvPr>
          <p:cNvSpPr txBox="1"/>
          <p:nvPr/>
        </p:nvSpPr>
        <p:spPr>
          <a:xfrm>
            <a:off x="6662064" y="476595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16" name="Straight Arrow Connector 615">
            <a:extLst>
              <a:ext uri="{FF2B5EF4-FFF2-40B4-BE49-F238E27FC236}">
                <a16:creationId xmlns:a16="http://schemas.microsoft.com/office/drawing/2014/main" id="{FBF55FE3-DF15-E3DB-07AB-218748089D21}"/>
              </a:ext>
            </a:extLst>
          </p:cNvPr>
          <p:cNvCxnSpPr>
            <a:cxnSpLocks/>
          </p:cNvCxnSpPr>
          <p:nvPr/>
        </p:nvCxnSpPr>
        <p:spPr>
          <a:xfrm>
            <a:off x="8750499" y="494308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2" name="Straight Arrow Connector 621">
            <a:extLst>
              <a:ext uri="{FF2B5EF4-FFF2-40B4-BE49-F238E27FC236}">
                <a16:creationId xmlns:a16="http://schemas.microsoft.com/office/drawing/2014/main" id="{8BFBFB17-A9D0-3082-387B-AA874A98FF4F}"/>
              </a:ext>
            </a:extLst>
          </p:cNvPr>
          <p:cNvCxnSpPr>
            <a:cxnSpLocks/>
          </p:cNvCxnSpPr>
          <p:nvPr/>
        </p:nvCxnSpPr>
        <p:spPr>
          <a:xfrm>
            <a:off x="8050109" y="494308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9" name="Group 628">
            <a:extLst>
              <a:ext uri="{FF2B5EF4-FFF2-40B4-BE49-F238E27FC236}">
                <a16:creationId xmlns:a16="http://schemas.microsoft.com/office/drawing/2014/main" id="{0A3B4965-4579-3F20-7B1A-4B937CC47C22}"/>
              </a:ext>
            </a:extLst>
          </p:cNvPr>
          <p:cNvGrpSpPr/>
          <p:nvPr/>
        </p:nvGrpSpPr>
        <p:grpSpPr>
          <a:xfrm>
            <a:off x="8404887" y="4780484"/>
            <a:ext cx="350195" cy="325206"/>
            <a:chOff x="7531203" y="6119551"/>
            <a:chExt cx="350195" cy="325206"/>
          </a:xfrm>
        </p:grpSpPr>
        <p:sp>
          <p:nvSpPr>
            <p:cNvPr id="630" name="Rectangle 629">
              <a:extLst>
                <a:ext uri="{FF2B5EF4-FFF2-40B4-BE49-F238E27FC236}">
                  <a16:creationId xmlns:a16="http://schemas.microsoft.com/office/drawing/2014/main" id="{0F8D4400-53F1-7C40-7B4E-494B0CFC70B4}"/>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31" name="Isosceles Triangle 630">
              <a:extLst>
                <a:ext uri="{FF2B5EF4-FFF2-40B4-BE49-F238E27FC236}">
                  <a16:creationId xmlns:a16="http://schemas.microsoft.com/office/drawing/2014/main" id="{FA5C3BD0-171A-70CD-6647-E3AAF6C870E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32" name="Straight Arrow Connector 631">
            <a:extLst>
              <a:ext uri="{FF2B5EF4-FFF2-40B4-BE49-F238E27FC236}">
                <a16:creationId xmlns:a16="http://schemas.microsoft.com/office/drawing/2014/main" id="{169756F3-43F9-99A5-0F33-073C86D942C6}"/>
              </a:ext>
            </a:extLst>
          </p:cNvPr>
          <p:cNvCxnSpPr>
            <a:cxnSpLocks/>
          </p:cNvCxnSpPr>
          <p:nvPr/>
        </p:nvCxnSpPr>
        <p:spPr>
          <a:xfrm>
            <a:off x="8754549" y="494308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3" name="Straight Arrow Connector 632">
            <a:extLst>
              <a:ext uri="{FF2B5EF4-FFF2-40B4-BE49-F238E27FC236}">
                <a16:creationId xmlns:a16="http://schemas.microsoft.com/office/drawing/2014/main" id="{48905B00-B8F8-0D36-9E5E-01312ACCE299}"/>
              </a:ext>
            </a:extLst>
          </p:cNvPr>
          <p:cNvCxnSpPr>
            <a:cxnSpLocks/>
          </p:cNvCxnSpPr>
          <p:nvPr/>
        </p:nvCxnSpPr>
        <p:spPr>
          <a:xfrm>
            <a:off x="8054159" y="494308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5" name="TextBox 634">
            <a:extLst>
              <a:ext uri="{FF2B5EF4-FFF2-40B4-BE49-F238E27FC236}">
                <a16:creationId xmlns:a16="http://schemas.microsoft.com/office/drawing/2014/main" id="{275AF474-BAB0-5D33-72D7-DED3A9336E2A}"/>
              </a:ext>
            </a:extLst>
          </p:cNvPr>
          <p:cNvSpPr txBox="1"/>
          <p:nvPr/>
        </p:nvSpPr>
        <p:spPr>
          <a:xfrm>
            <a:off x="6657481" y="437275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41" name="Straight Arrow Connector 640">
            <a:extLst>
              <a:ext uri="{FF2B5EF4-FFF2-40B4-BE49-F238E27FC236}">
                <a16:creationId xmlns:a16="http://schemas.microsoft.com/office/drawing/2014/main" id="{22C5547A-F580-0C0F-53D0-A71B0487AC49}"/>
              </a:ext>
            </a:extLst>
          </p:cNvPr>
          <p:cNvCxnSpPr>
            <a:cxnSpLocks/>
          </p:cNvCxnSpPr>
          <p:nvPr/>
        </p:nvCxnSpPr>
        <p:spPr>
          <a:xfrm>
            <a:off x="8745916" y="45498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2" name="Straight Arrow Connector 641">
            <a:extLst>
              <a:ext uri="{FF2B5EF4-FFF2-40B4-BE49-F238E27FC236}">
                <a16:creationId xmlns:a16="http://schemas.microsoft.com/office/drawing/2014/main" id="{FB6963ED-D27D-E4F8-857B-DA1591E1180D}"/>
              </a:ext>
            </a:extLst>
          </p:cNvPr>
          <p:cNvCxnSpPr>
            <a:cxnSpLocks/>
          </p:cNvCxnSpPr>
          <p:nvPr/>
        </p:nvCxnSpPr>
        <p:spPr>
          <a:xfrm>
            <a:off x="8045526" y="45498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43" name="Group 642">
            <a:extLst>
              <a:ext uri="{FF2B5EF4-FFF2-40B4-BE49-F238E27FC236}">
                <a16:creationId xmlns:a16="http://schemas.microsoft.com/office/drawing/2014/main" id="{247D6C80-973A-D64E-776F-45C6CD0B93EB}"/>
              </a:ext>
            </a:extLst>
          </p:cNvPr>
          <p:cNvGrpSpPr/>
          <p:nvPr/>
        </p:nvGrpSpPr>
        <p:grpSpPr>
          <a:xfrm>
            <a:off x="8400304" y="4387282"/>
            <a:ext cx="350195" cy="325206"/>
            <a:chOff x="7531203" y="6119551"/>
            <a:chExt cx="350195" cy="325206"/>
          </a:xfrm>
        </p:grpSpPr>
        <p:sp>
          <p:nvSpPr>
            <p:cNvPr id="644" name="Rectangle 643">
              <a:extLst>
                <a:ext uri="{FF2B5EF4-FFF2-40B4-BE49-F238E27FC236}">
                  <a16:creationId xmlns:a16="http://schemas.microsoft.com/office/drawing/2014/main" id="{52D1E48D-E2D0-811D-03AC-0930882F174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45" name="Isosceles Triangle 644">
              <a:extLst>
                <a:ext uri="{FF2B5EF4-FFF2-40B4-BE49-F238E27FC236}">
                  <a16:creationId xmlns:a16="http://schemas.microsoft.com/office/drawing/2014/main" id="{6D059C26-51A8-B4A4-9C9A-45700D49CDF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46" name="Straight Arrow Connector 645">
            <a:extLst>
              <a:ext uri="{FF2B5EF4-FFF2-40B4-BE49-F238E27FC236}">
                <a16:creationId xmlns:a16="http://schemas.microsoft.com/office/drawing/2014/main" id="{BFAA8C7B-0BA8-748B-4783-97D5B09C68CA}"/>
              </a:ext>
            </a:extLst>
          </p:cNvPr>
          <p:cNvCxnSpPr>
            <a:cxnSpLocks/>
          </p:cNvCxnSpPr>
          <p:nvPr/>
        </p:nvCxnSpPr>
        <p:spPr>
          <a:xfrm>
            <a:off x="8749966" y="45498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0008AE9-95BF-631E-6BCE-922CCB53BA76}"/>
              </a:ext>
            </a:extLst>
          </p:cNvPr>
          <p:cNvCxnSpPr>
            <a:cxnSpLocks/>
          </p:cNvCxnSpPr>
          <p:nvPr/>
        </p:nvCxnSpPr>
        <p:spPr>
          <a:xfrm>
            <a:off x="8049576" y="45498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9" name="TextBox 648">
            <a:extLst>
              <a:ext uri="{FF2B5EF4-FFF2-40B4-BE49-F238E27FC236}">
                <a16:creationId xmlns:a16="http://schemas.microsoft.com/office/drawing/2014/main" id="{3E9319FB-6617-E8C4-E531-01F8AA9ADD01}"/>
              </a:ext>
            </a:extLst>
          </p:cNvPr>
          <p:cNvSpPr txBox="1"/>
          <p:nvPr/>
        </p:nvSpPr>
        <p:spPr>
          <a:xfrm>
            <a:off x="6653431" y="398158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55" name="Straight Arrow Connector 654">
            <a:extLst>
              <a:ext uri="{FF2B5EF4-FFF2-40B4-BE49-F238E27FC236}">
                <a16:creationId xmlns:a16="http://schemas.microsoft.com/office/drawing/2014/main" id="{A41C6BD6-CCBF-3FAF-1076-A266A94FC8A6}"/>
              </a:ext>
            </a:extLst>
          </p:cNvPr>
          <p:cNvCxnSpPr>
            <a:cxnSpLocks/>
          </p:cNvCxnSpPr>
          <p:nvPr/>
        </p:nvCxnSpPr>
        <p:spPr>
          <a:xfrm>
            <a:off x="8741866" y="415871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6" name="Straight Arrow Connector 655">
            <a:extLst>
              <a:ext uri="{FF2B5EF4-FFF2-40B4-BE49-F238E27FC236}">
                <a16:creationId xmlns:a16="http://schemas.microsoft.com/office/drawing/2014/main" id="{5092FEB5-7B5A-B8DD-D752-F821AFAA273B}"/>
              </a:ext>
            </a:extLst>
          </p:cNvPr>
          <p:cNvCxnSpPr>
            <a:cxnSpLocks/>
          </p:cNvCxnSpPr>
          <p:nvPr/>
        </p:nvCxnSpPr>
        <p:spPr>
          <a:xfrm>
            <a:off x="8041476" y="415871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58" name="Group 657">
            <a:extLst>
              <a:ext uri="{FF2B5EF4-FFF2-40B4-BE49-F238E27FC236}">
                <a16:creationId xmlns:a16="http://schemas.microsoft.com/office/drawing/2014/main" id="{48189E2F-64C5-A441-42F5-49D35819413D}"/>
              </a:ext>
            </a:extLst>
          </p:cNvPr>
          <p:cNvGrpSpPr/>
          <p:nvPr/>
        </p:nvGrpSpPr>
        <p:grpSpPr>
          <a:xfrm>
            <a:off x="8396254" y="3996116"/>
            <a:ext cx="350195" cy="325206"/>
            <a:chOff x="7531203" y="6119551"/>
            <a:chExt cx="350195" cy="325206"/>
          </a:xfrm>
        </p:grpSpPr>
        <p:sp>
          <p:nvSpPr>
            <p:cNvPr id="660" name="Rectangle 659">
              <a:extLst>
                <a:ext uri="{FF2B5EF4-FFF2-40B4-BE49-F238E27FC236}">
                  <a16:creationId xmlns:a16="http://schemas.microsoft.com/office/drawing/2014/main" id="{C24513A7-BB55-DFF9-27A1-077D95A2E95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66" name="Isosceles Triangle 665">
              <a:extLst>
                <a:ext uri="{FF2B5EF4-FFF2-40B4-BE49-F238E27FC236}">
                  <a16:creationId xmlns:a16="http://schemas.microsoft.com/office/drawing/2014/main" id="{AB15CAB5-40C6-67F3-B14C-482DF593D6D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67" name="Straight Arrow Connector 666">
            <a:extLst>
              <a:ext uri="{FF2B5EF4-FFF2-40B4-BE49-F238E27FC236}">
                <a16:creationId xmlns:a16="http://schemas.microsoft.com/office/drawing/2014/main" id="{4DAEA067-E206-5720-FFD0-37E7811E085D}"/>
              </a:ext>
            </a:extLst>
          </p:cNvPr>
          <p:cNvCxnSpPr>
            <a:cxnSpLocks/>
          </p:cNvCxnSpPr>
          <p:nvPr/>
        </p:nvCxnSpPr>
        <p:spPr>
          <a:xfrm>
            <a:off x="8745916" y="415871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8" name="Straight Arrow Connector 667">
            <a:extLst>
              <a:ext uri="{FF2B5EF4-FFF2-40B4-BE49-F238E27FC236}">
                <a16:creationId xmlns:a16="http://schemas.microsoft.com/office/drawing/2014/main" id="{C791B233-3010-2C96-3C4E-88060DB45E93}"/>
              </a:ext>
            </a:extLst>
          </p:cNvPr>
          <p:cNvCxnSpPr>
            <a:cxnSpLocks/>
          </p:cNvCxnSpPr>
          <p:nvPr/>
        </p:nvCxnSpPr>
        <p:spPr>
          <a:xfrm>
            <a:off x="8045526" y="415871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71" name="TextBox 670">
            <a:extLst>
              <a:ext uri="{FF2B5EF4-FFF2-40B4-BE49-F238E27FC236}">
                <a16:creationId xmlns:a16="http://schemas.microsoft.com/office/drawing/2014/main" id="{12CF7C67-15BE-31E2-573D-A17433CF7C9A}"/>
              </a:ext>
            </a:extLst>
          </p:cNvPr>
          <p:cNvSpPr txBox="1"/>
          <p:nvPr/>
        </p:nvSpPr>
        <p:spPr>
          <a:xfrm>
            <a:off x="6648848" y="358476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77" name="Straight Arrow Connector 676">
            <a:extLst>
              <a:ext uri="{FF2B5EF4-FFF2-40B4-BE49-F238E27FC236}">
                <a16:creationId xmlns:a16="http://schemas.microsoft.com/office/drawing/2014/main" id="{02693B81-C353-E4D6-BD18-2753ABA5B895}"/>
              </a:ext>
            </a:extLst>
          </p:cNvPr>
          <p:cNvCxnSpPr>
            <a:cxnSpLocks/>
          </p:cNvCxnSpPr>
          <p:nvPr/>
        </p:nvCxnSpPr>
        <p:spPr>
          <a:xfrm>
            <a:off x="8737283" y="376189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8" name="Straight Arrow Connector 677">
            <a:extLst>
              <a:ext uri="{FF2B5EF4-FFF2-40B4-BE49-F238E27FC236}">
                <a16:creationId xmlns:a16="http://schemas.microsoft.com/office/drawing/2014/main" id="{EF9E775D-C263-AD90-2DED-2A2E9DEBE86C}"/>
              </a:ext>
            </a:extLst>
          </p:cNvPr>
          <p:cNvCxnSpPr>
            <a:cxnSpLocks/>
          </p:cNvCxnSpPr>
          <p:nvPr/>
        </p:nvCxnSpPr>
        <p:spPr>
          <a:xfrm>
            <a:off x="8036893" y="376189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79" name="Group 678">
            <a:extLst>
              <a:ext uri="{FF2B5EF4-FFF2-40B4-BE49-F238E27FC236}">
                <a16:creationId xmlns:a16="http://schemas.microsoft.com/office/drawing/2014/main" id="{330D3BF6-13CE-F628-DCEE-A7DC223D9496}"/>
              </a:ext>
            </a:extLst>
          </p:cNvPr>
          <p:cNvGrpSpPr/>
          <p:nvPr/>
        </p:nvGrpSpPr>
        <p:grpSpPr>
          <a:xfrm>
            <a:off x="8391671" y="3599290"/>
            <a:ext cx="350195" cy="325206"/>
            <a:chOff x="7531203" y="6119551"/>
            <a:chExt cx="350195" cy="325206"/>
          </a:xfrm>
        </p:grpSpPr>
        <p:sp>
          <p:nvSpPr>
            <p:cNvPr id="681" name="Rectangle 680">
              <a:extLst>
                <a:ext uri="{FF2B5EF4-FFF2-40B4-BE49-F238E27FC236}">
                  <a16:creationId xmlns:a16="http://schemas.microsoft.com/office/drawing/2014/main" id="{322361D5-3623-C0E5-35B0-E867EEEDB46A}"/>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82" name="Isosceles Triangle 681">
              <a:extLst>
                <a:ext uri="{FF2B5EF4-FFF2-40B4-BE49-F238E27FC236}">
                  <a16:creationId xmlns:a16="http://schemas.microsoft.com/office/drawing/2014/main" id="{DA5A496A-425E-784E-F663-4E7973BB68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85" name="Straight Arrow Connector 684">
            <a:extLst>
              <a:ext uri="{FF2B5EF4-FFF2-40B4-BE49-F238E27FC236}">
                <a16:creationId xmlns:a16="http://schemas.microsoft.com/office/drawing/2014/main" id="{11A7DA60-00C6-4EF3-24ED-A485CC9E8B6D}"/>
              </a:ext>
            </a:extLst>
          </p:cNvPr>
          <p:cNvCxnSpPr>
            <a:cxnSpLocks/>
          </p:cNvCxnSpPr>
          <p:nvPr/>
        </p:nvCxnSpPr>
        <p:spPr>
          <a:xfrm>
            <a:off x="8741333" y="376189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7" name="Straight Arrow Connector 686">
            <a:extLst>
              <a:ext uri="{FF2B5EF4-FFF2-40B4-BE49-F238E27FC236}">
                <a16:creationId xmlns:a16="http://schemas.microsoft.com/office/drawing/2014/main" id="{7836E180-6A9C-C950-6684-DBB611C6CD88}"/>
              </a:ext>
            </a:extLst>
          </p:cNvPr>
          <p:cNvCxnSpPr>
            <a:cxnSpLocks/>
          </p:cNvCxnSpPr>
          <p:nvPr/>
        </p:nvCxnSpPr>
        <p:spPr>
          <a:xfrm>
            <a:off x="8040943" y="376189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0" name="TextBox 689">
            <a:extLst>
              <a:ext uri="{FF2B5EF4-FFF2-40B4-BE49-F238E27FC236}">
                <a16:creationId xmlns:a16="http://schemas.microsoft.com/office/drawing/2014/main" id="{2EB14818-6ABB-EC03-9906-F5078699936D}"/>
              </a:ext>
            </a:extLst>
          </p:cNvPr>
          <p:cNvSpPr txBox="1"/>
          <p:nvPr/>
        </p:nvSpPr>
        <p:spPr>
          <a:xfrm>
            <a:off x="6644798" y="319359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98" name="Straight Arrow Connector 697">
            <a:extLst>
              <a:ext uri="{FF2B5EF4-FFF2-40B4-BE49-F238E27FC236}">
                <a16:creationId xmlns:a16="http://schemas.microsoft.com/office/drawing/2014/main" id="{00E092F8-7FA9-9FA4-7222-E2A4319FECFE}"/>
              </a:ext>
            </a:extLst>
          </p:cNvPr>
          <p:cNvCxnSpPr>
            <a:cxnSpLocks/>
          </p:cNvCxnSpPr>
          <p:nvPr/>
        </p:nvCxnSpPr>
        <p:spPr>
          <a:xfrm>
            <a:off x="8733233" y="337072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9" name="Straight Arrow Connector 698">
            <a:extLst>
              <a:ext uri="{FF2B5EF4-FFF2-40B4-BE49-F238E27FC236}">
                <a16:creationId xmlns:a16="http://schemas.microsoft.com/office/drawing/2014/main" id="{D783F0F8-B448-2ADA-92A7-CBF5A2E4A1AB}"/>
              </a:ext>
            </a:extLst>
          </p:cNvPr>
          <p:cNvCxnSpPr>
            <a:cxnSpLocks/>
          </p:cNvCxnSpPr>
          <p:nvPr/>
        </p:nvCxnSpPr>
        <p:spPr>
          <a:xfrm>
            <a:off x="8032843" y="337072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01" name="Group 700">
            <a:extLst>
              <a:ext uri="{FF2B5EF4-FFF2-40B4-BE49-F238E27FC236}">
                <a16:creationId xmlns:a16="http://schemas.microsoft.com/office/drawing/2014/main" id="{DB79B5A6-CD96-34BD-65FB-9A6B34CEA338}"/>
              </a:ext>
            </a:extLst>
          </p:cNvPr>
          <p:cNvGrpSpPr/>
          <p:nvPr/>
        </p:nvGrpSpPr>
        <p:grpSpPr>
          <a:xfrm>
            <a:off x="8387621" y="3208124"/>
            <a:ext cx="350195" cy="325206"/>
            <a:chOff x="7531203" y="6119551"/>
            <a:chExt cx="350195" cy="325206"/>
          </a:xfrm>
        </p:grpSpPr>
        <p:sp>
          <p:nvSpPr>
            <p:cNvPr id="703" name="Rectangle 702">
              <a:extLst>
                <a:ext uri="{FF2B5EF4-FFF2-40B4-BE49-F238E27FC236}">
                  <a16:creationId xmlns:a16="http://schemas.microsoft.com/office/drawing/2014/main" id="{16071576-B929-E1F8-453B-80DF3FCA25E4}"/>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05" name="Isosceles Triangle 704">
              <a:extLst>
                <a:ext uri="{FF2B5EF4-FFF2-40B4-BE49-F238E27FC236}">
                  <a16:creationId xmlns:a16="http://schemas.microsoft.com/office/drawing/2014/main" id="{55087BCF-5D4E-C183-B994-6B29C4D8FA5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06" name="Straight Arrow Connector 705">
            <a:extLst>
              <a:ext uri="{FF2B5EF4-FFF2-40B4-BE49-F238E27FC236}">
                <a16:creationId xmlns:a16="http://schemas.microsoft.com/office/drawing/2014/main" id="{848D8BE2-F759-0887-32B5-DE02A0E80A5F}"/>
              </a:ext>
            </a:extLst>
          </p:cNvPr>
          <p:cNvCxnSpPr>
            <a:cxnSpLocks/>
          </p:cNvCxnSpPr>
          <p:nvPr/>
        </p:nvCxnSpPr>
        <p:spPr>
          <a:xfrm>
            <a:off x="8737283" y="337072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7" name="Straight Arrow Connector 706">
            <a:extLst>
              <a:ext uri="{FF2B5EF4-FFF2-40B4-BE49-F238E27FC236}">
                <a16:creationId xmlns:a16="http://schemas.microsoft.com/office/drawing/2014/main" id="{4B482D07-1A3A-E42A-E5D4-EB41A8824A90}"/>
              </a:ext>
            </a:extLst>
          </p:cNvPr>
          <p:cNvCxnSpPr>
            <a:cxnSpLocks/>
          </p:cNvCxnSpPr>
          <p:nvPr/>
        </p:nvCxnSpPr>
        <p:spPr>
          <a:xfrm>
            <a:off x="8036893" y="337072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4" name="TextBox 723">
            <a:extLst>
              <a:ext uri="{FF2B5EF4-FFF2-40B4-BE49-F238E27FC236}">
                <a16:creationId xmlns:a16="http://schemas.microsoft.com/office/drawing/2014/main" id="{7EEC9D0D-F819-9CCB-B497-9EF9B08A8D1F}"/>
              </a:ext>
            </a:extLst>
          </p:cNvPr>
          <p:cNvSpPr txBox="1"/>
          <p:nvPr/>
        </p:nvSpPr>
        <p:spPr>
          <a:xfrm>
            <a:off x="6640215" y="279655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30" name="Straight Arrow Connector 729">
            <a:extLst>
              <a:ext uri="{FF2B5EF4-FFF2-40B4-BE49-F238E27FC236}">
                <a16:creationId xmlns:a16="http://schemas.microsoft.com/office/drawing/2014/main" id="{07936ED5-71C0-1B28-7D0A-707AA3ABA7F0}"/>
              </a:ext>
            </a:extLst>
          </p:cNvPr>
          <p:cNvCxnSpPr>
            <a:cxnSpLocks/>
          </p:cNvCxnSpPr>
          <p:nvPr/>
        </p:nvCxnSpPr>
        <p:spPr>
          <a:xfrm>
            <a:off x="8728650" y="297368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1" name="Straight Arrow Connector 730">
            <a:extLst>
              <a:ext uri="{FF2B5EF4-FFF2-40B4-BE49-F238E27FC236}">
                <a16:creationId xmlns:a16="http://schemas.microsoft.com/office/drawing/2014/main" id="{0508763F-38DA-3F33-747B-4A8211F946FE}"/>
              </a:ext>
            </a:extLst>
          </p:cNvPr>
          <p:cNvCxnSpPr>
            <a:cxnSpLocks/>
          </p:cNvCxnSpPr>
          <p:nvPr/>
        </p:nvCxnSpPr>
        <p:spPr>
          <a:xfrm>
            <a:off x="8028260" y="297368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869D2D99-4DBA-E044-FE37-B6CC7D28B406}"/>
              </a:ext>
            </a:extLst>
          </p:cNvPr>
          <p:cNvGrpSpPr/>
          <p:nvPr/>
        </p:nvGrpSpPr>
        <p:grpSpPr>
          <a:xfrm>
            <a:off x="8383038" y="2811086"/>
            <a:ext cx="350195" cy="325206"/>
            <a:chOff x="7531203" y="6119551"/>
            <a:chExt cx="350195" cy="325206"/>
          </a:xfrm>
        </p:grpSpPr>
        <p:sp>
          <p:nvSpPr>
            <p:cNvPr id="733" name="Rectangle 732">
              <a:extLst>
                <a:ext uri="{FF2B5EF4-FFF2-40B4-BE49-F238E27FC236}">
                  <a16:creationId xmlns:a16="http://schemas.microsoft.com/office/drawing/2014/main" id="{9CF37787-DDA3-B7EA-E7D3-618A33D2DC2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34" name="Isosceles Triangle 733">
              <a:extLst>
                <a:ext uri="{FF2B5EF4-FFF2-40B4-BE49-F238E27FC236}">
                  <a16:creationId xmlns:a16="http://schemas.microsoft.com/office/drawing/2014/main" id="{9CEECA77-E57D-F36A-5B6F-F8B370924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35" name="Straight Arrow Connector 734">
            <a:extLst>
              <a:ext uri="{FF2B5EF4-FFF2-40B4-BE49-F238E27FC236}">
                <a16:creationId xmlns:a16="http://schemas.microsoft.com/office/drawing/2014/main" id="{31DB3EB8-DFF6-DFFE-17CC-F9A88D0CF86B}"/>
              </a:ext>
            </a:extLst>
          </p:cNvPr>
          <p:cNvCxnSpPr>
            <a:cxnSpLocks/>
          </p:cNvCxnSpPr>
          <p:nvPr/>
        </p:nvCxnSpPr>
        <p:spPr>
          <a:xfrm>
            <a:off x="8732700" y="297368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6" name="Straight Arrow Connector 735">
            <a:extLst>
              <a:ext uri="{FF2B5EF4-FFF2-40B4-BE49-F238E27FC236}">
                <a16:creationId xmlns:a16="http://schemas.microsoft.com/office/drawing/2014/main" id="{6D57CF0F-8E13-2098-238B-82A514633CA5}"/>
              </a:ext>
            </a:extLst>
          </p:cNvPr>
          <p:cNvCxnSpPr>
            <a:cxnSpLocks/>
          </p:cNvCxnSpPr>
          <p:nvPr/>
        </p:nvCxnSpPr>
        <p:spPr>
          <a:xfrm>
            <a:off x="8032310" y="297368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8" name="TextBox 737">
            <a:extLst>
              <a:ext uri="{FF2B5EF4-FFF2-40B4-BE49-F238E27FC236}">
                <a16:creationId xmlns:a16="http://schemas.microsoft.com/office/drawing/2014/main" id="{F15647BF-0463-BC73-8253-D99436F9F953}"/>
              </a:ext>
            </a:extLst>
          </p:cNvPr>
          <p:cNvSpPr txBox="1"/>
          <p:nvPr/>
        </p:nvSpPr>
        <p:spPr>
          <a:xfrm>
            <a:off x="6636165" y="240539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44" name="Straight Arrow Connector 743">
            <a:extLst>
              <a:ext uri="{FF2B5EF4-FFF2-40B4-BE49-F238E27FC236}">
                <a16:creationId xmlns:a16="http://schemas.microsoft.com/office/drawing/2014/main" id="{91D9B87E-8A65-F73C-F6EA-ED096AB350A1}"/>
              </a:ext>
            </a:extLst>
          </p:cNvPr>
          <p:cNvCxnSpPr>
            <a:cxnSpLocks/>
          </p:cNvCxnSpPr>
          <p:nvPr/>
        </p:nvCxnSpPr>
        <p:spPr>
          <a:xfrm>
            <a:off x="8724600" y="258252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5" name="Straight Arrow Connector 744">
            <a:extLst>
              <a:ext uri="{FF2B5EF4-FFF2-40B4-BE49-F238E27FC236}">
                <a16:creationId xmlns:a16="http://schemas.microsoft.com/office/drawing/2014/main" id="{E2DDF227-A22E-E1B2-F710-3555FA826451}"/>
              </a:ext>
            </a:extLst>
          </p:cNvPr>
          <p:cNvCxnSpPr>
            <a:cxnSpLocks/>
          </p:cNvCxnSpPr>
          <p:nvPr/>
        </p:nvCxnSpPr>
        <p:spPr>
          <a:xfrm>
            <a:off x="8024210" y="258252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46" name="Group 745">
            <a:extLst>
              <a:ext uri="{FF2B5EF4-FFF2-40B4-BE49-F238E27FC236}">
                <a16:creationId xmlns:a16="http://schemas.microsoft.com/office/drawing/2014/main" id="{8756E284-CE29-B0D1-DE69-83D2D04863E9}"/>
              </a:ext>
            </a:extLst>
          </p:cNvPr>
          <p:cNvGrpSpPr/>
          <p:nvPr/>
        </p:nvGrpSpPr>
        <p:grpSpPr>
          <a:xfrm>
            <a:off x="8378988" y="2419920"/>
            <a:ext cx="350195" cy="325206"/>
            <a:chOff x="7531203" y="6119551"/>
            <a:chExt cx="350195" cy="325206"/>
          </a:xfrm>
        </p:grpSpPr>
        <p:sp>
          <p:nvSpPr>
            <p:cNvPr id="747" name="Rectangle 746">
              <a:extLst>
                <a:ext uri="{FF2B5EF4-FFF2-40B4-BE49-F238E27FC236}">
                  <a16:creationId xmlns:a16="http://schemas.microsoft.com/office/drawing/2014/main" id="{CB02B46E-67C0-5944-7F77-9EEC48004F69}"/>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48" name="Isosceles Triangle 747">
              <a:extLst>
                <a:ext uri="{FF2B5EF4-FFF2-40B4-BE49-F238E27FC236}">
                  <a16:creationId xmlns:a16="http://schemas.microsoft.com/office/drawing/2014/main" id="{9BE6D917-4376-7A4E-6F8D-F01FCFEB9F1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49" name="Straight Arrow Connector 748">
            <a:extLst>
              <a:ext uri="{FF2B5EF4-FFF2-40B4-BE49-F238E27FC236}">
                <a16:creationId xmlns:a16="http://schemas.microsoft.com/office/drawing/2014/main" id="{6A99CDA9-329A-4DAE-304F-7247FB8FDFA4}"/>
              </a:ext>
            </a:extLst>
          </p:cNvPr>
          <p:cNvCxnSpPr>
            <a:cxnSpLocks/>
          </p:cNvCxnSpPr>
          <p:nvPr/>
        </p:nvCxnSpPr>
        <p:spPr>
          <a:xfrm>
            <a:off x="8728650" y="258252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0" name="Straight Arrow Connector 749">
            <a:extLst>
              <a:ext uri="{FF2B5EF4-FFF2-40B4-BE49-F238E27FC236}">
                <a16:creationId xmlns:a16="http://schemas.microsoft.com/office/drawing/2014/main" id="{A9AB4F3B-0BA3-72F3-37B6-3A9D7E9530F5}"/>
              </a:ext>
            </a:extLst>
          </p:cNvPr>
          <p:cNvCxnSpPr>
            <a:cxnSpLocks/>
          </p:cNvCxnSpPr>
          <p:nvPr/>
        </p:nvCxnSpPr>
        <p:spPr>
          <a:xfrm>
            <a:off x="8028260" y="258252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2" name="TextBox 751">
            <a:extLst>
              <a:ext uri="{FF2B5EF4-FFF2-40B4-BE49-F238E27FC236}">
                <a16:creationId xmlns:a16="http://schemas.microsoft.com/office/drawing/2014/main" id="{B7FA5ED0-2B45-7491-6E45-BC04788D048B}"/>
              </a:ext>
            </a:extLst>
          </p:cNvPr>
          <p:cNvSpPr txBox="1"/>
          <p:nvPr/>
        </p:nvSpPr>
        <p:spPr>
          <a:xfrm>
            <a:off x="6631582" y="200856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58" name="Straight Arrow Connector 757">
            <a:extLst>
              <a:ext uri="{FF2B5EF4-FFF2-40B4-BE49-F238E27FC236}">
                <a16:creationId xmlns:a16="http://schemas.microsoft.com/office/drawing/2014/main" id="{7CF8075C-0F9F-E241-9E72-25C8C3F4A6C7}"/>
              </a:ext>
            </a:extLst>
          </p:cNvPr>
          <p:cNvCxnSpPr>
            <a:cxnSpLocks/>
          </p:cNvCxnSpPr>
          <p:nvPr/>
        </p:nvCxnSpPr>
        <p:spPr>
          <a:xfrm>
            <a:off x="8720017" y="218569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9" name="Straight Arrow Connector 758">
            <a:extLst>
              <a:ext uri="{FF2B5EF4-FFF2-40B4-BE49-F238E27FC236}">
                <a16:creationId xmlns:a16="http://schemas.microsoft.com/office/drawing/2014/main" id="{80FCD09B-D4FA-002B-8E32-E348F5109A45}"/>
              </a:ext>
            </a:extLst>
          </p:cNvPr>
          <p:cNvCxnSpPr>
            <a:cxnSpLocks/>
          </p:cNvCxnSpPr>
          <p:nvPr/>
        </p:nvCxnSpPr>
        <p:spPr>
          <a:xfrm>
            <a:off x="8019627" y="218569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60" name="Group 759">
            <a:extLst>
              <a:ext uri="{FF2B5EF4-FFF2-40B4-BE49-F238E27FC236}">
                <a16:creationId xmlns:a16="http://schemas.microsoft.com/office/drawing/2014/main" id="{8EA856DF-0820-49F0-F26B-0E951AC1FB87}"/>
              </a:ext>
            </a:extLst>
          </p:cNvPr>
          <p:cNvGrpSpPr/>
          <p:nvPr/>
        </p:nvGrpSpPr>
        <p:grpSpPr>
          <a:xfrm>
            <a:off x="8374405" y="2023094"/>
            <a:ext cx="350195" cy="325206"/>
            <a:chOff x="7531203" y="6119551"/>
            <a:chExt cx="350195" cy="325206"/>
          </a:xfrm>
        </p:grpSpPr>
        <p:sp>
          <p:nvSpPr>
            <p:cNvPr id="761" name="Rectangle 760">
              <a:extLst>
                <a:ext uri="{FF2B5EF4-FFF2-40B4-BE49-F238E27FC236}">
                  <a16:creationId xmlns:a16="http://schemas.microsoft.com/office/drawing/2014/main" id="{AB2E0523-243D-A31F-B0C1-36BFB14EA838}"/>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2" name="Isosceles Triangle 761">
              <a:extLst>
                <a:ext uri="{FF2B5EF4-FFF2-40B4-BE49-F238E27FC236}">
                  <a16:creationId xmlns:a16="http://schemas.microsoft.com/office/drawing/2014/main" id="{A164D5FD-B131-49CF-6A0F-AE5680C7A01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63" name="Straight Arrow Connector 762">
            <a:extLst>
              <a:ext uri="{FF2B5EF4-FFF2-40B4-BE49-F238E27FC236}">
                <a16:creationId xmlns:a16="http://schemas.microsoft.com/office/drawing/2014/main" id="{A6DAE6AA-0975-9AFE-742F-37A3693563AD}"/>
              </a:ext>
            </a:extLst>
          </p:cNvPr>
          <p:cNvCxnSpPr>
            <a:cxnSpLocks/>
          </p:cNvCxnSpPr>
          <p:nvPr/>
        </p:nvCxnSpPr>
        <p:spPr>
          <a:xfrm>
            <a:off x="8724067" y="218569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4" name="Straight Arrow Connector 763">
            <a:extLst>
              <a:ext uri="{FF2B5EF4-FFF2-40B4-BE49-F238E27FC236}">
                <a16:creationId xmlns:a16="http://schemas.microsoft.com/office/drawing/2014/main" id="{1065D6D2-E3B8-CA5F-5BFA-1DD61DA2E034}"/>
              </a:ext>
            </a:extLst>
          </p:cNvPr>
          <p:cNvCxnSpPr>
            <a:cxnSpLocks/>
          </p:cNvCxnSpPr>
          <p:nvPr/>
        </p:nvCxnSpPr>
        <p:spPr>
          <a:xfrm>
            <a:off x="8023677" y="218569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6" name="TextBox 765">
            <a:extLst>
              <a:ext uri="{FF2B5EF4-FFF2-40B4-BE49-F238E27FC236}">
                <a16:creationId xmlns:a16="http://schemas.microsoft.com/office/drawing/2014/main" id="{F741348D-1735-A418-83DA-F7A01F2D6980}"/>
              </a:ext>
            </a:extLst>
          </p:cNvPr>
          <p:cNvSpPr txBox="1"/>
          <p:nvPr/>
        </p:nvSpPr>
        <p:spPr>
          <a:xfrm>
            <a:off x="6627532" y="1617399"/>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72" name="Straight Arrow Connector 771">
            <a:extLst>
              <a:ext uri="{FF2B5EF4-FFF2-40B4-BE49-F238E27FC236}">
                <a16:creationId xmlns:a16="http://schemas.microsoft.com/office/drawing/2014/main" id="{6D708F68-F6F5-1F8C-58AA-CC33CE32C69B}"/>
              </a:ext>
            </a:extLst>
          </p:cNvPr>
          <p:cNvCxnSpPr>
            <a:cxnSpLocks/>
          </p:cNvCxnSpPr>
          <p:nvPr/>
        </p:nvCxnSpPr>
        <p:spPr>
          <a:xfrm>
            <a:off x="8715967" y="179453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3" name="Straight Arrow Connector 772">
            <a:extLst>
              <a:ext uri="{FF2B5EF4-FFF2-40B4-BE49-F238E27FC236}">
                <a16:creationId xmlns:a16="http://schemas.microsoft.com/office/drawing/2014/main" id="{A9001677-15C8-FB73-172F-BB028436D658}"/>
              </a:ext>
            </a:extLst>
          </p:cNvPr>
          <p:cNvCxnSpPr>
            <a:cxnSpLocks/>
          </p:cNvCxnSpPr>
          <p:nvPr/>
        </p:nvCxnSpPr>
        <p:spPr>
          <a:xfrm>
            <a:off x="8015577" y="1794531"/>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74" name="Group 773">
            <a:extLst>
              <a:ext uri="{FF2B5EF4-FFF2-40B4-BE49-F238E27FC236}">
                <a16:creationId xmlns:a16="http://schemas.microsoft.com/office/drawing/2014/main" id="{9A8623A9-75EA-83DC-43E1-EEE98749A949}"/>
              </a:ext>
            </a:extLst>
          </p:cNvPr>
          <p:cNvGrpSpPr/>
          <p:nvPr/>
        </p:nvGrpSpPr>
        <p:grpSpPr>
          <a:xfrm>
            <a:off x="8370355" y="1631928"/>
            <a:ext cx="350195" cy="325206"/>
            <a:chOff x="7531203" y="6119551"/>
            <a:chExt cx="350195" cy="325206"/>
          </a:xfrm>
        </p:grpSpPr>
        <p:sp>
          <p:nvSpPr>
            <p:cNvPr id="775" name="Rectangle 774">
              <a:extLst>
                <a:ext uri="{FF2B5EF4-FFF2-40B4-BE49-F238E27FC236}">
                  <a16:creationId xmlns:a16="http://schemas.microsoft.com/office/drawing/2014/main" id="{89E6FBFB-C32A-C7D7-EF98-AA1B3C31C20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76" name="Isosceles Triangle 775">
              <a:extLst>
                <a:ext uri="{FF2B5EF4-FFF2-40B4-BE49-F238E27FC236}">
                  <a16:creationId xmlns:a16="http://schemas.microsoft.com/office/drawing/2014/main" id="{258C2EB8-23DE-8C96-1169-CEB06FC38E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7" name="Straight Arrow Connector 776">
            <a:extLst>
              <a:ext uri="{FF2B5EF4-FFF2-40B4-BE49-F238E27FC236}">
                <a16:creationId xmlns:a16="http://schemas.microsoft.com/office/drawing/2014/main" id="{7FA29AF5-76C3-D4DA-525F-54E47B7BC89E}"/>
              </a:ext>
            </a:extLst>
          </p:cNvPr>
          <p:cNvCxnSpPr>
            <a:cxnSpLocks/>
          </p:cNvCxnSpPr>
          <p:nvPr/>
        </p:nvCxnSpPr>
        <p:spPr>
          <a:xfrm>
            <a:off x="8720017" y="179453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8" name="Straight Arrow Connector 777">
            <a:extLst>
              <a:ext uri="{FF2B5EF4-FFF2-40B4-BE49-F238E27FC236}">
                <a16:creationId xmlns:a16="http://schemas.microsoft.com/office/drawing/2014/main" id="{50F1C06E-3559-7851-77B2-DAA4F8DDE27A}"/>
              </a:ext>
            </a:extLst>
          </p:cNvPr>
          <p:cNvCxnSpPr>
            <a:cxnSpLocks/>
          </p:cNvCxnSpPr>
          <p:nvPr/>
        </p:nvCxnSpPr>
        <p:spPr>
          <a:xfrm>
            <a:off x="8019627" y="1794531"/>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1" name="Straight Arrow Connector 780">
            <a:extLst>
              <a:ext uri="{FF2B5EF4-FFF2-40B4-BE49-F238E27FC236}">
                <a16:creationId xmlns:a16="http://schemas.microsoft.com/office/drawing/2014/main" id="{0CED69E4-A118-25DB-C439-90A248D5DF4F}"/>
              </a:ext>
            </a:extLst>
          </p:cNvPr>
          <p:cNvCxnSpPr>
            <a:stCxn id="45" idx="3"/>
            <a:endCxn id="766" idx="1"/>
          </p:cNvCxnSpPr>
          <p:nvPr/>
        </p:nvCxnSpPr>
        <p:spPr>
          <a:xfrm>
            <a:off x="5591433" y="985922"/>
            <a:ext cx="1036099" cy="80861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2" name="Straight Arrow Connector 781">
            <a:extLst>
              <a:ext uri="{FF2B5EF4-FFF2-40B4-BE49-F238E27FC236}">
                <a16:creationId xmlns:a16="http://schemas.microsoft.com/office/drawing/2014/main" id="{2D8C1A08-4EB9-1145-C710-648C922B9030}"/>
              </a:ext>
            </a:extLst>
          </p:cNvPr>
          <p:cNvCxnSpPr>
            <a:cxnSpLocks/>
            <a:stCxn id="45" idx="3"/>
            <a:endCxn id="752" idx="1"/>
          </p:cNvCxnSpPr>
          <p:nvPr/>
        </p:nvCxnSpPr>
        <p:spPr>
          <a:xfrm>
            <a:off x="5591433" y="985922"/>
            <a:ext cx="1040149" cy="119977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5" name="Straight Arrow Connector 784">
            <a:extLst>
              <a:ext uri="{FF2B5EF4-FFF2-40B4-BE49-F238E27FC236}">
                <a16:creationId xmlns:a16="http://schemas.microsoft.com/office/drawing/2014/main" id="{3424F458-B834-1F6B-398E-D072C2DC290F}"/>
              </a:ext>
            </a:extLst>
          </p:cNvPr>
          <p:cNvCxnSpPr>
            <a:cxnSpLocks/>
            <a:stCxn id="45" idx="3"/>
            <a:endCxn id="738" idx="1"/>
          </p:cNvCxnSpPr>
          <p:nvPr/>
        </p:nvCxnSpPr>
        <p:spPr>
          <a:xfrm>
            <a:off x="5591433" y="985922"/>
            <a:ext cx="1044732" cy="159660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8" name="Straight Arrow Connector 787">
            <a:extLst>
              <a:ext uri="{FF2B5EF4-FFF2-40B4-BE49-F238E27FC236}">
                <a16:creationId xmlns:a16="http://schemas.microsoft.com/office/drawing/2014/main" id="{4ABAE0A4-0BC3-DC96-D71D-FB1CC552D3EF}"/>
              </a:ext>
            </a:extLst>
          </p:cNvPr>
          <p:cNvCxnSpPr>
            <a:cxnSpLocks/>
            <a:stCxn id="45" idx="3"/>
            <a:endCxn id="724" idx="1"/>
          </p:cNvCxnSpPr>
          <p:nvPr/>
        </p:nvCxnSpPr>
        <p:spPr>
          <a:xfrm>
            <a:off x="5591433" y="985922"/>
            <a:ext cx="1048782" cy="198776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1" name="Straight Arrow Connector 790">
            <a:extLst>
              <a:ext uri="{FF2B5EF4-FFF2-40B4-BE49-F238E27FC236}">
                <a16:creationId xmlns:a16="http://schemas.microsoft.com/office/drawing/2014/main" id="{FB50835D-06AB-BA30-1338-F772FB47C85F}"/>
              </a:ext>
            </a:extLst>
          </p:cNvPr>
          <p:cNvCxnSpPr>
            <a:cxnSpLocks/>
            <a:stCxn id="45" idx="3"/>
            <a:endCxn id="690" idx="1"/>
          </p:cNvCxnSpPr>
          <p:nvPr/>
        </p:nvCxnSpPr>
        <p:spPr>
          <a:xfrm>
            <a:off x="5591433" y="985922"/>
            <a:ext cx="1053365" cy="238480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4" name="Straight Arrow Connector 793">
            <a:extLst>
              <a:ext uri="{FF2B5EF4-FFF2-40B4-BE49-F238E27FC236}">
                <a16:creationId xmlns:a16="http://schemas.microsoft.com/office/drawing/2014/main" id="{6E8081AC-4D49-09D6-C84B-D503B2472958}"/>
              </a:ext>
            </a:extLst>
          </p:cNvPr>
          <p:cNvCxnSpPr>
            <a:cxnSpLocks/>
            <a:stCxn id="45" idx="3"/>
            <a:endCxn id="671" idx="1"/>
          </p:cNvCxnSpPr>
          <p:nvPr/>
        </p:nvCxnSpPr>
        <p:spPr>
          <a:xfrm>
            <a:off x="5591433" y="985922"/>
            <a:ext cx="1057415" cy="27759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7" name="Straight Arrow Connector 796">
            <a:extLst>
              <a:ext uri="{FF2B5EF4-FFF2-40B4-BE49-F238E27FC236}">
                <a16:creationId xmlns:a16="http://schemas.microsoft.com/office/drawing/2014/main" id="{EB9AAEFE-5967-D3FE-12C8-0AE17B2A7969}"/>
              </a:ext>
            </a:extLst>
          </p:cNvPr>
          <p:cNvCxnSpPr>
            <a:cxnSpLocks/>
            <a:stCxn id="45" idx="3"/>
            <a:endCxn id="649" idx="1"/>
          </p:cNvCxnSpPr>
          <p:nvPr/>
        </p:nvCxnSpPr>
        <p:spPr>
          <a:xfrm>
            <a:off x="5591433" y="985922"/>
            <a:ext cx="1061998" cy="317279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0" name="Straight Arrow Connector 799">
            <a:extLst>
              <a:ext uri="{FF2B5EF4-FFF2-40B4-BE49-F238E27FC236}">
                <a16:creationId xmlns:a16="http://schemas.microsoft.com/office/drawing/2014/main" id="{542D99DB-D890-169E-CBCC-BA108CBEC656}"/>
              </a:ext>
            </a:extLst>
          </p:cNvPr>
          <p:cNvCxnSpPr>
            <a:cxnSpLocks/>
            <a:stCxn id="45" idx="3"/>
            <a:endCxn id="635" idx="1"/>
          </p:cNvCxnSpPr>
          <p:nvPr/>
        </p:nvCxnSpPr>
        <p:spPr>
          <a:xfrm>
            <a:off x="5591433" y="985922"/>
            <a:ext cx="1066048" cy="356396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3" name="Straight Arrow Connector 802">
            <a:extLst>
              <a:ext uri="{FF2B5EF4-FFF2-40B4-BE49-F238E27FC236}">
                <a16:creationId xmlns:a16="http://schemas.microsoft.com/office/drawing/2014/main" id="{671C050E-4E9F-7845-6137-DD89663CB408}"/>
              </a:ext>
            </a:extLst>
          </p:cNvPr>
          <p:cNvCxnSpPr>
            <a:cxnSpLocks/>
            <a:stCxn id="45" idx="3"/>
            <a:endCxn id="603" idx="1"/>
          </p:cNvCxnSpPr>
          <p:nvPr/>
        </p:nvCxnSpPr>
        <p:spPr>
          <a:xfrm>
            <a:off x="5591433" y="985922"/>
            <a:ext cx="1070631" cy="39571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6" name="Straight Arrow Connector 805">
            <a:extLst>
              <a:ext uri="{FF2B5EF4-FFF2-40B4-BE49-F238E27FC236}">
                <a16:creationId xmlns:a16="http://schemas.microsoft.com/office/drawing/2014/main" id="{3FEBC0D3-69AD-3539-7EB3-2DD4A014D639}"/>
              </a:ext>
            </a:extLst>
          </p:cNvPr>
          <p:cNvCxnSpPr>
            <a:cxnSpLocks/>
            <a:stCxn id="45" idx="3"/>
            <a:endCxn id="89" idx="1"/>
          </p:cNvCxnSpPr>
          <p:nvPr/>
        </p:nvCxnSpPr>
        <p:spPr>
          <a:xfrm>
            <a:off x="5591433" y="985922"/>
            <a:ext cx="1074681" cy="434833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9" name="Straight Arrow Connector 808">
            <a:extLst>
              <a:ext uri="{FF2B5EF4-FFF2-40B4-BE49-F238E27FC236}">
                <a16:creationId xmlns:a16="http://schemas.microsoft.com/office/drawing/2014/main" id="{2A14E8B1-E166-5386-ECAF-07B2DB1CB310}"/>
              </a:ext>
            </a:extLst>
          </p:cNvPr>
          <p:cNvCxnSpPr>
            <a:cxnSpLocks/>
            <a:stCxn id="45" idx="3"/>
            <a:endCxn id="507" idx="1"/>
          </p:cNvCxnSpPr>
          <p:nvPr/>
        </p:nvCxnSpPr>
        <p:spPr>
          <a:xfrm>
            <a:off x="5591433" y="985922"/>
            <a:ext cx="1079264" cy="47451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2" name="Straight Arrow Connector 811">
            <a:extLst>
              <a:ext uri="{FF2B5EF4-FFF2-40B4-BE49-F238E27FC236}">
                <a16:creationId xmlns:a16="http://schemas.microsoft.com/office/drawing/2014/main" id="{8738D7F8-2451-42F6-E944-1A9150EC803B}"/>
              </a:ext>
            </a:extLst>
          </p:cNvPr>
          <p:cNvCxnSpPr>
            <a:cxnSpLocks/>
            <a:endCxn id="99" idx="1"/>
          </p:cNvCxnSpPr>
          <p:nvPr/>
        </p:nvCxnSpPr>
        <p:spPr>
          <a:xfrm>
            <a:off x="5620309" y="1113958"/>
            <a:ext cx="1054438" cy="500828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57111D2-5B86-C5D8-B51B-B6E2D9DFF9D5}"/>
              </a:ext>
            </a:extLst>
          </p:cNvPr>
          <p:cNvSpPr txBox="1"/>
          <p:nvPr/>
        </p:nvSpPr>
        <p:spPr>
          <a:xfrm>
            <a:off x="3160228" y="602606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dirty="0"/>
          </a:p>
        </p:txBody>
      </p:sp>
      <p:grpSp>
        <p:nvGrpSpPr>
          <p:cNvPr id="475" name="Group 474">
            <a:extLst>
              <a:ext uri="{FF2B5EF4-FFF2-40B4-BE49-F238E27FC236}">
                <a16:creationId xmlns:a16="http://schemas.microsoft.com/office/drawing/2014/main" id="{9B22C56C-E19D-0024-A308-83F9FD418A4F}"/>
              </a:ext>
            </a:extLst>
          </p:cNvPr>
          <p:cNvGrpSpPr/>
          <p:nvPr/>
        </p:nvGrpSpPr>
        <p:grpSpPr>
          <a:xfrm>
            <a:off x="5008144" y="6012362"/>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8" name="TextBox 507">
            <a:extLst>
              <a:ext uri="{FF2B5EF4-FFF2-40B4-BE49-F238E27FC236}">
                <a16:creationId xmlns:a16="http://schemas.microsoft.com/office/drawing/2014/main" id="{7580B088-9557-873F-748E-A87171D7D0C0}"/>
              </a:ext>
            </a:extLst>
          </p:cNvPr>
          <p:cNvSpPr txBox="1"/>
          <p:nvPr/>
        </p:nvSpPr>
        <p:spPr>
          <a:xfrm>
            <a:off x="3156178" y="563490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509" name="Group 508">
            <a:extLst>
              <a:ext uri="{FF2B5EF4-FFF2-40B4-BE49-F238E27FC236}">
                <a16:creationId xmlns:a16="http://schemas.microsoft.com/office/drawing/2014/main" id="{4BC172B3-A54C-C80B-9515-7E1BB5C18383}"/>
              </a:ext>
            </a:extLst>
          </p:cNvPr>
          <p:cNvGrpSpPr/>
          <p:nvPr/>
        </p:nvGrpSpPr>
        <p:grpSpPr>
          <a:xfrm>
            <a:off x="5004094" y="5621196"/>
            <a:ext cx="350195" cy="350195"/>
            <a:chOff x="8869161" y="1569883"/>
            <a:chExt cx="350195" cy="350195"/>
          </a:xfrm>
        </p:grpSpPr>
        <p:sp>
          <p:nvSpPr>
            <p:cNvPr id="510" name="Rectangle 509">
              <a:extLst>
                <a:ext uri="{FF2B5EF4-FFF2-40B4-BE49-F238E27FC236}">
                  <a16:creationId xmlns:a16="http://schemas.microsoft.com/office/drawing/2014/main" id="{4EAA550D-3658-343F-25CC-3465B4AFD5E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Isosceles Triangle 510">
              <a:extLst>
                <a:ext uri="{FF2B5EF4-FFF2-40B4-BE49-F238E27FC236}">
                  <a16:creationId xmlns:a16="http://schemas.microsoft.com/office/drawing/2014/main" id="{C2CFBAEC-60C5-AE83-01D2-7B9F622DC09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 name="TextBox 90">
            <a:extLst>
              <a:ext uri="{FF2B5EF4-FFF2-40B4-BE49-F238E27FC236}">
                <a16:creationId xmlns:a16="http://schemas.microsoft.com/office/drawing/2014/main" id="{C4CBA1C1-0850-BEC7-7318-A71748331CBE}"/>
              </a:ext>
            </a:extLst>
          </p:cNvPr>
          <p:cNvSpPr txBox="1"/>
          <p:nvPr/>
        </p:nvSpPr>
        <p:spPr>
          <a:xfrm>
            <a:off x="3151595" y="523807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93" name="Group 92">
            <a:extLst>
              <a:ext uri="{FF2B5EF4-FFF2-40B4-BE49-F238E27FC236}">
                <a16:creationId xmlns:a16="http://schemas.microsoft.com/office/drawing/2014/main" id="{278C8879-AFA6-88B8-31C5-721F1713E51A}"/>
              </a:ext>
            </a:extLst>
          </p:cNvPr>
          <p:cNvGrpSpPr/>
          <p:nvPr/>
        </p:nvGrpSpPr>
        <p:grpSpPr>
          <a:xfrm>
            <a:off x="4999511" y="5224370"/>
            <a:ext cx="350195" cy="350195"/>
            <a:chOff x="8869161" y="1569883"/>
            <a:chExt cx="350195" cy="350195"/>
          </a:xfrm>
        </p:grpSpPr>
        <p:sp>
          <p:nvSpPr>
            <p:cNvPr id="111" name="Rectangle 110">
              <a:extLst>
                <a:ext uri="{FF2B5EF4-FFF2-40B4-BE49-F238E27FC236}">
                  <a16:creationId xmlns:a16="http://schemas.microsoft.com/office/drawing/2014/main" id="{02790619-7585-5047-C09F-55BBDA421D9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Isosceles Triangle 112">
              <a:extLst>
                <a:ext uri="{FF2B5EF4-FFF2-40B4-BE49-F238E27FC236}">
                  <a16:creationId xmlns:a16="http://schemas.microsoft.com/office/drawing/2014/main" id="{5EFCB816-E829-867A-472D-C2287F7BAA13}"/>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4" name="TextBox 603">
            <a:extLst>
              <a:ext uri="{FF2B5EF4-FFF2-40B4-BE49-F238E27FC236}">
                <a16:creationId xmlns:a16="http://schemas.microsoft.com/office/drawing/2014/main" id="{601ABEF6-8DE4-8F1B-5CEB-0894CBFE4E1F}"/>
              </a:ext>
            </a:extLst>
          </p:cNvPr>
          <p:cNvSpPr txBox="1"/>
          <p:nvPr/>
        </p:nvSpPr>
        <p:spPr>
          <a:xfrm>
            <a:off x="3147545" y="484690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06" name="Group 605">
            <a:extLst>
              <a:ext uri="{FF2B5EF4-FFF2-40B4-BE49-F238E27FC236}">
                <a16:creationId xmlns:a16="http://schemas.microsoft.com/office/drawing/2014/main" id="{99AE778F-C4A4-6A03-4D63-2A7D9B5D6ED5}"/>
              </a:ext>
            </a:extLst>
          </p:cNvPr>
          <p:cNvGrpSpPr/>
          <p:nvPr/>
        </p:nvGrpSpPr>
        <p:grpSpPr>
          <a:xfrm>
            <a:off x="4995461" y="4833204"/>
            <a:ext cx="350195" cy="350195"/>
            <a:chOff x="8869161" y="1569883"/>
            <a:chExt cx="350195" cy="350195"/>
          </a:xfrm>
        </p:grpSpPr>
        <p:sp>
          <p:nvSpPr>
            <p:cNvPr id="607" name="Rectangle 606">
              <a:extLst>
                <a:ext uri="{FF2B5EF4-FFF2-40B4-BE49-F238E27FC236}">
                  <a16:creationId xmlns:a16="http://schemas.microsoft.com/office/drawing/2014/main" id="{08AAD088-5CA0-172A-EA2A-A3EC4423B3B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Isosceles Triangle 607">
              <a:extLst>
                <a:ext uri="{FF2B5EF4-FFF2-40B4-BE49-F238E27FC236}">
                  <a16:creationId xmlns:a16="http://schemas.microsoft.com/office/drawing/2014/main" id="{BB65DEDE-D96E-1C29-E2AA-6E3E60CD0D3C}"/>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6" name="TextBox 635">
            <a:extLst>
              <a:ext uri="{FF2B5EF4-FFF2-40B4-BE49-F238E27FC236}">
                <a16:creationId xmlns:a16="http://schemas.microsoft.com/office/drawing/2014/main" id="{A3EED02E-2D6E-B0CB-BA88-A731D8053380}"/>
              </a:ext>
            </a:extLst>
          </p:cNvPr>
          <p:cNvSpPr txBox="1"/>
          <p:nvPr/>
        </p:nvSpPr>
        <p:spPr>
          <a:xfrm>
            <a:off x="3142962" y="445370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37" name="Group 636">
            <a:extLst>
              <a:ext uri="{FF2B5EF4-FFF2-40B4-BE49-F238E27FC236}">
                <a16:creationId xmlns:a16="http://schemas.microsoft.com/office/drawing/2014/main" id="{EFEA5839-4E12-0AE6-224F-ADC844BB727E}"/>
              </a:ext>
            </a:extLst>
          </p:cNvPr>
          <p:cNvGrpSpPr/>
          <p:nvPr/>
        </p:nvGrpSpPr>
        <p:grpSpPr>
          <a:xfrm>
            <a:off x="4990878" y="4440002"/>
            <a:ext cx="350195" cy="350195"/>
            <a:chOff x="8869161" y="1569883"/>
            <a:chExt cx="350195" cy="350195"/>
          </a:xfrm>
        </p:grpSpPr>
        <p:sp>
          <p:nvSpPr>
            <p:cNvPr id="638" name="Rectangle 637">
              <a:extLst>
                <a:ext uri="{FF2B5EF4-FFF2-40B4-BE49-F238E27FC236}">
                  <a16:creationId xmlns:a16="http://schemas.microsoft.com/office/drawing/2014/main" id="{004C41F7-A5DC-1499-D9B3-CB360221E1F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Isosceles Triangle 638">
              <a:extLst>
                <a:ext uri="{FF2B5EF4-FFF2-40B4-BE49-F238E27FC236}">
                  <a16:creationId xmlns:a16="http://schemas.microsoft.com/office/drawing/2014/main" id="{68B31394-1CD0-1922-350E-33E21556B99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0" name="TextBox 649">
            <a:extLst>
              <a:ext uri="{FF2B5EF4-FFF2-40B4-BE49-F238E27FC236}">
                <a16:creationId xmlns:a16="http://schemas.microsoft.com/office/drawing/2014/main" id="{6EAC3D91-670C-B977-8B49-C2AEC39A954B}"/>
              </a:ext>
            </a:extLst>
          </p:cNvPr>
          <p:cNvSpPr txBox="1"/>
          <p:nvPr/>
        </p:nvSpPr>
        <p:spPr>
          <a:xfrm>
            <a:off x="3138912" y="406254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51" name="Group 650">
            <a:extLst>
              <a:ext uri="{FF2B5EF4-FFF2-40B4-BE49-F238E27FC236}">
                <a16:creationId xmlns:a16="http://schemas.microsoft.com/office/drawing/2014/main" id="{EDBA8A64-FE23-970F-967D-8EA607951BE9}"/>
              </a:ext>
            </a:extLst>
          </p:cNvPr>
          <p:cNvGrpSpPr/>
          <p:nvPr/>
        </p:nvGrpSpPr>
        <p:grpSpPr>
          <a:xfrm>
            <a:off x="4986828" y="4048836"/>
            <a:ext cx="350195" cy="350195"/>
            <a:chOff x="8869161" y="1569883"/>
            <a:chExt cx="350195" cy="350195"/>
          </a:xfrm>
        </p:grpSpPr>
        <p:sp>
          <p:nvSpPr>
            <p:cNvPr id="652" name="Rectangle 651">
              <a:extLst>
                <a:ext uri="{FF2B5EF4-FFF2-40B4-BE49-F238E27FC236}">
                  <a16:creationId xmlns:a16="http://schemas.microsoft.com/office/drawing/2014/main" id="{0FD307FA-6FFB-9C73-C3C2-86B2DF17527C}"/>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Isosceles Triangle 652">
              <a:extLst>
                <a:ext uri="{FF2B5EF4-FFF2-40B4-BE49-F238E27FC236}">
                  <a16:creationId xmlns:a16="http://schemas.microsoft.com/office/drawing/2014/main" id="{367E0D3B-9E5E-BBBB-B06A-773849E676E7}"/>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2" name="TextBox 671">
            <a:extLst>
              <a:ext uri="{FF2B5EF4-FFF2-40B4-BE49-F238E27FC236}">
                <a16:creationId xmlns:a16="http://schemas.microsoft.com/office/drawing/2014/main" id="{969DF315-A963-1CD9-69C4-EB2235496EEE}"/>
              </a:ext>
            </a:extLst>
          </p:cNvPr>
          <p:cNvSpPr txBox="1"/>
          <p:nvPr/>
        </p:nvSpPr>
        <p:spPr>
          <a:xfrm>
            <a:off x="3134329" y="366571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73" name="Group 672">
            <a:extLst>
              <a:ext uri="{FF2B5EF4-FFF2-40B4-BE49-F238E27FC236}">
                <a16:creationId xmlns:a16="http://schemas.microsoft.com/office/drawing/2014/main" id="{EEF7FEB9-20DB-8590-EBD7-670C65F3DE50}"/>
              </a:ext>
            </a:extLst>
          </p:cNvPr>
          <p:cNvGrpSpPr/>
          <p:nvPr/>
        </p:nvGrpSpPr>
        <p:grpSpPr>
          <a:xfrm>
            <a:off x="4982245" y="3652010"/>
            <a:ext cx="350195" cy="350195"/>
            <a:chOff x="8869161" y="1569883"/>
            <a:chExt cx="350195" cy="350195"/>
          </a:xfrm>
        </p:grpSpPr>
        <p:sp>
          <p:nvSpPr>
            <p:cNvPr id="674" name="Rectangle 673">
              <a:extLst>
                <a:ext uri="{FF2B5EF4-FFF2-40B4-BE49-F238E27FC236}">
                  <a16:creationId xmlns:a16="http://schemas.microsoft.com/office/drawing/2014/main" id="{00280784-BF0A-4644-F2D2-C5A1FDF6EE0F}"/>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Isosceles Triangle 674">
              <a:extLst>
                <a:ext uri="{FF2B5EF4-FFF2-40B4-BE49-F238E27FC236}">
                  <a16:creationId xmlns:a16="http://schemas.microsoft.com/office/drawing/2014/main" id="{DF3D0112-E14D-A20F-6853-DDB3673D6D3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1" name="TextBox 690">
            <a:extLst>
              <a:ext uri="{FF2B5EF4-FFF2-40B4-BE49-F238E27FC236}">
                <a16:creationId xmlns:a16="http://schemas.microsoft.com/office/drawing/2014/main" id="{0726CB1F-405C-EF0B-1D21-BA6111E3B636}"/>
              </a:ext>
            </a:extLst>
          </p:cNvPr>
          <p:cNvSpPr txBox="1"/>
          <p:nvPr/>
        </p:nvSpPr>
        <p:spPr>
          <a:xfrm>
            <a:off x="3130279" y="327454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93" name="Group 692">
            <a:extLst>
              <a:ext uri="{FF2B5EF4-FFF2-40B4-BE49-F238E27FC236}">
                <a16:creationId xmlns:a16="http://schemas.microsoft.com/office/drawing/2014/main" id="{2CC3DC7B-FC1B-40C9-BC9E-09AB1E43CFE7}"/>
              </a:ext>
            </a:extLst>
          </p:cNvPr>
          <p:cNvGrpSpPr/>
          <p:nvPr/>
        </p:nvGrpSpPr>
        <p:grpSpPr>
          <a:xfrm>
            <a:off x="4978195" y="3260844"/>
            <a:ext cx="350195" cy="350195"/>
            <a:chOff x="8869161" y="1569883"/>
            <a:chExt cx="350195" cy="350195"/>
          </a:xfrm>
        </p:grpSpPr>
        <p:sp>
          <p:nvSpPr>
            <p:cNvPr id="694" name="Rectangle 693">
              <a:extLst>
                <a:ext uri="{FF2B5EF4-FFF2-40B4-BE49-F238E27FC236}">
                  <a16:creationId xmlns:a16="http://schemas.microsoft.com/office/drawing/2014/main" id="{A8DB6063-3250-E139-9BE3-3099F5F467AE}"/>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Isosceles Triangle 694">
              <a:extLst>
                <a:ext uri="{FF2B5EF4-FFF2-40B4-BE49-F238E27FC236}">
                  <a16:creationId xmlns:a16="http://schemas.microsoft.com/office/drawing/2014/main" id="{8A174351-6C93-8A23-06EF-50C4A015E3CF}"/>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5" name="TextBox 724">
            <a:extLst>
              <a:ext uri="{FF2B5EF4-FFF2-40B4-BE49-F238E27FC236}">
                <a16:creationId xmlns:a16="http://schemas.microsoft.com/office/drawing/2014/main" id="{BCCC335C-BE07-378B-08E0-B897CC89A1B1}"/>
              </a:ext>
            </a:extLst>
          </p:cNvPr>
          <p:cNvSpPr txBox="1"/>
          <p:nvPr/>
        </p:nvSpPr>
        <p:spPr>
          <a:xfrm>
            <a:off x="3125696" y="287751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26" name="Group 725">
            <a:extLst>
              <a:ext uri="{FF2B5EF4-FFF2-40B4-BE49-F238E27FC236}">
                <a16:creationId xmlns:a16="http://schemas.microsoft.com/office/drawing/2014/main" id="{4C39DAD0-C9B1-261C-F89D-4D6492FE8465}"/>
              </a:ext>
            </a:extLst>
          </p:cNvPr>
          <p:cNvGrpSpPr/>
          <p:nvPr/>
        </p:nvGrpSpPr>
        <p:grpSpPr>
          <a:xfrm>
            <a:off x="4973612" y="2863806"/>
            <a:ext cx="350195" cy="350195"/>
            <a:chOff x="8869161" y="1569883"/>
            <a:chExt cx="350195" cy="350195"/>
          </a:xfrm>
        </p:grpSpPr>
        <p:sp>
          <p:nvSpPr>
            <p:cNvPr id="727" name="Rectangle 726">
              <a:extLst>
                <a:ext uri="{FF2B5EF4-FFF2-40B4-BE49-F238E27FC236}">
                  <a16:creationId xmlns:a16="http://schemas.microsoft.com/office/drawing/2014/main" id="{E5CB1595-7BEE-63D6-F351-80F6F2E16FFD}"/>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Isosceles Triangle 727">
              <a:extLst>
                <a:ext uri="{FF2B5EF4-FFF2-40B4-BE49-F238E27FC236}">
                  <a16:creationId xmlns:a16="http://schemas.microsoft.com/office/drawing/2014/main" id="{FEB60EC0-D5A0-FEE6-DEA4-CF19F405A7A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9" name="TextBox 738">
            <a:extLst>
              <a:ext uri="{FF2B5EF4-FFF2-40B4-BE49-F238E27FC236}">
                <a16:creationId xmlns:a16="http://schemas.microsoft.com/office/drawing/2014/main" id="{F473CABD-A939-9139-193D-7EEF98C76FF3}"/>
              </a:ext>
            </a:extLst>
          </p:cNvPr>
          <p:cNvSpPr txBox="1"/>
          <p:nvPr/>
        </p:nvSpPr>
        <p:spPr>
          <a:xfrm>
            <a:off x="3121646" y="248634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40" name="Group 739">
            <a:extLst>
              <a:ext uri="{FF2B5EF4-FFF2-40B4-BE49-F238E27FC236}">
                <a16:creationId xmlns:a16="http://schemas.microsoft.com/office/drawing/2014/main" id="{9E8EE350-62E8-866D-C708-A54AC0736DA5}"/>
              </a:ext>
            </a:extLst>
          </p:cNvPr>
          <p:cNvGrpSpPr/>
          <p:nvPr/>
        </p:nvGrpSpPr>
        <p:grpSpPr>
          <a:xfrm>
            <a:off x="4969562" y="2472640"/>
            <a:ext cx="350195" cy="350195"/>
            <a:chOff x="8869161" y="1569883"/>
            <a:chExt cx="350195" cy="350195"/>
          </a:xfrm>
        </p:grpSpPr>
        <p:sp>
          <p:nvSpPr>
            <p:cNvPr id="741" name="Rectangle 740">
              <a:extLst>
                <a:ext uri="{FF2B5EF4-FFF2-40B4-BE49-F238E27FC236}">
                  <a16:creationId xmlns:a16="http://schemas.microsoft.com/office/drawing/2014/main" id="{9B56DE80-6468-3AC5-53F3-70E3EFBB10E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Isosceles Triangle 741">
              <a:extLst>
                <a:ext uri="{FF2B5EF4-FFF2-40B4-BE49-F238E27FC236}">
                  <a16:creationId xmlns:a16="http://schemas.microsoft.com/office/drawing/2014/main" id="{B9A22B2C-BFE6-CCB4-1173-3E7A41C87D1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3" name="TextBox 752">
            <a:extLst>
              <a:ext uri="{FF2B5EF4-FFF2-40B4-BE49-F238E27FC236}">
                <a16:creationId xmlns:a16="http://schemas.microsoft.com/office/drawing/2014/main" id="{61C58390-2FF4-2322-C11F-EF0503C093C0}"/>
              </a:ext>
            </a:extLst>
          </p:cNvPr>
          <p:cNvSpPr txBox="1"/>
          <p:nvPr/>
        </p:nvSpPr>
        <p:spPr>
          <a:xfrm>
            <a:off x="3117063" y="208951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54" name="Group 753">
            <a:extLst>
              <a:ext uri="{FF2B5EF4-FFF2-40B4-BE49-F238E27FC236}">
                <a16:creationId xmlns:a16="http://schemas.microsoft.com/office/drawing/2014/main" id="{386ED32B-89FB-B0FB-B630-A9168A890CC3}"/>
              </a:ext>
            </a:extLst>
          </p:cNvPr>
          <p:cNvGrpSpPr/>
          <p:nvPr/>
        </p:nvGrpSpPr>
        <p:grpSpPr>
          <a:xfrm>
            <a:off x="4964979" y="2075814"/>
            <a:ext cx="350195" cy="350195"/>
            <a:chOff x="8869161" y="1569883"/>
            <a:chExt cx="350195" cy="350195"/>
          </a:xfrm>
        </p:grpSpPr>
        <p:sp>
          <p:nvSpPr>
            <p:cNvPr id="755" name="Rectangle 754">
              <a:extLst>
                <a:ext uri="{FF2B5EF4-FFF2-40B4-BE49-F238E27FC236}">
                  <a16:creationId xmlns:a16="http://schemas.microsoft.com/office/drawing/2014/main" id="{00EC323C-EE98-A8C7-88C4-70AE40A62FF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Isosceles Triangle 755">
              <a:extLst>
                <a:ext uri="{FF2B5EF4-FFF2-40B4-BE49-F238E27FC236}">
                  <a16:creationId xmlns:a16="http://schemas.microsoft.com/office/drawing/2014/main" id="{F09518B5-8290-8ABF-7193-B54E351A94B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7" name="TextBox 766">
            <a:extLst>
              <a:ext uri="{FF2B5EF4-FFF2-40B4-BE49-F238E27FC236}">
                <a16:creationId xmlns:a16="http://schemas.microsoft.com/office/drawing/2014/main" id="{CE7B080C-4AA0-CD82-2424-F3EB2F2C9E57}"/>
              </a:ext>
            </a:extLst>
          </p:cNvPr>
          <p:cNvSpPr txBox="1"/>
          <p:nvPr/>
        </p:nvSpPr>
        <p:spPr>
          <a:xfrm>
            <a:off x="3113013" y="1698352"/>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r>
              <a:rPr lang="en-US" dirty="0"/>
              <a:t>RAM</a:t>
            </a:r>
          </a:p>
        </p:txBody>
      </p:sp>
      <p:grpSp>
        <p:nvGrpSpPr>
          <p:cNvPr id="768" name="Group 767">
            <a:extLst>
              <a:ext uri="{FF2B5EF4-FFF2-40B4-BE49-F238E27FC236}">
                <a16:creationId xmlns:a16="http://schemas.microsoft.com/office/drawing/2014/main" id="{5604D682-175C-5B91-91FD-A1DDDB128CA9}"/>
              </a:ext>
            </a:extLst>
          </p:cNvPr>
          <p:cNvGrpSpPr/>
          <p:nvPr/>
        </p:nvGrpSpPr>
        <p:grpSpPr>
          <a:xfrm>
            <a:off x="4960929" y="1684648"/>
            <a:ext cx="350195" cy="350195"/>
            <a:chOff x="8869161" y="1569883"/>
            <a:chExt cx="350195" cy="350195"/>
          </a:xfrm>
        </p:grpSpPr>
        <p:sp>
          <p:nvSpPr>
            <p:cNvPr id="769" name="Rectangle 768">
              <a:extLst>
                <a:ext uri="{FF2B5EF4-FFF2-40B4-BE49-F238E27FC236}">
                  <a16:creationId xmlns:a16="http://schemas.microsoft.com/office/drawing/2014/main" id="{C0291815-669C-A0A3-24E2-FB7040CF6D3D}"/>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Isosceles Triangle 769">
              <a:extLst>
                <a:ext uri="{FF2B5EF4-FFF2-40B4-BE49-F238E27FC236}">
                  <a16:creationId xmlns:a16="http://schemas.microsoft.com/office/drawing/2014/main" id="{848015D6-30C0-C18C-06C2-C615A11EF1B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0" name="Group 849">
            <a:extLst>
              <a:ext uri="{FF2B5EF4-FFF2-40B4-BE49-F238E27FC236}">
                <a16:creationId xmlns:a16="http://schemas.microsoft.com/office/drawing/2014/main" id="{72FAF7C2-BEFF-9DBF-594A-DF429DF34CFE}"/>
              </a:ext>
            </a:extLst>
          </p:cNvPr>
          <p:cNvGrpSpPr/>
          <p:nvPr/>
        </p:nvGrpSpPr>
        <p:grpSpPr>
          <a:xfrm>
            <a:off x="4042531" y="1838149"/>
            <a:ext cx="932321" cy="4327715"/>
            <a:chOff x="3148231" y="1791583"/>
            <a:chExt cx="855187" cy="4327715"/>
          </a:xfrm>
        </p:grpSpPr>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148231" y="6119297"/>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70D3ED3-AB4F-5CBA-C82B-9DC46AB7D9AF}"/>
                </a:ext>
              </a:extLst>
            </p:cNvPr>
            <p:cNvCxnSpPr>
              <a:cxnSpLocks/>
            </p:cNvCxnSpPr>
            <p:nvPr/>
          </p:nvCxnSpPr>
          <p:spPr>
            <a:xfrm>
              <a:off x="3148231" y="572813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F8A27C0-2168-A6E5-70DE-4EF0123BC557}"/>
                </a:ext>
              </a:extLst>
            </p:cNvPr>
            <p:cNvCxnSpPr>
              <a:cxnSpLocks/>
            </p:cNvCxnSpPr>
            <p:nvPr/>
          </p:nvCxnSpPr>
          <p:spPr>
            <a:xfrm>
              <a:off x="3148231" y="533130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9" name="Straight Arrow Connector 608">
              <a:extLst>
                <a:ext uri="{FF2B5EF4-FFF2-40B4-BE49-F238E27FC236}">
                  <a16:creationId xmlns:a16="http://schemas.microsoft.com/office/drawing/2014/main" id="{3865080D-0FDD-1371-8459-EADA643B48A2}"/>
                </a:ext>
              </a:extLst>
            </p:cNvPr>
            <p:cNvCxnSpPr>
              <a:cxnSpLocks/>
            </p:cNvCxnSpPr>
            <p:nvPr/>
          </p:nvCxnSpPr>
          <p:spPr>
            <a:xfrm>
              <a:off x="3148231" y="494013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0" name="Straight Arrow Connector 639">
              <a:extLst>
                <a:ext uri="{FF2B5EF4-FFF2-40B4-BE49-F238E27FC236}">
                  <a16:creationId xmlns:a16="http://schemas.microsoft.com/office/drawing/2014/main" id="{564CAA6A-D2B8-1B96-7BD6-8A9AE2D59D4C}"/>
                </a:ext>
              </a:extLst>
            </p:cNvPr>
            <p:cNvCxnSpPr>
              <a:cxnSpLocks/>
            </p:cNvCxnSpPr>
            <p:nvPr/>
          </p:nvCxnSpPr>
          <p:spPr>
            <a:xfrm>
              <a:off x="3148231" y="4546937"/>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4" name="Straight Arrow Connector 653">
              <a:extLst>
                <a:ext uri="{FF2B5EF4-FFF2-40B4-BE49-F238E27FC236}">
                  <a16:creationId xmlns:a16="http://schemas.microsoft.com/office/drawing/2014/main" id="{ABAED735-0642-5342-DC16-2C6562C61A65}"/>
                </a:ext>
              </a:extLst>
            </p:cNvPr>
            <p:cNvCxnSpPr>
              <a:cxnSpLocks/>
            </p:cNvCxnSpPr>
            <p:nvPr/>
          </p:nvCxnSpPr>
          <p:spPr>
            <a:xfrm>
              <a:off x="3148231" y="415577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6" name="Straight Arrow Connector 675">
              <a:extLst>
                <a:ext uri="{FF2B5EF4-FFF2-40B4-BE49-F238E27FC236}">
                  <a16:creationId xmlns:a16="http://schemas.microsoft.com/office/drawing/2014/main" id="{8B42F4D4-1B67-1E16-285E-1EF1EDF4B1F8}"/>
                </a:ext>
              </a:extLst>
            </p:cNvPr>
            <p:cNvCxnSpPr>
              <a:cxnSpLocks/>
            </p:cNvCxnSpPr>
            <p:nvPr/>
          </p:nvCxnSpPr>
          <p:spPr>
            <a:xfrm>
              <a:off x="3148231" y="375894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6" name="Straight Arrow Connector 695">
              <a:extLst>
                <a:ext uri="{FF2B5EF4-FFF2-40B4-BE49-F238E27FC236}">
                  <a16:creationId xmlns:a16="http://schemas.microsoft.com/office/drawing/2014/main" id="{AC10EF14-F85E-A99C-E665-E637FD390A80}"/>
                </a:ext>
              </a:extLst>
            </p:cNvPr>
            <p:cNvCxnSpPr>
              <a:cxnSpLocks/>
            </p:cNvCxnSpPr>
            <p:nvPr/>
          </p:nvCxnSpPr>
          <p:spPr>
            <a:xfrm>
              <a:off x="3148231" y="336777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B9357C8E-4835-14F8-2770-DB0E8F871A11}"/>
                </a:ext>
              </a:extLst>
            </p:cNvPr>
            <p:cNvCxnSpPr>
              <a:cxnSpLocks/>
            </p:cNvCxnSpPr>
            <p:nvPr/>
          </p:nvCxnSpPr>
          <p:spPr>
            <a:xfrm>
              <a:off x="3148231" y="297074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3" name="Straight Arrow Connector 742">
              <a:extLst>
                <a:ext uri="{FF2B5EF4-FFF2-40B4-BE49-F238E27FC236}">
                  <a16:creationId xmlns:a16="http://schemas.microsoft.com/office/drawing/2014/main" id="{26B1852F-9398-AC61-738D-F5C7B555BA64}"/>
                </a:ext>
              </a:extLst>
            </p:cNvPr>
            <p:cNvCxnSpPr>
              <a:cxnSpLocks/>
            </p:cNvCxnSpPr>
            <p:nvPr/>
          </p:nvCxnSpPr>
          <p:spPr>
            <a:xfrm>
              <a:off x="3148231" y="257957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161A8C01-5D83-8220-1904-6B334F31222A}"/>
                </a:ext>
              </a:extLst>
            </p:cNvPr>
            <p:cNvCxnSpPr>
              <a:cxnSpLocks/>
            </p:cNvCxnSpPr>
            <p:nvPr/>
          </p:nvCxnSpPr>
          <p:spPr>
            <a:xfrm>
              <a:off x="3148231" y="218274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1" name="Straight Arrow Connector 770">
              <a:extLst>
                <a:ext uri="{FF2B5EF4-FFF2-40B4-BE49-F238E27FC236}">
                  <a16:creationId xmlns:a16="http://schemas.microsoft.com/office/drawing/2014/main" id="{4D4F825D-9C94-5460-580A-A6D34ED40EEB}"/>
                </a:ext>
              </a:extLst>
            </p:cNvPr>
            <p:cNvCxnSpPr>
              <a:cxnSpLocks/>
            </p:cNvCxnSpPr>
            <p:nvPr/>
          </p:nvCxnSpPr>
          <p:spPr>
            <a:xfrm>
              <a:off x="3148231" y="1791583"/>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779" name="Straight Arrow Connector 778">
            <a:extLst>
              <a:ext uri="{FF2B5EF4-FFF2-40B4-BE49-F238E27FC236}">
                <a16:creationId xmlns:a16="http://schemas.microsoft.com/office/drawing/2014/main" id="{F6F7D309-3A93-1A54-D4D3-37621BB86FE5}"/>
              </a:ext>
            </a:extLst>
          </p:cNvPr>
          <p:cNvCxnSpPr>
            <a:cxnSpLocks/>
            <a:stCxn id="769" idx="3"/>
          </p:cNvCxnSpPr>
          <p:nvPr/>
        </p:nvCxnSpPr>
        <p:spPr>
          <a:xfrm>
            <a:off x="5311124" y="1859746"/>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0" name="Straight Arrow Connector 829">
            <a:extLst>
              <a:ext uri="{FF2B5EF4-FFF2-40B4-BE49-F238E27FC236}">
                <a16:creationId xmlns:a16="http://schemas.microsoft.com/office/drawing/2014/main" id="{7499F1E8-61B8-02B3-FE36-1769EDD02915}"/>
              </a:ext>
            </a:extLst>
          </p:cNvPr>
          <p:cNvCxnSpPr>
            <a:cxnSpLocks/>
          </p:cNvCxnSpPr>
          <p:nvPr/>
        </p:nvCxnSpPr>
        <p:spPr>
          <a:xfrm>
            <a:off x="5319590" y="2249114"/>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1" name="Straight Arrow Connector 830">
            <a:extLst>
              <a:ext uri="{FF2B5EF4-FFF2-40B4-BE49-F238E27FC236}">
                <a16:creationId xmlns:a16="http://schemas.microsoft.com/office/drawing/2014/main" id="{C85ABF24-90DE-5BD9-CA70-B6ABE2CEED49}"/>
              </a:ext>
            </a:extLst>
          </p:cNvPr>
          <p:cNvCxnSpPr>
            <a:cxnSpLocks/>
          </p:cNvCxnSpPr>
          <p:nvPr/>
        </p:nvCxnSpPr>
        <p:spPr>
          <a:xfrm>
            <a:off x="5319590" y="2671590"/>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2" name="Straight Arrow Connector 831">
            <a:extLst>
              <a:ext uri="{FF2B5EF4-FFF2-40B4-BE49-F238E27FC236}">
                <a16:creationId xmlns:a16="http://schemas.microsoft.com/office/drawing/2014/main" id="{776FC074-FDC6-3DE3-0629-8BBAC78224F8}"/>
              </a:ext>
            </a:extLst>
          </p:cNvPr>
          <p:cNvCxnSpPr>
            <a:cxnSpLocks/>
          </p:cNvCxnSpPr>
          <p:nvPr/>
        </p:nvCxnSpPr>
        <p:spPr>
          <a:xfrm>
            <a:off x="5319590" y="3044026"/>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3" name="Straight Arrow Connector 832">
            <a:extLst>
              <a:ext uri="{FF2B5EF4-FFF2-40B4-BE49-F238E27FC236}">
                <a16:creationId xmlns:a16="http://schemas.microsoft.com/office/drawing/2014/main" id="{3599FD0F-F000-940C-B184-7430987A655F}"/>
              </a:ext>
            </a:extLst>
          </p:cNvPr>
          <p:cNvCxnSpPr>
            <a:cxnSpLocks/>
          </p:cNvCxnSpPr>
          <p:nvPr/>
        </p:nvCxnSpPr>
        <p:spPr>
          <a:xfrm>
            <a:off x="5331300" y="344308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4" name="Straight Arrow Connector 833">
            <a:extLst>
              <a:ext uri="{FF2B5EF4-FFF2-40B4-BE49-F238E27FC236}">
                <a16:creationId xmlns:a16="http://schemas.microsoft.com/office/drawing/2014/main" id="{7E94EFD7-47AE-AD87-A12A-1A54A37E2EF7}"/>
              </a:ext>
            </a:extLst>
          </p:cNvPr>
          <p:cNvCxnSpPr>
            <a:cxnSpLocks/>
          </p:cNvCxnSpPr>
          <p:nvPr/>
        </p:nvCxnSpPr>
        <p:spPr>
          <a:xfrm>
            <a:off x="5331300" y="3815523"/>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5" name="Straight Arrow Connector 834">
            <a:extLst>
              <a:ext uri="{FF2B5EF4-FFF2-40B4-BE49-F238E27FC236}">
                <a16:creationId xmlns:a16="http://schemas.microsoft.com/office/drawing/2014/main" id="{9220BC11-6142-B8F9-04BB-82C2EB374B51}"/>
              </a:ext>
            </a:extLst>
          </p:cNvPr>
          <p:cNvCxnSpPr>
            <a:cxnSpLocks/>
          </p:cNvCxnSpPr>
          <p:nvPr/>
        </p:nvCxnSpPr>
        <p:spPr>
          <a:xfrm>
            <a:off x="5331300" y="4237999"/>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6" name="Straight Arrow Connector 835">
            <a:extLst>
              <a:ext uri="{FF2B5EF4-FFF2-40B4-BE49-F238E27FC236}">
                <a16:creationId xmlns:a16="http://schemas.microsoft.com/office/drawing/2014/main" id="{6B725284-9BE4-7658-4D94-B8D6029E3661}"/>
              </a:ext>
            </a:extLst>
          </p:cNvPr>
          <p:cNvCxnSpPr>
            <a:cxnSpLocks/>
          </p:cNvCxnSpPr>
          <p:nvPr/>
        </p:nvCxnSpPr>
        <p:spPr>
          <a:xfrm>
            <a:off x="5331300" y="461043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7" name="Straight Arrow Connector 836">
            <a:extLst>
              <a:ext uri="{FF2B5EF4-FFF2-40B4-BE49-F238E27FC236}">
                <a16:creationId xmlns:a16="http://schemas.microsoft.com/office/drawing/2014/main" id="{7B1C4E1A-CC95-8124-E74C-F82E514BC46E}"/>
              </a:ext>
            </a:extLst>
          </p:cNvPr>
          <p:cNvCxnSpPr>
            <a:cxnSpLocks/>
          </p:cNvCxnSpPr>
          <p:nvPr/>
        </p:nvCxnSpPr>
        <p:spPr>
          <a:xfrm>
            <a:off x="5366431" y="501544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8" name="Straight Arrow Connector 837">
            <a:extLst>
              <a:ext uri="{FF2B5EF4-FFF2-40B4-BE49-F238E27FC236}">
                <a16:creationId xmlns:a16="http://schemas.microsoft.com/office/drawing/2014/main" id="{B43B14EF-F636-1F74-2426-8FBC8551FCF6}"/>
              </a:ext>
            </a:extLst>
          </p:cNvPr>
          <p:cNvCxnSpPr>
            <a:cxnSpLocks/>
          </p:cNvCxnSpPr>
          <p:nvPr/>
        </p:nvCxnSpPr>
        <p:spPr>
          <a:xfrm>
            <a:off x="5366431" y="5387883"/>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9" name="Straight Arrow Connector 838">
            <a:extLst>
              <a:ext uri="{FF2B5EF4-FFF2-40B4-BE49-F238E27FC236}">
                <a16:creationId xmlns:a16="http://schemas.microsoft.com/office/drawing/2014/main" id="{65C122CF-AB3B-850A-9F4A-6E777BF477D6}"/>
              </a:ext>
            </a:extLst>
          </p:cNvPr>
          <p:cNvCxnSpPr>
            <a:cxnSpLocks/>
          </p:cNvCxnSpPr>
          <p:nvPr/>
        </p:nvCxnSpPr>
        <p:spPr>
          <a:xfrm>
            <a:off x="5366431" y="5810359"/>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0" name="Straight Arrow Connector 839">
            <a:extLst>
              <a:ext uri="{FF2B5EF4-FFF2-40B4-BE49-F238E27FC236}">
                <a16:creationId xmlns:a16="http://schemas.microsoft.com/office/drawing/2014/main" id="{2B91C276-FAED-C40C-C2A1-D8E23DA0C58D}"/>
              </a:ext>
            </a:extLst>
          </p:cNvPr>
          <p:cNvCxnSpPr>
            <a:cxnSpLocks/>
          </p:cNvCxnSpPr>
          <p:nvPr/>
        </p:nvCxnSpPr>
        <p:spPr>
          <a:xfrm>
            <a:off x="5366431" y="618279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4" name="TextBox 843">
            <a:extLst>
              <a:ext uri="{FF2B5EF4-FFF2-40B4-BE49-F238E27FC236}">
                <a16:creationId xmlns:a16="http://schemas.microsoft.com/office/drawing/2014/main" id="{FE8C8AE9-332E-950B-25B3-47BD5A6F28D1}"/>
              </a:ext>
            </a:extLst>
          </p:cNvPr>
          <p:cNvSpPr txBox="1"/>
          <p:nvPr/>
        </p:nvSpPr>
        <p:spPr>
          <a:xfrm>
            <a:off x="3402568" y="439282"/>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845" name="TextBox 844">
            <a:extLst>
              <a:ext uri="{FF2B5EF4-FFF2-40B4-BE49-F238E27FC236}">
                <a16:creationId xmlns:a16="http://schemas.microsoft.com/office/drawing/2014/main" id="{A61AAB5C-F08B-7725-F09E-AD6B4D640C25}"/>
              </a:ext>
            </a:extLst>
          </p:cNvPr>
          <p:cNvSpPr txBox="1"/>
          <p:nvPr/>
        </p:nvSpPr>
        <p:spPr>
          <a:xfrm>
            <a:off x="2366311" y="5998129"/>
            <a:ext cx="755335" cy="369332"/>
          </a:xfrm>
          <a:prstGeom prst="rect">
            <a:avLst/>
          </a:prstGeom>
          <a:noFill/>
          <a:ln w="12700">
            <a:noFill/>
          </a:ln>
        </p:spPr>
        <p:txBody>
          <a:bodyPr wrap="none" rtlCol="0">
            <a:spAutoFit/>
          </a:bodyPr>
          <a:lstStyle/>
          <a:p>
            <a:r>
              <a:rPr lang="en-US" i="1" dirty="0" err="1"/>
              <a:t>ochan</a:t>
            </a:r>
            <a:endParaRPr lang="en-US" i="1" dirty="0"/>
          </a:p>
        </p:txBody>
      </p:sp>
      <p:sp>
        <p:nvSpPr>
          <p:cNvPr id="846" name="TextBox 845">
            <a:extLst>
              <a:ext uri="{FF2B5EF4-FFF2-40B4-BE49-F238E27FC236}">
                <a16:creationId xmlns:a16="http://schemas.microsoft.com/office/drawing/2014/main" id="{4612F07F-17F4-5788-4246-4F68FDB27BE4}"/>
              </a:ext>
            </a:extLst>
          </p:cNvPr>
          <p:cNvSpPr txBox="1"/>
          <p:nvPr/>
        </p:nvSpPr>
        <p:spPr>
          <a:xfrm>
            <a:off x="2763522" y="1702555"/>
            <a:ext cx="301686" cy="369332"/>
          </a:xfrm>
          <a:prstGeom prst="rect">
            <a:avLst/>
          </a:prstGeom>
          <a:noFill/>
          <a:ln w="12700">
            <a:noFill/>
          </a:ln>
        </p:spPr>
        <p:txBody>
          <a:bodyPr wrap="none" rtlCol="0">
            <a:spAutoFit/>
          </a:bodyPr>
          <a:lstStyle/>
          <a:p>
            <a:r>
              <a:rPr lang="en-US" i="1" dirty="0"/>
              <a:t>1</a:t>
            </a:r>
          </a:p>
        </p:txBody>
      </p:sp>
      <p:sp>
        <p:nvSpPr>
          <p:cNvPr id="847" name="TextBox 846">
            <a:extLst>
              <a:ext uri="{FF2B5EF4-FFF2-40B4-BE49-F238E27FC236}">
                <a16:creationId xmlns:a16="http://schemas.microsoft.com/office/drawing/2014/main" id="{D2C21F63-CC6C-26FE-1370-E7486AD46FDA}"/>
              </a:ext>
            </a:extLst>
          </p:cNvPr>
          <p:cNvSpPr txBox="1"/>
          <p:nvPr/>
        </p:nvSpPr>
        <p:spPr>
          <a:xfrm>
            <a:off x="4513444" y="629516"/>
            <a:ext cx="547907" cy="369332"/>
          </a:xfrm>
          <a:prstGeom prst="rect">
            <a:avLst/>
          </a:prstGeom>
          <a:noFill/>
          <a:ln w="12700">
            <a:noFill/>
          </a:ln>
        </p:spPr>
        <p:txBody>
          <a:bodyPr wrap="none" rtlCol="0">
            <a:spAutoFit/>
          </a:bodyPr>
          <a:lstStyle/>
          <a:p>
            <a:r>
              <a:rPr lang="en-US" i="1" dirty="0"/>
              <a:t>int8</a:t>
            </a:r>
          </a:p>
        </p:txBody>
      </p:sp>
      <p:sp>
        <p:nvSpPr>
          <p:cNvPr id="848" name="TextBox 847">
            <a:extLst>
              <a:ext uri="{FF2B5EF4-FFF2-40B4-BE49-F238E27FC236}">
                <a16:creationId xmlns:a16="http://schemas.microsoft.com/office/drawing/2014/main" id="{E671DB2C-B514-96DF-74F5-8F53547933B6}"/>
              </a:ext>
            </a:extLst>
          </p:cNvPr>
          <p:cNvSpPr txBox="1"/>
          <p:nvPr/>
        </p:nvSpPr>
        <p:spPr>
          <a:xfrm>
            <a:off x="4091219" y="1540560"/>
            <a:ext cx="547907" cy="369332"/>
          </a:xfrm>
          <a:prstGeom prst="rect">
            <a:avLst/>
          </a:prstGeom>
          <a:noFill/>
          <a:ln w="12700">
            <a:noFill/>
          </a:ln>
        </p:spPr>
        <p:txBody>
          <a:bodyPr wrap="none" rtlCol="0">
            <a:spAutoFit/>
          </a:bodyPr>
          <a:lstStyle/>
          <a:p>
            <a:r>
              <a:rPr lang="en-US" i="1" dirty="0"/>
              <a:t>int8</a:t>
            </a:r>
          </a:p>
        </p:txBody>
      </p:sp>
      <p:cxnSp>
        <p:nvCxnSpPr>
          <p:cNvPr id="852" name="Straight Connector 851">
            <a:extLst>
              <a:ext uri="{FF2B5EF4-FFF2-40B4-BE49-F238E27FC236}">
                <a16:creationId xmlns:a16="http://schemas.microsoft.com/office/drawing/2014/main" id="{DE9FACAF-5F2D-5CF9-D0A7-714A0E8CA5E7}"/>
              </a:ext>
            </a:extLst>
          </p:cNvPr>
          <p:cNvCxnSpPr>
            <a:cxnSpLocks/>
          </p:cNvCxnSpPr>
          <p:nvPr/>
        </p:nvCxnSpPr>
        <p:spPr>
          <a:xfrm flipV="1">
            <a:off x="9254336" y="1008384"/>
            <a:ext cx="0" cy="5113861"/>
          </a:xfrm>
          <a:prstGeom prst="line">
            <a:avLst/>
          </a:prstGeom>
        </p:spPr>
        <p:style>
          <a:lnRef idx="1">
            <a:schemeClr val="dk1"/>
          </a:lnRef>
          <a:fillRef idx="0">
            <a:schemeClr val="dk1"/>
          </a:fillRef>
          <a:effectRef idx="0">
            <a:schemeClr val="dk1"/>
          </a:effectRef>
          <a:fontRef idx="minor">
            <a:schemeClr val="tx1"/>
          </a:fontRef>
        </p:style>
      </p:cxnSp>
      <p:cxnSp>
        <p:nvCxnSpPr>
          <p:cNvPr id="854" name="Straight Arrow Connector 853">
            <a:extLst>
              <a:ext uri="{FF2B5EF4-FFF2-40B4-BE49-F238E27FC236}">
                <a16:creationId xmlns:a16="http://schemas.microsoft.com/office/drawing/2014/main" id="{DD289131-416F-EE6D-F107-19F384EFAD59}"/>
              </a:ext>
            </a:extLst>
          </p:cNvPr>
          <p:cNvCxnSpPr>
            <a:cxnSpLocks/>
          </p:cNvCxnSpPr>
          <p:nvPr/>
        </p:nvCxnSpPr>
        <p:spPr>
          <a:xfrm>
            <a:off x="9245537" y="1001484"/>
            <a:ext cx="1639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5" name="TextBox 854">
            <a:extLst>
              <a:ext uri="{FF2B5EF4-FFF2-40B4-BE49-F238E27FC236}">
                <a16:creationId xmlns:a16="http://schemas.microsoft.com/office/drawing/2014/main" id="{5850B755-6759-A74F-7558-E5AA0FE6B8E0}"/>
              </a:ext>
            </a:extLst>
          </p:cNvPr>
          <p:cNvSpPr txBox="1"/>
          <p:nvPr/>
        </p:nvSpPr>
        <p:spPr>
          <a:xfrm>
            <a:off x="8728650" y="1477782"/>
            <a:ext cx="547907" cy="369332"/>
          </a:xfrm>
          <a:prstGeom prst="rect">
            <a:avLst/>
          </a:prstGeom>
          <a:noFill/>
          <a:ln w="12700">
            <a:noFill/>
          </a:ln>
        </p:spPr>
        <p:txBody>
          <a:bodyPr wrap="none" rtlCol="0">
            <a:spAutoFit/>
          </a:bodyPr>
          <a:lstStyle/>
          <a:p>
            <a:r>
              <a:rPr lang="en-US" i="1" dirty="0"/>
              <a:t>int8</a:t>
            </a:r>
          </a:p>
        </p:txBody>
      </p:sp>
      <p:sp>
        <p:nvSpPr>
          <p:cNvPr id="856" name="TextBox 855">
            <a:extLst>
              <a:ext uri="{FF2B5EF4-FFF2-40B4-BE49-F238E27FC236}">
                <a16:creationId xmlns:a16="http://schemas.microsoft.com/office/drawing/2014/main" id="{31F8B38B-A671-6569-C345-8110171D62B7}"/>
              </a:ext>
            </a:extLst>
          </p:cNvPr>
          <p:cNvSpPr txBox="1"/>
          <p:nvPr/>
        </p:nvSpPr>
        <p:spPr>
          <a:xfrm>
            <a:off x="9188289" y="631967"/>
            <a:ext cx="1233992" cy="369332"/>
          </a:xfrm>
          <a:prstGeom prst="rect">
            <a:avLst/>
          </a:prstGeom>
          <a:noFill/>
          <a:ln w="12700">
            <a:noFill/>
          </a:ln>
        </p:spPr>
        <p:txBody>
          <a:bodyPr wrap="none" rtlCol="0">
            <a:spAutoFit/>
          </a:bodyPr>
          <a:lstStyle/>
          <a:p>
            <a:r>
              <a:rPr lang="en-US" i="1" dirty="0" err="1"/>
              <a:t>ochan</a:t>
            </a:r>
            <a:r>
              <a:rPr lang="en-US" i="1" dirty="0"/>
              <a:t>*int8</a:t>
            </a:r>
          </a:p>
        </p:txBody>
      </p:sp>
      <p:sp>
        <p:nvSpPr>
          <p:cNvPr id="857" name="TextBox 856">
            <a:extLst>
              <a:ext uri="{FF2B5EF4-FFF2-40B4-BE49-F238E27FC236}">
                <a16:creationId xmlns:a16="http://schemas.microsoft.com/office/drawing/2014/main" id="{6B135368-B09A-254E-CFF4-806D72EDB346}"/>
              </a:ext>
            </a:extLst>
          </p:cNvPr>
          <p:cNvSpPr txBox="1"/>
          <p:nvPr/>
        </p:nvSpPr>
        <p:spPr>
          <a:xfrm>
            <a:off x="10910367" y="801255"/>
            <a:ext cx="778418" cy="369332"/>
          </a:xfrm>
          <a:prstGeom prst="rect">
            <a:avLst/>
          </a:prstGeom>
          <a:noFill/>
          <a:ln w="12700">
            <a:noFill/>
          </a:ln>
        </p:spPr>
        <p:txBody>
          <a:bodyPr wrap="none" rtlCol="0">
            <a:spAutoFit/>
          </a:bodyPr>
          <a:lstStyle/>
          <a:p>
            <a:r>
              <a:rPr lang="en-US" dirty="0"/>
              <a:t>TDATA</a:t>
            </a:r>
          </a:p>
        </p:txBody>
      </p:sp>
      <p:sp>
        <p:nvSpPr>
          <p:cNvPr id="863" name="Rectangle 862">
            <a:extLst>
              <a:ext uri="{FF2B5EF4-FFF2-40B4-BE49-F238E27FC236}">
                <a16:creationId xmlns:a16="http://schemas.microsoft.com/office/drawing/2014/main" id="{48FA635D-D9F6-7DB8-5704-12F9A1A1898E}"/>
              </a:ext>
            </a:extLst>
          </p:cNvPr>
          <p:cNvSpPr/>
          <p:nvPr/>
        </p:nvSpPr>
        <p:spPr>
          <a:xfrm>
            <a:off x="1613967" y="198967"/>
            <a:ext cx="8964065" cy="6460066"/>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29485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a:extLst>
              <a:ext uri="{FF2B5EF4-FFF2-40B4-BE49-F238E27FC236}">
                <a16:creationId xmlns:a16="http://schemas.microsoft.com/office/drawing/2014/main" id="{E8304FE2-8E34-9952-E61E-A638B6BE5143}"/>
              </a:ext>
            </a:extLst>
          </p:cNvPr>
          <p:cNvSpPr txBox="1"/>
          <p:nvPr/>
        </p:nvSpPr>
        <p:spPr>
          <a:xfrm>
            <a:off x="6674747" y="594511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sp>
        <p:nvSpPr>
          <p:cNvPr id="9" name="TextBox 8">
            <a:extLst>
              <a:ext uri="{FF2B5EF4-FFF2-40B4-BE49-F238E27FC236}">
                <a16:creationId xmlns:a16="http://schemas.microsoft.com/office/drawing/2014/main" id="{95854A2D-BDE8-2B49-07BF-283AD0270BF4}"/>
              </a:ext>
            </a:extLst>
          </p:cNvPr>
          <p:cNvSpPr txBox="1"/>
          <p:nvPr/>
        </p:nvSpPr>
        <p:spPr>
          <a:xfrm>
            <a:off x="1671555" y="639052"/>
            <a:ext cx="1168269" cy="369332"/>
          </a:xfrm>
          <a:prstGeom prst="rect">
            <a:avLst/>
          </a:prstGeom>
          <a:noFill/>
          <a:ln w="12700">
            <a:noFill/>
          </a:ln>
        </p:spPr>
        <p:txBody>
          <a:bodyPr wrap="none" rtlCol="0">
            <a:spAutoFit/>
          </a:bodyPr>
          <a:lstStyle/>
          <a:p>
            <a:r>
              <a:rPr lang="en-US" i="1" dirty="0" err="1"/>
              <a:t>ichan</a:t>
            </a:r>
            <a:r>
              <a:rPr lang="en-US" i="1" dirty="0"/>
              <a:t>*int8</a:t>
            </a:r>
          </a:p>
        </p:txBody>
      </p:sp>
      <p:sp>
        <p:nvSpPr>
          <p:cNvPr id="10" name="TextBox 9">
            <a:extLst>
              <a:ext uri="{FF2B5EF4-FFF2-40B4-BE49-F238E27FC236}">
                <a16:creationId xmlns:a16="http://schemas.microsoft.com/office/drawing/2014/main" id="{6069D7A5-98A6-6A19-A26B-315ED9AA231A}"/>
              </a:ext>
            </a:extLst>
          </p:cNvPr>
          <p:cNvSpPr txBox="1"/>
          <p:nvPr/>
        </p:nvSpPr>
        <p:spPr>
          <a:xfrm>
            <a:off x="383891" y="791989"/>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3142962" y="2489005"/>
            <a:ext cx="914994" cy="369332"/>
          </a:xfrm>
          <a:prstGeom prst="rect">
            <a:avLst/>
          </a:prstGeom>
          <a:noFill/>
          <a:ln w="12700">
            <a:noFill/>
          </a:ln>
        </p:spPr>
        <p:txBody>
          <a:bodyPr wrap="none" rtlCol="0">
            <a:spAutoFit/>
          </a:bodyPr>
          <a:lstStyle/>
          <a:p>
            <a:r>
              <a:rPr lang="en-US" i="1" dirty="0"/>
              <a:t>weights</a:t>
            </a:r>
          </a:p>
        </p:txBody>
      </p:sp>
      <p:sp>
        <p:nvSpPr>
          <p:cNvPr id="24" name="TextBox 23">
            <a:extLst>
              <a:ext uri="{FF2B5EF4-FFF2-40B4-BE49-F238E27FC236}">
                <a16:creationId xmlns:a16="http://schemas.microsoft.com/office/drawing/2014/main" id="{62D5415B-6BBB-4905-FE3D-C2DC9C90E467}"/>
              </a:ext>
            </a:extLst>
          </p:cNvPr>
          <p:cNvSpPr txBox="1"/>
          <p:nvPr/>
        </p:nvSpPr>
        <p:spPr>
          <a:xfrm>
            <a:off x="3090226" y="811530"/>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5241238" y="810824"/>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4520432" y="976655"/>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1165233" y="1001484"/>
            <a:ext cx="1915832"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8763182" y="612224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8062792" y="612224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22" name="Group 721">
            <a:extLst>
              <a:ext uri="{FF2B5EF4-FFF2-40B4-BE49-F238E27FC236}">
                <a16:creationId xmlns:a16="http://schemas.microsoft.com/office/drawing/2014/main" id="{3FBB96FF-9B13-118F-0453-F2D6795410DC}"/>
              </a:ext>
            </a:extLst>
          </p:cNvPr>
          <p:cNvGrpSpPr/>
          <p:nvPr/>
        </p:nvGrpSpPr>
        <p:grpSpPr>
          <a:xfrm>
            <a:off x="8417570" y="5959642"/>
            <a:ext cx="350195" cy="325206"/>
            <a:chOff x="7531203" y="6119551"/>
            <a:chExt cx="350195" cy="325206"/>
          </a:xfrm>
        </p:grpSpPr>
        <p:sp>
          <p:nvSpPr>
            <p:cNvPr id="611" name="Rectangle 610">
              <a:extLst>
                <a:ext uri="{FF2B5EF4-FFF2-40B4-BE49-F238E27FC236}">
                  <a16:creationId xmlns:a16="http://schemas.microsoft.com/office/drawing/2014/main" id="{BDDE172B-EB6A-3C63-CE5E-1B9A7079379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8767232" y="612224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8066842" y="612224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7" name="TextBox 506">
            <a:extLst>
              <a:ext uri="{FF2B5EF4-FFF2-40B4-BE49-F238E27FC236}">
                <a16:creationId xmlns:a16="http://schemas.microsoft.com/office/drawing/2014/main" id="{F424094A-AEAB-3C3D-9D33-957C87394602}"/>
              </a:ext>
            </a:extLst>
          </p:cNvPr>
          <p:cNvSpPr txBox="1"/>
          <p:nvPr/>
        </p:nvSpPr>
        <p:spPr>
          <a:xfrm>
            <a:off x="6670697" y="555394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7" name="Straight Arrow Connector 66">
            <a:extLst>
              <a:ext uri="{FF2B5EF4-FFF2-40B4-BE49-F238E27FC236}">
                <a16:creationId xmlns:a16="http://schemas.microsoft.com/office/drawing/2014/main" id="{C4BCCCBB-29EA-AD2E-D75D-F11407FF3D54}"/>
              </a:ext>
            </a:extLst>
          </p:cNvPr>
          <p:cNvCxnSpPr>
            <a:cxnSpLocks/>
          </p:cNvCxnSpPr>
          <p:nvPr/>
        </p:nvCxnSpPr>
        <p:spPr>
          <a:xfrm>
            <a:off x="8759132" y="573107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6EABE58-EE80-F73D-F493-9422FAEC6181}"/>
              </a:ext>
            </a:extLst>
          </p:cNvPr>
          <p:cNvCxnSpPr>
            <a:cxnSpLocks/>
          </p:cNvCxnSpPr>
          <p:nvPr/>
        </p:nvCxnSpPr>
        <p:spPr>
          <a:xfrm>
            <a:off x="8058742" y="573107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28C62848-081B-44AC-5C66-C770C3CB9AA5}"/>
              </a:ext>
            </a:extLst>
          </p:cNvPr>
          <p:cNvGrpSpPr/>
          <p:nvPr/>
        </p:nvGrpSpPr>
        <p:grpSpPr>
          <a:xfrm>
            <a:off x="8413520" y="5568476"/>
            <a:ext cx="350195" cy="325206"/>
            <a:chOff x="7531203" y="6119551"/>
            <a:chExt cx="350195" cy="325206"/>
          </a:xfrm>
        </p:grpSpPr>
        <p:sp>
          <p:nvSpPr>
            <p:cNvPr id="74" name="Rectangle 73">
              <a:extLst>
                <a:ext uri="{FF2B5EF4-FFF2-40B4-BE49-F238E27FC236}">
                  <a16:creationId xmlns:a16="http://schemas.microsoft.com/office/drawing/2014/main" id="{12FA5B82-E8C7-FD44-BEC0-D5B40F48978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 name="Isosceles Triangle 75">
              <a:extLst>
                <a:ext uri="{FF2B5EF4-FFF2-40B4-BE49-F238E27FC236}">
                  <a16:creationId xmlns:a16="http://schemas.microsoft.com/office/drawing/2014/main" id="{522E8A3A-B060-7C25-AE27-1F26DB35F5B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 name="Straight Arrow Connector 76">
            <a:extLst>
              <a:ext uri="{FF2B5EF4-FFF2-40B4-BE49-F238E27FC236}">
                <a16:creationId xmlns:a16="http://schemas.microsoft.com/office/drawing/2014/main" id="{5160FAC8-5E20-5789-EDC3-BB12ED7B4113}"/>
              </a:ext>
            </a:extLst>
          </p:cNvPr>
          <p:cNvCxnSpPr>
            <a:cxnSpLocks/>
          </p:cNvCxnSpPr>
          <p:nvPr/>
        </p:nvCxnSpPr>
        <p:spPr>
          <a:xfrm>
            <a:off x="8763182" y="573107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36B22B4-F2FF-BECC-AF92-471EBB541F5E}"/>
              </a:ext>
            </a:extLst>
          </p:cNvPr>
          <p:cNvCxnSpPr>
            <a:cxnSpLocks/>
          </p:cNvCxnSpPr>
          <p:nvPr/>
        </p:nvCxnSpPr>
        <p:spPr>
          <a:xfrm>
            <a:off x="8062792" y="573107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0293881-0B89-AC07-4507-9E3C0A6530F7}"/>
              </a:ext>
            </a:extLst>
          </p:cNvPr>
          <p:cNvSpPr txBox="1"/>
          <p:nvPr/>
        </p:nvSpPr>
        <p:spPr>
          <a:xfrm>
            <a:off x="6666114" y="515712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116" name="Straight Arrow Connector 115">
            <a:extLst>
              <a:ext uri="{FF2B5EF4-FFF2-40B4-BE49-F238E27FC236}">
                <a16:creationId xmlns:a16="http://schemas.microsoft.com/office/drawing/2014/main" id="{F8EEA49B-F540-8044-0DF3-D5B7B1AA5798}"/>
              </a:ext>
            </a:extLst>
          </p:cNvPr>
          <p:cNvCxnSpPr>
            <a:cxnSpLocks/>
          </p:cNvCxnSpPr>
          <p:nvPr/>
        </p:nvCxnSpPr>
        <p:spPr>
          <a:xfrm>
            <a:off x="8754549" y="533425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C196E755-D37B-F718-A7E0-EDC8A021E459}"/>
              </a:ext>
            </a:extLst>
          </p:cNvPr>
          <p:cNvCxnSpPr>
            <a:cxnSpLocks/>
          </p:cNvCxnSpPr>
          <p:nvPr/>
        </p:nvCxnSpPr>
        <p:spPr>
          <a:xfrm>
            <a:off x="8054159" y="533425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80" name="Group 579">
            <a:extLst>
              <a:ext uri="{FF2B5EF4-FFF2-40B4-BE49-F238E27FC236}">
                <a16:creationId xmlns:a16="http://schemas.microsoft.com/office/drawing/2014/main" id="{6E428C18-E5A3-CB86-86F7-D81779A7F3F4}"/>
              </a:ext>
            </a:extLst>
          </p:cNvPr>
          <p:cNvGrpSpPr/>
          <p:nvPr/>
        </p:nvGrpSpPr>
        <p:grpSpPr>
          <a:xfrm>
            <a:off x="8408937" y="5171650"/>
            <a:ext cx="350195" cy="325206"/>
            <a:chOff x="7531203" y="6119551"/>
            <a:chExt cx="350195" cy="325206"/>
          </a:xfrm>
        </p:grpSpPr>
        <p:sp>
          <p:nvSpPr>
            <p:cNvPr id="582" name="Rectangle 581">
              <a:extLst>
                <a:ext uri="{FF2B5EF4-FFF2-40B4-BE49-F238E27FC236}">
                  <a16:creationId xmlns:a16="http://schemas.microsoft.com/office/drawing/2014/main" id="{092DC070-E3EE-E674-E5A2-B79D74746B7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3" name="Isosceles Triangle 582">
              <a:extLst>
                <a:ext uri="{FF2B5EF4-FFF2-40B4-BE49-F238E27FC236}">
                  <a16:creationId xmlns:a16="http://schemas.microsoft.com/office/drawing/2014/main" id="{7C8256A3-EEC1-1F82-E7D9-13EDCC49258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585" name="Straight Arrow Connector 584">
            <a:extLst>
              <a:ext uri="{FF2B5EF4-FFF2-40B4-BE49-F238E27FC236}">
                <a16:creationId xmlns:a16="http://schemas.microsoft.com/office/drawing/2014/main" id="{22FAC12A-1056-881A-BDDA-4F2974BE7738}"/>
              </a:ext>
            </a:extLst>
          </p:cNvPr>
          <p:cNvCxnSpPr>
            <a:cxnSpLocks/>
          </p:cNvCxnSpPr>
          <p:nvPr/>
        </p:nvCxnSpPr>
        <p:spPr>
          <a:xfrm>
            <a:off x="8758599" y="533425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6" name="Straight Arrow Connector 585">
            <a:extLst>
              <a:ext uri="{FF2B5EF4-FFF2-40B4-BE49-F238E27FC236}">
                <a16:creationId xmlns:a16="http://schemas.microsoft.com/office/drawing/2014/main" id="{F63893F0-6952-8DD2-006C-5DEE480B1958}"/>
              </a:ext>
            </a:extLst>
          </p:cNvPr>
          <p:cNvCxnSpPr>
            <a:cxnSpLocks/>
          </p:cNvCxnSpPr>
          <p:nvPr/>
        </p:nvCxnSpPr>
        <p:spPr>
          <a:xfrm>
            <a:off x="8058209" y="533425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3" name="TextBox 602">
            <a:extLst>
              <a:ext uri="{FF2B5EF4-FFF2-40B4-BE49-F238E27FC236}">
                <a16:creationId xmlns:a16="http://schemas.microsoft.com/office/drawing/2014/main" id="{7E24154F-FE00-E1E3-3F84-167DFABADBA6}"/>
              </a:ext>
            </a:extLst>
          </p:cNvPr>
          <p:cNvSpPr txBox="1"/>
          <p:nvPr/>
        </p:nvSpPr>
        <p:spPr>
          <a:xfrm>
            <a:off x="6662064" y="476595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16" name="Straight Arrow Connector 615">
            <a:extLst>
              <a:ext uri="{FF2B5EF4-FFF2-40B4-BE49-F238E27FC236}">
                <a16:creationId xmlns:a16="http://schemas.microsoft.com/office/drawing/2014/main" id="{FBF55FE3-DF15-E3DB-07AB-218748089D21}"/>
              </a:ext>
            </a:extLst>
          </p:cNvPr>
          <p:cNvCxnSpPr>
            <a:cxnSpLocks/>
          </p:cNvCxnSpPr>
          <p:nvPr/>
        </p:nvCxnSpPr>
        <p:spPr>
          <a:xfrm>
            <a:off x="8750499" y="494308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2" name="Straight Arrow Connector 621">
            <a:extLst>
              <a:ext uri="{FF2B5EF4-FFF2-40B4-BE49-F238E27FC236}">
                <a16:creationId xmlns:a16="http://schemas.microsoft.com/office/drawing/2014/main" id="{8BFBFB17-A9D0-3082-387B-AA874A98FF4F}"/>
              </a:ext>
            </a:extLst>
          </p:cNvPr>
          <p:cNvCxnSpPr>
            <a:cxnSpLocks/>
          </p:cNvCxnSpPr>
          <p:nvPr/>
        </p:nvCxnSpPr>
        <p:spPr>
          <a:xfrm>
            <a:off x="8050109" y="494308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9" name="Group 628">
            <a:extLst>
              <a:ext uri="{FF2B5EF4-FFF2-40B4-BE49-F238E27FC236}">
                <a16:creationId xmlns:a16="http://schemas.microsoft.com/office/drawing/2014/main" id="{0A3B4965-4579-3F20-7B1A-4B937CC47C22}"/>
              </a:ext>
            </a:extLst>
          </p:cNvPr>
          <p:cNvGrpSpPr/>
          <p:nvPr/>
        </p:nvGrpSpPr>
        <p:grpSpPr>
          <a:xfrm>
            <a:off x="8404887" y="4780484"/>
            <a:ext cx="350195" cy="325206"/>
            <a:chOff x="7531203" y="6119551"/>
            <a:chExt cx="350195" cy="325206"/>
          </a:xfrm>
        </p:grpSpPr>
        <p:sp>
          <p:nvSpPr>
            <p:cNvPr id="630" name="Rectangle 629">
              <a:extLst>
                <a:ext uri="{FF2B5EF4-FFF2-40B4-BE49-F238E27FC236}">
                  <a16:creationId xmlns:a16="http://schemas.microsoft.com/office/drawing/2014/main" id="{0F8D4400-53F1-7C40-7B4E-494B0CFC70B4}"/>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31" name="Isosceles Triangle 630">
              <a:extLst>
                <a:ext uri="{FF2B5EF4-FFF2-40B4-BE49-F238E27FC236}">
                  <a16:creationId xmlns:a16="http://schemas.microsoft.com/office/drawing/2014/main" id="{FA5C3BD0-171A-70CD-6647-E3AAF6C870E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32" name="Straight Arrow Connector 631">
            <a:extLst>
              <a:ext uri="{FF2B5EF4-FFF2-40B4-BE49-F238E27FC236}">
                <a16:creationId xmlns:a16="http://schemas.microsoft.com/office/drawing/2014/main" id="{169756F3-43F9-99A5-0F33-073C86D942C6}"/>
              </a:ext>
            </a:extLst>
          </p:cNvPr>
          <p:cNvCxnSpPr>
            <a:cxnSpLocks/>
          </p:cNvCxnSpPr>
          <p:nvPr/>
        </p:nvCxnSpPr>
        <p:spPr>
          <a:xfrm>
            <a:off x="8754549" y="494308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3" name="Straight Arrow Connector 632">
            <a:extLst>
              <a:ext uri="{FF2B5EF4-FFF2-40B4-BE49-F238E27FC236}">
                <a16:creationId xmlns:a16="http://schemas.microsoft.com/office/drawing/2014/main" id="{48905B00-B8F8-0D36-9E5E-01312ACCE299}"/>
              </a:ext>
            </a:extLst>
          </p:cNvPr>
          <p:cNvCxnSpPr>
            <a:cxnSpLocks/>
          </p:cNvCxnSpPr>
          <p:nvPr/>
        </p:nvCxnSpPr>
        <p:spPr>
          <a:xfrm>
            <a:off x="8054159" y="494308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5" name="TextBox 634">
            <a:extLst>
              <a:ext uri="{FF2B5EF4-FFF2-40B4-BE49-F238E27FC236}">
                <a16:creationId xmlns:a16="http://schemas.microsoft.com/office/drawing/2014/main" id="{275AF474-BAB0-5D33-72D7-DED3A9336E2A}"/>
              </a:ext>
            </a:extLst>
          </p:cNvPr>
          <p:cNvSpPr txBox="1"/>
          <p:nvPr/>
        </p:nvSpPr>
        <p:spPr>
          <a:xfrm>
            <a:off x="6657481" y="437275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41" name="Straight Arrow Connector 640">
            <a:extLst>
              <a:ext uri="{FF2B5EF4-FFF2-40B4-BE49-F238E27FC236}">
                <a16:creationId xmlns:a16="http://schemas.microsoft.com/office/drawing/2014/main" id="{22C5547A-F580-0C0F-53D0-A71B0487AC49}"/>
              </a:ext>
            </a:extLst>
          </p:cNvPr>
          <p:cNvCxnSpPr>
            <a:cxnSpLocks/>
          </p:cNvCxnSpPr>
          <p:nvPr/>
        </p:nvCxnSpPr>
        <p:spPr>
          <a:xfrm>
            <a:off x="8745916" y="45498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2" name="Straight Arrow Connector 641">
            <a:extLst>
              <a:ext uri="{FF2B5EF4-FFF2-40B4-BE49-F238E27FC236}">
                <a16:creationId xmlns:a16="http://schemas.microsoft.com/office/drawing/2014/main" id="{FB6963ED-D27D-E4F8-857B-DA1591E1180D}"/>
              </a:ext>
            </a:extLst>
          </p:cNvPr>
          <p:cNvCxnSpPr>
            <a:cxnSpLocks/>
          </p:cNvCxnSpPr>
          <p:nvPr/>
        </p:nvCxnSpPr>
        <p:spPr>
          <a:xfrm>
            <a:off x="8045526" y="45498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43" name="Group 642">
            <a:extLst>
              <a:ext uri="{FF2B5EF4-FFF2-40B4-BE49-F238E27FC236}">
                <a16:creationId xmlns:a16="http://schemas.microsoft.com/office/drawing/2014/main" id="{247D6C80-973A-D64E-776F-45C6CD0B93EB}"/>
              </a:ext>
            </a:extLst>
          </p:cNvPr>
          <p:cNvGrpSpPr/>
          <p:nvPr/>
        </p:nvGrpSpPr>
        <p:grpSpPr>
          <a:xfrm>
            <a:off x="8400304" y="4387282"/>
            <a:ext cx="350195" cy="325206"/>
            <a:chOff x="7531203" y="6119551"/>
            <a:chExt cx="350195" cy="325206"/>
          </a:xfrm>
        </p:grpSpPr>
        <p:sp>
          <p:nvSpPr>
            <p:cNvPr id="644" name="Rectangle 643">
              <a:extLst>
                <a:ext uri="{FF2B5EF4-FFF2-40B4-BE49-F238E27FC236}">
                  <a16:creationId xmlns:a16="http://schemas.microsoft.com/office/drawing/2014/main" id="{52D1E48D-E2D0-811D-03AC-0930882F174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45" name="Isosceles Triangle 644">
              <a:extLst>
                <a:ext uri="{FF2B5EF4-FFF2-40B4-BE49-F238E27FC236}">
                  <a16:creationId xmlns:a16="http://schemas.microsoft.com/office/drawing/2014/main" id="{6D059C26-51A8-B4A4-9C9A-45700D49CDF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46" name="Straight Arrow Connector 645">
            <a:extLst>
              <a:ext uri="{FF2B5EF4-FFF2-40B4-BE49-F238E27FC236}">
                <a16:creationId xmlns:a16="http://schemas.microsoft.com/office/drawing/2014/main" id="{BFAA8C7B-0BA8-748B-4783-97D5B09C68CA}"/>
              </a:ext>
            </a:extLst>
          </p:cNvPr>
          <p:cNvCxnSpPr>
            <a:cxnSpLocks/>
          </p:cNvCxnSpPr>
          <p:nvPr/>
        </p:nvCxnSpPr>
        <p:spPr>
          <a:xfrm>
            <a:off x="8749966" y="45498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0008AE9-95BF-631E-6BCE-922CCB53BA76}"/>
              </a:ext>
            </a:extLst>
          </p:cNvPr>
          <p:cNvCxnSpPr>
            <a:cxnSpLocks/>
          </p:cNvCxnSpPr>
          <p:nvPr/>
        </p:nvCxnSpPr>
        <p:spPr>
          <a:xfrm>
            <a:off x="8049576" y="45498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4" name="TextBox 723">
            <a:extLst>
              <a:ext uri="{FF2B5EF4-FFF2-40B4-BE49-F238E27FC236}">
                <a16:creationId xmlns:a16="http://schemas.microsoft.com/office/drawing/2014/main" id="{7EEC9D0D-F819-9CCB-B497-9EF9B08A8D1F}"/>
              </a:ext>
            </a:extLst>
          </p:cNvPr>
          <p:cNvSpPr txBox="1"/>
          <p:nvPr/>
        </p:nvSpPr>
        <p:spPr>
          <a:xfrm>
            <a:off x="6640215" y="3973428"/>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sp>
        <p:nvSpPr>
          <p:cNvPr id="738" name="TextBox 737">
            <a:extLst>
              <a:ext uri="{FF2B5EF4-FFF2-40B4-BE49-F238E27FC236}">
                <a16:creationId xmlns:a16="http://schemas.microsoft.com/office/drawing/2014/main" id="{F15647BF-0463-BC73-8253-D99436F9F953}"/>
              </a:ext>
            </a:extLst>
          </p:cNvPr>
          <p:cNvSpPr txBox="1"/>
          <p:nvPr/>
        </p:nvSpPr>
        <p:spPr>
          <a:xfrm>
            <a:off x="6636165" y="3582262"/>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44" name="Straight Arrow Connector 743">
            <a:extLst>
              <a:ext uri="{FF2B5EF4-FFF2-40B4-BE49-F238E27FC236}">
                <a16:creationId xmlns:a16="http://schemas.microsoft.com/office/drawing/2014/main" id="{91D9B87E-8A65-F73C-F6EA-ED096AB350A1}"/>
              </a:ext>
            </a:extLst>
          </p:cNvPr>
          <p:cNvCxnSpPr>
            <a:cxnSpLocks/>
          </p:cNvCxnSpPr>
          <p:nvPr/>
        </p:nvCxnSpPr>
        <p:spPr>
          <a:xfrm>
            <a:off x="8724600" y="3759394"/>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5" name="Straight Arrow Connector 744">
            <a:extLst>
              <a:ext uri="{FF2B5EF4-FFF2-40B4-BE49-F238E27FC236}">
                <a16:creationId xmlns:a16="http://schemas.microsoft.com/office/drawing/2014/main" id="{E2DDF227-A22E-E1B2-F710-3555FA826451}"/>
              </a:ext>
            </a:extLst>
          </p:cNvPr>
          <p:cNvCxnSpPr>
            <a:cxnSpLocks/>
          </p:cNvCxnSpPr>
          <p:nvPr/>
        </p:nvCxnSpPr>
        <p:spPr>
          <a:xfrm>
            <a:off x="8024210" y="3759394"/>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46" name="Group 745">
            <a:extLst>
              <a:ext uri="{FF2B5EF4-FFF2-40B4-BE49-F238E27FC236}">
                <a16:creationId xmlns:a16="http://schemas.microsoft.com/office/drawing/2014/main" id="{8756E284-CE29-B0D1-DE69-83D2D04863E9}"/>
              </a:ext>
            </a:extLst>
          </p:cNvPr>
          <p:cNvGrpSpPr/>
          <p:nvPr/>
        </p:nvGrpSpPr>
        <p:grpSpPr>
          <a:xfrm>
            <a:off x="8378988" y="3596791"/>
            <a:ext cx="350195" cy="325206"/>
            <a:chOff x="7531203" y="6119551"/>
            <a:chExt cx="350195" cy="325206"/>
          </a:xfrm>
        </p:grpSpPr>
        <p:sp>
          <p:nvSpPr>
            <p:cNvPr id="747" name="Rectangle 746">
              <a:extLst>
                <a:ext uri="{FF2B5EF4-FFF2-40B4-BE49-F238E27FC236}">
                  <a16:creationId xmlns:a16="http://schemas.microsoft.com/office/drawing/2014/main" id="{CB02B46E-67C0-5944-7F77-9EEC48004F69}"/>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48" name="Isosceles Triangle 747">
              <a:extLst>
                <a:ext uri="{FF2B5EF4-FFF2-40B4-BE49-F238E27FC236}">
                  <a16:creationId xmlns:a16="http://schemas.microsoft.com/office/drawing/2014/main" id="{9BE6D917-4376-7A4E-6F8D-F01FCFEB9F1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49" name="Straight Arrow Connector 748">
            <a:extLst>
              <a:ext uri="{FF2B5EF4-FFF2-40B4-BE49-F238E27FC236}">
                <a16:creationId xmlns:a16="http://schemas.microsoft.com/office/drawing/2014/main" id="{6A99CDA9-329A-4DAE-304F-7247FB8FDFA4}"/>
              </a:ext>
            </a:extLst>
          </p:cNvPr>
          <p:cNvCxnSpPr>
            <a:cxnSpLocks/>
          </p:cNvCxnSpPr>
          <p:nvPr/>
        </p:nvCxnSpPr>
        <p:spPr>
          <a:xfrm>
            <a:off x="8728650" y="3759394"/>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0" name="Straight Arrow Connector 749">
            <a:extLst>
              <a:ext uri="{FF2B5EF4-FFF2-40B4-BE49-F238E27FC236}">
                <a16:creationId xmlns:a16="http://schemas.microsoft.com/office/drawing/2014/main" id="{A9AB4F3B-0BA3-72F3-37B6-3A9D7E9530F5}"/>
              </a:ext>
            </a:extLst>
          </p:cNvPr>
          <p:cNvCxnSpPr>
            <a:cxnSpLocks/>
          </p:cNvCxnSpPr>
          <p:nvPr/>
        </p:nvCxnSpPr>
        <p:spPr>
          <a:xfrm>
            <a:off x="8028260" y="3759394"/>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2" name="TextBox 751">
            <a:extLst>
              <a:ext uri="{FF2B5EF4-FFF2-40B4-BE49-F238E27FC236}">
                <a16:creationId xmlns:a16="http://schemas.microsoft.com/office/drawing/2014/main" id="{B7FA5ED0-2B45-7491-6E45-BC04788D048B}"/>
              </a:ext>
            </a:extLst>
          </p:cNvPr>
          <p:cNvSpPr txBox="1"/>
          <p:nvPr/>
        </p:nvSpPr>
        <p:spPr>
          <a:xfrm>
            <a:off x="6631582" y="3185436"/>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58" name="Straight Arrow Connector 757">
            <a:extLst>
              <a:ext uri="{FF2B5EF4-FFF2-40B4-BE49-F238E27FC236}">
                <a16:creationId xmlns:a16="http://schemas.microsoft.com/office/drawing/2014/main" id="{7CF8075C-0F9F-E241-9E72-25C8C3F4A6C7}"/>
              </a:ext>
            </a:extLst>
          </p:cNvPr>
          <p:cNvCxnSpPr>
            <a:cxnSpLocks/>
          </p:cNvCxnSpPr>
          <p:nvPr/>
        </p:nvCxnSpPr>
        <p:spPr>
          <a:xfrm>
            <a:off x="8720017" y="3362568"/>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9" name="Straight Arrow Connector 758">
            <a:extLst>
              <a:ext uri="{FF2B5EF4-FFF2-40B4-BE49-F238E27FC236}">
                <a16:creationId xmlns:a16="http://schemas.microsoft.com/office/drawing/2014/main" id="{80FCD09B-D4FA-002B-8E32-E348F5109A45}"/>
              </a:ext>
            </a:extLst>
          </p:cNvPr>
          <p:cNvCxnSpPr>
            <a:cxnSpLocks/>
          </p:cNvCxnSpPr>
          <p:nvPr/>
        </p:nvCxnSpPr>
        <p:spPr>
          <a:xfrm>
            <a:off x="8019627" y="3362568"/>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60" name="Group 759">
            <a:extLst>
              <a:ext uri="{FF2B5EF4-FFF2-40B4-BE49-F238E27FC236}">
                <a16:creationId xmlns:a16="http://schemas.microsoft.com/office/drawing/2014/main" id="{8EA856DF-0820-49F0-F26B-0E951AC1FB87}"/>
              </a:ext>
            </a:extLst>
          </p:cNvPr>
          <p:cNvGrpSpPr/>
          <p:nvPr/>
        </p:nvGrpSpPr>
        <p:grpSpPr>
          <a:xfrm>
            <a:off x="8374405" y="3199965"/>
            <a:ext cx="350195" cy="325206"/>
            <a:chOff x="7531203" y="6119551"/>
            <a:chExt cx="350195" cy="325206"/>
          </a:xfrm>
        </p:grpSpPr>
        <p:sp>
          <p:nvSpPr>
            <p:cNvPr id="761" name="Rectangle 760">
              <a:extLst>
                <a:ext uri="{FF2B5EF4-FFF2-40B4-BE49-F238E27FC236}">
                  <a16:creationId xmlns:a16="http://schemas.microsoft.com/office/drawing/2014/main" id="{AB2E0523-243D-A31F-B0C1-36BFB14EA838}"/>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2" name="Isosceles Triangle 761">
              <a:extLst>
                <a:ext uri="{FF2B5EF4-FFF2-40B4-BE49-F238E27FC236}">
                  <a16:creationId xmlns:a16="http://schemas.microsoft.com/office/drawing/2014/main" id="{A164D5FD-B131-49CF-6A0F-AE5680C7A01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63" name="Straight Arrow Connector 762">
            <a:extLst>
              <a:ext uri="{FF2B5EF4-FFF2-40B4-BE49-F238E27FC236}">
                <a16:creationId xmlns:a16="http://schemas.microsoft.com/office/drawing/2014/main" id="{A6DAE6AA-0975-9AFE-742F-37A3693563AD}"/>
              </a:ext>
            </a:extLst>
          </p:cNvPr>
          <p:cNvCxnSpPr>
            <a:cxnSpLocks/>
          </p:cNvCxnSpPr>
          <p:nvPr/>
        </p:nvCxnSpPr>
        <p:spPr>
          <a:xfrm>
            <a:off x="8724067" y="3362568"/>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4" name="Straight Arrow Connector 763">
            <a:extLst>
              <a:ext uri="{FF2B5EF4-FFF2-40B4-BE49-F238E27FC236}">
                <a16:creationId xmlns:a16="http://schemas.microsoft.com/office/drawing/2014/main" id="{1065D6D2-E3B8-CA5F-5BFA-1DD61DA2E034}"/>
              </a:ext>
            </a:extLst>
          </p:cNvPr>
          <p:cNvCxnSpPr>
            <a:cxnSpLocks/>
          </p:cNvCxnSpPr>
          <p:nvPr/>
        </p:nvCxnSpPr>
        <p:spPr>
          <a:xfrm>
            <a:off x="8023677" y="3362568"/>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6" name="TextBox 765">
            <a:extLst>
              <a:ext uri="{FF2B5EF4-FFF2-40B4-BE49-F238E27FC236}">
                <a16:creationId xmlns:a16="http://schemas.microsoft.com/office/drawing/2014/main" id="{F741348D-1735-A418-83DA-F7A01F2D6980}"/>
              </a:ext>
            </a:extLst>
          </p:cNvPr>
          <p:cNvSpPr txBox="1"/>
          <p:nvPr/>
        </p:nvSpPr>
        <p:spPr>
          <a:xfrm>
            <a:off x="6627532" y="2794270"/>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72" name="Straight Arrow Connector 771">
            <a:extLst>
              <a:ext uri="{FF2B5EF4-FFF2-40B4-BE49-F238E27FC236}">
                <a16:creationId xmlns:a16="http://schemas.microsoft.com/office/drawing/2014/main" id="{6D708F68-F6F5-1F8C-58AA-CC33CE32C69B}"/>
              </a:ext>
            </a:extLst>
          </p:cNvPr>
          <p:cNvCxnSpPr>
            <a:cxnSpLocks/>
          </p:cNvCxnSpPr>
          <p:nvPr/>
        </p:nvCxnSpPr>
        <p:spPr>
          <a:xfrm>
            <a:off x="8715967" y="2971402"/>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3" name="Straight Arrow Connector 772">
            <a:extLst>
              <a:ext uri="{FF2B5EF4-FFF2-40B4-BE49-F238E27FC236}">
                <a16:creationId xmlns:a16="http://schemas.microsoft.com/office/drawing/2014/main" id="{A9001677-15C8-FB73-172F-BB028436D658}"/>
              </a:ext>
            </a:extLst>
          </p:cNvPr>
          <p:cNvCxnSpPr>
            <a:cxnSpLocks/>
          </p:cNvCxnSpPr>
          <p:nvPr/>
        </p:nvCxnSpPr>
        <p:spPr>
          <a:xfrm>
            <a:off x="8015577" y="2971402"/>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74" name="Group 773">
            <a:extLst>
              <a:ext uri="{FF2B5EF4-FFF2-40B4-BE49-F238E27FC236}">
                <a16:creationId xmlns:a16="http://schemas.microsoft.com/office/drawing/2014/main" id="{9A8623A9-75EA-83DC-43E1-EEE98749A949}"/>
              </a:ext>
            </a:extLst>
          </p:cNvPr>
          <p:cNvGrpSpPr/>
          <p:nvPr/>
        </p:nvGrpSpPr>
        <p:grpSpPr>
          <a:xfrm>
            <a:off x="8370355" y="2808799"/>
            <a:ext cx="350195" cy="325206"/>
            <a:chOff x="7531203" y="6119551"/>
            <a:chExt cx="350195" cy="325206"/>
          </a:xfrm>
        </p:grpSpPr>
        <p:sp>
          <p:nvSpPr>
            <p:cNvPr id="775" name="Rectangle 774">
              <a:extLst>
                <a:ext uri="{FF2B5EF4-FFF2-40B4-BE49-F238E27FC236}">
                  <a16:creationId xmlns:a16="http://schemas.microsoft.com/office/drawing/2014/main" id="{89E6FBFB-C32A-C7D7-EF98-AA1B3C31C20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76" name="Isosceles Triangle 775">
              <a:extLst>
                <a:ext uri="{FF2B5EF4-FFF2-40B4-BE49-F238E27FC236}">
                  <a16:creationId xmlns:a16="http://schemas.microsoft.com/office/drawing/2014/main" id="{258C2EB8-23DE-8C96-1169-CEB06FC38E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7" name="Straight Arrow Connector 776">
            <a:extLst>
              <a:ext uri="{FF2B5EF4-FFF2-40B4-BE49-F238E27FC236}">
                <a16:creationId xmlns:a16="http://schemas.microsoft.com/office/drawing/2014/main" id="{7FA29AF5-76C3-D4DA-525F-54E47B7BC89E}"/>
              </a:ext>
            </a:extLst>
          </p:cNvPr>
          <p:cNvCxnSpPr>
            <a:cxnSpLocks/>
          </p:cNvCxnSpPr>
          <p:nvPr/>
        </p:nvCxnSpPr>
        <p:spPr>
          <a:xfrm>
            <a:off x="8720017" y="2971402"/>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8" name="Straight Arrow Connector 777">
            <a:extLst>
              <a:ext uri="{FF2B5EF4-FFF2-40B4-BE49-F238E27FC236}">
                <a16:creationId xmlns:a16="http://schemas.microsoft.com/office/drawing/2014/main" id="{50F1C06E-3559-7851-77B2-DAA4F8DDE27A}"/>
              </a:ext>
            </a:extLst>
          </p:cNvPr>
          <p:cNvCxnSpPr>
            <a:cxnSpLocks/>
          </p:cNvCxnSpPr>
          <p:nvPr/>
        </p:nvCxnSpPr>
        <p:spPr>
          <a:xfrm>
            <a:off x="8019627" y="2971402"/>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1" name="Straight Arrow Connector 780">
            <a:extLst>
              <a:ext uri="{FF2B5EF4-FFF2-40B4-BE49-F238E27FC236}">
                <a16:creationId xmlns:a16="http://schemas.microsoft.com/office/drawing/2014/main" id="{0CED69E4-A118-25DB-C439-90A248D5DF4F}"/>
              </a:ext>
            </a:extLst>
          </p:cNvPr>
          <p:cNvCxnSpPr>
            <a:stCxn id="45" idx="3"/>
            <a:endCxn id="766" idx="1"/>
          </p:cNvCxnSpPr>
          <p:nvPr/>
        </p:nvCxnSpPr>
        <p:spPr>
          <a:xfrm>
            <a:off x="5591433" y="985922"/>
            <a:ext cx="1036099" cy="198548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2" name="Straight Arrow Connector 781">
            <a:extLst>
              <a:ext uri="{FF2B5EF4-FFF2-40B4-BE49-F238E27FC236}">
                <a16:creationId xmlns:a16="http://schemas.microsoft.com/office/drawing/2014/main" id="{2D8C1A08-4EB9-1145-C710-648C922B9030}"/>
              </a:ext>
            </a:extLst>
          </p:cNvPr>
          <p:cNvCxnSpPr>
            <a:cxnSpLocks/>
            <a:stCxn id="45" idx="3"/>
            <a:endCxn id="752" idx="1"/>
          </p:cNvCxnSpPr>
          <p:nvPr/>
        </p:nvCxnSpPr>
        <p:spPr>
          <a:xfrm>
            <a:off x="5591433" y="985922"/>
            <a:ext cx="1040149" cy="237664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5" name="Straight Arrow Connector 784">
            <a:extLst>
              <a:ext uri="{FF2B5EF4-FFF2-40B4-BE49-F238E27FC236}">
                <a16:creationId xmlns:a16="http://schemas.microsoft.com/office/drawing/2014/main" id="{3424F458-B834-1F6B-398E-D072C2DC290F}"/>
              </a:ext>
            </a:extLst>
          </p:cNvPr>
          <p:cNvCxnSpPr>
            <a:cxnSpLocks/>
            <a:stCxn id="45" idx="3"/>
            <a:endCxn id="738" idx="1"/>
          </p:cNvCxnSpPr>
          <p:nvPr/>
        </p:nvCxnSpPr>
        <p:spPr>
          <a:xfrm>
            <a:off x="5591433" y="985922"/>
            <a:ext cx="1044732" cy="277347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8" name="Straight Arrow Connector 787">
            <a:extLst>
              <a:ext uri="{FF2B5EF4-FFF2-40B4-BE49-F238E27FC236}">
                <a16:creationId xmlns:a16="http://schemas.microsoft.com/office/drawing/2014/main" id="{4ABAE0A4-0BC3-DC96-D71D-FB1CC552D3EF}"/>
              </a:ext>
            </a:extLst>
          </p:cNvPr>
          <p:cNvCxnSpPr>
            <a:cxnSpLocks/>
            <a:stCxn id="45" idx="3"/>
            <a:endCxn id="724" idx="1"/>
          </p:cNvCxnSpPr>
          <p:nvPr/>
        </p:nvCxnSpPr>
        <p:spPr>
          <a:xfrm>
            <a:off x="5591433" y="985922"/>
            <a:ext cx="1048782" cy="316463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1" name="Straight Arrow Connector 790">
            <a:extLst>
              <a:ext uri="{FF2B5EF4-FFF2-40B4-BE49-F238E27FC236}">
                <a16:creationId xmlns:a16="http://schemas.microsoft.com/office/drawing/2014/main" id="{FB50835D-06AB-BA30-1338-F772FB47C85F}"/>
              </a:ext>
            </a:extLst>
          </p:cNvPr>
          <p:cNvCxnSpPr>
            <a:cxnSpLocks/>
            <a:stCxn id="45" idx="3"/>
          </p:cNvCxnSpPr>
          <p:nvPr/>
        </p:nvCxnSpPr>
        <p:spPr>
          <a:xfrm>
            <a:off x="5591433" y="985922"/>
            <a:ext cx="1053365" cy="238480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4" name="Straight Arrow Connector 793">
            <a:extLst>
              <a:ext uri="{FF2B5EF4-FFF2-40B4-BE49-F238E27FC236}">
                <a16:creationId xmlns:a16="http://schemas.microsoft.com/office/drawing/2014/main" id="{6E8081AC-4D49-09D6-C84B-D503B2472958}"/>
              </a:ext>
            </a:extLst>
          </p:cNvPr>
          <p:cNvCxnSpPr>
            <a:cxnSpLocks/>
            <a:stCxn id="45" idx="3"/>
          </p:cNvCxnSpPr>
          <p:nvPr/>
        </p:nvCxnSpPr>
        <p:spPr>
          <a:xfrm>
            <a:off x="5591433" y="985922"/>
            <a:ext cx="1057415" cy="27759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7" name="Straight Arrow Connector 796">
            <a:extLst>
              <a:ext uri="{FF2B5EF4-FFF2-40B4-BE49-F238E27FC236}">
                <a16:creationId xmlns:a16="http://schemas.microsoft.com/office/drawing/2014/main" id="{EB9AAEFE-5967-D3FE-12C8-0AE17B2A7969}"/>
              </a:ext>
            </a:extLst>
          </p:cNvPr>
          <p:cNvCxnSpPr>
            <a:cxnSpLocks/>
            <a:stCxn id="45" idx="3"/>
          </p:cNvCxnSpPr>
          <p:nvPr/>
        </p:nvCxnSpPr>
        <p:spPr>
          <a:xfrm>
            <a:off x="5591433" y="985922"/>
            <a:ext cx="1061998" cy="317279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0" name="Straight Arrow Connector 799">
            <a:extLst>
              <a:ext uri="{FF2B5EF4-FFF2-40B4-BE49-F238E27FC236}">
                <a16:creationId xmlns:a16="http://schemas.microsoft.com/office/drawing/2014/main" id="{542D99DB-D890-169E-CBCC-BA108CBEC656}"/>
              </a:ext>
            </a:extLst>
          </p:cNvPr>
          <p:cNvCxnSpPr>
            <a:cxnSpLocks/>
            <a:stCxn id="45" idx="3"/>
            <a:endCxn id="635" idx="1"/>
          </p:cNvCxnSpPr>
          <p:nvPr/>
        </p:nvCxnSpPr>
        <p:spPr>
          <a:xfrm>
            <a:off x="5591433" y="985922"/>
            <a:ext cx="1066048" cy="356396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3" name="Straight Arrow Connector 802">
            <a:extLst>
              <a:ext uri="{FF2B5EF4-FFF2-40B4-BE49-F238E27FC236}">
                <a16:creationId xmlns:a16="http://schemas.microsoft.com/office/drawing/2014/main" id="{671C050E-4E9F-7845-6137-DD89663CB408}"/>
              </a:ext>
            </a:extLst>
          </p:cNvPr>
          <p:cNvCxnSpPr>
            <a:cxnSpLocks/>
            <a:stCxn id="45" idx="3"/>
            <a:endCxn id="603" idx="1"/>
          </p:cNvCxnSpPr>
          <p:nvPr/>
        </p:nvCxnSpPr>
        <p:spPr>
          <a:xfrm>
            <a:off x="5591433" y="985922"/>
            <a:ext cx="1070631" cy="39571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6" name="Straight Arrow Connector 805">
            <a:extLst>
              <a:ext uri="{FF2B5EF4-FFF2-40B4-BE49-F238E27FC236}">
                <a16:creationId xmlns:a16="http://schemas.microsoft.com/office/drawing/2014/main" id="{3FEBC0D3-69AD-3539-7EB3-2DD4A014D639}"/>
              </a:ext>
            </a:extLst>
          </p:cNvPr>
          <p:cNvCxnSpPr>
            <a:cxnSpLocks/>
            <a:stCxn id="45" idx="3"/>
            <a:endCxn id="89" idx="1"/>
          </p:cNvCxnSpPr>
          <p:nvPr/>
        </p:nvCxnSpPr>
        <p:spPr>
          <a:xfrm>
            <a:off x="5591433" y="985922"/>
            <a:ext cx="1074681" cy="434833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9" name="Straight Arrow Connector 808">
            <a:extLst>
              <a:ext uri="{FF2B5EF4-FFF2-40B4-BE49-F238E27FC236}">
                <a16:creationId xmlns:a16="http://schemas.microsoft.com/office/drawing/2014/main" id="{2A14E8B1-E166-5386-ECAF-07B2DB1CB310}"/>
              </a:ext>
            </a:extLst>
          </p:cNvPr>
          <p:cNvCxnSpPr>
            <a:cxnSpLocks/>
            <a:stCxn id="45" idx="3"/>
            <a:endCxn id="507" idx="1"/>
          </p:cNvCxnSpPr>
          <p:nvPr/>
        </p:nvCxnSpPr>
        <p:spPr>
          <a:xfrm>
            <a:off x="5591433" y="985922"/>
            <a:ext cx="1079264" cy="47451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2" name="Straight Arrow Connector 811">
            <a:extLst>
              <a:ext uri="{FF2B5EF4-FFF2-40B4-BE49-F238E27FC236}">
                <a16:creationId xmlns:a16="http://schemas.microsoft.com/office/drawing/2014/main" id="{8738D7F8-2451-42F6-E944-1A9150EC803B}"/>
              </a:ext>
            </a:extLst>
          </p:cNvPr>
          <p:cNvCxnSpPr>
            <a:cxnSpLocks/>
            <a:endCxn id="99" idx="1"/>
          </p:cNvCxnSpPr>
          <p:nvPr/>
        </p:nvCxnSpPr>
        <p:spPr>
          <a:xfrm>
            <a:off x="5620309" y="1113958"/>
            <a:ext cx="1054438" cy="500828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57111D2-5B86-C5D8-B51B-B6E2D9DFF9D5}"/>
              </a:ext>
            </a:extLst>
          </p:cNvPr>
          <p:cNvSpPr txBox="1"/>
          <p:nvPr/>
        </p:nvSpPr>
        <p:spPr>
          <a:xfrm>
            <a:off x="3160228" y="602606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dirty="0"/>
          </a:p>
        </p:txBody>
      </p:sp>
      <p:grpSp>
        <p:nvGrpSpPr>
          <p:cNvPr id="475" name="Group 474">
            <a:extLst>
              <a:ext uri="{FF2B5EF4-FFF2-40B4-BE49-F238E27FC236}">
                <a16:creationId xmlns:a16="http://schemas.microsoft.com/office/drawing/2014/main" id="{9B22C56C-E19D-0024-A308-83F9FD418A4F}"/>
              </a:ext>
            </a:extLst>
          </p:cNvPr>
          <p:cNvGrpSpPr/>
          <p:nvPr/>
        </p:nvGrpSpPr>
        <p:grpSpPr>
          <a:xfrm>
            <a:off x="5008144" y="6012362"/>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8" name="TextBox 507">
            <a:extLst>
              <a:ext uri="{FF2B5EF4-FFF2-40B4-BE49-F238E27FC236}">
                <a16:creationId xmlns:a16="http://schemas.microsoft.com/office/drawing/2014/main" id="{7580B088-9557-873F-748E-A87171D7D0C0}"/>
              </a:ext>
            </a:extLst>
          </p:cNvPr>
          <p:cNvSpPr txBox="1"/>
          <p:nvPr/>
        </p:nvSpPr>
        <p:spPr>
          <a:xfrm>
            <a:off x="3156178" y="563490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509" name="Group 508">
            <a:extLst>
              <a:ext uri="{FF2B5EF4-FFF2-40B4-BE49-F238E27FC236}">
                <a16:creationId xmlns:a16="http://schemas.microsoft.com/office/drawing/2014/main" id="{4BC172B3-A54C-C80B-9515-7E1BB5C18383}"/>
              </a:ext>
            </a:extLst>
          </p:cNvPr>
          <p:cNvGrpSpPr/>
          <p:nvPr/>
        </p:nvGrpSpPr>
        <p:grpSpPr>
          <a:xfrm>
            <a:off x="5004094" y="5621196"/>
            <a:ext cx="350195" cy="350195"/>
            <a:chOff x="8869161" y="1569883"/>
            <a:chExt cx="350195" cy="350195"/>
          </a:xfrm>
        </p:grpSpPr>
        <p:sp>
          <p:nvSpPr>
            <p:cNvPr id="510" name="Rectangle 509">
              <a:extLst>
                <a:ext uri="{FF2B5EF4-FFF2-40B4-BE49-F238E27FC236}">
                  <a16:creationId xmlns:a16="http://schemas.microsoft.com/office/drawing/2014/main" id="{4EAA550D-3658-343F-25CC-3465B4AFD5E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Isosceles Triangle 510">
              <a:extLst>
                <a:ext uri="{FF2B5EF4-FFF2-40B4-BE49-F238E27FC236}">
                  <a16:creationId xmlns:a16="http://schemas.microsoft.com/office/drawing/2014/main" id="{C2CFBAEC-60C5-AE83-01D2-7B9F622DC09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 name="TextBox 90">
            <a:extLst>
              <a:ext uri="{FF2B5EF4-FFF2-40B4-BE49-F238E27FC236}">
                <a16:creationId xmlns:a16="http://schemas.microsoft.com/office/drawing/2014/main" id="{C4CBA1C1-0850-BEC7-7318-A71748331CBE}"/>
              </a:ext>
            </a:extLst>
          </p:cNvPr>
          <p:cNvSpPr txBox="1"/>
          <p:nvPr/>
        </p:nvSpPr>
        <p:spPr>
          <a:xfrm>
            <a:off x="3151595" y="523807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93" name="Group 92">
            <a:extLst>
              <a:ext uri="{FF2B5EF4-FFF2-40B4-BE49-F238E27FC236}">
                <a16:creationId xmlns:a16="http://schemas.microsoft.com/office/drawing/2014/main" id="{278C8879-AFA6-88B8-31C5-721F1713E51A}"/>
              </a:ext>
            </a:extLst>
          </p:cNvPr>
          <p:cNvGrpSpPr/>
          <p:nvPr/>
        </p:nvGrpSpPr>
        <p:grpSpPr>
          <a:xfrm>
            <a:off x="4999511" y="5224370"/>
            <a:ext cx="350195" cy="350195"/>
            <a:chOff x="8869161" y="1569883"/>
            <a:chExt cx="350195" cy="350195"/>
          </a:xfrm>
        </p:grpSpPr>
        <p:sp>
          <p:nvSpPr>
            <p:cNvPr id="111" name="Rectangle 110">
              <a:extLst>
                <a:ext uri="{FF2B5EF4-FFF2-40B4-BE49-F238E27FC236}">
                  <a16:creationId xmlns:a16="http://schemas.microsoft.com/office/drawing/2014/main" id="{02790619-7585-5047-C09F-55BBDA421D9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Isosceles Triangle 112">
              <a:extLst>
                <a:ext uri="{FF2B5EF4-FFF2-40B4-BE49-F238E27FC236}">
                  <a16:creationId xmlns:a16="http://schemas.microsoft.com/office/drawing/2014/main" id="{5EFCB816-E829-867A-472D-C2287F7BAA13}"/>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4" name="TextBox 603">
            <a:extLst>
              <a:ext uri="{FF2B5EF4-FFF2-40B4-BE49-F238E27FC236}">
                <a16:creationId xmlns:a16="http://schemas.microsoft.com/office/drawing/2014/main" id="{601ABEF6-8DE4-8F1B-5CEB-0894CBFE4E1F}"/>
              </a:ext>
            </a:extLst>
          </p:cNvPr>
          <p:cNvSpPr txBox="1"/>
          <p:nvPr/>
        </p:nvSpPr>
        <p:spPr>
          <a:xfrm>
            <a:off x="3147545" y="484690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06" name="Group 605">
            <a:extLst>
              <a:ext uri="{FF2B5EF4-FFF2-40B4-BE49-F238E27FC236}">
                <a16:creationId xmlns:a16="http://schemas.microsoft.com/office/drawing/2014/main" id="{99AE778F-C4A4-6A03-4D63-2A7D9B5D6ED5}"/>
              </a:ext>
            </a:extLst>
          </p:cNvPr>
          <p:cNvGrpSpPr/>
          <p:nvPr/>
        </p:nvGrpSpPr>
        <p:grpSpPr>
          <a:xfrm>
            <a:off x="4995461" y="4833204"/>
            <a:ext cx="350195" cy="350195"/>
            <a:chOff x="8869161" y="1569883"/>
            <a:chExt cx="350195" cy="350195"/>
          </a:xfrm>
        </p:grpSpPr>
        <p:sp>
          <p:nvSpPr>
            <p:cNvPr id="607" name="Rectangle 606">
              <a:extLst>
                <a:ext uri="{FF2B5EF4-FFF2-40B4-BE49-F238E27FC236}">
                  <a16:creationId xmlns:a16="http://schemas.microsoft.com/office/drawing/2014/main" id="{08AAD088-5CA0-172A-EA2A-A3EC4423B3B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Isosceles Triangle 607">
              <a:extLst>
                <a:ext uri="{FF2B5EF4-FFF2-40B4-BE49-F238E27FC236}">
                  <a16:creationId xmlns:a16="http://schemas.microsoft.com/office/drawing/2014/main" id="{BB65DEDE-D96E-1C29-E2AA-6E3E60CD0D3C}"/>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6" name="TextBox 635">
            <a:extLst>
              <a:ext uri="{FF2B5EF4-FFF2-40B4-BE49-F238E27FC236}">
                <a16:creationId xmlns:a16="http://schemas.microsoft.com/office/drawing/2014/main" id="{A3EED02E-2D6E-B0CB-BA88-A731D8053380}"/>
              </a:ext>
            </a:extLst>
          </p:cNvPr>
          <p:cNvSpPr txBox="1"/>
          <p:nvPr/>
        </p:nvSpPr>
        <p:spPr>
          <a:xfrm>
            <a:off x="3142962" y="445370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37" name="Group 636">
            <a:extLst>
              <a:ext uri="{FF2B5EF4-FFF2-40B4-BE49-F238E27FC236}">
                <a16:creationId xmlns:a16="http://schemas.microsoft.com/office/drawing/2014/main" id="{EFEA5839-4E12-0AE6-224F-ADC844BB727E}"/>
              </a:ext>
            </a:extLst>
          </p:cNvPr>
          <p:cNvGrpSpPr/>
          <p:nvPr/>
        </p:nvGrpSpPr>
        <p:grpSpPr>
          <a:xfrm>
            <a:off x="4990878" y="4440002"/>
            <a:ext cx="350195" cy="350195"/>
            <a:chOff x="8869161" y="1569883"/>
            <a:chExt cx="350195" cy="350195"/>
          </a:xfrm>
        </p:grpSpPr>
        <p:sp>
          <p:nvSpPr>
            <p:cNvPr id="638" name="Rectangle 637">
              <a:extLst>
                <a:ext uri="{FF2B5EF4-FFF2-40B4-BE49-F238E27FC236}">
                  <a16:creationId xmlns:a16="http://schemas.microsoft.com/office/drawing/2014/main" id="{004C41F7-A5DC-1499-D9B3-CB360221E1F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Isosceles Triangle 638">
              <a:extLst>
                <a:ext uri="{FF2B5EF4-FFF2-40B4-BE49-F238E27FC236}">
                  <a16:creationId xmlns:a16="http://schemas.microsoft.com/office/drawing/2014/main" id="{68B31394-1CD0-1922-350E-33E21556B99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9" name="TextBox 738">
            <a:extLst>
              <a:ext uri="{FF2B5EF4-FFF2-40B4-BE49-F238E27FC236}">
                <a16:creationId xmlns:a16="http://schemas.microsoft.com/office/drawing/2014/main" id="{F473CABD-A939-9139-193D-7EEF98C76FF3}"/>
              </a:ext>
            </a:extLst>
          </p:cNvPr>
          <p:cNvSpPr txBox="1"/>
          <p:nvPr/>
        </p:nvSpPr>
        <p:spPr>
          <a:xfrm>
            <a:off x="3121646" y="3663215"/>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40" name="Group 739">
            <a:extLst>
              <a:ext uri="{FF2B5EF4-FFF2-40B4-BE49-F238E27FC236}">
                <a16:creationId xmlns:a16="http://schemas.microsoft.com/office/drawing/2014/main" id="{9E8EE350-62E8-866D-C708-A54AC0736DA5}"/>
              </a:ext>
            </a:extLst>
          </p:cNvPr>
          <p:cNvGrpSpPr/>
          <p:nvPr/>
        </p:nvGrpSpPr>
        <p:grpSpPr>
          <a:xfrm>
            <a:off x="4969562" y="3649511"/>
            <a:ext cx="350195" cy="350195"/>
            <a:chOff x="8869161" y="1569883"/>
            <a:chExt cx="350195" cy="350195"/>
          </a:xfrm>
        </p:grpSpPr>
        <p:sp>
          <p:nvSpPr>
            <p:cNvPr id="741" name="Rectangle 740">
              <a:extLst>
                <a:ext uri="{FF2B5EF4-FFF2-40B4-BE49-F238E27FC236}">
                  <a16:creationId xmlns:a16="http://schemas.microsoft.com/office/drawing/2014/main" id="{9B56DE80-6468-3AC5-53F3-70E3EFBB10E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Isosceles Triangle 741">
              <a:extLst>
                <a:ext uri="{FF2B5EF4-FFF2-40B4-BE49-F238E27FC236}">
                  <a16:creationId xmlns:a16="http://schemas.microsoft.com/office/drawing/2014/main" id="{B9A22B2C-BFE6-CCB4-1173-3E7A41C87D1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3" name="TextBox 752">
            <a:extLst>
              <a:ext uri="{FF2B5EF4-FFF2-40B4-BE49-F238E27FC236}">
                <a16:creationId xmlns:a16="http://schemas.microsoft.com/office/drawing/2014/main" id="{61C58390-2FF4-2322-C11F-EF0503C093C0}"/>
              </a:ext>
            </a:extLst>
          </p:cNvPr>
          <p:cNvSpPr txBox="1"/>
          <p:nvPr/>
        </p:nvSpPr>
        <p:spPr>
          <a:xfrm>
            <a:off x="3117063" y="3266389"/>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54" name="Group 753">
            <a:extLst>
              <a:ext uri="{FF2B5EF4-FFF2-40B4-BE49-F238E27FC236}">
                <a16:creationId xmlns:a16="http://schemas.microsoft.com/office/drawing/2014/main" id="{386ED32B-89FB-B0FB-B630-A9168A890CC3}"/>
              </a:ext>
            </a:extLst>
          </p:cNvPr>
          <p:cNvGrpSpPr/>
          <p:nvPr/>
        </p:nvGrpSpPr>
        <p:grpSpPr>
          <a:xfrm>
            <a:off x="4964979" y="3252685"/>
            <a:ext cx="350195" cy="350195"/>
            <a:chOff x="8869161" y="1569883"/>
            <a:chExt cx="350195" cy="350195"/>
          </a:xfrm>
        </p:grpSpPr>
        <p:sp>
          <p:nvSpPr>
            <p:cNvPr id="755" name="Rectangle 754">
              <a:extLst>
                <a:ext uri="{FF2B5EF4-FFF2-40B4-BE49-F238E27FC236}">
                  <a16:creationId xmlns:a16="http://schemas.microsoft.com/office/drawing/2014/main" id="{00EC323C-EE98-A8C7-88C4-70AE40A62FF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Isosceles Triangle 755">
              <a:extLst>
                <a:ext uri="{FF2B5EF4-FFF2-40B4-BE49-F238E27FC236}">
                  <a16:creationId xmlns:a16="http://schemas.microsoft.com/office/drawing/2014/main" id="{F09518B5-8290-8ABF-7193-B54E351A94B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7" name="TextBox 766">
            <a:extLst>
              <a:ext uri="{FF2B5EF4-FFF2-40B4-BE49-F238E27FC236}">
                <a16:creationId xmlns:a16="http://schemas.microsoft.com/office/drawing/2014/main" id="{CE7B080C-4AA0-CD82-2424-F3EB2F2C9E57}"/>
              </a:ext>
            </a:extLst>
          </p:cNvPr>
          <p:cNvSpPr txBox="1"/>
          <p:nvPr/>
        </p:nvSpPr>
        <p:spPr>
          <a:xfrm>
            <a:off x="3113013" y="2875223"/>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r>
              <a:rPr lang="en-US" dirty="0"/>
              <a:t>RAM</a:t>
            </a:r>
          </a:p>
        </p:txBody>
      </p:sp>
      <p:grpSp>
        <p:nvGrpSpPr>
          <p:cNvPr id="768" name="Group 767">
            <a:extLst>
              <a:ext uri="{FF2B5EF4-FFF2-40B4-BE49-F238E27FC236}">
                <a16:creationId xmlns:a16="http://schemas.microsoft.com/office/drawing/2014/main" id="{5604D682-175C-5B91-91FD-A1DDDB128CA9}"/>
              </a:ext>
            </a:extLst>
          </p:cNvPr>
          <p:cNvGrpSpPr/>
          <p:nvPr/>
        </p:nvGrpSpPr>
        <p:grpSpPr>
          <a:xfrm>
            <a:off x="4960929" y="2861519"/>
            <a:ext cx="350195" cy="350195"/>
            <a:chOff x="8869161" y="1569883"/>
            <a:chExt cx="350195" cy="350195"/>
          </a:xfrm>
        </p:grpSpPr>
        <p:sp>
          <p:nvSpPr>
            <p:cNvPr id="769" name="Rectangle 768">
              <a:extLst>
                <a:ext uri="{FF2B5EF4-FFF2-40B4-BE49-F238E27FC236}">
                  <a16:creationId xmlns:a16="http://schemas.microsoft.com/office/drawing/2014/main" id="{C0291815-669C-A0A3-24E2-FB7040CF6D3D}"/>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Isosceles Triangle 769">
              <a:extLst>
                <a:ext uri="{FF2B5EF4-FFF2-40B4-BE49-F238E27FC236}">
                  <a16:creationId xmlns:a16="http://schemas.microsoft.com/office/drawing/2014/main" id="{848015D6-30C0-C18C-06C2-C615A11EF1B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4042531" y="6165863"/>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70D3ED3-AB4F-5CBA-C82B-9DC46AB7D9AF}"/>
              </a:ext>
            </a:extLst>
          </p:cNvPr>
          <p:cNvCxnSpPr>
            <a:cxnSpLocks/>
          </p:cNvCxnSpPr>
          <p:nvPr/>
        </p:nvCxnSpPr>
        <p:spPr>
          <a:xfrm>
            <a:off x="4042531" y="5774697"/>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F8A27C0-2168-A6E5-70DE-4EF0123BC557}"/>
              </a:ext>
            </a:extLst>
          </p:cNvPr>
          <p:cNvCxnSpPr>
            <a:cxnSpLocks/>
          </p:cNvCxnSpPr>
          <p:nvPr/>
        </p:nvCxnSpPr>
        <p:spPr>
          <a:xfrm>
            <a:off x="4042531" y="5377871"/>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9" name="Straight Arrow Connector 608">
            <a:extLst>
              <a:ext uri="{FF2B5EF4-FFF2-40B4-BE49-F238E27FC236}">
                <a16:creationId xmlns:a16="http://schemas.microsoft.com/office/drawing/2014/main" id="{3865080D-0FDD-1371-8459-EADA643B48A2}"/>
              </a:ext>
            </a:extLst>
          </p:cNvPr>
          <p:cNvCxnSpPr>
            <a:cxnSpLocks/>
          </p:cNvCxnSpPr>
          <p:nvPr/>
        </p:nvCxnSpPr>
        <p:spPr>
          <a:xfrm>
            <a:off x="4042531" y="4986705"/>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0" name="Straight Arrow Connector 639">
            <a:extLst>
              <a:ext uri="{FF2B5EF4-FFF2-40B4-BE49-F238E27FC236}">
                <a16:creationId xmlns:a16="http://schemas.microsoft.com/office/drawing/2014/main" id="{564CAA6A-D2B8-1B96-7BD6-8A9AE2D59D4C}"/>
              </a:ext>
            </a:extLst>
          </p:cNvPr>
          <p:cNvCxnSpPr>
            <a:cxnSpLocks/>
          </p:cNvCxnSpPr>
          <p:nvPr/>
        </p:nvCxnSpPr>
        <p:spPr>
          <a:xfrm>
            <a:off x="4042531" y="4593503"/>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3" name="Straight Arrow Connector 742">
            <a:extLst>
              <a:ext uri="{FF2B5EF4-FFF2-40B4-BE49-F238E27FC236}">
                <a16:creationId xmlns:a16="http://schemas.microsoft.com/office/drawing/2014/main" id="{26B1852F-9398-AC61-738D-F5C7B555BA64}"/>
              </a:ext>
            </a:extLst>
          </p:cNvPr>
          <p:cNvCxnSpPr>
            <a:cxnSpLocks/>
          </p:cNvCxnSpPr>
          <p:nvPr/>
        </p:nvCxnSpPr>
        <p:spPr>
          <a:xfrm>
            <a:off x="4042531" y="3803012"/>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161A8C01-5D83-8220-1904-6B334F31222A}"/>
              </a:ext>
            </a:extLst>
          </p:cNvPr>
          <p:cNvCxnSpPr>
            <a:cxnSpLocks/>
          </p:cNvCxnSpPr>
          <p:nvPr/>
        </p:nvCxnSpPr>
        <p:spPr>
          <a:xfrm>
            <a:off x="4042531" y="3406186"/>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1" name="Straight Arrow Connector 770">
            <a:extLst>
              <a:ext uri="{FF2B5EF4-FFF2-40B4-BE49-F238E27FC236}">
                <a16:creationId xmlns:a16="http://schemas.microsoft.com/office/drawing/2014/main" id="{4D4F825D-9C94-5460-580A-A6D34ED40EEB}"/>
              </a:ext>
            </a:extLst>
          </p:cNvPr>
          <p:cNvCxnSpPr>
            <a:cxnSpLocks/>
          </p:cNvCxnSpPr>
          <p:nvPr/>
        </p:nvCxnSpPr>
        <p:spPr>
          <a:xfrm>
            <a:off x="4042531" y="3015020"/>
            <a:ext cx="932321"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9" name="Straight Arrow Connector 778">
            <a:extLst>
              <a:ext uri="{FF2B5EF4-FFF2-40B4-BE49-F238E27FC236}">
                <a16:creationId xmlns:a16="http://schemas.microsoft.com/office/drawing/2014/main" id="{F6F7D309-3A93-1A54-D4D3-37621BB86FE5}"/>
              </a:ext>
            </a:extLst>
          </p:cNvPr>
          <p:cNvCxnSpPr>
            <a:cxnSpLocks/>
            <a:stCxn id="769" idx="3"/>
          </p:cNvCxnSpPr>
          <p:nvPr/>
        </p:nvCxnSpPr>
        <p:spPr>
          <a:xfrm>
            <a:off x="5311124" y="303661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0" name="Straight Arrow Connector 829">
            <a:extLst>
              <a:ext uri="{FF2B5EF4-FFF2-40B4-BE49-F238E27FC236}">
                <a16:creationId xmlns:a16="http://schemas.microsoft.com/office/drawing/2014/main" id="{7499F1E8-61B8-02B3-FE36-1769EDD02915}"/>
              </a:ext>
            </a:extLst>
          </p:cNvPr>
          <p:cNvCxnSpPr>
            <a:cxnSpLocks/>
          </p:cNvCxnSpPr>
          <p:nvPr/>
        </p:nvCxnSpPr>
        <p:spPr>
          <a:xfrm>
            <a:off x="5319590" y="342598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1" name="Straight Arrow Connector 830">
            <a:extLst>
              <a:ext uri="{FF2B5EF4-FFF2-40B4-BE49-F238E27FC236}">
                <a16:creationId xmlns:a16="http://schemas.microsoft.com/office/drawing/2014/main" id="{C85ABF24-90DE-5BD9-CA70-B6ABE2CEED49}"/>
              </a:ext>
            </a:extLst>
          </p:cNvPr>
          <p:cNvCxnSpPr>
            <a:cxnSpLocks/>
          </p:cNvCxnSpPr>
          <p:nvPr/>
        </p:nvCxnSpPr>
        <p:spPr>
          <a:xfrm>
            <a:off x="5319590" y="3848461"/>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6" name="Straight Arrow Connector 835">
            <a:extLst>
              <a:ext uri="{FF2B5EF4-FFF2-40B4-BE49-F238E27FC236}">
                <a16:creationId xmlns:a16="http://schemas.microsoft.com/office/drawing/2014/main" id="{6B725284-9BE4-7658-4D94-B8D6029E3661}"/>
              </a:ext>
            </a:extLst>
          </p:cNvPr>
          <p:cNvCxnSpPr>
            <a:cxnSpLocks/>
          </p:cNvCxnSpPr>
          <p:nvPr/>
        </p:nvCxnSpPr>
        <p:spPr>
          <a:xfrm>
            <a:off x="5331300" y="461043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7" name="Straight Arrow Connector 836">
            <a:extLst>
              <a:ext uri="{FF2B5EF4-FFF2-40B4-BE49-F238E27FC236}">
                <a16:creationId xmlns:a16="http://schemas.microsoft.com/office/drawing/2014/main" id="{7B1C4E1A-CC95-8124-E74C-F82E514BC46E}"/>
              </a:ext>
            </a:extLst>
          </p:cNvPr>
          <p:cNvCxnSpPr>
            <a:cxnSpLocks/>
          </p:cNvCxnSpPr>
          <p:nvPr/>
        </p:nvCxnSpPr>
        <p:spPr>
          <a:xfrm>
            <a:off x="5366431" y="501544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8" name="Straight Arrow Connector 837">
            <a:extLst>
              <a:ext uri="{FF2B5EF4-FFF2-40B4-BE49-F238E27FC236}">
                <a16:creationId xmlns:a16="http://schemas.microsoft.com/office/drawing/2014/main" id="{B43B14EF-F636-1F74-2426-8FBC8551FCF6}"/>
              </a:ext>
            </a:extLst>
          </p:cNvPr>
          <p:cNvCxnSpPr>
            <a:cxnSpLocks/>
          </p:cNvCxnSpPr>
          <p:nvPr/>
        </p:nvCxnSpPr>
        <p:spPr>
          <a:xfrm>
            <a:off x="5366431" y="5387883"/>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9" name="Straight Arrow Connector 838">
            <a:extLst>
              <a:ext uri="{FF2B5EF4-FFF2-40B4-BE49-F238E27FC236}">
                <a16:creationId xmlns:a16="http://schemas.microsoft.com/office/drawing/2014/main" id="{65C122CF-AB3B-850A-9F4A-6E777BF477D6}"/>
              </a:ext>
            </a:extLst>
          </p:cNvPr>
          <p:cNvCxnSpPr>
            <a:cxnSpLocks/>
          </p:cNvCxnSpPr>
          <p:nvPr/>
        </p:nvCxnSpPr>
        <p:spPr>
          <a:xfrm>
            <a:off x="5366431" y="5810359"/>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0" name="Straight Arrow Connector 839">
            <a:extLst>
              <a:ext uri="{FF2B5EF4-FFF2-40B4-BE49-F238E27FC236}">
                <a16:creationId xmlns:a16="http://schemas.microsoft.com/office/drawing/2014/main" id="{2B91C276-FAED-C40C-C2A1-D8E23DA0C58D}"/>
              </a:ext>
            </a:extLst>
          </p:cNvPr>
          <p:cNvCxnSpPr>
            <a:cxnSpLocks/>
          </p:cNvCxnSpPr>
          <p:nvPr/>
        </p:nvCxnSpPr>
        <p:spPr>
          <a:xfrm>
            <a:off x="5366431" y="618279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4" name="TextBox 843">
            <a:extLst>
              <a:ext uri="{FF2B5EF4-FFF2-40B4-BE49-F238E27FC236}">
                <a16:creationId xmlns:a16="http://schemas.microsoft.com/office/drawing/2014/main" id="{FE8C8AE9-332E-950B-25B3-47BD5A6F28D1}"/>
              </a:ext>
            </a:extLst>
          </p:cNvPr>
          <p:cNvSpPr txBox="1"/>
          <p:nvPr/>
        </p:nvSpPr>
        <p:spPr>
          <a:xfrm>
            <a:off x="3402568" y="439282"/>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845" name="TextBox 844">
            <a:extLst>
              <a:ext uri="{FF2B5EF4-FFF2-40B4-BE49-F238E27FC236}">
                <a16:creationId xmlns:a16="http://schemas.microsoft.com/office/drawing/2014/main" id="{A61AAB5C-F08B-7725-F09E-AD6B4D640C25}"/>
              </a:ext>
            </a:extLst>
          </p:cNvPr>
          <p:cNvSpPr txBox="1"/>
          <p:nvPr/>
        </p:nvSpPr>
        <p:spPr>
          <a:xfrm>
            <a:off x="2366311" y="5998129"/>
            <a:ext cx="755335" cy="369332"/>
          </a:xfrm>
          <a:prstGeom prst="rect">
            <a:avLst/>
          </a:prstGeom>
          <a:noFill/>
          <a:ln w="12700">
            <a:noFill/>
          </a:ln>
        </p:spPr>
        <p:txBody>
          <a:bodyPr wrap="none" rtlCol="0">
            <a:spAutoFit/>
          </a:bodyPr>
          <a:lstStyle/>
          <a:p>
            <a:r>
              <a:rPr lang="en-US" i="1" dirty="0" err="1"/>
              <a:t>ochan</a:t>
            </a:r>
            <a:endParaRPr lang="en-US" i="1" dirty="0"/>
          </a:p>
        </p:txBody>
      </p:sp>
      <p:sp>
        <p:nvSpPr>
          <p:cNvPr id="846" name="TextBox 845">
            <a:extLst>
              <a:ext uri="{FF2B5EF4-FFF2-40B4-BE49-F238E27FC236}">
                <a16:creationId xmlns:a16="http://schemas.microsoft.com/office/drawing/2014/main" id="{4612F07F-17F4-5788-4246-4F68FDB27BE4}"/>
              </a:ext>
            </a:extLst>
          </p:cNvPr>
          <p:cNvSpPr txBox="1"/>
          <p:nvPr/>
        </p:nvSpPr>
        <p:spPr>
          <a:xfrm>
            <a:off x="2763522" y="2879426"/>
            <a:ext cx="301686" cy="369332"/>
          </a:xfrm>
          <a:prstGeom prst="rect">
            <a:avLst/>
          </a:prstGeom>
          <a:noFill/>
          <a:ln w="12700">
            <a:noFill/>
          </a:ln>
        </p:spPr>
        <p:txBody>
          <a:bodyPr wrap="none" rtlCol="0">
            <a:spAutoFit/>
          </a:bodyPr>
          <a:lstStyle/>
          <a:p>
            <a:r>
              <a:rPr lang="en-US" i="1" dirty="0"/>
              <a:t>1</a:t>
            </a:r>
          </a:p>
        </p:txBody>
      </p:sp>
      <p:sp>
        <p:nvSpPr>
          <p:cNvPr id="847" name="TextBox 846">
            <a:extLst>
              <a:ext uri="{FF2B5EF4-FFF2-40B4-BE49-F238E27FC236}">
                <a16:creationId xmlns:a16="http://schemas.microsoft.com/office/drawing/2014/main" id="{D2C21F63-CC6C-26FE-1370-E7486AD46FDA}"/>
              </a:ext>
            </a:extLst>
          </p:cNvPr>
          <p:cNvSpPr txBox="1"/>
          <p:nvPr/>
        </p:nvSpPr>
        <p:spPr>
          <a:xfrm>
            <a:off x="4513444" y="629516"/>
            <a:ext cx="547907" cy="369332"/>
          </a:xfrm>
          <a:prstGeom prst="rect">
            <a:avLst/>
          </a:prstGeom>
          <a:noFill/>
          <a:ln w="12700">
            <a:noFill/>
          </a:ln>
        </p:spPr>
        <p:txBody>
          <a:bodyPr wrap="none" rtlCol="0">
            <a:spAutoFit/>
          </a:bodyPr>
          <a:lstStyle/>
          <a:p>
            <a:r>
              <a:rPr lang="en-US" i="1" dirty="0"/>
              <a:t>int8</a:t>
            </a:r>
          </a:p>
        </p:txBody>
      </p:sp>
      <p:sp>
        <p:nvSpPr>
          <p:cNvPr id="848" name="TextBox 847">
            <a:extLst>
              <a:ext uri="{FF2B5EF4-FFF2-40B4-BE49-F238E27FC236}">
                <a16:creationId xmlns:a16="http://schemas.microsoft.com/office/drawing/2014/main" id="{E671DB2C-B514-96DF-74F5-8F53547933B6}"/>
              </a:ext>
            </a:extLst>
          </p:cNvPr>
          <p:cNvSpPr txBox="1"/>
          <p:nvPr/>
        </p:nvSpPr>
        <p:spPr>
          <a:xfrm>
            <a:off x="4091219" y="2717431"/>
            <a:ext cx="547907" cy="369332"/>
          </a:xfrm>
          <a:prstGeom prst="rect">
            <a:avLst/>
          </a:prstGeom>
          <a:noFill/>
          <a:ln w="12700">
            <a:noFill/>
          </a:ln>
        </p:spPr>
        <p:txBody>
          <a:bodyPr wrap="none" rtlCol="0">
            <a:spAutoFit/>
          </a:bodyPr>
          <a:lstStyle/>
          <a:p>
            <a:r>
              <a:rPr lang="en-US" i="1" dirty="0"/>
              <a:t>int8</a:t>
            </a:r>
          </a:p>
        </p:txBody>
      </p:sp>
      <p:cxnSp>
        <p:nvCxnSpPr>
          <p:cNvPr id="852" name="Straight Connector 851">
            <a:extLst>
              <a:ext uri="{FF2B5EF4-FFF2-40B4-BE49-F238E27FC236}">
                <a16:creationId xmlns:a16="http://schemas.microsoft.com/office/drawing/2014/main" id="{DE9FACAF-5F2D-5CF9-D0A7-714A0E8CA5E7}"/>
              </a:ext>
            </a:extLst>
          </p:cNvPr>
          <p:cNvCxnSpPr>
            <a:cxnSpLocks/>
          </p:cNvCxnSpPr>
          <p:nvPr/>
        </p:nvCxnSpPr>
        <p:spPr>
          <a:xfrm flipV="1">
            <a:off x="9254336" y="1008384"/>
            <a:ext cx="0" cy="5113861"/>
          </a:xfrm>
          <a:prstGeom prst="line">
            <a:avLst/>
          </a:prstGeom>
        </p:spPr>
        <p:style>
          <a:lnRef idx="1">
            <a:schemeClr val="dk1"/>
          </a:lnRef>
          <a:fillRef idx="0">
            <a:schemeClr val="dk1"/>
          </a:fillRef>
          <a:effectRef idx="0">
            <a:schemeClr val="dk1"/>
          </a:effectRef>
          <a:fontRef idx="minor">
            <a:schemeClr val="tx1"/>
          </a:fontRef>
        </p:style>
      </p:cxnSp>
      <p:cxnSp>
        <p:nvCxnSpPr>
          <p:cNvPr id="854" name="Straight Arrow Connector 853">
            <a:extLst>
              <a:ext uri="{FF2B5EF4-FFF2-40B4-BE49-F238E27FC236}">
                <a16:creationId xmlns:a16="http://schemas.microsoft.com/office/drawing/2014/main" id="{DD289131-416F-EE6D-F107-19F384EFAD59}"/>
              </a:ext>
            </a:extLst>
          </p:cNvPr>
          <p:cNvCxnSpPr>
            <a:cxnSpLocks/>
          </p:cNvCxnSpPr>
          <p:nvPr/>
        </p:nvCxnSpPr>
        <p:spPr>
          <a:xfrm>
            <a:off x="9245537" y="1001484"/>
            <a:ext cx="1639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5" name="TextBox 854">
            <a:extLst>
              <a:ext uri="{FF2B5EF4-FFF2-40B4-BE49-F238E27FC236}">
                <a16:creationId xmlns:a16="http://schemas.microsoft.com/office/drawing/2014/main" id="{5850B755-6759-A74F-7558-E5AA0FE6B8E0}"/>
              </a:ext>
            </a:extLst>
          </p:cNvPr>
          <p:cNvSpPr txBox="1"/>
          <p:nvPr/>
        </p:nvSpPr>
        <p:spPr>
          <a:xfrm>
            <a:off x="8728650" y="2654653"/>
            <a:ext cx="547907" cy="369332"/>
          </a:xfrm>
          <a:prstGeom prst="rect">
            <a:avLst/>
          </a:prstGeom>
          <a:noFill/>
          <a:ln w="12700">
            <a:noFill/>
          </a:ln>
        </p:spPr>
        <p:txBody>
          <a:bodyPr wrap="none" rtlCol="0">
            <a:spAutoFit/>
          </a:bodyPr>
          <a:lstStyle/>
          <a:p>
            <a:r>
              <a:rPr lang="en-US" i="1" dirty="0"/>
              <a:t>int8</a:t>
            </a:r>
          </a:p>
        </p:txBody>
      </p:sp>
      <p:sp>
        <p:nvSpPr>
          <p:cNvPr id="856" name="TextBox 855">
            <a:extLst>
              <a:ext uri="{FF2B5EF4-FFF2-40B4-BE49-F238E27FC236}">
                <a16:creationId xmlns:a16="http://schemas.microsoft.com/office/drawing/2014/main" id="{31F8B38B-A671-6569-C345-8110171D62B7}"/>
              </a:ext>
            </a:extLst>
          </p:cNvPr>
          <p:cNvSpPr txBox="1"/>
          <p:nvPr/>
        </p:nvSpPr>
        <p:spPr>
          <a:xfrm>
            <a:off x="9188289" y="631967"/>
            <a:ext cx="1233992" cy="369332"/>
          </a:xfrm>
          <a:prstGeom prst="rect">
            <a:avLst/>
          </a:prstGeom>
          <a:noFill/>
          <a:ln w="12700">
            <a:noFill/>
          </a:ln>
        </p:spPr>
        <p:txBody>
          <a:bodyPr wrap="none" rtlCol="0">
            <a:spAutoFit/>
          </a:bodyPr>
          <a:lstStyle/>
          <a:p>
            <a:r>
              <a:rPr lang="en-US" i="1" dirty="0" err="1"/>
              <a:t>ochan</a:t>
            </a:r>
            <a:r>
              <a:rPr lang="en-US" i="1" dirty="0"/>
              <a:t>*int8</a:t>
            </a:r>
          </a:p>
        </p:txBody>
      </p:sp>
      <p:sp>
        <p:nvSpPr>
          <p:cNvPr id="857" name="TextBox 856">
            <a:extLst>
              <a:ext uri="{FF2B5EF4-FFF2-40B4-BE49-F238E27FC236}">
                <a16:creationId xmlns:a16="http://schemas.microsoft.com/office/drawing/2014/main" id="{6B135368-B09A-254E-CFF4-806D72EDB346}"/>
              </a:ext>
            </a:extLst>
          </p:cNvPr>
          <p:cNvSpPr txBox="1"/>
          <p:nvPr/>
        </p:nvSpPr>
        <p:spPr>
          <a:xfrm>
            <a:off x="10910367" y="801255"/>
            <a:ext cx="778418" cy="369332"/>
          </a:xfrm>
          <a:prstGeom prst="rect">
            <a:avLst/>
          </a:prstGeom>
          <a:noFill/>
          <a:ln w="12700">
            <a:noFill/>
          </a:ln>
        </p:spPr>
        <p:txBody>
          <a:bodyPr wrap="none" rtlCol="0">
            <a:spAutoFit/>
          </a:bodyPr>
          <a:lstStyle/>
          <a:p>
            <a:r>
              <a:rPr lang="en-US" dirty="0"/>
              <a:t>TDATA</a:t>
            </a:r>
          </a:p>
        </p:txBody>
      </p:sp>
      <p:sp>
        <p:nvSpPr>
          <p:cNvPr id="863" name="Rectangle 862">
            <a:extLst>
              <a:ext uri="{FF2B5EF4-FFF2-40B4-BE49-F238E27FC236}">
                <a16:creationId xmlns:a16="http://schemas.microsoft.com/office/drawing/2014/main" id="{48FA635D-D9F6-7DB8-5704-12F9A1A1898E}"/>
              </a:ext>
            </a:extLst>
          </p:cNvPr>
          <p:cNvSpPr/>
          <p:nvPr/>
        </p:nvSpPr>
        <p:spPr>
          <a:xfrm>
            <a:off x="1613967" y="198967"/>
            <a:ext cx="8964065" cy="6460066"/>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256BB5B-BFE7-8356-1883-266333D54D8A}"/>
              </a:ext>
            </a:extLst>
          </p:cNvPr>
          <p:cNvSpPr txBox="1"/>
          <p:nvPr/>
        </p:nvSpPr>
        <p:spPr>
          <a:xfrm>
            <a:off x="3090226" y="1235763"/>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3" name="Group 2">
            <a:extLst>
              <a:ext uri="{FF2B5EF4-FFF2-40B4-BE49-F238E27FC236}">
                <a16:creationId xmlns:a16="http://schemas.microsoft.com/office/drawing/2014/main" id="{DDE6499C-C72D-AAB9-8C95-4E6E64DEAB6E}"/>
              </a:ext>
            </a:extLst>
          </p:cNvPr>
          <p:cNvGrpSpPr/>
          <p:nvPr/>
        </p:nvGrpSpPr>
        <p:grpSpPr>
          <a:xfrm>
            <a:off x="5241238" y="1235057"/>
            <a:ext cx="350195" cy="350195"/>
            <a:chOff x="8869161" y="1569883"/>
            <a:chExt cx="350195" cy="350195"/>
          </a:xfrm>
        </p:grpSpPr>
        <p:sp>
          <p:nvSpPr>
            <p:cNvPr id="4" name="Rectangle 3">
              <a:extLst>
                <a:ext uri="{FF2B5EF4-FFF2-40B4-BE49-F238E27FC236}">
                  <a16:creationId xmlns:a16="http://schemas.microsoft.com/office/drawing/2014/main" id="{C09C5E5E-D825-876A-48DC-67887A6B13D0}"/>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FA6AE140-19CD-9F19-D1A6-753E0ED794C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 name="Straight Arrow Connector 5">
            <a:extLst>
              <a:ext uri="{FF2B5EF4-FFF2-40B4-BE49-F238E27FC236}">
                <a16:creationId xmlns:a16="http://schemas.microsoft.com/office/drawing/2014/main" id="{C9679202-E337-0E35-A266-8C826F64B681}"/>
              </a:ext>
            </a:extLst>
          </p:cNvPr>
          <p:cNvCxnSpPr>
            <a:cxnSpLocks/>
          </p:cNvCxnSpPr>
          <p:nvPr/>
        </p:nvCxnSpPr>
        <p:spPr>
          <a:xfrm>
            <a:off x="4520432" y="1400888"/>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386311-7858-0BCE-9A52-A7FBEBA05171}"/>
              </a:ext>
            </a:extLst>
          </p:cNvPr>
          <p:cNvSpPr txBox="1"/>
          <p:nvPr/>
        </p:nvSpPr>
        <p:spPr>
          <a:xfrm>
            <a:off x="3090226" y="1692724"/>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8" name="Group 7">
            <a:extLst>
              <a:ext uri="{FF2B5EF4-FFF2-40B4-BE49-F238E27FC236}">
                <a16:creationId xmlns:a16="http://schemas.microsoft.com/office/drawing/2014/main" id="{B0C9F961-62EE-6EA3-7AA8-98532A4B58D6}"/>
              </a:ext>
            </a:extLst>
          </p:cNvPr>
          <p:cNvGrpSpPr/>
          <p:nvPr/>
        </p:nvGrpSpPr>
        <p:grpSpPr>
          <a:xfrm>
            <a:off x="5241238" y="1692018"/>
            <a:ext cx="350195" cy="350195"/>
            <a:chOff x="8869161" y="1569883"/>
            <a:chExt cx="350195" cy="350195"/>
          </a:xfrm>
        </p:grpSpPr>
        <p:sp>
          <p:nvSpPr>
            <p:cNvPr id="11" name="Rectangle 10">
              <a:extLst>
                <a:ext uri="{FF2B5EF4-FFF2-40B4-BE49-F238E27FC236}">
                  <a16:creationId xmlns:a16="http://schemas.microsoft.com/office/drawing/2014/main" id="{39E04B54-B394-D67D-FDE7-DF2C40334D44}"/>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D3CFC7D6-9BF2-BC76-959C-29008E054048}"/>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Arrow Connector 14">
            <a:extLst>
              <a:ext uri="{FF2B5EF4-FFF2-40B4-BE49-F238E27FC236}">
                <a16:creationId xmlns:a16="http://schemas.microsoft.com/office/drawing/2014/main" id="{87FA781A-2E5C-B40A-4844-CDE12C266F3F}"/>
              </a:ext>
            </a:extLst>
          </p:cNvPr>
          <p:cNvCxnSpPr>
            <a:cxnSpLocks/>
          </p:cNvCxnSpPr>
          <p:nvPr/>
        </p:nvCxnSpPr>
        <p:spPr>
          <a:xfrm>
            <a:off x="4520432" y="1857849"/>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7263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a:extLst>
              <a:ext uri="{FF2B5EF4-FFF2-40B4-BE49-F238E27FC236}">
                <a16:creationId xmlns:a16="http://schemas.microsoft.com/office/drawing/2014/main" id="{E8304FE2-8E34-9952-E61E-A638B6BE5143}"/>
              </a:ext>
            </a:extLst>
          </p:cNvPr>
          <p:cNvSpPr txBox="1"/>
          <p:nvPr/>
        </p:nvSpPr>
        <p:spPr>
          <a:xfrm>
            <a:off x="6674747" y="611445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sp>
        <p:nvSpPr>
          <p:cNvPr id="9" name="TextBox 8">
            <a:extLst>
              <a:ext uri="{FF2B5EF4-FFF2-40B4-BE49-F238E27FC236}">
                <a16:creationId xmlns:a16="http://schemas.microsoft.com/office/drawing/2014/main" id="{95854A2D-BDE8-2B49-07BF-283AD0270BF4}"/>
              </a:ext>
            </a:extLst>
          </p:cNvPr>
          <p:cNvSpPr txBox="1"/>
          <p:nvPr/>
        </p:nvSpPr>
        <p:spPr>
          <a:xfrm>
            <a:off x="1671555" y="808392"/>
            <a:ext cx="1168269" cy="369332"/>
          </a:xfrm>
          <a:prstGeom prst="rect">
            <a:avLst/>
          </a:prstGeom>
          <a:noFill/>
          <a:ln w="12700">
            <a:noFill/>
          </a:ln>
        </p:spPr>
        <p:txBody>
          <a:bodyPr wrap="none" rtlCol="0">
            <a:spAutoFit/>
          </a:bodyPr>
          <a:lstStyle/>
          <a:p>
            <a:r>
              <a:rPr lang="en-US" i="1" dirty="0" err="1"/>
              <a:t>ichan</a:t>
            </a:r>
            <a:r>
              <a:rPr lang="en-US" i="1" dirty="0"/>
              <a:t>*int8</a:t>
            </a:r>
          </a:p>
        </p:txBody>
      </p:sp>
      <p:sp>
        <p:nvSpPr>
          <p:cNvPr id="10" name="TextBox 9">
            <a:extLst>
              <a:ext uri="{FF2B5EF4-FFF2-40B4-BE49-F238E27FC236}">
                <a16:creationId xmlns:a16="http://schemas.microsoft.com/office/drawing/2014/main" id="{6069D7A5-98A6-6A19-A26B-315ED9AA231A}"/>
              </a:ext>
            </a:extLst>
          </p:cNvPr>
          <p:cNvSpPr txBox="1"/>
          <p:nvPr/>
        </p:nvSpPr>
        <p:spPr>
          <a:xfrm>
            <a:off x="383891" y="961329"/>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3142962" y="1481474"/>
            <a:ext cx="914994" cy="369332"/>
          </a:xfrm>
          <a:prstGeom prst="rect">
            <a:avLst/>
          </a:prstGeom>
          <a:noFill/>
          <a:ln w="12700">
            <a:noFill/>
          </a:ln>
        </p:spPr>
        <p:txBody>
          <a:bodyPr wrap="none" rtlCol="0">
            <a:spAutoFit/>
          </a:bodyPr>
          <a:lstStyle/>
          <a:p>
            <a:r>
              <a:rPr lang="en-US" i="1" dirty="0"/>
              <a:t>weights</a:t>
            </a:r>
          </a:p>
        </p:txBody>
      </p:sp>
      <p:sp>
        <p:nvSpPr>
          <p:cNvPr id="24" name="TextBox 23">
            <a:extLst>
              <a:ext uri="{FF2B5EF4-FFF2-40B4-BE49-F238E27FC236}">
                <a16:creationId xmlns:a16="http://schemas.microsoft.com/office/drawing/2014/main" id="{62D5415B-6BBB-4905-FE3D-C2DC9C90E467}"/>
              </a:ext>
            </a:extLst>
          </p:cNvPr>
          <p:cNvSpPr txBox="1"/>
          <p:nvPr/>
        </p:nvSpPr>
        <p:spPr>
          <a:xfrm>
            <a:off x="3090226" y="980870"/>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5241238" y="980164"/>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4520432" y="1145995"/>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1165233" y="1170824"/>
            <a:ext cx="1915832"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8763182" y="62915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8062792" y="62915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22" name="Group 721">
            <a:extLst>
              <a:ext uri="{FF2B5EF4-FFF2-40B4-BE49-F238E27FC236}">
                <a16:creationId xmlns:a16="http://schemas.microsoft.com/office/drawing/2014/main" id="{3FBB96FF-9B13-118F-0453-F2D6795410DC}"/>
              </a:ext>
            </a:extLst>
          </p:cNvPr>
          <p:cNvGrpSpPr/>
          <p:nvPr/>
        </p:nvGrpSpPr>
        <p:grpSpPr>
          <a:xfrm>
            <a:off x="8417570" y="6128982"/>
            <a:ext cx="350195" cy="325206"/>
            <a:chOff x="7531203" y="6119551"/>
            <a:chExt cx="350195" cy="325206"/>
          </a:xfrm>
        </p:grpSpPr>
        <p:sp>
          <p:nvSpPr>
            <p:cNvPr id="611" name="Rectangle 610">
              <a:extLst>
                <a:ext uri="{FF2B5EF4-FFF2-40B4-BE49-F238E27FC236}">
                  <a16:creationId xmlns:a16="http://schemas.microsoft.com/office/drawing/2014/main" id="{BDDE172B-EB6A-3C63-CE5E-1B9A7079379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8767232" y="629158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8066842" y="629158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7" name="TextBox 506">
            <a:extLst>
              <a:ext uri="{FF2B5EF4-FFF2-40B4-BE49-F238E27FC236}">
                <a16:creationId xmlns:a16="http://schemas.microsoft.com/office/drawing/2014/main" id="{F424094A-AEAB-3C3D-9D33-957C87394602}"/>
              </a:ext>
            </a:extLst>
          </p:cNvPr>
          <p:cNvSpPr txBox="1"/>
          <p:nvPr/>
        </p:nvSpPr>
        <p:spPr>
          <a:xfrm>
            <a:off x="6670697" y="572328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7" name="Straight Arrow Connector 66">
            <a:extLst>
              <a:ext uri="{FF2B5EF4-FFF2-40B4-BE49-F238E27FC236}">
                <a16:creationId xmlns:a16="http://schemas.microsoft.com/office/drawing/2014/main" id="{C4BCCCBB-29EA-AD2E-D75D-F11407FF3D54}"/>
              </a:ext>
            </a:extLst>
          </p:cNvPr>
          <p:cNvCxnSpPr>
            <a:cxnSpLocks/>
          </p:cNvCxnSpPr>
          <p:nvPr/>
        </p:nvCxnSpPr>
        <p:spPr>
          <a:xfrm>
            <a:off x="8759132" y="590041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6EABE58-EE80-F73D-F493-9422FAEC6181}"/>
              </a:ext>
            </a:extLst>
          </p:cNvPr>
          <p:cNvCxnSpPr>
            <a:cxnSpLocks/>
          </p:cNvCxnSpPr>
          <p:nvPr/>
        </p:nvCxnSpPr>
        <p:spPr>
          <a:xfrm>
            <a:off x="8058742" y="590041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28C62848-081B-44AC-5C66-C770C3CB9AA5}"/>
              </a:ext>
            </a:extLst>
          </p:cNvPr>
          <p:cNvGrpSpPr/>
          <p:nvPr/>
        </p:nvGrpSpPr>
        <p:grpSpPr>
          <a:xfrm>
            <a:off x="8413520" y="5737816"/>
            <a:ext cx="350195" cy="325206"/>
            <a:chOff x="7531203" y="6119551"/>
            <a:chExt cx="350195" cy="325206"/>
          </a:xfrm>
        </p:grpSpPr>
        <p:sp>
          <p:nvSpPr>
            <p:cNvPr id="74" name="Rectangle 73">
              <a:extLst>
                <a:ext uri="{FF2B5EF4-FFF2-40B4-BE49-F238E27FC236}">
                  <a16:creationId xmlns:a16="http://schemas.microsoft.com/office/drawing/2014/main" id="{12FA5B82-E8C7-FD44-BEC0-D5B40F48978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 name="Isosceles Triangle 75">
              <a:extLst>
                <a:ext uri="{FF2B5EF4-FFF2-40B4-BE49-F238E27FC236}">
                  <a16:creationId xmlns:a16="http://schemas.microsoft.com/office/drawing/2014/main" id="{522E8A3A-B060-7C25-AE27-1F26DB35F5B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 name="Straight Arrow Connector 76">
            <a:extLst>
              <a:ext uri="{FF2B5EF4-FFF2-40B4-BE49-F238E27FC236}">
                <a16:creationId xmlns:a16="http://schemas.microsoft.com/office/drawing/2014/main" id="{5160FAC8-5E20-5789-EDC3-BB12ED7B4113}"/>
              </a:ext>
            </a:extLst>
          </p:cNvPr>
          <p:cNvCxnSpPr>
            <a:cxnSpLocks/>
          </p:cNvCxnSpPr>
          <p:nvPr/>
        </p:nvCxnSpPr>
        <p:spPr>
          <a:xfrm>
            <a:off x="8763182" y="590041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36B22B4-F2FF-BECC-AF92-471EBB541F5E}"/>
              </a:ext>
            </a:extLst>
          </p:cNvPr>
          <p:cNvCxnSpPr>
            <a:cxnSpLocks/>
          </p:cNvCxnSpPr>
          <p:nvPr/>
        </p:nvCxnSpPr>
        <p:spPr>
          <a:xfrm>
            <a:off x="8062792" y="590041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0293881-0B89-AC07-4507-9E3C0A6530F7}"/>
              </a:ext>
            </a:extLst>
          </p:cNvPr>
          <p:cNvSpPr txBox="1"/>
          <p:nvPr/>
        </p:nvSpPr>
        <p:spPr>
          <a:xfrm>
            <a:off x="6666114" y="532646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116" name="Straight Arrow Connector 115">
            <a:extLst>
              <a:ext uri="{FF2B5EF4-FFF2-40B4-BE49-F238E27FC236}">
                <a16:creationId xmlns:a16="http://schemas.microsoft.com/office/drawing/2014/main" id="{F8EEA49B-F540-8044-0DF3-D5B7B1AA5798}"/>
              </a:ext>
            </a:extLst>
          </p:cNvPr>
          <p:cNvCxnSpPr>
            <a:cxnSpLocks/>
          </p:cNvCxnSpPr>
          <p:nvPr/>
        </p:nvCxnSpPr>
        <p:spPr>
          <a:xfrm>
            <a:off x="8754549" y="550359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C196E755-D37B-F718-A7E0-EDC8A021E459}"/>
              </a:ext>
            </a:extLst>
          </p:cNvPr>
          <p:cNvCxnSpPr>
            <a:cxnSpLocks/>
          </p:cNvCxnSpPr>
          <p:nvPr/>
        </p:nvCxnSpPr>
        <p:spPr>
          <a:xfrm>
            <a:off x="8054159" y="550359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80" name="Group 579">
            <a:extLst>
              <a:ext uri="{FF2B5EF4-FFF2-40B4-BE49-F238E27FC236}">
                <a16:creationId xmlns:a16="http://schemas.microsoft.com/office/drawing/2014/main" id="{6E428C18-E5A3-CB86-86F7-D81779A7F3F4}"/>
              </a:ext>
            </a:extLst>
          </p:cNvPr>
          <p:cNvGrpSpPr/>
          <p:nvPr/>
        </p:nvGrpSpPr>
        <p:grpSpPr>
          <a:xfrm>
            <a:off x="8408937" y="5340990"/>
            <a:ext cx="350195" cy="325206"/>
            <a:chOff x="7531203" y="6119551"/>
            <a:chExt cx="350195" cy="325206"/>
          </a:xfrm>
        </p:grpSpPr>
        <p:sp>
          <p:nvSpPr>
            <p:cNvPr id="582" name="Rectangle 581">
              <a:extLst>
                <a:ext uri="{FF2B5EF4-FFF2-40B4-BE49-F238E27FC236}">
                  <a16:creationId xmlns:a16="http://schemas.microsoft.com/office/drawing/2014/main" id="{092DC070-E3EE-E674-E5A2-B79D74746B7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3" name="Isosceles Triangle 582">
              <a:extLst>
                <a:ext uri="{FF2B5EF4-FFF2-40B4-BE49-F238E27FC236}">
                  <a16:creationId xmlns:a16="http://schemas.microsoft.com/office/drawing/2014/main" id="{7C8256A3-EEC1-1F82-E7D9-13EDCC49258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585" name="Straight Arrow Connector 584">
            <a:extLst>
              <a:ext uri="{FF2B5EF4-FFF2-40B4-BE49-F238E27FC236}">
                <a16:creationId xmlns:a16="http://schemas.microsoft.com/office/drawing/2014/main" id="{22FAC12A-1056-881A-BDDA-4F2974BE7738}"/>
              </a:ext>
            </a:extLst>
          </p:cNvPr>
          <p:cNvCxnSpPr>
            <a:cxnSpLocks/>
          </p:cNvCxnSpPr>
          <p:nvPr/>
        </p:nvCxnSpPr>
        <p:spPr>
          <a:xfrm>
            <a:off x="8758599" y="550359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6" name="Straight Arrow Connector 585">
            <a:extLst>
              <a:ext uri="{FF2B5EF4-FFF2-40B4-BE49-F238E27FC236}">
                <a16:creationId xmlns:a16="http://schemas.microsoft.com/office/drawing/2014/main" id="{F63893F0-6952-8DD2-006C-5DEE480B1958}"/>
              </a:ext>
            </a:extLst>
          </p:cNvPr>
          <p:cNvCxnSpPr>
            <a:cxnSpLocks/>
          </p:cNvCxnSpPr>
          <p:nvPr/>
        </p:nvCxnSpPr>
        <p:spPr>
          <a:xfrm>
            <a:off x="8058209" y="550359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3" name="TextBox 602">
            <a:extLst>
              <a:ext uri="{FF2B5EF4-FFF2-40B4-BE49-F238E27FC236}">
                <a16:creationId xmlns:a16="http://schemas.microsoft.com/office/drawing/2014/main" id="{7E24154F-FE00-E1E3-3F84-167DFABADBA6}"/>
              </a:ext>
            </a:extLst>
          </p:cNvPr>
          <p:cNvSpPr txBox="1"/>
          <p:nvPr/>
        </p:nvSpPr>
        <p:spPr>
          <a:xfrm>
            <a:off x="6662064" y="493529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16" name="Straight Arrow Connector 615">
            <a:extLst>
              <a:ext uri="{FF2B5EF4-FFF2-40B4-BE49-F238E27FC236}">
                <a16:creationId xmlns:a16="http://schemas.microsoft.com/office/drawing/2014/main" id="{FBF55FE3-DF15-E3DB-07AB-218748089D21}"/>
              </a:ext>
            </a:extLst>
          </p:cNvPr>
          <p:cNvCxnSpPr>
            <a:cxnSpLocks/>
          </p:cNvCxnSpPr>
          <p:nvPr/>
        </p:nvCxnSpPr>
        <p:spPr>
          <a:xfrm>
            <a:off x="8750499" y="511242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2" name="Straight Arrow Connector 621">
            <a:extLst>
              <a:ext uri="{FF2B5EF4-FFF2-40B4-BE49-F238E27FC236}">
                <a16:creationId xmlns:a16="http://schemas.microsoft.com/office/drawing/2014/main" id="{8BFBFB17-A9D0-3082-387B-AA874A98FF4F}"/>
              </a:ext>
            </a:extLst>
          </p:cNvPr>
          <p:cNvCxnSpPr>
            <a:cxnSpLocks/>
          </p:cNvCxnSpPr>
          <p:nvPr/>
        </p:nvCxnSpPr>
        <p:spPr>
          <a:xfrm>
            <a:off x="8050109" y="511242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9" name="Group 628">
            <a:extLst>
              <a:ext uri="{FF2B5EF4-FFF2-40B4-BE49-F238E27FC236}">
                <a16:creationId xmlns:a16="http://schemas.microsoft.com/office/drawing/2014/main" id="{0A3B4965-4579-3F20-7B1A-4B937CC47C22}"/>
              </a:ext>
            </a:extLst>
          </p:cNvPr>
          <p:cNvGrpSpPr/>
          <p:nvPr/>
        </p:nvGrpSpPr>
        <p:grpSpPr>
          <a:xfrm>
            <a:off x="8404887" y="4949824"/>
            <a:ext cx="350195" cy="325206"/>
            <a:chOff x="7531203" y="6119551"/>
            <a:chExt cx="350195" cy="325206"/>
          </a:xfrm>
        </p:grpSpPr>
        <p:sp>
          <p:nvSpPr>
            <p:cNvPr id="630" name="Rectangle 629">
              <a:extLst>
                <a:ext uri="{FF2B5EF4-FFF2-40B4-BE49-F238E27FC236}">
                  <a16:creationId xmlns:a16="http://schemas.microsoft.com/office/drawing/2014/main" id="{0F8D4400-53F1-7C40-7B4E-494B0CFC70B4}"/>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31" name="Isosceles Triangle 630">
              <a:extLst>
                <a:ext uri="{FF2B5EF4-FFF2-40B4-BE49-F238E27FC236}">
                  <a16:creationId xmlns:a16="http://schemas.microsoft.com/office/drawing/2014/main" id="{FA5C3BD0-171A-70CD-6647-E3AAF6C870E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32" name="Straight Arrow Connector 631">
            <a:extLst>
              <a:ext uri="{FF2B5EF4-FFF2-40B4-BE49-F238E27FC236}">
                <a16:creationId xmlns:a16="http://schemas.microsoft.com/office/drawing/2014/main" id="{169756F3-43F9-99A5-0F33-073C86D942C6}"/>
              </a:ext>
            </a:extLst>
          </p:cNvPr>
          <p:cNvCxnSpPr>
            <a:cxnSpLocks/>
          </p:cNvCxnSpPr>
          <p:nvPr/>
        </p:nvCxnSpPr>
        <p:spPr>
          <a:xfrm>
            <a:off x="8754549" y="511242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3" name="Straight Arrow Connector 632">
            <a:extLst>
              <a:ext uri="{FF2B5EF4-FFF2-40B4-BE49-F238E27FC236}">
                <a16:creationId xmlns:a16="http://schemas.microsoft.com/office/drawing/2014/main" id="{48905B00-B8F8-0D36-9E5E-01312ACCE299}"/>
              </a:ext>
            </a:extLst>
          </p:cNvPr>
          <p:cNvCxnSpPr>
            <a:cxnSpLocks/>
          </p:cNvCxnSpPr>
          <p:nvPr/>
        </p:nvCxnSpPr>
        <p:spPr>
          <a:xfrm>
            <a:off x="8054159" y="511242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5" name="TextBox 634">
            <a:extLst>
              <a:ext uri="{FF2B5EF4-FFF2-40B4-BE49-F238E27FC236}">
                <a16:creationId xmlns:a16="http://schemas.microsoft.com/office/drawing/2014/main" id="{275AF474-BAB0-5D33-72D7-DED3A9336E2A}"/>
              </a:ext>
            </a:extLst>
          </p:cNvPr>
          <p:cNvSpPr txBox="1"/>
          <p:nvPr/>
        </p:nvSpPr>
        <p:spPr>
          <a:xfrm>
            <a:off x="6657481" y="4542093"/>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41" name="Straight Arrow Connector 640">
            <a:extLst>
              <a:ext uri="{FF2B5EF4-FFF2-40B4-BE49-F238E27FC236}">
                <a16:creationId xmlns:a16="http://schemas.microsoft.com/office/drawing/2014/main" id="{22C5547A-F580-0C0F-53D0-A71B0487AC49}"/>
              </a:ext>
            </a:extLst>
          </p:cNvPr>
          <p:cNvCxnSpPr>
            <a:cxnSpLocks/>
          </p:cNvCxnSpPr>
          <p:nvPr/>
        </p:nvCxnSpPr>
        <p:spPr>
          <a:xfrm>
            <a:off x="8745916" y="471922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2" name="Straight Arrow Connector 641">
            <a:extLst>
              <a:ext uri="{FF2B5EF4-FFF2-40B4-BE49-F238E27FC236}">
                <a16:creationId xmlns:a16="http://schemas.microsoft.com/office/drawing/2014/main" id="{FB6963ED-D27D-E4F8-857B-DA1591E1180D}"/>
              </a:ext>
            </a:extLst>
          </p:cNvPr>
          <p:cNvCxnSpPr>
            <a:cxnSpLocks/>
          </p:cNvCxnSpPr>
          <p:nvPr/>
        </p:nvCxnSpPr>
        <p:spPr>
          <a:xfrm>
            <a:off x="8045526" y="471922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43" name="Group 642">
            <a:extLst>
              <a:ext uri="{FF2B5EF4-FFF2-40B4-BE49-F238E27FC236}">
                <a16:creationId xmlns:a16="http://schemas.microsoft.com/office/drawing/2014/main" id="{247D6C80-973A-D64E-776F-45C6CD0B93EB}"/>
              </a:ext>
            </a:extLst>
          </p:cNvPr>
          <p:cNvGrpSpPr/>
          <p:nvPr/>
        </p:nvGrpSpPr>
        <p:grpSpPr>
          <a:xfrm>
            <a:off x="8400304" y="4556622"/>
            <a:ext cx="350195" cy="325206"/>
            <a:chOff x="7531203" y="6119551"/>
            <a:chExt cx="350195" cy="325206"/>
          </a:xfrm>
        </p:grpSpPr>
        <p:sp>
          <p:nvSpPr>
            <p:cNvPr id="644" name="Rectangle 643">
              <a:extLst>
                <a:ext uri="{FF2B5EF4-FFF2-40B4-BE49-F238E27FC236}">
                  <a16:creationId xmlns:a16="http://schemas.microsoft.com/office/drawing/2014/main" id="{52D1E48D-E2D0-811D-03AC-0930882F174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45" name="Isosceles Triangle 644">
              <a:extLst>
                <a:ext uri="{FF2B5EF4-FFF2-40B4-BE49-F238E27FC236}">
                  <a16:creationId xmlns:a16="http://schemas.microsoft.com/office/drawing/2014/main" id="{6D059C26-51A8-B4A4-9C9A-45700D49CDF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46" name="Straight Arrow Connector 645">
            <a:extLst>
              <a:ext uri="{FF2B5EF4-FFF2-40B4-BE49-F238E27FC236}">
                <a16:creationId xmlns:a16="http://schemas.microsoft.com/office/drawing/2014/main" id="{BFAA8C7B-0BA8-748B-4783-97D5B09C68CA}"/>
              </a:ext>
            </a:extLst>
          </p:cNvPr>
          <p:cNvCxnSpPr>
            <a:cxnSpLocks/>
          </p:cNvCxnSpPr>
          <p:nvPr/>
        </p:nvCxnSpPr>
        <p:spPr>
          <a:xfrm>
            <a:off x="8749966" y="4719225"/>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0008AE9-95BF-631E-6BCE-922CCB53BA76}"/>
              </a:ext>
            </a:extLst>
          </p:cNvPr>
          <p:cNvCxnSpPr>
            <a:cxnSpLocks/>
          </p:cNvCxnSpPr>
          <p:nvPr/>
        </p:nvCxnSpPr>
        <p:spPr>
          <a:xfrm>
            <a:off x="8049576" y="4719225"/>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9" name="TextBox 648">
            <a:extLst>
              <a:ext uri="{FF2B5EF4-FFF2-40B4-BE49-F238E27FC236}">
                <a16:creationId xmlns:a16="http://schemas.microsoft.com/office/drawing/2014/main" id="{3E9319FB-6617-E8C4-E531-01F8AA9ADD01}"/>
              </a:ext>
            </a:extLst>
          </p:cNvPr>
          <p:cNvSpPr txBox="1"/>
          <p:nvPr/>
        </p:nvSpPr>
        <p:spPr>
          <a:xfrm>
            <a:off x="6653431" y="415092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55" name="Straight Arrow Connector 654">
            <a:extLst>
              <a:ext uri="{FF2B5EF4-FFF2-40B4-BE49-F238E27FC236}">
                <a16:creationId xmlns:a16="http://schemas.microsoft.com/office/drawing/2014/main" id="{A41C6BD6-CCBF-3FAF-1076-A266A94FC8A6}"/>
              </a:ext>
            </a:extLst>
          </p:cNvPr>
          <p:cNvCxnSpPr>
            <a:cxnSpLocks/>
          </p:cNvCxnSpPr>
          <p:nvPr/>
        </p:nvCxnSpPr>
        <p:spPr>
          <a:xfrm>
            <a:off x="8741866" y="432805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6" name="Straight Arrow Connector 655">
            <a:extLst>
              <a:ext uri="{FF2B5EF4-FFF2-40B4-BE49-F238E27FC236}">
                <a16:creationId xmlns:a16="http://schemas.microsoft.com/office/drawing/2014/main" id="{5092FEB5-7B5A-B8DD-D752-F821AFAA273B}"/>
              </a:ext>
            </a:extLst>
          </p:cNvPr>
          <p:cNvCxnSpPr>
            <a:cxnSpLocks/>
          </p:cNvCxnSpPr>
          <p:nvPr/>
        </p:nvCxnSpPr>
        <p:spPr>
          <a:xfrm>
            <a:off x="8041476" y="432805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58" name="Group 657">
            <a:extLst>
              <a:ext uri="{FF2B5EF4-FFF2-40B4-BE49-F238E27FC236}">
                <a16:creationId xmlns:a16="http://schemas.microsoft.com/office/drawing/2014/main" id="{48189E2F-64C5-A441-42F5-49D35819413D}"/>
              </a:ext>
            </a:extLst>
          </p:cNvPr>
          <p:cNvGrpSpPr/>
          <p:nvPr/>
        </p:nvGrpSpPr>
        <p:grpSpPr>
          <a:xfrm>
            <a:off x="8396254" y="4165456"/>
            <a:ext cx="350195" cy="325206"/>
            <a:chOff x="7531203" y="6119551"/>
            <a:chExt cx="350195" cy="325206"/>
          </a:xfrm>
        </p:grpSpPr>
        <p:sp>
          <p:nvSpPr>
            <p:cNvPr id="660" name="Rectangle 659">
              <a:extLst>
                <a:ext uri="{FF2B5EF4-FFF2-40B4-BE49-F238E27FC236}">
                  <a16:creationId xmlns:a16="http://schemas.microsoft.com/office/drawing/2014/main" id="{C24513A7-BB55-DFF9-27A1-077D95A2E95E}"/>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66" name="Isosceles Triangle 665">
              <a:extLst>
                <a:ext uri="{FF2B5EF4-FFF2-40B4-BE49-F238E27FC236}">
                  <a16:creationId xmlns:a16="http://schemas.microsoft.com/office/drawing/2014/main" id="{AB15CAB5-40C6-67F3-B14C-482DF593D6D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67" name="Straight Arrow Connector 666">
            <a:extLst>
              <a:ext uri="{FF2B5EF4-FFF2-40B4-BE49-F238E27FC236}">
                <a16:creationId xmlns:a16="http://schemas.microsoft.com/office/drawing/2014/main" id="{4DAEA067-E206-5720-FFD0-37E7811E085D}"/>
              </a:ext>
            </a:extLst>
          </p:cNvPr>
          <p:cNvCxnSpPr>
            <a:cxnSpLocks/>
          </p:cNvCxnSpPr>
          <p:nvPr/>
        </p:nvCxnSpPr>
        <p:spPr>
          <a:xfrm>
            <a:off x="8745916" y="432805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8" name="Straight Arrow Connector 667">
            <a:extLst>
              <a:ext uri="{FF2B5EF4-FFF2-40B4-BE49-F238E27FC236}">
                <a16:creationId xmlns:a16="http://schemas.microsoft.com/office/drawing/2014/main" id="{C791B233-3010-2C96-3C4E-88060DB45E93}"/>
              </a:ext>
            </a:extLst>
          </p:cNvPr>
          <p:cNvCxnSpPr>
            <a:cxnSpLocks/>
          </p:cNvCxnSpPr>
          <p:nvPr/>
        </p:nvCxnSpPr>
        <p:spPr>
          <a:xfrm>
            <a:off x="8045526" y="432805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71" name="TextBox 670">
            <a:extLst>
              <a:ext uri="{FF2B5EF4-FFF2-40B4-BE49-F238E27FC236}">
                <a16:creationId xmlns:a16="http://schemas.microsoft.com/office/drawing/2014/main" id="{12CF7C67-15BE-31E2-573D-A17433CF7C9A}"/>
              </a:ext>
            </a:extLst>
          </p:cNvPr>
          <p:cNvSpPr txBox="1"/>
          <p:nvPr/>
        </p:nvSpPr>
        <p:spPr>
          <a:xfrm>
            <a:off x="6648848" y="375410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77" name="Straight Arrow Connector 676">
            <a:extLst>
              <a:ext uri="{FF2B5EF4-FFF2-40B4-BE49-F238E27FC236}">
                <a16:creationId xmlns:a16="http://schemas.microsoft.com/office/drawing/2014/main" id="{02693B81-C353-E4D6-BD18-2753ABA5B895}"/>
              </a:ext>
            </a:extLst>
          </p:cNvPr>
          <p:cNvCxnSpPr>
            <a:cxnSpLocks/>
          </p:cNvCxnSpPr>
          <p:nvPr/>
        </p:nvCxnSpPr>
        <p:spPr>
          <a:xfrm>
            <a:off x="8737283" y="393123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8" name="Straight Arrow Connector 677">
            <a:extLst>
              <a:ext uri="{FF2B5EF4-FFF2-40B4-BE49-F238E27FC236}">
                <a16:creationId xmlns:a16="http://schemas.microsoft.com/office/drawing/2014/main" id="{EF9E775D-C263-AD90-2DED-2A2E9DEBE86C}"/>
              </a:ext>
            </a:extLst>
          </p:cNvPr>
          <p:cNvCxnSpPr>
            <a:cxnSpLocks/>
          </p:cNvCxnSpPr>
          <p:nvPr/>
        </p:nvCxnSpPr>
        <p:spPr>
          <a:xfrm>
            <a:off x="8036893" y="393123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79" name="Group 678">
            <a:extLst>
              <a:ext uri="{FF2B5EF4-FFF2-40B4-BE49-F238E27FC236}">
                <a16:creationId xmlns:a16="http://schemas.microsoft.com/office/drawing/2014/main" id="{330D3BF6-13CE-F628-DCEE-A7DC223D9496}"/>
              </a:ext>
            </a:extLst>
          </p:cNvPr>
          <p:cNvGrpSpPr/>
          <p:nvPr/>
        </p:nvGrpSpPr>
        <p:grpSpPr>
          <a:xfrm>
            <a:off x="8391671" y="3768630"/>
            <a:ext cx="350195" cy="325206"/>
            <a:chOff x="7531203" y="6119551"/>
            <a:chExt cx="350195" cy="325206"/>
          </a:xfrm>
        </p:grpSpPr>
        <p:sp>
          <p:nvSpPr>
            <p:cNvPr id="681" name="Rectangle 680">
              <a:extLst>
                <a:ext uri="{FF2B5EF4-FFF2-40B4-BE49-F238E27FC236}">
                  <a16:creationId xmlns:a16="http://schemas.microsoft.com/office/drawing/2014/main" id="{322361D5-3623-C0E5-35B0-E867EEEDB46A}"/>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82" name="Isosceles Triangle 681">
              <a:extLst>
                <a:ext uri="{FF2B5EF4-FFF2-40B4-BE49-F238E27FC236}">
                  <a16:creationId xmlns:a16="http://schemas.microsoft.com/office/drawing/2014/main" id="{DA5A496A-425E-784E-F663-4E7973BB68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85" name="Straight Arrow Connector 684">
            <a:extLst>
              <a:ext uri="{FF2B5EF4-FFF2-40B4-BE49-F238E27FC236}">
                <a16:creationId xmlns:a16="http://schemas.microsoft.com/office/drawing/2014/main" id="{11A7DA60-00C6-4EF3-24ED-A485CC9E8B6D}"/>
              </a:ext>
            </a:extLst>
          </p:cNvPr>
          <p:cNvCxnSpPr>
            <a:cxnSpLocks/>
          </p:cNvCxnSpPr>
          <p:nvPr/>
        </p:nvCxnSpPr>
        <p:spPr>
          <a:xfrm>
            <a:off x="8741333" y="393123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7" name="Straight Arrow Connector 686">
            <a:extLst>
              <a:ext uri="{FF2B5EF4-FFF2-40B4-BE49-F238E27FC236}">
                <a16:creationId xmlns:a16="http://schemas.microsoft.com/office/drawing/2014/main" id="{7836E180-6A9C-C950-6684-DBB611C6CD88}"/>
              </a:ext>
            </a:extLst>
          </p:cNvPr>
          <p:cNvCxnSpPr>
            <a:cxnSpLocks/>
          </p:cNvCxnSpPr>
          <p:nvPr/>
        </p:nvCxnSpPr>
        <p:spPr>
          <a:xfrm>
            <a:off x="8040943" y="393123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0" name="TextBox 689">
            <a:extLst>
              <a:ext uri="{FF2B5EF4-FFF2-40B4-BE49-F238E27FC236}">
                <a16:creationId xmlns:a16="http://schemas.microsoft.com/office/drawing/2014/main" id="{2EB14818-6ABB-EC03-9906-F5078699936D}"/>
              </a:ext>
            </a:extLst>
          </p:cNvPr>
          <p:cNvSpPr txBox="1"/>
          <p:nvPr/>
        </p:nvSpPr>
        <p:spPr>
          <a:xfrm>
            <a:off x="6644798" y="336293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698" name="Straight Arrow Connector 697">
            <a:extLst>
              <a:ext uri="{FF2B5EF4-FFF2-40B4-BE49-F238E27FC236}">
                <a16:creationId xmlns:a16="http://schemas.microsoft.com/office/drawing/2014/main" id="{00E092F8-7FA9-9FA4-7222-E2A4319FECFE}"/>
              </a:ext>
            </a:extLst>
          </p:cNvPr>
          <p:cNvCxnSpPr>
            <a:cxnSpLocks/>
          </p:cNvCxnSpPr>
          <p:nvPr/>
        </p:nvCxnSpPr>
        <p:spPr>
          <a:xfrm>
            <a:off x="8733233" y="354006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9" name="Straight Arrow Connector 698">
            <a:extLst>
              <a:ext uri="{FF2B5EF4-FFF2-40B4-BE49-F238E27FC236}">
                <a16:creationId xmlns:a16="http://schemas.microsoft.com/office/drawing/2014/main" id="{D783F0F8-B448-2ADA-92A7-CBF5A2E4A1AB}"/>
              </a:ext>
            </a:extLst>
          </p:cNvPr>
          <p:cNvCxnSpPr>
            <a:cxnSpLocks/>
          </p:cNvCxnSpPr>
          <p:nvPr/>
        </p:nvCxnSpPr>
        <p:spPr>
          <a:xfrm>
            <a:off x="8032843" y="354006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01" name="Group 700">
            <a:extLst>
              <a:ext uri="{FF2B5EF4-FFF2-40B4-BE49-F238E27FC236}">
                <a16:creationId xmlns:a16="http://schemas.microsoft.com/office/drawing/2014/main" id="{DB79B5A6-CD96-34BD-65FB-9A6B34CEA338}"/>
              </a:ext>
            </a:extLst>
          </p:cNvPr>
          <p:cNvGrpSpPr/>
          <p:nvPr/>
        </p:nvGrpSpPr>
        <p:grpSpPr>
          <a:xfrm>
            <a:off x="8387621" y="3377464"/>
            <a:ext cx="350195" cy="325206"/>
            <a:chOff x="7531203" y="6119551"/>
            <a:chExt cx="350195" cy="325206"/>
          </a:xfrm>
        </p:grpSpPr>
        <p:sp>
          <p:nvSpPr>
            <p:cNvPr id="703" name="Rectangle 702">
              <a:extLst>
                <a:ext uri="{FF2B5EF4-FFF2-40B4-BE49-F238E27FC236}">
                  <a16:creationId xmlns:a16="http://schemas.microsoft.com/office/drawing/2014/main" id="{16071576-B929-E1F8-453B-80DF3FCA25E4}"/>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05" name="Isosceles Triangle 704">
              <a:extLst>
                <a:ext uri="{FF2B5EF4-FFF2-40B4-BE49-F238E27FC236}">
                  <a16:creationId xmlns:a16="http://schemas.microsoft.com/office/drawing/2014/main" id="{55087BCF-5D4E-C183-B994-6B29C4D8FA5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06" name="Straight Arrow Connector 705">
            <a:extLst>
              <a:ext uri="{FF2B5EF4-FFF2-40B4-BE49-F238E27FC236}">
                <a16:creationId xmlns:a16="http://schemas.microsoft.com/office/drawing/2014/main" id="{848D8BE2-F759-0887-32B5-DE02A0E80A5F}"/>
              </a:ext>
            </a:extLst>
          </p:cNvPr>
          <p:cNvCxnSpPr>
            <a:cxnSpLocks/>
          </p:cNvCxnSpPr>
          <p:nvPr/>
        </p:nvCxnSpPr>
        <p:spPr>
          <a:xfrm>
            <a:off x="8737283" y="354006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7" name="Straight Arrow Connector 706">
            <a:extLst>
              <a:ext uri="{FF2B5EF4-FFF2-40B4-BE49-F238E27FC236}">
                <a16:creationId xmlns:a16="http://schemas.microsoft.com/office/drawing/2014/main" id="{4B482D07-1A3A-E42A-E5D4-EB41A8824A90}"/>
              </a:ext>
            </a:extLst>
          </p:cNvPr>
          <p:cNvCxnSpPr>
            <a:cxnSpLocks/>
          </p:cNvCxnSpPr>
          <p:nvPr/>
        </p:nvCxnSpPr>
        <p:spPr>
          <a:xfrm>
            <a:off x="8036893" y="354006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4" name="TextBox 723">
            <a:extLst>
              <a:ext uri="{FF2B5EF4-FFF2-40B4-BE49-F238E27FC236}">
                <a16:creationId xmlns:a16="http://schemas.microsoft.com/office/drawing/2014/main" id="{7EEC9D0D-F819-9CCB-B497-9EF9B08A8D1F}"/>
              </a:ext>
            </a:extLst>
          </p:cNvPr>
          <p:cNvSpPr txBox="1"/>
          <p:nvPr/>
        </p:nvSpPr>
        <p:spPr>
          <a:xfrm>
            <a:off x="6640215" y="2965897"/>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30" name="Straight Arrow Connector 729">
            <a:extLst>
              <a:ext uri="{FF2B5EF4-FFF2-40B4-BE49-F238E27FC236}">
                <a16:creationId xmlns:a16="http://schemas.microsoft.com/office/drawing/2014/main" id="{07936ED5-71C0-1B28-7D0A-707AA3ABA7F0}"/>
              </a:ext>
            </a:extLst>
          </p:cNvPr>
          <p:cNvCxnSpPr>
            <a:cxnSpLocks/>
          </p:cNvCxnSpPr>
          <p:nvPr/>
        </p:nvCxnSpPr>
        <p:spPr>
          <a:xfrm>
            <a:off x="8728650" y="314302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1" name="Straight Arrow Connector 730">
            <a:extLst>
              <a:ext uri="{FF2B5EF4-FFF2-40B4-BE49-F238E27FC236}">
                <a16:creationId xmlns:a16="http://schemas.microsoft.com/office/drawing/2014/main" id="{0508763F-38DA-3F33-747B-4A8211F946FE}"/>
              </a:ext>
            </a:extLst>
          </p:cNvPr>
          <p:cNvCxnSpPr>
            <a:cxnSpLocks/>
          </p:cNvCxnSpPr>
          <p:nvPr/>
        </p:nvCxnSpPr>
        <p:spPr>
          <a:xfrm>
            <a:off x="8028260" y="314302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869D2D99-4DBA-E044-FE37-B6CC7D28B406}"/>
              </a:ext>
            </a:extLst>
          </p:cNvPr>
          <p:cNvGrpSpPr/>
          <p:nvPr/>
        </p:nvGrpSpPr>
        <p:grpSpPr>
          <a:xfrm>
            <a:off x="8383038" y="2980426"/>
            <a:ext cx="350195" cy="325206"/>
            <a:chOff x="7531203" y="6119551"/>
            <a:chExt cx="350195" cy="325206"/>
          </a:xfrm>
        </p:grpSpPr>
        <p:sp>
          <p:nvSpPr>
            <p:cNvPr id="733" name="Rectangle 732">
              <a:extLst>
                <a:ext uri="{FF2B5EF4-FFF2-40B4-BE49-F238E27FC236}">
                  <a16:creationId xmlns:a16="http://schemas.microsoft.com/office/drawing/2014/main" id="{9CF37787-DDA3-B7EA-E7D3-618A33D2DC2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34" name="Isosceles Triangle 733">
              <a:extLst>
                <a:ext uri="{FF2B5EF4-FFF2-40B4-BE49-F238E27FC236}">
                  <a16:creationId xmlns:a16="http://schemas.microsoft.com/office/drawing/2014/main" id="{9CEECA77-E57D-F36A-5B6F-F8B370924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35" name="Straight Arrow Connector 734">
            <a:extLst>
              <a:ext uri="{FF2B5EF4-FFF2-40B4-BE49-F238E27FC236}">
                <a16:creationId xmlns:a16="http://schemas.microsoft.com/office/drawing/2014/main" id="{31DB3EB8-DFF6-DFFE-17CC-F9A88D0CF86B}"/>
              </a:ext>
            </a:extLst>
          </p:cNvPr>
          <p:cNvCxnSpPr>
            <a:cxnSpLocks/>
          </p:cNvCxnSpPr>
          <p:nvPr/>
        </p:nvCxnSpPr>
        <p:spPr>
          <a:xfrm>
            <a:off x="8732700" y="314302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6" name="Straight Arrow Connector 735">
            <a:extLst>
              <a:ext uri="{FF2B5EF4-FFF2-40B4-BE49-F238E27FC236}">
                <a16:creationId xmlns:a16="http://schemas.microsoft.com/office/drawing/2014/main" id="{6D57CF0F-8E13-2098-238B-82A514633CA5}"/>
              </a:ext>
            </a:extLst>
          </p:cNvPr>
          <p:cNvCxnSpPr>
            <a:cxnSpLocks/>
          </p:cNvCxnSpPr>
          <p:nvPr/>
        </p:nvCxnSpPr>
        <p:spPr>
          <a:xfrm>
            <a:off x="8032310" y="3143029"/>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8" name="TextBox 737">
            <a:extLst>
              <a:ext uri="{FF2B5EF4-FFF2-40B4-BE49-F238E27FC236}">
                <a16:creationId xmlns:a16="http://schemas.microsoft.com/office/drawing/2014/main" id="{F15647BF-0463-BC73-8253-D99436F9F953}"/>
              </a:ext>
            </a:extLst>
          </p:cNvPr>
          <p:cNvSpPr txBox="1"/>
          <p:nvPr/>
        </p:nvSpPr>
        <p:spPr>
          <a:xfrm>
            <a:off x="6636165" y="2574731"/>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44" name="Straight Arrow Connector 743">
            <a:extLst>
              <a:ext uri="{FF2B5EF4-FFF2-40B4-BE49-F238E27FC236}">
                <a16:creationId xmlns:a16="http://schemas.microsoft.com/office/drawing/2014/main" id="{91D9B87E-8A65-F73C-F6EA-ED096AB350A1}"/>
              </a:ext>
            </a:extLst>
          </p:cNvPr>
          <p:cNvCxnSpPr>
            <a:cxnSpLocks/>
          </p:cNvCxnSpPr>
          <p:nvPr/>
        </p:nvCxnSpPr>
        <p:spPr>
          <a:xfrm>
            <a:off x="8724600" y="275186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5" name="Straight Arrow Connector 744">
            <a:extLst>
              <a:ext uri="{FF2B5EF4-FFF2-40B4-BE49-F238E27FC236}">
                <a16:creationId xmlns:a16="http://schemas.microsoft.com/office/drawing/2014/main" id="{E2DDF227-A22E-E1B2-F710-3555FA826451}"/>
              </a:ext>
            </a:extLst>
          </p:cNvPr>
          <p:cNvCxnSpPr>
            <a:cxnSpLocks/>
          </p:cNvCxnSpPr>
          <p:nvPr/>
        </p:nvCxnSpPr>
        <p:spPr>
          <a:xfrm>
            <a:off x="8024210" y="275186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46" name="Group 745">
            <a:extLst>
              <a:ext uri="{FF2B5EF4-FFF2-40B4-BE49-F238E27FC236}">
                <a16:creationId xmlns:a16="http://schemas.microsoft.com/office/drawing/2014/main" id="{8756E284-CE29-B0D1-DE69-83D2D04863E9}"/>
              </a:ext>
            </a:extLst>
          </p:cNvPr>
          <p:cNvGrpSpPr/>
          <p:nvPr/>
        </p:nvGrpSpPr>
        <p:grpSpPr>
          <a:xfrm>
            <a:off x="8378988" y="2589260"/>
            <a:ext cx="350195" cy="325206"/>
            <a:chOff x="7531203" y="6119551"/>
            <a:chExt cx="350195" cy="325206"/>
          </a:xfrm>
        </p:grpSpPr>
        <p:sp>
          <p:nvSpPr>
            <p:cNvPr id="747" name="Rectangle 746">
              <a:extLst>
                <a:ext uri="{FF2B5EF4-FFF2-40B4-BE49-F238E27FC236}">
                  <a16:creationId xmlns:a16="http://schemas.microsoft.com/office/drawing/2014/main" id="{CB02B46E-67C0-5944-7F77-9EEC48004F69}"/>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48" name="Isosceles Triangle 747">
              <a:extLst>
                <a:ext uri="{FF2B5EF4-FFF2-40B4-BE49-F238E27FC236}">
                  <a16:creationId xmlns:a16="http://schemas.microsoft.com/office/drawing/2014/main" id="{9BE6D917-4376-7A4E-6F8D-F01FCFEB9F1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49" name="Straight Arrow Connector 748">
            <a:extLst>
              <a:ext uri="{FF2B5EF4-FFF2-40B4-BE49-F238E27FC236}">
                <a16:creationId xmlns:a16="http://schemas.microsoft.com/office/drawing/2014/main" id="{6A99CDA9-329A-4DAE-304F-7247FB8FDFA4}"/>
              </a:ext>
            </a:extLst>
          </p:cNvPr>
          <p:cNvCxnSpPr>
            <a:cxnSpLocks/>
          </p:cNvCxnSpPr>
          <p:nvPr/>
        </p:nvCxnSpPr>
        <p:spPr>
          <a:xfrm>
            <a:off x="8728650" y="275186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0" name="Straight Arrow Connector 749">
            <a:extLst>
              <a:ext uri="{FF2B5EF4-FFF2-40B4-BE49-F238E27FC236}">
                <a16:creationId xmlns:a16="http://schemas.microsoft.com/office/drawing/2014/main" id="{A9AB4F3B-0BA3-72F3-37B6-3A9D7E9530F5}"/>
              </a:ext>
            </a:extLst>
          </p:cNvPr>
          <p:cNvCxnSpPr>
            <a:cxnSpLocks/>
          </p:cNvCxnSpPr>
          <p:nvPr/>
        </p:nvCxnSpPr>
        <p:spPr>
          <a:xfrm>
            <a:off x="8028260" y="2751863"/>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2" name="TextBox 751">
            <a:extLst>
              <a:ext uri="{FF2B5EF4-FFF2-40B4-BE49-F238E27FC236}">
                <a16:creationId xmlns:a16="http://schemas.microsoft.com/office/drawing/2014/main" id="{B7FA5ED0-2B45-7491-6E45-BC04788D048B}"/>
              </a:ext>
            </a:extLst>
          </p:cNvPr>
          <p:cNvSpPr txBox="1"/>
          <p:nvPr/>
        </p:nvSpPr>
        <p:spPr>
          <a:xfrm>
            <a:off x="6631582" y="2177905"/>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58" name="Straight Arrow Connector 757">
            <a:extLst>
              <a:ext uri="{FF2B5EF4-FFF2-40B4-BE49-F238E27FC236}">
                <a16:creationId xmlns:a16="http://schemas.microsoft.com/office/drawing/2014/main" id="{7CF8075C-0F9F-E241-9E72-25C8C3F4A6C7}"/>
              </a:ext>
            </a:extLst>
          </p:cNvPr>
          <p:cNvCxnSpPr>
            <a:cxnSpLocks/>
          </p:cNvCxnSpPr>
          <p:nvPr/>
        </p:nvCxnSpPr>
        <p:spPr>
          <a:xfrm>
            <a:off x="8720017" y="235503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9" name="Straight Arrow Connector 758">
            <a:extLst>
              <a:ext uri="{FF2B5EF4-FFF2-40B4-BE49-F238E27FC236}">
                <a16:creationId xmlns:a16="http://schemas.microsoft.com/office/drawing/2014/main" id="{80FCD09B-D4FA-002B-8E32-E348F5109A45}"/>
              </a:ext>
            </a:extLst>
          </p:cNvPr>
          <p:cNvCxnSpPr>
            <a:cxnSpLocks/>
          </p:cNvCxnSpPr>
          <p:nvPr/>
        </p:nvCxnSpPr>
        <p:spPr>
          <a:xfrm>
            <a:off x="8019627" y="235503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60" name="Group 759">
            <a:extLst>
              <a:ext uri="{FF2B5EF4-FFF2-40B4-BE49-F238E27FC236}">
                <a16:creationId xmlns:a16="http://schemas.microsoft.com/office/drawing/2014/main" id="{8EA856DF-0820-49F0-F26B-0E951AC1FB87}"/>
              </a:ext>
            </a:extLst>
          </p:cNvPr>
          <p:cNvGrpSpPr/>
          <p:nvPr/>
        </p:nvGrpSpPr>
        <p:grpSpPr>
          <a:xfrm>
            <a:off x="8374405" y="2192434"/>
            <a:ext cx="350195" cy="325206"/>
            <a:chOff x="7531203" y="6119551"/>
            <a:chExt cx="350195" cy="325206"/>
          </a:xfrm>
        </p:grpSpPr>
        <p:sp>
          <p:nvSpPr>
            <p:cNvPr id="761" name="Rectangle 760">
              <a:extLst>
                <a:ext uri="{FF2B5EF4-FFF2-40B4-BE49-F238E27FC236}">
                  <a16:creationId xmlns:a16="http://schemas.microsoft.com/office/drawing/2014/main" id="{AB2E0523-243D-A31F-B0C1-36BFB14EA838}"/>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62" name="Isosceles Triangle 761">
              <a:extLst>
                <a:ext uri="{FF2B5EF4-FFF2-40B4-BE49-F238E27FC236}">
                  <a16:creationId xmlns:a16="http://schemas.microsoft.com/office/drawing/2014/main" id="{A164D5FD-B131-49CF-6A0F-AE5680C7A01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63" name="Straight Arrow Connector 762">
            <a:extLst>
              <a:ext uri="{FF2B5EF4-FFF2-40B4-BE49-F238E27FC236}">
                <a16:creationId xmlns:a16="http://schemas.microsoft.com/office/drawing/2014/main" id="{A6DAE6AA-0975-9AFE-742F-37A3693563AD}"/>
              </a:ext>
            </a:extLst>
          </p:cNvPr>
          <p:cNvCxnSpPr>
            <a:cxnSpLocks/>
          </p:cNvCxnSpPr>
          <p:nvPr/>
        </p:nvCxnSpPr>
        <p:spPr>
          <a:xfrm>
            <a:off x="8724067" y="235503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4" name="Straight Arrow Connector 763">
            <a:extLst>
              <a:ext uri="{FF2B5EF4-FFF2-40B4-BE49-F238E27FC236}">
                <a16:creationId xmlns:a16="http://schemas.microsoft.com/office/drawing/2014/main" id="{1065D6D2-E3B8-CA5F-5BFA-1DD61DA2E034}"/>
              </a:ext>
            </a:extLst>
          </p:cNvPr>
          <p:cNvCxnSpPr>
            <a:cxnSpLocks/>
          </p:cNvCxnSpPr>
          <p:nvPr/>
        </p:nvCxnSpPr>
        <p:spPr>
          <a:xfrm>
            <a:off x="8023677" y="235503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6" name="TextBox 765">
            <a:extLst>
              <a:ext uri="{FF2B5EF4-FFF2-40B4-BE49-F238E27FC236}">
                <a16:creationId xmlns:a16="http://schemas.microsoft.com/office/drawing/2014/main" id="{F741348D-1735-A418-83DA-F7A01F2D6980}"/>
              </a:ext>
            </a:extLst>
          </p:cNvPr>
          <p:cNvSpPr txBox="1"/>
          <p:nvPr/>
        </p:nvSpPr>
        <p:spPr>
          <a:xfrm>
            <a:off x="6627532" y="1786739"/>
            <a:ext cx="1386972" cy="354265"/>
          </a:xfrm>
          <a:prstGeom prst="rect">
            <a:avLst/>
          </a:prstGeom>
          <a:noFill/>
          <a:ln w="25400">
            <a:solidFill>
              <a:schemeClr val="tx1"/>
            </a:solidFill>
          </a:ln>
        </p:spPr>
        <p:txBody>
          <a:bodyPr wrap="none" rtlCol="0" anchor="ctr" anchorCtr="1">
            <a:noAutofit/>
          </a:bodyPr>
          <a:lstStyle/>
          <a:p>
            <a:r>
              <a:rPr lang="en-US" dirty="0"/>
              <a:t>MAC</a:t>
            </a:r>
            <a:endParaRPr lang="en-US" b="1" dirty="0"/>
          </a:p>
        </p:txBody>
      </p:sp>
      <p:cxnSp>
        <p:nvCxnSpPr>
          <p:cNvPr id="772" name="Straight Arrow Connector 771">
            <a:extLst>
              <a:ext uri="{FF2B5EF4-FFF2-40B4-BE49-F238E27FC236}">
                <a16:creationId xmlns:a16="http://schemas.microsoft.com/office/drawing/2014/main" id="{6D708F68-F6F5-1F8C-58AA-CC33CE32C69B}"/>
              </a:ext>
            </a:extLst>
          </p:cNvPr>
          <p:cNvCxnSpPr>
            <a:cxnSpLocks/>
          </p:cNvCxnSpPr>
          <p:nvPr/>
        </p:nvCxnSpPr>
        <p:spPr>
          <a:xfrm>
            <a:off x="8715967" y="196387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3" name="Straight Arrow Connector 772">
            <a:extLst>
              <a:ext uri="{FF2B5EF4-FFF2-40B4-BE49-F238E27FC236}">
                <a16:creationId xmlns:a16="http://schemas.microsoft.com/office/drawing/2014/main" id="{A9001677-15C8-FB73-172F-BB028436D658}"/>
              </a:ext>
            </a:extLst>
          </p:cNvPr>
          <p:cNvCxnSpPr>
            <a:cxnSpLocks/>
          </p:cNvCxnSpPr>
          <p:nvPr/>
        </p:nvCxnSpPr>
        <p:spPr>
          <a:xfrm>
            <a:off x="8015577" y="1963871"/>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74" name="Group 773">
            <a:extLst>
              <a:ext uri="{FF2B5EF4-FFF2-40B4-BE49-F238E27FC236}">
                <a16:creationId xmlns:a16="http://schemas.microsoft.com/office/drawing/2014/main" id="{9A8623A9-75EA-83DC-43E1-EEE98749A949}"/>
              </a:ext>
            </a:extLst>
          </p:cNvPr>
          <p:cNvGrpSpPr/>
          <p:nvPr/>
        </p:nvGrpSpPr>
        <p:grpSpPr>
          <a:xfrm>
            <a:off x="8370355" y="1801268"/>
            <a:ext cx="350195" cy="325206"/>
            <a:chOff x="7531203" y="6119551"/>
            <a:chExt cx="350195" cy="325206"/>
          </a:xfrm>
        </p:grpSpPr>
        <p:sp>
          <p:nvSpPr>
            <p:cNvPr id="775" name="Rectangle 774">
              <a:extLst>
                <a:ext uri="{FF2B5EF4-FFF2-40B4-BE49-F238E27FC236}">
                  <a16:creationId xmlns:a16="http://schemas.microsoft.com/office/drawing/2014/main" id="{89E6FBFB-C32A-C7D7-EF98-AA1B3C31C20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76" name="Isosceles Triangle 775">
              <a:extLst>
                <a:ext uri="{FF2B5EF4-FFF2-40B4-BE49-F238E27FC236}">
                  <a16:creationId xmlns:a16="http://schemas.microsoft.com/office/drawing/2014/main" id="{258C2EB8-23DE-8C96-1169-CEB06FC38E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777" name="Straight Arrow Connector 776">
            <a:extLst>
              <a:ext uri="{FF2B5EF4-FFF2-40B4-BE49-F238E27FC236}">
                <a16:creationId xmlns:a16="http://schemas.microsoft.com/office/drawing/2014/main" id="{7FA29AF5-76C3-D4DA-525F-54E47B7BC89E}"/>
              </a:ext>
            </a:extLst>
          </p:cNvPr>
          <p:cNvCxnSpPr>
            <a:cxnSpLocks/>
          </p:cNvCxnSpPr>
          <p:nvPr/>
        </p:nvCxnSpPr>
        <p:spPr>
          <a:xfrm>
            <a:off x="8720017" y="196387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8" name="Straight Arrow Connector 777">
            <a:extLst>
              <a:ext uri="{FF2B5EF4-FFF2-40B4-BE49-F238E27FC236}">
                <a16:creationId xmlns:a16="http://schemas.microsoft.com/office/drawing/2014/main" id="{50F1C06E-3559-7851-77B2-DAA4F8DDE27A}"/>
              </a:ext>
            </a:extLst>
          </p:cNvPr>
          <p:cNvCxnSpPr>
            <a:cxnSpLocks/>
          </p:cNvCxnSpPr>
          <p:nvPr/>
        </p:nvCxnSpPr>
        <p:spPr>
          <a:xfrm>
            <a:off x="8019627" y="1963871"/>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1" name="Straight Arrow Connector 780">
            <a:extLst>
              <a:ext uri="{FF2B5EF4-FFF2-40B4-BE49-F238E27FC236}">
                <a16:creationId xmlns:a16="http://schemas.microsoft.com/office/drawing/2014/main" id="{0CED69E4-A118-25DB-C439-90A248D5DF4F}"/>
              </a:ext>
            </a:extLst>
          </p:cNvPr>
          <p:cNvCxnSpPr>
            <a:stCxn id="45" idx="3"/>
            <a:endCxn id="766" idx="1"/>
          </p:cNvCxnSpPr>
          <p:nvPr/>
        </p:nvCxnSpPr>
        <p:spPr>
          <a:xfrm>
            <a:off x="5591433" y="1155262"/>
            <a:ext cx="1036099" cy="80861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2" name="Straight Arrow Connector 781">
            <a:extLst>
              <a:ext uri="{FF2B5EF4-FFF2-40B4-BE49-F238E27FC236}">
                <a16:creationId xmlns:a16="http://schemas.microsoft.com/office/drawing/2014/main" id="{2D8C1A08-4EB9-1145-C710-648C922B9030}"/>
              </a:ext>
            </a:extLst>
          </p:cNvPr>
          <p:cNvCxnSpPr>
            <a:cxnSpLocks/>
            <a:stCxn id="45" idx="3"/>
            <a:endCxn id="752" idx="1"/>
          </p:cNvCxnSpPr>
          <p:nvPr/>
        </p:nvCxnSpPr>
        <p:spPr>
          <a:xfrm>
            <a:off x="5591433" y="1155262"/>
            <a:ext cx="1040149" cy="119977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5" name="Straight Arrow Connector 784">
            <a:extLst>
              <a:ext uri="{FF2B5EF4-FFF2-40B4-BE49-F238E27FC236}">
                <a16:creationId xmlns:a16="http://schemas.microsoft.com/office/drawing/2014/main" id="{3424F458-B834-1F6B-398E-D072C2DC290F}"/>
              </a:ext>
            </a:extLst>
          </p:cNvPr>
          <p:cNvCxnSpPr>
            <a:cxnSpLocks/>
            <a:stCxn id="45" idx="3"/>
            <a:endCxn id="738" idx="1"/>
          </p:cNvCxnSpPr>
          <p:nvPr/>
        </p:nvCxnSpPr>
        <p:spPr>
          <a:xfrm>
            <a:off x="5591433" y="1155262"/>
            <a:ext cx="1044732" cy="159660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8" name="Straight Arrow Connector 787">
            <a:extLst>
              <a:ext uri="{FF2B5EF4-FFF2-40B4-BE49-F238E27FC236}">
                <a16:creationId xmlns:a16="http://schemas.microsoft.com/office/drawing/2014/main" id="{4ABAE0A4-0BC3-DC96-D71D-FB1CC552D3EF}"/>
              </a:ext>
            </a:extLst>
          </p:cNvPr>
          <p:cNvCxnSpPr>
            <a:cxnSpLocks/>
            <a:stCxn id="45" idx="3"/>
            <a:endCxn id="724" idx="1"/>
          </p:cNvCxnSpPr>
          <p:nvPr/>
        </p:nvCxnSpPr>
        <p:spPr>
          <a:xfrm>
            <a:off x="5591433" y="1155262"/>
            <a:ext cx="1048782" cy="198776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1" name="Straight Arrow Connector 790">
            <a:extLst>
              <a:ext uri="{FF2B5EF4-FFF2-40B4-BE49-F238E27FC236}">
                <a16:creationId xmlns:a16="http://schemas.microsoft.com/office/drawing/2014/main" id="{FB50835D-06AB-BA30-1338-F772FB47C85F}"/>
              </a:ext>
            </a:extLst>
          </p:cNvPr>
          <p:cNvCxnSpPr>
            <a:cxnSpLocks/>
            <a:stCxn id="45" idx="3"/>
            <a:endCxn id="690" idx="1"/>
          </p:cNvCxnSpPr>
          <p:nvPr/>
        </p:nvCxnSpPr>
        <p:spPr>
          <a:xfrm>
            <a:off x="5591433" y="1155262"/>
            <a:ext cx="1053365" cy="238480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4" name="Straight Arrow Connector 793">
            <a:extLst>
              <a:ext uri="{FF2B5EF4-FFF2-40B4-BE49-F238E27FC236}">
                <a16:creationId xmlns:a16="http://schemas.microsoft.com/office/drawing/2014/main" id="{6E8081AC-4D49-09D6-C84B-D503B2472958}"/>
              </a:ext>
            </a:extLst>
          </p:cNvPr>
          <p:cNvCxnSpPr>
            <a:cxnSpLocks/>
            <a:stCxn id="45" idx="3"/>
            <a:endCxn id="671" idx="1"/>
          </p:cNvCxnSpPr>
          <p:nvPr/>
        </p:nvCxnSpPr>
        <p:spPr>
          <a:xfrm>
            <a:off x="5591433" y="1155262"/>
            <a:ext cx="1057415" cy="27759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7" name="Straight Arrow Connector 796">
            <a:extLst>
              <a:ext uri="{FF2B5EF4-FFF2-40B4-BE49-F238E27FC236}">
                <a16:creationId xmlns:a16="http://schemas.microsoft.com/office/drawing/2014/main" id="{EB9AAEFE-5967-D3FE-12C8-0AE17B2A7969}"/>
              </a:ext>
            </a:extLst>
          </p:cNvPr>
          <p:cNvCxnSpPr>
            <a:cxnSpLocks/>
            <a:stCxn id="45" idx="3"/>
            <a:endCxn id="649" idx="1"/>
          </p:cNvCxnSpPr>
          <p:nvPr/>
        </p:nvCxnSpPr>
        <p:spPr>
          <a:xfrm>
            <a:off x="5591433" y="1155262"/>
            <a:ext cx="1061998" cy="317279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0" name="Straight Arrow Connector 799">
            <a:extLst>
              <a:ext uri="{FF2B5EF4-FFF2-40B4-BE49-F238E27FC236}">
                <a16:creationId xmlns:a16="http://schemas.microsoft.com/office/drawing/2014/main" id="{542D99DB-D890-169E-CBCC-BA108CBEC656}"/>
              </a:ext>
            </a:extLst>
          </p:cNvPr>
          <p:cNvCxnSpPr>
            <a:cxnSpLocks/>
            <a:stCxn id="45" idx="3"/>
            <a:endCxn id="635" idx="1"/>
          </p:cNvCxnSpPr>
          <p:nvPr/>
        </p:nvCxnSpPr>
        <p:spPr>
          <a:xfrm>
            <a:off x="5591433" y="1155262"/>
            <a:ext cx="1066048" cy="356396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3" name="Straight Arrow Connector 802">
            <a:extLst>
              <a:ext uri="{FF2B5EF4-FFF2-40B4-BE49-F238E27FC236}">
                <a16:creationId xmlns:a16="http://schemas.microsoft.com/office/drawing/2014/main" id="{671C050E-4E9F-7845-6137-DD89663CB408}"/>
              </a:ext>
            </a:extLst>
          </p:cNvPr>
          <p:cNvCxnSpPr>
            <a:cxnSpLocks/>
            <a:stCxn id="45" idx="3"/>
            <a:endCxn id="603" idx="1"/>
          </p:cNvCxnSpPr>
          <p:nvPr/>
        </p:nvCxnSpPr>
        <p:spPr>
          <a:xfrm>
            <a:off x="5591433" y="1155262"/>
            <a:ext cx="1070631" cy="39571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6" name="Straight Arrow Connector 805">
            <a:extLst>
              <a:ext uri="{FF2B5EF4-FFF2-40B4-BE49-F238E27FC236}">
                <a16:creationId xmlns:a16="http://schemas.microsoft.com/office/drawing/2014/main" id="{3FEBC0D3-69AD-3539-7EB3-2DD4A014D639}"/>
              </a:ext>
            </a:extLst>
          </p:cNvPr>
          <p:cNvCxnSpPr>
            <a:cxnSpLocks/>
            <a:stCxn id="45" idx="3"/>
            <a:endCxn id="89" idx="1"/>
          </p:cNvCxnSpPr>
          <p:nvPr/>
        </p:nvCxnSpPr>
        <p:spPr>
          <a:xfrm>
            <a:off x="5591433" y="1155262"/>
            <a:ext cx="1074681" cy="434833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9" name="Straight Arrow Connector 808">
            <a:extLst>
              <a:ext uri="{FF2B5EF4-FFF2-40B4-BE49-F238E27FC236}">
                <a16:creationId xmlns:a16="http://schemas.microsoft.com/office/drawing/2014/main" id="{2A14E8B1-E166-5386-ECAF-07B2DB1CB310}"/>
              </a:ext>
            </a:extLst>
          </p:cNvPr>
          <p:cNvCxnSpPr>
            <a:cxnSpLocks/>
            <a:stCxn id="45" idx="3"/>
            <a:endCxn id="507" idx="1"/>
          </p:cNvCxnSpPr>
          <p:nvPr/>
        </p:nvCxnSpPr>
        <p:spPr>
          <a:xfrm>
            <a:off x="5591433" y="1155262"/>
            <a:ext cx="1079264" cy="47451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2" name="Straight Arrow Connector 811">
            <a:extLst>
              <a:ext uri="{FF2B5EF4-FFF2-40B4-BE49-F238E27FC236}">
                <a16:creationId xmlns:a16="http://schemas.microsoft.com/office/drawing/2014/main" id="{8738D7F8-2451-42F6-E944-1A9150EC803B}"/>
              </a:ext>
            </a:extLst>
          </p:cNvPr>
          <p:cNvCxnSpPr>
            <a:cxnSpLocks/>
            <a:endCxn id="99" idx="1"/>
          </p:cNvCxnSpPr>
          <p:nvPr/>
        </p:nvCxnSpPr>
        <p:spPr>
          <a:xfrm>
            <a:off x="5620309" y="1283298"/>
            <a:ext cx="1054438" cy="500828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57111D2-5B86-C5D8-B51B-B6E2D9DFF9D5}"/>
              </a:ext>
            </a:extLst>
          </p:cNvPr>
          <p:cNvSpPr txBox="1"/>
          <p:nvPr/>
        </p:nvSpPr>
        <p:spPr>
          <a:xfrm>
            <a:off x="3160228" y="619540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dirty="0"/>
          </a:p>
        </p:txBody>
      </p:sp>
      <p:grpSp>
        <p:nvGrpSpPr>
          <p:cNvPr id="475" name="Group 474">
            <a:extLst>
              <a:ext uri="{FF2B5EF4-FFF2-40B4-BE49-F238E27FC236}">
                <a16:creationId xmlns:a16="http://schemas.microsoft.com/office/drawing/2014/main" id="{9B22C56C-E19D-0024-A308-83F9FD418A4F}"/>
              </a:ext>
            </a:extLst>
          </p:cNvPr>
          <p:cNvGrpSpPr/>
          <p:nvPr/>
        </p:nvGrpSpPr>
        <p:grpSpPr>
          <a:xfrm>
            <a:off x="5008144" y="6181702"/>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8" name="TextBox 507">
            <a:extLst>
              <a:ext uri="{FF2B5EF4-FFF2-40B4-BE49-F238E27FC236}">
                <a16:creationId xmlns:a16="http://schemas.microsoft.com/office/drawing/2014/main" id="{7580B088-9557-873F-748E-A87171D7D0C0}"/>
              </a:ext>
            </a:extLst>
          </p:cNvPr>
          <p:cNvSpPr txBox="1"/>
          <p:nvPr/>
        </p:nvSpPr>
        <p:spPr>
          <a:xfrm>
            <a:off x="3156178" y="580424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509" name="Group 508">
            <a:extLst>
              <a:ext uri="{FF2B5EF4-FFF2-40B4-BE49-F238E27FC236}">
                <a16:creationId xmlns:a16="http://schemas.microsoft.com/office/drawing/2014/main" id="{4BC172B3-A54C-C80B-9515-7E1BB5C18383}"/>
              </a:ext>
            </a:extLst>
          </p:cNvPr>
          <p:cNvGrpSpPr/>
          <p:nvPr/>
        </p:nvGrpSpPr>
        <p:grpSpPr>
          <a:xfrm>
            <a:off x="5004094" y="5790536"/>
            <a:ext cx="350195" cy="350195"/>
            <a:chOff x="8869161" y="1569883"/>
            <a:chExt cx="350195" cy="350195"/>
          </a:xfrm>
        </p:grpSpPr>
        <p:sp>
          <p:nvSpPr>
            <p:cNvPr id="510" name="Rectangle 509">
              <a:extLst>
                <a:ext uri="{FF2B5EF4-FFF2-40B4-BE49-F238E27FC236}">
                  <a16:creationId xmlns:a16="http://schemas.microsoft.com/office/drawing/2014/main" id="{4EAA550D-3658-343F-25CC-3465B4AFD5E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Isosceles Triangle 510">
              <a:extLst>
                <a:ext uri="{FF2B5EF4-FFF2-40B4-BE49-F238E27FC236}">
                  <a16:creationId xmlns:a16="http://schemas.microsoft.com/office/drawing/2014/main" id="{C2CFBAEC-60C5-AE83-01D2-7B9F622DC09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 name="TextBox 90">
            <a:extLst>
              <a:ext uri="{FF2B5EF4-FFF2-40B4-BE49-F238E27FC236}">
                <a16:creationId xmlns:a16="http://schemas.microsoft.com/office/drawing/2014/main" id="{C4CBA1C1-0850-BEC7-7318-A71748331CBE}"/>
              </a:ext>
            </a:extLst>
          </p:cNvPr>
          <p:cNvSpPr txBox="1"/>
          <p:nvPr/>
        </p:nvSpPr>
        <p:spPr>
          <a:xfrm>
            <a:off x="3151595" y="540741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93" name="Group 92">
            <a:extLst>
              <a:ext uri="{FF2B5EF4-FFF2-40B4-BE49-F238E27FC236}">
                <a16:creationId xmlns:a16="http://schemas.microsoft.com/office/drawing/2014/main" id="{278C8879-AFA6-88B8-31C5-721F1713E51A}"/>
              </a:ext>
            </a:extLst>
          </p:cNvPr>
          <p:cNvGrpSpPr/>
          <p:nvPr/>
        </p:nvGrpSpPr>
        <p:grpSpPr>
          <a:xfrm>
            <a:off x="4999511" y="5393710"/>
            <a:ext cx="350195" cy="350195"/>
            <a:chOff x="8869161" y="1569883"/>
            <a:chExt cx="350195" cy="350195"/>
          </a:xfrm>
        </p:grpSpPr>
        <p:sp>
          <p:nvSpPr>
            <p:cNvPr id="111" name="Rectangle 110">
              <a:extLst>
                <a:ext uri="{FF2B5EF4-FFF2-40B4-BE49-F238E27FC236}">
                  <a16:creationId xmlns:a16="http://schemas.microsoft.com/office/drawing/2014/main" id="{02790619-7585-5047-C09F-55BBDA421D9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Isosceles Triangle 112">
              <a:extLst>
                <a:ext uri="{FF2B5EF4-FFF2-40B4-BE49-F238E27FC236}">
                  <a16:creationId xmlns:a16="http://schemas.microsoft.com/office/drawing/2014/main" id="{5EFCB816-E829-867A-472D-C2287F7BAA13}"/>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4" name="TextBox 603">
            <a:extLst>
              <a:ext uri="{FF2B5EF4-FFF2-40B4-BE49-F238E27FC236}">
                <a16:creationId xmlns:a16="http://schemas.microsoft.com/office/drawing/2014/main" id="{601ABEF6-8DE4-8F1B-5CEB-0894CBFE4E1F}"/>
              </a:ext>
            </a:extLst>
          </p:cNvPr>
          <p:cNvSpPr txBox="1"/>
          <p:nvPr/>
        </p:nvSpPr>
        <p:spPr>
          <a:xfrm>
            <a:off x="3147545" y="501624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06" name="Group 605">
            <a:extLst>
              <a:ext uri="{FF2B5EF4-FFF2-40B4-BE49-F238E27FC236}">
                <a16:creationId xmlns:a16="http://schemas.microsoft.com/office/drawing/2014/main" id="{99AE778F-C4A4-6A03-4D63-2A7D9B5D6ED5}"/>
              </a:ext>
            </a:extLst>
          </p:cNvPr>
          <p:cNvGrpSpPr/>
          <p:nvPr/>
        </p:nvGrpSpPr>
        <p:grpSpPr>
          <a:xfrm>
            <a:off x="4995461" y="5002544"/>
            <a:ext cx="350195" cy="350195"/>
            <a:chOff x="8869161" y="1569883"/>
            <a:chExt cx="350195" cy="350195"/>
          </a:xfrm>
        </p:grpSpPr>
        <p:sp>
          <p:nvSpPr>
            <p:cNvPr id="607" name="Rectangle 606">
              <a:extLst>
                <a:ext uri="{FF2B5EF4-FFF2-40B4-BE49-F238E27FC236}">
                  <a16:creationId xmlns:a16="http://schemas.microsoft.com/office/drawing/2014/main" id="{08AAD088-5CA0-172A-EA2A-A3EC4423B3B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Isosceles Triangle 607">
              <a:extLst>
                <a:ext uri="{FF2B5EF4-FFF2-40B4-BE49-F238E27FC236}">
                  <a16:creationId xmlns:a16="http://schemas.microsoft.com/office/drawing/2014/main" id="{BB65DEDE-D96E-1C29-E2AA-6E3E60CD0D3C}"/>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6" name="TextBox 635">
            <a:extLst>
              <a:ext uri="{FF2B5EF4-FFF2-40B4-BE49-F238E27FC236}">
                <a16:creationId xmlns:a16="http://schemas.microsoft.com/office/drawing/2014/main" id="{A3EED02E-2D6E-B0CB-BA88-A731D8053380}"/>
              </a:ext>
            </a:extLst>
          </p:cNvPr>
          <p:cNvSpPr txBox="1"/>
          <p:nvPr/>
        </p:nvSpPr>
        <p:spPr>
          <a:xfrm>
            <a:off x="3142962" y="4623046"/>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37" name="Group 636">
            <a:extLst>
              <a:ext uri="{FF2B5EF4-FFF2-40B4-BE49-F238E27FC236}">
                <a16:creationId xmlns:a16="http://schemas.microsoft.com/office/drawing/2014/main" id="{EFEA5839-4E12-0AE6-224F-ADC844BB727E}"/>
              </a:ext>
            </a:extLst>
          </p:cNvPr>
          <p:cNvGrpSpPr/>
          <p:nvPr/>
        </p:nvGrpSpPr>
        <p:grpSpPr>
          <a:xfrm>
            <a:off x="4990878" y="4609342"/>
            <a:ext cx="350195" cy="350195"/>
            <a:chOff x="8869161" y="1569883"/>
            <a:chExt cx="350195" cy="350195"/>
          </a:xfrm>
        </p:grpSpPr>
        <p:sp>
          <p:nvSpPr>
            <p:cNvPr id="638" name="Rectangle 637">
              <a:extLst>
                <a:ext uri="{FF2B5EF4-FFF2-40B4-BE49-F238E27FC236}">
                  <a16:creationId xmlns:a16="http://schemas.microsoft.com/office/drawing/2014/main" id="{004C41F7-A5DC-1499-D9B3-CB360221E1F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Isosceles Triangle 638">
              <a:extLst>
                <a:ext uri="{FF2B5EF4-FFF2-40B4-BE49-F238E27FC236}">
                  <a16:creationId xmlns:a16="http://schemas.microsoft.com/office/drawing/2014/main" id="{68B31394-1CD0-1922-350E-33E21556B99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0" name="TextBox 649">
            <a:extLst>
              <a:ext uri="{FF2B5EF4-FFF2-40B4-BE49-F238E27FC236}">
                <a16:creationId xmlns:a16="http://schemas.microsoft.com/office/drawing/2014/main" id="{6EAC3D91-670C-B977-8B49-C2AEC39A954B}"/>
              </a:ext>
            </a:extLst>
          </p:cNvPr>
          <p:cNvSpPr txBox="1"/>
          <p:nvPr/>
        </p:nvSpPr>
        <p:spPr>
          <a:xfrm>
            <a:off x="3138912" y="423188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51" name="Group 650">
            <a:extLst>
              <a:ext uri="{FF2B5EF4-FFF2-40B4-BE49-F238E27FC236}">
                <a16:creationId xmlns:a16="http://schemas.microsoft.com/office/drawing/2014/main" id="{EDBA8A64-FE23-970F-967D-8EA607951BE9}"/>
              </a:ext>
            </a:extLst>
          </p:cNvPr>
          <p:cNvGrpSpPr/>
          <p:nvPr/>
        </p:nvGrpSpPr>
        <p:grpSpPr>
          <a:xfrm>
            <a:off x="4986828" y="4218176"/>
            <a:ext cx="350195" cy="350195"/>
            <a:chOff x="8869161" y="1569883"/>
            <a:chExt cx="350195" cy="350195"/>
          </a:xfrm>
        </p:grpSpPr>
        <p:sp>
          <p:nvSpPr>
            <p:cNvPr id="652" name="Rectangle 651">
              <a:extLst>
                <a:ext uri="{FF2B5EF4-FFF2-40B4-BE49-F238E27FC236}">
                  <a16:creationId xmlns:a16="http://schemas.microsoft.com/office/drawing/2014/main" id="{0FD307FA-6FFB-9C73-C3C2-86B2DF17527C}"/>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Isosceles Triangle 652">
              <a:extLst>
                <a:ext uri="{FF2B5EF4-FFF2-40B4-BE49-F238E27FC236}">
                  <a16:creationId xmlns:a16="http://schemas.microsoft.com/office/drawing/2014/main" id="{367E0D3B-9E5E-BBBB-B06A-773849E676E7}"/>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2" name="TextBox 671">
            <a:extLst>
              <a:ext uri="{FF2B5EF4-FFF2-40B4-BE49-F238E27FC236}">
                <a16:creationId xmlns:a16="http://schemas.microsoft.com/office/drawing/2014/main" id="{969DF315-A963-1CD9-69C4-EB2235496EEE}"/>
              </a:ext>
            </a:extLst>
          </p:cNvPr>
          <p:cNvSpPr txBox="1"/>
          <p:nvPr/>
        </p:nvSpPr>
        <p:spPr>
          <a:xfrm>
            <a:off x="3134329" y="383505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73" name="Group 672">
            <a:extLst>
              <a:ext uri="{FF2B5EF4-FFF2-40B4-BE49-F238E27FC236}">
                <a16:creationId xmlns:a16="http://schemas.microsoft.com/office/drawing/2014/main" id="{EEF7FEB9-20DB-8590-EBD7-670C65F3DE50}"/>
              </a:ext>
            </a:extLst>
          </p:cNvPr>
          <p:cNvGrpSpPr/>
          <p:nvPr/>
        </p:nvGrpSpPr>
        <p:grpSpPr>
          <a:xfrm>
            <a:off x="4982245" y="3821350"/>
            <a:ext cx="350195" cy="350195"/>
            <a:chOff x="8869161" y="1569883"/>
            <a:chExt cx="350195" cy="350195"/>
          </a:xfrm>
        </p:grpSpPr>
        <p:sp>
          <p:nvSpPr>
            <p:cNvPr id="674" name="Rectangle 673">
              <a:extLst>
                <a:ext uri="{FF2B5EF4-FFF2-40B4-BE49-F238E27FC236}">
                  <a16:creationId xmlns:a16="http://schemas.microsoft.com/office/drawing/2014/main" id="{00280784-BF0A-4644-F2D2-C5A1FDF6EE0F}"/>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Isosceles Triangle 674">
              <a:extLst>
                <a:ext uri="{FF2B5EF4-FFF2-40B4-BE49-F238E27FC236}">
                  <a16:creationId xmlns:a16="http://schemas.microsoft.com/office/drawing/2014/main" id="{DF3D0112-E14D-A20F-6853-DDB3673D6D3D}"/>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1" name="TextBox 690">
            <a:extLst>
              <a:ext uri="{FF2B5EF4-FFF2-40B4-BE49-F238E27FC236}">
                <a16:creationId xmlns:a16="http://schemas.microsoft.com/office/drawing/2014/main" id="{0726CB1F-405C-EF0B-1D21-BA6111E3B636}"/>
              </a:ext>
            </a:extLst>
          </p:cNvPr>
          <p:cNvSpPr txBox="1"/>
          <p:nvPr/>
        </p:nvSpPr>
        <p:spPr>
          <a:xfrm>
            <a:off x="3130279" y="344388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693" name="Group 692">
            <a:extLst>
              <a:ext uri="{FF2B5EF4-FFF2-40B4-BE49-F238E27FC236}">
                <a16:creationId xmlns:a16="http://schemas.microsoft.com/office/drawing/2014/main" id="{2CC3DC7B-FC1B-40C9-BC9E-09AB1E43CFE7}"/>
              </a:ext>
            </a:extLst>
          </p:cNvPr>
          <p:cNvGrpSpPr/>
          <p:nvPr/>
        </p:nvGrpSpPr>
        <p:grpSpPr>
          <a:xfrm>
            <a:off x="4978195" y="3430184"/>
            <a:ext cx="350195" cy="350195"/>
            <a:chOff x="8869161" y="1569883"/>
            <a:chExt cx="350195" cy="350195"/>
          </a:xfrm>
        </p:grpSpPr>
        <p:sp>
          <p:nvSpPr>
            <p:cNvPr id="694" name="Rectangle 693">
              <a:extLst>
                <a:ext uri="{FF2B5EF4-FFF2-40B4-BE49-F238E27FC236}">
                  <a16:creationId xmlns:a16="http://schemas.microsoft.com/office/drawing/2014/main" id="{A8DB6063-3250-E139-9BE3-3099F5F467AE}"/>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Isosceles Triangle 694">
              <a:extLst>
                <a:ext uri="{FF2B5EF4-FFF2-40B4-BE49-F238E27FC236}">
                  <a16:creationId xmlns:a16="http://schemas.microsoft.com/office/drawing/2014/main" id="{8A174351-6C93-8A23-06EF-50C4A015E3CF}"/>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5" name="TextBox 724">
            <a:extLst>
              <a:ext uri="{FF2B5EF4-FFF2-40B4-BE49-F238E27FC236}">
                <a16:creationId xmlns:a16="http://schemas.microsoft.com/office/drawing/2014/main" id="{BCCC335C-BE07-378B-08E0-B897CC89A1B1}"/>
              </a:ext>
            </a:extLst>
          </p:cNvPr>
          <p:cNvSpPr txBox="1"/>
          <p:nvPr/>
        </p:nvSpPr>
        <p:spPr>
          <a:xfrm>
            <a:off x="3125696" y="3046850"/>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26" name="Group 725">
            <a:extLst>
              <a:ext uri="{FF2B5EF4-FFF2-40B4-BE49-F238E27FC236}">
                <a16:creationId xmlns:a16="http://schemas.microsoft.com/office/drawing/2014/main" id="{4C39DAD0-C9B1-261C-F89D-4D6492FE8465}"/>
              </a:ext>
            </a:extLst>
          </p:cNvPr>
          <p:cNvGrpSpPr/>
          <p:nvPr/>
        </p:nvGrpSpPr>
        <p:grpSpPr>
          <a:xfrm>
            <a:off x="4973612" y="3033146"/>
            <a:ext cx="350195" cy="350195"/>
            <a:chOff x="8869161" y="1569883"/>
            <a:chExt cx="350195" cy="350195"/>
          </a:xfrm>
        </p:grpSpPr>
        <p:sp>
          <p:nvSpPr>
            <p:cNvPr id="727" name="Rectangle 726">
              <a:extLst>
                <a:ext uri="{FF2B5EF4-FFF2-40B4-BE49-F238E27FC236}">
                  <a16:creationId xmlns:a16="http://schemas.microsoft.com/office/drawing/2014/main" id="{E5CB1595-7BEE-63D6-F351-80F6F2E16FFD}"/>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Isosceles Triangle 727">
              <a:extLst>
                <a:ext uri="{FF2B5EF4-FFF2-40B4-BE49-F238E27FC236}">
                  <a16:creationId xmlns:a16="http://schemas.microsoft.com/office/drawing/2014/main" id="{FEB60EC0-D5A0-FEE6-DEA4-CF19F405A7A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9" name="TextBox 738">
            <a:extLst>
              <a:ext uri="{FF2B5EF4-FFF2-40B4-BE49-F238E27FC236}">
                <a16:creationId xmlns:a16="http://schemas.microsoft.com/office/drawing/2014/main" id="{F473CABD-A939-9139-193D-7EEF98C76FF3}"/>
              </a:ext>
            </a:extLst>
          </p:cNvPr>
          <p:cNvSpPr txBox="1"/>
          <p:nvPr/>
        </p:nvSpPr>
        <p:spPr>
          <a:xfrm>
            <a:off x="3121646" y="2655684"/>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40" name="Group 739">
            <a:extLst>
              <a:ext uri="{FF2B5EF4-FFF2-40B4-BE49-F238E27FC236}">
                <a16:creationId xmlns:a16="http://schemas.microsoft.com/office/drawing/2014/main" id="{9E8EE350-62E8-866D-C708-A54AC0736DA5}"/>
              </a:ext>
            </a:extLst>
          </p:cNvPr>
          <p:cNvGrpSpPr/>
          <p:nvPr/>
        </p:nvGrpSpPr>
        <p:grpSpPr>
          <a:xfrm>
            <a:off x="4969562" y="2641980"/>
            <a:ext cx="350195" cy="350195"/>
            <a:chOff x="8869161" y="1569883"/>
            <a:chExt cx="350195" cy="350195"/>
          </a:xfrm>
        </p:grpSpPr>
        <p:sp>
          <p:nvSpPr>
            <p:cNvPr id="741" name="Rectangle 740">
              <a:extLst>
                <a:ext uri="{FF2B5EF4-FFF2-40B4-BE49-F238E27FC236}">
                  <a16:creationId xmlns:a16="http://schemas.microsoft.com/office/drawing/2014/main" id="{9B56DE80-6468-3AC5-53F3-70E3EFBB10E7}"/>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Isosceles Triangle 741">
              <a:extLst>
                <a:ext uri="{FF2B5EF4-FFF2-40B4-BE49-F238E27FC236}">
                  <a16:creationId xmlns:a16="http://schemas.microsoft.com/office/drawing/2014/main" id="{B9A22B2C-BFE6-CCB4-1173-3E7A41C87D1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3" name="TextBox 752">
            <a:extLst>
              <a:ext uri="{FF2B5EF4-FFF2-40B4-BE49-F238E27FC236}">
                <a16:creationId xmlns:a16="http://schemas.microsoft.com/office/drawing/2014/main" id="{61C58390-2FF4-2322-C11F-EF0503C093C0}"/>
              </a:ext>
            </a:extLst>
          </p:cNvPr>
          <p:cNvSpPr txBox="1"/>
          <p:nvPr/>
        </p:nvSpPr>
        <p:spPr>
          <a:xfrm>
            <a:off x="3117063" y="2258858"/>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endParaRPr lang="en-US" b="1" dirty="0"/>
          </a:p>
        </p:txBody>
      </p:sp>
      <p:grpSp>
        <p:nvGrpSpPr>
          <p:cNvPr id="754" name="Group 753">
            <a:extLst>
              <a:ext uri="{FF2B5EF4-FFF2-40B4-BE49-F238E27FC236}">
                <a16:creationId xmlns:a16="http://schemas.microsoft.com/office/drawing/2014/main" id="{386ED32B-89FB-B0FB-B630-A9168A890CC3}"/>
              </a:ext>
            </a:extLst>
          </p:cNvPr>
          <p:cNvGrpSpPr/>
          <p:nvPr/>
        </p:nvGrpSpPr>
        <p:grpSpPr>
          <a:xfrm>
            <a:off x="4964979" y="2245154"/>
            <a:ext cx="350195" cy="350195"/>
            <a:chOff x="8869161" y="1569883"/>
            <a:chExt cx="350195" cy="350195"/>
          </a:xfrm>
        </p:grpSpPr>
        <p:sp>
          <p:nvSpPr>
            <p:cNvPr id="755" name="Rectangle 754">
              <a:extLst>
                <a:ext uri="{FF2B5EF4-FFF2-40B4-BE49-F238E27FC236}">
                  <a16:creationId xmlns:a16="http://schemas.microsoft.com/office/drawing/2014/main" id="{00EC323C-EE98-A8C7-88C4-70AE40A62FF2}"/>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Isosceles Triangle 755">
              <a:extLst>
                <a:ext uri="{FF2B5EF4-FFF2-40B4-BE49-F238E27FC236}">
                  <a16:creationId xmlns:a16="http://schemas.microsoft.com/office/drawing/2014/main" id="{F09518B5-8290-8ABF-7193-B54E351A94B2}"/>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7" name="TextBox 766">
            <a:extLst>
              <a:ext uri="{FF2B5EF4-FFF2-40B4-BE49-F238E27FC236}">
                <a16:creationId xmlns:a16="http://schemas.microsoft.com/office/drawing/2014/main" id="{CE7B080C-4AA0-CD82-2424-F3EB2F2C9E57}"/>
              </a:ext>
            </a:extLst>
          </p:cNvPr>
          <p:cNvSpPr txBox="1"/>
          <p:nvPr/>
        </p:nvSpPr>
        <p:spPr>
          <a:xfrm>
            <a:off x="3113013" y="1867692"/>
            <a:ext cx="914995" cy="322786"/>
          </a:xfrm>
          <a:prstGeom prst="rect">
            <a:avLst/>
          </a:prstGeom>
          <a:noFill/>
          <a:ln w="25400">
            <a:solidFill>
              <a:srgbClr val="FF0000"/>
            </a:solidFill>
            <a:headEnd type="none" w="med" len="med"/>
            <a:tailEnd type="none" w="med" len="med"/>
          </a:ln>
        </p:spPr>
        <p:txBody>
          <a:bodyPr wrap="none" rtlCol="0" anchor="ctr" anchorCtr="1">
            <a:noAutofit/>
          </a:bodyPr>
          <a:lstStyle/>
          <a:p>
            <a:r>
              <a:rPr lang="en-US" dirty="0"/>
              <a:t>RAM</a:t>
            </a:r>
          </a:p>
        </p:txBody>
      </p:sp>
      <p:grpSp>
        <p:nvGrpSpPr>
          <p:cNvPr id="768" name="Group 767">
            <a:extLst>
              <a:ext uri="{FF2B5EF4-FFF2-40B4-BE49-F238E27FC236}">
                <a16:creationId xmlns:a16="http://schemas.microsoft.com/office/drawing/2014/main" id="{5604D682-175C-5B91-91FD-A1DDDB128CA9}"/>
              </a:ext>
            </a:extLst>
          </p:cNvPr>
          <p:cNvGrpSpPr/>
          <p:nvPr/>
        </p:nvGrpSpPr>
        <p:grpSpPr>
          <a:xfrm>
            <a:off x="4960929" y="1853988"/>
            <a:ext cx="350195" cy="350195"/>
            <a:chOff x="8869161" y="1569883"/>
            <a:chExt cx="350195" cy="350195"/>
          </a:xfrm>
        </p:grpSpPr>
        <p:sp>
          <p:nvSpPr>
            <p:cNvPr id="769" name="Rectangle 768">
              <a:extLst>
                <a:ext uri="{FF2B5EF4-FFF2-40B4-BE49-F238E27FC236}">
                  <a16:creationId xmlns:a16="http://schemas.microsoft.com/office/drawing/2014/main" id="{C0291815-669C-A0A3-24E2-FB7040CF6D3D}"/>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Isosceles Triangle 769">
              <a:extLst>
                <a:ext uri="{FF2B5EF4-FFF2-40B4-BE49-F238E27FC236}">
                  <a16:creationId xmlns:a16="http://schemas.microsoft.com/office/drawing/2014/main" id="{848015D6-30C0-C18C-06C2-C615A11EF1BA}"/>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0" name="Group 849">
            <a:extLst>
              <a:ext uri="{FF2B5EF4-FFF2-40B4-BE49-F238E27FC236}">
                <a16:creationId xmlns:a16="http://schemas.microsoft.com/office/drawing/2014/main" id="{72FAF7C2-BEFF-9DBF-594A-DF429DF34CFE}"/>
              </a:ext>
            </a:extLst>
          </p:cNvPr>
          <p:cNvGrpSpPr/>
          <p:nvPr/>
        </p:nvGrpSpPr>
        <p:grpSpPr>
          <a:xfrm>
            <a:off x="4042531" y="2007489"/>
            <a:ext cx="932321" cy="4327715"/>
            <a:chOff x="3148231" y="1791583"/>
            <a:chExt cx="855187" cy="4327715"/>
          </a:xfrm>
        </p:grpSpPr>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148231" y="6119297"/>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70D3ED3-AB4F-5CBA-C82B-9DC46AB7D9AF}"/>
                </a:ext>
              </a:extLst>
            </p:cNvPr>
            <p:cNvCxnSpPr>
              <a:cxnSpLocks/>
            </p:cNvCxnSpPr>
            <p:nvPr/>
          </p:nvCxnSpPr>
          <p:spPr>
            <a:xfrm>
              <a:off x="3148231" y="572813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F8A27C0-2168-A6E5-70DE-4EF0123BC557}"/>
                </a:ext>
              </a:extLst>
            </p:cNvPr>
            <p:cNvCxnSpPr>
              <a:cxnSpLocks/>
            </p:cNvCxnSpPr>
            <p:nvPr/>
          </p:nvCxnSpPr>
          <p:spPr>
            <a:xfrm>
              <a:off x="3148231" y="533130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9" name="Straight Arrow Connector 608">
              <a:extLst>
                <a:ext uri="{FF2B5EF4-FFF2-40B4-BE49-F238E27FC236}">
                  <a16:creationId xmlns:a16="http://schemas.microsoft.com/office/drawing/2014/main" id="{3865080D-0FDD-1371-8459-EADA643B48A2}"/>
                </a:ext>
              </a:extLst>
            </p:cNvPr>
            <p:cNvCxnSpPr>
              <a:cxnSpLocks/>
            </p:cNvCxnSpPr>
            <p:nvPr/>
          </p:nvCxnSpPr>
          <p:spPr>
            <a:xfrm>
              <a:off x="3148231" y="494013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0" name="Straight Arrow Connector 639">
              <a:extLst>
                <a:ext uri="{FF2B5EF4-FFF2-40B4-BE49-F238E27FC236}">
                  <a16:creationId xmlns:a16="http://schemas.microsoft.com/office/drawing/2014/main" id="{564CAA6A-D2B8-1B96-7BD6-8A9AE2D59D4C}"/>
                </a:ext>
              </a:extLst>
            </p:cNvPr>
            <p:cNvCxnSpPr>
              <a:cxnSpLocks/>
            </p:cNvCxnSpPr>
            <p:nvPr/>
          </p:nvCxnSpPr>
          <p:spPr>
            <a:xfrm>
              <a:off x="3148231" y="4546937"/>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4" name="Straight Arrow Connector 653">
              <a:extLst>
                <a:ext uri="{FF2B5EF4-FFF2-40B4-BE49-F238E27FC236}">
                  <a16:creationId xmlns:a16="http://schemas.microsoft.com/office/drawing/2014/main" id="{ABAED735-0642-5342-DC16-2C6562C61A65}"/>
                </a:ext>
              </a:extLst>
            </p:cNvPr>
            <p:cNvCxnSpPr>
              <a:cxnSpLocks/>
            </p:cNvCxnSpPr>
            <p:nvPr/>
          </p:nvCxnSpPr>
          <p:spPr>
            <a:xfrm>
              <a:off x="3148231" y="415577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6" name="Straight Arrow Connector 675">
              <a:extLst>
                <a:ext uri="{FF2B5EF4-FFF2-40B4-BE49-F238E27FC236}">
                  <a16:creationId xmlns:a16="http://schemas.microsoft.com/office/drawing/2014/main" id="{8B42F4D4-1B67-1E16-285E-1EF1EDF4B1F8}"/>
                </a:ext>
              </a:extLst>
            </p:cNvPr>
            <p:cNvCxnSpPr>
              <a:cxnSpLocks/>
            </p:cNvCxnSpPr>
            <p:nvPr/>
          </p:nvCxnSpPr>
          <p:spPr>
            <a:xfrm>
              <a:off x="3148231" y="375894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6" name="Straight Arrow Connector 695">
              <a:extLst>
                <a:ext uri="{FF2B5EF4-FFF2-40B4-BE49-F238E27FC236}">
                  <a16:creationId xmlns:a16="http://schemas.microsoft.com/office/drawing/2014/main" id="{AC10EF14-F85E-A99C-E665-E637FD390A80}"/>
                </a:ext>
              </a:extLst>
            </p:cNvPr>
            <p:cNvCxnSpPr>
              <a:cxnSpLocks/>
            </p:cNvCxnSpPr>
            <p:nvPr/>
          </p:nvCxnSpPr>
          <p:spPr>
            <a:xfrm>
              <a:off x="3148231" y="336777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B9357C8E-4835-14F8-2770-DB0E8F871A11}"/>
                </a:ext>
              </a:extLst>
            </p:cNvPr>
            <p:cNvCxnSpPr>
              <a:cxnSpLocks/>
            </p:cNvCxnSpPr>
            <p:nvPr/>
          </p:nvCxnSpPr>
          <p:spPr>
            <a:xfrm>
              <a:off x="3148231" y="2970741"/>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3" name="Straight Arrow Connector 742">
              <a:extLst>
                <a:ext uri="{FF2B5EF4-FFF2-40B4-BE49-F238E27FC236}">
                  <a16:creationId xmlns:a16="http://schemas.microsoft.com/office/drawing/2014/main" id="{26B1852F-9398-AC61-738D-F5C7B555BA64}"/>
                </a:ext>
              </a:extLst>
            </p:cNvPr>
            <p:cNvCxnSpPr>
              <a:cxnSpLocks/>
            </p:cNvCxnSpPr>
            <p:nvPr/>
          </p:nvCxnSpPr>
          <p:spPr>
            <a:xfrm>
              <a:off x="3148231" y="2579575"/>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161A8C01-5D83-8220-1904-6B334F31222A}"/>
                </a:ext>
              </a:extLst>
            </p:cNvPr>
            <p:cNvCxnSpPr>
              <a:cxnSpLocks/>
            </p:cNvCxnSpPr>
            <p:nvPr/>
          </p:nvCxnSpPr>
          <p:spPr>
            <a:xfrm>
              <a:off x="3148231" y="2182749"/>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1" name="Straight Arrow Connector 770">
              <a:extLst>
                <a:ext uri="{FF2B5EF4-FFF2-40B4-BE49-F238E27FC236}">
                  <a16:creationId xmlns:a16="http://schemas.microsoft.com/office/drawing/2014/main" id="{4D4F825D-9C94-5460-580A-A6D34ED40EEB}"/>
                </a:ext>
              </a:extLst>
            </p:cNvPr>
            <p:cNvCxnSpPr>
              <a:cxnSpLocks/>
            </p:cNvCxnSpPr>
            <p:nvPr/>
          </p:nvCxnSpPr>
          <p:spPr>
            <a:xfrm>
              <a:off x="3148231" y="1791583"/>
              <a:ext cx="855187" cy="1"/>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779" name="Straight Arrow Connector 778">
            <a:extLst>
              <a:ext uri="{FF2B5EF4-FFF2-40B4-BE49-F238E27FC236}">
                <a16:creationId xmlns:a16="http://schemas.microsoft.com/office/drawing/2014/main" id="{F6F7D309-3A93-1A54-D4D3-37621BB86FE5}"/>
              </a:ext>
            </a:extLst>
          </p:cNvPr>
          <p:cNvCxnSpPr>
            <a:cxnSpLocks/>
            <a:stCxn id="769" idx="3"/>
          </p:cNvCxnSpPr>
          <p:nvPr/>
        </p:nvCxnSpPr>
        <p:spPr>
          <a:xfrm>
            <a:off x="5311124" y="2029086"/>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0" name="Straight Arrow Connector 829">
            <a:extLst>
              <a:ext uri="{FF2B5EF4-FFF2-40B4-BE49-F238E27FC236}">
                <a16:creationId xmlns:a16="http://schemas.microsoft.com/office/drawing/2014/main" id="{7499F1E8-61B8-02B3-FE36-1769EDD02915}"/>
              </a:ext>
            </a:extLst>
          </p:cNvPr>
          <p:cNvCxnSpPr>
            <a:cxnSpLocks/>
          </p:cNvCxnSpPr>
          <p:nvPr/>
        </p:nvCxnSpPr>
        <p:spPr>
          <a:xfrm>
            <a:off x="5319590" y="2418454"/>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1" name="Straight Arrow Connector 830">
            <a:extLst>
              <a:ext uri="{FF2B5EF4-FFF2-40B4-BE49-F238E27FC236}">
                <a16:creationId xmlns:a16="http://schemas.microsoft.com/office/drawing/2014/main" id="{C85ABF24-90DE-5BD9-CA70-B6ABE2CEED49}"/>
              </a:ext>
            </a:extLst>
          </p:cNvPr>
          <p:cNvCxnSpPr>
            <a:cxnSpLocks/>
          </p:cNvCxnSpPr>
          <p:nvPr/>
        </p:nvCxnSpPr>
        <p:spPr>
          <a:xfrm>
            <a:off x="5319590" y="2840930"/>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2" name="Straight Arrow Connector 831">
            <a:extLst>
              <a:ext uri="{FF2B5EF4-FFF2-40B4-BE49-F238E27FC236}">
                <a16:creationId xmlns:a16="http://schemas.microsoft.com/office/drawing/2014/main" id="{776FC074-FDC6-3DE3-0629-8BBAC78224F8}"/>
              </a:ext>
            </a:extLst>
          </p:cNvPr>
          <p:cNvCxnSpPr>
            <a:cxnSpLocks/>
          </p:cNvCxnSpPr>
          <p:nvPr/>
        </p:nvCxnSpPr>
        <p:spPr>
          <a:xfrm>
            <a:off x="5319590" y="3213366"/>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3" name="Straight Arrow Connector 832">
            <a:extLst>
              <a:ext uri="{FF2B5EF4-FFF2-40B4-BE49-F238E27FC236}">
                <a16:creationId xmlns:a16="http://schemas.microsoft.com/office/drawing/2014/main" id="{3599FD0F-F000-940C-B184-7430987A655F}"/>
              </a:ext>
            </a:extLst>
          </p:cNvPr>
          <p:cNvCxnSpPr>
            <a:cxnSpLocks/>
          </p:cNvCxnSpPr>
          <p:nvPr/>
        </p:nvCxnSpPr>
        <p:spPr>
          <a:xfrm>
            <a:off x="5331300" y="361242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4" name="Straight Arrow Connector 833">
            <a:extLst>
              <a:ext uri="{FF2B5EF4-FFF2-40B4-BE49-F238E27FC236}">
                <a16:creationId xmlns:a16="http://schemas.microsoft.com/office/drawing/2014/main" id="{7E94EFD7-47AE-AD87-A12A-1A54A37E2EF7}"/>
              </a:ext>
            </a:extLst>
          </p:cNvPr>
          <p:cNvCxnSpPr>
            <a:cxnSpLocks/>
          </p:cNvCxnSpPr>
          <p:nvPr/>
        </p:nvCxnSpPr>
        <p:spPr>
          <a:xfrm>
            <a:off x="5331300" y="3984863"/>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5" name="Straight Arrow Connector 834">
            <a:extLst>
              <a:ext uri="{FF2B5EF4-FFF2-40B4-BE49-F238E27FC236}">
                <a16:creationId xmlns:a16="http://schemas.microsoft.com/office/drawing/2014/main" id="{9220BC11-6142-B8F9-04BB-82C2EB374B51}"/>
              </a:ext>
            </a:extLst>
          </p:cNvPr>
          <p:cNvCxnSpPr>
            <a:cxnSpLocks/>
          </p:cNvCxnSpPr>
          <p:nvPr/>
        </p:nvCxnSpPr>
        <p:spPr>
          <a:xfrm>
            <a:off x="5331300" y="4407339"/>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6" name="Straight Arrow Connector 835">
            <a:extLst>
              <a:ext uri="{FF2B5EF4-FFF2-40B4-BE49-F238E27FC236}">
                <a16:creationId xmlns:a16="http://schemas.microsoft.com/office/drawing/2014/main" id="{6B725284-9BE4-7658-4D94-B8D6029E3661}"/>
              </a:ext>
            </a:extLst>
          </p:cNvPr>
          <p:cNvCxnSpPr>
            <a:cxnSpLocks/>
          </p:cNvCxnSpPr>
          <p:nvPr/>
        </p:nvCxnSpPr>
        <p:spPr>
          <a:xfrm>
            <a:off x="5331300" y="477977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7" name="Straight Arrow Connector 836">
            <a:extLst>
              <a:ext uri="{FF2B5EF4-FFF2-40B4-BE49-F238E27FC236}">
                <a16:creationId xmlns:a16="http://schemas.microsoft.com/office/drawing/2014/main" id="{7B1C4E1A-CC95-8124-E74C-F82E514BC46E}"/>
              </a:ext>
            </a:extLst>
          </p:cNvPr>
          <p:cNvCxnSpPr>
            <a:cxnSpLocks/>
          </p:cNvCxnSpPr>
          <p:nvPr/>
        </p:nvCxnSpPr>
        <p:spPr>
          <a:xfrm>
            <a:off x="5366431" y="5184787"/>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8" name="Straight Arrow Connector 837">
            <a:extLst>
              <a:ext uri="{FF2B5EF4-FFF2-40B4-BE49-F238E27FC236}">
                <a16:creationId xmlns:a16="http://schemas.microsoft.com/office/drawing/2014/main" id="{B43B14EF-F636-1F74-2426-8FBC8551FCF6}"/>
              </a:ext>
            </a:extLst>
          </p:cNvPr>
          <p:cNvCxnSpPr>
            <a:cxnSpLocks/>
          </p:cNvCxnSpPr>
          <p:nvPr/>
        </p:nvCxnSpPr>
        <p:spPr>
          <a:xfrm>
            <a:off x="5366431" y="5557223"/>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9" name="Straight Arrow Connector 838">
            <a:extLst>
              <a:ext uri="{FF2B5EF4-FFF2-40B4-BE49-F238E27FC236}">
                <a16:creationId xmlns:a16="http://schemas.microsoft.com/office/drawing/2014/main" id="{65C122CF-AB3B-850A-9F4A-6E777BF477D6}"/>
              </a:ext>
            </a:extLst>
          </p:cNvPr>
          <p:cNvCxnSpPr>
            <a:cxnSpLocks/>
          </p:cNvCxnSpPr>
          <p:nvPr/>
        </p:nvCxnSpPr>
        <p:spPr>
          <a:xfrm>
            <a:off x="5366431" y="5979699"/>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0" name="Straight Arrow Connector 839">
            <a:extLst>
              <a:ext uri="{FF2B5EF4-FFF2-40B4-BE49-F238E27FC236}">
                <a16:creationId xmlns:a16="http://schemas.microsoft.com/office/drawing/2014/main" id="{2B91C276-FAED-C40C-C2A1-D8E23DA0C58D}"/>
              </a:ext>
            </a:extLst>
          </p:cNvPr>
          <p:cNvCxnSpPr>
            <a:cxnSpLocks/>
          </p:cNvCxnSpPr>
          <p:nvPr/>
        </p:nvCxnSpPr>
        <p:spPr>
          <a:xfrm>
            <a:off x="5366431" y="6352135"/>
            <a:ext cx="1311659"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4" name="TextBox 843">
            <a:extLst>
              <a:ext uri="{FF2B5EF4-FFF2-40B4-BE49-F238E27FC236}">
                <a16:creationId xmlns:a16="http://schemas.microsoft.com/office/drawing/2014/main" id="{FE8C8AE9-332E-950B-25B3-47BD5A6F28D1}"/>
              </a:ext>
            </a:extLst>
          </p:cNvPr>
          <p:cNvSpPr txBox="1"/>
          <p:nvPr/>
        </p:nvSpPr>
        <p:spPr>
          <a:xfrm>
            <a:off x="2211641" y="113626"/>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845" name="TextBox 844">
            <a:extLst>
              <a:ext uri="{FF2B5EF4-FFF2-40B4-BE49-F238E27FC236}">
                <a16:creationId xmlns:a16="http://schemas.microsoft.com/office/drawing/2014/main" id="{A61AAB5C-F08B-7725-F09E-AD6B4D640C25}"/>
              </a:ext>
            </a:extLst>
          </p:cNvPr>
          <p:cNvSpPr txBox="1"/>
          <p:nvPr/>
        </p:nvSpPr>
        <p:spPr>
          <a:xfrm>
            <a:off x="2366311" y="6167469"/>
            <a:ext cx="755335" cy="369332"/>
          </a:xfrm>
          <a:prstGeom prst="rect">
            <a:avLst/>
          </a:prstGeom>
          <a:noFill/>
          <a:ln w="12700">
            <a:noFill/>
          </a:ln>
        </p:spPr>
        <p:txBody>
          <a:bodyPr wrap="none" rtlCol="0">
            <a:spAutoFit/>
          </a:bodyPr>
          <a:lstStyle/>
          <a:p>
            <a:r>
              <a:rPr lang="en-US" i="1" dirty="0" err="1"/>
              <a:t>ochan</a:t>
            </a:r>
            <a:endParaRPr lang="en-US" i="1" dirty="0"/>
          </a:p>
        </p:txBody>
      </p:sp>
      <p:sp>
        <p:nvSpPr>
          <p:cNvPr id="846" name="TextBox 845">
            <a:extLst>
              <a:ext uri="{FF2B5EF4-FFF2-40B4-BE49-F238E27FC236}">
                <a16:creationId xmlns:a16="http://schemas.microsoft.com/office/drawing/2014/main" id="{4612F07F-17F4-5788-4246-4F68FDB27BE4}"/>
              </a:ext>
            </a:extLst>
          </p:cNvPr>
          <p:cNvSpPr txBox="1"/>
          <p:nvPr/>
        </p:nvSpPr>
        <p:spPr>
          <a:xfrm>
            <a:off x="2763522" y="1871895"/>
            <a:ext cx="301686" cy="369332"/>
          </a:xfrm>
          <a:prstGeom prst="rect">
            <a:avLst/>
          </a:prstGeom>
          <a:noFill/>
          <a:ln w="12700">
            <a:noFill/>
          </a:ln>
        </p:spPr>
        <p:txBody>
          <a:bodyPr wrap="none" rtlCol="0">
            <a:spAutoFit/>
          </a:bodyPr>
          <a:lstStyle/>
          <a:p>
            <a:r>
              <a:rPr lang="en-US" i="1" dirty="0"/>
              <a:t>1</a:t>
            </a:r>
          </a:p>
        </p:txBody>
      </p:sp>
      <p:sp>
        <p:nvSpPr>
          <p:cNvPr id="847" name="TextBox 846">
            <a:extLst>
              <a:ext uri="{FF2B5EF4-FFF2-40B4-BE49-F238E27FC236}">
                <a16:creationId xmlns:a16="http://schemas.microsoft.com/office/drawing/2014/main" id="{D2C21F63-CC6C-26FE-1370-E7486AD46FDA}"/>
              </a:ext>
            </a:extLst>
          </p:cNvPr>
          <p:cNvSpPr txBox="1"/>
          <p:nvPr/>
        </p:nvSpPr>
        <p:spPr>
          <a:xfrm>
            <a:off x="4513444" y="798856"/>
            <a:ext cx="547907" cy="369332"/>
          </a:xfrm>
          <a:prstGeom prst="rect">
            <a:avLst/>
          </a:prstGeom>
          <a:noFill/>
          <a:ln w="12700">
            <a:noFill/>
          </a:ln>
        </p:spPr>
        <p:txBody>
          <a:bodyPr wrap="none" rtlCol="0">
            <a:spAutoFit/>
          </a:bodyPr>
          <a:lstStyle/>
          <a:p>
            <a:r>
              <a:rPr lang="en-US" i="1" dirty="0"/>
              <a:t>int8</a:t>
            </a:r>
          </a:p>
        </p:txBody>
      </p:sp>
      <p:sp>
        <p:nvSpPr>
          <p:cNvPr id="848" name="TextBox 847">
            <a:extLst>
              <a:ext uri="{FF2B5EF4-FFF2-40B4-BE49-F238E27FC236}">
                <a16:creationId xmlns:a16="http://schemas.microsoft.com/office/drawing/2014/main" id="{E671DB2C-B514-96DF-74F5-8F53547933B6}"/>
              </a:ext>
            </a:extLst>
          </p:cNvPr>
          <p:cNvSpPr txBox="1"/>
          <p:nvPr/>
        </p:nvSpPr>
        <p:spPr>
          <a:xfrm>
            <a:off x="4091219" y="1709900"/>
            <a:ext cx="547907" cy="369332"/>
          </a:xfrm>
          <a:prstGeom prst="rect">
            <a:avLst/>
          </a:prstGeom>
          <a:noFill/>
          <a:ln w="12700">
            <a:noFill/>
          </a:ln>
        </p:spPr>
        <p:txBody>
          <a:bodyPr wrap="none" rtlCol="0">
            <a:spAutoFit/>
          </a:bodyPr>
          <a:lstStyle/>
          <a:p>
            <a:r>
              <a:rPr lang="en-US" i="1" dirty="0"/>
              <a:t>int8</a:t>
            </a:r>
          </a:p>
        </p:txBody>
      </p:sp>
      <p:cxnSp>
        <p:nvCxnSpPr>
          <p:cNvPr id="852" name="Straight Connector 851">
            <a:extLst>
              <a:ext uri="{FF2B5EF4-FFF2-40B4-BE49-F238E27FC236}">
                <a16:creationId xmlns:a16="http://schemas.microsoft.com/office/drawing/2014/main" id="{DE9FACAF-5F2D-5CF9-D0A7-714A0E8CA5E7}"/>
              </a:ext>
            </a:extLst>
          </p:cNvPr>
          <p:cNvCxnSpPr>
            <a:cxnSpLocks/>
          </p:cNvCxnSpPr>
          <p:nvPr/>
        </p:nvCxnSpPr>
        <p:spPr>
          <a:xfrm flipV="1">
            <a:off x="9288204" y="1177724"/>
            <a:ext cx="0" cy="5113861"/>
          </a:xfrm>
          <a:prstGeom prst="line">
            <a:avLst/>
          </a:prstGeom>
        </p:spPr>
        <p:style>
          <a:lnRef idx="1">
            <a:schemeClr val="dk1"/>
          </a:lnRef>
          <a:fillRef idx="0">
            <a:schemeClr val="dk1"/>
          </a:fillRef>
          <a:effectRef idx="0">
            <a:schemeClr val="dk1"/>
          </a:effectRef>
          <a:fontRef idx="minor">
            <a:schemeClr val="tx1"/>
          </a:fontRef>
        </p:style>
      </p:cxnSp>
      <p:cxnSp>
        <p:nvCxnSpPr>
          <p:cNvPr id="854" name="Straight Arrow Connector 853">
            <a:extLst>
              <a:ext uri="{FF2B5EF4-FFF2-40B4-BE49-F238E27FC236}">
                <a16:creationId xmlns:a16="http://schemas.microsoft.com/office/drawing/2014/main" id="{DD289131-416F-EE6D-F107-19F384EFAD59}"/>
              </a:ext>
            </a:extLst>
          </p:cNvPr>
          <p:cNvCxnSpPr>
            <a:cxnSpLocks/>
          </p:cNvCxnSpPr>
          <p:nvPr/>
        </p:nvCxnSpPr>
        <p:spPr>
          <a:xfrm>
            <a:off x="9270938" y="1170824"/>
            <a:ext cx="1639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5" name="TextBox 854">
            <a:extLst>
              <a:ext uri="{FF2B5EF4-FFF2-40B4-BE49-F238E27FC236}">
                <a16:creationId xmlns:a16="http://schemas.microsoft.com/office/drawing/2014/main" id="{5850B755-6759-A74F-7558-E5AA0FE6B8E0}"/>
              </a:ext>
            </a:extLst>
          </p:cNvPr>
          <p:cNvSpPr txBox="1"/>
          <p:nvPr/>
        </p:nvSpPr>
        <p:spPr>
          <a:xfrm>
            <a:off x="8728650" y="1647122"/>
            <a:ext cx="547907" cy="369332"/>
          </a:xfrm>
          <a:prstGeom prst="rect">
            <a:avLst/>
          </a:prstGeom>
          <a:noFill/>
          <a:ln w="12700">
            <a:noFill/>
          </a:ln>
        </p:spPr>
        <p:txBody>
          <a:bodyPr wrap="none" rtlCol="0">
            <a:spAutoFit/>
          </a:bodyPr>
          <a:lstStyle/>
          <a:p>
            <a:r>
              <a:rPr lang="en-US" i="1" dirty="0"/>
              <a:t>int8</a:t>
            </a:r>
          </a:p>
        </p:txBody>
      </p:sp>
      <p:sp>
        <p:nvSpPr>
          <p:cNvPr id="856" name="TextBox 855">
            <a:extLst>
              <a:ext uri="{FF2B5EF4-FFF2-40B4-BE49-F238E27FC236}">
                <a16:creationId xmlns:a16="http://schemas.microsoft.com/office/drawing/2014/main" id="{31F8B38B-A671-6569-C345-8110171D62B7}"/>
              </a:ext>
            </a:extLst>
          </p:cNvPr>
          <p:cNvSpPr txBox="1"/>
          <p:nvPr/>
        </p:nvSpPr>
        <p:spPr>
          <a:xfrm>
            <a:off x="9188289" y="801307"/>
            <a:ext cx="1233992" cy="369332"/>
          </a:xfrm>
          <a:prstGeom prst="rect">
            <a:avLst/>
          </a:prstGeom>
          <a:noFill/>
          <a:ln w="12700">
            <a:noFill/>
          </a:ln>
        </p:spPr>
        <p:txBody>
          <a:bodyPr wrap="none" rtlCol="0">
            <a:spAutoFit/>
          </a:bodyPr>
          <a:lstStyle/>
          <a:p>
            <a:r>
              <a:rPr lang="en-US" i="1" dirty="0" err="1"/>
              <a:t>ochan</a:t>
            </a:r>
            <a:r>
              <a:rPr lang="en-US" i="1" dirty="0"/>
              <a:t>*int8</a:t>
            </a:r>
          </a:p>
        </p:txBody>
      </p:sp>
      <p:sp>
        <p:nvSpPr>
          <p:cNvPr id="857" name="TextBox 856">
            <a:extLst>
              <a:ext uri="{FF2B5EF4-FFF2-40B4-BE49-F238E27FC236}">
                <a16:creationId xmlns:a16="http://schemas.microsoft.com/office/drawing/2014/main" id="{6B135368-B09A-254E-CFF4-806D72EDB346}"/>
              </a:ext>
            </a:extLst>
          </p:cNvPr>
          <p:cNvSpPr txBox="1"/>
          <p:nvPr/>
        </p:nvSpPr>
        <p:spPr>
          <a:xfrm>
            <a:off x="10910367" y="970595"/>
            <a:ext cx="778418" cy="369332"/>
          </a:xfrm>
          <a:prstGeom prst="rect">
            <a:avLst/>
          </a:prstGeom>
          <a:noFill/>
          <a:ln w="12700">
            <a:noFill/>
          </a:ln>
        </p:spPr>
        <p:txBody>
          <a:bodyPr wrap="none" rtlCol="0">
            <a:spAutoFit/>
          </a:bodyPr>
          <a:lstStyle/>
          <a:p>
            <a:r>
              <a:rPr lang="en-US" dirty="0"/>
              <a:t>TDATA</a:t>
            </a:r>
          </a:p>
        </p:txBody>
      </p:sp>
      <p:sp>
        <p:nvSpPr>
          <p:cNvPr id="863" name="Rectangle 862">
            <a:extLst>
              <a:ext uri="{FF2B5EF4-FFF2-40B4-BE49-F238E27FC236}">
                <a16:creationId xmlns:a16="http://schemas.microsoft.com/office/drawing/2014/main" id="{48FA635D-D9F6-7DB8-5704-12F9A1A1898E}"/>
              </a:ext>
            </a:extLst>
          </p:cNvPr>
          <p:cNvSpPr/>
          <p:nvPr/>
        </p:nvSpPr>
        <p:spPr>
          <a:xfrm>
            <a:off x="1613967" y="84667"/>
            <a:ext cx="8964065" cy="6625168"/>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D2930EE-C76C-735B-D0DA-240422ED2FA3}"/>
              </a:ext>
            </a:extLst>
          </p:cNvPr>
          <p:cNvSpPr txBox="1"/>
          <p:nvPr/>
        </p:nvSpPr>
        <p:spPr>
          <a:xfrm>
            <a:off x="3090226" y="556689"/>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3" name="Group 2">
            <a:extLst>
              <a:ext uri="{FF2B5EF4-FFF2-40B4-BE49-F238E27FC236}">
                <a16:creationId xmlns:a16="http://schemas.microsoft.com/office/drawing/2014/main" id="{B8B7AD1E-99DB-2255-EACA-605C2021B42A}"/>
              </a:ext>
            </a:extLst>
          </p:cNvPr>
          <p:cNvGrpSpPr/>
          <p:nvPr/>
        </p:nvGrpSpPr>
        <p:grpSpPr>
          <a:xfrm>
            <a:off x="5241238" y="555983"/>
            <a:ext cx="350195" cy="350195"/>
            <a:chOff x="8869161" y="1569883"/>
            <a:chExt cx="350195" cy="350195"/>
          </a:xfrm>
        </p:grpSpPr>
        <p:sp>
          <p:nvSpPr>
            <p:cNvPr id="4" name="Rectangle 3">
              <a:extLst>
                <a:ext uri="{FF2B5EF4-FFF2-40B4-BE49-F238E27FC236}">
                  <a16:creationId xmlns:a16="http://schemas.microsoft.com/office/drawing/2014/main" id="{44A92421-88FE-1084-F026-66B23D5F29D8}"/>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0ECAF24E-36FA-75BD-AC75-FCFAD3E17820}"/>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 name="Straight Arrow Connector 5">
            <a:extLst>
              <a:ext uri="{FF2B5EF4-FFF2-40B4-BE49-F238E27FC236}">
                <a16:creationId xmlns:a16="http://schemas.microsoft.com/office/drawing/2014/main" id="{B71C0AAC-15C4-731F-7BF9-57813B02163A}"/>
              </a:ext>
            </a:extLst>
          </p:cNvPr>
          <p:cNvCxnSpPr>
            <a:cxnSpLocks/>
          </p:cNvCxnSpPr>
          <p:nvPr/>
        </p:nvCxnSpPr>
        <p:spPr>
          <a:xfrm>
            <a:off x="4520432" y="721814"/>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1CD54AE-B3E2-C8C5-1B48-5DFBF702463D}"/>
              </a:ext>
            </a:extLst>
          </p:cNvPr>
          <p:cNvSpPr txBox="1"/>
          <p:nvPr/>
        </p:nvSpPr>
        <p:spPr>
          <a:xfrm>
            <a:off x="3097402" y="117555"/>
            <a:ext cx="1423030" cy="355131"/>
          </a:xfrm>
          <a:prstGeom prst="rect">
            <a:avLst/>
          </a:prstGeom>
          <a:noFill/>
          <a:ln w="25400">
            <a:solidFill>
              <a:srgbClr val="00B050"/>
            </a:solidFill>
          </a:ln>
        </p:spPr>
        <p:txBody>
          <a:bodyPr wrap="none" rtlCol="0" anchor="ctr" anchorCtr="1">
            <a:noAutofit/>
          </a:bodyPr>
          <a:lstStyle/>
          <a:p>
            <a:r>
              <a:rPr lang="en-US" dirty="0"/>
              <a:t>RAM</a:t>
            </a:r>
          </a:p>
        </p:txBody>
      </p:sp>
      <p:grpSp>
        <p:nvGrpSpPr>
          <p:cNvPr id="11" name="Group 10">
            <a:extLst>
              <a:ext uri="{FF2B5EF4-FFF2-40B4-BE49-F238E27FC236}">
                <a16:creationId xmlns:a16="http://schemas.microsoft.com/office/drawing/2014/main" id="{81B37757-2D4C-176A-5392-D49BE9ED1FCD}"/>
              </a:ext>
            </a:extLst>
          </p:cNvPr>
          <p:cNvGrpSpPr/>
          <p:nvPr/>
        </p:nvGrpSpPr>
        <p:grpSpPr>
          <a:xfrm>
            <a:off x="5248414" y="116849"/>
            <a:ext cx="350195" cy="350195"/>
            <a:chOff x="8869161" y="1569883"/>
            <a:chExt cx="350195" cy="350195"/>
          </a:xfrm>
        </p:grpSpPr>
        <p:sp>
          <p:nvSpPr>
            <p:cNvPr id="12" name="Rectangle 11">
              <a:extLst>
                <a:ext uri="{FF2B5EF4-FFF2-40B4-BE49-F238E27FC236}">
                  <a16:creationId xmlns:a16="http://schemas.microsoft.com/office/drawing/2014/main" id="{687C9B87-DAD9-067C-476E-C93C28315690}"/>
                </a:ext>
              </a:extLst>
            </p:cNvPr>
            <p:cNvSpPr/>
            <p:nvPr/>
          </p:nvSpPr>
          <p:spPr>
            <a:xfrm>
              <a:off x="8869161" y="156988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748C4ADA-B474-457C-8504-4E522BE04584}"/>
                </a:ext>
              </a:extLst>
            </p:cNvPr>
            <p:cNvSpPr/>
            <p:nvPr/>
          </p:nvSpPr>
          <p:spPr>
            <a:xfrm>
              <a:off x="8991161" y="182853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34F7661B-F07E-6AE7-C90F-4E703E00D569}"/>
              </a:ext>
            </a:extLst>
          </p:cNvPr>
          <p:cNvCxnSpPr>
            <a:cxnSpLocks/>
          </p:cNvCxnSpPr>
          <p:nvPr/>
        </p:nvCxnSpPr>
        <p:spPr>
          <a:xfrm>
            <a:off x="4527608" y="282680"/>
            <a:ext cx="717740"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9837CB0-B6D8-B73D-0934-24157080D762}"/>
              </a:ext>
            </a:extLst>
          </p:cNvPr>
          <p:cNvSpPr txBox="1"/>
          <p:nvPr/>
        </p:nvSpPr>
        <p:spPr>
          <a:xfrm>
            <a:off x="6619873" y="593075"/>
            <a:ext cx="1386972" cy="354265"/>
          </a:xfrm>
          <a:prstGeom prst="rect">
            <a:avLst/>
          </a:prstGeom>
          <a:noFill/>
          <a:ln w="25400">
            <a:solidFill>
              <a:schemeClr val="tx1"/>
            </a:solidFill>
          </a:ln>
        </p:spPr>
        <p:txBody>
          <a:bodyPr wrap="none" rtlCol="0" anchor="ctr" anchorCtr="1">
            <a:noAutofit/>
          </a:bodyPr>
          <a:lstStyle/>
          <a:p>
            <a:r>
              <a:rPr lang="en-US" dirty="0"/>
              <a:t>MAC*</a:t>
            </a:r>
            <a:r>
              <a:rPr lang="en-US" dirty="0" err="1"/>
              <a:t>ochan</a:t>
            </a:r>
            <a:endParaRPr lang="en-US" b="1" dirty="0"/>
          </a:p>
        </p:txBody>
      </p:sp>
      <p:cxnSp>
        <p:nvCxnSpPr>
          <p:cNvPr id="20" name="Straight Arrow Connector 19">
            <a:extLst>
              <a:ext uri="{FF2B5EF4-FFF2-40B4-BE49-F238E27FC236}">
                <a16:creationId xmlns:a16="http://schemas.microsoft.com/office/drawing/2014/main" id="{4AFFCD7D-6E5A-B03C-12D7-444D46A0397D}"/>
              </a:ext>
            </a:extLst>
          </p:cNvPr>
          <p:cNvCxnSpPr>
            <a:cxnSpLocks/>
          </p:cNvCxnSpPr>
          <p:nvPr/>
        </p:nvCxnSpPr>
        <p:spPr>
          <a:xfrm>
            <a:off x="8708308" y="77020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F5F7D70-9C7C-274D-AF8A-C5C0CA652943}"/>
              </a:ext>
            </a:extLst>
          </p:cNvPr>
          <p:cNvCxnSpPr>
            <a:cxnSpLocks/>
          </p:cNvCxnSpPr>
          <p:nvPr/>
        </p:nvCxnSpPr>
        <p:spPr>
          <a:xfrm>
            <a:off x="8007918" y="77020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F5A3A79-B97C-0755-7DF8-043D6980B677}"/>
              </a:ext>
            </a:extLst>
          </p:cNvPr>
          <p:cNvCxnSpPr>
            <a:cxnSpLocks/>
          </p:cNvCxnSpPr>
          <p:nvPr/>
        </p:nvCxnSpPr>
        <p:spPr>
          <a:xfrm>
            <a:off x="8712358" y="77020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5B1A126-F5AB-7BC5-F9FB-A8EC58E8C2AF}"/>
              </a:ext>
            </a:extLst>
          </p:cNvPr>
          <p:cNvCxnSpPr>
            <a:cxnSpLocks/>
          </p:cNvCxnSpPr>
          <p:nvPr/>
        </p:nvCxnSpPr>
        <p:spPr>
          <a:xfrm>
            <a:off x="8011968" y="77020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8E097C1-D854-FDD5-4FCA-A3B922536032}"/>
              </a:ext>
            </a:extLst>
          </p:cNvPr>
          <p:cNvSpPr txBox="1"/>
          <p:nvPr/>
        </p:nvSpPr>
        <p:spPr>
          <a:xfrm>
            <a:off x="8720991" y="453458"/>
            <a:ext cx="547907" cy="369332"/>
          </a:xfrm>
          <a:prstGeom prst="rect">
            <a:avLst/>
          </a:prstGeom>
          <a:noFill/>
          <a:ln w="12700">
            <a:noFill/>
          </a:ln>
        </p:spPr>
        <p:txBody>
          <a:bodyPr wrap="none" rtlCol="0">
            <a:spAutoFit/>
          </a:bodyPr>
          <a:lstStyle/>
          <a:p>
            <a:r>
              <a:rPr lang="en-US" i="1" dirty="0"/>
              <a:t>int8</a:t>
            </a:r>
          </a:p>
        </p:txBody>
      </p:sp>
      <p:grpSp>
        <p:nvGrpSpPr>
          <p:cNvPr id="26" name="Group 25">
            <a:extLst>
              <a:ext uri="{FF2B5EF4-FFF2-40B4-BE49-F238E27FC236}">
                <a16:creationId xmlns:a16="http://schemas.microsoft.com/office/drawing/2014/main" id="{524ACAAA-F7BC-44D2-720E-CD723C0ED4A7}"/>
              </a:ext>
            </a:extLst>
          </p:cNvPr>
          <p:cNvGrpSpPr/>
          <p:nvPr/>
        </p:nvGrpSpPr>
        <p:grpSpPr>
          <a:xfrm>
            <a:off x="8353678" y="622134"/>
            <a:ext cx="350195" cy="325206"/>
            <a:chOff x="7531203" y="6119551"/>
            <a:chExt cx="350195" cy="325206"/>
          </a:xfrm>
        </p:grpSpPr>
        <p:sp>
          <p:nvSpPr>
            <p:cNvPr id="27" name="Rectangle 26">
              <a:extLst>
                <a:ext uri="{FF2B5EF4-FFF2-40B4-BE49-F238E27FC236}">
                  <a16:creationId xmlns:a16="http://schemas.microsoft.com/office/drawing/2014/main" id="{2B9F6106-1EDC-2E79-0CD7-B86E415E2680}"/>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8" name="Isosceles Triangle 27">
              <a:extLst>
                <a:ext uri="{FF2B5EF4-FFF2-40B4-BE49-F238E27FC236}">
                  <a16:creationId xmlns:a16="http://schemas.microsoft.com/office/drawing/2014/main" id="{F1D72D7F-508D-816C-AC96-A56A3399DA63}"/>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sp>
        <p:nvSpPr>
          <p:cNvPr id="29" name="TextBox 28">
            <a:extLst>
              <a:ext uri="{FF2B5EF4-FFF2-40B4-BE49-F238E27FC236}">
                <a16:creationId xmlns:a16="http://schemas.microsoft.com/office/drawing/2014/main" id="{33CB774A-3FBB-955A-92A8-2DAEAE279AB7}"/>
              </a:ext>
            </a:extLst>
          </p:cNvPr>
          <p:cNvSpPr txBox="1"/>
          <p:nvPr/>
        </p:nvSpPr>
        <p:spPr>
          <a:xfrm>
            <a:off x="6644798" y="112235"/>
            <a:ext cx="1386972" cy="354265"/>
          </a:xfrm>
          <a:prstGeom prst="rect">
            <a:avLst/>
          </a:prstGeom>
          <a:noFill/>
          <a:ln w="25400">
            <a:solidFill>
              <a:schemeClr val="tx1"/>
            </a:solidFill>
          </a:ln>
        </p:spPr>
        <p:txBody>
          <a:bodyPr wrap="none" rtlCol="0" anchor="ctr" anchorCtr="1">
            <a:noAutofit/>
          </a:bodyPr>
          <a:lstStyle/>
          <a:p>
            <a:r>
              <a:rPr lang="en-US" dirty="0"/>
              <a:t>MAC*</a:t>
            </a:r>
            <a:r>
              <a:rPr lang="en-US" dirty="0" err="1"/>
              <a:t>ochan</a:t>
            </a:r>
            <a:endParaRPr lang="en-US" b="1" dirty="0"/>
          </a:p>
        </p:txBody>
      </p:sp>
      <p:cxnSp>
        <p:nvCxnSpPr>
          <p:cNvPr id="30" name="Straight Arrow Connector 29">
            <a:extLst>
              <a:ext uri="{FF2B5EF4-FFF2-40B4-BE49-F238E27FC236}">
                <a16:creationId xmlns:a16="http://schemas.microsoft.com/office/drawing/2014/main" id="{10B1E01C-3F31-DE8E-DCAB-E8C95A65D315}"/>
              </a:ext>
            </a:extLst>
          </p:cNvPr>
          <p:cNvCxnSpPr>
            <a:cxnSpLocks/>
          </p:cNvCxnSpPr>
          <p:nvPr/>
        </p:nvCxnSpPr>
        <p:spPr>
          <a:xfrm>
            <a:off x="8733233" y="28936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8EBFD91-4AB0-C5C6-BA08-B340BCA4F81A}"/>
              </a:ext>
            </a:extLst>
          </p:cNvPr>
          <p:cNvCxnSpPr>
            <a:cxnSpLocks/>
          </p:cNvCxnSpPr>
          <p:nvPr/>
        </p:nvCxnSpPr>
        <p:spPr>
          <a:xfrm>
            <a:off x="8032843" y="28936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C814EF4-D868-2D83-870A-F6CC3F2AA1B2}"/>
              </a:ext>
            </a:extLst>
          </p:cNvPr>
          <p:cNvCxnSpPr>
            <a:cxnSpLocks/>
          </p:cNvCxnSpPr>
          <p:nvPr/>
        </p:nvCxnSpPr>
        <p:spPr>
          <a:xfrm>
            <a:off x="8737283" y="28936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3020452-8465-1A15-9F29-0FB6E6C5E2FF}"/>
              </a:ext>
            </a:extLst>
          </p:cNvPr>
          <p:cNvCxnSpPr>
            <a:cxnSpLocks/>
          </p:cNvCxnSpPr>
          <p:nvPr/>
        </p:nvCxnSpPr>
        <p:spPr>
          <a:xfrm>
            <a:off x="8036893" y="289367"/>
            <a:ext cx="350195"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60EF3D8-6C3F-329E-C66E-35AA4F62ABD4}"/>
              </a:ext>
            </a:extLst>
          </p:cNvPr>
          <p:cNvSpPr txBox="1"/>
          <p:nvPr/>
        </p:nvSpPr>
        <p:spPr>
          <a:xfrm>
            <a:off x="8745916" y="-27382"/>
            <a:ext cx="547907" cy="369332"/>
          </a:xfrm>
          <a:prstGeom prst="rect">
            <a:avLst/>
          </a:prstGeom>
          <a:noFill/>
          <a:ln w="12700">
            <a:noFill/>
          </a:ln>
        </p:spPr>
        <p:txBody>
          <a:bodyPr wrap="none" rtlCol="0">
            <a:spAutoFit/>
          </a:bodyPr>
          <a:lstStyle/>
          <a:p>
            <a:r>
              <a:rPr lang="en-US" i="1" dirty="0"/>
              <a:t>int8</a:t>
            </a:r>
          </a:p>
        </p:txBody>
      </p:sp>
      <p:grpSp>
        <p:nvGrpSpPr>
          <p:cNvPr id="36" name="Group 35">
            <a:extLst>
              <a:ext uri="{FF2B5EF4-FFF2-40B4-BE49-F238E27FC236}">
                <a16:creationId xmlns:a16="http://schemas.microsoft.com/office/drawing/2014/main" id="{E85D87E1-1578-53AF-611B-50EB128636A8}"/>
              </a:ext>
            </a:extLst>
          </p:cNvPr>
          <p:cNvGrpSpPr/>
          <p:nvPr/>
        </p:nvGrpSpPr>
        <p:grpSpPr>
          <a:xfrm>
            <a:off x="8378603" y="141294"/>
            <a:ext cx="350195" cy="325206"/>
            <a:chOff x="7531203" y="6119551"/>
            <a:chExt cx="350195" cy="325206"/>
          </a:xfrm>
        </p:grpSpPr>
        <p:sp>
          <p:nvSpPr>
            <p:cNvPr id="37" name="Rectangle 36">
              <a:extLst>
                <a:ext uri="{FF2B5EF4-FFF2-40B4-BE49-F238E27FC236}">
                  <a16:creationId xmlns:a16="http://schemas.microsoft.com/office/drawing/2014/main" id="{D19813A8-7ED9-F435-F164-128C68FFA0F6}"/>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8" name="Isosceles Triangle 37">
              <a:extLst>
                <a:ext uri="{FF2B5EF4-FFF2-40B4-BE49-F238E27FC236}">
                  <a16:creationId xmlns:a16="http://schemas.microsoft.com/office/drawing/2014/main" id="{581CB21A-CABD-B690-806E-894023AE138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39" name="Straight Arrow Connector 38">
            <a:extLst>
              <a:ext uri="{FF2B5EF4-FFF2-40B4-BE49-F238E27FC236}">
                <a16:creationId xmlns:a16="http://schemas.microsoft.com/office/drawing/2014/main" id="{95DC21DD-B117-769A-7AA9-360127B83A83}"/>
              </a:ext>
            </a:extLst>
          </p:cNvPr>
          <p:cNvCxnSpPr>
            <a:cxnSpLocks/>
            <a:stCxn id="12" idx="3"/>
            <a:endCxn id="29" idx="1"/>
          </p:cNvCxnSpPr>
          <p:nvPr/>
        </p:nvCxnSpPr>
        <p:spPr>
          <a:xfrm flipV="1">
            <a:off x="5598609" y="289368"/>
            <a:ext cx="1046189" cy="257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F76804F-7FBA-6401-15C4-535D10B3EF7A}"/>
              </a:ext>
            </a:extLst>
          </p:cNvPr>
          <p:cNvCxnSpPr>
            <a:cxnSpLocks/>
            <a:stCxn id="4" idx="3"/>
            <a:endCxn id="18" idx="1"/>
          </p:cNvCxnSpPr>
          <p:nvPr/>
        </p:nvCxnSpPr>
        <p:spPr>
          <a:xfrm>
            <a:off x="5591433" y="731081"/>
            <a:ext cx="1028440" cy="3912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C08136A-B293-298B-8CC5-42B20A820C1A}"/>
              </a:ext>
            </a:extLst>
          </p:cNvPr>
          <p:cNvCxnSpPr>
            <a:cxnSpLocks/>
            <a:stCxn id="769" idx="3"/>
          </p:cNvCxnSpPr>
          <p:nvPr/>
        </p:nvCxnSpPr>
        <p:spPr>
          <a:xfrm flipV="1">
            <a:off x="5311124" y="425124"/>
            <a:ext cx="1363623" cy="16039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401B9D8-A5CA-8069-F3F8-BC4347779943}"/>
              </a:ext>
            </a:extLst>
          </p:cNvPr>
          <p:cNvCxnSpPr>
            <a:cxnSpLocks/>
            <a:stCxn id="477" idx="3"/>
          </p:cNvCxnSpPr>
          <p:nvPr/>
        </p:nvCxnSpPr>
        <p:spPr>
          <a:xfrm flipV="1">
            <a:off x="5358339" y="888975"/>
            <a:ext cx="1271447" cy="546782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96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7" name="Straight Connector 196">
            <a:extLst>
              <a:ext uri="{FF2B5EF4-FFF2-40B4-BE49-F238E27FC236}">
                <a16:creationId xmlns:a16="http://schemas.microsoft.com/office/drawing/2014/main" id="{546F0A4E-CE04-055C-8423-B2B7C0ECCDF4}"/>
              </a:ext>
            </a:extLst>
          </p:cNvPr>
          <p:cNvCxnSpPr>
            <a:cxnSpLocks/>
          </p:cNvCxnSpPr>
          <p:nvPr/>
        </p:nvCxnSpPr>
        <p:spPr>
          <a:xfrm flipV="1">
            <a:off x="9288204" y="1008384"/>
            <a:ext cx="0" cy="5113861"/>
          </a:xfrm>
          <a:prstGeom prst="line">
            <a:avLst/>
          </a:prstGeom>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A4DCC798-032B-039A-37B1-DA962C8B4E36}"/>
              </a:ext>
            </a:extLst>
          </p:cNvPr>
          <p:cNvCxnSpPr>
            <a:cxnSpLocks/>
          </p:cNvCxnSpPr>
          <p:nvPr/>
        </p:nvCxnSpPr>
        <p:spPr>
          <a:xfrm>
            <a:off x="9270938" y="1001484"/>
            <a:ext cx="16394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0" name="TextBox 199">
            <a:extLst>
              <a:ext uri="{FF2B5EF4-FFF2-40B4-BE49-F238E27FC236}">
                <a16:creationId xmlns:a16="http://schemas.microsoft.com/office/drawing/2014/main" id="{39496843-74E3-AA36-AD74-A61880E704F2}"/>
              </a:ext>
            </a:extLst>
          </p:cNvPr>
          <p:cNvSpPr txBox="1"/>
          <p:nvPr/>
        </p:nvSpPr>
        <p:spPr>
          <a:xfrm>
            <a:off x="9188289" y="631967"/>
            <a:ext cx="1233992" cy="369332"/>
          </a:xfrm>
          <a:prstGeom prst="rect">
            <a:avLst/>
          </a:prstGeom>
          <a:noFill/>
          <a:ln w="12700">
            <a:noFill/>
          </a:ln>
        </p:spPr>
        <p:txBody>
          <a:bodyPr wrap="none" rtlCol="0">
            <a:spAutoFit/>
          </a:bodyPr>
          <a:lstStyle/>
          <a:p>
            <a:r>
              <a:rPr lang="en-US" i="1" dirty="0" err="1"/>
              <a:t>ochan</a:t>
            </a:r>
            <a:r>
              <a:rPr lang="en-US" i="1" dirty="0"/>
              <a:t>*int8</a:t>
            </a:r>
          </a:p>
        </p:txBody>
      </p:sp>
      <p:sp>
        <p:nvSpPr>
          <p:cNvPr id="201" name="TextBox 200">
            <a:extLst>
              <a:ext uri="{FF2B5EF4-FFF2-40B4-BE49-F238E27FC236}">
                <a16:creationId xmlns:a16="http://schemas.microsoft.com/office/drawing/2014/main" id="{BA6ED7F0-A5DC-E1F4-E73A-74D8962EE6F8}"/>
              </a:ext>
            </a:extLst>
          </p:cNvPr>
          <p:cNvSpPr txBox="1"/>
          <p:nvPr/>
        </p:nvSpPr>
        <p:spPr>
          <a:xfrm>
            <a:off x="10910367" y="801255"/>
            <a:ext cx="778418" cy="369332"/>
          </a:xfrm>
          <a:prstGeom prst="rect">
            <a:avLst/>
          </a:prstGeom>
          <a:noFill/>
          <a:ln w="12700">
            <a:noFill/>
          </a:ln>
        </p:spPr>
        <p:txBody>
          <a:bodyPr wrap="none" rtlCol="0">
            <a:spAutoFit/>
          </a:bodyPr>
          <a:lstStyle/>
          <a:p>
            <a:r>
              <a:rPr lang="en-US" dirty="0"/>
              <a:t>TDATA</a:t>
            </a:r>
          </a:p>
        </p:txBody>
      </p:sp>
      <p:sp>
        <p:nvSpPr>
          <p:cNvPr id="202" name="Rectangle 201">
            <a:extLst>
              <a:ext uri="{FF2B5EF4-FFF2-40B4-BE49-F238E27FC236}">
                <a16:creationId xmlns:a16="http://schemas.microsoft.com/office/drawing/2014/main" id="{02C8B550-A0B8-F504-2228-93F0B98A2476}"/>
              </a:ext>
            </a:extLst>
          </p:cNvPr>
          <p:cNvSpPr/>
          <p:nvPr/>
        </p:nvSpPr>
        <p:spPr>
          <a:xfrm>
            <a:off x="1613967" y="198967"/>
            <a:ext cx="8964065" cy="6460066"/>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 name="Group 204">
            <a:extLst>
              <a:ext uri="{FF2B5EF4-FFF2-40B4-BE49-F238E27FC236}">
                <a16:creationId xmlns:a16="http://schemas.microsoft.com/office/drawing/2014/main" id="{E637743C-4130-4CAD-9363-14D364E1EB4F}"/>
              </a:ext>
            </a:extLst>
          </p:cNvPr>
          <p:cNvGrpSpPr/>
          <p:nvPr/>
        </p:nvGrpSpPr>
        <p:grpSpPr>
          <a:xfrm>
            <a:off x="10544638" y="1431199"/>
            <a:ext cx="1083314" cy="5136324"/>
            <a:chOff x="5591433" y="985922"/>
            <a:chExt cx="1083314" cy="5136324"/>
          </a:xfrm>
        </p:grpSpPr>
        <p:cxnSp>
          <p:nvCxnSpPr>
            <p:cNvPr id="206" name="Straight Arrow Connector 205">
              <a:extLst>
                <a:ext uri="{FF2B5EF4-FFF2-40B4-BE49-F238E27FC236}">
                  <a16:creationId xmlns:a16="http://schemas.microsoft.com/office/drawing/2014/main" id="{F0AF9F0C-A7D3-6D22-67EF-D3212A967453}"/>
                </a:ext>
              </a:extLst>
            </p:cNvPr>
            <p:cNvCxnSpPr/>
            <p:nvPr/>
          </p:nvCxnSpPr>
          <p:spPr>
            <a:xfrm>
              <a:off x="5591433" y="985922"/>
              <a:ext cx="1036099" cy="80861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7" name="Straight Arrow Connector 206">
              <a:extLst>
                <a:ext uri="{FF2B5EF4-FFF2-40B4-BE49-F238E27FC236}">
                  <a16:creationId xmlns:a16="http://schemas.microsoft.com/office/drawing/2014/main" id="{9E49A6C1-9C8B-EADA-4FBE-B7BE9075C5EB}"/>
                </a:ext>
              </a:extLst>
            </p:cNvPr>
            <p:cNvCxnSpPr>
              <a:cxnSpLocks/>
            </p:cNvCxnSpPr>
            <p:nvPr/>
          </p:nvCxnSpPr>
          <p:spPr>
            <a:xfrm>
              <a:off x="5591433" y="985922"/>
              <a:ext cx="1040149" cy="119977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8" name="Straight Arrow Connector 207">
              <a:extLst>
                <a:ext uri="{FF2B5EF4-FFF2-40B4-BE49-F238E27FC236}">
                  <a16:creationId xmlns:a16="http://schemas.microsoft.com/office/drawing/2014/main" id="{B3A55010-D7EE-7384-E216-BB539EBCF514}"/>
                </a:ext>
              </a:extLst>
            </p:cNvPr>
            <p:cNvCxnSpPr>
              <a:cxnSpLocks/>
            </p:cNvCxnSpPr>
            <p:nvPr/>
          </p:nvCxnSpPr>
          <p:spPr>
            <a:xfrm>
              <a:off x="5591433" y="985922"/>
              <a:ext cx="1044732" cy="159660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55D2468C-E249-972D-8A30-B591935A81F4}"/>
                </a:ext>
              </a:extLst>
            </p:cNvPr>
            <p:cNvCxnSpPr>
              <a:cxnSpLocks/>
            </p:cNvCxnSpPr>
            <p:nvPr/>
          </p:nvCxnSpPr>
          <p:spPr>
            <a:xfrm>
              <a:off x="5591433" y="985922"/>
              <a:ext cx="1048782" cy="198776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C3BCEAC1-FA62-1304-A804-5B12760B86F7}"/>
                </a:ext>
              </a:extLst>
            </p:cNvPr>
            <p:cNvCxnSpPr>
              <a:cxnSpLocks/>
            </p:cNvCxnSpPr>
            <p:nvPr/>
          </p:nvCxnSpPr>
          <p:spPr>
            <a:xfrm>
              <a:off x="5591433" y="985922"/>
              <a:ext cx="1053365" cy="238480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1691E19F-7041-A7EB-1B5A-E7F2FBBADDE8}"/>
                </a:ext>
              </a:extLst>
            </p:cNvPr>
            <p:cNvCxnSpPr>
              <a:cxnSpLocks/>
            </p:cNvCxnSpPr>
            <p:nvPr/>
          </p:nvCxnSpPr>
          <p:spPr>
            <a:xfrm>
              <a:off x="5591433" y="985922"/>
              <a:ext cx="1057415" cy="277597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0F52F94B-6B0B-3F1E-FD4D-146A3AB86670}"/>
                </a:ext>
              </a:extLst>
            </p:cNvPr>
            <p:cNvCxnSpPr>
              <a:cxnSpLocks/>
            </p:cNvCxnSpPr>
            <p:nvPr/>
          </p:nvCxnSpPr>
          <p:spPr>
            <a:xfrm>
              <a:off x="5591433" y="985922"/>
              <a:ext cx="1061998" cy="317279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BBF92558-4386-B107-F338-9D5607268B67}"/>
                </a:ext>
              </a:extLst>
            </p:cNvPr>
            <p:cNvCxnSpPr>
              <a:cxnSpLocks/>
            </p:cNvCxnSpPr>
            <p:nvPr/>
          </p:nvCxnSpPr>
          <p:spPr>
            <a:xfrm>
              <a:off x="5591433" y="985922"/>
              <a:ext cx="1066048" cy="356396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4" name="Straight Arrow Connector 213">
              <a:extLst>
                <a:ext uri="{FF2B5EF4-FFF2-40B4-BE49-F238E27FC236}">
                  <a16:creationId xmlns:a16="http://schemas.microsoft.com/office/drawing/2014/main" id="{A40046CC-1C32-5177-62C9-FE724AE40466}"/>
                </a:ext>
              </a:extLst>
            </p:cNvPr>
            <p:cNvCxnSpPr>
              <a:cxnSpLocks/>
            </p:cNvCxnSpPr>
            <p:nvPr/>
          </p:nvCxnSpPr>
          <p:spPr>
            <a:xfrm>
              <a:off x="5591433" y="985922"/>
              <a:ext cx="1070631" cy="39571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5" name="Straight Arrow Connector 214">
              <a:extLst>
                <a:ext uri="{FF2B5EF4-FFF2-40B4-BE49-F238E27FC236}">
                  <a16:creationId xmlns:a16="http://schemas.microsoft.com/office/drawing/2014/main" id="{AF20A4CA-A7C7-3A43-1234-B7AE05572B53}"/>
                </a:ext>
              </a:extLst>
            </p:cNvPr>
            <p:cNvCxnSpPr>
              <a:cxnSpLocks/>
            </p:cNvCxnSpPr>
            <p:nvPr/>
          </p:nvCxnSpPr>
          <p:spPr>
            <a:xfrm>
              <a:off x="5591433" y="985922"/>
              <a:ext cx="1074681" cy="434833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CF5AFB4E-5662-E928-9CB4-A51033C91AFD}"/>
                </a:ext>
              </a:extLst>
            </p:cNvPr>
            <p:cNvCxnSpPr>
              <a:cxnSpLocks/>
            </p:cNvCxnSpPr>
            <p:nvPr/>
          </p:nvCxnSpPr>
          <p:spPr>
            <a:xfrm>
              <a:off x="5591433" y="985922"/>
              <a:ext cx="1079264" cy="47451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7D39B59C-9237-5A51-1D91-4CCE4F1532CD}"/>
                </a:ext>
              </a:extLst>
            </p:cNvPr>
            <p:cNvCxnSpPr>
              <a:cxnSpLocks/>
            </p:cNvCxnSpPr>
            <p:nvPr/>
          </p:nvCxnSpPr>
          <p:spPr>
            <a:xfrm>
              <a:off x="5620309" y="1113958"/>
              <a:ext cx="1054438" cy="500828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pic>
        <p:nvPicPr>
          <p:cNvPr id="218" name="Picture 217">
            <a:extLst>
              <a:ext uri="{FF2B5EF4-FFF2-40B4-BE49-F238E27FC236}">
                <a16:creationId xmlns:a16="http://schemas.microsoft.com/office/drawing/2014/main" id="{7D724894-672E-E077-D848-E7DF90E995EC}"/>
              </a:ext>
            </a:extLst>
          </p:cNvPr>
          <p:cNvPicPr>
            <a:picLocks noChangeAspect="1"/>
          </p:cNvPicPr>
          <p:nvPr/>
        </p:nvPicPr>
        <p:blipFill>
          <a:blip r:embed="rId2"/>
          <a:stretch>
            <a:fillRect/>
          </a:stretch>
        </p:blipFill>
        <p:spPr>
          <a:xfrm>
            <a:off x="1918190" y="120611"/>
            <a:ext cx="5114505" cy="4608944"/>
          </a:xfrm>
          <a:prstGeom prst="rect">
            <a:avLst/>
          </a:prstGeom>
        </p:spPr>
      </p:pic>
      <p:pic>
        <p:nvPicPr>
          <p:cNvPr id="219" name="Picture 218">
            <a:extLst>
              <a:ext uri="{FF2B5EF4-FFF2-40B4-BE49-F238E27FC236}">
                <a16:creationId xmlns:a16="http://schemas.microsoft.com/office/drawing/2014/main" id="{8CA38BE8-C178-F2B3-94A0-FBD4238108ED}"/>
              </a:ext>
            </a:extLst>
          </p:cNvPr>
          <p:cNvPicPr>
            <a:picLocks noChangeAspect="1"/>
          </p:cNvPicPr>
          <p:nvPr/>
        </p:nvPicPr>
        <p:blipFill>
          <a:blip r:embed="rId2"/>
          <a:stretch>
            <a:fillRect/>
          </a:stretch>
        </p:blipFill>
        <p:spPr>
          <a:xfrm>
            <a:off x="1900924" y="723329"/>
            <a:ext cx="5114505" cy="4608944"/>
          </a:xfrm>
          <a:prstGeom prst="rect">
            <a:avLst/>
          </a:prstGeom>
        </p:spPr>
      </p:pic>
      <p:pic>
        <p:nvPicPr>
          <p:cNvPr id="220" name="Picture 219">
            <a:extLst>
              <a:ext uri="{FF2B5EF4-FFF2-40B4-BE49-F238E27FC236}">
                <a16:creationId xmlns:a16="http://schemas.microsoft.com/office/drawing/2014/main" id="{11941716-ABAC-F884-234A-E90E6B65B000}"/>
              </a:ext>
            </a:extLst>
          </p:cNvPr>
          <p:cNvPicPr>
            <a:picLocks noChangeAspect="1"/>
          </p:cNvPicPr>
          <p:nvPr/>
        </p:nvPicPr>
        <p:blipFill>
          <a:blip r:embed="rId2"/>
          <a:stretch>
            <a:fillRect/>
          </a:stretch>
        </p:blipFill>
        <p:spPr>
          <a:xfrm>
            <a:off x="1892291" y="1375742"/>
            <a:ext cx="5114505" cy="4608944"/>
          </a:xfrm>
          <a:prstGeom prst="rect">
            <a:avLst/>
          </a:prstGeom>
        </p:spPr>
      </p:pic>
      <p:pic>
        <p:nvPicPr>
          <p:cNvPr id="221" name="Picture 220">
            <a:extLst>
              <a:ext uri="{FF2B5EF4-FFF2-40B4-BE49-F238E27FC236}">
                <a16:creationId xmlns:a16="http://schemas.microsoft.com/office/drawing/2014/main" id="{B302677B-0B2A-B633-66DD-7EA2A327104A}"/>
              </a:ext>
            </a:extLst>
          </p:cNvPr>
          <p:cNvPicPr>
            <a:picLocks noChangeAspect="1"/>
          </p:cNvPicPr>
          <p:nvPr/>
        </p:nvPicPr>
        <p:blipFill>
          <a:blip r:embed="rId2"/>
          <a:stretch>
            <a:fillRect/>
          </a:stretch>
        </p:blipFill>
        <p:spPr>
          <a:xfrm>
            <a:off x="1892291" y="2034795"/>
            <a:ext cx="5114505" cy="4608944"/>
          </a:xfrm>
          <a:prstGeom prst="rect">
            <a:avLst/>
          </a:prstGeom>
        </p:spPr>
      </p:pic>
    </p:spTree>
    <p:extLst>
      <p:ext uri="{BB962C8B-B14F-4D97-AF65-F5344CB8AC3E}">
        <p14:creationId xmlns:p14="http://schemas.microsoft.com/office/powerpoint/2010/main" val="5064804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032083" y="3672352"/>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879683" y="3519952"/>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3" name="TextBox 2">
            <a:extLst>
              <a:ext uri="{FF2B5EF4-FFF2-40B4-BE49-F238E27FC236}">
                <a16:creationId xmlns:a16="http://schemas.microsoft.com/office/drawing/2014/main" id="{52E943C8-38E3-41CE-994C-6A05DA33D725}"/>
              </a:ext>
            </a:extLst>
          </p:cNvPr>
          <p:cNvSpPr txBox="1"/>
          <p:nvPr/>
        </p:nvSpPr>
        <p:spPr>
          <a:xfrm>
            <a:off x="622451" y="2660168"/>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727283" y="3367552"/>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220624" y="2830662"/>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068224" y="2678262"/>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2915824" y="2525862"/>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2813157" y="1865430"/>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222756" y="433520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070356" y="418280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2917956" y="403040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134077" y="3089109"/>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097984" y="4408877"/>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233286" y="3559640"/>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261245" y="41268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108845" y="39744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4952180" y="3817789"/>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4619629" y="2987261"/>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249362" y="4299006"/>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3655351" y="548725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AFCB326-5655-49E7-BE62-8EAE582D55AD}"/>
              </a:ext>
            </a:extLst>
          </p:cNvPr>
          <p:cNvCxnSpPr>
            <a:cxnSpLocks/>
          </p:cNvCxnSpPr>
          <p:nvPr/>
        </p:nvCxnSpPr>
        <p:spPr>
          <a:xfrm>
            <a:off x="5657053" y="4531172"/>
            <a:ext cx="209417" cy="164552"/>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1562392" y="4800936"/>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1864712" y="4961862"/>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216137" y="5250951"/>
            <a:ext cx="1297150" cy="369332"/>
          </a:xfrm>
          <a:prstGeom prst="rect">
            <a:avLst/>
          </a:prstGeom>
          <a:noFill/>
          <a:ln>
            <a:noFill/>
          </a:ln>
        </p:spPr>
        <p:txBody>
          <a:bodyPr wrap="none" rtlCol="0">
            <a:spAutoFit/>
          </a:bodyPr>
          <a:lstStyle/>
          <a:p>
            <a:r>
              <a:rPr lang="en-US" i="1" dirty="0"/>
              <a:t>same shape</a:t>
            </a:r>
          </a:p>
        </p:txBody>
      </p:sp>
      <p:sp>
        <p:nvSpPr>
          <p:cNvPr id="176" name="Rectangle 175">
            <a:extLst>
              <a:ext uri="{FF2B5EF4-FFF2-40B4-BE49-F238E27FC236}">
                <a16:creationId xmlns:a16="http://schemas.microsoft.com/office/drawing/2014/main" id="{61AD3C30-0113-4E68-8C19-3FD75F0E24C6}"/>
              </a:ext>
            </a:extLst>
          </p:cNvPr>
          <p:cNvSpPr/>
          <p:nvPr/>
        </p:nvSpPr>
        <p:spPr>
          <a:xfrm>
            <a:off x="533401" y="1758422"/>
            <a:ext cx="5639648" cy="4573858"/>
          </a:xfrm>
          <a:custGeom>
            <a:avLst/>
            <a:gdLst>
              <a:gd name="connsiteX0" fmla="*/ 0 w 5639648"/>
              <a:gd name="connsiteY0" fmla="*/ 0 h 4573858"/>
              <a:gd name="connsiteX1" fmla="*/ 626628 w 5639648"/>
              <a:gd name="connsiteY1" fmla="*/ 0 h 4573858"/>
              <a:gd name="connsiteX2" fmla="*/ 1140462 w 5639648"/>
              <a:gd name="connsiteY2" fmla="*/ 0 h 4573858"/>
              <a:gd name="connsiteX3" fmla="*/ 1710693 w 5639648"/>
              <a:gd name="connsiteY3" fmla="*/ 0 h 4573858"/>
              <a:gd name="connsiteX4" fmla="*/ 2393717 w 5639648"/>
              <a:gd name="connsiteY4" fmla="*/ 0 h 4573858"/>
              <a:gd name="connsiteX5" fmla="*/ 3076741 w 5639648"/>
              <a:gd name="connsiteY5" fmla="*/ 0 h 4573858"/>
              <a:gd name="connsiteX6" fmla="*/ 3590576 w 5639648"/>
              <a:gd name="connsiteY6" fmla="*/ 0 h 4573858"/>
              <a:gd name="connsiteX7" fmla="*/ 4160807 w 5639648"/>
              <a:gd name="connsiteY7" fmla="*/ 0 h 4573858"/>
              <a:gd name="connsiteX8" fmla="*/ 4843831 w 5639648"/>
              <a:gd name="connsiteY8" fmla="*/ 0 h 4573858"/>
              <a:gd name="connsiteX9" fmla="*/ 5639648 w 5639648"/>
              <a:gd name="connsiteY9" fmla="*/ 0 h 4573858"/>
              <a:gd name="connsiteX10" fmla="*/ 5639648 w 5639648"/>
              <a:gd name="connsiteY10" fmla="*/ 561931 h 4573858"/>
              <a:gd name="connsiteX11" fmla="*/ 5639648 w 5639648"/>
              <a:gd name="connsiteY11" fmla="*/ 1261078 h 4573858"/>
              <a:gd name="connsiteX12" fmla="*/ 5639648 w 5639648"/>
              <a:gd name="connsiteY12" fmla="*/ 2005963 h 4573858"/>
              <a:gd name="connsiteX13" fmla="*/ 5639648 w 5639648"/>
              <a:gd name="connsiteY13" fmla="*/ 2613633 h 4573858"/>
              <a:gd name="connsiteX14" fmla="*/ 5639648 w 5639648"/>
              <a:gd name="connsiteY14" fmla="*/ 3358519 h 4573858"/>
              <a:gd name="connsiteX15" fmla="*/ 5639648 w 5639648"/>
              <a:gd name="connsiteY15" fmla="*/ 3966188 h 4573858"/>
              <a:gd name="connsiteX16" fmla="*/ 5639648 w 5639648"/>
              <a:gd name="connsiteY16" fmla="*/ 4573858 h 4573858"/>
              <a:gd name="connsiteX17" fmla="*/ 5125813 w 5639648"/>
              <a:gd name="connsiteY17" fmla="*/ 4573858 h 4573858"/>
              <a:gd name="connsiteX18" fmla="*/ 4555582 w 5639648"/>
              <a:gd name="connsiteY18" fmla="*/ 4573858 h 4573858"/>
              <a:gd name="connsiteX19" fmla="*/ 4041748 w 5639648"/>
              <a:gd name="connsiteY19" fmla="*/ 4573858 h 4573858"/>
              <a:gd name="connsiteX20" fmla="*/ 3415120 w 5639648"/>
              <a:gd name="connsiteY20" fmla="*/ 4573858 h 4573858"/>
              <a:gd name="connsiteX21" fmla="*/ 2844889 w 5639648"/>
              <a:gd name="connsiteY21" fmla="*/ 4573858 h 4573858"/>
              <a:gd name="connsiteX22" fmla="*/ 2387451 w 5639648"/>
              <a:gd name="connsiteY22" fmla="*/ 4573858 h 4573858"/>
              <a:gd name="connsiteX23" fmla="*/ 1648030 w 5639648"/>
              <a:gd name="connsiteY23" fmla="*/ 4573858 h 4573858"/>
              <a:gd name="connsiteX24" fmla="*/ 965006 w 5639648"/>
              <a:gd name="connsiteY24" fmla="*/ 4573858 h 4573858"/>
              <a:gd name="connsiteX25" fmla="*/ 0 w 5639648"/>
              <a:gd name="connsiteY25" fmla="*/ 4573858 h 4573858"/>
              <a:gd name="connsiteX26" fmla="*/ 0 w 5639648"/>
              <a:gd name="connsiteY26" fmla="*/ 3966188 h 4573858"/>
              <a:gd name="connsiteX27" fmla="*/ 0 w 5639648"/>
              <a:gd name="connsiteY27" fmla="*/ 3358519 h 4573858"/>
              <a:gd name="connsiteX28" fmla="*/ 0 w 5639648"/>
              <a:gd name="connsiteY28" fmla="*/ 2705110 h 4573858"/>
              <a:gd name="connsiteX29" fmla="*/ 0 w 5639648"/>
              <a:gd name="connsiteY29" fmla="*/ 2051702 h 4573858"/>
              <a:gd name="connsiteX30" fmla="*/ 0 w 5639648"/>
              <a:gd name="connsiteY30" fmla="*/ 1444032 h 4573858"/>
              <a:gd name="connsiteX31" fmla="*/ 0 w 5639648"/>
              <a:gd name="connsiteY31" fmla="*/ 699147 h 4573858"/>
              <a:gd name="connsiteX32" fmla="*/ 0 w 5639648"/>
              <a:gd name="connsiteY32" fmla="*/ 0 h 457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39648" h="4573858" extrusionOk="0">
                <a:moveTo>
                  <a:pt x="0" y="0"/>
                </a:moveTo>
                <a:cubicBezTo>
                  <a:pt x="230085" y="26342"/>
                  <a:pt x="337380" y="26803"/>
                  <a:pt x="626628" y="0"/>
                </a:cubicBezTo>
                <a:cubicBezTo>
                  <a:pt x="915876" y="-26803"/>
                  <a:pt x="922278" y="899"/>
                  <a:pt x="1140462" y="0"/>
                </a:cubicBezTo>
                <a:cubicBezTo>
                  <a:pt x="1358646" y="-899"/>
                  <a:pt x="1495083" y="10929"/>
                  <a:pt x="1710693" y="0"/>
                </a:cubicBezTo>
                <a:cubicBezTo>
                  <a:pt x="1926303" y="-10929"/>
                  <a:pt x="2191418" y="-10993"/>
                  <a:pt x="2393717" y="0"/>
                </a:cubicBezTo>
                <a:cubicBezTo>
                  <a:pt x="2596016" y="10993"/>
                  <a:pt x="2843630" y="-8695"/>
                  <a:pt x="3076741" y="0"/>
                </a:cubicBezTo>
                <a:cubicBezTo>
                  <a:pt x="3309852" y="8695"/>
                  <a:pt x="3473874" y="-10311"/>
                  <a:pt x="3590576" y="0"/>
                </a:cubicBezTo>
                <a:cubicBezTo>
                  <a:pt x="3707279" y="10311"/>
                  <a:pt x="3887107" y="19124"/>
                  <a:pt x="4160807" y="0"/>
                </a:cubicBezTo>
                <a:cubicBezTo>
                  <a:pt x="4434507" y="-19124"/>
                  <a:pt x="4571239" y="-31249"/>
                  <a:pt x="4843831" y="0"/>
                </a:cubicBezTo>
                <a:cubicBezTo>
                  <a:pt x="5116423" y="31249"/>
                  <a:pt x="5410049" y="-32383"/>
                  <a:pt x="5639648" y="0"/>
                </a:cubicBezTo>
                <a:cubicBezTo>
                  <a:pt x="5628080" y="249509"/>
                  <a:pt x="5628123" y="345220"/>
                  <a:pt x="5639648" y="561931"/>
                </a:cubicBezTo>
                <a:cubicBezTo>
                  <a:pt x="5651173" y="778642"/>
                  <a:pt x="5635081" y="1004230"/>
                  <a:pt x="5639648" y="1261078"/>
                </a:cubicBezTo>
                <a:cubicBezTo>
                  <a:pt x="5644215" y="1517926"/>
                  <a:pt x="5629092" y="1657972"/>
                  <a:pt x="5639648" y="2005963"/>
                </a:cubicBezTo>
                <a:cubicBezTo>
                  <a:pt x="5650204" y="2353955"/>
                  <a:pt x="5666380" y="2441204"/>
                  <a:pt x="5639648" y="2613633"/>
                </a:cubicBezTo>
                <a:cubicBezTo>
                  <a:pt x="5612917" y="2786062"/>
                  <a:pt x="5637622" y="3069557"/>
                  <a:pt x="5639648" y="3358519"/>
                </a:cubicBezTo>
                <a:cubicBezTo>
                  <a:pt x="5641674" y="3647481"/>
                  <a:pt x="5633263" y="3811615"/>
                  <a:pt x="5639648" y="3966188"/>
                </a:cubicBezTo>
                <a:cubicBezTo>
                  <a:pt x="5646033" y="4120761"/>
                  <a:pt x="5614570" y="4406403"/>
                  <a:pt x="5639648" y="4573858"/>
                </a:cubicBezTo>
                <a:cubicBezTo>
                  <a:pt x="5489769" y="4592270"/>
                  <a:pt x="5268202" y="4577051"/>
                  <a:pt x="5125813" y="4573858"/>
                </a:cubicBezTo>
                <a:cubicBezTo>
                  <a:pt x="4983424" y="4570665"/>
                  <a:pt x="4830848" y="4596049"/>
                  <a:pt x="4555582" y="4573858"/>
                </a:cubicBezTo>
                <a:cubicBezTo>
                  <a:pt x="4280316" y="4551667"/>
                  <a:pt x="4241793" y="4558125"/>
                  <a:pt x="4041748" y="4573858"/>
                </a:cubicBezTo>
                <a:cubicBezTo>
                  <a:pt x="3841703" y="4589591"/>
                  <a:pt x="3661811" y="4567517"/>
                  <a:pt x="3415120" y="4573858"/>
                </a:cubicBezTo>
                <a:cubicBezTo>
                  <a:pt x="3168429" y="4580199"/>
                  <a:pt x="3008720" y="4592527"/>
                  <a:pt x="2844889" y="4573858"/>
                </a:cubicBezTo>
                <a:cubicBezTo>
                  <a:pt x="2681058" y="4555189"/>
                  <a:pt x="2592511" y="4553885"/>
                  <a:pt x="2387451" y="4573858"/>
                </a:cubicBezTo>
                <a:cubicBezTo>
                  <a:pt x="2182391" y="4593831"/>
                  <a:pt x="1992420" y="4547413"/>
                  <a:pt x="1648030" y="4573858"/>
                </a:cubicBezTo>
                <a:cubicBezTo>
                  <a:pt x="1303640" y="4600303"/>
                  <a:pt x="1300369" y="4562193"/>
                  <a:pt x="965006" y="4573858"/>
                </a:cubicBezTo>
                <a:cubicBezTo>
                  <a:pt x="629643" y="4585523"/>
                  <a:pt x="228404" y="4530152"/>
                  <a:pt x="0" y="4573858"/>
                </a:cubicBezTo>
                <a:cubicBezTo>
                  <a:pt x="30052" y="4435091"/>
                  <a:pt x="-24234" y="4185729"/>
                  <a:pt x="0" y="3966188"/>
                </a:cubicBezTo>
                <a:cubicBezTo>
                  <a:pt x="24234" y="3746647"/>
                  <a:pt x="-6202" y="3600318"/>
                  <a:pt x="0" y="3358519"/>
                </a:cubicBezTo>
                <a:cubicBezTo>
                  <a:pt x="6202" y="3116720"/>
                  <a:pt x="-8011" y="2854110"/>
                  <a:pt x="0" y="2705110"/>
                </a:cubicBezTo>
                <a:cubicBezTo>
                  <a:pt x="8011" y="2556110"/>
                  <a:pt x="-32622" y="2273230"/>
                  <a:pt x="0" y="2051702"/>
                </a:cubicBezTo>
                <a:cubicBezTo>
                  <a:pt x="32622" y="1830174"/>
                  <a:pt x="4739" y="1712524"/>
                  <a:pt x="0" y="1444032"/>
                </a:cubicBezTo>
                <a:cubicBezTo>
                  <a:pt x="-4739" y="1175540"/>
                  <a:pt x="11016" y="887801"/>
                  <a:pt x="0" y="699147"/>
                </a:cubicBezTo>
                <a:cubicBezTo>
                  <a:pt x="-11016" y="510494"/>
                  <a:pt x="-18108" y="181888"/>
                  <a:pt x="0" y="0"/>
                </a:cubicBezTo>
                <a:close/>
              </a:path>
            </a:pathLst>
          </a:custGeom>
          <a:noFill/>
          <a:ln w="12700">
            <a:solidFill>
              <a:schemeClr val="tx1"/>
            </a:solidFill>
            <a:prstDash val="lgDash"/>
            <a:extLst>
              <a:ext uri="{C807C97D-BFC1-408E-A445-0C87EB9F89A2}">
                <ask:lineSketchStyleProps xmlns:ask="http://schemas.microsoft.com/office/drawing/2018/sketchyshapes" sd="209156164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4699210" y="4644274"/>
            <a:ext cx="296756"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4357009" y="5435617"/>
            <a:ext cx="1277914" cy="369332"/>
          </a:xfrm>
          <a:prstGeom prst="rect">
            <a:avLst/>
          </a:prstGeom>
          <a:noFill/>
          <a:ln>
            <a:noFill/>
          </a:ln>
        </p:spPr>
        <p:txBody>
          <a:bodyPr wrap="none" rtlCol="0">
            <a:spAutoFit/>
          </a:bodyPr>
          <a:lstStyle/>
          <a:p>
            <a:r>
              <a:rPr lang="en-US" i="1" dirty="0"/>
              <a:t>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727283" y="3367552"/>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2915823" y="2530122"/>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2922221" y="403040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extBox 171">
            <a:extLst>
              <a:ext uri="{FF2B5EF4-FFF2-40B4-BE49-F238E27FC236}">
                <a16:creationId xmlns:a16="http://schemas.microsoft.com/office/drawing/2014/main" id="{E4303698-6117-4E21-974C-EE3A489C7814}"/>
              </a:ext>
            </a:extLst>
          </p:cNvPr>
          <p:cNvSpPr txBox="1"/>
          <p:nvPr/>
        </p:nvSpPr>
        <p:spPr>
          <a:xfrm>
            <a:off x="10171689" y="5503761"/>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10171689" y="5980678"/>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10936642" y="5503761"/>
            <a:ext cx="1172309" cy="369332"/>
          </a:xfrm>
          <a:prstGeom prst="rect">
            <a:avLst/>
          </a:prstGeom>
          <a:noFill/>
        </p:spPr>
        <p:txBody>
          <a:bodyPr wrap="none" rtlCol="0">
            <a:spAutoFit/>
          </a:bodyPr>
          <a:lstStyle/>
          <a:p>
            <a:r>
              <a:rPr lang="en-US" dirty="0"/>
              <a:t>row buffer</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949022" y="5980678"/>
            <a:ext cx="911468" cy="369332"/>
          </a:xfrm>
          <a:prstGeom prst="rect">
            <a:avLst/>
          </a:prstGeom>
          <a:noFill/>
        </p:spPr>
        <p:txBody>
          <a:bodyPr wrap="none" rtlCol="0">
            <a:spAutoFit/>
          </a:bodyPr>
          <a:lstStyle/>
          <a:p>
            <a:r>
              <a:rPr lang="en-US" dirty="0"/>
              <a:t>weights</a:t>
            </a:r>
          </a:p>
        </p:txBody>
      </p:sp>
      <p:pic>
        <p:nvPicPr>
          <p:cNvPr id="264" name="Picture 263">
            <a:extLst>
              <a:ext uri="{FF2B5EF4-FFF2-40B4-BE49-F238E27FC236}">
                <a16:creationId xmlns:a16="http://schemas.microsoft.com/office/drawing/2014/main" id="{AB98B5D2-A66F-5FF4-D8CF-60A818B972A2}"/>
              </a:ext>
            </a:extLst>
          </p:cNvPr>
          <p:cNvPicPr>
            <a:picLocks noChangeAspect="1"/>
          </p:cNvPicPr>
          <p:nvPr/>
        </p:nvPicPr>
        <p:blipFill>
          <a:blip r:embed="rId2"/>
          <a:stretch>
            <a:fillRect/>
          </a:stretch>
        </p:blipFill>
        <p:spPr>
          <a:xfrm>
            <a:off x="6576916" y="5492377"/>
            <a:ext cx="3328704" cy="414564"/>
          </a:xfrm>
          <a:prstGeom prst="rect">
            <a:avLst/>
          </a:prstGeom>
        </p:spPr>
      </p:pic>
      <p:pic>
        <p:nvPicPr>
          <p:cNvPr id="265" name="Picture 264">
            <a:extLst>
              <a:ext uri="{FF2B5EF4-FFF2-40B4-BE49-F238E27FC236}">
                <a16:creationId xmlns:a16="http://schemas.microsoft.com/office/drawing/2014/main" id="{9DCD2979-CD3F-2402-4F63-3E8DCB8B893B}"/>
              </a:ext>
            </a:extLst>
          </p:cNvPr>
          <p:cNvPicPr>
            <a:picLocks noChangeAspect="1"/>
          </p:cNvPicPr>
          <p:nvPr/>
        </p:nvPicPr>
        <p:blipFill>
          <a:blip r:embed="rId3"/>
          <a:stretch>
            <a:fillRect/>
          </a:stretch>
        </p:blipFill>
        <p:spPr>
          <a:xfrm>
            <a:off x="7420176" y="5974195"/>
            <a:ext cx="2499577" cy="414564"/>
          </a:xfrm>
          <a:prstGeom prst="rect">
            <a:avLst/>
          </a:prstGeom>
        </p:spPr>
      </p:pic>
      <p:pic>
        <p:nvPicPr>
          <p:cNvPr id="267" name="Picture 266">
            <a:extLst>
              <a:ext uri="{FF2B5EF4-FFF2-40B4-BE49-F238E27FC236}">
                <a16:creationId xmlns:a16="http://schemas.microsoft.com/office/drawing/2014/main" id="{BBF02994-0F70-D109-DB03-6699DB41AE46}"/>
              </a:ext>
            </a:extLst>
          </p:cNvPr>
          <p:cNvPicPr>
            <a:picLocks noChangeAspect="1"/>
          </p:cNvPicPr>
          <p:nvPr/>
        </p:nvPicPr>
        <p:blipFill>
          <a:blip r:embed="rId4"/>
          <a:stretch>
            <a:fillRect/>
          </a:stretch>
        </p:blipFill>
        <p:spPr>
          <a:xfrm>
            <a:off x="6277937" y="1481667"/>
            <a:ext cx="5712296" cy="3317140"/>
          </a:xfrm>
          <a:prstGeom prst="rect">
            <a:avLst/>
          </a:prstGeom>
        </p:spPr>
      </p:pic>
    </p:spTree>
    <p:extLst>
      <p:ext uri="{BB962C8B-B14F-4D97-AF65-F5344CB8AC3E}">
        <p14:creationId xmlns:p14="http://schemas.microsoft.com/office/powerpoint/2010/main" val="13713843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25400">
            <a:solidFill>
              <a:schemeClr val="tx1"/>
            </a:solidFill>
          </a:ln>
        </p:spPr>
        <p:txBody>
          <a:bodyPr wrap="none" rtlCol="0" anchor="ctr" anchorCtr="1">
            <a:noAutofit/>
          </a:bodyPr>
          <a:lstStyle/>
          <a:p>
            <a:r>
              <a:rPr lang="en-US" dirty="0"/>
              <a:t>MAC </a:t>
            </a:r>
            <a:r>
              <a:rPr lang="en-US" b="1" dirty="0"/>
              <a:t>n*m</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1752003" y="738535"/>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258711" y="989198"/>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2350711" y="4541685"/>
            <a:ext cx="914994" cy="369332"/>
          </a:xfrm>
          <a:prstGeom prst="rect">
            <a:avLst/>
          </a:prstGeom>
          <a:noFill/>
          <a:ln w="12700">
            <a:noFill/>
          </a:ln>
        </p:spPr>
        <p:txBody>
          <a:bodyPr wrap="none" rtlCol="0">
            <a:spAutoFit/>
          </a:bodyPr>
          <a:lstStyle/>
          <a:p>
            <a:r>
              <a:rPr lang="en-US" i="1" dirty="0"/>
              <a:t>weights</a:t>
            </a:r>
          </a:p>
        </p:txBody>
      </p: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25400">
            <a:solidFill>
              <a:srgbClr val="FF0000"/>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25400">
            <a:solidFill>
              <a:srgbClr val="FF0000"/>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25400">
            <a:solidFill>
              <a:srgbClr val="FF0000"/>
            </a:solidFill>
          </a:ln>
        </p:spPr>
        <p:txBody>
          <a:bodyPr wrap="none" rtlCol="0" anchor="ctr" anchorCtr="1">
            <a:noAutofit/>
          </a:bodyPr>
          <a:lstStyle/>
          <a:p>
            <a:r>
              <a:rPr lang="en-US" dirty="0"/>
              <a:t>RAM</a:t>
            </a:r>
          </a:p>
        </p:txBody>
      </p:sp>
      <p:sp>
        <p:nvSpPr>
          <p:cNvPr id="24" name="TextBox 23">
            <a:extLst>
              <a:ext uri="{FF2B5EF4-FFF2-40B4-BE49-F238E27FC236}">
                <a16:creationId xmlns:a16="http://schemas.microsoft.com/office/drawing/2014/main" id="{62D5415B-6BBB-4905-FE3D-C2DC9C90E467}"/>
              </a:ext>
            </a:extLst>
          </p:cNvPr>
          <p:cNvSpPr txBox="1"/>
          <p:nvPr/>
        </p:nvSpPr>
        <p:spPr>
          <a:xfrm>
            <a:off x="1467272" y="1144293"/>
            <a:ext cx="1423030" cy="355131"/>
          </a:xfrm>
          <a:prstGeom prst="rect">
            <a:avLst/>
          </a:prstGeom>
          <a:noFill/>
          <a:ln w="25400">
            <a:solidFill>
              <a:srgbClr val="00B050"/>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1467272" y="1501142"/>
            <a:ext cx="1423030" cy="355131"/>
          </a:xfrm>
          <a:prstGeom prst="rect">
            <a:avLst/>
          </a:prstGeom>
          <a:noFill/>
          <a:ln w="25400">
            <a:solidFill>
              <a:srgbClr val="00B050"/>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1467272" y="1868501"/>
            <a:ext cx="1423030" cy="355131"/>
          </a:xfrm>
          <a:prstGeom prst="rect">
            <a:avLst/>
          </a:prstGeom>
          <a:noFill/>
          <a:ln w="25400">
            <a:solidFill>
              <a:srgbClr val="00B050"/>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467272" y="2591699"/>
            <a:ext cx="1423030" cy="355131"/>
          </a:xfrm>
          <a:prstGeom prst="rect">
            <a:avLst/>
          </a:prstGeom>
          <a:noFill/>
          <a:ln w="25400">
            <a:solidFill>
              <a:srgbClr val="00B050"/>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1467272" y="2224431"/>
            <a:ext cx="1423030" cy="355131"/>
          </a:xfrm>
          <a:prstGeom prst="rect">
            <a:avLst/>
          </a:prstGeom>
          <a:noFill/>
          <a:ln w="25400">
            <a:solidFill>
              <a:srgbClr val="00B050"/>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3610"/>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70969"/>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26899"/>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4167"/>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2897478" y="1300951"/>
            <a:ext cx="717740"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925D36-7D44-89AA-CA2C-CF868C42A58E}"/>
              </a:ext>
            </a:extLst>
          </p:cNvPr>
          <p:cNvSpPr txBox="1"/>
          <p:nvPr/>
        </p:nvSpPr>
        <p:spPr>
          <a:xfrm>
            <a:off x="86300" y="5122542"/>
            <a:ext cx="1627177" cy="1569660"/>
          </a:xfrm>
          <a:prstGeom prst="rect">
            <a:avLst/>
          </a:prstGeom>
          <a:noFill/>
        </p:spPr>
        <p:txBody>
          <a:bodyPr wrap="none" rtlCol="0">
            <a:spAutoFit/>
          </a:bodyPr>
          <a:lstStyle/>
          <a:p>
            <a:r>
              <a:rPr lang="en-US" sz="1200" u="sng" dirty="0"/>
              <a:t>data path interface</a:t>
            </a:r>
          </a:p>
          <a:p>
            <a:r>
              <a:rPr lang="en-US" sz="1200" dirty="0"/>
              <a:t>n * </a:t>
            </a:r>
            <a:r>
              <a:rPr lang="en-US" sz="1200" dirty="0" err="1"/>
              <a:t>rowbuf.wa</a:t>
            </a:r>
            <a:r>
              <a:rPr lang="en-US" sz="1200" dirty="0"/>
              <a:t>, we</a:t>
            </a:r>
          </a:p>
          <a:p>
            <a:r>
              <a:rPr lang="en-US" sz="1200" dirty="0"/>
              <a:t>n * </a:t>
            </a:r>
            <a:r>
              <a:rPr lang="en-US" sz="1200" dirty="0" err="1"/>
              <a:t>rowbuf.ra</a:t>
            </a:r>
            <a:endParaRPr lang="en-US" sz="1200" dirty="0"/>
          </a:p>
          <a:p>
            <a:r>
              <a:rPr lang="en-US" sz="1200" dirty="0"/>
              <a:t>n * </a:t>
            </a:r>
            <a:r>
              <a:rPr lang="en-US" sz="1200" dirty="0" err="1"/>
              <a:t>rowbuf.ra_adjacent</a:t>
            </a:r>
            <a:endParaRPr lang="en-US" sz="1200" dirty="0"/>
          </a:p>
          <a:p>
            <a:r>
              <a:rPr lang="en-US" sz="1200" dirty="0"/>
              <a:t>n * </a:t>
            </a:r>
            <a:r>
              <a:rPr lang="en-US" sz="1200" dirty="0" err="1"/>
              <a:t>rowbuf.muxsel</a:t>
            </a:r>
            <a:endParaRPr lang="en-US" sz="1200" dirty="0"/>
          </a:p>
          <a:p>
            <a:r>
              <a:rPr lang="en-US" sz="1200" dirty="0"/>
              <a:t>m * </a:t>
            </a:r>
            <a:r>
              <a:rPr lang="en-US" sz="1200" dirty="0" err="1"/>
              <a:t>weights.ra</a:t>
            </a:r>
            <a:endParaRPr lang="en-US" sz="1200" dirty="0"/>
          </a:p>
          <a:p>
            <a:r>
              <a:rPr lang="en-US" sz="1200" dirty="0" err="1"/>
              <a:t>mac_clear</a:t>
            </a:r>
            <a:r>
              <a:rPr lang="en-US" sz="1200" dirty="0"/>
              <a:t>, </a:t>
            </a:r>
            <a:r>
              <a:rPr lang="en-US" sz="1200" dirty="0" err="1"/>
              <a:t>mac_load</a:t>
            </a:r>
            <a:endParaRPr lang="en-US" sz="1200" dirty="0"/>
          </a:p>
          <a:p>
            <a:endParaRPr lang="en-US" sz="1200" dirty="0"/>
          </a:p>
        </p:txBody>
      </p:sp>
      <p:grpSp>
        <p:nvGrpSpPr>
          <p:cNvPr id="659" name="Group 658">
            <a:extLst>
              <a:ext uri="{FF2B5EF4-FFF2-40B4-BE49-F238E27FC236}">
                <a16:creationId xmlns:a16="http://schemas.microsoft.com/office/drawing/2014/main" id="{FD3A60C9-36D6-AD99-9A45-40A948580BFE}"/>
              </a:ext>
            </a:extLst>
          </p:cNvPr>
          <p:cNvGrpSpPr/>
          <p:nvPr/>
        </p:nvGrpSpPr>
        <p:grpSpPr>
          <a:xfrm>
            <a:off x="333381" y="1383230"/>
            <a:ext cx="1124730" cy="1367059"/>
            <a:chOff x="333380" y="1383230"/>
            <a:chExt cx="1497877" cy="1367059"/>
          </a:xfrm>
        </p:grpSpPr>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6EF13D3-5C72-5F39-184A-4AA7D3882944}"/>
                </a:ext>
              </a:extLst>
            </p:cNvPr>
            <p:cNvCxnSpPr>
              <a:cxnSpLocks/>
            </p:cNvCxnSpPr>
            <p:nvPr/>
          </p:nvCxnSpPr>
          <p:spPr>
            <a:xfrm>
              <a:off x="333381" y="1681078"/>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CA5AE70-BF0D-3C00-B215-EC509A9F68EF}"/>
                </a:ext>
              </a:extLst>
            </p:cNvPr>
            <p:cNvCxnSpPr>
              <a:cxnSpLocks/>
            </p:cNvCxnSpPr>
            <p:nvPr/>
          </p:nvCxnSpPr>
          <p:spPr>
            <a:xfrm>
              <a:off x="333380" y="2035104"/>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86BDDCE-3E11-CE28-AEAC-A8F0E94AA97A}"/>
                </a:ext>
              </a:extLst>
            </p:cNvPr>
            <p:cNvCxnSpPr>
              <a:cxnSpLocks/>
            </p:cNvCxnSpPr>
            <p:nvPr/>
          </p:nvCxnSpPr>
          <p:spPr>
            <a:xfrm>
              <a:off x="333380" y="2396740"/>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1E241BE-50FE-BBAC-16F9-0FC726CE3DD6}"/>
                </a:ext>
              </a:extLst>
            </p:cNvPr>
            <p:cNvCxnSpPr>
              <a:cxnSpLocks/>
            </p:cNvCxnSpPr>
            <p:nvPr/>
          </p:nvCxnSpPr>
          <p:spPr>
            <a:xfrm>
              <a:off x="333380" y="2750289"/>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EF0C868C-3B7A-A549-1F6E-5AE9524E6059}"/>
              </a:ext>
            </a:extLst>
          </p:cNvPr>
          <p:cNvSpPr txBox="1"/>
          <p:nvPr/>
        </p:nvSpPr>
        <p:spPr>
          <a:xfrm>
            <a:off x="2279680" y="6367615"/>
            <a:ext cx="1194558" cy="369332"/>
          </a:xfrm>
          <a:prstGeom prst="rect">
            <a:avLst/>
          </a:prstGeom>
          <a:noFill/>
          <a:ln w="12700">
            <a:noFill/>
          </a:ln>
        </p:spPr>
        <p:txBody>
          <a:bodyPr wrap="none" rtlCol="0">
            <a:spAutoFit/>
          </a:bodyPr>
          <a:lstStyle/>
          <a:p>
            <a:r>
              <a:rPr lang="en-US" i="1" dirty="0"/>
              <a:t>(m=</a:t>
            </a:r>
            <a:r>
              <a:rPr lang="en-US" i="1" dirty="0" err="1"/>
              <a:t>ochan</a:t>
            </a:r>
            <a:r>
              <a:rPr lang="en-US" i="1" dirty="0"/>
              <a:t>)</a:t>
            </a:r>
          </a:p>
        </p:txBody>
      </p: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Rectangle 612">
            <a:extLst>
              <a:ext uri="{FF2B5EF4-FFF2-40B4-BE49-F238E27FC236}">
                <a16:creationId xmlns:a16="http://schemas.microsoft.com/office/drawing/2014/main" id="{5780D14B-D92A-813B-2235-A440356D2F1E}"/>
              </a:ext>
            </a:extLst>
          </p:cNvPr>
          <p:cNvSpPr/>
          <p:nvPr/>
        </p:nvSpPr>
        <p:spPr>
          <a:xfrm>
            <a:off x="9101771" y="1476201"/>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9223771" y="1734850"/>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8" name="Group 707">
            <a:extLst>
              <a:ext uri="{FF2B5EF4-FFF2-40B4-BE49-F238E27FC236}">
                <a16:creationId xmlns:a16="http://schemas.microsoft.com/office/drawing/2014/main" id="{D577BDE7-DBCA-8C23-D10A-D15A229816CD}"/>
              </a:ext>
            </a:extLst>
          </p:cNvPr>
          <p:cNvGrpSpPr/>
          <p:nvPr/>
        </p:nvGrpSpPr>
        <p:grpSpPr>
          <a:xfrm>
            <a:off x="7531736" y="1125854"/>
            <a:ext cx="350195" cy="350195"/>
            <a:chOff x="7526239" y="1125854"/>
            <a:chExt cx="3501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3541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8249581" y="794876"/>
            <a:ext cx="657168" cy="369332"/>
          </a:xfrm>
          <a:prstGeom prst="rect">
            <a:avLst/>
          </a:prstGeom>
          <a:noFill/>
          <a:ln w="12700">
            <a:noFill/>
          </a:ln>
        </p:spPr>
        <p:txBody>
          <a:bodyPr wrap="none" rtlCol="0">
            <a:spAutoFit/>
          </a:bodyPr>
          <a:lstStyle/>
          <a:p>
            <a:r>
              <a:rPr lang="en-US" i="1" dirty="0"/>
              <a:t>RELU</a:t>
            </a:r>
          </a:p>
        </p:txBody>
      </p:sp>
      <p:grpSp>
        <p:nvGrpSpPr>
          <p:cNvPr id="709" name="Group 708">
            <a:extLst>
              <a:ext uri="{FF2B5EF4-FFF2-40B4-BE49-F238E27FC236}">
                <a16:creationId xmlns:a16="http://schemas.microsoft.com/office/drawing/2014/main" id="{2BE16E2E-764D-F695-B29B-762E91BFFD68}"/>
              </a:ext>
            </a:extLst>
          </p:cNvPr>
          <p:cNvGrpSpPr/>
          <p:nvPr/>
        </p:nvGrpSpPr>
        <p:grpSpPr>
          <a:xfrm>
            <a:off x="7531736" y="1494679"/>
            <a:ext cx="350195" cy="350195"/>
            <a:chOff x="7528218" y="1491235"/>
            <a:chExt cx="350195" cy="350195"/>
          </a:xfrm>
        </p:grpSpPr>
        <p:sp>
          <p:nvSpPr>
            <p:cNvPr id="486" name="Rectangle 485">
              <a:extLst>
                <a:ext uri="{FF2B5EF4-FFF2-40B4-BE49-F238E27FC236}">
                  <a16:creationId xmlns:a16="http://schemas.microsoft.com/office/drawing/2014/main" id="{D0786AC7-D78C-BAE1-3258-4EE81939E475}"/>
                </a:ext>
              </a:extLst>
            </p:cNvPr>
            <p:cNvSpPr/>
            <p:nvPr/>
          </p:nvSpPr>
          <p:spPr>
            <a:xfrm>
              <a:off x="7528218" y="1491235"/>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Isosceles Triangle 486">
              <a:extLst>
                <a:ext uri="{FF2B5EF4-FFF2-40B4-BE49-F238E27FC236}">
                  <a16:creationId xmlns:a16="http://schemas.microsoft.com/office/drawing/2014/main" id="{0897DBB5-122B-9AEC-AB27-A21E00782236}"/>
                </a:ext>
              </a:extLst>
            </p:cNvPr>
            <p:cNvSpPr/>
            <p:nvPr/>
          </p:nvSpPr>
          <p:spPr>
            <a:xfrm>
              <a:off x="7650218" y="1749884"/>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8" name="Straight Arrow Connector 487">
            <a:extLst>
              <a:ext uri="{FF2B5EF4-FFF2-40B4-BE49-F238E27FC236}">
                <a16:creationId xmlns:a16="http://schemas.microsoft.com/office/drawing/2014/main" id="{F2929187-8D19-16F5-B490-9D0B874FF5C3}"/>
              </a:ext>
            </a:extLst>
          </p:cNvPr>
          <p:cNvCxnSpPr>
            <a:cxnSpLocks/>
          </p:cNvCxnSpPr>
          <p:nvPr/>
        </p:nvCxnSpPr>
        <p:spPr>
          <a:xfrm>
            <a:off x="7878413" y="1666333"/>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9" name="Straight Arrow Connector 488">
            <a:extLst>
              <a:ext uri="{FF2B5EF4-FFF2-40B4-BE49-F238E27FC236}">
                <a16:creationId xmlns:a16="http://schemas.microsoft.com/office/drawing/2014/main" id="{442EC420-02EE-068B-676A-D3541AFA5840}"/>
              </a:ext>
            </a:extLst>
          </p:cNvPr>
          <p:cNvCxnSpPr>
            <a:cxnSpLocks/>
          </p:cNvCxnSpPr>
          <p:nvPr/>
        </p:nvCxnSpPr>
        <p:spPr>
          <a:xfrm>
            <a:off x="7178023" y="1666333"/>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0" name="Group 709">
            <a:extLst>
              <a:ext uri="{FF2B5EF4-FFF2-40B4-BE49-F238E27FC236}">
                <a16:creationId xmlns:a16="http://schemas.microsoft.com/office/drawing/2014/main" id="{A5319515-2EC3-62E1-A363-F4E0D6EB95F8}"/>
              </a:ext>
            </a:extLst>
          </p:cNvPr>
          <p:cNvGrpSpPr/>
          <p:nvPr/>
        </p:nvGrpSpPr>
        <p:grpSpPr>
          <a:xfrm>
            <a:off x="7531736" y="1863504"/>
            <a:ext cx="350195" cy="350195"/>
            <a:chOff x="7532268" y="1857613"/>
            <a:chExt cx="350195" cy="350195"/>
          </a:xfrm>
        </p:grpSpPr>
        <p:sp>
          <p:nvSpPr>
            <p:cNvPr id="491" name="Rectangle 490">
              <a:extLst>
                <a:ext uri="{FF2B5EF4-FFF2-40B4-BE49-F238E27FC236}">
                  <a16:creationId xmlns:a16="http://schemas.microsoft.com/office/drawing/2014/main" id="{1645663C-E8A8-CBAA-17BC-8CB454FC980F}"/>
                </a:ext>
              </a:extLst>
            </p:cNvPr>
            <p:cNvSpPr/>
            <p:nvPr/>
          </p:nvSpPr>
          <p:spPr>
            <a:xfrm>
              <a:off x="7532268" y="185761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Isosceles Triangle 491">
              <a:extLst>
                <a:ext uri="{FF2B5EF4-FFF2-40B4-BE49-F238E27FC236}">
                  <a16:creationId xmlns:a16="http://schemas.microsoft.com/office/drawing/2014/main" id="{54F28E48-9E5F-B013-A2E7-5F484246E018}"/>
                </a:ext>
              </a:extLst>
            </p:cNvPr>
            <p:cNvSpPr/>
            <p:nvPr/>
          </p:nvSpPr>
          <p:spPr>
            <a:xfrm>
              <a:off x="7654268" y="211626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93" name="Straight Arrow Connector 492">
            <a:extLst>
              <a:ext uri="{FF2B5EF4-FFF2-40B4-BE49-F238E27FC236}">
                <a16:creationId xmlns:a16="http://schemas.microsoft.com/office/drawing/2014/main" id="{5B92546F-AFEF-0DFC-3112-54A685DC031F}"/>
              </a:ext>
            </a:extLst>
          </p:cNvPr>
          <p:cNvCxnSpPr>
            <a:cxnSpLocks/>
          </p:cNvCxnSpPr>
          <p:nvPr/>
        </p:nvCxnSpPr>
        <p:spPr>
          <a:xfrm>
            <a:off x="7882463" y="2032711"/>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4" name="Straight Arrow Connector 493">
            <a:extLst>
              <a:ext uri="{FF2B5EF4-FFF2-40B4-BE49-F238E27FC236}">
                <a16:creationId xmlns:a16="http://schemas.microsoft.com/office/drawing/2014/main" id="{F8495816-F6DD-ED60-43D5-7099A77DFAB3}"/>
              </a:ext>
            </a:extLst>
          </p:cNvPr>
          <p:cNvCxnSpPr>
            <a:cxnSpLocks/>
          </p:cNvCxnSpPr>
          <p:nvPr/>
        </p:nvCxnSpPr>
        <p:spPr>
          <a:xfrm>
            <a:off x="7182073" y="2032711"/>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rapezoid 78">
            <a:extLst>
              <a:ext uri="{FF2B5EF4-FFF2-40B4-BE49-F238E27FC236}">
                <a16:creationId xmlns:a16="http://schemas.microsoft.com/office/drawing/2014/main" id="{464D7720-3C32-4E73-4406-BF65081A3BCB}"/>
              </a:ext>
            </a:extLst>
          </p:cNvPr>
          <p:cNvSpPr/>
          <p:nvPr/>
        </p:nvSpPr>
        <p:spPr>
          <a:xfrm rot="5400000">
            <a:off x="8118061" y="2550900"/>
            <a:ext cx="918077"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400D5F3-5796-36E2-B3BC-4D8E329F0F46}"/>
              </a:ext>
            </a:extLst>
          </p:cNvPr>
          <p:cNvSpPr/>
          <p:nvPr/>
        </p:nvSpPr>
        <p:spPr>
          <a:xfrm>
            <a:off x="9100706" y="2558324"/>
            <a:ext cx="350195" cy="3294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Isosceles Triangle 109">
            <a:extLst>
              <a:ext uri="{FF2B5EF4-FFF2-40B4-BE49-F238E27FC236}">
                <a16:creationId xmlns:a16="http://schemas.microsoft.com/office/drawing/2014/main" id="{8C8122B8-CA08-300A-EDCC-F6D5295A9D92}"/>
              </a:ext>
            </a:extLst>
          </p:cNvPr>
          <p:cNvSpPr/>
          <p:nvPr/>
        </p:nvSpPr>
        <p:spPr>
          <a:xfrm>
            <a:off x="9222706" y="2801616"/>
            <a:ext cx="106194" cy="86111"/>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1" name="Group 710">
            <a:extLst>
              <a:ext uri="{FF2B5EF4-FFF2-40B4-BE49-F238E27FC236}">
                <a16:creationId xmlns:a16="http://schemas.microsoft.com/office/drawing/2014/main" id="{5880E8D7-D4DC-DFD9-F836-9F382869EBB2}"/>
              </a:ext>
            </a:extLst>
          </p:cNvPr>
          <p:cNvGrpSpPr/>
          <p:nvPr/>
        </p:nvGrpSpPr>
        <p:grpSpPr>
          <a:xfrm>
            <a:off x="7531736" y="2232329"/>
            <a:ext cx="350195" cy="329403"/>
            <a:chOff x="7525174" y="2228778"/>
            <a:chExt cx="350195" cy="329403"/>
          </a:xfrm>
        </p:grpSpPr>
        <p:sp>
          <p:nvSpPr>
            <p:cNvPr id="105" name="Rectangle 104">
              <a:extLst>
                <a:ext uri="{FF2B5EF4-FFF2-40B4-BE49-F238E27FC236}">
                  <a16:creationId xmlns:a16="http://schemas.microsoft.com/office/drawing/2014/main" id="{EF4327D4-DC9F-3354-939C-21D77C298929}"/>
                </a:ext>
              </a:extLst>
            </p:cNvPr>
            <p:cNvSpPr/>
            <p:nvPr/>
          </p:nvSpPr>
          <p:spPr>
            <a:xfrm>
              <a:off x="7525174" y="2228778"/>
              <a:ext cx="350195" cy="3294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Isosceles Triangle 105">
              <a:extLst>
                <a:ext uri="{FF2B5EF4-FFF2-40B4-BE49-F238E27FC236}">
                  <a16:creationId xmlns:a16="http://schemas.microsoft.com/office/drawing/2014/main" id="{965D6002-2270-83F5-D131-3DF90139F758}"/>
                </a:ext>
              </a:extLst>
            </p:cNvPr>
            <p:cNvSpPr/>
            <p:nvPr/>
          </p:nvSpPr>
          <p:spPr>
            <a:xfrm>
              <a:off x="7647174" y="2472070"/>
              <a:ext cx="106194" cy="86111"/>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Arrow Connector 106">
            <a:extLst>
              <a:ext uri="{FF2B5EF4-FFF2-40B4-BE49-F238E27FC236}">
                <a16:creationId xmlns:a16="http://schemas.microsoft.com/office/drawing/2014/main" id="{6ECFE3F8-9B21-418A-C524-42A46BD99557}"/>
              </a:ext>
            </a:extLst>
          </p:cNvPr>
          <p:cNvCxnSpPr>
            <a:cxnSpLocks/>
          </p:cNvCxnSpPr>
          <p:nvPr/>
        </p:nvCxnSpPr>
        <p:spPr>
          <a:xfrm>
            <a:off x="7875369" y="2393480"/>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8E9FCE7-02A3-F1D0-B0E7-F58788E4B91A}"/>
              </a:ext>
            </a:extLst>
          </p:cNvPr>
          <p:cNvCxnSpPr>
            <a:cxnSpLocks/>
          </p:cNvCxnSpPr>
          <p:nvPr/>
        </p:nvCxnSpPr>
        <p:spPr>
          <a:xfrm>
            <a:off x="7174979" y="2393480"/>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4A59CDF-3DB6-BFB6-5FE8-193AB4A807CE}"/>
              </a:ext>
            </a:extLst>
          </p:cNvPr>
          <p:cNvCxnSpPr>
            <a:cxnSpLocks/>
          </p:cNvCxnSpPr>
          <p:nvPr/>
        </p:nvCxnSpPr>
        <p:spPr>
          <a:xfrm>
            <a:off x="8749227" y="270808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2" name="Group 711">
            <a:extLst>
              <a:ext uri="{FF2B5EF4-FFF2-40B4-BE49-F238E27FC236}">
                <a16:creationId xmlns:a16="http://schemas.microsoft.com/office/drawing/2014/main" id="{2CDCDCC7-E9DF-817F-7FD1-3E16B3490FE8}"/>
              </a:ext>
            </a:extLst>
          </p:cNvPr>
          <p:cNvGrpSpPr/>
          <p:nvPr/>
        </p:nvGrpSpPr>
        <p:grpSpPr>
          <a:xfrm>
            <a:off x="7531736" y="2580362"/>
            <a:ext cx="350195" cy="329403"/>
            <a:chOff x="7527153" y="2572466"/>
            <a:chExt cx="350195" cy="329403"/>
          </a:xfrm>
        </p:grpSpPr>
        <p:sp>
          <p:nvSpPr>
            <p:cNvPr id="98" name="Rectangle 97">
              <a:extLst>
                <a:ext uri="{FF2B5EF4-FFF2-40B4-BE49-F238E27FC236}">
                  <a16:creationId xmlns:a16="http://schemas.microsoft.com/office/drawing/2014/main" id="{D9B260A9-FDCF-DE71-8E08-F951C44B37E3}"/>
                </a:ext>
              </a:extLst>
            </p:cNvPr>
            <p:cNvSpPr/>
            <p:nvPr/>
          </p:nvSpPr>
          <p:spPr>
            <a:xfrm>
              <a:off x="7527153" y="2572466"/>
              <a:ext cx="350195" cy="3294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99020500-9497-4862-DC85-5EBADC8E5265}"/>
                </a:ext>
              </a:extLst>
            </p:cNvPr>
            <p:cNvSpPr/>
            <p:nvPr/>
          </p:nvSpPr>
          <p:spPr>
            <a:xfrm>
              <a:off x="7649153" y="2815758"/>
              <a:ext cx="106194" cy="86111"/>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Arrow Connector 101">
            <a:extLst>
              <a:ext uri="{FF2B5EF4-FFF2-40B4-BE49-F238E27FC236}">
                <a16:creationId xmlns:a16="http://schemas.microsoft.com/office/drawing/2014/main" id="{CCAB8BDB-84BB-FF76-66DC-3BFB25BE3AFD}"/>
              </a:ext>
            </a:extLst>
          </p:cNvPr>
          <p:cNvCxnSpPr>
            <a:cxnSpLocks/>
          </p:cNvCxnSpPr>
          <p:nvPr/>
        </p:nvCxnSpPr>
        <p:spPr>
          <a:xfrm>
            <a:off x="7877348" y="2737168"/>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95C3F3E-87A6-1B2C-BD77-8A0FF23206D5}"/>
              </a:ext>
            </a:extLst>
          </p:cNvPr>
          <p:cNvCxnSpPr>
            <a:cxnSpLocks/>
          </p:cNvCxnSpPr>
          <p:nvPr/>
        </p:nvCxnSpPr>
        <p:spPr>
          <a:xfrm>
            <a:off x="7176958" y="2737168"/>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3" name="Group 712">
            <a:extLst>
              <a:ext uri="{FF2B5EF4-FFF2-40B4-BE49-F238E27FC236}">
                <a16:creationId xmlns:a16="http://schemas.microsoft.com/office/drawing/2014/main" id="{326B0C73-098B-57B2-38A3-0FABE7A07118}"/>
              </a:ext>
            </a:extLst>
          </p:cNvPr>
          <p:cNvGrpSpPr/>
          <p:nvPr/>
        </p:nvGrpSpPr>
        <p:grpSpPr>
          <a:xfrm>
            <a:off x="7531736" y="2928395"/>
            <a:ext cx="350195" cy="329403"/>
            <a:chOff x="7531203" y="2917091"/>
            <a:chExt cx="350195" cy="329403"/>
          </a:xfrm>
        </p:grpSpPr>
        <p:sp>
          <p:nvSpPr>
            <p:cNvPr id="94" name="Rectangle 93">
              <a:extLst>
                <a:ext uri="{FF2B5EF4-FFF2-40B4-BE49-F238E27FC236}">
                  <a16:creationId xmlns:a16="http://schemas.microsoft.com/office/drawing/2014/main" id="{FA586606-36FD-9B7D-608B-4276C1B9603B}"/>
                </a:ext>
              </a:extLst>
            </p:cNvPr>
            <p:cNvSpPr/>
            <p:nvPr/>
          </p:nvSpPr>
          <p:spPr>
            <a:xfrm>
              <a:off x="7531203" y="2917091"/>
              <a:ext cx="350195" cy="3294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DB50FD95-AFDD-E0D2-B483-0F1C4E450901}"/>
                </a:ext>
              </a:extLst>
            </p:cNvPr>
            <p:cNvSpPr/>
            <p:nvPr/>
          </p:nvSpPr>
          <p:spPr>
            <a:xfrm>
              <a:off x="7653203" y="3160383"/>
              <a:ext cx="106194" cy="86111"/>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6" name="Straight Arrow Connector 95">
            <a:extLst>
              <a:ext uri="{FF2B5EF4-FFF2-40B4-BE49-F238E27FC236}">
                <a16:creationId xmlns:a16="http://schemas.microsoft.com/office/drawing/2014/main" id="{DD8FBC29-CD28-8803-E76A-A16C83B68503}"/>
              </a:ext>
            </a:extLst>
          </p:cNvPr>
          <p:cNvCxnSpPr>
            <a:cxnSpLocks/>
          </p:cNvCxnSpPr>
          <p:nvPr/>
        </p:nvCxnSpPr>
        <p:spPr>
          <a:xfrm>
            <a:off x="7881398" y="3081793"/>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9B456E0-AD7B-4D6F-A5B1-4725E68ADCB6}"/>
              </a:ext>
            </a:extLst>
          </p:cNvPr>
          <p:cNvCxnSpPr>
            <a:cxnSpLocks/>
          </p:cNvCxnSpPr>
          <p:nvPr/>
        </p:nvCxnSpPr>
        <p:spPr>
          <a:xfrm>
            <a:off x="7181008" y="3081793"/>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Trapezoid 111">
            <a:extLst>
              <a:ext uri="{FF2B5EF4-FFF2-40B4-BE49-F238E27FC236}">
                <a16:creationId xmlns:a16="http://schemas.microsoft.com/office/drawing/2014/main" id="{C43A07A0-EC04-C983-6675-75EA641959E1}"/>
              </a:ext>
            </a:extLst>
          </p:cNvPr>
          <p:cNvSpPr/>
          <p:nvPr/>
        </p:nvSpPr>
        <p:spPr>
          <a:xfrm rot="5400000">
            <a:off x="8123910" y="3616160"/>
            <a:ext cx="906380"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E8AB4A4F-1374-8ED3-8E9D-A708E7E3D50C}"/>
              </a:ext>
            </a:extLst>
          </p:cNvPr>
          <p:cNvSpPr/>
          <p:nvPr/>
        </p:nvSpPr>
        <p:spPr>
          <a:xfrm>
            <a:off x="9100706" y="3625682"/>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Isosceles Triangle 578">
            <a:extLst>
              <a:ext uri="{FF2B5EF4-FFF2-40B4-BE49-F238E27FC236}">
                <a16:creationId xmlns:a16="http://schemas.microsoft.com/office/drawing/2014/main" id="{7FA19262-E015-8B7F-9617-8191FFDC4F0D}"/>
              </a:ext>
            </a:extLst>
          </p:cNvPr>
          <p:cNvSpPr/>
          <p:nvPr/>
        </p:nvSpPr>
        <p:spPr>
          <a:xfrm>
            <a:off x="9222706" y="3865874"/>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4" name="Group 713">
            <a:extLst>
              <a:ext uri="{FF2B5EF4-FFF2-40B4-BE49-F238E27FC236}">
                <a16:creationId xmlns:a16="http://schemas.microsoft.com/office/drawing/2014/main" id="{A17FCC73-3D12-63DA-177E-DF858F4AD366}"/>
              </a:ext>
            </a:extLst>
          </p:cNvPr>
          <p:cNvGrpSpPr/>
          <p:nvPr/>
        </p:nvGrpSpPr>
        <p:grpSpPr>
          <a:xfrm>
            <a:off x="7531736" y="3276428"/>
            <a:ext cx="350195" cy="325206"/>
            <a:chOff x="7525174" y="3300335"/>
            <a:chExt cx="350195" cy="325206"/>
          </a:xfrm>
        </p:grpSpPr>
        <p:sp>
          <p:nvSpPr>
            <p:cNvPr id="126" name="Rectangle 125">
              <a:extLst>
                <a:ext uri="{FF2B5EF4-FFF2-40B4-BE49-F238E27FC236}">
                  <a16:creationId xmlns:a16="http://schemas.microsoft.com/office/drawing/2014/main" id="{7EEFED55-23F3-F72B-2DF2-5E36C8DF194F}"/>
                </a:ext>
              </a:extLst>
            </p:cNvPr>
            <p:cNvSpPr/>
            <p:nvPr/>
          </p:nvSpPr>
          <p:spPr>
            <a:xfrm>
              <a:off x="7525174" y="3300335"/>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Isosceles Triangle 126">
              <a:extLst>
                <a:ext uri="{FF2B5EF4-FFF2-40B4-BE49-F238E27FC236}">
                  <a16:creationId xmlns:a16="http://schemas.microsoft.com/office/drawing/2014/main" id="{75CCB310-2826-548D-58D6-43BE887C296C}"/>
                </a:ext>
              </a:extLst>
            </p:cNvPr>
            <p:cNvSpPr/>
            <p:nvPr/>
          </p:nvSpPr>
          <p:spPr>
            <a:xfrm>
              <a:off x="7647174" y="3540527"/>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76" name="Straight Arrow Connector 575">
            <a:extLst>
              <a:ext uri="{FF2B5EF4-FFF2-40B4-BE49-F238E27FC236}">
                <a16:creationId xmlns:a16="http://schemas.microsoft.com/office/drawing/2014/main" id="{F1FBD2A7-2CB9-EC11-51F3-4EA8F8A18952}"/>
              </a:ext>
            </a:extLst>
          </p:cNvPr>
          <p:cNvCxnSpPr>
            <a:cxnSpLocks/>
          </p:cNvCxnSpPr>
          <p:nvPr/>
        </p:nvCxnSpPr>
        <p:spPr>
          <a:xfrm>
            <a:off x="7875369" y="3462938"/>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7" name="Straight Arrow Connector 576">
            <a:extLst>
              <a:ext uri="{FF2B5EF4-FFF2-40B4-BE49-F238E27FC236}">
                <a16:creationId xmlns:a16="http://schemas.microsoft.com/office/drawing/2014/main" id="{3011A1E9-24A5-6951-B23E-5AA6193F89F5}"/>
              </a:ext>
            </a:extLst>
          </p:cNvPr>
          <p:cNvCxnSpPr>
            <a:cxnSpLocks/>
          </p:cNvCxnSpPr>
          <p:nvPr/>
        </p:nvCxnSpPr>
        <p:spPr>
          <a:xfrm>
            <a:off x="7174979" y="3462938"/>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B688924C-E214-9F00-CB0C-9D88DA8A7DE6}"/>
              </a:ext>
            </a:extLst>
          </p:cNvPr>
          <p:cNvCxnSpPr>
            <a:cxnSpLocks/>
          </p:cNvCxnSpPr>
          <p:nvPr/>
        </p:nvCxnSpPr>
        <p:spPr>
          <a:xfrm>
            <a:off x="8749227" y="377353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5" name="Group 714">
            <a:extLst>
              <a:ext uri="{FF2B5EF4-FFF2-40B4-BE49-F238E27FC236}">
                <a16:creationId xmlns:a16="http://schemas.microsoft.com/office/drawing/2014/main" id="{B704FA6E-22E6-F3D1-77C4-47A48BF66642}"/>
              </a:ext>
            </a:extLst>
          </p:cNvPr>
          <p:cNvGrpSpPr/>
          <p:nvPr/>
        </p:nvGrpSpPr>
        <p:grpSpPr>
          <a:xfrm>
            <a:off x="7531736" y="3620264"/>
            <a:ext cx="350195" cy="325206"/>
            <a:chOff x="7527153" y="3639644"/>
            <a:chExt cx="350195" cy="325206"/>
          </a:xfrm>
        </p:grpSpPr>
        <p:sp>
          <p:nvSpPr>
            <p:cNvPr id="122" name="Rectangle 121">
              <a:extLst>
                <a:ext uri="{FF2B5EF4-FFF2-40B4-BE49-F238E27FC236}">
                  <a16:creationId xmlns:a16="http://schemas.microsoft.com/office/drawing/2014/main" id="{2B02609B-9C22-04DA-7599-810983E739A2}"/>
                </a:ext>
              </a:extLst>
            </p:cNvPr>
            <p:cNvSpPr/>
            <p:nvPr/>
          </p:nvSpPr>
          <p:spPr>
            <a:xfrm>
              <a:off x="7527153" y="3639644"/>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Isosceles Triangle 122">
              <a:extLst>
                <a:ext uri="{FF2B5EF4-FFF2-40B4-BE49-F238E27FC236}">
                  <a16:creationId xmlns:a16="http://schemas.microsoft.com/office/drawing/2014/main" id="{177882BE-788A-27CA-85A0-C83E26DE10AF}"/>
                </a:ext>
              </a:extLst>
            </p:cNvPr>
            <p:cNvSpPr/>
            <p:nvPr/>
          </p:nvSpPr>
          <p:spPr>
            <a:xfrm>
              <a:off x="7649153" y="3879836"/>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4" name="Straight Arrow Connector 123">
            <a:extLst>
              <a:ext uri="{FF2B5EF4-FFF2-40B4-BE49-F238E27FC236}">
                <a16:creationId xmlns:a16="http://schemas.microsoft.com/office/drawing/2014/main" id="{62B9D3B6-712A-346B-0034-6D7DF99EBAB9}"/>
              </a:ext>
            </a:extLst>
          </p:cNvPr>
          <p:cNvCxnSpPr>
            <a:cxnSpLocks/>
          </p:cNvCxnSpPr>
          <p:nvPr/>
        </p:nvCxnSpPr>
        <p:spPr>
          <a:xfrm>
            <a:off x="7877348" y="3802247"/>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7EBE696-5324-82A3-C94E-3E1906F7EEC3}"/>
              </a:ext>
            </a:extLst>
          </p:cNvPr>
          <p:cNvCxnSpPr>
            <a:cxnSpLocks/>
          </p:cNvCxnSpPr>
          <p:nvPr/>
        </p:nvCxnSpPr>
        <p:spPr>
          <a:xfrm>
            <a:off x="7176958" y="3802247"/>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6" name="Group 715">
            <a:extLst>
              <a:ext uri="{FF2B5EF4-FFF2-40B4-BE49-F238E27FC236}">
                <a16:creationId xmlns:a16="http://schemas.microsoft.com/office/drawing/2014/main" id="{A0585D6C-3A5D-F040-D1BC-BAE502CA146C}"/>
              </a:ext>
            </a:extLst>
          </p:cNvPr>
          <p:cNvGrpSpPr/>
          <p:nvPr/>
        </p:nvGrpSpPr>
        <p:grpSpPr>
          <a:xfrm>
            <a:off x="7531736" y="3964100"/>
            <a:ext cx="350195" cy="325206"/>
            <a:chOff x="7531203" y="3979878"/>
            <a:chExt cx="350195" cy="325206"/>
          </a:xfrm>
        </p:grpSpPr>
        <p:sp>
          <p:nvSpPr>
            <p:cNvPr id="118" name="Rectangle 117">
              <a:extLst>
                <a:ext uri="{FF2B5EF4-FFF2-40B4-BE49-F238E27FC236}">
                  <a16:creationId xmlns:a16="http://schemas.microsoft.com/office/drawing/2014/main" id="{E06B51F5-4D4C-42ED-DA44-BA91D9D96041}"/>
                </a:ext>
              </a:extLst>
            </p:cNvPr>
            <p:cNvSpPr/>
            <p:nvPr/>
          </p:nvSpPr>
          <p:spPr>
            <a:xfrm>
              <a:off x="7531203" y="3979878"/>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E258CC91-7565-789C-E9A0-B45A7408E4AD}"/>
                </a:ext>
              </a:extLst>
            </p:cNvPr>
            <p:cNvSpPr/>
            <p:nvPr/>
          </p:nvSpPr>
          <p:spPr>
            <a:xfrm>
              <a:off x="7653203" y="4220070"/>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Arrow Connector 119">
            <a:extLst>
              <a:ext uri="{FF2B5EF4-FFF2-40B4-BE49-F238E27FC236}">
                <a16:creationId xmlns:a16="http://schemas.microsoft.com/office/drawing/2014/main" id="{E15D8B68-862D-F002-6533-46F8A7AFAFEC}"/>
              </a:ext>
            </a:extLst>
          </p:cNvPr>
          <p:cNvCxnSpPr>
            <a:cxnSpLocks/>
          </p:cNvCxnSpPr>
          <p:nvPr/>
        </p:nvCxnSpPr>
        <p:spPr>
          <a:xfrm>
            <a:off x="7881398" y="4142481"/>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224567B-C34F-C2E8-AC3D-C30D136D78BE}"/>
              </a:ext>
            </a:extLst>
          </p:cNvPr>
          <p:cNvCxnSpPr>
            <a:cxnSpLocks/>
          </p:cNvCxnSpPr>
          <p:nvPr/>
        </p:nvCxnSpPr>
        <p:spPr>
          <a:xfrm>
            <a:off x="7181008" y="4142481"/>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1" name="Trapezoid 580">
            <a:extLst>
              <a:ext uri="{FF2B5EF4-FFF2-40B4-BE49-F238E27FC236}">
                <a16:creationId xmlns:a16="http://schemas.microsoft.com/office/drawing/2014/main" id="{8CE36B10-1559-A2AF-0770-5FF6CBD193CD}"/>
              </a:ext>
            </a:extLst>
          </p:cNvPr>
          <p:cNvSpPr/>
          <p:nvPr/>
        </p:nvSpPr>
        <p:spPr>
          <a:xfrm rot="5400000">
            <a:off x="8088068" y="4677490"/>
            <a:ext cx="99225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3EA503D7-B92F-C293-E2F1-093788604F52}"/>
              </a:ext>
            </a:extLst>
          </p:cNvPr>
          <p:cNvSpPr/>
          <p:nvPr/>
        </p:nvSpPr>
        <p:spPr>
          <a:xfrm>
            <a:off x="9107800" y="4671607"/>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Isosceles Triangle 599">
            <a:extLst>
              <a:ext uri="{FF2B5EF4-FFF2-40B4-BE49-F238E27FC236}">
                <a16:creationId xmlns:a16="http://schemas.microsoft.com/office/drawing/2014/main" id="{60690708-9B4B-5CCC-AD1B-57E1BA443C57}"/>
              </a:ext>
            </a:extLst>
          </p:cNvPr>
          <p:cNvSpPr/>
          <p:nvPr/>
        </p:nvSpPr>
        <p:spPr>
          <a:xfrm>
            <a:off x="9229800" y="4934556"/>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 name="Group 716">
            <a:extLst>
              <a:ext uri="{FF2B5EF4-FFF2-40B4-BE49-F238E27FC236}">
                <a16:creationId xmlns:a16="http://schemas.microsoft.com/office/drawing/2014/main" id="{486F6C07-1817-6E28-A32E-87C2CFB47A72}"/>
              </a:ext>
            </a:extLst>
          </p:cNvPr>
          <p:cNvGrpSpPr/>
          <p:nvPr/>
        </p:nvGrpSpPr>
        <p:grpSpPr>
          <a:xfrm>
            <a:off x="7531736" y="4307936"/>
            <a:ext cx="350195" cy="356017"/>
            <a:chOff x="7532268" y="4315435"/>
            <a:chExt cx="350195" cy="356017"/>
          </a:xfrm>
        </p:grpSpPr>
        <p:sp>
          <p:nvSpPr>
            <p:cNvPr id="595" name="Rectangle 594">
              <a:extLst>
                <a:ext uri="{FF2B5EF4-FFF2-40B4-BE49-F238E27FC236}">
                  <a16:creationId xmlns:a16="http://schemas.microsoft.com/office/drawing/2014/main" id="{97C7917E-8288-ECB8-A06E-9BDFA9E04476}"/>
                </a:ext>
              </a:extLst>
            </p:cNvPr>
            <p:cNvSpPr/>
            <p:nvPr/>
          </p:nvSpPr>
          <p:spPr>
            <a:xfrm>
              <a:off x="7532268" y="4315435"/>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Isosceles Triangle 595">
              <a:extLst>
                <a:ext uri="{FF2B5EF4-FFF2-40B4-BE49-F238E27FC236}">
                  <a16:creationId xmlns:a16="http://schemas.microsoft.com/office/drawing/2014/main" id="{308F8551-41E4-9268-AB64-207842AAB715}"/>
                </a:ext>
              </a:extLst>
            </p:cNvPr>
            <p:cNvSpPr/>
            <p:nvPr/>
          </p:nvSpPr>
          <p:spPr>
            <a:xfrm>
              <a:off x="7654268" y="4578384"/>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7" name="Straight Arrow Connector 596">
            <a:extLst>
              <a:ext uri="{FF2B5EF4-FFF2-40B4-BE49-F238E27FC236}">
                <a16:creationId xmlns:a16="http://schemas.microsoft.com/office/drawing/2014/main" id="{FF437A44-79E0-8E48-B65F-B8273C33E8F3}"/>
              </a:ext>
            </a:extLst>
          </p:cNvPr>
          <p:cNvCxnSpPr>
            <a:cxnSpLocks/>
          </p:cNvCxnSpPr>
          <p:nvPr/>
        </p:nvCxnSpPr>
        <p:spPr>
          <a:xfrm>
            <a:off x="7882463" y="4493444"/>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C2AB2CD9-E11E-8CA6-11D7-6C31011EBA59}"/>
              </a:ext>
            </a:extLst>
          </p:cNvPr>
          <p:cNvCxnSpPr>
            <a:cxnSpLocks/>
          </p:cNvCxnSpPr>
          <p:nvPr/>
        </p:nvCxnSpPr>
        <p:spPr>
          <a:xfrm>
            <a:off x="7182073" y="4493444"/>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4" name="Straight Arrow Connector 583">
            <a:extLst>
              <a:ext uri="{FF2B5EF4-FFF2-40B4-BE49-F238E27FC236}">
                <a16:creationId xmlns:a16="http://schemas.microsoft.com/office/drawing/2014/main" id="{96D009FC-CE1F-7CC9-5C7B-4A5F4E471CFA}"/>
              </a:ext>
            </a:extLst>
          </p:cNvPr>
          <p:cNvCxnSpPr>
            <a:cxnSpLocks/>
          </p:cNvCxnSpPr>
          <p:nvPr/>
        </p:nvCxnSpPr>
        <p:spPr>
          <a:xfrm>
            <a:off x="8756321" y="4833472"/>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8" name="Group 717">
            <a:extLst>
              <a:ext uri="{FF2B5EF4-FFF2-40B4-BE49-F238E27FC236}">
                <a16:creationId xmlns:a16="http://schemas.microsoft.com/office/drawing/2014/main" id="{8486B265-A24E-27F5-FCB9-039403E1ABD5}"/>
              </a:ext>
            </a:extLst>
          </p:cNvPr>
          <p:cNvGrpSpPr/>
          <p:nvPr/>
        </p:nvGrpSpPr>
        <p:grpSpPr>
          <a:xfrm>
            <a:off x="7531736" y="4682583"/>
            <a:ext cx="350195" cy="356017"/>
            <a:chOff x="7534247" y="4686891"/>
            <a:chExt cx="350195" cy="356017"/>
          </a:xfrm>
        </p:grpSpPr>
        <p:sp>
          <p:nvSpPr>
            <p:cNvPr id="591" name="Rectangle 590">
              <a:extLst>
                <a:ext uri="{FF2B5EF4-FFF2-40B4-BE49-F238E27FC236}">
                  <a16:creationId xmlns:a16="http://schemas.microsoft.com/office/drawing/2014/main" id="{E3CA1607-842B-BCA1-208B-E8B6B3079976}"/>
                </a:ext>
              </a:extLst>
            </p:cNvPr>
            <p:cNvSpPr/>
            <p:nvPr/>
          </p:nvSpPr>
          <p:spPr>
            <a:xfrm>
              <a:off x="7534247" y="4686891"/>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Isosceles Triangle 591">
              <a:extLst>
                <a:ext uri="{FF2B5EF4-FFF2-40B4-BE49-F238E27FC236}">
                  <a16:creationId xmlns:a16="http://schemas.microsoft.com/office/drawing/2014/main" id="{2F3D837E-C219-6E33-9384-2585EA4F189F}"/>
                </a:ext>
              </a:extLst>
            </p:cNvPr>
            <p:cNvSpPr/>
            <p:nvPr/>
          </p:nvSpPr>
          <p:spPr>
            <a:xfrm>
              <a:off x="7656247" y="4949840"/>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3" name="Straight Arrow Connector 592">
            <a:extLst>
              <a:ext uri="{FF2B5EF4-FFF2-40B4-BE49-F238E27FC236}">
                <a16:creationId xmlns:a16="http://schemas.microsoft.com/office/drawing/2014/main" id="{CF669FB7-C563-AC65-B490-5913A889F1C5}"/>
              </a:ext>
            </a:extLst>
          </p:cNvPr>
          <p:cNvCxnSpPr>
            <a:cxnSpLocks/>
          </p:cNvCxnSpPr>
          <p:nvPr/>
        </p:nvCxnSpPr>
        <p:spPr>
          <a:xfrm>
            <a:off x="7884442" y="4864900"/>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4" name="Straight Arrow Connector 593">
            <a:extLst>
              <a:ext uri="{FF2B5EF4-FFF2-40B4-BE49-F238E27FC236}">
                <a16:creationId xmlns:a16="http://schemas.microsoft.com/office/drawing/2014/main" id="{12889F39-1539-03FD-0C06-5EA14502D806}"/>
              </a:ext>
            </a:extLst>
          </p:cNvPr>
          <p:cNvCxnSpPr>
            <a:cxnSpLocks/>
          </p:cNvCxnSpPr>
          <p:nvPr/>
        </p:nvCxnSpPr>
        <p:spPr>
          <a:xfrm>
            <a:off x="7184052" y="4864900"/>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9" name="Group 718">
            <a:extLst>
              <a:ext uri="{FF2B5EF4-FFF2-40B4-BE49-F238E27FC236}">
                <a16:creationId xmlns:a16="http://schemas.microsoft.com/office/drawing/2014/main" id="{B58C6926-2860-4258-7D9C-F591DEB8DA73}"/>
              </a:ext>
            </a:extLst>
          </p:cNvPr>
          <p:cNvGrpSpPr/>
          <p:nvPr/>
        </p:nvGrpSpPr>
        <p:grpSpPr>
          <a:xfrm>
            <a:off x="7531736" y="5057230"/>
            <a:ext cx="350195" cy="356017"/>
            <a:chOff x="7538297" y="5059360"/>
            <a:chExt cx="350195" cy="356017"/>
          </a:xfrm>
        </p:grpSpPr>
        <p:sp>
          <p:nvSpPr>
            <p:cNvPr id="587" name="Rectangle 586">
              <a:extLst>
                <a:ext uri="{FF2B5EF4-FFF2-40B4-BE49-F238E27FC236}">
                  <a16:creationId xmlns:a16="http://schemas.microsoft.com/office/drawing/2014/main" id="{336209A6-AB2A-9C13-A5E8-88E88FB93D76}"/>
                </a:ext>
              </a:extLst>
            </p:cNvPr>
            <p:cNvSpPr/>
            <p:nvPr/>
          </p:nvSpPr>
          <p:spPr>
            <a:xfrm>
              <a:off x="7538297" y="5059360"/>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Isosceles Triangle 587">
              <a:extLst>
                <a:ext uri="{FF2B5EF4-FFF2-40B4-BE49-F238E27FC236}">
                  <a16:creationId xmlns:a16="http://schemas.microsoft.com/office/drawing/2014/main" id="{55FC5BCE-6342-EE78-ECE0-FD3CB14C1609}"/>
                </a:ext>
              </a:extLst>
            </p:cNvPr>
            <p:cNvSpPr/>
            <p:nvPr/>
          </p:nvSpPr>
          <p:spPr>
            <a:xfrm>
              <a:off x="7660297" y="5322309"/>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89" name="Straight Arrow Connector 588">
            <a:extLst>
              <a:ext uri="{FF2B5EF4-FFF2-40B4-BE49-F238E27FC236}">
                <a16:creationId xmlns:a16="http://schemas.microsoft.com/office/drawing/2014/main" id="{24250CE5-37AA-D99B-C9DC-9AF6A070AB93}"/>
              </a:ext>
            </a:extLst>
          </p:cNvPr>
          <p:cNvCxnSpPr>
            <a:cxnSpLocks/>
          </p:cNvCxnSpPr>
          <p:nvPr/>
        </p:nvCxnSpPr>
        <p:spPr>
          <a:xfrm>
            <a:off x="7888492" y="5237369"/>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0" name="Straight Arrow Connector 589">
            <a:extLst>
              <a:ext uri="{FF2B5EF4-FFF2-40B4-BE49-F238E27FC236}">
                <a16:creationId xmlns:a16="http://schemas.microsoft.com/office/drawing/2014/main" id="{16AB754B-C76E-5A14-8789-705B77E29791}"/>
              </a:ext>
            </a:extLst>
          </p:cNvPr>
          <p:cNvCxnSpPr>
            <a:cxnSpLocks/>
          </p:cNvCxnSpPr>
          <p:nvPr/>
        </p:nvCxnSpPr>
        <p:spPr>
          <a:xfrm>
            <a:off x="7188102" y="523736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2" name="Trapezoid 601">
            <a:extLst>
              <a:ext uri="{FF2B5EF4-FFF2-40B4-BE49-F238E27FC236}">
                <a16:creationId xmlns:a16="http://schemas.microsoft.com/office/drawing/2014/main" id="{986DCA2D-1E4C-0DBE-FB87-535D546C7FEA}"/>
              </a:ext>
            </a:extLst>
          </p:cNvPr>
          <p:cNvSpPr/>
          <p:nvPr/>
        </p:nvSpPr>
        <p:spPr>
          <a:xfrm rot="5400000">
            <a:off x="8123910" y="5755833"/>
            <a:ext cx="906380"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7" name="Rectangle 626">
            <a:extLst>
              <a:ext uri="{FF2B5EF4-FFF2-40B4-BE49-F238E27FC236}">
                <a16:creationId xmlns:a16="http://schemas.microsoft.com/office/drawing/2014/main" id="{7CE74F0C-3CA2-805E-D395-B281313F0321}"/>
              </a:ext>
            </a:extLst>
          </p:cNvPr>
          <p:cNvSpPr/>
          <p:nvPr/>
        </p:nvSpPr>
        <p:spPr>
          <a:xfrm>
            <a:off x="9100706" y="5765355"/>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8" name="Isosceles Triangle 627">
            <a:extLst>
              <a:ext uri="{FF2B5EF4-FFF2-40B4-BE49-F238E27FC236}">
                <a16:creationId xmlns:a16="http://schemas.microsoft.com/office/drawing/2014/main" id="{26DD576E-30B3-8C94-34A4-4AE4BA09D16E}"/>
              </a:ext>
            </a:extLst>
          </p:cNvPr>
          <p:cNvSpPr/>
          <p:nvPr/>
        </p:nvSpPr>
        <p:spPr>
          <a:xfrm>
            <a:off x="9222706" y="6005547"/>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720" name="Group 719">
            <a:extLst>
              <a:ext uri="{FF2B5EF4-FFF2-40B4-BE49-F238E27FC236}">
                <a16:creationId xmlns:a16="http://schemas.microsoft.com/office/drawing/2014/main" id="{E5FC215D-538A-E587-A964-72B691BA502D}"/>
              </a:ext>
            </a:extLst>
          </p:cNvPr>
          <p:cNvGrpSpPr/>
          <p:nvPr/>
        </p:nvGrpSpPr>
        <p:grpSpPr>
          <a:xfrm>
            <a:off x="7531736" y="5431877"/>
            <a:ext cx="350195" cy="325206"/>
            <a:chOff x="7525174" y="5440008"/>
            <a:chExt cx="350195" cy="325206"/>
          </a:xfrm>
        </p:grpSpPr>
        <p:sp>
          <p:nvSpPr>
            <p:cNvPr id="623" name="Rectangle 622">
              <a:extLst>
                <a:ext uri="{FF2B5EF4-FFF2-40B4-BE49-F238E27FC236}">
                  <a16:creationId xmlns:a16="http://schemas.microsoft.com/office/drawing/2014/main" id="{07E1AFC2-C3F8-FF62-6924-242275254134}"/>
                </a:ext>
              </a:extLst>
            </p:cNvPr>
            <p:cNvSpPr/>
            <p:nvPr/>
          </p:nvSpPr>
          <p:spPr>
            <a:xfrm>
              <a:off x="7525174" y="5440008"/>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4" name="Isosceles Triangle 623">
              <a:extLst>
                <a:ext uri="{FF2B5EF4-FFF2-40B4-BE49-F238E27FC236}">
                  <a16:creationId xmlns:a16="http://schemas.microsoft.com/office/drawing/2014/main" id="{037A4742-53DA-41EC-20AE-F07711208267}"/>
                </a:ext>
              </a:extLst>
            </p:cNvPr>
            <p:cNvSpPr/>
            <p:nvPr/>
          </p:nvSpPr>
          <p:spPr>
            <a:xfrm>
              <a:off x="7647174" y="5680200"/>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25" name="Straight Arrow Connector 624">
            <a:extLst>
              <a:ext uri="{FF2B5EF4-FFF2-40B4-BE49-F238E27FC236}">
                <a16:creationId xmlns:a16="http://schemas.microsoft.com/office/drawing/2014/main" id="{1ADB2F2A-F5EA-3A7E-E22D-FB33AC50DA06}"/>
              </a:ext>
            </a:extLst>
          </p:cNvPr>
          <p:cNvCxnSpPr>
            <a:cxnSpLocks/>
          </p:cNvCxnSpPr>
          <p:nvPr/>
        </p:nvCxnSpPr>
        <p:spPr>
          <a:xfrm>
            <a:off x="7875369" y="5602611"/>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6" name="Straight Arrow Connector 625">
            <a:extLst>
              <a:ext uri="{FF2B5EF4-FFF2-40B4-BE49-F238E27FC236}">
                <a16:creationId xmlns:a16="http://schemas.microsoft.com/office/drawing/2014/main" id="{160DAB80-2E76-F78E-82E8-6A9347048609}"/>
              </a:ext>
            </a:extLst>
          </p:cNvPr>
          <p:cNvCxnSpPr>
            <a:cxnSpLocks/>
          </p:cNvCxnSpPr>
          <p:nvPr/>
        </p:nvCxnSpPr>
        <p:spPr>
          <a:xfrm>
            <a:off x="7174979" y="5602611"/>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5" name="Straight Arrow Connector 604">
            <a:extLst>
              <a:ext uri="{FF2B5EF4-FFF2-40B4-BE49-F238E27FC236}">
                <a16:creationId xmlns:a16="http://schemas.microsoft.com/office/drawing/2014/main" id="{BDB17151-B4B9-52C7-EC45-F76EBEE07D75}"/>
              </a:ext>
            </a:extLst>
          </p:cNvPr>
          <p:cNvCxnSpPr>
            <a:cxnSpLocks/>
          </p:cNvCxnSpPr>
          <p:nvPr/>
        </p:nvCxnSpPr>
        <p:spPr>
          <a:xfrm>
            <a:off x="8749227" y="5913212"/>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1" name="Group 720">
            <a:extLst>
              <a:ext uri="{FF2B5EF4-FFF2-40B4-BE49-F238E27FC236}">
                <a16:creationId xmlns:a16="http://schemas.microsoft.com/office/drawing/2014/main" id="{B416A45C-6B6E-BC97-B280-ACA4C9398E76}"/>
              </a:ext>
            </a:extLst>
          </p:cNvPr>
          <p:cNvGrpSpPr/>
          <p:nvPr/>
        </p:nvGrpSpPr>
        <p:grpSpPr>
          <a:xfrm>
            <a:off x="7531736" y="5775713"/>
            <a:ext cx="350195" cy="325206"/>
            <a:chOff x="7527153" y="5779317"/>
            <a:chExt cx="350195" cy="325206"/>
          </a:xfrm>
        </p:grpSpPr>
        <p:sp>
          <p:nvSpPr>
            <p:cNvPr id="618" name="Rectangle 617">
              <a:extLst>
                <a:ext uri="{FF2B5EF4-FFF2-40B4-BE49-F238E27FC236}">
                  <a16:creationId xmlns:a16="http://schemas.microsoft.com/office/drawing/2014/main" id="{2BA10599-F20A-4B70-5185-22BD819B67E0}"/>
                </a:ext>
              </a:extLst>
            </p:cNvPr>
            <p:cNvSpPr/>
            <p:nvPr/>
          </p:nvSpPr>
          <p:spPr>
            <a:xfrm>
              <a:off x="7527153" y="5779317"/>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9" name="Isosceles Triangle 618">
              <a:extLst>
                <a:ext uri="{FF2B5EF4-FFF2-40B4-BE49-F238E27FC236}">
                  <a16:creationId xmlns:a16="http://schemas.microsoft.com/office/drawing/2014/main" id="{CF93B9DC-E5CA-4C49-887F-A96CEF4320F1}"/>
                </a:ext>
              </a:extLst>
            </p:cNvPr>
            <p:cNvSpPr/>
            <p:nvPr/>
          </p:nvSpPr>
          <p:spPr>
            <a:xfrm>
              <a:off x="7649153" y="6019509"/>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7877348" y="5941920"/>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7176958" y="5941920"/>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2" name="Group 721">
            <a:extLst>
              <a:ext uri="{FF2B5EF4-FFF2-40B4-BE49-F238E27FC236}">
                <a16:creationId xmlns:a16="http://schemas.microsoft.com/office/drawing/2014/main" id="{3FBB96FF-9B13-118F-0453-F2D6795410DC}"/>
              </a:ext>
            </a:extLst>
          </p:cNvPr>
          <p:cNvGrpSpPr/>
          <p:nvPr/>
        </p:nvGrpSpPr>
        <p:grpSpPr>
          <a:xfrm>
            <a:off x="7531736" y="6119551"/>
            <a:ext cx="350195" cy="325206"/>
            <a:chOff x="7531203" y="6119551"/>
            <a:chExt cx="350195" cy="325206"/>
          </a:xfrm>
        </p:grpSpPr>
        <p:sp>
          <p:nvSpPr>
            <p:cNvPr id="611" name="Rectangle 610">
              <a:extLst>
                <a:ext uri="{FF2B5EF4-FFF2-40B4-BE49-F238E27FC236}">
                  <a16:creationId xmlns:a16="http://schemas.microsoft.com/office/drawing/2014/main" id="{BDDE172B-EB6A-3C63-CE5E-1B9A7079379F}"/>
                </a:ext>
              </a:extLst>
            </p:cNvPr>
            <p:cNvSpPr/>
            <p:nvPr/>
          </p:nvSpPr>
          <p:spPr>
            <a:xfrm>
              <a:off x="7531203" y="6119551"/>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53203" y="6359743"/>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7881398" y="6282154"/>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7181008" y="6282154"/>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0" name="Straight Arrow Connector 609">
            <a:extLst>
              <a:ext uri="{FF2B5EF4-FFF2-40B4-BE49-F238E27FC236}">
                <a16:creationId xmlns:a16="http://schemas.microsoft.com/office/drawing/2014/main" id="{B3FDB032-A8F2-64B3-2AAE-41E4CCCCC4C0}"/>
              </a:ext>
            </a:extLst>
          </p:cNvPr>
          <p:cNvCxnSpPr>
            <a:cxnSpLocks/>
          </p:cNvCxnSpPr>
          <p:nvPr/>
        </p:nvCxnSpPr>
        <p:spPr>
          <a:xfrm>
            <a:off x="9450900" y="1648577"/>
            <a:ext cx="212104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7" name="TextBox 656">
            <a:extLst>
              <a:ext uri="{FF2B5EF4-FFF2-40B4-BE49-F238E27FC236}">
                <a16:creationId xmlns:a16="http://schemas.microsoft.com/office/drawing/2014/main" id="{B3307D70-CE1A-E69B-180C-638217542DFA}"/>
              </a:ext>
            </a:extLst>
          </p:cNvPr>
          <p:cNvSpPr txBox="1"/>
          <p:nvPr/>
        </p:nvSpPr>
        <p:spPr>
          <a:xfrm>
            <a:off x="10705975" y="1244917"/>
            <a:ext cx="778418" cy="369332"/>
          </a:xfrm>
          <a:prstGeom prst="rect">
            <a:avLst/>
          </a:prstGeom>
          <a:noFill/>
          <a:ln w="12700">
            <a:noFill/>
          </a:ln>
        </p:spPr>
        <p:txBody>
          <a:bodyPr wrap="none" rtlCol="0">
            <a:spAutoFit/>
          </a:bodyPr>
          <a:lstStyle/>
          <a:p>
            <a:r>
              <a:rPr lang="en-US" dirty="0"/>
              <a:t>TDATA</a:t>
            </a:r>
          </a:p>
        </p:txBody>
      </p:sp>
      <p:cxnSp>
        <p:nvCxnSpPr>
          <p:cNvPr id="661" name="Straight Arrow Connector 660">
            <a:extLst>
              <a:ext uri="{FF2B5EF4-FFF2-40B4-BE49-F238E27FC236}">
                <a16:creationId xmlns:a16="http://schemas.microsoft.com/office/drawing/2014/main" id="{A4BCD3A0-D369-A070-78DE-7DE9A29CF254}"/>
              </a:ext>
            </a:extLst>
          </p:cNvPr>
          <p:cNvCxnSpPr>
            <a:cxnSpLocks/>
          </p:cNvCxnSpPr>
          <p:nvPr/>
        </p:nvCxnSpPr>
        <p:spPr>
          <a:xfrm>
            <a:off x="9457995" y="2723025"/>
            <a:ext cx="212104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2" name="Straight Arrow Connector 661">
            <a:extLst>
              <a:ext uri="{FF2B5EF4-FFF2-40B4-BE49-F238E27FC236}">
                <a16:creationId xmlns:a16="http://schemas.microsoft.com/office/drawing/2014/main" id="{3E561047-944B-72B0-F447-FD79D9DBC0A4}"/>
              </a:ext>
            </a:extLst>
          </p:cNvPr>
          <p:cNvCxnSpPr>
            <a:cxnSpLocks/>
          </p:cNvCxnSpPr>
          <p:nvPr/>
        </p:nvCxnSpPr>
        <p:spPr>
          <a:xfrm>
            <a:off x="9450900" y="3779960"/>
            <a:ext cx="212104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3" name="Straight Arrow Connector 662">
            <a:extLst>
              <a:ext uri="{FF2B5EF4-FFF2-40B4-BE49-F238E27FC236}">
                <a16:creationId xmlns:a16="http://schemas.microsoft.com/office/drawing/2014/main" id="{090CDA91-3122-5144-279D-594A87DABB17}"/>
              </a:ext>
            </a:extLst>
          </p:cNvPr>
          <p:cNvCxnSpPr>
            <a:cxnSpLocks/>
          </p:cNvCxnSpPr>
          <p:nvPr/>
        </p:nvCxnSpPr>
        <p:spPr>
          <a:xfrm>
            <a:off x="9457995" y="4833472"/>
            <a:ext cx="212104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4" name="Straight Arrow Connector 663">
            <a:extLst>
              <a:ext uri="{FF2B5EF4-FFF2-40B4-BE49-F238E27FC236}">
                <a16:creationId xmlns:a16="http://schemas.microsoft.com/office/drawing/2014/main" id="{6F9E1728-0AE9-B4C9-56D1-1A2563A2BBDF}"/>
              </a:ext>
            </a:extLst>
          </p:cNvPr>
          <p:cNvCxnSpPr>
            <a:cxnSpLocks/>
          </p:cNvCxnSpPr>
          <p:nvPr/>
        </p:nvCxnSpPr>
        <p:spPr>
          <a:xfrm>
            <a:off x="9457995" y="5927958"/>
            <a:ext cx="212104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0" name="Straight Arrow Connector 679">
            <a:extLst>
              <a:ext uri="{FF2B5EF4-FFF2-40B4-BE49-F238E27FC236}">
                <a16:creationId xmlns:a16="http://schemas.microsoft.com/office/drawing/2014/main" id="{975A3BC6-D480-1111-6C64-75969B7C4988}"/>
              </a:ext>
            </a:extLst>
          </p:cNvPr>
          <p:cNvCxnSpPr>
            <a:cxnSpLocks/>
          </p:cNvCxnSpPr>
          <p:nvPr/>
        </p:nvCxnSpPr>
        <p:spPr>
          <a:xfrm>
            <a:off x="2896147" y="2134198"/>
            <a:ext cx="486245" cy="20062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a:stCxn id="26" idx="3"/>
            <a:endCxn id="684" idx="2"/>
          </p:cNvCxnSpPr>
          <p:nvPr/>
        </p:nvCxnSpPr>
        <p:spPr>
          <a:xfrm>
            <a:off x="2890302" y="1678708"/>
            <a:ext cx="496623"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a:stCxn id="29" idx="3"/>
            <a:endCxn id="686" idx="2"/>
          </p:cNvCxnSpPr>
          <p:nvPr/>
        </p:nvCxnSpPr>
        <p:spPr>
          <a:xfrm>
            <a:off x="2890302" y="2046067"/>
            <a:ext cx="497458"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a:stCxn id="31" idx="3"/>
            <a:endCxn id="688" idx="2"/>
          </p:cNvCxnSpPr>
          <p:nvPr/>
        </p:nvCxnSpPr>
        <p:spPr>
          <a:xfrm>
            <a:off x="2890302" y="2401997"/>
            <a:ext cx="481241"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2873334" y="2786883"/>
            <a:ext cx="481974"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Straight Arrow Connector 664">
            <a:extLst>
              <a:ext uri="{FF2B5EF4-FFF2-40B4-BE49-F238E27FC236}">
                <a16:creationId xmlns:a16="http://schemas.microsoft.com/office/drawing/2014/main" id="{A3DE0987-5F34-B094-8BC2-033F8CEA2BB4}"/>
              </a:ext>
            </a:extLst>
          </p:cNvPr>
          <p:cNvCxnSpPr>
            <a:cxnSpLocks/>
          </p:cNvCxnSpPr>
          <p:nvPr/>
        </p:nvCxnSpPr>
        <p:spPr>
          <a:xfrm>
            <a:off x="2894569" y="1429583"/>
            <a:ext cx="486266" cy="168398"/>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9" name="Straight Arrow Connector 668">
            <a:extLst>
              <a:ext uri="{FF2B5EF4-FFF2-40B4-BE49-F238E27FC236}">
                <a16:creationId xmlns:a16="http://schemas.microsoft.com/office/drawing/2014/main" id="{14B7CEA3-9586-5F07-C3F7-C9574818B614}"/>
              </a:ext>
            </a:extLst>
          </p:cNvPr>
          <p:cNvCxnSpPr>
            <a:cxnSpLocks/>
          </p:cNvCxnSpPr>
          <p:nvPr/>
        </p:nvCxnSpPr>
        <p:spPr>
          <a:xfrm>
            <a:off x="2874108" y="1802167"/>
            <a:ext cx="500765" cy="159798"/>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3" name="Straight Arrow Connector 682">
            <a:extLst>
              <a:ext uri="{FF2B5EF4-FFF2-40B4-BE49-F238E27FC236}">
                <a16:creationId xmlns:a16="http://schemas.microsoft.com/office/drawing/2014/main" id="{77C2AB25-7628-1D02-40EB-5BF2E2BD09DE}"/>
              </a:ext>
            </a:extLst>
          </p:cNvPr>
          <p:cNvCxnSpPr>
            <a:cxnSpLocks/>
          </p:cNvCxnSpPr>
          <p:nvPr/>
        </p:nvCxnSpPr>
        <p:spPr>
          <a:xfrm>
            <a:off x="2869494" y="2482027"/>
            <a:ext cx="512898" cy="23454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4" name="Trapezoid 683">
            <a:extLst>
              <a:ext uri="{FF2B5EF4-FFF2-40B4-BE49-F238E27FC236}">
                <a16:creationId xmlns:a16="http://schemas.microsoft.com/office/drawing/2014/main" id="{8BFAA828-0FB7-037C-D660-5961393D7EB6}"/>
              </a:ext>
            </a:extLst>
          </p:cNvPr>
          <p:cNvSpPr/>
          <p:nvPr/>
        </p:nvSpPr>
        <p:spPr>
          <a:xfrm rot="5400000">
            <a:off x="3263375" y="1611385"/>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Trapezoid 685">
            <a:extLst>
              <a:ext uri="{FF2B5EF4-FFF2-40B4-BE49-F238E27FC236}">
                <a16:creationId xmlns:a16="http://schemas.microsoft.com/office/drawing/2014/main" id="{F73349C3-02F6-618A-CD51-3CA56ADC75AF}"/>
              </a:ext>
            </a:extLst>
          </p:cNvPr>
          <p:cNvSpPr/>
          <p:nvPr/>
        </p:nvSpPr>
        <p:spPr>
          <a:xfrm rot="5400000">
            <a:off x="3264210" y="197874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Trapezoid 687">
            <a:extLst>
              <a:ext uri="{FF2B5EF4-FFF2-40B4-BE49-F238E27FC236}">
                <a16:creationId xmlns:a16="http://schemas.microsoft.com/office/drawing/2014/main" id="{A8256F8B-0C5F-46DD-DC0D-9341B9035F16}"/>
              </a:ext>
            </a:extLst>
          </p:cNvPr>
          <p:cNvSpPr/>
          <p:nvPr/>
        </p:nvSpPr>
        <p:spPr>
          <a:xfrm rot="5400000">
            <a:off x="3247993" y="233467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Trapezoid 691">
            <a:extLst>
              <a:ext uri="{FF2B5EF4-FFF2-40B4-BE49-F238E27FC236}">
                <a16:creationId xmlns:a16="http://schemas.microsoft.com/office/drawing/2014/main" id="{9B288F80-CF88-2D49-BB38-28DF32874465}"/>
              </a:ext>
            </a:extLst>
          </p:cNvPr>
          <p:cNvSpPr/>
          <p:nvPr/>
        </p:nvSpPr>
        <p:spPr>
          <a:xfrm rot="5400000">
            <a:off x="3256418" y="2701942"/>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7" name="Straight Connector 696">
            <a:extLst>
              <a:ext uri="{FF2B5EF4-FFF2-40B4-BE49-F238E27FC236}">
                <a16:creationId xmlns:a16="http://schemas.microsoft.com/office/drawing/2014/main" id="{22405146-6645-62DA-2E6D-A0171D95FCD6}"/>
              </a:ext>
            </a:extLst>
          </p:cNvPr>
          <p:cNvCxnSpPr>
            <a:cxnSpLocks/>
            <a:stCxn id="60" idx="1"/>
            <a:endCxn id="684" idx="0"/>
          </p:cNvCxnSpPr>
          <p:nvPr/>
        </p:nvCxnSpPr>
        <p:spPr>
          <a:xfrm flipH="1">
            <a:off x="3521569" y="1678708"/>
            <a:ext cx="98100"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700" name="Straight Connector 699">
            <a:extLst>
              <a:ext uri="{FF2B5EF4-FFF2-40B4-BE49-F238E27FC236}">
                <a16:creationId xmlns:a16="http://schemas.microsoft.com/office/drawing/2014/main" id="{40A3646E-D6CF-D5DF-62EB-3DF4370CE869}"/>
              </a:ext>
            </a:extLst>
          </p:cNvPr>
          <p:cNvCxnSpPr>
            <a:stCxn id="686" idx="0"/>
            <a:endCxn id="448" idx="1"/>
          </p:cNvCxnSpPr>
          <p:nvPr/>
        </p:nvCxnSpPr>
        <p:spPr>
          <a:xfrm>
            <a:off x="3522404" y="2046067"/>
            <a:ext cx="928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2" name="Straight Connector 701">
            <a:extLst>
              <a:ext uri="{FF2B5EF4-FFF2-40B4-BE49-F238E27FC236}">
                <a16:creationId xmlns:a16="http://schemas.microsoft.com/office/drawing/2014/main" id="{CA572635-8E64-79F1-9D2B-AE63FFF48136}"/>
              </a:ext>
            </a:extLst>
          </p:cNvPr>
          <p:cNvCxnSpPr>
            <a:stCxn id="688" idx="0"/>
            <a:endCxn id="451" idx="1"/>
          </p:cNvCxnSpPr>
          <p:nvPr/>
        </p:nvCxnSpPr>
        <p:spPr>
          <a:xfrm>
            <a:off x="3506187" y="2401997"/>
            <a:ext cx="113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a:extLst>
              <a:ext uri="{FF2B5EF4-FFF2-40B4-BE49-F238E27FC236}">
                <a16:creationId xmlns:a16="http://schemas.microsoft.com/office/drawing/2014/main" id="{2C1DC1F7-08D9-DDB9-7FB5-605478783A64}"/>
              </a:ext>
            </a:extLst>
          </p:cNvPr>
          <p:cNvCxnSpPr>
            <a:stCxn id="692" idx="0"/>
            <a:endCxn id="454" idx="1"/>
          </p:cNvCxnSpPr>
          <p:nvPr/>
        </p:nvCxnSpPr>
        <p:spPr>
          <a:xfrm>
            <a:off x="3514612" y="2769265"/>
            <a:ext cx="1067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1049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6345174" y="1009271"/>
            <a:ext cx="1386972" cy="354265"/>
          </a:xfrm>
          <a:prstGeom prst="rect">
            <a:avLst/>
          </a:prstGeom>
          <a:noFill/>
          <a:ln w="25400">
            <a:solidFill>
              <a:schemeClr val="tx1"/>
            </a:solidFill>
          </a:ln>
        </p:spPr>
        <p:txBody>
          <a:bodyPr wrap="none" rtlCol="0" anchor="ctr" anchorCtr="1">
            <a:noAutofit/>
          </a:bodyPr>
          <a:lstStyle/>
          <a:p>
            <a:r>
              <a:rPr lang="en-US" dirty="0" err="1"/>
              <a:t>ichan</a:t>
            </a:r>
            <a:r>
              <a:rPr lang="en-US" dirty="0"/>
              <a:t> 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6339677" y="1457110"/>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6339677" y="1863413"/>
            <a:ext cx="1386972" cy="354265"/>
          </a:xfrm>
          <a:prstGeom prst="rect">
            <a:avLst/>
          </a:prstGeom>
          <a:noFill/>
          <a:ln w="25400">
            <a:solidFill>
              <a:schemeClr val="tx1"/>
            </a:solidFill>
          </a:ln>
        </p:spPr>
        <p:txBody>
          <a:bodyPr wrap="none" rtlCol="0" anchor="ctr" anchorCtr="1">
            <a:noAutofit/>
          </a:bodyPr>
          <a:lstStyle/>
          <a:p>
            <a:r>
              <a:rPr lang="en-US" dirty="0"/>
              <a:t>MAC</a:t>
            </a:r>
          </a:p>
        </p:txBody>
      </p:sp>
      <p:cxnSp>
        <p:nvCxnSpPr>
          <p:cNvPr id="35" name="Straight Arrow Connector 34">
            <a:extLst>
              <a:ext uri="{FF2B5EF4-FFF2-40B4-BE49-F238E27FC236}">
                <a16:creationId xmlns:a16="http://schemas.microsoft.com/office/drawing/2014/main" id="{FEA977D5-E414-798D-1ADD-08B8D19136DD}"/>
              </a:ext>
            </a:extLst>
          </p:cNvPr>
          <p:cNvCxnSpPr>
            <a:cxnSpLocks/>
            <a:stCxn id="45" idx="3"/>
            <a:endCxn id="21" idx="1"/>
          </p:cNvCxnSpPr>
          <p:nvPr/>
        </p:nvCxnSpPr>
        <p:spPr>
          <a:xfrm>
            <a:off x="4521735" y="1186404"/>
            <a:ext cx="1823439"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4508116" y="2091267"/>
            <a:ext cx="1833417" cy="1507946"/>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4508116" y="1744133"/>
            <a:ext cx="1816484" cy="1377206"/>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2308264" y="612299"/>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86582" y="1018057"/>
            <a:ext cx="1553630" cy="923330"/>
          </a:xfrm>
          <a:prstGeom prst="rect">
            <a:avLst/>
          </a:prstGeom>
          <a:noFill/>
          <a:ln w="12700">
            <a:noFill/>
          </a:ln>
        </p:spPr>
        <p:txBody>
          <a:bodyPr wrap="none" rtlCol="0">
            <a:spAutoFit/>
          </a:bodyPr>
          <a:lstStyle/>
          <a:p>
            <a:r>
              <a:rPr lang="en-US" dirty="0"/>
              <a:t>TDATA</a:t>
            </a:r>
          </a:p>
          <a:p>
            <a:r>
              <a:rPr lang="en-US" i="1" dirty="0"/>
              <a:t>shape=[chunk]</a:t>
            </a:r>
          </a:p>
          <a:p>
            <a:r>
              <a:rPr lang="en-US" i="1" dirty="0" err="1"/>
              <a:t>dtype</a:t>
            </a:r>
            <a:r>
              <a:rPr lang="en-US" i="1" dirty="0"/>
              <a:t>=int8</a:t>
            </a:r>
          </a:p>
        </p:txBody>
      </p:sp>
      <p:sp>
        <p:nvSpPr>
          <p:cNvPr id="13" name="TextBox 12">
            <a:extLst>
              <a:ext uri="{FF2B5EF4-FFF2-40B4-BE49-F238E27FC236}">
                <a16:creationId xmlns:a16="http://schemas.microsoft.com/office/drawing/2014/main" id="{2EB6D010-4EB9-A3F3-7A3A-7B226BD78F4F}"/>
              </a:ext>
            </a:extLst>
          </p:cNvPr>
          <p:cNvSpPr txBox="1"/>
          <p:nvPr/>
        </p:nvSpPr>
        <p:spPr>
          <a:xfrm>
            <a:off x="2901475" y="2022638"/>
            <a:ext cx="914994" cy="369332"/>
          </a:xfrm>
          <a:prstGeom prst="rect">
            <a:avLst/>
          </a:prstGeom>
          <a:noFill/>
          <a:ln w="12700">
            <a:noFill/>
          </a:ln>
        </p:spPr>
        <p:txBody>
          <a:bodyPr wrap="none" rtlCol="0">
            <a:spAutoFit/>
          </a:bodyPr>
          <a:lstStyle/>
          <a:p>
            <a:r>
              <a:rPr lang="en-US" i="1" dirty="0"/>
              <a:t>weights</a:t>
            </a:r>
          </a:p>
        </p:txBody>
      </p:sp>
      <p:sp>
        <p:nvSpPr>
          <p:cNvPr id="18" name="TextBox 17">
            <a:extLst>
              <a:ext uri="{FF2B5EF4-FFF2-40B4-BE49-F238E27FC236}">
                <a16:creationId xmlns:a16="http://schemas.microsoft.com/office/drawing/2014/main" id="{B6DCAC48-CCDB-BFC1-1C4A-4175FC715590}"/>
              </a:ext>
            </a:extLst>
          </p:cNvPr>
          <p:cNvSpPr txBox="1"/>
          <p:nvPr/>
        </p:nvSpPr>
        <p:spPr>
          <a:xfrm>
            <a:off x="2903314" y="2882402"/>
            <a:ext cx="914995" cy="477874"/>
          </a:xfrm>
          <a:prstGeom prst="rect">
            <a:avLst/>
          </a:prstGeom>
          <a:noFill/>
          <a:ln w="25400">
            <a:solidFill>
              <a:srgbClr val="FF0000"/>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903314" y="3360276"/>
            <a:ext cx="914995" cy="477874"/>
          </a:xfrm>
          <a:prstGeom prst="rect">
            <a:avLst/>
          </a:prstGeom>
          <a:noFill/>
          <a:ln w="25400">
            <a:solidFill>
              <a:srgbClr val="FF0000"/>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901475" y="2404527"/>
            <a:ext cx="911432" cy="477874"/>
          </a:xfrm>
          <a:prstGeom prst="rect">
            <a:avLst/>
          </a:prstGeom>
          <a:noFill/>
          <a:ln w="25400">
            <a:solidFill>
              <a:srgbClr val="FF0000"/>
            </a:solidFill>
          </a:ln>
        </p:spPr>
        <p:txBody>
          <a:bodyPr wrap="none" rtlCol="0" anchor="ctr" anchorCtr="1">
            <a:noAutofit/>
          </a:bodyPr>
          <a:lstStyle/>
          <a:p>
            <a:r>
              <a:rPr lang="en-US" dirty="0"/>
              <a:t>RAM</a:t>
            </a:r>
          </a:p>
        </p:txBody>
      </p:sp>
      <p:sp>
        <p:nvSpPr>
          <p:cNvPr id="24" name="TextBox 23">
            <a:extLst>
              <a:ext uri="{FF2B5EF4-FFF2-40B4-BE49-F238E27FC236}">
                <a16:creationId xmlns:a16="http://schemas.microsoft.com/office/drawing/2014/main" id="{62D5415B-6BBB-4905-FE3D-C2DC9C90E467}"/>
              </a:ext>
            </a:extLst>
          </p:cNvPr>
          <p:cNvSpPr txBox="1"/>
          <p:nvPr/>
        </p:nvSpPr>
        <p:spPr>
          <a:xfrm>
            <a:off x="2023533" y="1008838"/>
            <a:ext cx="1423030" cy="355131"/>
          </a:xfrm>
          <a:prstGeom prst="rect">
            <a:avLst/>
          </a:prstGeom>
          <a:noFill/>
          <a:ln w="25400">
            <a:solidFill>
              <a:srgbClr val="00B050"/>
            </a:solidFill>
          </a:ln>
        </p:spPr>
        <p:txBody>
          <a:bodyPr wrap="none" rtlCol="0" anchor="ctr" anchorCtr="1">
            <a:noAutofit/>
          </a:bodyPr>
          <a:lstStyle/>
          <a:p>
            <a:r>
              <a:rPr lang="en-US" dirty="0"/>
              <a:t>BRAM</a:t>
            </a:r>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4171540" y="1011306"/>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3453739" y="1186403"/>
            <a:ext cx="717740"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4143778" y="2458418"/>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4148168" y="2950860"/>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4143717" y="3443302"/>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793522" y="2650840"/>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793521" y="309958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793521" y="3631788"/>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925D36-7D44-89AA-CA2C-CF868C42A58E}"/>
              </a:ext>
            </a:extLst>
          </p:cNvPr>
          <p:cNvSpPr txBox="1"/>
          <p:nvPr/>
        </p:nvSpPr>
        <p:spPr>
          <a:xfrm>
            <a:off x="86300" y="5122542"/>
            <a:ext cx="1627177" cy="1569660"/>
          </a:xfrm>
          <a:prstGeom prst="rect">
            <a:avLst/>
          </a:prstGeom>
          <a:noFill/>
        </p:spPr>
        <p:txBody>
          <a:bodyPr wrap="none" rtlCol="0">
            <a:spAutoFit/>
          </a:bodyPr>
          <a:lstStyle/>
          <a:p>
            <a:r>
              <a:rPr lang="en-US" sz="1200" u="sng" dirty="0"/>
              <a:t>data path interface</a:t>
            </a:r>
          </a:p>
          <a:p>
            <a:r>
              <a:rPr lang="en-US" sz="1200" dirty="0"/>
              <a:t>n * </a:t>
            </a:r>
            <a:r>
              <a:rPr lang="en-US" sz="1200" dirty="0" err="1"/>
              <a:t>rowbuf.wa</a:t>
            </a:r>
            <a:r>
              <a:rPr lang="en-US" sz="1200" dirty="0"/>
              <a:t>, we</a:t>
            </a:r>
          </a:p>
          <a:p>
            <a:r>
              <a:rPr lang="en-US" sz="1200" dirty="0"/>
              <a:t>n * </a:t>
            </a:r>
            <a:r>
              <a:rPr lang="en-US" sz="1200" dirty="0" err="1"/>
              <a:t>rowbuf.ra</a:t>
            </a:r>
            <a:endParaRPr lang="en-US" sz="1200" dirty="0"/>
          </a:p>
          <a:p>
            <a:r>
              <a:rPr lang="en-US" sz="1200" dirty="0"/>
              <a:t>n * </a:t>
            </a:r>
            <a:r>
              <a:rPr lang="en-US" sz="1200" dirty="0" err="1"/>
              <a:t>rowbuf.ra_adjacent</a:t>
            </a:r>
            <a:endParaRPr lang="en-US" sz="1200" dirty="0"/>
          </a:p>
          <a:p>
            <a:r>
              <a:rPr lang="en-US" sz="1200" dirty="0"/>
              <a:t>n * </a:t>
            </a:r>
            <a:r>
              <a:rPr lang="en-US" sz="1200" dirty="0" err="1"/>
              <a:t>rowbuf.muxsel</a:t>
            </a:r>
            <a:endParaRPr lang="en-US" sz="1200" dirty="0"/>
          </a:p>
          <a:p>
            <a:r>
              <a:rPr lang="en-US" sz="1200" dirty="0"/>
              <a:t>m * </a:t>
            </a:r>
            <a:r>
              <a:rPr lang="en-US" sz="1200" dirty="0" err="1"/>
              <a:t>weights.ra</a:t>
            </a:r>
            <a:endParaRPr lang="en-US" sz="1200" dirty="0"/>
          </a:p>
          <a:p>
            <a:r>
              <a:rPr lang="en-US" sz="1200" dirty="0" err="1"/>
              <a:t>mac_clear</a:t>
            </a:r>
            <a:r>
              <a:rPr lang="en-US" sz="1200" dirty="0"/>
              <a:t>, </a:t>
            </a:r>
            <a:r>
              <a:rPr lang="en-US" sz="1200" dirty="0" err="1"/>
              <a:t>mac_load</a:t>
            </a:r>
            <a:endParaRPr lang="en-US" sz="1200" dirty="0"/>
          </a:p>
          <a:p>
            <a:endParaRPr lang="en-US" sz="1200" dirty="0"/>
          </a:p>
        </p:txBody>
      </p:sp>
      <p:sp>
        <p:nvSpPr>
          <p:cNvPr id="57" name="TextBox 56">
            <a:extLst>
              <a:ext uri="{FF2B5EF4-FFF2-40B4-BE49-F238E27FC236}">
                <a16:creationId xmlns:a16="http://schemas.microsoft.com/office/drawing/2014/main" id="{EF0C868C-3B7A-A549-1F6E-5AE9524E6059}"/>
              </a:ext>
            </a:extLst>
          </p:cNvPr>
          <p:cNvSpPr txBox="1"/>
          <p:nvPr/>
        </p:nvSpPr>
        <p:spPr>
          <a:xfrm>
            <a:off x="2830444" y="3848568"/>
            <a:ext cx="1194558" cy="369332"/>
          </a:xfrm>
          <a:prstGeom prst="rect">
            <a:avLst/>
          </a:prstGeom>
          <a:noFill/>
          <a:ln w="12700">
            <a:noFill/>
          </a:ln>
        </p:spPr>
        <p:txBody>
          <a:bodyPr wrap="none" rtlCol="0">
            <a:spAutoFit/>
          </a:bodyPr>
          <a:lstStyle/>
          <a:p>
            <a:r>
              <a:rPr lang="en-US" i="1" dirty="0"/>
              <a:t>(m=</a:t>
            </a:r>
            <a:r>
              <a:rPr lang="en-US" i="1" dirty="0" err="1"/>
              <a:t>ochan</a:t>
            </a:r>
            <a:r>
              <a:rPr lang="en-US" i="1" dirty="0"/>
              <a:t>)</a:t>
            </a:r>
          </a:p>
        </p:txBody>
      </p:sp>
      <p:grpSp>
        <p:nvGrpSpPr>
          <p:cNvPr id="708" name="Group 707">
            <a:extLst>
              <a:ext uri="{FF2B5EF4-FFF2-40B4-BE49-F238E27FC236}">
                <a16:creationId xmlns:a16="http://schemas.microsoft.com/office/drawing/2014/main" id="{D577BDE7-DBCA-8C23-D10A-D15A229816CD}"/>
              </a:ext>
            </a:extLst>
          </p:cNvPr>
          <p:cNvGrpSpPr/>
          <p:nvPr/>
        </p:nvGrpSpPr>
        <p:grpSpPr>
          <a:xfrm>
            <a:off x="8087997" y="1011306"/>
            <a:ext cx="350195" cy="350195"/>
            <a:chOff x="7526239" y="1125854"/>
            <a:chExt cx="3501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8432695" y="1186403"/>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732305" y="1186403"/>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6" name="Group 715">
            <a:extLst>
              <a:ext uri="{FF2B5EF4-FFF2-40B4-BE49-F238E27FC236}">
                <a16:creationId xmlns:a16="http://schemas.microsoft.com/office/drawing/2014/main" id="{A0585D6C-3A5D-F040-D1BC-BAE502CA146C}"/>
              </a:ext>
            </a:extLst>
          </p:cNvPr>
          <p:cNvGrpSpPr/>
          <p:nvPr/>
        </p:nvGrpSpPr>
        <p:grpSpPr>
          <a:xfrm>
            <a:off x="8082500" y="1445053"/>
            <a:ext cx="350195" cy="325206"/>
            <a:chOff x="7531203" y="3979878"/>
            <a:chExt cx="350195" cy="325206"/>
          </a:xfrm>
        </p:grpSpPr>
        <p:sp>
          <p:nvSpPr>
            <p:cNvPr id="118" name="Rectangle 117">
              <a:extLst>
                <a:ext uri="{FF2B5EF4-FFF2-40B4-BE49-F238E27FC236}">
                  <a16:creationId xmlns:a16="http://schemas.microsoft.com/office/drawing/2014/main" id="{E06B51F5-4D4C-42ED-DA44-BA91D9D96041}"/>
                </a:ext>
              </a:extLst>
            </p:cNvPr>
            <p:cNvSpPr/>
            <p:nvPr/>
          </p:nvSpPr>
          <p:spPr>
            <a:xfrm>
              <a:off x="7531203" y="3979878"/>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E258CC91-7565-789C-E9A0-B45A7408E4AD}"/>
                </a:ext>
              </a:extLst>
            </p:cNvPr>
            <p:cNvSpPr/>
            <p:nvPr/>
          </p:nvSpPr>
          <p:spPr>
            <a:xfrm>
              <a:off x="7653203" y="4220070"/>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486F6C07-1817-6E28-A32E-87C2CFB47A72}"/>
              </a:ext>
            </a:extLst>
          </p:cNvPr>
          <p:cNvGrpSpPr/>
          <p:nvPr/>
        </p:nvGrpSpPr>
        <p:grpSpPr>
          <a:xfrm>
            <a:off x="8082500" y="1839691"/>
            <a:ext cx="350195" cy="356017"/>
            <a:chOff x="7532268" y="4315435"/>
            <a:chExt cx="350195" cy="356017"/>
          </a:xfrm>
        </p:grpSpPr>
        <p:sp>
          <p:nvSpPr>
            <p:cNvPr id="595" name="Rectangle 594">
              <a:extLst>
                <a:ext uri="{FF2B5EF4-FFF2-40B4-BE49-F238E27FC236}">
                  <a16:creationId xmlns:a16="http://schemas.microsoft.com/office/drawing/2014/main" id="{97C7917E-8288-ECB8-A06E-9BDFA9E04476}"/>
                </a:ext>
              </a:extLst>
            </p:cNvPr>
            <p:cNvSpPr/>
            <p:nvPr/>
          </p:nvSpPr>
          <p:spPr>
            <a:xfrm>
              <a:off x="7532268" y="4315435"/>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Isosceles Triangle 595">
              <a:extLst>
                <a:ext uri="{FF2B5EF4-FFF2-40B4-BE49-F238E27FC236}">
                  <a16:creationId xmlns:a16="http://schemas.microsoft.com/office/drawing/2014/main" id="{308F8551-41E4-9268-AB64-207842AAB715}"/>
                </a:ext>
              </a:extLst>
            </p:cNvPr>
            <p:cNvSpPr/>
            <p:nvPr/>
          </p:nvSpPr>
          <p:spPr>
            <a:xfrm>
              <a:off x="7654268" y="4578384"/>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7" name="Straight Arrow Connector 596">
            <a:extLst>
              <a:ext uri="{FF2B5EF4-FFF2-40B4-BE49-F238E27FC236}">
                <a16:creationId xmlns:a16="http://schemas.microsoft.com/office/drawing/2014/main" id="{FF437A44-79E0-8E48-B65F-B8273C33E8F3}"/>
              </a:ext>
            </a:extLst>
          </p:cNvPr>
          <p:cNvCxnSpPr>
            <a:cxnSpLocks/>
          </p:cNvCxnSpPr>
          <p:nvPr/>
        </p:nvCxnSpPr>
        <p:spPr>
          <a:xfrm>
            <a:off x="8433227" y="2025199"/>
            <a:ext cx="52960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C2AB2CD9-E11E-8CA6-11D7-6C31011EBA59}"/>
              </a:ext>
            </a:extLst>
          </p:cNvPr>
          <p:cNvCxnSpPr>
            <a:cxnSpLocks/>
          </p:cNvCxnSpPr>
          <p:nvPr/>
        </p:nvCxnSpPr>
        <p:spPr>
          <a:xfrm>
            <a:off x="7732837" y="202519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6E2F31DD-56CE-2D57-E7CB-8404B8271329}"/>
              </a:ext>
            </a:extLst>
          </p:cNvPr>
          <p:cNvCxnSpPr>
            <a:cxnSpLocks/>
          </p:cNvCxnSpPr>
          <p:nvPr/>
        </p:nvCxnSpPr>
        <p:spPr>
          <a:xfrm>
            <a:off x="995737" y="1186403"/>
            <a:ext cx="1027796"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0C12BB-445E-BAA6-332D-1524EF5A4855}"/>
              </a:ext>
            </a:extLst>
          </p:cNvPr>
          <p:cNvSpPr txBox="1"/>
          <p:nvPr/>
        </p:nvSpPr>
        <p:spPr>
          <a:xfrm>
            <a:off x="5794195" y="4528429"/>
            <a:ext cx="4901085" cy="923330"/>
          </a:xfrm>
          <a:prstGeom prst="rect">
            <a:avLst/>
          </a:prstGeom>
          <a:noFill/>
        </p:spPr>
        <p:txBody>
          <a:bodyPr wrap="none" rtlCol="0">
            <a:spAutoFit/>
          </a:bodyPr>
          <a:lstStyle/>
          <a:p>
            <a:pPr marL="342900" indent="-342900">
              <a:buAutoNum type="arabicPeriod"/>
            </a:pPr>
            <a:r>
              <a:rPr lang="en-US" dirty="0"/>
              <a:t>serialize flattened tensor</a:t>
            </a:r>
          </a:p>
          <a:p>
            <a:pPr marL="342900" indent="-342900">
              <a:buAutoNum type="arabicPeriod"/>
            </a:pPr>
            <a:r>
              <a:rPr lang="en-US" dirty="0"/>
              <a:t>send tensor over TDATA in S*</a:t>
            </a:r>
            <a:r>
              <a:rPr lang="en-US" dirty="0" err="1"/>
              <a:t>dtype</a:t>
            </a:r>
            <a:r>
              <a:rPr lang="en-US" dirty="0"/>
              <a:t> size chunks</a:t>
            </a:r>
          </a:p>
          <a:p>
            <a:pPr marL="342900" indent="-342900">
              <a:buAutoNum type="arabicPeriod"/>
            </a:pPr>
            <a:r>
              <a:rPr lang="en-US" dirty="0"/>
              <a:t>write and read BRAM in S*</a:t>
            </a:r>
            <a:r>
              <a:rPr lang="en-US" dirty="0" err="1"/>
              <a:t>dtype</a:t>
            </a:r>
            <a:r>
              <a:rPr lang="en-US" dirty="0"/>
              <a:t> size chunks</a:t>
            </a:r>
          </a:p>
        </p:txBody>
      </p:sp>
      <p:cxnSp>
        <p:nvCxnSpPr>
          <p:cNvPr id="17" name="Straight Arrow Connector 16">
            <a:extLst>
              <a:ext uri="{FF2B5EF4-FFF2-40B4-BE49-F238E27FC236}">
                <a16:creationId xmlns:a16="http://schemas.microsoft.com/office/drawing/2014/main" id="{EF0972FC-DCAD-A42D-54CC-58D687CE3CE8}"/>
              </a:ext>
            </a:extLst>
          </p:cNvPr>
          <p:cNvCxnSpPr>
            <a:cxnSpLocks/>
            <a:stCxn id="466" idx="3"/>
          </p:cNvCxnSpPr>
          <p:nvPr/>
        </p:nvCxnSpPr>
        <p:spPr>
          <a:xfrm flipV="1">
            <a:off x="4493973" y="1295400"/>
            <a:ext cx="1830627" cy="1338116"/>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2" name="Straight Arrow Connector 471">
            <a:extLst>
              <a:ext uri="{FF2B5EF4-FFF2-40B4-BE49-F238E27FC236}">
                <a16:creationId xmlns:a16="http://schemas.microsoft.com/office/drawing/2014/main" id="{B92502F2-81C4-9E08-A013-26C714DF767A}"/>
              </a:ext>
            </a:extLst>
          </p:cNvPr>
          <p:cNvCxnSpPr>
            <a:cxnSpLocks/>
            <a:stCxn id="45" idx="3"/>
            <a:endCxn id="58" idx="1"/>
          </p:cNvCxnSpPr>
          <p:nvPr/>
        </p:nvCxnSpPr>
        <p:spPr>
          <a:xfrm>
            <a:off x="4521735" y="1186404"/>
            <a:ext cx="1817942" cy="44783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9" name="Straight Arrow Connector 478">
            <a:extLst>
              <a:ext uri="{FF2B5EF4-FFF2-40B4-BE49-F238E27FC236}">
                <a16:creationId xmlns:a16="http://schemas.microsoft.com/office/drawing/2014/main" id="{1D809CC4-4672-5DD8-E124-FB835328F34D}"/>
              </a:ext>
            </a:extLst>
          </p:cNvPr>
          <p:cNvCxnSpPr>
            <a:cxnSpLocks/>
            <a:stCxn id="45" idx="3"/>
            <a:endCxn id="66" idx="1"/>
          </p:cNvCxnSpPr>
          <p:nvPr/>
        </p:nvCxnSpPr>
        <p:spPr>
          <a:xfrm>
            <a:off x="4521735" y="1186404"/>
            <a:ext cx="1817942" cy="85414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7698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688A296-84EC-2CA9-4825-E662E8452945}"/>
              </a:ext>
            </a:extLst>
          </p:cNvPr>
          <p:cNvGraphicFramePr>
            <a:graphicFrameLocks noGrp="1"/>
          </p:cNvGraphicFramePr>
          <p:nvPr>
            <p:extLst>
              <p:ext uri="{D42A27DB-BD31-4B8C-83A1-F6EECF244321}">
                <p14:modId xmlns:p14="http://schemas.microsoft.com/office/powerpoint/2010/main" val="4291052703"/>
              </p:ext>
            </p:extLst>
          </p:nvPr>
        </p:nvGraphicFramePr>
        <p:xfrm>
          <a:off x="394316" y="427314"/>
          <a:ext cx="10515601" cy="3001686"/>
        </p:xfrm>
        <a:graphic>
          <a:graphicData uri="http://schemas.openxmlformats.org/drawingml/2006/table">
            <a:tbl>
              <a:tblPr>
                <a:tableStyleId>{5C22544A-7EE6-4342-B048-85BDC9FD1C3A}</a:tableStyleId>
              </a:tblPr>
              <a:tblGrid>
                <a:gridCol w="399212">
                  <a:extLst>
                    <a:ext uri="{9D8B030D-6E8A-4147-A177-3AD203B41FA5}">
                      <a16:colId xmlns:a16="http://schemas.microsoft.com/office/drawing/2014/main" val="811189722"/>
                    </a:ext>
                  </a:extLst>
                </a:gridCol>
                <a:gridCol w="589745">
                  <a:extLst>
                    <a:ext uri="{9D8B030D-6E8A-4147-A177-3AD203B41FA5}">
                      <a16:colId xmlns:a16="http://schemas.microsoft.com/office/drawing/2014/main" val="55353138"/>
                    </a:ext>
                  </a:extLst>
                </a:gridCol>
                <a:gridCol w="317555">
                  <a:extLst>
                    <a:ext uri="{9D8B030D-6E8A-4147-A177-3AD203B41FA5}">
                      <a16:colId xmlns:a16="http://schemas.microsoft.com/office/drawing/2014/main" val="3743118830"/>
                    </a:ext>
                  </a:extLst>
                </a:gridCol>
                <a:gridCol w="263117">
                  <a:extLst>
                    <a:ext uri="{9D8B030D-6E8A-4147-A177-3AD203B41FA5}">
                      <a16:colId xmlns:a16="http://schemas.microsoft.com/office/drawing/2014/main" val="1334094507"/>
                    </a:ext>
                  </a:extLst>
                </a:gridCol>
                <a:gridCol w="272190">
                  <a:extLst>
                    <a:ext uri="{9D8B030D-6E8A-4147-A177-3AD203B41FA5}">
                      <a16:colId xmlns:a16="http://schemas.microsoft.com/office/drawing/2014/main" val="1773608550"/>
                    </a:ext>
                  </a:extLst>
                </a:gridCol>
                <a:gridCol w="362920">
                  <a:extLst>
                    <a:ext uri="{9D8B030D-6E8A-4147-A177-3AD203B41FA5}">
                      <a16:colId xmlns:a16="http://schemas.microsoft.com/office/drawing/2014/main" val="3270748901"/>
                    </a:ext>
                  </a:extLst>
                </a:gridCol>
                <a:gridCol w="362920">
                  <a:extLst>
                    <a:ext uri="{9D8B030D-6E8A-4147-A177-3AD203B41FA5}">
                      <a16:colId xmlns:a16="http://schemas.microsoft.com/office/drawing/2014/main" val="716364684"/>
                    </a:ext>
                  </a:extLst>
                </a:gridCol>
                <a:gridCol w="326628">
                  <a:extLst>
                    <a:ext uri="{9D8B030D-6E8A-4147-A177-3AD203B41FA5}">
                      <a16:colId xmlns:a16="http://schemas.microsoft.com/office/drawing/2014/main" val="620154991"/>
                    </a:ext>
                  </a:extLst>
                </a:gridCol>
                <a:gridCol w="344774">
                  <a:extLst>
                    <a:ext uri="{9D8B030D-6E8A-4147-A177-3AD203B41FA5}">
                      <a16:colId xmlns:a16="http://schemas.microsoft.com/office/drawing/2014/main" val="4147852836"/>
                    </a:ext>
                  </a:extLst>
                </a:gridCol>
                <a:gridCol w="290336">
                  <a:extLst>
                    <a:ext uri="{9D8B030D-6E8A-4147-A177-3AD203B41FA5}">
                      <a16:colId xmlns:a16="http://schemas.microsoft.com/office/drawing/2014/main" val="1540932168"/>
                    </a:ext>
                  </a:extLst>
                </a:gridCol>
                <a:gridCol w="589745">
                  <a:extLst>
                    <a:ext uri="{9D8B030D-6E8A-4147-A177-3AD203B41FA5}">
                      <a16:colId xmlns:a16="http://schemas.microsoft.com/office/drawing/2014/main" val="3349390555"/>
                    </a:ext>
                  </a:extLst>
                </a:gridCol>
                <a:gridCol w="535307">
                  <a:extLst>
                    <a:ext uri="{9D8B030D-6E8A-4147-A177-3AD203B41FA5}">
                      <a16:colId xmlns:a16="http://schemas.microsoft.com/office/drawing/2014/main" val="3587422479"/>
                    </a:ext>
                  </a:extLst>
                </a:gridCol>
                <a:gridCol w="961737">
                  <a:extLst>
                    <a:ext uri="{9D8B030D-6E8A-4147-A177-3AD203B41FA5}">
                      <a16:colId xmlns:a16="http://schemas.microsoft.com/office/drawing/2014/main" val="3053113655"/>
                    </a:ext>
                  </a:extLst>
                </a:gridCol>
                <a:gridCol w="861934">
                  <a:extLst>
                    <a:ext uri="{9D8B030D-6E8A-4147-A177-3AD203B41FA5}">
                      <a16:colId xmlns:a16="http://schemas.microsoft.com/office/drawing/2014/main" val="1982775207"/>
                    </a:ext>
                  </a:extLst>
                </a:gridCol>
                <a:gridCol w="861934">
                  <a:extLst>
                    <a:ext uri="{9D8B030D-6E8A-4147-A177-3AD203B41FA5}">
                      <a16:colId xmlns:a16="http://schemas.microsoft.com/office/drawing/2014/main" val="2796903035"/>
                    </a:ext>
                  </a:extLst>
                </a:gridCol>
                <a:gridCol w="861934">
                  <a:extLst>
                    <a:ext uri="{9D8B030D-6E8A-4147-A177-3AD203B41FA5}">
                      <a16:colId xmlns:a16="http://schemas.microsoft.com/office/drawing/2014/main" val="4109187662"/>
                    </a:ext>
                  </a:extLst>
                </a:gridCol>
                <a:gridCol w="861934">
                  <a:extLst>
                    <a:ext uri="{9D8B030D-6E8A-4147-A177-3AD203B41FA5}">
                      <a16:colId xmlns:a16="http://schemas.microsoft.com/office/drawing/2014/main" val="3758143308"/>
                    </a:ext>
                  </a:extLst>
                </a:gridCol>
                <a:gridCol w="535307">
                  <a:extLst>
                    <a:ext uri="{9D8B030D-6E8A-4147-A177-3AD203B41FA5}">
                      <a16:colId xmlns:a16="http://schemas.microsoft.com/office/drawing/2014/main" val="2601431705"/>
                    </a:ext>
                  </a:extLst>
                </a:gridCol>
                <a:gridCol w="916372">
                  <a:extLst>
                    <a:ext uri="{9D8B030D-6E8A-4147-A177-3AD203B41FA5}">
                      <a16:colId xmlns:a16="http://schemas.microsoft.com/office/drawing/2014/main" val="2063616044"/>
                    </a:ext>
                  </a:extLst>
                </a:gridCol>
              </a:tblGrid>
              <a:tr h="130651">
                <a:tc>
                  <a:txBody>
                    <a:bodyPr/>
                    <a:lstStyle/>
                    <a:p>
                      <a:pPr algn="l" fontAlgn="b"/>
                      <a:r>
                        <a:rPr lang="en-US" sz="800" u="none" strike="noStrike">
                          <a:effectLst/>
                        </a:rPr>
                        <a:t>fps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289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091221077"/>
                  </a:ext>
                </a:extLst>
              </a:tr>
              <a:tr h="130651">
                <a:tc>
                  <a:txBody>
                    <a:bodyPr/>
                    <a:lstStyle/>
                    <a:p>
                      <a:pPr algn="l" fontAlgn="b"/>
                      <a:r>
                        <a:rPr lang="en-US" sz="800" u="none" strike="noStrike">
                          <a:effectLst/>
                        </a:rPr>
                        <a:t>width</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728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974476618"/>
                  </a:ext>
                </a:extLst>
              </a:tr>
              <a:tr h="130651">
                <a:tc>
                  <a:txBody>
                    <a:bodyPr/>
                    <a:lstStyle/>
                    <a:p>
                      <a:pPr algn="l" fontAlgn="b"/>
                      <a:r>
                        <a:rPr lang="en-US" sz="800" u="none" strike="noStrike">
                          <a:effectLst/>
                        </a:rPr>
                        <a:t>height</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544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322071649"/>
                  </a:ext>
                </a:extLst>
              </a:tr>
              <a:tr h="130651">
                <a:tc>
                  <a:txBody>
                    <a:bodyPr/>
                    <a:lstStyle/>
                    <a:p>
                      <a:pPr algn="l" fontAlgn="b"/>
                      <a:r>
                        <a:rPr lang="en-US" sz="800" u="none" strike="noStrike">
                          <a:effectLst/>
                        </a:rPr>
                        <a:t>channels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109265352"/>
                  </a:ext>
                </a:extLst>
              </a:tr>
              <a:tr h="130651">
                <a:tc>
                  <a:txBody>
                    <a:bodyPr/>
                    <a:lstStyle/>
                    <a:p>
                      <a:pPr algn="l" fontAlgn="b"/>
                      <a:r>
                        <a:rPr lang="en-US" sz="800" u="none" strike="noStrike">
                          <a:effectLst/>
                        </a:rPr>
                        <a:t>clk</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500,000,000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249363452"/>
                  </a:ext>
                </a:extLst>
              </a:tr>
              <a:tr h="130651">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488074653"/>
                  </a:ext>
                </a:extLst>
              </a:tr>
              <a:tr h="130651">
                <a:tc>
                  <a:txBody>
                    <a:bodyPr/>
                    <a:lstStyle/>
                    <a:p>
                      <a:pPr algn="l" fontAlgn="b"/>
                      <a:r>
                        <a:rPr lang="en-US" sz="800" u="none" strike="noStrike">
                          <a:effectLst/>
                        </a:rPr>
                        <a:t>layer</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iwidth</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iheight</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ichan</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stride</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kheight</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kwidth</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owidth</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oheight</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ochan</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patches/s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MAC/patch</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MAC/s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required MAC</a:t>
                      </a:r>
                      <a:endParaRPr lang="en-US" sz="800" b="1"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row buffer words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weight words</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n</a:t>
                      </a:r>
                      <a:endParaRPr lang="en-US" sz="800" b="1"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n*m</a:t>
                      </a:r>
                      <a:endParaRPr lang="en-US" sz="800" b="1"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rowbuf depth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4141695235"/>
                  </a:ext>
                </a:extLst>
              </a:tr>
              <a:tr h="130651">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728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544</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726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542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114,453,248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864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98,887,606,272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198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6,552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864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224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936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437354567"/>
                  </a:ext>
                </a:extLst>
              </a:tr>
              <a:tr h="130651">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726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542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362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270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28,246,860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260,323,061,760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521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69,696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544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4,100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825458222"/>
                  </a:ext>
                </a:extLst>
              </a:tr>
              <a:tr h="130651">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362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270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360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268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27,882,720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256,967,147,520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514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34,752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544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2,044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406659451"/>
                  </a:ext>
                </a:extLst>
              </a:tr>
              <a:tr h="0">
                <a:tc>
                  <a:txBody>
                    <a:bodyPr/>
                    <a:lstStyle/>
                    <a:p>
                      <a:pPr algn="r" fontAlgn="b"/>
                      <a:r>
                        <a:rPr lang="en-US" sz="800" u="none" strike="noStrike">
                          <a:effectLst/>
                        </a:rPr>
                        <a:t>4</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360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268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133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6,880,223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63,408,135,168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127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34,560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128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8,640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532187582"/>
                  </a:ext>
                </a:extLst>
              </a:tr>
              <a:tr h="130651">
                <a:tc>
                  <a:txBody>
                    <a:bodyPr/>
                    <a:lstStyle/>
                    <a:p>
                      <a:pPr algn="r" fontAlgn="b"/>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133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177</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131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6,701,043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61,756,812,288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124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17,184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128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4,296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975309652"/>
                  </a:ext>
                </a:extLst>
              </a:tr>
              <a:tr h="130651">
                <a:tc>
                  <a:txBody>
                    <a:bodyPr/>
                    <a:lstStyle/>
                    <a:p>
                      <a:pPr algn="r" fontAlgn="b"/>
                      <a:r>
                        <a:rPr lang="en-US" sz="800" u="none" strike="noStrike">
                          <a:effectLst/>
                        </a:rPr>
                        <a:t>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177</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131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1,653,080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15,234,785,280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16,992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16,992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447642480"/>
                  </a:ext>
                </a:extLst>
              </a:tr>
              <a:tr h="130651">
                <a:tc>
                  <a:txBody>
                    <a:bodyPr/>
                    <a:lstStyle/>
                    <a:p>
                      <a:pPr algn="r" fontAlgn="b"/>
                      <a:r>
                        <a:rPr lang="en-US" sz="800" u="none" strike="noStrike">
                          <a:effectLst/>
                        </a:rPr>
                        <a:t>7</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1,565,802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14,430,431,232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29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8,448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8,448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768276251"/>
                  </a:ext>
                </a:extLst>
              </a:tr>
              <a:tr h="130651">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42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376,278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3,467,778,048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8,256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8,256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870111394"/>
                  </a:ext>
                </a:extLst>
              </a:tr>
              <a:tr h="130651">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42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40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335,240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3,089,571,840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4,032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4,032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3808006739"/>
                  </a:ext>
                </a:extLst>
              </a:tr>
              <a:tr h="130651">
                <a:tc>
                  <a:txBody>
                    <a:bodyPr/>
                    <a:lstStyle/>
                    <a:p>
                      <a:pPr algn="r" fontAlgn="b"/>
                      <a:r>
                        <a:rPr lang="en-US" sz="800" u="none" strike="noStrike">
                          <a:effectLst/>
                        </a:rPr>
                        <a:t>10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40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14</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76,874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708,470,784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3,840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3,840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42121254"/>
                  </a:ext>
                </a:extLst>
              </a:tr>
              <a:tr h="130651">
                <a:tc>
                  <a:txBody>
                    <a:bodyPr/>
                    <a:lstStyle/>
                    <a:p>
                      <a:pPr algn="r" fontAlgn="b"/>
                      <a:r>
                        <a:rPr lang="en-US" sz="800" u="none" strike="noStrike">
                          <a:effectLst/>
                        </a:rPr>
                        <a:t>11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19</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14</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58,956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543,338,496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1,824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1,824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904698684"/>
                  </a:ext>
                </a:extLst>
              </a:tr>
              <a:tr h="130651">
                <a:tc>
                  <a:txBody>
                    <a:bodyPr/>
                    <a:lstStyle/>
                    <a:p>
                      <a:pPr algn="r" fontAlgn="b"/>
                      <a:r>
                        <a:rPr lang="en-US" sz="800" u="none" strike="noStrike">
                          <a:effectLst/>
                        </a:rPr>
                        <a:t>12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17</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11,560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106,536,960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1,632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1,632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284453210"/>
                  </a:ext>
                </a:extLst>
              </a:tr>
              <a:tr h="130651">
                <a:tc>
                  <a:txBody>
                    <a:bodyPr/>
                    <a:lstStyle/>
                    <a:p>
                      <a:pPr algn="r" fontAlgn="b"/>
                      <a:r>
                        <a:rPr lang="en-US" sz="800" u="none" strike="noStrike">
                          <a:effectLst/>
                        </a:rPr>
                        <a:t>13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5,202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47,941,632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768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768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72035711"/>
                  </a:ext>
                </a:extLst>
              </a:tr>
              <a:tr h="130651">
                <a:tc>
                  <a:txBody>
                    <a:bodyPr/>
                    <a:lstStyle/>
                    <a:p>
                      <a:pPr algn="r" fontAlgn="b"/>
                      <a:r>
                        <a:rPr lang="en-US" sz="800" u="none" strike="noStrike">
                          <a:effectLst/>
                        </a:rPr>
                        <a:t>14</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6</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578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5,326,848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576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32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576 </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1506104824"/>
                  </a:ext>
                </a:extLst>
              </a:tr>
              <a:tr h="130651">
                <a:tc>
                  <a:txBody>
                    <a:bodyPr/>
                    <a:lstStyle/>
                    <a:p>
                      <a:pPr algn="r" fontAlgn="b"/>
                      <a:r>
                        <a:rPr lang="en-US" sz="800" u="none" strike="noStrike">
                          <a:effectLst/>
                        </a:rPr>
                        <a:t>15</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192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9,216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ctr" fontAlgn="b"/>
                      <a:r>
                        <a:rPr lang="en-US" sz="800" u="none" strike="noStrike">
                          <a:effectLst/>
                        </a:rPr>
                        <a:t>#DIV/0!</a:t>
                      </a:r>
                      <a:endParaRPr lang="en-US" sz="800" b="0" i="0" u="none" strike="noStrike">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4049993667"/>
                  </a:ext>
                </a:extLst>
              </a:tr>
              <a:tr h="130651">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778,976,944,128 </a:t>
                      </a:r>
                      <a:endParaRPr lang="en-US" sz="800" b="1"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1,565 </a:t>
                      </a:r>
                      <a:endParaRPr lang="en-US" sz="800" b="1"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209,304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129,888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58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r>
                        <a:rPr lang="en-US" sz="800" u="none" strike="noStrike">
                          <a:effectLst/>
                        </a:rPr>
                        <a:t>            1,856 </a:t>
                      </a:r>
                      <a:endParaRPr lang="en-US" sz="800" b="0" i="0" u="none" strike="noStrike">
                        <a:solidFill>
                          <a:srgbClr val="000000"/>
                        </a:solidFill>
                        <a:effectLst/>
                        <a:latin typeface="Calibri" panose="020F0502020204030204" pitchFamily="34" charset="0"/>
                      </a:endParaRPr>
                    </a:p>
                  </a:txBody>
                  <a:tcPr marL="5444" marR="5444" marT="5444" marB="0" anchor="b"/>
                </a:tc>
                <a:tc>
                  <a:txBody>
                    <a:bodyPr/>
                    <a:lstStyle/>
                    <a:p>
                      <a:pPr algn="l" fontAlgn="b"/>
                      <a:endParaRPr lang="en-US" sz="800" b="0" i="0" u="none" strike="noStrike" dirty="0">
                        <a:solidFill>
                          <a:srgbClr val="000000"/>
                        </a:solidFill>
                        <a:effectLst/>
                        <a:latin typeface="Calibri" panose="020F0502020204030204" pitchFamily="34" charset="0"/>
                      </a:endParaRPr>
                    </a:p>
                  </a:txBody>
                  <a:tcPr marL="5444" marR="5444" marT="5444" marB="0" anchor="b"/>
                </a:tc>
                <a:extLst>
                  <a:ext uri="{0D108BD9-81ED-4DB2-BD59-A6C34878D82A}">
                    <a16:rowId xmlns:a16="http://schemas.microsoft.com/office/drawing/2014/main" val="4129228644"/>
                  </a:ext>
                </a:extLst>
              </a:tr>
            </a:tbl>
          </a:graphicData>
        </a:graphic>
      </p:graphicFrame>
      <p:sp>
        <p:nvSpPr>
          <p:cNvPr id="5" name="TextBox 4">
            <a:extLst>
              <a:ext uri="{FF2B5EF4-FFF2-40B4-BE49-F238E27FC236}">
                <a16:creationId xmlns:a16="http://schemas.microsoft.com/office/drawing/2014/main" id="{AD9CFB0D-55E2-CA3E-9011-D2520FDFCE29}"/>
              </a:ext>
            </a:extLst>
          </p:cNvPr>
          <p:cNvSpPr txBox="1"/>
          <p:nvPr/>
        </p:nvSpPr>
        <p:spPr>
          <a:xfrm>
            <a:off x="781235" y="4144541"/>
            <a:ext cx="11141476" cy="1200329"/>
          </a:xfrm>
          <a:prstGeom prst="rect">
            <a:avLst/>
          </a:prstGeom>
          <a:noFill/>
        </p:spPr>
        <p:txBody>
          <a:bodyPr wrap="square" rtlCol="0">
            <a:spAutoFit/>
          </a:bodyPr>
          <a:lstStyle/>
          <a:p>
            <a:pPr marL="342900" indent="-342900">
              <a:buAutoNum type="arabicPeriod"/>
            </a:pPr>
            <a:r>
              <a:rPr lang="en-US" dirty="0"/>
              <a:t>write incoming features from AXI-S to </a:t>
            </a:r>
            <a:r>
              <a:rPr lang="en-US" dirty="0" err="1"/>
              <a:t>rowbuf</a:t>
            </a:r>
            <a:r>
              <a:rPr lang="en-US" dirty="0"/>
              <a:t>[]</a:t>
            </a:r>
          </a:p>
          <a:p>
            <a:pPr marL="342900" indent="-342900">
              <a:buAutoNum type="arabicPeriod"/>
            </a:pPr>
            <a:r>
              <a:rPr lang="en-US" dirty="0"/>
              <a:t> when a compete row of patches has arrived, begin computing dot products per-</a:t>
            </a:r>
            <a:r>
              <a:rPr lang="en-US" dirty="0" err="1"/>
              <a:t>inputslice</a:t>
            </a:r>
            <a:r>
              <a:rPr lang="en-US" dirty="0"/>
              <a:t> per-</a:t>
            </a:r>
            <a:r>
              <a:rPr lang="en-US" dirty="0" err="1"/>
              <a:t>chanout</a:t>
            </a:r>
            <a:endParaRPr lang="en-US" dirty="0"/>
          </a:p>
          <a:p>
            <a:pPr marL="342900" indent="-342900">
              <a:buAutoNum type="arabicPeriod"/>
            </a:pPr>
            <a:r>
              <a:rPr lang="en-US" dirty="0"/>
              <a:t>n*m features will complete simultaneously, write them sequentially into the reorder buffer</a:t>
            </a:r>
          </a:p>
          <a:p>
            <a:pPr marL="342900" indent="-342900">
              <a:buAutoNum type="arabicPeriod"/>
            </a:pPr>
            <a:endParaRPr lang="en-US" dirty="0"/>
          </a:p>
        </p:txBody>
      </p:sp>
    </p:spTree>
    <p:extLst>
      <p:ext uri="{BB962C8B-B14F-4D97-AF65-F5344CB8AC3E}">
        <p14:creationId xmlns:p14="http://schemas.microsoft.com/office/powerpoint/2010/main" val="99674352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314772" y="1132149"/>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314772" y="1487650"/>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314772" y="1843151"/>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314772" y="2198652"/>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314772" y="2554153"/>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314772" y="2909654"/>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314772" y="3265155"/>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314772" y="3620656"/>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314772" y="3976157"/>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314772" y="4331658"/>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314772" y="4687159"/>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314772" y="5042660"/>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314772" y="5398161"/>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314772" y="5753662"/>
            <a:ext cx="1386972" cy="354265"/>
          </a:xfrm>
          <a:prstGeom prst="rect">
            <a:avLst/>
          </a:prstGeom>
          <a:noFill/>
          <a:ln w="254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314772" y="6109168"/>
            <a:ext cx="1386972" cy="354265"/>
          </a:xfrm>
          <a:prstGeom prst="rect">
            <a:avLst/>
          </a:prstGeom>
          <a:noFill/>
          <a:ln w="25400">
            <a:solidFill>
              <a:schemeClr val="tx1"/>
            </a:solidFill>
          </a:ln>
        </p:spPr>
        <p:txBody>
          <a:bodyPr wrap="none" rtlCol="0" anchor="ctr" anchorCtr="1">
            <a:noAutofit/>
          </a:bodyPr>
          <a:lstStyle/>
          <a:p>
            <a:r>
              <a:rPr lang="en-US" dirty="0"/>
              <a:t>MAC </a:t>
            </a:r>
            <a:r>
              <a:rPr lang="en-US" b="1" dirty="0"/>
              <a:t>n*o</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477808" y="1390596"/>
            <a:ext cx="1831629" cy="377191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480630" y="1321859"/>
            <a:ext cx="1832509" cy="27683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483212" y="1745571"/>
            <a:ext cx="1826225" cy="389481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480630" y="1240012"/>
            <a:ext cx="1828806" cy="81847"/>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483211" y="2099836"/>
            <a:ext cx="1826225" cy="401842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480630" y="1681899"/>
            <a:ext cx="1832509" cy="62603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477808" y="2454811"/>
            <a:ext cx="1831629" cy="27077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480630" y="1321859"/>
            <a:ext cx="1828806" cy="62739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483211" y="2808366"/>
            <a:ext cx="1829073" cy="283202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480630" y="1681899"/>
            <a:ext cx="1835357" cy="133456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483211" y="3163341"/>
            <a:ext cx="1829073" cy="295491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480630" y="1681899"/>
            <a:ext cx="1831654" cy="97588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477808" y="3517606"/>
            <a:ext cx="1834476" cy="164490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480630" y="2041939"/>
            <a:ext cx="1835357" cy="168376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483211" y="3872581"/>
            <a:ext cx="1829073" cy="176780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480630" y="2041939"/>
            <a:ext cx="1831654" cy="1325083"/>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483211" y="4240605"/>
            <a:ext cx="1823217" cy="187765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480630" y="2401979"/>
            <a:ext cx="1829502" cy="204672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477808" y="4595580"/>
            <a:ext cx="1828620" cy="56693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480630" y="2041939"/>
            <a:ext cx="1825799" cy="204808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483211" y="4949845"/>
            <a:ext cx="1823217" cy="69054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480630" y="2401979"/>
            <a:ext cx="1829502" cy="275596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483211" y="5304820"/>
            <a:ext cx="1823217" cy="81344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480630" y="2401979"/>
            <a:ext cx="1825799" cy="239728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477808" y="5162511"/>
            <a:ext cx="1831469" cy="49586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480630" y="2762019"/>
            <a:ext cx="1832350" cy="310445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483211" y="5640386"/>
            <a:ext cx="1826066" cy="372964"/>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480630" y="2762019"/>
            <a:ext cx="1828647" cy="274577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483211" y="6118260"/>
            <a:ext cx="1826066" cy="24935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480630" y="2762019"/>
            <a:ext cx="1828647" cy="3455012"/>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1277862" y="738535"/>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147472" y="1006007"/>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1876570" y="4541685"/>
            <a:ext cx="914994" cy="369332"/>
          </a:xfrm>
          <a:prstGeom prst="rect">
            <a:avLst/>
          </a:prstGeom>
          <a:noFill/>
          <a:ln w="12700">
            <a:noFill/>
          </a:ln>
        </p:spPr>
        <p:txBody>
          <a:bodyPr wrap="none" rtlCol="0">
            <a:spAutoFit/>
          </a:bodyPr>
          <a:lstStyle/>
          <a:p>
            <a:r>
              <a:rPr lang="en-US" i="1" dirty="0"/>
              <a:t>weights</a:t>
            </a:r>
          </a:p>
        </p:txBody>
      </p:sp>
      <p:sp>
        <p:nvSpPr>
          <p:cNvPr id="18" name="TextBox 17">
            <a:extLst>
              <a:ext uri="{FF2B5EF4-FFF2-40B4-BE49-F238E27FC236}">
                <a16:creationId xmlns:a16="http://schemas.microsoft.com/office/drawing/2014/main" id="{B6DCAC48-CCDB-BFC1-1C4A-4175FC715590}"/>
              </a:ext>
            </a:extLst>
          </p:cNvPr>
          <p:cNvSpPr txBox="1"/>
          <p:nvPr/>
        </p:nvSpPr>
        <p:spPr>
          <a:xfrm>
            <a:off x="1878409" y="5401449"/>
            <a:ext cx="914995" cy="477874"/>
          </a:xfrm>
          <a:prstGeom prst="rect">
            <a:avLst/>
          </a:prstGeom>
          <a:noFill/>
          <a:ln w="25400">
            <a:solidFill>
              <a:srgbClr val="FF0000"/>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1878409" y="5879323"/>
            <a:ext cx="914995" cy="477874"/>
          </a:xfrm>
          <a:prstGeom prst="rect">
            <a:avLst/>
          </a:prstGeom>
          <a:noFill/>
          <a:ln w="25400">
            <a:solidFill>
              <a:srgbClr val="FF0000"/>
            </a:solidFill>
          </a:ln>
        </p:spPr>
        <p:txBody>
          <a:bodyPr wrap="none" rtlCol="0" anchor="ctr" anchorCtr="1">
            <a:noAutofit/>
          </a:bodyPr>
          <a:lstStyle/>
          <a:p>
            <a:r>
              <a:rPr lang="en-US" dirty="0"/>
              <a:t>RAM </a:t>
            </a:r>
            <a:r>
              <a:rPr lang="en-US" b="1" dirty="0"/>
              <a:t>o</a:t>
            </a:r>
          </a:p>
        </p:txBody>
      </p:sp>
      <p:sp>
        <p:nvSpPr>
          <p:cNvPr id="20" name="TextBox 19">
            <a:extLst>
              <a:ext uri="{FF2B5EF4-FFF2-40B4-BE49-F238E27FC236}">
                <a16:creationId xmlns:a16="http://schemas.microsoft.com/office/drawing/2014/main" id="{0F321A1F-83CD-FA38-5CDC-951011A2A9DF}"/>
              </a:ext>
            </a:extLst>
          </p:cNvPr>
          <p:cNvSpPr txBox="1"/>
          <p:nvPr/>
        </p:nvSpPr>
        <p:spPr>
          <a:xfrm>
            <a:off x="1876570" y="4923574"/>
            <a:ext cx="911432" cy="477874"/>
          </a:xfrm>
          <a:prstGeom prst="rect">
            <a:avLst/>
          </a:prstGeom>
          <a:noFill/>
          <a:ln w="25400">
            <a:solidFill>
              <a:srgbClr val="FF0000"/>
            </a:solidFill>
          </a:ln>
        </p:spPr>
        <p:txBody>
          <a:bodyPr wrap="none" rtlCol="0" anchor="ctr" anchorCtr="1">
            <a:noAutofit/>
          </a:bodyPr>
          <a:lstStyle/>
          <a:p>
            <a:r>
              <a:rPr lang="en-US" dirty="0"/>
              <a:t>RAM</a:t>
            </a:r>
          </a:p>
        </p:txBody>
      </p:sp>
      <p:sp>
        <p:nvSpPr>
          <p:cNvPr id="24" name="TextBox 23">
            <a:extLst>
              <a:ext uri="{FF2B5EF4-FFF2-40B4-BE49-F238E27FC236}">
                <a16:creationId xmlns:a16="http://schemas.microsoft.com/office/drawing/2014/main" id="{62D5415B-6BBB-4905-FE3D-C2DC9C90E467}"/>
              </a:ext>
            </a:extLst>
          </p:cNvPr>
          <p:cNvSpPr txBox="1"/>
          <p:nvPr/>
        </p:nvSpPr>
        <p:spPr>
          <a:xfrm>
            <a:off x="993131" y="1144293"/>
            <a:ext cx="1423030" cy="355131"/>
          </a:xfrm>
          <a:prstGeom prst="rect">
            <a:avLst/>
          </a:prstGeom>
          <a:noFill/>
          <a:ln w="25400">
            <a:solidFill>
              <a:srgbClr val="00B050"/>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993131" y="1501142"/>
            <a:ext cx="1423030" cy="355131"/>
          </a:xfrm>
          <a:prstGeom prst="rect">
            <a:avLst/>
          </a:prstGeom>
          <a:noFill/>
          <a:ln w="25400">
            <a:solidFill>
              <a:srgbClr val="00B050"/>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993131" y="1868501"/>
            <a:ext cx="1423030" cy="355131"/>
          </a:xfrm>
          <a:prstGeom prst="rect">
            <a:avLst/>
          </a:prstGeom>
          <a:noFill/>
          <a:ln w="25400">
            <a:solidFill>
              <a:srgbClr val="00B050"/>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993131" y="2591699"/>
            <a:ext cx="1423030" cy="355131"/>
          </a:xfrm>
          <a:prstGeom prst="rect">
            <a:avLst/>
          </a:prstGeom>
          <a:noFill/>
          <a:ln w="25400">
            <a:solidFill>
              <a:srgbClr val="00B050"/>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993131" y="2224431"/>
            <a:ext cx="1423030" cy="355131"/>
          </a:xfrm>
          <a:prstGeom prst="rect">
            <a:avLst/>
          </a:prstGeom>
          <a:noFill/>
          <a:ln w="25400">
            <a:solidFill>
              <a:srgbClr val="00B050"/>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141138"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145528" y="1503610"/>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141077" y="1870969"/>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145467" y="2226899"/>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147209" y="2594167"/>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2423337" y="1300951"/>
            <a:ext cx="717740"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118873"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123263"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118812"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2768617" y="5169887"/>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2768616" y="5618636"/>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2768616" y="6150835"/>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925D36-7D44-89AA-CA2C-CF868C42A58E}"/>
              </a:ext>
            </a:extLst>
          </p:cNvPr>
          <p:cNvSpPr txBox="1"/>
          <p:nvPr/>
        </p:nvSpPr>
        <p:spPr>
          <a:xfrm>
            <a:off x="86300" y="5122542"/>
            <a:ext cx="1627177" cy="1569660"/>
          </a:xfrm>
          <a:prstGeom prst="rect">
            <a:avLst/>
          </a:prstGeom>
          <a:noFill/>
        </p:spPr>
        <p:txBody>
          <a:bodyPr wrap="none" rtlCol="0">
            <a:spAutoFit/>
          </a:bodyPr>
          <a:lstStyle/>
          <a:p>
            <a:r>
              <a:rPr lang="en-US" sz="1200" u="sng" dirty="0"/>
              <a:t>data path interface</a:t>
            </a:r>
          </a:p>
          <a:p>
            <a:r>
              <a:rPr lang="en-US" sz="1200" dirty="0"/>
              <a:t>n * </a:t>
            </a:r>
            <a:r>
              <a:rPr lang="en-US" sz="1200" dirty="0" err="1"/>
              <a:t>rowbuf.wa</a:t>
            </a:r>
            <a:r>
              <a:rPr lang="en-US" sz="1200" dirty="0"/>
              <a:t>, we</a:t>
            </a:r>
          </a:p>
          <a:p>
            <a:r>
              <a:rPr lang="en-US" sz="1200" dirty="0"/>
              <a:t>n * </a:t>
            </a:r>
            <a:r>
              <a:rPr lang="en-US" sz="1200" dirty="0" err="1"/>
              <a:t>rowbuf.ra</a:t>
            </a:r>
            <a:endParaRPr lang="en-US" sz="1200" dirty="0"/>
          </a:p>
          <a:p>
            <a:r>
              <a:rPr lang="en-US" sz="1200" dirty="0"/>
              <a:t>n * </a:t>
            </a:r>
            <a:r>
              <a:rPr lang="en-US" sz="1200" dirty="0" err="1"/>
              <a:t>rowbuf.ra_adjacent</a:t>
            </a:r>
            <a:endParaRPr lang="en-US" sz="1200" dirty="0"/>
          </a:p>
          <a:p>
            <a:r>
              <a:rPr lang="en-US" sz="1200" dirty="0"/>
              <a:t>n * </a:t>
            </a:r>
            <a:r>
              <a:rPr lang="en-US" sz="1200" dirty="0" err="1"/>
              <a:t>rowbuf.muxsel</a:t>
            </a:r>
            <a:endParaRPr lang="en-US" sz="1200" dirty="0"/>
          </a:p>
          <a:p>
            <a:r>
              <a:rPr lang="en-US" sz="1200" dirty="0"/>
              <a:t>m * </a:t>
            </a:r>
            <a:r>
              <a:rPr lang="en-US" sz="1200" dirty="0" err="1"/>
              <a:t>weights.ra</a:t>
            </a:r>
            <a:endParaRPr lang="en-US" sz="1200" dirty="0"/>
          </a:p>
          <a:p>
            <a:r>
              <a:rPr lang="en-US" sz="1200" dirty="0" err="1"/>
              <a:t>mac_clear</a:t>
            </a:r>
            <a:r>
              <a:rPr lang="en-US" sz="1200" dirty="0"/>
              <a:t>, </a:t>
            </a:r>
            <a:r>
              <a:rPr lang="en-US" sz="1200" dirty="0" err="1"/>
              <a:t>mac_load</a:t>
            </a:r>
            <a:endParaRPr lang="en-US" sz="1200" dirty="0"/>
          </a:p>
          <a:p>
            <a:endParaRPr lang="en-US" sz="1200" dirty="0"/>
          </a:p>
        </p:txBody>
      </p:sp>
      <p:grpSp>
        <p:nvGrpSpPr>
          <p:cNvPr id="659" name="Group 658">
            <a:extLst>
              <a:ext uri="{FF2B5EF4-FFF2-40B4-BE49-F238E27FC236}">
                <a16:creationId xmlns:a16="http://schemas.microsoft.com/office/drawing/2014/main" id="{FD3A60C9-36D6-AD99-9A45-40A948580BFE}"/>
              </a:ext>
            </a:extLst>
          </p:cNvPr>
          <p:cNvGrpSpPr/>
          <p:nvPr/>
        </p:nvGrpSpPr>
        <p:grpSpPr>
          <a:xfrm>
            <a:off x="147472" y="1383230"/>
            <a:ext cx="836498" cy="1367059"/>
            <a:chOff x="333380" y="1383230"/>
            <a:chExt cx="1497877" cy="1367059"/>
          </a:xfrm>
        </p:grpSpPr>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6EF13D3-5C72-5F39-184A-4AA7D3882944}"/>
                </a:ext>
              </a:extLst>
            </p:cNvPr>
            <p:cNvCxnSpPr>
              <a:cxnSpLocks/>
            </p:cNvCxnSpPr>
            <p:nvPr/>
          </p:nvCxnSpPr>
          <p:spPr>
            <a:xfrm>
              <a:off x="333381" y="1681078"/>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CA5AE70-BF0D-3C00-B215-EC509A9F68EF}"/>
                </a:ext>
              </a:extLst>
            </p:cNvPr>
            <p:cNvCxnSpPr>
              <a:cxnSpLocks/>
            </p:cNvCxnSpPr>
            <p:nvPr/>
          </p:nvCxnSpPr>
          <p:spPr>
            <a:xfrm>
              <a:off x="333380" y="2035104"/>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86BDDCE-3E11-CE28-AEAC-A8F0E94AA97A}"/>
                </a:ext>
              </a:extLst>
            </p:cNvPr>
            <p:cNvCxnSpPr>
              <a:cxnSpLocks/>
            </p:cNvCxnSpPr>
            <p:nvPr/>
          </p:nvCxnSpPr>
          <p:spPr>
            <a:xfrm>
              <a:off x="333380" y="2396740"/>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1E241BE-50FE-BBAC-16F9-0FC726CE3DD6}"/>
                </a:ext>
              </a:extLst>
            </p:cNvPr>
            <p:cNvCxnSpPr>
              <a:cxnSpLocks/>
            </p:cNvCxnSpPr>
            <p:nvPr/>
          </p:nvCxnSpPr>
          <p:spPr>
            <a:xfrm>
              <a:off x="333380" y="2750289"/>
              <a:ext cx="149787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EF0C868C-3B7A-A549-1F6E-5AE9524E6059}"/>
              </a:ext>
            </a:extLst>
          </p:cNvPr>
          <p:cNvSpPr txBox="1"/>
          <p:nvPr/>
        </p:nvSpPr>
        <p:spPr>
          <a:xfrm>
            <a:off x="1805539" y="6367615"/>
            <a:ext cx="1130438" cy="369332"/>
          </a:xfrm>
          <a:prstGeom prst="rect">
            <a:avLst/>
          </a:prstGeom>
          <a:noFill/>
          <a:ln w="12700">
            <a:noFill/>
          </a:ln>
        </p:spPr>
        <p:txBody>
          <a:bodyPr wrap="none" rtlCol="0">
            <a:spAutoFit/>
          </a:bodyPr>
          <a:lstStyle/>
          <a:p>
            <a:r>
              <a:rPr lang="en-US" i="1" dirty="0"/>
              <a:t>(o=</a:t>
            </a:r>
            <a:r>
              <a:rPr lang="en-US" i="1" dirty="0" err="1"/>
              <a:t>ochan</a:t>
            </a:r>
            <a:r>
              <a:rPr lang="en-US" i="1" dirty="0"/>
              <a:t>)</a:t>
            </a:r>
          </a:p>
        </p:txBody>
      </p:sp>
      <p:sp>
        <p:nvSpPr>
          <p:cNvPr id="469" name="Trapezoid 468">
            <a:extLst>
              <a:ext uri="{FF2B5EF4-FFF2-40B4-BE49-F238E27FC236}">
                <a16:creationId xmlns:a16="http://schemas.microsoft.com/office/drawing/2014/main" id="{03C6D927-A9C5-D7EE-6D85-EFF769041482}"/>
              </a:ext>
            </a:extLst>
          </p:cNvPr>
          <p:cNvSpPr/>
          <p:nvPr/>
        </p:nvSpPr>
        <p:spPr>
          <a:xfrm rot="5400000">
            <a:off x="7412808"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Rectangle 612">
            <a:extLst>
              <a:ext uri="{FF2B5EF4-FFF2-40B4-BE49-F238E27FC236}">
                <a16:creationId xmlns:a16="http://schemas.microsoft.com/office/drawing/2014/main" id="{5780D14B-D92A-813B-2235-A440356D2F1E}"/>
              </a:ext>
            </a:extLst>
          </p:cNvPr>
          <p:cNvSpPr/>
          <p:nvPr/>
        </p:nvSpPr>
        <p:spPr>
          <a:xfrm>
            <a:off x="8424427" y="1476201"/>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546427" y="1734850"/>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8" name="Group 707">
            <a:extLst>
              <a:ext uri="{FF2B5EF4-FFF2-40B4-BE49-F238E27FC236}">
                <a16:creationId xmlns:a16="http://schemas.microsoft.com/office/drawing/2014/main" id="{D577BDE7-DBCA-8C23-D10A-D15A229816CD}"/>
              </a:ext>
            </a:extLst>
          </p:cNvPr>
          <p:cNvGrpSpPr/>
          <p:nvPr/>
        </p:nvGrpSpPr>
        <p:grpSpPr>
          <a:xfrm>
            <a:off x="7057595" y="1125854"/>
            <a:ext cx="350195" cy="350195"/>
            <a:chOff x="7526239" y="1125854"/>
            <a:chExt cx="3501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6701903" y="1300952"/>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072948" y="163541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7563563" y="345710"/>
            <a:ext cx="657168" cy="369332"/>
          </a:xfrm>
          <a:prstGeom prst="rect">
            <a:avLst/>
          </a:prstGeom>
          <a:noFill/>
          <a:ln w="12700">
            <a:noFill/>
          </a:ln>
        </p:spPr>
        <p:txBody>
          <a:bodyPr wrap="none" rtlCol="0">
            <a:spAutoFit/>
          </a:bodyPr>
          <a:lstStyle/>
          <a:p>
            <a:r>
              <a:rPr lang="en-US" i="1" dirty="0"/>
              <a:t>RELU</a:t>
            </a:r>
          </a:p>
        </p:txBody>
      </p:sp>
      <p:grpSp>
        <p:nvGrpSpPr>
          <p:cNvPr id="709" name="Group 708">
            <a:extLst>
              <a:ext uri="{FF2B5EF4-FFF2-40B4-BE49-F238E27FC236}">
                <a16:creationId xmlns:a16="http://schemas.microsoft.com/office/drawing/2014/main" id="{2BE16E2E-764D-F695-B29B-762E91BFFD68}"/>
              </a:ext>
            </a:extLst>
          </p:cNvPr>
          <p:cNvGrpSpPr/>
          <p:nvPr/>
        </p:nvGrpSpPr>
        <p:grpSpPr>
          <a:xfrm>
            <a:off x="7057595" y="1494679"/>
            <a:ext cx="350195" cy="350195"/>
            <a:chOff x="7528218" y="1491235"/>
            <a:chExt cx="350195" cy="350195"/>
          </a:xfrm>
        </p:grpSpPr>
        <p:sp>
          <p:nvSpPr>
            <p:cNvPr id="486" name="Rectangle 485">
              <a:extLst>
                <a:ext uri="{FF2B5EF4-FFF2-40B4-BE49-F238E27FC236}">
                  <a16:creationId xmlns:a16="http://schemas.microsoft.com/office/drawing/2014/main" id="{D0786AC7-D78C-BAE1-3258-4EE81939E475}"/>
                </a:ext>
              </a:extLst>
            </p:cNvPr>
            <p:cNvSpPr/>
            <p:nvPr/>
          </p:nvSpPr>
          <p:spPr>
            <a:xfrm>
              <a:off x="7528218" y="1491235"/>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Isosceles Triangle 486">
              <a:extLst>
                <a:ext uri="{FF2B5EF4-FFF2-40B4-BE49-F238E27FC236}">
                  <a16:creationId xmlns:a16="http://schemas.microsoft.com/office/drawing/2014/main" id="{0897DBB5-122B-9AEC-AB27-A21E00782236}"/>
                </a:ext>
              </a:extLst>
            </p:cNvPr>
            <p:cNvSpPr/>
            <p:nvPr/>
          </p:nvSpPr>
          <p:spPr>
            <a:xfrm>
              <a:off x="7650218" y="1749884"/>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9" name="Straight Arrow Connector 488">
            <a:extLst>
              <a:ext uri="{FF2B5EF4-FFF2-40B4-BE49-F238E27FC236}">
                <a16:creationId xmlns:a16="http://schemas.microsoft.com/office/drawing/2014/main" id="{442EC420-02EE-068B-676A-D3541AFA5840}"/>
              </a:ext>
            </a:extLst>
          </p:cNvPr>
          <p:cNvCxnSpPr>
            <a:cxnSpLocks/>
          </p:cNvCxnSpPr>
          <p:nvPr/>
        </p:nvCxnSpPr>
        <p:spPr>
          <a:xfrm>
            <a:off x="6703882" y="1666333"/>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10" name="Group 709">
            <a:extLst>
              <a:ext uri="{FF2B5EF4-FFF2-40B4-BE49-F238E27FC236}">
                <a16:creationId xmlns:a16="http://schemas.microsoft.com/office/drawing/2014/main" id="{A5319515-2EC3-62E1-A363-F4E0D6EB95F8}"/>
              </a:ext>
            </a:extLst>
          </p:cNvPr>
          <p:cNvGrpSpPr/>
          <p:nvPr/>
        </p:nvGrpSpPr>
        <p:grpSpPr>
          <a:xfrm>
            <a:off x="7057595" y="1863504"/>
            <a:ext cx="350195" cy="350195"/>
            <a:chOff x="7532268" y="1857613"/>
            <a:chExt cx="350195" cy="350195"/>
          </a:xfrm>
        </p:grpSpPr>
        <p:sp>
          <p:nvSpPr>
            <p:cNvPr id="491" name="Rectangle 490">
              <a:extLst>
                <a:ext uri="{FF2B5EF4-FFF2-40B4-BE49-F238E27FC236}">
                  <a16:creationId xmlns:a16="http://schemas.microsoft.com/office/drawing/2014/main" id="{1645663C-E8A8-CBAA-17BC-8CB454FC980F}"/>
                </a:ext>
              </a:extLst>
            </p:cNvPr>
            <p:cNvSpPr/>
            <p:nvPr/>
          </p:nvSpPr>
          <p:spPr>
            <a:xfrm>
              <a:off x="7532268" y="1857613"/>
              <a:ext cx="350195" cy="35019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Isosceles Triangle 491">
              <a:extLst>
                <a:ext uri="{FF2B5EF4-FFF2-40B4-BE49-F238E27FC236}">
                  <a16:creationId xmlns:a16="http://schemas.microsoft.com/office/drawing/2014/main" id="{54F28E48-9E5F-B013-A2E7-5F484246E018}"/>
                </a:ext>
              </a:extLst>
            </p:cNvPr>
            <p:cNvSpPr/>
            <p:nvPr/>
          </p:nvSpPr>
          <p:spPr>
            <a:xfrm>
              <a:off x="7654268" y="2116262"/>
              <a:ext cx="106194" cy="91546"/>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94" name="Straight Arrow Connector 493">
            <a:extLst>
              <a:ext uri="{FF2B5EF4-FFF2-40B4-BE49-F238E27FC236}">
                <a16:creationId xmlns:a16="http://schemas.microsoft.com/office/drawing/2014/main" id="{F8495816-F6DD-ED60-43D5-7099A77DFAB3}"/>
              </a:ext>
            </a:extLst>
          </p:cNvPr>
          <p:cNvCxnSpPr>
            <a:cxnSpLocks/>
          </p:cNvCxnSpPr>
          <p:nvPr/>
        </p:nvCxnSpPr>
        <p:spPr>
          <a:xfrm>
            <a:off x="6707932" y="2032711"/>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9" name="Trapezoid 78">
            <a:extLst>
              <a:ext uri="{FF2B5EF4-FFF2-40B4-BE49-F238E27FC236}">
                <a16:creationId xmlns:a16="http://schemas.microsoft.com/office/drawing/2014/main" id="{464D7720-3C32-4E73-4406-BF65081A3BCB}"/>
              </a:ext>
            </a:extLst>
          </p:cNvPr>
          <p:cNvSpPr/>
          <p:nvPr/>
        </p:nvSpPr>
        <p:spPr>
          <a:xfrm rot="5400000">
            <a:off x="7440717" y="2550900"/>
            <a:ext cx="918077"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400D5F3-5796-36E2-B3BC-4D8E329F0F46}"/>
              </a:ext>
            </a:extLst>
          </p:cNvPr>
          <p:cNvSpPr/>
          <p:nvPr/>
        </p:nvSpPr>
        <p:spPr>
          <a:xfrm>
            <a:off x="8423362" y="2558324"/>
            <a:ext cx="350195" cy="3294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Isosceles Triangle 109">
            <a:extLst>
              <a:ext uri="{FF2B5EF4-FFF2-40B4-BE49-F238E27FC236}">
                <a16:creationId xmlns:a16="http://schemas.microsoft.com/office/drawing/2014/main" id="{8C8122B8-CA08-300A-EDCC-F6D5295A9D92}"/>
              </a:ext>
            </a:extLst>
          </p:cNvPr>
          <p:cNvSpPr/>
          <p:nvPr/>
        </p:nvSpPr>
        <p:spPr>
          <a:xfrm>
            <a:off x="8545362" y="2801616"/>
            <a:ext cx="106194" cy="86111"/>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1" name="Group 710">
            <a:extLst>
              <a:ext uri="{FF2B5EF4-FFF2-40B4-BE49-F238E27FC236}">
                <a16:creationId xmlns:a16="http://schemas.microsoft.com/office/drawing/2014/main" id="{5880E8D7-D4DC-DFD9-F836-9F382869EBB2}"/>
              </a:ext>
            </a:extLst>
          </p:cNvPr>
          <p:cNvGrpSpPr/>
          <p:nvPr/>
        </p:nvGrpSpPr>
        <p:grpSpPr>
          <a:xfrm>
            <a:off x="7057595" y="2232329"/>
            <a:ext cx="350195" cy="329403"/>
            <a:chOff x="7525174" y="2228778"/>
            <a:chExt cx="350195" cy="329403"/>
          </a:xfrm>
        </p:grpSpPr>
        <p:sp>
          <p:nvSpPr>
            <p:cNvPr id="105" name="Rectangle 104">
              <a:extLst>
                <a:ext uri="{FF2B5EF4-FFF2-40B4-BE49-F238E27FC236}">
                  <a16:creationId xmlns:a16="http://schemas.microsoft.com/office/drawing/2014/main" id="{EF4327D4-DC9F-3354-939C-21D77C298929}"/>
                </a:ext>
              </a:extLst>
            </p:cNvPr>
            <p:cNvSpPr/>
            <p:nvPr/>
          </p:nvSpPr>
          <p:spPr>
            <a:xfrm>
              <a:off x="7525174" y="2228778"/>
              <a:ext cx="350195" cy="329403"/>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Isosceles Triangle 105">
              <a:extLst>
                <a:ext uri="{FF2B5EF4-FFF2-40B4-BE49-F238E27FC236}">
                  <a16:creationId xmlns:a16="http://schemas.microsoft.com/office/drawing/2014/main" id="{965D6002-2270-83F5-D131-3DF90139F758}"/>
                </a:ext>
              </a:extLst>
            </p:cNvPr>
            <p:cNvSpPr/>
            <p:nvPr/>
          </p:nvSpPr>
          <p:spPr>
            <a:xfrm>
              <a:off x="7647174" y="2472070"/>
              <a:ext cx="106194" cy="86111"/>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8" name="Straight Arrow Connector 107">
            <a:extLst>
              <a:ext uri="{FF2B5EF4-FFF2-40B4-BE49-F238E27FC236}">
                <a16:creationId xmlns:a16="http://schemas.microsoft.com/office/drawing/2014/main" id="{F8E9FCE7-02A3-F1D0-B0E7-F58788E4B91A}"/>
              </a:ext>
            </a:extLst>
          </p:cNvPr>
          <p:cNvCxnSpPr>
            <a:cxnSpLocks/>
          </p:cNvCxnSpPr>
          <p:nvPr/>
        </p:nvCxnSpPr>
        <p:spPr>
          <a:xfrm>
            <a:off x="6700838" y="2393480"/>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4A59CDF-3DB6-BFB6-5FE8-193AB4A807CE}"/>
              </a:ext>
            </a:extLst>
          </p:cNvPr>
          <p:cNvCxnSpPr>
            <a:cxnSpLocks/>
          </p:cNvCxnSpPr>
          <p:nvPr/>
        </p:nvCxnSpPr>
        <p:spPr>
          <a:xfrm>
            <a:off x="8071883" y="270808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2" name="Group 711">
            <a:extLst>
              <a:ext uri="{FF2B5EF4-FFF2-40B4-BE49-F238E27FC236}">
                <a16:creationId xmlns:a16="http://schemas.microsoft.com/office/drawing/2014/main" id="{2CDCDCC7-E9DF-817F-7FD1-3E16B3490FE8}"/>
              </a:ext>
            </a:extLst>
          </p:cNvPr>
          <p:cNvGrpSpPr/>
          <p:nvPr/>
        </p:nvGrpSpPr>
        <p:grpSpPr>
          <a:xfrm>
            <a:off x="7057595" y="2580362"/>
            <a:ext cx="350195" cy="329403"/>
            <a:chOff x="7527153" y="2572466"/>
            <a:chExt cx="350195" cy="329403"/>
          </a:xfrm>
        </p:grpSpPr>
        <p:sp>
          <p:nvSpPr>
            <p:cNvPr id="98" name="Rectangle 97">
              <a:extLst>
                <a:ext uri="{FF2B5EF4-FFF2-40B4-BE49-F238E27FC236}">
                  <a16:creationId xmlns:a16="http://schemas.microsoft.com/office/drawing/2014/main" id="{D9B260A9-FDCF-DE71-8E08-F951C44B37E3}"/>
                </a:ext>
              </a:extLst>
            </p:cNvPr>
            <p:cNvSpPr/>
            <p:nvPr/>
          </p:nvSpPr>
          <p:spPr>
            <a:xfrm>
              <a:off x="7527153" y="2572466"/>
              <a:ext cx="350195" cy="329403"/>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99020500-9497-4862-DC85-5EBADC8E5265}"/>
                </a:ext>
              </a:extLst>
            </p:cNvPr>
            <p:cNvSpPr/>
            <p:nvPr/>
          </p:nvSpPr>
          <p:spPr>
            <a:xfrm>
              <a:off x="7649153" y="2815758"/>
              <a:ext cx="106194" cy="86111"/>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3" name="Straight Arrow Connector 102">
            <a:extLst>
              <a:ext uri="{FF2B5EF4-FFF2-40B4-BE49-F238E27FC236}">
                <a16:creationId xmlns:a16="http://schemas.microsoft.com/office/drawing/2014/main" id="{095C3F3E-87A6-1B2C-BD77-8A0FF23206D5}"/>
              </a:ext>
            </a:extLst>
          </p:cNvPr>
          <p:cNvCxnSpPr>
            <a:cxnSpLocks/>
          </p:cNvCxnSpPr>
          <p:nvPr/>
        </p:nvCxnSpPr>
        <p:spPr>
          <a:xfrm>
            <a:off x="6702817" y="2737168"/>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13" name="Group 712">
            <a:extLst>
              <a:ext uri="{FF2B5EF4-FFF2-40B4-BE49-F238E27FC236}">
                <a16:creationId xmlns:a16="http://schemas.microsoft.com/office/drawing/2014/main" id="{326B0C73-098B-57B2-38A3-0FABE7A07118}"/>
              </a:ext>
            </a:extLst>
          </p:cNvPr>
          <p:cNvGrpSpPr/>
          <p:nvPr/>
        </p:nvGrpSpPr>
        <p:grpSpPr>
          <a:xfrm>
            <a:off x="7057595" y="2928395"/>
            <a:ext cx="350195" cy="329403"/>
            <a:chOff x="7531203" y="2917091"/>
            <a:chExt cx="350195" cy="329403"/>
          </a:xfrm>
        </p:grpSpPr>
        <p:sp>
          <p:nvSpPr>
            <p:cNvPr id="94" name="Rectangle 93">
              <a:extLst>
                <a:ext uri="{FF2B5EF4-FFF2-40B4-BE49-F238E27FC236}">
                  <a16:creationId xmlns:a16="http://schemas.microsoft.com/office/drawing/2014/main" id="{FA586606-36FD-9B7D-608B-4276C1B9603B}"/>
                </a:ext>
              </a:extLst>
            </p:cNvPr>
            <p:cNvSpPr/>
            <p:nvPr/>
          </p:nvSpPr>
          <p:spPr>
            <a:xfrm>
              <a:off x="7531203" y="2917091"/>
              <a:ext cx="350195" cy="329403"/>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DB50FD95-AFDD-E0D2-B483-0F1C4E450901}"/>
                </a:ext>
              </a:extLst>
            </p:cNvPr>
            <p:cNvSpPr/>
            <p:nvPr/>
          </p:nvSpPr>
          <p:spPr>
            <a:xfrm>
              <a:off x="7653203" y="3160383"/>
              <a:ext cx="106194" cy="86111"/>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7" name="Straight Arrow Connector 96">
            <a:extLst>
              <a:ext uri="{FF2B5EF4-FFF2-40B4-BE49-F238E27FC236}">
                <a16:creationId xmlns:a16="http://schemas.microsoft.com/office/drawing/2014/main" id="{99B456E0-AD7B-4D6F-A5B1-4725E68ADCB6}"/>
              </a:ext>
            </a:extLst>
          </p:cNvPr>
          <p:cNvCxnSpPr>
            <a:cxnSpLocks/>
          </p:cNvCxnSpPr>
          <p:nvPr/>
        </p:nvCxnSpPr>
        <p:spPr>
          <a:xfrm>
            <a:off x="6706867" y="3081793"/>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2" name="Trapezoid 111">
            <a:extLst>
              <a:ext uri="{FF2B5EF4-FFF2-40B4-BE49-F238E27FC236}">
                <a16:creationId xmlns:a16="http://schemas.microsoft.com/office/drawing/2014/main" id="{C43A07A0-EC04-C983-6675-75EA641959E1}"/>
              </a:ext>
            </a:extLst>
          </p:cNvPr>
          <p:cNvSpPr/>
          <p:nvPr/>
        </p:nvSpPr>
        <p:spPr>
          <a:xfrm rot="5400000">
            <a:off x="7446566" y="3616160"/>
            <a:ext cx="906380"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E8AB4A4F-1374-8ED3-8E9D-A708E7E3D50C}"/>
              </a:ext>
            </a:extLst>
          </p:cNvPr>
          <p:cNvSpPr/>
          <p:nvPr/>
        </p:nvSpPr>
        <p:spPr>
          <a:xfrm>
            <a:off x="8423362" y="3625682"/>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Isosceles Triangle 578">
            <a:extLst>
              <a:ext uri="{FF2B5EF4-FFF2-40B4-BE49-F238E27FC236}">
                <a16:creationId xmlns:a16="http://schemas.microsoft.com/office/drawing/2014/main" id="{7FA19262-E015-8B7F-9617-8191FFDC4F0D}"/>
              </a:ext>
            </a:extLst>
          </p:cNvPr>
          <p:cNvSpPr/>
          <p:nvPr/>
        </p:nvSpPr>
        <p:spPr>
          <a:xfrm>
            <a:off x="8545362" y="3865874"/>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4" name="Group 713">
            <a:extLst>
              <a:ext uri="{FF2B5EF4-FFF2-40B4-BE49-F238E27FC236}">
                <a16:creationId xmlns:a16="http://schemas.microsoft.com/office/drawing/2014/main" id="{A17FCC73-3D12-63DA-177E-DF858F4AD366}"/>
              </a:ext>
            </a:extLst>
          </p:cNvPr>
          <p:cNvGrpSpPr/>
          <p:nvPr/>
        </p:nvGrpSpPr>
        <p:grpSpPr>
          <a:xfrm>
            <a:off x="7057595" y="3276428"/>
            <a:ext cx="350195" cy="325206"/>
            <a:chOff x="7525174" y="3300335"/>
            <a:chExt cx="350195" cy="325206"/>
          </a:xfrm>
        </p:grpSpPr>
        <p:sp>
          <p:nvSpPr>
            <p:cNvPr id="126" name="Rectangle 125">
              <a:extLst>
                <a:ext uri="{FF2B5EF4-FFF2-40B4-BE49-F238E27FC236}">
                  <a16:creationId xmlns:a16="http://schemas.microsoft.com/office/drawing/2014/main" id="{7EEFED55-23F3-F72B-2DF2-5E36C8DF194F}"/>
                </a:ext>
              </a:extLst>
            </p:cNvPr>
            <p:cNvSpPr/>
            <p:nvPr/>
          </p:nvSpPr>
          <p:spPr>
            <a:xfrm>
              <a:off x="7525174" y="3300335"/>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Isosceles Triangle 126">
              <a:extLst>
                <a:ext uri="{FF2B5EF4-FFF2-40B4-BE49-F238E27FC236}">
                  <a16:creationId xmlns:a16="http://schemas.microsoft.com/office/drawing/2014/main" id="{75CCB310-2826-548D-58D6-43BE887C296C}"/>
                </a:ext>
              </a:extLst>
            </p:cNvPr>
            <p:cNvSpPr/>
            <p:nvPr/>
          </p:nvSpPr>
          <p:spPr>
            <a:xfrm>
              <a:off x="7647174" y="3540527"/>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77" name="Straight Arrow Connector 576">
            <a:extLst>
              <a:ext uri="{FF2B5EF4-FFF2-40B4-BE49-F238E27FC236}">
                <a16:creationId xmlns:a16="http://schemas.microsoft.com/office/drawing/2014/main" id="{3011A1E9-24A5-6951-B23E-5AA6193F89F5}"/>
              </a:ext>
            </a:extLst>
          </p:cNvPr>
          <p:cNvCxnSpPr>
            <a:cxnSpLocks/>
          </p:cNvCxnSpPr>
          <p:nvPr/>
        </p:nvCxnSpPr>
        <p:spPr>
          <a:xfrm>
            <a:off x="6700838" y="3462938"/>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B688924C-E214-9F00-CB0C-9D88DA8A7DE6}"/>
              </a:ext>
            </a:extLst>
          </p:cNvPr>
          <p:cNvCxnSpPr>
            <a:cxnSpLocks/>
          </p:cNvCxnSpPr>
          <p:nvPr/>
        </p:nvCxnSpPr>
        <p:spPr>
          <a:xfrm>
            <a:off x="8071883" y="3773539"/>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5" name="Group 714">
            <a:extLst>
              <a:ext uri="{FF2B5EF4-FFF2-40B4-BE49-F238E27FC236}">
                <a16:creationId xmlns:a16="http://schemas.microsoft.com/office/drawing/2014/main" id="{B704FA6E-22E6-F3D1-77C4-47A48BF66642}"/>
              </a:ext>
            </a:extLst>
          </p:cNvPr>
          <p:cNvGrpSpPr/>
          <p:nvPr/>
        </p:nvGrpSpPr>
        <p:grpSpPr>
          <a:xfrm>
            <a:off x="7057595" y="3620264"/>
            <a:ext cx="350195" cy="325206"/>
            <a:chOff x="7527153" y="3639644"/>
            <a:chExt cx="350195" cy="325206"/>
          </a:xfrm>
        </p:grpSpPr>
        <p:sp>
          <p:nvSpPr>
            <p:cNvPr id="122" name="Rectangle 121">
              <a:extLst>
                <a:ext uri="{FF2B5EF4-FFF2-40B4-BE49-F238E27FC236}">
                  <a16:creationId xmlns:a16="http://schemas.microsoft.com/office/drawing/2014/main" id="{2B02609B-9C22-04DA-7599-810983E739A2}"/>
                </a:ext>
              </a:extLst>
            </p:cNvPr>
            <p:cNvSpPr/>
            <p:nvPr/>
          </p:nvSpPr>
          <p:spPr>
            <a:xfrm>
              <a:off x="7527153" y="3639644"/>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Isosceles Triangle 122">
              <a:extLst>
                <a:ext uri="{FF2B5EF4-FFF2-40B4-BE49-F238E27FC236}">
                  <a16:creationId xmlns:a16="http://schemas.microsoft.com/office/drawing/2014/main" id="{177882BE-788A-27CA-85A0-C83E26DE10AF}"/>
                </a:ext>
              </a:extLst>
            </p:cNvPr>
            <p:cNvSpPr/>
            <p:nvPr/>
          </p:nvSpPr>
          <p:spPr>
            <a:xfrm>
              <a:off x="7649153" y="3879836"/>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5" name="Straight Arrow Connector 124">
            <a:extLst>
              <a:ext uri="{FF2B5EF4-FFF2-40B4-BE49-F238E27FC236}">
                <a16:creationId xmlns:a16="http://schemas.microsoft.com/office/drawing/2014/main" id="{67EBE696-5324-82A3-C94E-3E1906F7EEC3}"/>
              </a:ext>
            </a:extLst>
          </p:cNvPr>
          <p:cNvCxnSpPr>
            <a:cxnSpLocks/>
          </p:cNvCxnSpPr>
          <p:nvPr/>
        </p:nvCxnSpPr>
        <p:spPr>
          <a:xfrm>
            <a:off x="6702817" y="3802247"/>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16" name="Group 715">
            <a:extLst>
              <a:ext uri="{FF2B5EF4-FFF2-40B4-BE49-F238E27FC236}">
                <a16:creationId xmlns:a16="http://schemas.microsoft.com/office/drawing/2014/main" id="{A0585D6C-3A5D-F040-D1BC-BAE502CA146C}"/>
              </a:ext>
            </a:extLst>
          </p:cNvPr>
          <p:cNvGrpSpPr/>
          <p:nvPr/>
        </p:nvGrpSpPr>
        <p:grpSpPr>
          <a:xfrm>
            <a:off x="7057595" y="3964100"/>
            <a:ext cx="350195" cy="325206"/>
            <a:chOff x="7531203" y="3979878"/>
            <a:chExt cx="350195" cy="325206"/>
          </a:xfrm>
        </p:grpSpPr>
        <p:sp>
          <p:nvSpPr>
            <p:cNvPr id="118" name="Rectangle 117">
              <a:extLst>
                <a:ext uri="{FF2B5EF4-FFF2-40B4-BE49-F238E27FC236}">
                  <a16:creationId xmlns:a16="http://schemas.microsoft.com/office/drawing/2014/main" id="{E06B51F5-4D4C-42ED-DA44-BA91D9D96041}"/>
                </a:ext>
              </a:extLst>
            </p:cNvPr>
            <p:cNvSpPr/>
            <p:nvPr/>
          </p:nvSpPr>
          <p:spPr>
            <a:xfrm>
              <a:off x="7531203" y="3979878"/>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E258CC91-7565-789C-E9A0-B45A7408E4AD}"/>
                </a:ext>
              </a:extLst>
            </p:cNvPr>
            <p:cNvSpPr/>
            <p:nvPr/>
          </p:nvSpPr>
          <p:spPr>
            <a:xfrm>
              <a:off x="7653203" y="4220070"/>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1" name="Straight Arrow Connector 120">
            <a:extLst>
              <a:ext uri="{FF2B5EF4-FFF2-40B4-BE49-F238E27FC236}">
                <a16:creationId xmlns:a16="http://schemas.microsoft.com/office/drawing/2014/main" id="{8224567B-C34F-C2E8-AC3D-C30D136D78BE}"/>
              </a:ext>
            </a:extLst>
          </p:cNvPr>
          <p:cNvCxnSpPr>
            <a:cxnSpLocks/>
          </p:cNvCxnSpPr>
          <p:nvPr/>
        </p:nvCxnSpPr>
        <p:spPr>
          <a:xfrm>
            <a:off x="6706867" y="4142481"/>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1" name="Trapezoid 580">
            <a:extLst>
              <a:ext uri="{FF2B5EF4-FFF2-40B4-BE49-F238E27FC236}">
                <a16:creationId xmlns:a16="http://schemas.microsoft.com/office/drawing/2014/main" id="{8CE36B10-1559-A2AF-0770-5FF6CBD193CD}"/>
              </a:ext>
            </a:extLst>
          </p:cNvPr>
          <p:cNvSpPr/>
          <p:nvPr/>
        </p:nvSpPr>
        <p:spPr>
          <a:xfrm rot="5400000">
            <a:off x="7410724" y="4677490"/>
            <a:ext cx="99225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3EA503D7-B92F-C293-E2F1-093788604F52}"/>
              </a:ext>
            </a:extLst>
          </p:cNvPr>
          <p:cNvSpPr/>
          <p:nvPr/>
        </p:nvSpPr>
        <p:spPr>
          <a:xfrm>
            <a:off x="8430456" y="4671607"/>
            <a:ext cx="350195" cy="3560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Isosceles Triangle 599">
            <a:extLst>
              <a:ext uri="{FF2B5EF4-FFF2-40B4-BE49-F238E27FC236}">
                <a16:creationId xmlns:a16="http://schemas.microsoft.com/office/drawing/2014/main" id="{60690708-9B4B-5CCC-AD1B-57E1BA443C57}"/>
              </a:ext>
            </a:extLst>
          </p:cNvPr>
          <p:cNvSpPr/>
          <p:nvPr/>
        </p:nvSpPr>
        <p:spPr>
          <a:xfrm>
            <a:off x="8552456" y="4934556"/>
            <a:ext cx="106194" cy="9306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 name="Group 716">
            <a:extLst>
              <a:ext uri="{FF2B5EF4-FFF2-40B4-BE49-F238E27FC236}">
                <a16:creationId xmlns:a16="http://schemas.microsoft.com/office/drawing/2014/main" id="{486F6C07-1817-6E28-A32E-87C2CFB47A72}"/>
              </a:ext>
            </a:extLst>
          </p:cNvPr>
          <p:cNvGrpSpPr/>
          <p:nvPr/>
        </p:nvGrpSpPr>
        <p:grpSpPr>
          <a:xfrm>
            <a:off x="7057595" y="4307936"/>
            <a:ext cx="350195" cy="356017"/>
            <a:chOff x="7532268" y="4315435"/>
            <a:chExt cx="350195" cy="356017"/>
          </a:xfrm>
        </p:grpSpPr>
        <p:sp>
          <p:nvSpPr>
            <p:cNvPr id="595" name="Rectangle 594">
              <a:extLst>
                <a:ext uri="{FF2B5EF4-FFF2-40B4-BE49-F238E27FC236}">
                  <a16:creationId xmlns:a16="http://schemas.microsoft.com/office/drawing/2014/main" id="{97C7917E-8288-ECB8-A06E-9BDFA9E04476}"/>
                </a:ext>
              </a:extLst>
            </p:cNvPr>
            <p:cNvSpPr/>
            <p:nvPr/>
          </p:nvSpPr>
          <p:spPr>
            <a:xfrm>
              <a:off x="7532268" y="4315435"/>
              <a:ext cx="350195" cy="356017"/>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Isosceles Triangle 595">
              <a:extLst>
                <a:ext uri="{FF2B5EF4-FFF2-40B4-BE49-F238E27FC236}">
                  <a16:creationId xmlns:a16="http://schemas.microsoft.com/office/drawing/2014/main" id="{308F8551-41E4-9268-AB64-207842AAB715}"/>
                </a:ext>
              </a:extLst>
            </p:cNvPr>
            <p:cNvSpPr/>
            <p:nvPr/>
          </p:nvSpPr>
          <p:spPr>
            <a:xfrm>
              <a:off x="7654268" y="4578384"/>
              <a:ext cx="106194" cy="93068"/>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8" name="Straight Arrow Connector 597">
            <a:extLst>
              <a:ext uri="{FF2B5EF4-FFF2-40B4-BE49-F238E27FC236}">
                <a16:creationId xmlns:a16="http://schemas.microsoft.com/office/drawing/2014/main" id="{C2AB2CD9-E11E-8CA6-11D7-6C31011EBA59}"/>
              </a:ext>
            </a:extLst>
          </p:cNvPr>
          <p:cNvCxnSpPr>
            <a:cxnSpLocks/>
          </p:cNvCxnSpPr>
          <p:nvPr/>
        </p:nvCxnSpPr>
        <p:spPr>
          <a:xfrm>
            <a:off x="6707932" y="4493444"/>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4" name="Straight Arrow Connector 583">
            <a:extLst>
              <a:ext uri="{FF2B5EF4-FFF2-40B4-BE49-F238E27FC236}">
                <a16:creationId xmlns:a16="http://schemas.microsoft.com/office/drawing/2014/main" id="{96D009FC-CE1F-7CC9-5C7B-4A5F4E471CFA}"/>
              </a:ext>
            </a:extLst>
          </p:cNvPr>
          <p:cNvCxnSpPr>
            <a:cxnSpLocks/>
          </p:cNvCxnSpPr>
          <p:nvPr/>
        </p:nvCxnSpPr>
        <p:spPr>
          <a:xfrm>
            <a:off x="8078977" y="4833472"/>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8" name="Group 717">
            <a:extLst>
              <a:ext uri="{FF2B5EF4-FFF2-40B4-BE49-F238E27FC236}">
                <a16:creationId xmlns:a16="http://schemas.microsoft.com/office/drawing/2014/main" id="{8486B265-A24E-27F5-FCB9-039403E1ABD5}"/>
              </a:ext>
            </a:extLst>
          </p:cNvPr>
          <p:cNvGrpSpPr/>
          <p:nvPr/>
        </p:nvGrpSpPr>
        <p:grpSpPr>
          <a:xfrm>
            <a:off x="7057595" y="4682583"/>
            <a:ext cx="350195" cy="356017"/>
            <a:chOff x="7534247" y="4686891"/>
            <a:chExt cx="350195" cy="356017"/>
          </a:xfrm>
        </p:grpSpPr>
        <p:sp>
          <p:nvSpPr>
            <p:cNvPr id="591" name="Rectangle 590">
              <a:extLst>
                <a:ext uri="{FF2B5EF4-FFF2-40B4-BE49-F238E27FC236}">
                  <a16:creationId xmlns:a16="http://schemas.microsoft.com/office/drawing/2014/main" id="{E3CA1607-842B-BCA1-208B-E8B6B3079976}"/>
                </a:ext>
              </a:extLst>
            </p:cNvPr>
            <p:cNvSpPr/>
            <p:nvPr/>
          </p:nvSpPr>
          <p:spPr>
            <a:xfrm>
              <a:off x="7534247" y="4686891"/>
              <a:ext cx="350195" cy="356017"/>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Isosceles Triangle 591">
              <a:extLst>
                <a:ext uri="{FF2B5EF4-FFF2-40B4-BE49-F238E27FC236}">
                  <a16:creationId xmlns:a16="http://schemas.microsoft.com/office/drawing/2014/main" id="{2F3D837E-C219-6E33-9384-2585EA4F189F}"/>
                </a:ext>
              </a:extLst>
            </p:cNvPr>
            <p:cNvSpPr/>
            <p:nvPr/>
          </p:nvSpPr>
          <p:spPr>
            <a:xfrm>
              <a:off x="7656247" y="4949840"/>
              <a:ext cx="106194" cy="93068"/>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4" name="Straight Arrow Connector 593">
            <a:extLst>
              <a:ext uri="{FF2B5EF4-FFF2-40B4-BE49-F238E27FC236}">
                <a16:creationId xmlns:a16="http://schemas.microsoft.com/office/drawing/2014/main" id="{12889F39-1539-03FD-0C06-5EA14502D806}"/>
              </a:ext>
            </a:extLst>
          </p:cNvPr>
          <p:cNvCxnSpPr>
            <a:cxnSpLocks/>
          </p:cNvCxnSpPr>
          <p:nvPr/>
        </p:nvCxnSpPr>
        <p:spPr>
          <a:xfrm>
            <a:off x="6709911" y="4864900"/>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19" name="Group 718">
            <a:extLst>
              <a:ext uri="{FF2B5EF4-FFF2-40B4-BE49-F238E27FC236}">
                <a16:creationId xmlns:a16="http://schemas.microsoft.com/office/drawing/2014/main" id="{B58C6926-2860-4258-7D9C-F591DEB8DA73}"/>
              </a:ext>
            </a:extLst>
          </p:cNvPr>
          <p:cNvGrpSpPr/>
          <p:nvPr/>
        </p:nvGrpSpPr>
        <p:grpSpPr>
          <a:xfrm>
            <a:off x="7057595" y="5057230"/>
            <a:ext cx="350195" cy="356017"/>
            <a:chOff x="7538297" y="5059360"/>
            <a:chExt cx="350195" cy="356017"/>
          </a:xfrm>
        </p:grpSpPr>
        <p:sp>
          <p:nvSpPr>
            <p:cNvPr id="587" name="Rectangle 586">
              <a:extLst>
                <a:ext uri="{FF2B5EF4-FFF2-40B4-BE49-F238E27FC236}">
                  <a16:creationId xmlns:a16="http://schemas.microsoft.com/office/drawing/2014/main" id="{336209A6-AB2A-9C13-A5E8-88E88FB93D76}"/>
                </a:ext>
              </a:extLst>
            </p:cNvPr>
            <p:cNvSpPr/>
            <p:nvPr/>
          </p:nvSpPr>
          <p:spPr>
            <a:xfrm>
              <a:off x="7538297" y="5059360"/>
              <a:ext cx="350195" cy="356017"/>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Isosceles Triangle 587">
              <a:extLst>
                <a:ext uri="{FF2B5EF4-FFF2-40B4-BE49-F238E27FC236}">
                  <a16:creationId xmlns:a16="http://schemas.microsoft.com/office/drawing/2014/main" id="{55FC5BCE-6342-EE78-ECE0-FD3CB14C1609}"/>
                </a:ext>
              </a:extLst>
            </p:cNvPr>
            <p:cNvSpPr/>
            <p:nvPr/>
          </p:nvSpPr>
          <p:spPr>
            <a:xfrm>
              <a:off x="7660297" y="5322309"/>
              <a:ext cx="106194" cy="93068"/>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0" name="Straight Arrow Connector 589">
            <a:extLst>
              <a:ext uri="{FF2B5EF4-FFF2-40B4-BE49-F238E27FC236}">
                <a16:creationId xmlns:a16="http://schemas.microsoft.com/office/drawing/2014/main" id="{16AB754B-C76E-5A14-8789-705B77E29791}"/>
              </a:ext>
            </a:extLst>
          </p:cNvPr>
          <p:cNvCxnSpPr>
            <a:cxnSpLocks/>
          </p:cNvCxnSpPr>
          <p:nvPr/>
        </p:nvCxnSpPr>
        <p:spPr>
          <a:xfrm>
            <a:off x="6713961" y="5237369"/>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2" name="Trapezoid 601">
            <a:extLst>
              <a:ext uri="{FF2B5EF4-FFF2-40B4-BE49-F238E27FC236}">
                <a16:creationId xmlns:a16="http://schemas.microsoft.com/office/drawing/2014/main" id="{986DCA2D-1E4C-0DBE-FB87-535D546C7FEA}"/>
              </a:ext>
            </a:extLst>
          </p:cNvPr>
          <p:cNvSpPr/>
          <p:nvPr/>
        </p:nvSpPr>
        <p:spPr>
          <a:xfrm rot="5400000">
            <a:off x="7446566" y="5755833"/>
            <a:ext cx="906380"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7" name="Rectangle 626">
            <a:extLst>
              <a:ext uri="{FF2B5EF4-FFF2-40B4-BE49-F238E27FC236}">
                <a16:creationId xmlns:a16="http://schemas.microsoft.com/office/drawing/2014/main" id="{7CE74F0C-3CA2-805E-D395-B281313F0321}"/>
              </a:ext>
            </a:extLst>
          </p:cNvPr>
          <p:cNvSpPr/>
          <p:nvPr/>
        </p:nvSpPr>
        <p:spPr>
          <a:xfrm>
            <a:off x="8423362" y="5765355"/>
            <a:ext cx="350195" cy="3252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8" name="Isosceles Triangle 627">
            <a:extLst>
              <a:ext uri="{FF2B5EF4-FFF2-40B4-BE49-F238E27FC236}">
                <a16:creationId xmlns:a16="http://schemas.microsoft.com/office/drawing/2014/main" id="{26DD576E-30B3-8C94-34A4-4AE4BA09D16E}"/>
              </a:ext>
            </a:extLst>
          </p:cNvPr>
          <p:cNvSpPr/>
          <p:nvPr/>
        </p:nvSpPr>
        <p:spPr>
          <a:xfrm>
            <a:off x="8545362" y="6005547"/>
            <a:ext cx="106194" cy="8501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720" name="Group 719">
            <a:extLst>
              <a:ext uri="{FF2B5EF4-FFF2-40B4-BE49-F238E27FC236}">
                <a16:creationId xmlns:a16="http://schemas.microsoft.com/office/drawing/2014/main" id="{E5FC215D-538A-E587-A964-72B691BA502D}"/>
              </a:ext>
            </a:extLst>
          </p:cNvPr>
          <p:cNvGrpSpPr/>
          <p:nvPr/>
        </p:nvGrpSpPr>
        <p:grpSpPr>
          <a:xfrm>
            <a:off x="7057595" y="5431877"/>
            <a:ext cx="350195" cy="325206"/>
            <a:chOff x="7525174" y="5440008"/>
            <a:chExt cx="350195" cy="325206"/>
          </a:xfrm>
        </p:grpSpPr>
        <p:sp>
          <p:nvSpPr>
            <p:cNvPr id="623" name="Rectangle 622">
              <a:extLst>
                <a:ext uri="{FF2B5EF4-FFF2-40B4-BE49-F238E27FC236}">
                  <a16:creationId xmlns:a16="http://schemas.microsoft.com/office/drawing/2014/main" id="{07E1AFC2-C3F8-FF62-6924-242275254134}"/>
                </a:ext>
              </a:extLst>
            </p:cNvPr>
            <p:cNvSpPr/>
            <p:nvPr/>
          </p:nvSpPr>
          <p:spPr>
            <a:xfrm>
              <a:off x="7525174" y="5440008"/>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4" name="Isosceles Triangle 623">
              <a:extLst>
                <a:ext uri="{FF2B5EF4-FFF2-40B4-BE49-F238E27FC236}">
                  <a16:creationId xmlns:a16="http://schemas.microsoft.com/office/drawing/2014/main" id="{037A4742-53DA-41EC-20AE-F07711208267}"/>
                </a:ext>
              </a:extLst>
            </p:cNvPr>
            <p:cNvSpPr/>
            <p:nvPr/>
          </p:nvSpPr>
          <p:spPr>
            <a:xfrm>
              <a:off x="7647174" y="5680200"/>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26" name="Straight Arrow Connector 625">
            <a:extLst>
              <a:ext uri="{FF2B5EF4-FFF2-40B4-BE49-F238E27FC236}">
                <a16:creationId xmlns:a16="http://schemas.microsoft.com/office/drawing/2014/main" id="{160DAB80-2E76-F78E-82E8-6A9347048609}"/>
              </a:ext>
            </a:extLst>
          </p:cNvPr>
          <p:cNvCxnSpPr>
            <a:cxnSpLocks/>
          </p:cNvCxnSpPr>
          <p:nvPr/>
        </p:nvCxnSpPr>
        <p:spPr>
          <a:xfrm>
            <a:off x="6700838" y="5602611"/>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5" name="Straight Arrow Connector 604">
            <a:extLst>
              <a:ext uri="{FF2B5EF4-FFF2-40B4-BE49-F238E27FC236}">
                <a16:creationId xmlns:a16="http://schemas.microsoft.com/office/drawing/2014/main" id="{BDB17151-B4B9-52C7-EC45-F76EBEE07D75}"/>
              </a:ext>
            </a:extLst>
          </p:cNvPr>
          <p:cNvCxnSpPr>
            <a:cxnSpLocks/>
          </p:cNvCxnSpPr>
          <p:nvPr/>
        </p:nvCxnSpPr>
        <p:spPr>
          <a:xfrm>
            <a:off x="8071883" y="5913212"/>
            <a:ext cx="350195"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1" name="Group 720">
            <a:extLst>
              <a:ext uri="{FF2B5EF4-FFF2-40B4-BE49-F238E27FC236}">
                <a16:creationId xmlns:a16="http://schemas.microsoft.com/office/drawing/2014/main" id="{B416A45C-6B6E-BC97-B280-ACA4C9398E76}"/>
              </a:ext>
            </a:extLst>
          </p:cNvPr>
          <p:cNvGrpSpPr/>
          <p:nvPr/>
        </p:nvGrpSpPr>
        <p:grpSpPr>
          <a:xfrm>
            <a:off x="7057595" y="5775713"/>
            <a:ext cx="350195" cy="325206"/>
            <a:chOff x="7527153" y="5779317"/>
            <a:chExt cx="350195" cy="325206"/>
          </a:xfrm>
        </p:grpSpPr>
        <p:sp>
          <p:nvSpPr>
            <p:cNvPr id="618" name="Rectangle 617">
              <a:extLst>
                <a:ext uri="{FF2B5EF4-FFF2-40B4-BE49-F238E27FC236}">
                  <a16:creationId xmlns:a16="http://schemas.microsoft.com/office/drawing/2014/main" id="{2BA10599-F20A-4B70-5185-22BD819B67E0}"/>
                </a:ext>
              </a:extLst>
            </p:cNvPr>
            <p:cNvSpPr/>
            <p:nvPr/>
          </p:nvSpPr>
          <p:spPr>
            <a:xfrm>
              <a:off x="7527153" y="5779317"/>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9" name="Isosceles Triangle 618">
              <a:extLst>
                <a:ext uri="{FF2B5EF4-FFF2-40B4-BE49-F238E27FC236}">
                  <a16:creationId xmlns:a16="http://schemas.microsoft.com/office/drawing/2014/main" id="{CF93B9DC-E5CA-4C49-887F-A96CEF4320F1}"/>
                </a:ext>
              </a:extLst>
            </p:cNvPr>
            <p:cNvSpPr/>
            <p:nvPr/>
          </p:nvSpPr>
          <p:spPr>
            <a:xfrm>
              <a:off x="7649153" y="6019509"/>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6702817" y="5941920"/>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22" name="Group 721">
            <a:extLst>
              <a:ext uri="{FF2B5EF4-FFF2-40B4-BE49-F238E27FC236}">
                <a16:creationId xmlns:a16="http://schemas.microsoft.com/office/drawing/2014/main" id="{3FBB96FF-9B13-118F-0453-F2D6795410DC}"/>
              </a:ext>
            </a:extLst>
          </p:cNvPr>
          <p:cNvGrpSpPr/>
          <p:nvPr/>
        </p:nvGrpSpPr>
        <p:grpSpPr>
          <a:xfrm>
            <a:off x="7057595" y="6119551"/>
            <a:ext cx="350195" cy="325206"/>
            <a:chOff x="7531203" y="6119551"/>
            <a:chExt cx="350195" cy="325206"/>
          </a:xfrm>
        </p:grpSpPr>
        <p:sp>
          <p:nvSpPr>
            <p:cNvPr id="611" name="Rectangle 610">
              <a:extLst>
                <a:ext uri="{FF2B5EF4-FFF2-40B4-BE49-F238E27FC236}">
                  <a16:creationId xmlns:a16="http://schemas.microsoft.com/office/drawing/2014/main" id="{BDDE172B-EB6A-3C63-CE5E-1B9A7079379F}"/>
                </a:ext>
              </a:extLst>
            </p:cNvPr>
            <p:cNvSpPr/>
            <p:nvPr/>
          </p:nvSpPr>
          <p:spPr>
            <a:xfrm>
              <a:off x="7531203" y="6119551"/>
              <a:ext cx="350195" cy="32520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grpSp>
        <p:nvGrpSpPr>
          <p:cNvPr id="723" name="Group 722">
            <a:extLst>
              <a:ext uri="{FF2B5EF4-FFF2-40B4-BE49-F238E27FC236}">
                <a16:creationId xmlns:a16="http://schemas.microsoft.com/office/drawing/2014/main" id="{969853D1-C02E-1F68-FB51-3D405865EA96}"/>
              </a:ext>
            </a:extLst>
          </p:cNvPr>
          <p:cNvGrpSpPr/>
          <p:nvPr/>
        </p:nvGrpSpPr>
        <p:grpSpPr>
          <a:xfrm>
            <a:off x="7401228" y="1300952"/>
            <a:ext cx="332715" cy="4981202"/>
            <a:chOff x="7875369" y="1300952"/>
            <a:chExt cx="542728" cy="4981202"/>
          </a:xfrm>
        </p:grpSpPr>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8" name="Straight Arrow Connector 487">
              <a:extLst>
                <a:ext uri="{FF2B5EF4-FFF2-40B4-BE49-F238E27FC236}">
                  <a16:creationId xmlns:a16="http://schemas.microsoft.com/office/drawing/2014/main" id="{F2929187-8D19-16F5-B490-9D0B874FF5C3}"/>
                </a:ext>
              </a:extLst>
            </p:cNvPr>
            <p:cNvCxnSpPr>
              <a:cxnSpLocks/>
            </p:cNvCxnSpPr>
            <p:nvPr/>
          </p:nvCxnSpPr>
          <p:spPr>
            <a:xfrm>
              <a:off x="7878413" y="166633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3" name="Straight Arrow Connector 492">
              <a:extLst>
                <a:ext uri="{FF2B5EF4-FFF2-40B4-BE49-F238E27FC236}">
                  <a16:creationId xmlns:a16="http://schemas.microsoft.com/office/drawing/2014/main" id="{5B92546F-AFEF-0DFC-3112-54A685DC031F}"/>
                </a:ext>
              </a:extLst>
            </p:cNvPr>
            <p:cNvCxnSpPr>
              <a:cxnSpLocks/>
            </p:cNvCxnSpPr>
            <p:nvPr/>
          </p:nvCxnSpPr>
          <p:spPr>
            <a:xfrm>
              <a:off x="7882463" y="203271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6ECFE3F8-9B21-418A-C524-42A46BD99557}"/>
                </a:ext>
              </a:extLst>
            </p:cNvPr>
            <p:cNvCxnSpPr>
              <a:cxnSpLocks/>
            </p:cNvCxnSpPr>
            <p:nvPr/>
          </p:nvCxnSpPr>
          <p:spPr>
            <a:xfrm>
              <a:off x="7875369" y="2393480"/>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CCAB8BDB-84BB-FF76-66DC-3BFB25BE3AFD}"/>
                </a:ext>
              </a:extLst>
            </p:cNvPr>
            <p:cNvCxnSpPr>
              <a:cxnSpLocks/>
            </p:cNvCxnSpPr>
            <p:nvPr/>
          </p:nvCxnSpPr>
          <p:spPr>
            <a:xfrm>
              <a:off x="7877348" y="2737168"/>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D8FBC29-CD28-8803-E76A-A16C83B68503}"/>
                </a:ext>
              </a:extLst>
            </p:cNvPr>
            <p:cNvCxnSpPr>
              <a:cxnSpLocks/>
            </p:cNvCxnSpPr>
            <p:nvPr/>
          </p:nvCxnSpPr>
          <p:spPr>
            <a:xfrm>
              <a:off x="7881398" y="3081793"/>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6" name="Straight Arrow Connector 575">
              <a:extLst>
                <a:ext uri="{FF2B5EF4-FFF2-40B4-BE49-F238E27FC236}">
                  <a16:creationId xmlns:a16="http://schemas.microsoft.com/office/drawing/2014/main" id="{F1FBD2A7-2CB9-EC11-51F3-4EA8F8A18952}"/>
                </a:ext>
              </a:extLst>
            </p:cNvPr>
            <p:cNvCxnSpPr>
              <a:cxnSpLocks/>
            </p:cNvCxnSpPr>
            <p:nvPr/>
          </p:nvCxnSpPr>
          <p:spPr>
            <a:xfrm>
              <a:off x="7875369" y="3462938"/>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62B9D3B6-712A-346B-0034-6D7DF99EBAB9}"/>
                </a:ext>
              </a:extLst>
            </p:cNvPr>
            <p:cNvCxnSpPr>
              <a:cxnSpLocks/>
            </p:cNvCxnSpPr>
            <p:nvPr/>
          </p:nvCxnSpPr>
          <p:spPr>
            <a:xfrm>
              <a:off x="7877348" y="3802247"/>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15D8B68-862D-F002-6533-46F8A7AFAFEC}"/>
                </a:ext>
              </a:extLst>
            </p:cNvPr>
            <p:cNvCxnSpPr>
              <a:cxnSpLocks/>
            </p:cNvCxnSpPr>
            <p:nvPr/>
          </p:nvCxnSpPr>
          <p:spPr>
            <a:xfrm>
              <a:off x="7881398" y="414248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7" name="Straight Arrow Connector 596">
              <a:extLst>
                <a:ext uri="{FF2B5EF4-FFF2-40B4-BE49-F238E27FC236}">
                  <a16:creationId xmlns:a16="http://schemas.microsoft.com/office/drawing/2014/main" id="{FF437A44-79E0-8E48-B65F-B8273C33E8F3}"/>
                </a:ext>
              </a:extLst>
            </p:cNvPr>
            <p:cNvCxnSpPr>
              <a:cxnSpLocks/>
            </p:cNvCxnSpPr>
            <p:nvPr/>
          </p:nvCxnSpPr>
          <p:spPr>
            <a:xfrm>
              <a:off x="7882463" y="4493444"/>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3" name="Straight Arrow Connector 592">
              <a:extLst>
                <a:ext uri="{FF2B5EF4-FFF2-40B4-BE49-F238E27FC236}">
                  <a16:creationId xmlns:a16="http://schemas.microsoft.com/office/drawing/2014/main" id="{CF669FB7-C563-AC65-B490-5913A889F1C5}"/>
                </a:ext>
              </a:extLst>
            </p:cNvPr>
            <p:cNvCxnSpPr>
              <a:cxnSpLocks/>
            </p:cNvCxnSpPr>
            <p:nvPr/>
          </p:nvCxnSpPr>
          <p:spPr>
            <a:xfrm>
              <a:off x="7884442" y="4864900"/>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9" name="Straight Arrow Connector 588">
              <a:extLst>
                <a:ext uri="{FF2B5EF4-FFF2-40B4-BE49-F238E27FC236}">
                  <a16:creationId xmlns:a16="http://schemas.microsoft.com/office/drawing/2014/main" id="{24250CE5-37AA-D99B-C9DC-9AF6A070AB93}"/>
                </a:ext>
              </a:extLst>
            </p:cNvPr>
            <p:cNvCxnSpPr>
              <a:cxnSpLocks/>
            </p:cNvCxnSpPr>
            <p:nvPr/>
          </p:nvCxnSpPr>
          <p:spPr>
            <a:xfrm>
              <a:off x="7888492" y="5237369"/>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5" name="Straight Arrow Connector 624">
              <a:extLst>
                <a:ext uri="{FF2B5EF4-FFF2-40B4-BE49-F238E27FC236}">
                  <a16:creationId xmlns:a16="http://schemas.microsoft.com/office/drawing/2014/main" id="{1ADB2F2A-F5EA-3A7E-E22D-FB33AC50DA06}"/>
                </a:ext>
              </a:extLst>
            </p:cNvPr>
            <p:cNvCxnSpPr>
              <a:cxnSpLocks/>
            </p:cNvCxnSpPr>
            <p:nvPr/>
          </p:nvCxnSpPr>
          <p:spPr>
            <a:xfrm>
              <a:off x="7875369" y="5602611"/>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7877348" y="5941920"/>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7881398" y="6282154"/>
              <a:ext cx="52960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6706867" y="6282154"/>
            <a:ext cx="350195"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0" name="Straight Arrow Connector 679">
            <a:extLst>
              <a:ext uri="{FF2B5EF4-FFF2-40B4-BE49-F238E27FC236}">
                <a16:creationId xmlns:a16="http://schemas.microsoft.com/office/drawing/2014/main" id="{975A3BC6-D480-1111-6C64-75969B7C4988}"/>
              </a:ext>
            </a:extLst>
          </p:cNvPr>
          <p:cNvCxnSpPr>
            <a:cxnSpLocks/>
          </p:cNvCxnSpPr>
          <p:nvPr/>
        </p:nvCxnSpPr>
        <p:spPr>
          <a:xfrm>
            <a:off x="2422006" y="2134198"/>
            <a:ext cx="486245" cy="20062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a:stCxn id="26" idx="3"/>
            <a:endCxn id="684" idx="2"/>
          </p:cNvCxnSpPr>
          <p:nvPr/>
        </p:nvCxnSpPr>
        <p:spPr>
          <a:xfrm>
            <a:off x="2416161" y="1678708"/>
            <a:ext cx="496623"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a:stCxn id="29" idx="3"/>
            <a:endCxn id="686" idx="2"/>
          </p:cNvCxnSpPr>
          <p:nvPr/>
        </p:nvCxnSpPr>
        <p:spPr>
          <a:xfrm>
            <a:off x="2416161" y="2046067"/>
            <a:ext cx="497458"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a:stCxn id="31" idx="3"/>
            <a:endCxn id="688" idx="2"/>
          </p:cNvCxnSpPr>
          <p:nvPr/>
        </p:nvCxnSpPr>
        <p:spPr>
          <a:xfrm>
            <a:off x="2416161" y="2401997"/>
            <a:ext cx="481241"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2399193" y="2786883"/>
            <a:ext cx="481974"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Straight Arrow Connector 664">
            <a:extLst>
              <a:ext uri="{FF2B5EF4-FFF2-40B4-BE49-F238E27FC236}">
                <a16:creationId xmlns:a16="http://schemas.microsoft.com/office/drawing/2014/main" id="{A3DE0987-5F34-B094-8BC2-033F8CEA2BB4}"/>
              </a:ext>
            </a:extLst>
          </p:cNvPr>
          <p:cNvCxnSpPr>
            <a:cxnSpLocks/>
          </p:cNvCxnSpPr>
          <p:nvPr/>
        </p:nvCxnSpPr>
        <p:spPr>
          <a:xfrm>
            <a:off x="2420428" y="1429583"/>
            <a:ext cx="486266" cy="168398"/>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9" name="Straight Arrow Connector 668">
            <a:extLst>
              <a:ext uri="{FF2B5EF4-FFF2-40B4-BE49-F238E27FC236}">
                <a16:creationId xmlns:a16="http://schemas.microsoft.com/office/drawing/2014/main" id="{14B7CEA3-9586-5F07-C3F7-C9574818B614}"/>
              </a:ext>
            </a:extLst>
          </p:cNvPr>
          <p:cNvCxnSpPr>
            <a:cxnSpLocks/>
          </p:cNvCxnSpPr>
          <p:nvPr/>
        </p:nvCxnSpPr>
        <p:spPr>
          <a:xfrm>
            <a:off x="2399967" y="1802167"/>
            <a:ext cx="500765" cy="159798"/>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3" name="Straight Arrow Connector 682">
            <a:extLst>
              <a:ext uri="{FF2B5EF4-FFF2-40B4-BE49-F238E27FC236}">
                <a16:creationId xmlns:a16="http://schemas.microsoft.com/office/drawing/2014/main" id="{77C2AB25-7628-1D02-40EB-5BF2E2BD09DE}"/>
              </a:ext>
            </a:extLst>
          </p:cNvPr>
          <p:cNvCxnSpPr>
            <a:cxnSpLocks/>
          </p:cNvCxnSpPr>
          <p:nvPr/>
        </p:nvCxnSpPr>
        <p:spPr>
          <a:xfrm>
            <a:off x="2395353" y="2482027"/>
            <a:ext cx="512898" cy="23454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4" name="Trapezoid 683">
            <a:extLst>
              <a:ext uri="{FF2B5EF4-FFF2-40B4-BE49-F238E27FC236}">
                <a16:creationId xmlns:a16="http://schemas.microsoft.com/office/drawing/2014/main" id="{8BFAA828-0FB7-037C-D660-5961393D7EB6}"/>
              </a:ext>
            </a:extLst>
          </p:cNvPr>
          <p:cNvSpPr/>
          <p:nvPr/>
        </p:nvSpPr>
        <p:spPr>
          <a:xfrm rot="5400000">
            <a:off x="2789234" y="1611385"/>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Trapezoid 685">
            <a:extLst>
              <a:ext uri="{FF2B5EF4-FFF2-40B4-BE49-F238E27FC236}">
                <a16:creationId xmlns:a16="http://schemas.microsoft.com/office/drawing/2014/main" id="{F73349C3-02F6-618A-CD51-3CA56ADC75AF}"/>
              </a:ext>
            </a:extLst>
          </p:cNvPr>
          <p:cNvSpPr/>
          <p:nvPr/>
        </p:nvSpPr>
        <p:spPr>
          <a:xfrm rot="5400000">
            <a:off x="2790069" y="197874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Trapezoid 687">
            <a:extLst>
              <a:ext uri="{FF2B5EF4-FFF2-40B4-BE49-F238E27FC236}">
                <a16:creationId xmlns:a16="http://schemas.microsoft.com/office/drawing/2014/main" id="{A8256F8B-0C5F-46DD-DC0D-9341B9035F16}"/>
              </a:ext>
            </a:extLst>
          </p:cNvPr>
          <p:cNvSpPr/>
          <p:nvPr/>
        </p:nvSpPr>
        <p:spPr>
          <a:xfrm rot="5400000">
            <a:off x="2773852" y="233467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Trapezoid 691">
            <a:extLst>
              <a:ext uri="{FF2B5EF4-FFF2-40B4-BE49-F238E27FC236}">
                <a16:creationId xmlns:a16="http://schemas.microsoft.com/office/drawing/2014/main" id="{9B288F80-CF88-2D49-BB38-28DF32874465}"/>
              </a:ext>
            </a:extLst>
          </p:cNvPr>
          <p:cNvSpPr/>
          <p:nvPr/>
        </p:nvSpPr>
        <p:spPr>
          <a:xfrm rot="5400000">
            <a:off x="2782277" y="2701942"/>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7" name="Straight Connector 696">
            <a:extLst>
              <a:ext uri="{FF2B5EF4-FFF2-40B4-BE49-F238E27FC236}">
                <a16:creationId xmlns:a16="http://schemas.microsoft.com/office/drawing/2014/main" id="{22405146-6645-62DA-2E6D-A0171D95FCD6}"/>
              </a:ext>
            </a:extLst>
          </p:cNvPr>
          <p:cNvCxnSpPr>
            <a:cxnSpLocks/>
            <a:stCxn id="60" idx="1"/>
            <a:endCxn id="684" idx="0"/>
          </p:cNvCxnSpPr>
          <p:nvPr/>
        </p:nvCxnSpPr>
        <p:spPr>
          <a:xfrm flipH="1">
            <a:off x="3047428" y="1678708"/>
            <a:ext cx="98100"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700" name="Straight Connector 699">
            <a:extLst>
              <a:ext uri="{FF2B5EF4-FFF2-40B4-BE49-F238E27FC236}">
                <a16:creationId xmlns:a16="http://schemas.microsoft.com/office/drawing/2014/main" id="{40A3646E-D6CF-D5DF-62EB-3DF4370CE869}"/>
              </a:ext>
            </a:extLst>
          </p:cNvPr>
          <p:cNvCxnSpPr>
            <a:stCxn id="686" idx="0"/>
            <a:endCxn id="448" idx="1"/>
          </p:cNvCxnSpPr>
          <p:nvPr/>
        </p:nvCxnSpPr>
        <p:spPr>
          <a:xfrm>
            <a:off x="3048263" y="2046067"/>
            <a:ext cx="928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2" name="Straight Connector 701">
            <a:extLst>
              <a:ext uri="{FF2B5EF4-FFF2-40B4-BE49-F238E27FC236}">
                <a16:creationId xmlns:a16="http://schemas.microsoft.com/office/drawing/2014/main" id="{CA572635-8E64-79F1-9D2B-AE63FFF48136}"/>
              </a:ext>
            </a:extLst>
          </p:cNvPr>
          <p:cNvCxnSpPr>
            <a:stCxn id="688" idx="0"/>
            <a:endCxn id="451" idx="1"/>
          </p:cNvCxnSpPr>
          <p:nvPr/>
        </p:nvCxnSpPr>
        <p:spPr>
          <a:xfrm>
            <a:off x="3032046" y="2401997"/>
            <a:ext cx="113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a:extLst>
              <a:ext uri="{FF2B5EF4-FFF2-40B4-BE49-F238E27FC236}">
                <a16:creationId xmlns:a16="http://schemas.microsoft.com/office/drawing/2014/main" id="{2C1DC1F7-08D9-DDB9-7FB5-605478783A64}"/>
              </a:ext>
            </a:extLst>
          </p:cNvPr>
          <p:cNvCxnSpPr>
            <a:stCxn id="692" idx="0"/>
            <a:endCxn id="454" idx="1"/>
          </p:cNvCxnSpPr>
          <p:nvPr/>
        </p:nvCxnSpPr>
        <p:spPr>
          <a:xfrm>
            <a:off x="3040471" y="2769265"/>
            <a:ext cx="1067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4" name="TextBox 723">
            <a:extLst>
              <a:ext uri="{FF2B5EF4-FFF2-40B4-BE49-F238E27FC236}">
                <a16:creationId xmlns:a16="http://schemas.microsoft.com/office/drawing/2014/main" id="{AE241116-B802-20B1-1E54-F6E32BDB6D2C}"/>
              </a:ext>
            </a:extLst>
          </p:cNvPr>
          <p:cNvSpPr txBox="1"/>
          <p:nvPr/>
        </p:nvSpPr>
        <p:spPr>
          <a:xfrm>
            <a:off x="9714365" y="2477049"/>
            <a:ext cx="1063702" cy="355131"/>
          </a:xfrm>
          <a:prstGeom prst="rect">
            <a:avLst/>
          </a:prstGeom>
          <a:noFill/>
          <a:ln w="25400">
            <a:solidFill>
              <a:srgbClr val="4472C4"/>
            </a:solidFill>
          </a:ln>
        </p:spPr>
        <p:txBody>
          <a:bodyPr wrap="none" rtlCol="0" anchor="ctr" anchorCtr="1">
            <a:noAutofit/>
          </a:bodyPr>
          <a:lstStyle/>
          <a:p>
            <a:r>
              <a:rPr lang="en-US" dirty="0"/>
              <a:t>RAM</a:t>
            </a:r>
          </a:p>
        </p:txBody>
      </p:sp>
      <p:sp>
        <p:nvSpPr>
          <p:cNvPr id="732" name="Trapezoid 731">
            <a:extLst>
              <a:ext uri="{FF2B5EF4-FFF2-40B4-BE49-F238E27FC236}">
                <a16:creationId xmlns:a16="http://schemas.microsoft.com/office/drawing/2014/main" id="{55F4CDA1-6B62-A5D9-B971-578EFBED8DB8}"/>
              </a:ext>
            </a:extLst>
          </p:cNvPr>
          <p:cNvSpPr/>
          <p:nvPr/>
        </p:nvSpPr>
        <p:spPr>
          <a:xfrm rot="5400000">
            <a:off x="9337872" y="2590370"/>
            <a:ext cx="364292" cy="128489"/>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5" name="Straight Connector 734">
            <a:extLst>
              <a:ext uri="{FF2B5EF4-FFF2-40B4-BE49-F238E27FC236}">
                <a16:creationId xmlns:a16="http://schemas.microsoft.com/office/drawing/2014/main" id="{93D9E544-250B-6A62-269F-EB3707B20136}"/>
              </a:ext>
            </a:extLst>
          </p:cNvPr>
          <p:cNvCxnSpPr/>
          <p:nvPr/>
        </p:nvCxnSpPr>
        <p:spPr>
          <a:xfrm>
            <a:off x="8774622" y="1651299"/>
            <a:ext cx="681152" cy="893245"/>
          </a:xfrm>
          <a:prstGeom prst="line">
            <a:avLst/>
          </a:prstGeom>
        </p:spPr>
        <p:style>
          <a:lnRef idx="1">
            <a:schemeClr val="dk1"/>
          </a:lnRef>
          <a:fillRef idx="0">
            <a:schemeClr val="dk1"/>
          </a:fillRef>
          <a:effectRef idx="0">
            <a:schemeClr val="dk1"/>
          </a:effectRef>
          <a:fontRef idx="minor">
            <a:schemeClr val="tx1"/>
          </a:fontRef>
        </p:style>
      </p:cxnSp>
      <p:cxnSp>
        <p:nvCxnSpPr>
          <p:cNvPr id="739" name="Straight Connector 738">
            <a:extLst>
              <a:ext uri="{FF2B5EF4-FFF2-40B4-BE49-F238E27FC236}">
                <a16:creationId xmlns:a16="http://schemas.microsoft.com/office/drawing/2014/main" id="{5F479220-AECC-FE67-55A9-B579A83C44EE}"/>
              </a:ext>
            </a:extLst>
          </p:cNvPr>
          <p:cNvCxnSpPr>
            <a:cxnSpLocks/>
          </p:cNvCxnSpPr>
          <p:nvPr/>
        </p:nvCxnSpPr>
        <p:spPr>
          <a:xfrm flipV="1">
            <a:off x="8773557" y="2599267"/>
            <a:ext cx="692176" cy="123759"/>
          </a:xfrm>
          <a:prstGeom prst="line">
            <a:avLst/>
          </a:prstGeom>
        </p:spPr>
        <p:style>
          <a:lnRef idx="1">
            <a:schemeClr val="dk1"/>
          </a:lnRef>
          <a:fillRef idx="0">
            <a:schemeClr val="dk1"/>
          </a:fillRef>
          <a:effectRef idx="0">
            <a:schemeClr val="dk1"/>
          </a:effectRef>
          <a:fontRef idx="minor">
            <a:schemeClr val="tx1"/>
          </a:fontRef>
        </p:style>
      </p:cxnSp>
      <p:cxnSp>
        <p:nvCxnSpPr>
          <p:cNvPr id="741" name="Straight Connector 740">
            <a:extLst>
              <a:ext uri="{FF2B5EF4-FFF2-40B4-BE49-F238E27FC236}">
                <a16:creationId xmlns:a16="http://schemas.microsoft.com/office/drawing/2014/main" id="{5FCC2D72-8755-2D3F-2061-BF35409D19DF}"/>
              </a:ext>
            </a:extLst>
          </p:cNvPr>
          <p:cNvCxnSpPr>
            <a:cxnSpLocks/>
            <a:stCxn id="578" idx="3"/>
          </p:cNvCxnSpPr>
          <p:nvPr/>
        </p:nvCxnSpPr>
        <p:spPr>
          <a:xfrm flipV="1">
            <a:off x="8773557" y="2641600"/>
            <a:ext cx="666776" cy="1146685"/>
          </a:xfrm>
          <a:prstGeom prst="line">
            <a:avLst/>
          </a:prstGeom>
        </p:spPr>
        <p:style>
          <a:lnRef idx="1">
            <a:schemeClr val="dk1"/>
          </a:lnRef>
          <a:fillRef idx="0">
            <a:schemeClr val="dk1"/>
          </a:fillRef>
          <a:effectRef idx="0">
            <a:schemeClr val="dk1"/>
          </a:effectRef>
          <a:fontRef idx="minor">
            <a:schemeClr val="tx1"/>
          </a:fontRef>
        </p:style>
      </p:cxnSp>
      <p:cxnSp>
        <p:nvCxnSpPr>
          <p:cNvPr id="744" name="Straight Connector 743">
            <a:extLst>
              <a:ext uri="{FF2B5EF4-FFF2-40B4-BE49-F238E27FC236}">
                <a16:creationId xmlns:a16="http://schemas.microsoft.com/office/drawing/2014/main" id="{4A5121B6-E963-4C5A-DACE-047AC23E6131}"/>
              </a:ext>
            </a:extLst>
          </p:cNvPr>
          <p:cNvCxnSpPr>
            <a:cxnSpLocks/>
            <a:stCxn id="599" idx="3"/>
          </p:cNvCxnSpPr>
          <p:nvPr/>
        </p:nvCxnSpPr>
        <p:spPr>
          <a:xfrm flipV="1">
            <a:off x="8780651" y="2700867"/>
            <a:ext cx="659682" cy="2148749"/>
          </a:xfrm>
          <a:prstGeom prst="line">
            <a:avLst/>
          </a:prstGeom>
        </p:spPr>
        <p:style>
          <a:lnRef idx="1">
            <a:schemeClr val="dk1"/>
          </a:lnRef>
          <a:fillRef idx="0">
            <a:schemeClr val="dk1"/>
          </a:fillRef>
          <a:effectRef idx="0">
            <a:schemeClr val="dk1"/>
          </a:effectRef>
          <a:fontRef idx="minor">
            <a:schemeClr val="tx1"/>
          </a:fontRef>
        </p:style>
      </p:cxnSp>
      <p:cxnSp>
        <p:nvCxnSpPr>
          <p:cNvPr id="747" name="Straight Connector 746">
            <a:extLst>
              <a:ext uri="{FF2B5EF4-FFF2-40B4-BE49-F238E27FC236}">
                <a16:creationId xmlns:a16="http://schemas.microsoft.com/office/drawing/2014/main" id="{AF5DB5A7-EFC1-C00B-6609-60183B348FD5}"/>
              </a:ext>
            </a:extLst>
          </p:cNvPr>
          <p:cNvCxnSpPr>
            <a:cxnSpLocks/>
            <a:stCxn id="627" idx="3"/>
          </p:cNvCxnSpPr>
          <p:nvPr/>
        </p:nvCxnSpPr>
        <p:spPr>
          <a:xfrm flipV="1">
            <a:off x="8773557" y="2777067"/>
            <a:ext cx="683710" cy="3150891"/>
          </a:xfrm>
          <a:prstGeom prst="line">
            <a:avLst/>
          </a:prstGeom>
        </p:spPr>
        <p:style>
          <a:lnRef idx="1">
            <a:schemeClr val="dk1"/>
          </a:lnRef>
          <a:fillRef idx="0">
            <a:schemeClr val="dk1"/>
          </a:fillRef>
          <a:effectRef idx="0">
            <a:schemeClr val="dk1"/>
          </a:effectRef>
          <a:fontRef idx="minor">
            <a:schemeClr val="tx1"/>
          </a:fontRef>
        </p:style>
      </p:cxnSp>
      <p:sp>
        <p:nvSpPr>
          <p:cNvPr id="752" name="TextBox 751">
            <a:extLst>
              <a:ext uri="{FF2B5EF4-FFF2-40B4-BE49-F238E27FC236}">
                <a16:creationId xmlns:a16="http://schemas.microsoft.com/office/drawing/2014/main" id="{76C6CF9D-005C-CB98-4159-E90A050D1452}"/>
              </a:ext>
            </a:extLst>
          </p:cNvPr>
          <p:cNvSpPr txBox="1"/>
          <p:nvPr/>
        </p:nvSpPr>
        <p:spPr>
          <a:xfrm>
            <a:off x="9313386" y="2091827"/>
            <a:ext cx="482824" cy="369332"/>
          </a:xfrm>
          <a:prstGeom prst="rect">
            <a:avLst/>
          </a:prstGeom>
          <a:noFill/>
          <a:ln w="12700">
            <a:noFill/>
          </a:ln>
        </p:spPr>
        <p:txBody>
          <a:bodyPr wrap="none" rtlCol="0">
            <a:spAutoFit/>
          </a:bodyPr>
          <a:lstStyle/>
          <a:p>
            <a:r>
              <a:rPr lang="en-US" i="1" dirty="0"/>
              <a:t>n:1</a:t>
            </a:r>
          </a:p>
        </p:txBody>
      </p:sp>
      <p:cxnSp>
        <p:nvCxnSpPr>
          <p:cNvPr id="753" name="Straight Connector 752">
            <a:extLst>
              <a:ext uri="{FF2B5EF4-FFF2-40B4-BE49-F238E27FC236}">
                <a16:creationId xmlns:a16="http://schemas.microsoft.com/office/drawing/2014/main" id="{0CFD3AA4-1488-ACDF-920E-D8A402BCF6FA}"/>
              </a:ext>
            </a:extLst>
          </p:cNvPr>
          <p:cNvCxnSpPr>
            <a:cxnSpLocks/>
            <a:stCxn id="732" idx="0"/>
            <a:endCxn id="724" idx="1"/>
          </p:cNvCxnSpPr>
          <p:nvPr/>
        </p:nvCxnSpPr>
        <p:spPr>
          <a:xfrm>
            <a:off x="9584263" y="2654615"/>
            <a:ext cx="130102" cy="0"/>
          </a:xfrm>
          <a:prstGeom prst="line">
            <a:avLst/>
          </a:prstGeom>
        </p:spPr>
        <p:style>
          <a:lnRef idx="1">
            <a:schemeClr val="dk1"/>
          </a:lnRef>
          <a:fillRef idx="0">
            <a:schemeClr val="dk1"/>
          </a:fillRef>
          <a:effectRef idx="0">
            <a:schemeClr val="dk1"/>
          </a:effectRef>
          <a:fontRef idx="minor">
            <a:schemeClr val="tx1"/>
          </a:fontRef>
        </p:style>
      </p:cxnSp>
      <p:sp>
        <p:nvSpPr>
          <p:cNvPr id="757" name="TextBox 756">
            <a:extLst>
              <a:ext uri="{FF2B5EF4-FFF2-40B4-BE49-F238E27FC236}">
                <a16:creationId xmlns:a16="http://schemas.microsoft.com/office/drawing/2014/main" id="{A79CDD98-4B42-B559-E205-D0364CD94959}"/>
              </a:ext>
            </a:extLst>
          </p:cNvPr>
          <p:cNvSpPr txBox="1"/>
          <p:nvPr/>
        </p:nvSpPr>
        <p:spPr>
          <a:xfrm>
            <a:off x="9714365" y="2873123"/>
            <a:ext cx="1063702" cy="355131"/>
          </a:xfrm>
          <a:prstGeom prst="rect">
            <a:avLst/>
          </a:prstGeom>
          <a:noFill/>
          <a:ln w="25400">
            <a:solidFill>
              <a:srgbClr val="4472C4"/>
            </a:solidFill>
          </a:ln>
        </p:spPr>
        <p:txBody>
          <a:bodyPr wrap="none" rtlCol="0" anchor="ctr" anchorCtr="1">
            <a:noAutofit/>
          </a:bodyPr>
          <a:lstStyle/>
          <a:p>
            <a:r>
              <a:rPr lang="en-US" dirty="0"/>
              <a:t>RAM</a:t>
            </a:r>
          </a:p>
        </p:txBody>
      </p:sp>
      <p:sp>
        <p:nvSpPr>
          <p:cNvPr id="758" name="Trapezoid 757">
            <a:extLst>
              <a:ext uri="{FF2B5EF4-FFF2-40B4-BE49-F238E27FC236}">
                <a16:creationId xmlns:a16="http://schemas.microsoft.com/office/drawing/2014/main" id="{F68BE3CE-9E65-A6A8-9829-667C093765B2}"/>
              </a:ext>
            </a:extLst>
          </p:cNvPr>
          <p:cNvSpPr/>
          <p:nvPr/>
        </p:nvSpPr>
        <p:spPr>
          <a:xfrm rot="5400000">
            <a:off x="9337872" y="2986444"/>
            <a:ext cx="364292" cy="128489"/>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9" name="Straight Connector 758">
            <a:extLst>
              <a:ext uri="{FF2B5EF4-FFF2-40B4-BE49-F238E27FC236}">
                <a16:creationId xmlns:a16="http://schemas.microsoft.com/office/drawing/2014/main" id="{69200DC1-F9F7-07BC-D417-3374D4273EC9}"/>
              </a:ext>
            </a:extLst>
          </p:cNvPr>
          <p:cNvCxnSpPr>
            <a:cxnSpLocks/>
            <a:stCxn id="758" idx="0"/>
            <a:endCxn id="757" idx="1"/>
          </p:cNvCxnSpPr>
          <p:nvPr/>
        </p:nvCxnSpPr>
        <p:spPr>
          <a:xfrm>
            <a:off x="9584263" y="3050689"/>
            <a:ext cx="130102" cy="0"/>
          </a:xfrm>
          <a:prstGeom prst="line">
            <a:avLst/>
          </a:prstGeom>
        </p:spPr>
        <p:style>
          <a:lnRef idx="1">
            <a:schemeClr val="dk1"/>
          </a:lnRef>
          <a:fillRef idx="0">
            <a:schemeClr val="dk1"/>
          </a:fillRef>
          <a:effectRef idx="0">
            <a:schemeClr val="dk1"/>
          </a:effectRef>
          <a:fontRef idx="minor">
            <a:schemeClr val="tx1"/>
          </a:fontRef>
        </p:style>
      </p:cxnSp>
      <p:sp>
        <p:nvSpPr>
          <p:cNvPr id="760" name="TextBox 759">
            <a:extLst>
              <a:ext uri="{FF2B5EF4-FFF2-40B4-BE49-F238E27FC236}">
                <a16:creationId xmlns:a16="http://schemas.microsoft.com/office/drawing/2014/main" id="{C9630709-4C73-49E9-54EA-251F85B4EAE5}"/>
              </a:ext>
            </a:extLst>
          </p:cNvPr>
          <p:cNvSpPr txBox="1"/>
          <p:nvPr/>
        </p:nvSpPr>
        <p:spPr>
          <a:xfrm>
            <a:off x="9706018" y="3259667"/>
            <a:ext cx="1063702" cy="355131"/>
          </a:xfrm>
          <a:prstGeom prst="rect">
            <a:avLst/>
          </a:prstGeom>
          <a:noFill/>
          <a:ln w="25400">
            <a:solidFill>
              <a:srgbClr val="4472C4"/>
            </a:solidFill>
          </a:ln>
        </p:spPr>
        <p:txBody>
          <a:bodyPr wrap="none" rtlCol="0" anchor="ctr" anchorCtr="1">
            <a:noAutofit/>
          </a:bodyPr>
          <a:lstStyle/>
          <a:p>
            <a:r>
              <a:rPr lang="en-US" dirty="0"/>
              <a:t>RAM</a:t>
            </a:r>
          </a:p>
        </p:txBody>
      </p:sp>
      <p:sp>
        <p:nvSpPr>
          <p:cNvPr id="761" name="Trapezoid 760">
            <a:extLst>
              <a:ext uri="{FF2B5EF4-FFF2-40B4-BE49-F238E27FC236}">
                <a16:creationId xmlns:a16="http://schemas.microsoft.com/office/drawing/2014/main" id="{826101A8-803C-6AC6-739C-8AC3353E2ABF}"/>
              </a:ext>
            </a:extLst>
          </p:cNvPr>
          <p:cNvSpPr/>
          <p:nvPr/>
        </p:nvSpPr>
        <p:spPr>
          <a:xfrm rot="5400000">
            <a:off x="9329525" y="3372988"/>
            <a:ext cx="364292" cy="128489"/>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2" name="Straight Connector 761">
            <a:extLst>
              <a:ext uri="{FF2B5EF4-FFF2-40B4-BE49-F238E27FC236}">
                <a16:creationId xmlns:a16="http://schemas.microsoft.com/office/drawing/2014/main" id="{F80C4A9B-EEDD-EB88-F5B8-6B903408416F}"/>
              </a:ext>
            </a:extLst>
          </p:cNvPr>
          <p:cNvCxnSpPr>
            <a:cxnSpLocks/>
            <a:stCxn id="761" idx="0"/>
            <a:endCxn id="760" idx="1"/>
          </p:cNvCxnSpPr>
          <p:nvPr/>
        </p:nvCxnSpPr>
        <p:spPr>
          <a:xfrm>
            <a:off x="9575916" y="3437233"/>
            <a:ext cx="130102" cy="0"/>
          </a:xfrm>
          <a:prstGeom prst="line">
            <a:avLst/>
          </a:prstGeom>
        </p:spPr>
        <p:style>
          <a:lnRef idx="1">
            <a:schemeClr val="dk1"/>
          </a:lnRef>
          <a:fillRef idx="0">
            <a:schemeClr val="dk1"/>
          </a:fillRef>
          <a:effectRef idx="0">
            <a:schemeClr val="dk1"/>
          </a:effectRef>
          <a:fontRef idx="minor">
            <a:schemeClr val="tx1"/>
          </a:fontRef>
        </p:style>
      </p:cxnSp>
      <p:sp>
        <p:nvSpPr>
          <p:cNvPr id="763" name="TextBox 762">
            <a:extLst>
              <a:ext uri="{FF2B5EF4-FFF2-40B4-BE49-F238E27FC236}">
                <a16:creationId xmlns:a16="http://schemas.microsoft.com/office/drawing/2014/main" id="{9302F4C3-94D5-7EF2-980A-30365E79F320}"/>
              </a:ext>
            </a:extLst>
          </p:cNvPr>
          <p:cNvSpPr txBox="1"/>
          <p:nvPr/>
        </p:nvSpPr>
        <p:spPr>
          <a:xfrm>
            <a:off x="9706018" y="3655741"/>
            <a:ext cx="1063702" cy="355131"/>
          </a:xfrm>
          <a:prstGeom prst="rect">
            <a:avLst/>
          </a:prstGeom>
          <a:noFill/>
          <a:ln w="25400">
            <a:solidFill>
              <a:srgbClr val="4472C4"/>
            </a:solidFill>
          </a:ln>
        </p:spPr>
        <p:txBody>
          <a:bodyPr wrap="none" rtlCol="0" anchor="ctr" anchorCtr="1">
            <a:noAutofit/>
          </a:bodyPr>
          <a:lstStyle/>
          <a:p>
            <a:r>
              <a:rPr lang="en-US" dirty="0"/>
              <a:t>RAM </a:t>
            </a:r>
            <a:r>
              <a:rPr lang="en-US" b="1" dirty="0"/>
              <a:t>m</a:t>
            </a:r>
          </a:p>
        </p:txBody>
      </p:sp>
      <p:sp>
        <p:nvSpPr>
          <p:cNvPr id="764" name="Trapezoid 763">
            <a:extLst>
              <a:ext uri="{FF2B5EF4-FFF2-40B4-BE49-F238E27FC236}">
                <a16:creationId xmlns:a16="http://schemas.microsoft.com/office/drawing/2014/main" id="{0A07218A-1774-0EE1-B5DC-EB0BC80EC221}"/>
              </a:ext>
            </a:extLst>
          </p:cNvPr>
          <p:cNvSpPr/>
          <p:nvPr/>
        </p:nvSpPr>
        <p:spPr>
          <a:xfrm rot="5400000">
            <a:off x="9329525" y="3769062"/>
            <a:ext cx="364292" cy="128489"/>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5" name="Straight Connector 764">
            <a:extLst>
              <a:ext uri="{FF2B5EF4-FFF2-40B4-BE49-F238E27FC236}">
                <a16:creationId xmlns:a16="http://schemas.microsoft.com/office/drawing/2014/main" id="{70395E34-FAFA-EF0A-80C1-754C53C16CB5}"/>
              </a:ext>
            </a:extLst>
          </p:cNvPr>
          <p:cNvCxnSpPr>
            <a:cxnSpLocks/>
            <a:stCxn id="764" idx="0"/>
            <a:endCxn id="763" idx="1"/>
          </p:cNvCxnSpPr>
          <p:nvPr/>
        </p:nvCxnSpPr>
        <p:spPr>
          <a:xfrm>
            <a:off x="9575916" y="3833307"/>
            <a:ext cx="130102" cy="0"/>
          </a:xfrm>
          <a:prstGeom prst="line">
            <a:avLst/>
          </a:prstGeom>
        </p:spPr>
        <p:style>
          <a:lnRef idx="1">
            <a:schemeClr val="dk1"/>
          </a:lnRef>
          <a:fillRef idx="0">
            <a:schemeClr val="dk1"/>
          </a:fillRef>
          <a:effectRef idx="0">
            <a:schemeClr val="dk1"/>
          </a:effectRef>
          <a:fontRef idx="minor">
            <a:schemeClr val="tx1"/>
          </a:fontRef>
        </p:style>
      </p:cxnSp>
      <p:sp>
        <p:nvSpPr>
          <p:cNvPr id="766" name="TextBox 765">
            <a:extLst>
              <a:ext uri="{FF2B5EF4-FFF2-40B4-BE49-F238E27FC236}">
                <a16:creationId xmlns:a16="http://schemas.microsoft.com/office/drawing/2014/main" id="{D6004ABA-4BF3-334E-6900-CCF9A3187488}"/>
              </a:ext>
            </a:extLst>
          </p:cNvPr>
          <p:cNvSpPr txBox="1"/>
          <p:nvPr/>
        </p:nvSpPr>
        <p:spPr>
          <a:xfrm>
            <a:off x="7638803" y="820649"/>
            <a:ext cx="482824" cy="369332"/>
          </a:xfrm>
          <a:prstGeom prst="rect">
            <a:avLst/>
          </a:prstGeom>
          <a:noFill/>
          <a:ln w="12700">
            <a:noFill/>
          </a:ln>
        </p:spPr>
        <p:txBody>
          <a:bodyPr wrap="none" rtlCol="0">
            <a:spAutoFit/>
          </a:bodyPr>
          <a:lstStyle/>
          <a:p>
            <a:r>
              <a:rPr lang="en-US" i="1" dirty="0"/>
              <a:t>o:1</a:t>
            </a:r>
          </a:p>
        </p:txBody>
      </p:sp>
    </p:spTree>
    <p:extLst>
      <p:ext uri="{BB962C8B-B14F-4D97-AF65-F5344CB8AC3E}">
        <p14:creationId xmlns:p14="http://schemas.microsoft.com/office/powerpoint/2010/main" val="3577026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1752003" y="738535"/>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258711" y="989198"/>
            <a:ext cx="778418" cy="369332"/>
          </a:xfrm>
          <a:prstGeom prst="rect">
            <a:avLst/>
          </a:prstGeom>
          <a:noFill/>
          <a:ln w="12700">
            <a:noFill/>
          </a:ln>
        </p:spPr>
        <p:txBody>
          <a:bodyPr wrap="none" rtlCol="0">
            <a:spAutoFit/>
          </a:bodyPr>
          <a:lstStyle/>
          <a:p>
            <a:r>
              <a:rPr lang="en-US" dirty="0"/>
              <a:t>TDATA</a:t>
            </a:r>
          </a:p>
        </p:txBody>
      </p:sp>
      <p:sp>
        <p:nvSpPr>
          <p:cNvPr id="13" name="TextBox 12">
            <a:extLst>
              <a:ext uri="{FF2B5EF4-FFF2-40B4-BE49-F238E27FC236}">
                <a16:creationId xmlns:a16="http://schemas.microsoft.com/office/drawing/2014/main" id="{2EB6D010-4EB9-A3F3-7A3A-7B226BD78F4F}"/>
              </a:ext>
            </a:extLst>
          </p:cNvPr>
          <p:cNvSpPr txBox="1"/>
          <p:nvPr/>
        </p:nvSpPr>
        <p:spPr>
          <a:xfrm>
            <a:off x="2350711" y="4541685"/>
            <a:ext cx="914994" cy="369332"/>
          </a:xfrm>
          <a:prstGeom prst="rect">
            <a:avLst/>
          </a:prstGeom>
          <a:noFill/>
          <a:ln w="12700">
            <a:noFill/>
          </a:ln>
        </p:spPr>
        <p:txBody>
          <a:bodyPr wrap="none" rtlCol="0">
            <a:spAutoFit/>
          </a:bodyPr>
          <a:lstStyle/>
          <a:p>
            <a:r>
              <a:rPr lang="en-US" i="1" dirty="0"/>
              <a:t>weights</a:t>
            </a:r>
          </a:p>
        </p:txBody>
      </p: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12700">
            <a:solidFill>
              <a:schemeClr val="tx1"/>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12700">
            <a:solidFill>
              <a:schemeClr val="tx1"/>
            </a:solidFill>
          </a:ln>
        </p:spPr>
        <p:txBody>
          <a:bodyPr wrap="none" rtlCol="0" anchor="ctr" anchorCtr="1">
            <a:noAutofit/>
          </a:bodyPr>
          <a:lstStyle/>
          <a:p>
            <a:r>
              <a:rPr lang="en-US" dirty="0"/>
              <a:t>RAM</a:t>
            </a:r>
          </a:p>
        </p:txBody>
      </p:sp>
      <p:sp>
        <p:nvSpPr>
          <p:cNvPr id="24" name="TextBox 23">
            <a:extLst>
              <a:ext uri="{FF2B5EF4-FFF2-40B4-BE49-F238E27FC236}">
                <a16:creationId xmlns:a16="http://schemas.microsoft.com/office/drawing/2014/main" id="{62D5415B-6BBB-4905-FE3D-C2DC9C90E467}"/>
              </a:ext>
            </a:extLst>
          </p:cNvPr>
          <p:cNvSpPr txBox="1"/>
          <p:nvPr/>
        </p:nvSpPr>
        <p:spPr>
          <a:xfrm>
            <a:off x="1467272" y="114429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1467272" y="1501142"/>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1467272" y="1868501"/>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467272" y="2591699"/>
            <a:ext cx="1423030"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1467272" y="2224431"/>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3610"/>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70969"/>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26899"/>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4167"/>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2897478" y="1300951"/>
            <a:ext cx="7177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925D36-7D44-89AA-CA2C-CF868C42A58E}"/>
              </a:ext>
            </a:extLst>
          </p:cNvPr>
          <p:cNvSpPr txBox="1"/>
          <p:nvPr/>
        </p:nvSpPr>
        <p:spPr>
          <a:xfrm>
            <a:off x="86300" y="5122542"/>
            <a:ext cx="1627177" cy="1569660"/>
          </a:xfrm>
          <a:prstGeom prst="rect">
            <a:avLst/>
          </a:prstGeom>
          <a:noFill/>
        </p:spPr>
        <p:txBody>
          <a:bodyPr wrap="none" rtlCol="0">
            <a:spAutoFit/>
          </a:bodyPr>
          <a:lstStyle/>
          <a:p>
            <a:r>
              <a:rPr lang="en-US" sz="1200" u="sng" dirty="0"/>
              <a:t>data path interface</a:t>
            </a:r>
          </a:p>
          <a:p>
            <a:r>
              <a:rPr lang="en-US" sz="1200" dirty="0"/>
              <a:t>n * </a:t>
            </a:r>
            <a:r>
              <a:rPr lang="en-US" sz="1200" dirty="0" err="1"/>
              <a:t>rowbuf.wa</a:t>
            </a:r>
            <a:endParaRPr lang="en-US" sz="1200" dirty="0"/>
          </a:p>
          <a:p>
            <a:r>
              <a:rPr lang="en-US" sz="1200" dirty="0"/>
              <a:t>n * </a:t>
            </a:r>
            <a:r>
              <a:rPr lang="en-US" sz="1200" dirty="0" err="1"/>
              <a:t>rowbuf.ra</a:t>
            </a:r>
            <a:endParaRPr lang="en-US" sz="1200" dirty="0"/>
          </a:p>
          <a:p>
            <a:r>
              <a:rPr lang="en-US" sz="1200" dirty="0"/>
              <a:t>n * </a:t>
            </a:r>
            <a:r>
              <a:rPr lang="en-US" sz="1200" dirty="0" err="1"/>
              <a:t>rowbuf.ra_adjacent</a:t>
            </a:r>
            <a:endParaRPr lang="en-US" sz="1200" dirty="0"/>
          </a:p>
          <a:p>
            <a:r>
              <a:rPr lang="en-US" sz="1200" dirty="0"/>
              <a:t>n * </a:t>
            </a:r>
            <a:r>
              <a:rPr lang="en-US" sz="1200" dirty="0" err="1"/>
              <a:t>rowbuf.muxsel</a:t>
            </a:r>
            <a:endParaRPr lang="en-US" sz="1200" dirty="0"/>
          </a:p>
          <a:p>
            <a:r>
              <a:rPr lang="en-US" sz="1200" dirty="0"/>
              <a:t>m * </a:t>
            </a:r>
            <a:r>
              <a:rPr lang="en-US" sz="1200" dirty="0" err="1"/>
              <a:t>weights.ra</a:t>
            </a:r>
            <a:endParaRPr lang="en-US" sz="1200" dirty="0"/>
          </a:p>
          <a:p>
            <a:r>
              <a:rPr lang="en-US" sz="1200" dirty="0" err="1"/>
              <a:t>mac_clear</a:t>
            </a:r>
            <a:r>
              <a:rPr lang="en-US" sz="1200" dirty="0"/>
              <a:t>, </a:t>
            </a:r>
            <a:r>
              <a:rPr lang="en-US" sz="1200" dirty="0" err="1"/>
              <a:t>mac_load</a:t>
            </a:r>
            <a:endParaRPr lang="en-US" sz="1200" dirty="0"/>
          </a:p>
          <a:p>
            <a:endParaRPr lang="en-US" sz="1200" dirty="0"/>
          </a:p>
        </p:txBody>
      </p:sp>
      <p:grpSp>
        <p:nvGrpSpPr>
          <p:cNvPr id="659" name="Group 658">
            <a:extLst>
              <a:ext uri="{FF2B5EF4-FFF2-40B4-BE49-F238E27FC236}">
                <a16:creationId xmlns:a16="http://schemas.microsoft.com/office/drawing/2014/main" id="{FD3A60C9-36D6-AD99-9A45-40A948580BFE}"/>
              </a:ext>
            </a:extLst>
          </p:cNvPr>
          <p:cNvGrpSpPr/>
          <p:nvPr/>
        </p:nvGrpSpPr>
        <p:grpSpPr>
          <a:xfrm>
            <a:off x="333381" y="1383230"/>
            <a:ext cx="1124730" cy="1367059"/>
            <a:chOff x="333380" y="1383230"/>
            <a:chExt cx="1497877" cy="1367059"/>
          </a:xfrm>
        </p:grpSpPr>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6EF13D3-5C72-5F39-184A-4AA7D3882944}"/>
                </a:ext>
              </a:extLst>
            </p:cNvPr>
            <p:cNvCxnSpPr>
              <a:cxnSpLocks/>
            </p:cNvCxnSpPr>
            <p:nvPr/>
          </p:nvCxnSpPr>
          <p:spPr>
            <a:xfrm>
              <a:off x="333381" y="1681078"/>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CA5AE70-BF0D-3C00-B215-EC509A9F68EF}"/>
                </a:ext>
              </a:extLst>
            </p:cNvPr>
            <p:cNvCxnSpPr>
              <a:cxnSpLocks/>
            </p:cNvCxnSpPr>
            <p:nvPr/>
          </p:nvCxnSpPr>
          <p:spPr>
            <a:xfrm>
              <a:off x="333380" y="2035104"/>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86BDDCE-3E11-CE28-AEAC-A8F0E94AA97A}"/>
                </a:ext>
              </a:extLst>
            </p:cNvPr>
            <p:cNvCxnSpPr>
              <a:cxnSpLocks/>
            </p:cNvCxnSpPr>
            <p:nvPr/>
          </p:nvCxnSpPr>
          <p:spPr>
            <a:xfrm>
              <a:off x="333380" y="2396740"/>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1E241BE-50FE-BBAC-16F9-0FC726CE3DD6}"/>
                </a:ext>
              </a:extLst>
            </p:cNvPr>
            <p:cNvCxnSpPr>
              <a:cxnSpLocks/>
            </p:cNvCxnSpPr>
            <p:nvPr/>
          </p:nvCxnSpPr>
          <p:spPr>
            <a:xfrm>
              <a:off x="333380" y="2750289"/>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EF0C868C-3B7A-A549-1F6E-5AE9524E6059}"/>
              </a:ext>
            </a:extLst>
          </p:cNvPr>
          <p:cNvSpPr txBox="1"/>
          <p:nvPr/>
        </p:nvSpPr>
        <p:spPr>
          <a:xfrm>
            <a:off x="2279680" y="6367615"/>
            <a:ext cx="1194558" cy="369332"/>
          </a:xfrm>
          <a:prstGeom prst="rect">
            <a:avLst/>
          </a:prstGeom>
          <a:noFill/>
          <a:ln w="12700">
            <a:noFill/>
          </a:ln>
        </p:spPr>
        <p:txBody>
          <a:bodyPr wrap="none" rtlCol="0">
            <a:spAutoFit/>
          </a:bodyPr>
          <a:lstStyle/>
          <a:p>
            <a:r>
              <a:rPr lang="en-US" i="1" dirty="0"/>
              <a:t>(m=</a:t>
            </a:r>
            <a:r>
              <a:rPr lang="en-US" i="1" dirty="0" err="1"/>
              <a:t>ochan</a:t>
            </a:r>
            <a:r>
              <a:rPr lang="en-US" i="1" dirty="0"/>
              <a:t>)</a:t>
            </a:r>
          </a:p>
        </p:txBody>
      </p: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A2A73EB8-31E8-91E7-C35B-EB99EE3F9D04}"/>
              </a:ext>
            </a:extLst>
          </p:cNvPr>
          <p:cNvGrpSpPr/>
          <p:nvPr/>
        </p:nvGrpSpPr>
        <p:grpSpPr>
          <a:xfrm>
            <a:off x="9101771" y="1476201"/>
            <a:ext cx="350195" cy="350195"/>
            <a:chOff x="8869161" y="1569883"/>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0" name="Group 469">
            <a:extLst>
              <a:ext uri="{FF2B5EF4-FFF2-40B4-BE49-F238E27FC236}">
                <a16:creationId xmlns:a16="http://schemas.microsoft.com/office/drawing/2014/main" id="{BEF72EF6-7B63-B42D-2AAF-97D86ED9BA06}"/>
              </a:ext>
            </a:extLst>
          </p:cNvPr>
          <p:cNvGrpSpPr/>
          <p:nvPr/>
        </p:nvGrpSpPr>
        <p:grpSpPr>
          <a:xfrm>
            <a:off x="7176044" y="1125854"/>
            <a:ext cx="1229995" cy="350195"/>
            <a:chOff x="7176044" y="1125854"/>
            <a:chExt cx="12299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3541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8249581" y="794876"/>
            <a:ext cx="657168" cy="369332"/>
          </a:xfrm>
          <a:prstGeom prst="rect">
            <a:avLst/>
          </a:prstGeom>
          <a:noFill/>
          <a:ln w="12700">
            <a:noFill/>
          </a:ln>
        </p:spPr>
        <p:txBody>
          <a:bodyPr wrap="none" rtlCol="0">
            <a:spAutoFit/>
          </a:bodyPr>
          <a:lstStyle/>
          <a:p>
            <a:r>
              <a:rPr lang="en-US" i="1" dirty="0"/>
              <a:t>RELU</a:t>
            </a:r>
          </a:p>
        </p:txBody>
      </p:sp>
      <p:grpSp>
        <p:nvGrpSpPr>
          <p:cNvPr id="484" name="Group 483">
            <a:extLst>
              <a:ext uri="{FF2B5EF4-FFF2-40B4-BE49-F238E27FC236}">
                <a16:creationId xmlns:a16="http://schemas.microsoft.com/office/drawing/2014/main" id="{4DBEBE0C-4523-8D94-A28E-94E82F1AF21A}"/>
              </a:ext>
            </a:extLst>
          </p:cNvPr>
          <p:cNvGrpSpPr/>
          <p:nvPr/>
        </p:nvGrpSpPr>
        <p:grpSpPr>
          <a:xfrm>
            <a:off x="7178023" y="1491235"/>
            <a:ext cx="1229995" cy="350195"/>
            <a:chOff x="7176044" y="1125854"/>
            <a:chExt cx="1229995" cy="350195"/>
          </a:xfrm>
        </p:grpSpPr>
        <p:sp>
          <p:nvSpPr>
            <p:cNvPr id="486" name="Rectangle 485">
              <a:extLst>
                <a:ext uri="{FF2B5EF4-FFF2-40B4-BE49-F238E27FC236}">
                  <a16:creationId xmlns:a16="http://schemas.microsoft.com/office/drawing/2014/main" id="{D0786AC7-D78C-BAE1-3258-4EE81939E475}"/>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Isosceles Triangle 486">
              <a:extLst>
                <a:ext uri="{FF2B5EF4-FFF2-40B4-BE49-F238E27FC236}">
                  <a16:creationId xmlns:a16="http://schemas.microsoft.com/office/drawing/2014/main" id="{0897DBB5-122B-9AEC-AB27-A21E00782236}"/>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8" name="Straight Arrow Connector 487">
              <a:extLst>
                <a:ext uri="{FF2B5EF4-FFF2-40B4-BE49-F238E27FC236}">
                  <a16:creationId xmlns:a16="http://schemas.microsoft.com/office/drawing/2014/main" id="{F2929187-8D19-16F5-B490-9D0B874FF5C3}"/>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9" name="Straight Arrow Connector 488">
              <a:extLst>
                <a:ext uri="{FF2B5EF4-FFF2-40B4-BE49-F238E27FC236}">
                  <a16:creationId xmlns:a16="http://schemas.microsoft.com/office/drawing/2014/main" id="{442EC420-02EE-068B-676A-D3541AFA5840}"/>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0" name="Group 489">
            <a:extLst>
              <a:ext uri="{FF2B5EF4-FFF2-40B4-BE49-F238E27FC236}">
                <a16:creationId xmlns:a16="http://schemas.microsoft.com/office/drawing/2014/main" id="{9028C51E-7CC2-C5FB-EF3E-0A4C15C2A7EB}"/>
              </a:ext>
            </a:extLst>
          </p:cNvPr>
          <p:cNvGrpSpPr/>
          <p:nvPr/>
        </p:nvGrpSpPr>
        <p:grpSpPr>
          <a:xfrm>
            <a:off x="7182073" y="1857613"/>
            <a:ext cx="1229995" cy="350195"/>
            <a:chOff x="7176044" y="1125854"/>
            <a:chExt cx="1229995" cy="350195"/>
          </a:xfrm>
        </p:grpSpPr>
        <p:sp>
          <p:nvSpPr>
            <p:cNvPr id="491" name="Rectangle 490">
              <a:extLst>
                <a:ext uri="{FF2B5EF4-FFF2-40B4-BE49-F238E27FC236}">
                  <a16:creationId xmlns:a16="http://schemas.microsoft.com/office/drawing/2014/main" id="{1645663C-E8A8-CBAA-17BC-8CB454FC980F}"/>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Isosceles Triangle 491">
              <a:extLst>
                <a:ext uri="{FF2B5EF4-FFF2-40B4-BE49-F238E27FC236}">
                  <a16:creationId xmlns:a16="http://schemas.microsoft.com/office/drawing/2014/main" id="{54F28E48-9E5F-B013-A2E7-5F484246E018}"/>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3" name="Straight Arrow Connector 492">
              <a:extLst>
                <a:ext uri="{FF2B5EF4-FFF2-40B4-BE49-F238E27FC236}">
                  <a16:creationId xmlns:a16="http://schemas.microsoft.com/office/drawing/2014/main" id="{5B92546F-AFEF-0DFC-3112-54A685DC031F}"/>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4" name="Straight Arrow Connector 493">
              <a:extLst>
                <a:ext uri="{FF2B5EF4-FFF2-40B4-BE49-F238E27FC236}">
                  <a16:creationId xmlns:a16="http://schemas.microsoft.com/office/drawing/2014/main" id="{F8495816-F6DD-ED60-43D5-7099A77DFAB3}"/>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12EFCD0A-EB87-816D-EC29-D94D060A14F2}"/>
              </a:ext>
            </a:extLst>
          </p:cNvPr>
          <p:cNvGrpSpPr/>
          <p:nvPr/>
        </p:nvGrpSpPr>
        <p:grpSpPr>
          <a:xfrm>
            <a:off x="7174979" y="2228778"/>
            <a:ext cx="2275922" cy="1017716"/>
            <a:chOff x="7176044" y="1125854"/>
            <a:chExt cx="2275922" cy="1081954"/>
          </a:xfrm>
        </p:grpSpPr>
        <p:sp>
          <p:nvSpPr>
            <p:cNvPr id="79" name="Trapezoid 78">
              <a:extLst>
                <a:ext uri="{FF2B5EF4-FFF2-40B4-BE49-F238E27FC236}">
                  <a16:creationId xmlns:a16="http://schemas.microsoft.com/office/drawing/2014/main" id="{464D7720-3C32-4E73-4406-BF65081A3BCB}"/>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A3C66A4E-1C8C-FEFE-35FC-052456689C7C}"/>
                </a:ext>
              </a:extLst>
            </p:cNvPr>
            <p:cNvGrpSpPr/>
            <p:nvPr/>
          </p:nvGrpSpPr>
          <p:grpSpPr>
            <a:xfrm>
              <a:off x="9101771" y="1476201"/>
              <a:ext cx="350195" cy="350195"/>
              <a:chOff x="8869161" y="1569883"/>
              <a:chExt cx="350195" cy="350195"/>
            </a:xfrm>
          </p:grpSpPr>
          <p:sp>
            <p:nvSpPr>
              <p:cNvPr id="109" name="Rectangle 108">
                <a:extLst>
                  <a:ext uri="{FF2B5EF4-FFF2-40B4-BE49-F238E27FC236}">
                    <a16:creationId xmlns:a16="http://schemas.microsoft.com/office/drawing/2014/main" id="{D400D5F3-5796-36E2-B3BC-4D8E329F0F46}"/>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Isosceles Triangle 109">
                <a:extLst>
                  <a:ext uri="{FF2B5EF4-FFF2-40B4-BE49-F238E27FC236}">
                    <a16:creationId xmlns:a16="http://schemas.microsoft.com/office/drawing/2014/main" id="{8C8122B8-CA08-300A-EDCC-F6D5295A9D9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9236D7F-4327-823B-FAEE-50BF405BEEA3}"/>
                </a:ext>
              </a:extLst>
            </p:cNvPr>
            <p:cNvGrpSpPr/>
            <p:nvPr/>
          </p:nvGrpSpPr>
          <p:grpSpPr>
            <a:xfrm>
              <a:off x="7176044" y="1125854"/>
              <a:ext cx="1229995" cy="350195"/>
              <a:chOff x="7176044" y="1125854"/>
              <a:chExt cx="1229995" cy="350195"/>
            </a:xfrm>
          </p:grpSpPr>
          <p:sp>
            <p:nvSpPr>
              <p:cNvPr id="105" name="Rectangle 104">
                <a:extLst>
                  <a:ext uri="{FF2B5EF4-FFF2-40B4-BE49-F238E27FC236}">
                    <a16:creationId xmlns:a16="http://schemas.microsoft.com/office/drawing/2014/main" id="{EF4327D4-DC9F-3354-939C-21D77C298929}"/>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Isosceles Triangle 105">
                <a:extLst>
                  <a:ext uri="{FF2B5EF4-FFF2-40B4-BE49-F238E27FC236}">
                    <a16:creationId xmlns:a16="http://schemas.microsoft.com/office/drawing/2014/main" id="{965D6002-2270-83F5-D131-3DF90139F758}"/>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Arrow Connector 106">
                <a:extLst>
                  <a:ext uri="{FF2B5EF4-FFF2-40B4-BE49-F238E27FC236}">
                    <a16:creationId xmlns:a16="http://schemas.microsoft.com/office/drawing/2014/main" id="{6ECFE3F8-9B21-418A-C524-42A46BD99557}"/>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8E9FCE7-02A3-F1D0-B0E7-F58788E4B91A}"/>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Straight Arrow Connector 82">
              <a:extLst>
                <a:ext uri="{FF2B5EF4-FFF2-40B4-BE49-F238E27FC236}">
                  <a16:creationId xmlns:a16="http://schemas.microsoft.com/office/drawing/2014/main" id="{E4A59CDF-3DB6-BFB6-5FE8-193AB4A807CE}"/>
                </a:ext>
              </a:extLst>
            </p:cNvPr>
            <p:cNvCxnSpPr>
              <a:cxnSpLocks/>
            </p:cNvCxnSpPr>
            <p:nvPr/>
          </p:nvCxnSpPr>
          <p:spPr>
            <a:xfrm>
              <a:off x="8750292" y="163541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DC36AC53-6FF5-0234-1BAC-B74BE7D95026}"/>
                </a:ext>
              </a:extLst>
            </p:cNvPr>
            <p:cNvGrpSpPr/>
            <p:nvPr/>
          </p:nvGrpSpPr>
          <p:grpSpPr>
            <a:xfrm>
              <a:off x="7178023" y="1491235"/>
              <a:ext cx="1229995" cy="350195"/>
              <a:chOff x="7176044" y="1125854"/>
              <a:chExt cx="1229995" cy="350195"/>
            </a:xfrm>
          </p:grpSpPr>
          <p:sp>
            <p:nvSpPr>
              <p:cNvPr id="98" name="Rectangle 97">
                <a:extLst>
                  <a:ext uri="{FF2B5EF4-FFF2-40B4-BE49-F238E27FC236}">
                    <a16:creationId xmlns:a16="http://schemas.microsoft.com/office/drawing/2014/main" id="{D9B260A9-FDCF-DE71-8E08-F951C44B37E3}"/>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99020500-9497-4862-DC85-5EBADC8E5265}"/>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a:extLst>
                  <a:ext uri="{FF2B5EF4-FFF2-40B4-BE49-F238E27FC236}">
                    <a16:creationId xmlns:a16="http://schemas.microsoft.com/office/drawing/2014/main" id="{CCAB8BDB-84BB-FF76-66DC-3BFB25BE3AFD}"/>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95C3F3E-87A6-1B2C-BD77-8A0FF23206D5}"/>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8F784882-10CC-7048-9D7F-ED037EFA6CCF}"/>
                </a:ext>
              </a:extLst>
            </p:cNvPr>
            <p:cNvGrpSpPr/>
            <p:nvPr/>
          </p:nvGrpSpPr>
          <p:grpSpPr>
            <a:xfrm>
              <a:off x="7182073" y="1857613"/>
              <a:ext cx="1229995" cy="350195"/>
              <a:chOff x="7176044" y="1125854"/>
              <a:chExt cx="1229995" cy="350195"/>
            </a:xfrm>
          </p:grpSpPr>
          <p:sp>
            <p:nvSpPr>
              <p:cNvPr id="94" name="Rectangle 93">
                <a:extLst>
                  <a:ext uri="{FF2B5EF4-FFF2-40B4-BE49-F238E27FC236}">
                    <a16:creationId xmlns:a16="http://schemas.microsoft.com/office/drawing/2014/main" id="{FA586606-36FD-9B7D-608B-4276C1B9603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DB50FD95-AFDD-E0D2-B483-0F1C4E450901}"/>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DD8FBC29-CD28-8803-E76A-A16C83B68503}"/>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9B456E0-AD7B-4D6F-A5B1-4725E68ADCB6}"/>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0D35E29C-32A0-7AA6-09F3-4690FDF73253}"/>
              </a:ext>
            </a:extLst>
          </p:cNvPr>
          <p:cNvGrpSpPr/>
          <p:nvPr/>
        </p:nvGrpSpPr>
        <p:grpSpPr>
          <a:xfrm>
            <a:off x="7174979" y="3300335"/>
            <a:ext cx="2275922" cy="1004749"/>
            <a:chOff x="7176044" y="1125854"/>
            <a:chExt cx="2275922" cy="1081954"/>
          </a:xfrm>
        </p:grpSpPr>
        <p:sp>
          <p:nvSpPr>
            <p:cNvPr id="112" name="Trapezoid 111">
              <a:extLst>
                <a:ext uri="{FF2B5EF4-FFF2-40B4-BE49-F238E27FC236}">
                  <a16:creationId xmlns:a16="http://schemas.microsoft.com/office/drawing/2014/main" id="{C43A07A0-EC04-C983-6675-75EA641959E1}"/>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3" name="Group 112">
              <a:extLst>
                <a:ext uri="{FF2B5EF4-FFF2-40B4-BE49-F238E27FC236}">
                  <a16:creationId xmlns:a16="http://schemas.microsoft.com/office/drawing/2014/main" id="{0598B61F-7B2B-0289-25BE-5059BFC84E96}"/>
                </a:ext>
              </a:extLst>
            </p:cNvPr>
            <p:cNvGrpSpPr/>
            <p:nvPr/>
          </p:nvGrpSpPr>
          <p:grpSpPr>
            <a:xfrm>
              <a:off x="9101771" y="1476201"/>
              <a:ext cx="350195" cy="350195"/>
              <a:chOff x="8869161" y="1569883"/>
              <a:chExt cx="350195" cy="350195"/>
            </a:xfrm>
          </p:grpSpPr>
          <p:sp>
            <p:nvSpPr>
              <p:cNvPr id="578" name="Rectangle 577">
                <a:extLst>
                  <a:ext uri="{FF2B5EF4-FFF2-40B4-BE49-F238E27FC236}">
                    <a16:creationId xmlns:a16="http://schemas.microsoft.com/office/drawing/2014/main" id="{E8AB4A4F-1374-8ED3-8E9D-A708E7E3D50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Isosceles Triangle 578">
                <a:extLst>
                  <a:ext uri="{FF2B5EF4-FFF2-40B4-BE49-F238E27FC236}">
                    <a16:creationId xmlns:a16="http://schemas.microsoft.com/office/drawing/2014/main" id="{7FA19262-E015-8B7F-9617-8191FFDC4F0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9ACA7AF-9317-C292-CCE5-4E8B8F86EC55}"/>
                </a:ext>
              </a:extLst>
            </p:cNvPr>
            <p:cNvGrpSpPr/>
            <p:nvPr/>
          </p:nvGrpSpPr>
          <p:grpSpPr>
            <a:xfrm>
              <a:off x="7176044" y="1125854"/>
              <a:ext cx="1229995" cy="350195"/>
              <a:chOff x="7176044" y="1125854"/>
              <a:chExt cx="1229995" cy="350195"/>
            </a:xfrm>
          </p:grpSpPr>
          <p:sp>
            <p:nvSpPr>
              <p:cNvPr id="126" name="Rectangle 125">
                <a:extLst>
                  <a:ext uri="{FF2B5EF4-FFF2-40B4-BE49-F238E27FC236}">
                    <a16:creationId xmlns:a16="http://schemas.microsoft.com/office/drawing/2014/main" id="{7EEFED55-23F3-F72B-2DF2-5E36C8DF194F}"/>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Isosceles Triangle 126">
                <a:extLst>
                  <a:ext uri="{FF2B5EF4-FFF2-40B4-BE49-F238E27FC236}">
                    <a16:creationId xmlns:a16="http://schemas.microsoft.com/office/drawing/2014/main" id="{75CCB310-2826-548D-58D6-43BE887C296C}"/>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6" name="Straight Arrow Connector 575">
                <a:extLst>
                  <a:ext uri="{FF2B5EF4-FFF2-40B4-BE49-F238E27FC236}">
                    <a16:creationId xmlns:a16="http://schemas.microsoft.com/office/drawing/2014/main" id="{F1FBD2A7-2CB9-EC11-51F3-4EA8F8A18952}"/>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7" name="Straight Arrow Connector 576">
                <a:extLst>
                  <a:ext uri="{FF2B5EF4-FFF2-40B4-BE49-F238E27FC236}">
                    <a16:creationId xmlns:a16="http://schemas.microsoft.com/office/drawing/2014/main" id="{3011A1E9-24A5-6951-B23E-5AA6193F89F5}"/>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5" name="Straight Arrow Connector 114">
              <a:extLst>
                <a:ext uri="{FF2B5EF4-FFF2-40B4-BE49-F238E27FC236}">
                  <a16:creationId xmlns:a16="http://schemas.microsoft.com/office/drawing/2014/main" id="{B688924C-E214-9F00-CB0C-9D88DA8A7DE6}"/>
                </a:ext>
              </a:extLst>
            </p:cNvPr>
            <p:cNvCxnSpPr>
              <a:cxnSpLocks/>
            </p:cNvCxnSpPr>
            <p:nvPr/>
          </p:nvCxnSpPr>
          <p:spPr>
            <a:xfrm>
              <a:off x="8750292" y="163541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8292FA82-5359-2F93-DD2A-F665A8D2DBB2}"/>
                </a:ext>
              </a:extLst>
            </p:cNvPr>
            <p:cNvGrpSpPr/>
            <p:nvPr/>
          </p:nvGrpSpPr>
          <p:grpSpPr>
            <a:xfrm>
              <a:off x="7178023" y="1491235"/>
              <a:ext cx="1229995" cy="350195"/>
              <a:chOff x="7176044" y="1125854"/>
              <a:chExt cx="1229995" cy="350195"/>
            </a:xfrm>
          </p:grpSpPr>
          <p:sp>
            <p:nvSpPr>
              <p:cNvPr id="122" name="Rectangle 121">
                <a:extLst>
                  <a:ext uri="{FF2B5EF4-FFF2-40B4-BE49-F238E27FC236}">
                    <a16:creationId xmlns:a16="http://schemas.microsoft.com/office/drawing/2014/main" id="{2B02609B-9C22-04DA-7599-810983E739A2}"/>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Isosceles Triangle 122">
                <a:extLst>
                  <a:ext uri="{FF2B5EF4-FFF2-40B4-BE49-F238E27FC236}">
                    <a16:creationId xmlns:a16="http://schemas.microsoft.com/office/drawing/2014/main" id="{177882BE-788A-27CA-85A0-C83E26DE10A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4" name="Straight Arrow Connector 123">
                <a:extLst>
                  <a:ext uri="{FF2B5EF4-FFF2-40B4-BE49-F238E27FC236}">
                    <a16:creationId xmlns:a16="http://schemas.microsoft.com/office/drawing/2014/main" id="{62B9D3B6-712A-346B-0034-6D7DF99EBAB9}"/>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7EBE696-5324-82A3-C94E-3E1906F7EEC3}"/>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1CFEC6F8-2AEF-E946-460C-7AEF6833DB8E}"/>
                </a:ext>
              </a:extLst>
            </p:cNvPr>
            <p:cNvGrpSpPr/>
            <p:nvPr/>
          </p:nvGrpSpPr>
          <p:grpSpPr>
            <a:xfrm>
              <a:off x="7182073" y="1857613"/>
              <a:ext cx="1229995" cy="350195"/>
              <a:chOff x="7176044" y="1125854"/>
              <a:chExt cx="1229995" cy="350195"/>
            </a:xfrm>
          </p:grpSpPr>
          <p:sp>
            <p:nvSpPr>
              <p:cNvPr id="118" name="Rectangle 117">
                <a:extLst>
                  <a:ext uri="{FF2B5EF4-FFF2-40B4-BE49-F238E27FC236}">
                    <a16:creationId xmlns:a16="http://schemas.microsoft.com/office/drawing/2014/main" id="{E06B51F5-4D4C-42ED-DA44-BA91D9D96041}"/>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E258CC91-7565-789C-E9A0-B45A7408E4AD}"/>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Arrow Connector 119">
                <a:extLst>
                  <a:ext uri="{FF2B5EF4-FFF2-40B4-BE49-F238E27FC236}">
                    <a16:creationId xmlns:a16="http://schemas.microsoft.com/office/drawing/2014/main" id="{E15D8B68-862D-F002-6533-46F8A7AFAFEC}"/>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224567B-C34F-C2E8-AC3D-C30D136D78BE}"/>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80" name="Group 579">
            <a:extLst>
              <a:ext uri="{FF2B5EF4-FFF2-40B4-BE49-F238E27FC236}">
                <a16:creationId xmlns:a16="http://schemas.microsoft.com/office/drawing/2014/main" id="{1C1F8340-7A0A-4D35-6A42-0FF7F6677A0F}"/>
              </a:ext>
            </a:extLst>
          </p:cNvPr>
          <p:cNvGrpSpPr/>
          <p:nvPr/>
        </p:nvGrpSpPr>
        <p:grpSpPr>
          <a:xfrm>
            <a:off x="7182073" y="4315435"/>
            <a:ext cx="2275922" cy="1099942"/>
            <a:chOff x="7176044" y="1125854"/>
            <a:chExt cx="2275922" cy="1081954"/>
          </a:xfrm>
        </p:grpSpPr>
        <p:sp>
          <p:nvSpPr>
            <p:cNvPr id="581" name="Trapezoid 580">
              <a:extLst>
                <a:ext uri="{FF2B5EF4-FFF2-40B4-BE49-F238E27FC236}">
                  <a16:creationId xmlns:a16="http://schemas.microsoft.com/office/drawing/2014/main" id="{8CE36B10-1559-A2AF-0770-5FF6CBD193CD}"/>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2" name="Group 581">
              <a:extLst>
                <a:ext uri="{FF2B5EF4-FFF2-40B4-BE49-F238E27FC236}">
                  <a16:creationId xmlns:a16="http://schemas.microsoft.com/office/drawing/2014/main" id="{710EEFEF-6F88-3620-D24E-3DA444668E91}"/>
                </a:ext>
              </a:extLst>
            </p:cNvPr>
            <p:cNvGrpSpPr/>
            <p:nvPr/>
          </p:nvGrpSpPr>
          <p:grpSpPr>
            <a:xfrm>
              <a:off x="9101771" y="1476201"/>
              <a:ext cx="350195" cy="350195"/>
              <a:chOff x="8869161" y="1569883"/>
              <a:chExt cx="350195" cy="350195"/>
            </a:xfrm>
          </p:grpSpPr>
          <p:sp>
            <p:nvSpPr>
              <p:cNvPr id="599" name="Rectangle 598">
                <a:extLst>
                  <a:ext uri="{FF2B5EF4-FFF2-40B4-BE49-F238E27FC236}">
                    <a16:creationId xmlns:a16="http://schemas.microsoft.com/office/drawing/2014/main" id="{3EA503D7-B92F-C293-E2F1-093788604F52}"/>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Isosceles Triangle 599">
                <a:extLst>
                  <a:ext uri="{FF2B5EF4-FFF2-40B4-BE49-F238E27FC236}">
                    <a16:creationId xmlns:a16="http://schemas.microsoft.com/office/drawing/2014/main" id="{60690708-9B4B-5CCC-AD1B-57E1BA443C57}"/>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3" name="Group 582">
              <a:extLst>
                <a:ext uri="{FF2B5EF4-FFF2-40B4-BE49-F238E27FC236}">
                  <a16:creationId xmlns:a16="http://schemas.microsoft.com/office/drawing/2014/main" id="{5D99FF6F-2F9E-7BB0-D1ED-A3F6D42FB732}"/>
                </a:ext>
              </a:extLst>
            </p:cNvPr>
            <p:cNvGrpSpPr/>
            <p:nvPr/>
          </p:nvGrpSpPr>
          <p:grpSpPr>
            <a:xfrm>
              <a:off x="7176044" y="1125854"/>
              <a:ext cx="1229995" cy="350195"/>
              <a:chOff x="7176044" y="1125854"/>
              <a:chExt cx="1229995" cy="350195"/>
            </a:xfrm>
          </p:grpSpPr>
          <p:sp>
            <p:nvSpPr>
              <p:cNvPr id="595" name="Rectangle 594">
                <a:extLst>
                  <a:ext uri="{FF2B5EF4-FFF2-40B4-BE49-F238E27FC236}">
                    <a16:creationId xmlns:a16="http://schemas.microsoft.com/office/drawing/2014/main" id="{97C7917E-8288-ECB8-A06E-9BDFA9E04476}"/>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Isosceles Triangle 595">
                <a:extLst>
                  <a:ext uri="{FF2B5EF4-FFF2-40B4-BE49-F238E27FC236}">
                    <a16:creationId xmlns:a16="http://schemas.microsoft.com/office/drawing/2014/main" id="{308F8551-41E4-9268-AB64-207842AAB715}"/>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7" name="Straight Arrow Connector 596">
                <a:extLst>
                  <a:ext uri="{FF2B5EF4-FFF2-40B4-BE49-F238E27FC236}">
                    <a16:creationId xmlns:a16="http://schemas.microsoft.com/office/drawing/2014/main" id="{FF437A44-79E0-8E48-B65F-B8273C33E8F3}"/>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C2AB2CD9-E11E-8CA6-11D7-6C31011EBA59}"/>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84" name="Straight Arrow Connector 583">
              <a:extLst>
                <a:ext uri="{FF2B5EF4-FFF2-40B4-BE49-F238E27FC236}">
                  <a16:creationId xmlns:a16="http://schemas.microsoft.com/office/drawing/2014/main" id="{96D009FC-CE1F-7CC9-5C7B-4A5F4E471CFA}"/>
                </a:ext>
              </a:extLst>
            </p:cNvPr>
            <p:cNvCxnSpPr>
              <a:cxnSpLocks/>
            </p:cNvCxnSpPr>
            <p:nvPr/>
          </p:nvCxnSpPr>
          <p:spPr>
            <a:xfrm>
              <a:off x="8750292" y="163541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85" name="Group 584">
              <a:extLst>
                <a:ext uri="{FF2B5EF4-FFF2-40B4-BE49-F238E27FC236}">
                  <a16:creationId xmlns:a16="http://schemas.microsoft.com/office/drawing/2014/main" id="{F87236F6-C025-D1C0-F50E-21354A8CFAEA}"/>
                </a:ext>
              </a:extLst>
            </p:cNvPr>
            <p:cNvGrpSpPr/>
            <p:nvPr/>
          </p:nvGrpSpPr>
          <p:grpSpPr>
            <a:xfrm>
              <a:off x="7178023" y="1491235"/>
              <a:ext cx="1229995" cy="350195"/>
              <a:chOff x="7176044" y="1125854"/>
              <a:chExt cx="1229995" cy="350195"/>
            </a:xfrm>
          </p:grpSpPr>
          <p:sp>
            <p:nvSpPr>
              <p:cNvPr id="591" name="Rectangle 590">
                <a:extLst>
                  <a:ext uri="{FF2B5EF4-FFF2-40B4-BE49-F238E27FC236}">
                    <a16:creationId xmlns:a16="http://schemas.microsoft.com/office/drawing/2014/main" id="{E3CA1607-842B-BCA1-208B-E8B6B3079976}"/>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Isosceles Triangle 591">
                <a:extLst>
                  <a:ext uri="{FF2B5EF4-FFF2-40B4-BE49-F238E27FC236}">
                    <a16:creationId xmlns:a16="http://schemas.microsoft.com/office/drawing/2014/main" id="{2F3D837E-C219-6E33-9384-2585EA4F189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3" name="Straight Arrow Connector 592">
                <a:extLst>
                  <a:ext uri="{FF2B5EF4-FFF2-40B4-BE49-F238E27FC236}">
                    <a16:creationId xmlns:a16="http://schemas.microsoft.com/office/drawing/2014/main" id="{CF669FB7-C563-AC65-B490-5913A889F1C5}"/>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4" name="Straight Arrow Connector 593">
                <a:extLst>
                  <a:ext uri="{FF2B5EF4-FFF2-40B4-BE49-F238E27FC236}">
                    <a16:creationId xmlns:a16="http://schemas.microsoft.com/office/drawing/2014/main" id="{12889F39-1539-03FD-0C06-5EA14502D806}"/>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86" name="Group 585">
              <a:extLst>
                <a:ext uri="{FF2B5EF4-FFF2-40B4-BE49-F238E27FC236}">
                  <a16:creationId xmlns:a16="http://schemas.microsoft.com/office/drawing/2014/main" id="{A942B15D-EA44-4879-37C1-DBFA469E8049}"/>
                </a:ext>
              </a:extLst>
            </p:cNvPr>
            <p:cNvGrpSpPr/>
            <p:nvPr/>
          </p:nvGrpSpPr>
          <p:grpSpPr>
            <a:xfrm>
              <a:off x="7182073" y="1857613"/>
              <a:ext cx="1229995" cy="350195"/>
              <a:chOff x="7176044" y="1125854"/>
              <a:chExt cx="1229995" cy="350195"/>
            </a:xfrm>
          </p:grpSpPr>
          <p:sp>
            <p:nvSpPr>
              <p:cNvPr id="587" name="Rectangle 586">
                <a:extLst>
                  <a:ext uri="{FF2B5EF4-FFF2-40B4-BE49-F238E27FC236}">
                    <a16:creationId xmlns:a16="http://schemas.microsoft.com/office/drawing/2014/main" id="{336209A6-AB2A-9C13-A5E8-88E88FB93D76}"/>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Isosceles Triangle 587">
                <a:extLst>
                  <a:ext uri="{FF2B5EF4-FFF2-40B4-BE49-F238E27FC236}">
                    <a16:creationId xmlns:a16="http://schemas.microsoft.com/office/drawing/2014/main" id="{55FC5BCE-6342-EE78-ECE0-FD3CB14C1609}"/>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9" name="Straight Arrow Connector 588">
                <a:extLst>
                  <a:ext uri="{FF2B5EF4-FFF2-40B4-BE49-F238E27FC236}">
                    <a16:creationId xmlns:a16="http://schemas.microsoft.com/office/drawing/2014/main" id="{24250CE5-37AA-D99B-C9DC-9AF6A070AB93}"/>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0" name="Straight Arrow Connector 589">
                <a:extLst>
                  <a:ext uri="{FF2B5EF4-FFF2-40B4-BE49-F238E27FC236}">
                    <a16:creationId xmlns:a16="http://schemas.microsoft.com/office/drawing/2014/main" id="{16AB754B-C76E-5A14-8789-705B77E29791}"/>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01" name="Group 600">
            <a:extLst>
              <a:ext uri="{FF2B5EF4-FFF2-40B4-BE49-F238E27FC236}">
                <a16:creationId xmlns:a16="http://schemas.microsoft.com/office/drawing/2014/main" id="{92AD1775-C631-507A-9908-0667D4B9A3AC}"/>
              </a:ext>
            </a:extLst>
          </p:cNvPr>
          <p:cNvGrpSpPr/>
          <p:nvPr/>
        </p:nvGrpSpPr>
        <p:grpSpPr>
          <a:xfrm>
            <a:off x="7174979" y="5440008"/>
            <a:ext cx="2275922" cy="1004749"/>
            <a:chOff x="7176044" y="1125854"/>
            <a:chExt cx="2275922" cy="1081954"/>
          </a:xfrm>
        </p:grpSpPr>
        <p:sp>
          <p:nvSpPr>
            <p:cNvPr id="602" name="Trapezoid 601">
              <a:extLst>
                <a:ext uri="{FF2B5EF4-FFF2-40B4-BE49-F238E27FC236}">
                  <a16:creationId xmlns:a16="http://schemas.microsoft.com/office/drawing/2014/main" id="{986DCA2D-1E4C-0DBE-FB87-535D546C7FEA}"/>
                </a:ext>
              </a:extLst>
            </p:cNvPr>
            <p:cNvSpPr/>
            <p:nvPr/>
          </p:nvSpPr>
          <p:spPr>
            <a:xfrm rot="5400000">
              <a:off x="8090152" y="1479173"/>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03" name="Group 602">
              <a:extLst>
                <a:ext uri="{FF2B5EF4-FFF2-40B4-BE49-F238E27FC236}">
                  <a16:creationId xmlns:a16="http://schemas.microsoft.com/office/drawing/2014/main" id="{92EE4145-5F74-17EE-3C6B-87C2EC72164C}"/>
                </a:ext>
              </a:extLst>
            </p:cNvPr>
            <p:cNvGrpSpPr/>
            <p:nvPr/>
          </p:nvGrpSpPr>
          <p:grpSpPr>
            <a:xfrm>
              <a:off x="9101771" y="1476201"/>
              <a:ext cx="350195" cy="350195"/>
              <a:chOff x="8869161" y="1569883"/>
              <a:chExt cx="350195" cy="350195"/>
            </a:xfrm>
          </p:grpSpPr>
          <p:sp>
            <p:nvSpPr>
              <p:cNvPr id="627" name="Rectangle 626">
                <a:extLst>
                  <a:ext uri="{FF2B5EF4-FFF2-40B4-BE49-F238E27FC236}">
                    <a16:creationId xmlns:a16="http://schemas.microsoft.com/office/drawing/2014/main" id="{7CE74F0C-3CA2-805E-D395-B281313F032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8" name="Isosceles Triangle 627">
                <a:extLst>
                  <a:ext uri="{FF2B5EF4-FFF2-40B4-BE49-F238E27FC236}">
                    <a16:creationId xmlns:a16="http://schemas.microsoft.com/office/drawing/2014/main" id="{26DD576E-30B3-8C94-34A4-4AE4BA09D16E}"/>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grpSp>
          <p:nvGrpSpPr>
            <p:cNvPr id="604" name="Group 603">
              <a:extLst>
                <a:ext uri="{FF2B5EF4-FFF2-40B4-BE49-F238E27FC236}">
                  <a16:creationId xmlns:a16="http://schemas.microsoft.com/office/drawing/2014/main" id="{76FA97A7-88D6-7D27-8C9C-3E421B54510B}"/>
                </a:ext>
              </a:extLst>
            </p:cNvPr>
            <p:cNvGrpSpPr/>
            <p:nvPr/>
          </p:nvGrpSpPr>
          <p:grpSpPr>
            <a:xfrm>
              <a:off x="7176044" y="1125854"/>
              <a:ext cx="1229995" cy="350195"/>
              <a:chOff x="7176044" y="1125854"/>
              <a:chExt cx="1229995" cy="350195"/>
            </a:xfrm>
          </p:grpSpPr>
          <p:sp>
            <p:nvSpPr>
              <p:cNvPr id="623" name="Rectangle 622">
                <a:extLst>
                  <a:ext uri="{FF2B5EF4-FFF2-40B4-BE49-F238E27FC236}">
                    <a16:creationId xmlns:a16="http://schemas.microsoft.com/office/drawing/2014/main" id="{07E1AFC2-C3F8-FF62-6924-242275254134}"/>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24" name="Isosceles Triangle 623">
                <a:extLst>
                  <a:ext uri="{FF2B5EF4-FFF2-40B4-BE49-F238E27FC236}">
                    <a16:creationId xmlns:a16="http://schemas.microsoft.com/office/drawing/2014/main" id="{037A4742-53DA-41EC-20AE-F07711208267}"/>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cxnSp>
            <p:nvCxnSpPr>
              <p:cNvPr id="625" name="Straight Arrow Connector 624">
                <a:extLst>
                  <a:ext uri="{FF2B5EF4-FFF2-40B4-BE49-F238E27FC236}">
                    <a16:creationId xmlns:a16="http://schemas.microsoft.com/office/drawing/2014/main" id="{1ADB2F2A-F5EA-3A7E-E22D-FB33AC50DA06}"/>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6" name="Straight Arrow Connector 625">
                <a:extLst>
                  <a:ext uri="{FF2B5EF4-FFF2-40B4-BE49-F238E27FC236}">
                    <a16:creationId xmlns:a16="http://schemas.microsoft.com/office/drawing/2014/main" id="{160DAB80-2E76-F78E-82E8-6A9347048609}"/>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05" name="Straight Arrow Connector 604">
              <a:extLst>
                <a:ext uri="{FF2B5EF4-FFF2-40B4-BE49-F238E27FC236}">
                  <a16:creationId xmlns:a16="http://schemas.microsoft.com/office/drawing/2014/main" id="{BDB17151-B4B9-52C7-EC45-F76EBEE07D75}"/>
                </a:ext>
              </a:extLst>
            </p:cNvPr>
            <p:cNvCxnSpPr>
              <a:cxnSpLocks/>
            </p:cNvCxnSpPr>
            <p:nvPr/>
          </p:nvCxnSpPr>
          <p:spPr>
            <a:xfrm>
              <a:off x="8750292" y="163541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06" name="Group 605">
              <a:extLst>
                <a:ext uri="{FF2B5EF4-FFF2-40B4-BE49-F238E27FC236}">
                  <a16:creationId xmlns:a16="http://schemas.microsoft.com/office/drawing/2014/main" id="{E84941A1-C6D0-6B92-DFB3-333877C4768C}"/>
                </a:ext>
              </a:extLst>
            </p:cNvPr>
            <p:cNvGrpSpPr/>
            <p:nvPr/>
          </p:nvGrpSpPr>
          <p:grpSpPr>
            <a:xfrm>
              <a:off x="7178023" y="1491235"/>
              <a:ext cx="1229995" cy="350195"/>
              <a:chOff x="7176044" y="1125854"/>
              <a:chExt cx="1229995" cy="350195"/>
            </a:xfrm>
          </p:grpSpPr>
          <p:sp>
            <p:nvSpPr>
              <p:cNvPr id="618" name="Rectangle 617">
                <a:extLst>
                  <a:ext uri="{FF2B5EF4-FFF2-40B4-BE49-F238E27FC236}">
                    <a16:creationId xmlns:a16="http://schemas.microsoft.com/office/drawing/2014/main" id="{2BA10599-F20A-4B70-5185-22BD819B67E0}"/>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9" name="Isosceles Triangle 618">
                <a:extLst>
                  <a:ext uri="{FF2B5EF4-FFF2-40B4-BE49-F238E27FC236}">
                    <a16:creationId xmlns:a16="http://schemas.microsoft.com/office/drawing/2014/main" id="{CF93B9DC-E5CA-4C49-887F-A96CEF4320F1}"/>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cxnSp>
            <p:nvCxnSpPr>
              <p:cNvPr id="620" name="Straight Arrow Connector 619">
                <a:extLst>
                  <a:ext uri="{FF2B5EF4-FFF2-40B4-BE49-F238E27FC236}">
                    <a16:creationId xmlns:a16="http://schemas.microsoft.com/office/drawing/2014/main" id="{AA440ACF-1F3A-121D-4444-C442351152B0}"/>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1" name="Straight Arrow Connector 620">
                <a:extLst>
                  <a:ext uri="{FF2B5EF4-FFF2-40B4-BE49-F238E27FC236}">
                    <a16:creationId xmlns:a16="http://schemas.microsoft.com/office/drawing/2014/main" id="{E62D54D2-6FD3-1F24-233D-386F34EA92AA}"/>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7" name="Group 606">
              <a:extLst>
                <a:ext uri="{FF2B5EF4-FFF2-40B4-BE49-F238E27FC236}">
                  <a16:creationId xmlns:a16="http://schemas.microsoft.com/office/drawing/2014/main" id="{429C04D8-DF6C-E525-1AAA-D18678F9A534}"/>
                </a:ext>
              </a:extLst>
            </p:cNvPr>
            <p:cNvGrpSpPr/>
            <p:nvPr/>
          </p:nvGrpSpPr>
          <p:grpSpPr>
            <a:xfrm>
              <a:off x="7182073" y="1857613"/>
              <a:ext cx="1229995" cy="350195"/>
              <a:chOff x="7176044" y="1125854"/>
              <a:chExt cx="1229995" cy="350195"/>
            </a:xfrm>
          </p:grpSpPr>
          <p:sp>
            <p:nvSpPr>
              <p:cNvPr id="611" name="Rectangle 610">
                <a:extLst>
                  <a:ext uri="{FF2B5EF4-FFF2-40B4-BE49-F238E27FC236}">
                    <a16:creationId xmlns:a16="http://schemas.microsoft.com/office/drawing/2014/main" id="{BDDE172B-EB6A-3C63-CE5E-1B9A7079379F}"/>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2" name="Isosceles Triangle 611">
                <a:extLst>
                  <a:ext uri="{FF2B5EF4-FFF2-40B4-BE49-F238E27FC236}">
                    <a16:creationId xmlns:a16="http://schemas.microsoft.com/office/drawing/2014/main" id="{618D2827-985D-8B96-783F-7FC9647244C1}"/>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cxnSp>
            <p:nvCxnSpPr>
              <p:cNvPr id="615" name="Straight Arrow Connector 614">
                <a:extLst>
                  <a:ext uri="{FF2B5EF4-FFF2-40B4-BE49-F238E27FC236}">
                    <a16:creationId xmlns:a16="http://schemas.microsoft.com/office/drawing/2014/main" id="{25C43D46-C569-DE50-C786-EA25143971E7}"/>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7" name="Straight Arrow Connector 616">
                <a:extLst>
                  <a:ext uri="{FF2B5EF4-FFF2-40B4-BE49-F238E27FC236}">
                    <a16:creationId xmlns:a16="http://schemas.microsoft.com/office/drawing/2014/main" id="{C38F9AF5-6222-9686-5E6D-0C6C8DDBEADE}"/>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610" name="Straight Arrow Connector 609">
            <a:extLst>
              <a:ext uri="{FF2B5EF4-FFF2-40B4-BE49-F238E27FC236}">
                <a16:creationId xmlns:a16="http://schemas.microsoft.com/office/drawing/2014/main" id="{B3FDB032-A8F2-64B3-2AAE-41E4CCCCC4C0}"/>
              </a:ext>
            </a:extLst>
          </p:cNvPr>
          <p:cNvCxnSpPr>
            <a:cxnSpLocks/>
          </p:cNvCxnSpPr>
          <p:nvPr/>
        </p:nvCxnSpPr>
        <p:spPr>
          <a:xfrm>
            <a:off x="9450900" y="1648577"/>
            <a:ext cx="2121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7" name="TextBox 656">
            <a:extLst>
              <a:ext uri="{FF2B5EF4-FFF2-40B4-BE49-F238E27FC236}">
                <a16:creationId xmlns:a16="http://schemas.microsoft.com/office/drawing/2014/main" id="{B3307D70-CE1A-E69B-180C-638217542DFA}"/>
              </a:ext>
            </a:extLst>
          </p:cNvPr>
          <p:cNvSpPr txBox="1"/>
          <p:nvPr/>
        </p:nvSpPr>
        <p:spPr>
          <a:xfrm>
            <a:off x="10705975" y="1244917"/>
            <a:ext cx="778418" cy="369332"/>
          </a:xfrm>
          <a:prstGeom prst="rect">
            <a:avLst/>
          </a:prstGeom>
          <a:noFill/>
          <a:ln w="12700">
            <a:noFill/>
          </a:ln>
        </p:spPr>
        <p:txBody>
          <a:bodyPr wrap="none" rtlCol="0">
            <a:spAutoFit/>
          </a:bodyPr>
          <a:lstStyle/>
          <a:p>
            <a:r>
              <a:rPr lang="en-US" dirty="0"/>
              <a:t>TDATA</a:t>
            </a:r>
          </a:p>
        </p:txBody>
      </p:sp>
      <p:cxnSp>
        <p:nvCxnSpPr>
          <p:cNvPr id="661" name="Straight Arrow Connector 660">
            <a:extLst>
              <a:ext uri="{FF2B5EF4-FFF2-40B4-BE49-F238E27FC236}">
                <a16:creationId xmlns:a16="http://schemas.microsoft.com/office/drawing/2014/main" id="{A4BCD3A0-D369-A070-78DE-7DE9A29CF254}"/>
              </a:ext>
            </a:extLst>
          </p:cNvPr>
          <p:cNvCxnSpPr>
            <a:cxnSpLocks/>
          </p:cNvCxnSpPr>
          <p:nvPr/>
        </p:nvCxnSpPr>
        <p:spPr>
          <a:xfrm>
            <a:off x="9457995" y="2723025"/>
            <a:ext cx="2121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2" name="Straight Arrow Connector 661">
            <a:extLst>
              <a:ext uri="{FF2B5EF4-FFF2-40B4-BE49-F238E27FC236}">
                <a16:creationId xmlns:a16="http://schemas.microsoft.com/office/drawing/2014/main" id="{3E561047-944B-72B0-F447-FD79D9DBC0A4}"/>
              </a:ext>
            </a:extLst>
          </p:cNvPr>
          <p:cNvCxnSpPr>
            <a:cxnSpLocks/>
          </p:cNvCxnSpPr>
          <p:nvPr/>
        </p:nvCxnSpPr>
        <p:spPr>
          <a:xfrm>
            <a:off x="9450900" y="3779960"/>
            <a:ext cx="2121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3" name="Straight Arrow Connector 662">
            <a:extLst>
              <a:ext uri="{FF2B5EF4-FFF2-40B4-BE49-F238E27FC236}">
                <a16:creationId xmlns:a16="http://schemas.microsoft.com/office/drawing/2014/main" id="{090CDA91-3122-5144-279D-594A87DABB17}"/>
              </a:ext>
            </a:extLst>
          </p:cNvPr>
          <p:cNvCxnSpPr>
            <a:cxnSpLocks/>
          </p:cNvCxnSpPr>
          <p:nvPr/>
        </p:nvCxnSpPr>
        <p:spPr>
          <a:xfrm>
            <a:off x="9457995" y="4833472"/>
            <a:ext cx="2121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4" name="Straight Arrow Connector 663">
            <a:extLst>
              <a:ext uri="{FF2B5EF4-FFF2-40B4-BE49-F238E27FC236}">
                <a16:creationId xmlns:a16="http://schemas.microsoft.com/office/drawing/2014/main" id="{6F9E1728-0AE9-B4C9-56D1-1A2563A2BBDF}"/>
              </a:ext>
            </a:extLst>
          </p:cNvPr>
          <p:cNvCxnSpPr>
            <a:cxnSpLocks/>
          </p:cNvCxnSpPr>
          <p:nvPr/>
        </p:nvCxnSpPr>
        <p:spPr>
          <a:xfrm>
            <a:off x="9457995" y="5927958"/>
            <a:ext cx="2121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0" name="Straight Arrow Connector 679">
            <a:extLst>
              <a:ext uri="{FF2B5EF4-FFF2-40B4-BE49-F238E27FC236}">
                <a16:creationId xmlns:a16="http://schemas.microsoft.com/office/drawing/2014/main" id="{975A3BC6-D480-1111-6C64-75969B7C4988}"/>
              </a:ext>
            </a:extLst>
          </p:cNvPr>
          <p:cNvCxnSpPr>
            <a:cxnSpLocks/>
          </p:cNvCxnSpPr>
          <p:nvPr/>
        </p:nvCxnSpPr>
        <p:spPr>
          <a:xfrm>
            <a:off x="2896147" y="2134198"/>
            <a:ext cx="486245" cy="2006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a:stCxn id="26" idx="3"/>
            <a:endCxn id="684" idx="2"/>
          </p:cNvCxnSpPr>
          <p:nvPr/>
        </p:nvCxnSpPr>
        <p:spPr>
          <a:xfrm>
            <a:off x="2890302" y="1678708"/>
            <a:ext cx="49662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a:stCxn id="29" idx="3"/>
            <a:endCxn id="686" idx="2"/>
          </p:cNvCxnSpPr>
          <p:nvPr/>
        </p:nvCxnSpPr>
        <p:spPr>
          <a:xfrm>
            <a:off x="2890302" y="2046067"/>
            <a:ext cx="49745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a:stCxn id="31" idx="3"/>
            <a:endCxn id="688" idx="2"/>
          </p:cNvCxnSpPr>
          <p:nvPr/>
        </p:nvCxnSpPr>
        <p:spPr>
          <a:xfrm>
            <a:off x="2890302" y="2401997"/>
            <a:ext cx="4812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2873334" y="2786883"/>
            <a:ext cx="4819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Straight Arrow Connector 664">
            <a:extLst>
              <a:ext uri="{FF2B5EF4-FFF2-40B4-BE49-F238E27FC236}">
                <a16:creationId xmlns:a16="http://schemas.microsoft.com/office/drawing/2014/main" id="{A3DE0987-5F34-B094-8BC2-033F8CEA2BB4}"/>
              </a:ext>
            </a:extLst>
          </p:cNvPr>
          <p:cNvCxnSpPr>
            <a:cxnSpLocks/>
          </p:cNvCxnSpPr>
          <p:nvPr/>
        </p:nvCxnSpPr>
        <p:spPr>
          <a:xfrm>
            <a:off x="2894569" y="1429583"/>
            <a:ext cx="486266" cy="16839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9" name="Straight Arrow Connector 668">
            <a:extLst>
              <a:ext uri="{FF2B5EF4-FFF2-40B4-BE49-F238E27FC236}">
                <a16:creationId xmlns:a16="http://schemas.microsoft.com/office/drawing/2014/main" id="{14B7CEA3-9586-5F07-C3F7-C9574818B614}"/>
              </a:ext>
            </a:extLst>
          </p:cNvPr>
          <p:cNvCxnSpPr>
            <a:cxnSpLocks/>
          </p:cNvCxnSpPr>
          <p:nvPr/>
        </p:nvCxnSpPr>
        <p:spPr>
          <a:xfrm>
            <a:off x="2874108" y="1802167"/>
            <a:ext cx="500765" cy="15979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3" name="Straight Arrow Connector 682">
            <a:extLst>
              <a:ext uri="{FF2B5EF4-FFF2-40B4-BE49-F238E27FC236}">
                <a16:creationId xmlns:a16="http://schemas.microsoft.com/office/drawing/2014/main" id="{77C2AB25-7628-1D02-40EB-5BF2E2BD09DE}"/>
              </a:ext>
            </a:extLst>
          </p:cNvPr>
          <p:cNvCxnSpPr>
            <a:cxnSpLocks/>
          </p:cNvCxnSpPr>
          <p:nvPr/>
        </p:nvCxnSpPr>
        <p:spPr>
          <a:xfrm>
            <a:off x="2869494" y="2482027"/>
            <a:ext cx="512898" cy="234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4" name="Trapezoid 683">
            <a:extLst>
              <a:ext uri="{FF2B5EF4-FFF2-40B4-BE49-F238E27FC236}">
                <a16:creationId xmlns:a16="http://schemas.microsoft.com/office/drawing/2014/main" id="{8BFAA828-0FB7-037C-D660-5961393D7EB6}"/>
              </a:ext>
            </a:extLst>
          </p:cNvPr>
          <p:cNvSpPr/>
          <p:nvPr/>
        </p:nvSpPr>
        <p:spPr>
          <a:xfrm rot="5400000">
            <a:off x="3263375" y="1611385"/>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Trapezoid 685">
            <a:extLst>
              <a:ext uri="{FF2B5EF4-FFF2-40B4-BE49-F238E27FC236}">
                <a16:creationId xmlns:a16="http://schemas.microsoft.com/office/drawing/2014/main" id="{F73349C3-02F6-618A-CD51-3CA56ADC75AF}"/>
              </a:ext>
            </a:extLst>
          </p:cNvPr>
          <p:cNvSpPr/>
          <p:nvPr/>
        </p:nvSpPr>
        <p:spPr>
          <a:xfrm rot="5400000">
            <a:off x="3264210" y="197874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Trapezoid 687">
            <a:extLst>
              <a:ext uri="{FF2B5EF4-FFF2-40B4-BE49-F238E27FC236}">
                <a16:creationId xmlns:a16="http://schemas.microsoft.com/office/drawing/2014/main" id="{A8256F8B-0C5F-46DD-DC0D-9341B9035F16}"/>
              </a:ext>
            </a:extLst>
          </p:cNvPr>
          <p:cNvSpPr/>
          <p:nvPr/>
        </p:nvSpPr>
        <p:spPr>
          <a:xfrm rot="5400000">
            <a:off x="3247993" y="2334674"/>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Trapezoid 691">
            <a:extLst>
              <a:ext uri="{FF2B5EF4-FFF2-40B4-BE49-F238E27FC236}">
                <a16:creationId xmlns:a16="http://schemas.microsoft.com/office/drawing/2014/main" id="{9B288F80-CF88-2D49-BB38-28DF32874465}"/>
              </a:ext>
            </a:extLst>
          </p:cNvPr>
          <p:cNvSpPr/>
          <p:nvPr/>
        </p:nvSpPr>
        <p:spPr>
          <a:xfrm rot="5400000">
            <a:off x="3256418" y="2701942"/>
            <a:ext cx="381743" cy="134644"/>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7" name="Straight Connector 696">
            <a:extLst>
              <a:ext uri="{FF2B5EF4-FFF2-40B4-BE49-F238E27FC236}">
                <a16:creationId xmlns:a16="http://schemas.microsoft.com/office/drawing/2014/main" id="{22405146-6645-62DA-2E6D-A0171D95FCD6}"/>
              </a:ext>
            </a:extLst>
          </p:cNvPr>
          <p:cNvCxnSpPr>
            <a:cxnSpLocks/>
            <a:stCxn id="60" idx="1"/>
            <a:endCxn id="684" idx="0"/>
          </p:cNvCxnSpPr>
          <p:nvPr/>
        </p:nvCxnSpPr>
        <p:spPr>
          <a:xfrm flipH="1">
            <a:off x="3521569" y="1678708"/>
            <a:ext cx="98100"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700" name="Straight Connector 699">
            <a:extLst>
              <a:ext uri="{FF2B5EF4-FFF2-40B4-BE49-F238E27FC236}">
                <a16:creationId xmlns:a16="http://schemas.microsoft.com/office/drawing/2014/main" id="{40A3646E-D6CF-D5DF-62EB-3DF4370CE869}"/>
              </a:ext>
            </a:extLst>
          </p:cNvPr>
          <p:cNvCxnSpPr>
            <a:stCxn id="686" idx="0"/>
            <a:endCxn id="448" idx="1"/>
          </p:cNvCxnSpPr>
          <p:nvPr/>
        </p:nvCxnSpPr>
        <p:spPr>
          <a:xfrm>
            <a:off x="3522404" y="2046067"/>
            <a:ext cx="928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2" name="Straight Connector 701">
            <a:extLst>
              <a:ext uri="{FF2B5EF4-FFF2-40B4-BE49-F238E27FC236}">
                <a16:creationId xmlns:a16="http://schemas.microsoft.com/office/drawing/2014/main" id="{CA572635-8E64-79F1-9D2B-AE63FFF48136}"/>
              </a:ext>
            </a:extLst>
          </p:cNvPr>
          <p:cNvCxnSpPr>
            <a:stCxn id="688" idx="0"/>
            <a:endCxn id="451" idx="1"/>
          </p:cNvCxnSpPr>
          <p:nvPr/>
        </p:nvCxnSpPr>
        <p:spPr>
          <a:xfrm>
            <a:off x="3506187" y="2401997"/>
            <a:ext cx="1134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a:extLst>
              <a:ext uri="{FF2B5EF4-FFF2-40B4-BE49-F238E27FC236}">
                <a16:creationId xmlns:a16="http://schemas.microsoft.com/office/drawing/2014/main" id="{2C1DC1F7-08D9-DDB9-7FB5-605478783A64}"/>
              </a:ext>
            </a:extLst>
          </p:cNvPr>
          <p:cNvCxnSpPr>
            <a:stCxn id="692" idx="0"/>
            <a:endCxn id="454" idx="1"/>
          </p:cNvCxnSpPr>
          <p:nvPr/>
        </p:nvCxnSpPr>
        <p:spPr>
          <a:xfrm>
            <a:off x="3514612" y="2769265"/>
            <a:ext cx="1067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134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032083" y="3672352"/>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879683" y="3519952"/>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3" name="TextBox 2">
            <a:extLst>
              <a:ext uri="{FF2B5EF4-FFF2-40B4-BE49-F238E27FC236}">
                <a16:creationId xmlns:a16="http://schemas.microsoft.com/office/drawing/2014/main" id="{52E943C8-38E3-41CE-994C-6A05DA33D725}"/>
              </a:ext>
            </a:extLst>
          </p:cNvPr>
          <p:cNvSpPr txBox="1"/>
          <p:nvPr/>
        </p:nvSpPr>
        <p:spPr>
          <a:xfrm>
            <a:off x="622451" y="2660168"/>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727283" y="3367552"/>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220624" y="2830662"/>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068224" y="2678262"/>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2915824" y="2525862"/>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2813157" y="1865430"/>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222756" y="433520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070356" y="418280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2917956" y="403040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134077" y="3089109"/>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097984" y="4408877"/>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233286" y="3559640"/>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261245" y="41268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108845" y="39744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4952180" y="3817789"/>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4619629" y="2987261"/>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249362" y="4299006"/>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3655351" y="548725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AFCB326-5655-49E7-BE62-8EAE582D55AD}"/>
              </a:ext>
            </a:extLst>
          </p:cNvPr>
          <p:cNvCxnSpPr>
            <a:cxnSpLocks/>
          </p:cNvCxnSpPr>
          <p:nvPr/>
        </p:nvCxnSpPr>
        <p:spPr>
          <a:xfrm>
            <a:off x="5657053" y="4531172"/>
            <a:ext cx="209417" cy="164552"/>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1562392" y="4800936"/>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1864712" y="4961862"/>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216137" y="5250951"/>
            <a:ext cx="1297150" cy="369332"/>
          </a:xfrm>
          <a:prstGeom prst="rect">
            <a:avLst/>
          </a:prstGeom>
          <a:noFill/>
          <a:ln>
            <a:noFill/>
          </a:ln>
        </p:spPr>
        <p:txBody>
          <a:bodyPr wrap="none" rtlCol="0">
            <a:spAutoFit/>
          </a:bodyPr>
          <a:lstStyle/>
          <a:p>
            <a:r>
              <a:rPr lang="en-US" i="1" dirty="0"/>
              <a:t>same shape</a:t>
            </a:r>
          </a:p>
        </p:txBody>
      </p:sp>
      <p:sp>
        <p:nvSpPr>
          <p:cNvPr id="176" name="Rectangle 175">
            <a:extLst>
              <a:ext uri="{FF2B5EF4-FFF2-40B4-BE49-F238E27FC236}">
                <a16:creationId xmlns:a16="http://schemas.microsoft.com/office/drawing/2014/main" id="{61AD3C30-0113-4E68-8C19-3FD75F0E24C6}"/>
              </a:ext>
            </a:extLst>
          </p:cNvPr>
          <p:cNvSpPr/>
          <p:nvPr/>
        </p:nvSpPr>
        <p:spPr>
          <a:xfrm>
            <a:off x="533401" y="1758422"/>
            <a:ext cx="5639648" cy="4573858"/>
          </a:xfrm>
          <a:custGeom>
            <a:avLst/>
            <a:gdLst>
              <a:gd name="connsiteX0" fmla="*/ 0 w 5639648"/>
              <a:gd name="connsiteY0" fmla="*/ 0 h 4573858"/>
              <a:gd name="connsiteX1" fmla="*/ 626628 w 5639648"/>
              <a:gd name="connsiteY1" fmla="*/ 0 h 4573858"/>
              <a:gd name="connsiteX2" fmla="*/ 1140462 w 5639648"/>
              <a:gd name="connsiteY2" fmla="*/ 0 h 4573858"/>
              <a:gd name="connsiteX3" fmla="*/ 1710693 w 5639648"/>
              <a:gd name="connsiteY3" fmla="*/ 0 h 4573858"/>
              <a:gd name="connsiteX4" fmla="*/ 2393717 w 5639648"/>
              <a:gd name="connsiteY4" fmla="*/ 0 h 4573858"/>
              <a:gd name="connsiteX5" fmla="*/ 3076741 w 5639648"/>
              <a:gd name="connsiteY5" fmla="*/ 0 h 4573858"/>
              <a:gd name="connsiteX6" fmla="*/ 3590576 w 5639648"/>
              <a:gd name="connsiteY6" fmla="*/ 0 h 4573858"/>
              <a:gd name="connsiteX7" fmla="*/ 4160807 w 5639648"/>
              <a:gd name="connsiteY7" fmla="*/ 0 h 4573858"/>
              <a:gd name="connsiteX8" fmla="*/ 4843831 w 5639648"/>
              <a:gd name="connsiteY8" fmla="*/ 0 h 4573858"/>
              <a:gd name="connsiteX9" fmla="*/ 5639648 w 5639648"/>
              <a:gd name="connsiteY9" fmla="*/ 0 h 4573858"/>
              <a:gd name="connsiteX10" fmla="*/ 5639648 w 5639648"/>
              <a:gd name="connsiteY10" fmla="*/ 561931 h 4573858"/>
              <a:gd name="connsiteX11" fmla="*/ 5639648 w 5639648"/>
              <a:gd name="connsiteY11" fmla="*/ 1261078 h 4573858"/>
              <a:gd name="connsiteX12" fmla="*/ 5639648 w 5639648"/>
              <a:gd name="connsiteY12" fmla="*/ 2005963 h 4573858"/>
              <a:gd name="connsiteX13" fmla="*/ 5639648 w 5639648"/>
              <a:gd name="connsiteY13" fmla="*/ 2613633 h 4573858"/>
              <a:gd name="connsiteX14" fmla="*/ 5639648 w 5639648"/>
              <a:gd name="connsiteY14" fmla="*/ 3358519 h 4573858"/>
              <a:gd name="connsiteX15" fmla="*/ 5639648 w 5639648"/>
              <a:gd name="connsiteY15" fmla="*/ 3966188 h 4573858"/>
              <a:gd name="connsiteX16" fmla="*/ 5639648 w 5639648"/>
              <a:gd name="connsiteY16" fmla="*/ 4573858 h 4573858"/>
              <a:gd name="connsiteX17" fmla="*/ 5125813 w 5639648"/>
              <a:gd name="connsiteY17" fmla="*/ 4573858 h 4573858"/>
              <a:gd name="connsiteX18" fmla="*/ 4555582 w 5639648"/>
              <a:gd name="connsiteY18" fmla="*/ 4573858 h 4573858"/>
              <a:gd name="connsiteX19" fmla="*/ 4041748 w 5639648"/>
              <a:gd name="connsiteY19" fmla="*/ 4573858 h 4573858"/>
              <a:gd name="connsiteX20" fmla="*/ 3415120 w 5639648"/>
              <a:gd name="connsiteY20" fmla="*/ 4573858 h 4573858"/>
              <a:gd name="connsiteX21" fmla="*/ 2844889 w 5639648"/>
              <a:gd name="connsiteY21" fmla="*/ 4573858 h 4573858"/>
              <a:gd name="connsiteX22" fmla="*/ 2387451 w 5639648"/>
              <a:gd name="connsiteY22" fmla="*/ 4573858 h 4573858"/>
              <a:gd name="connsiteX23" fmla="*/ 1648030 w 5639648"/>
              <a:gd name="connsiteY23" fmla="*/ 4573858 h 4573858"/>
              <a:gd name="connsiteX24" fmla="*/ 965006 w 5639648"/>
              <a:gd name="connsiteY24" fmla="*/ 4573858 h 4573858"/>
              <a:gd name="connsiteX25" fmla="*/ 0 w 5639648"/>
              <a:gd name="connsiteY25" fmla="*/ 4573858 h 4573858"/>
              <a:gd name="connsiteX26" fmla="*/ 0 w 5639648"/>
              <a:gd name="connsiteY26" fmla="*/ 3966188 h 4573858"/>
              <a:gd name="connsiteX27" fmla="*/ 0 w 5639648"/>
              <a:gd name="connsiteY27" fmla="*/ 3358519 h 4573858"/>
              <a:gd name="connsiteX28" fmla="*/ 0 w 5639648"/>
              <a:gd name="connsiteY28" fmla="*/ 2705110 h 4573858"/>
              <a:gd name="connsiteX29" fmla="*/ 0 w 5639648"/>
              <a:gd name="connsiteY29" fmla="*/ 2051702 h 4573858"/>
              <a:gd name="connsiteX30" fmla="*/ 0 w 5639648"/>
              <a:gd name="connsiteY30" fmla="*/ 1444032 h 4573858"/>
              <a:gd name="connsiteX31" fmla="*/ 0 w 5639648"/>
              <a:gd name="connsiteY31" fmla="*/ 699147 h 4573858"/>
              <a:gd name="connsiteX32" fmla="*/ 0 w 5639648"/>
              <a:gd name="connsiteY32" fmla="*/ 0 h 457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39648" h="4573858" extrusionOk="0">
                <a:moveTo>
                  <a:pt x="0" y="0"/>
                </a:moveTo>
                <a:cubicBezTo>
                  <a:pt x="230085" y="26342"/>
                  <a:pt x="337380" y="26803"/>
                  <a:pt x="626628" y="0"/>
                </a:cubicBezTo>
                <a:cubicBezTo>
                  <a:pt x="915876" y="-26803"/>
                  <a:pt x="922278" y="899"/>
                  <a:pt x="1140462" y="0"/>
                </a:cubicBezTo>
                <a:cubicBezTo>
                  <a:pt x="1358646" y="-899"/>
                  <a:pt x="1495083" y="10929"/>
                  <a:pt x="1710693" y="0"/>
                </a:cubicBezTo>
                <a:cubicBezTo>
                  <a:pt x="1926303" y="-10929"/>
                  <a:pt x="2191418" y="-10993"/>
                  <a:pt x="2393717" y="0"/>
                </a:cubicBezTo>
                <a:cubicBezTo>
                  <a:pt x="2596016" y="10993"/>
                  <a:pt x="2843630" y="-8695"/>
                  <a:pt x="3076741" y="0"/>
                </a:cubicBezTo>
                <a:cubicBezTo>
                  <a:pt x="3309852" y="8695"/>
                  <a:pt x="3473874" y="-10311"/>
                  <a:pt x="3590576" y="0"/>
                </a:cubicBezTo>
                <a:cubicBezTo>
                  <a:pt x="3707279" y="10311"/>
                  <a:pt x="3887107" y="19124"/>
                  <a:pt x="4160807" y="0"/>
                </a:cubicBezTo>
                <a:cubicBezTo>
                  <a:pt x="4434507" y="-19124"/>
                  <a:pt x="4571239" y="-31249"/>
                  <a:pt x="4843831" y="0"/>
                </a:cubicBezTo>
                <a:cubicBezTo>
                  <a:pt x="5116423" y="31249"/>
                  <a:pt x="5410049" y="-32383"/>
                  <a:pt x="5639648" y="0"/>
                </a:cubicBezTo>
                <a:cubicBezTo>
                  <a:pt x="5628080" y="249509"/>
                  <a:pt x="5628123" y="345220"/>
                  <a:pt x="5639648" y="561931"/>
                </a:cubicBezTo>
                <a:cubicBezTo>
                  <a:pt x="5651173" y="778642"/>
                  <a:pt x="5635081" y="1004230"/>
                  <a:pt x="5639648" y="1261078"/>
                </a:cubicBezTo>
                <a:cubicBezTo>
                  <a:pt x="5644215" y="1517926"/>
                  <a:pt x="5629092" y="1657972"/>
                  <a:pt x="5639648" y="2005963"/>
                </a:cubicBezTo>
                <a:cubicBezTo>
                  <a:pt x="5650204" y="2353955"/>
                  <a:pt x="5666380" y="2441204"/>
                  <a:pt x="5639648" y="2613633"/>
                </a:cubicBezTo>
                <a:cubicBezTo>
                  <a:pt x="5612917" y="2786062"/>
                  <a:pt x="5637622" y="3069557"/>
                  <a:pt x="5639648" y="3358519"/>
                </a:cubicBezTo>
                <a:cubicBezTo>
                  <a:pt x="5641674" y="3647481"/>
                  <a:pt x="5633263" y="3811615"/>
                  <a:pt x="5639648" y="3966188"/>
                </a:cubicBezTo>
                <a:cubicBezTo>
                  <a:pt x="5646033" y="4120761"/>
                  <a:pt x="5614570" y="4406403"/>
                  <a:pt x="5639648" y="4573858"/>
                </a:cubicBezTo>
                <a:cubicBezTo>
                  <a:pt x="5489769" y="4592270"/>
                  <a:pt x="5268202" y="4577051"/>
                  <a:pt x="5125813" y="4573858"/>
                </a:cubicBezTo>
                <a:cubicBezTo>
                  <a:pt x="4983424" y="4570665"/>
                  <a:pt x="4830848" y="4596049"/>
                  <a:pt x="4555582" y="4573858"/>
                </a:cubicBezTo>
                <a:cubicBezTo>
                  <a:pt x="4280316" y="4551667"/>
                  <a:pt x="4241793" y="4558125"/>
                  <a:pt x="4041748" y="4573858"/>
                </a:cubicBezTo>
                <a:cubicBezTo>
                  <a:pt x="3841703" y="4589591"/>
                  <a:pt x="3661811" y="4567517"/>
                  <a:pt x="3415120" y="4573858"/>
                </a:cubicBezTo>
                <a:cubicBezTo>
                  <a:pt x="3168429" y="4580199"/>
                  <a:pt x="3008720" y="4592527"/>
                  <a:pt x="2844889" y="4573858"/>
                </a:cubicBezTo>
                <a:cubicBezTo>
                  <a:pt x="2681058" y="4555189"/>
                  <a:pt x="2592511" y="4553885"/>
                  <a:pt x="2387451" y="4573858"/>
                </a:cubicBezTo>
                <a:cubicBezTo>
                  <a:pt x="2182391" y="4593831"/>
                  <a:pt x="1992420" y="4547413"/>
                  <a:pt x="1648030" y="4573858"/>
                </a:cubicBezTo>
                <a:cubicBezTo>
                  <a:pt x="1303640" y="4600303"/>
                  <a:pt x="1300369" y="4562193"/>
                  <a:pt x="965006" y="4573858"/>
                </a:cubicBezTo>
                <a:cubicBezTo>
                  <a:pt x="629643" y="4585523"/>
                  <a:pt x="228404" y="4530152"/>
                  <a:pt x="0" y="4573858"/>
                </a:cubicBezTo>
                <a:cubicBezTo>
                  <a:pt x="30052" y="4435091"/>
                  <a:pt x="-24234" y="4185729"/>
                  <a:pt x="0" y="3966188"/>
                </a:cubicBezTo>
                <a:cubicBezTo>
                  <a:pt x="24234" y="3746647"/>
                  <a:pt x="-6202" y="3600318"/>
                  <a:pt x="0" y="3358519"/>
                </a:cubicBezTo>
                <a:cubicBezTo>
                  <a:pt x="6202" y="3116720"/>
                  <a:pt x="-8011" y="2854110"/>
                  <a:pt x="0" y="2705110"/>
                </a:cubicBezTo>
                <a:cubicBezTo>
                  <a:pt x="8011" y="2556110"/>
                  <a:pt x="-32622" y="2273230"/>
                  <a:pt x="0" y="2051702"/>
                </a:cubicBezTo>
                <a:cubicBezTo>
                  <a:pt x="32622" y="1830174"/>
                  <a:pt x="4739" y="1712524"/>
                  <a:pt x="0" y="1444032"/>
                </a:cubicBezTo>
                <a:cubicBezTo>
                  <a:pt x="-4739" y="1175540"/>
                  <a:pt x="11016" y="887801"/>
                  <a:pt x="0" y="699147"/>
                </a:cubicBezTo>
                <a:cubicBezTo>
                  <a:pt x="-11016" y="510494"/>
                  <a:pt x="-18108" y="181888"/>
                  <a:pt x="0" y="0"/>
                </a:cubicBezTo>
                <a:close/>
              </a:path>
            </a:pathLst>
          </a:custGeom>
          <a:noFill/>
          <a:ln w="12700">
            <a:solidFill>
              <a:schemeClr val="tx1"/>
            </a:solidFill>
            <a:prstDash val="lgDash"/>
            <a:extLst>
              <a:ext uri="{C807C97D-BFC1-408E-A445-0C87EB9F89A2}">
                <ask:lineSketchStyleProps xmlns:ask="http://schemas.microsoft.com/office/drawing/2018/sketchyshapes" sd="209156164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4699210" y="4644274"/>
            <a:ext cx="296756"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4357009" y="5435617"/>
            <a:ext cx="1277914" cy="369332"/>
          </a:xfrm>
          <a:prstGeom prst="rect">
            <a:avLst/>
          </a:prstGeom>
          <a:noFill/>
          <a:ln>
            <a:noFill/>
          </a:ln>
        </p:spPr>
        <p:txBody>
          <a:bodyPr wrap="none" rtlCol="0">
            <a:spAutoFit/>
          </a:bodyPr>
          <a:lstStyle/>
          <a:p>
            <a:r>
              <a:rPr lang="en-US" i="1" dirty="0"/>
              <a:t>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727283" y="3367552"/>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2915823" y="2530122"/>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2922221" y="403040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extBox 170">
            <a:extLst>
              <a:ext uri="{FF2B5EF4-FFF2-40B4-BE49-F238E27FC236}">
                <a16:creationId xmlns:a16="http://schemas.microsoft.com/office/drawing/2014/main" id="{58C7179C-F4EA-4737-BD5E-590D24A4D798}"/>
              </a:ext>
            </a:extLst>
          </p:cNvPr>
          <p:cNvSpPr txBox="1"/>
          <p:nvPr/>
        </p:nvSpPr>
        <p:spPr>
          <a:xfrm>
            <a:off x="10692224" y="259178"/>
            <a:ext cx="1002069" cy="369332"/>
          </a:xfrm>
          <a:prstGeom prst="rect">
            <a:avLst/>
          </a:prstGeom>
          <a:noFill/>
        </p:spPr>
        <p:txBody>
          <a:bodyPr wrap="none" rtlCol="0">
            <a:spAutoFit/>
          </a:bodyPr>
          <a:lstStyle/>
          <a:p>
            <a:r>
              <a:rPr lang="en-US" i="1" dirty="0"/>
              <a:t>conv2d.v</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10171689" y="5503761"/>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10171689" y="5980678"/>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10936642" y="5503761"/>
            <a:ext cx="1172309" cy="369332"/>
          </a:xfrm>
          <a:prstGeom prst="rect">
            <a:avLst/>
          </a:prstGeom>
          <a:noFill/>
        </p:spPr>
        <p:txBody>
          <a:bodyPr wrap="none" rtlCol="0">
            <a:spAutoFit/>
          </a:bodyPr>
          <a:lstStyle/>
          <a:p>
            <a:r>
              <a:rPr lang="en-US" dirty="0"/>
              <a:t>row buffer</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949022" y="5980678"/>
            <a:ext cx="911468" cy="369332"/>
          </a:xfrm>
          <a:prstGeom prst="rect">
            <a:avLst/>
          </a:prstGeom>
          <a:noFill/>
        </p:spPr>
        <p:txBody>
          <a:bodyPr wrap="none" rtlCol="0">
            <a:spAutoFit/>
          </a:bodyPr>
          <a:lstStyle/>
          <a:p>
            <a:r>
              <a:rPr lang="en-US" dirty="0"/>
              <a:t>weights</a:t>
            </a:r>
          </a:p>
        </p:txBody>
      </p:sp>
      <p:sp>
        <p:nvSpPr>
          <p:cNvPr id="188" name="TextBox 187">
            <a:extLst>
              <a:ext uri="{FF2B5EF4-FFF2-40B4-BE49-F238E27FC236}">
                <a16:creationId xmlns:a16="http://schemas.microsoft.com/office/drawing/2014/main" id="{7F588F9E-16E7-4344-A4E1-CB24981636DB}"/>
              </a:ext>
            </a:extLst>
          </p:cNvPr>
          <p:cNvSpPr txBox="1"/>
          <p:nvPr/>
        </p:nvSpPr>
        <p:spPr>
          <a:xfrm>
            <a:off x="6567579" y="1696612"/>
            <a:ext cx="671979" cy="369332"/>
          </a:xfrm>
          <a:prstGeom prst="rect">
            <a:avLst/>
          </a:prstGeom>
          <a:noFill/>
        </p:spPr>
        <p:txBody>
          <a:bodyPr wrap="none" rtlCol="0">
            <a:spAutoFit/>
          </a:bodyPr>
          <a:lstStyle/>
          <a:p>
            <a:r>
              <a:rPr lang="en-US" dirty="0"/>
              <a:t>AXI-S</a:t>
            </a:r>
          </a:p>
        </p:txBody>
      </p:sp>
      <p:grpSp>
        <p:nvGrpSpPr>
          <p:cNvPr id="257" name="Group 256">
            <a:extLst>
              <a:ext uri="{FF2B5EF4-FFF2-40B4-BE49-F238E27FC236}">
                <a16:creationId xmlns:a16="http://schemas.microsoft.com/office/drawing/2014/main" id="{EF176BD9-D673-ED8F-D982-CAE59035F7F5}"/>
              </a:ext>
            </a:extLst>
          </p:cNvPr>
          <p:cNvGrpSpPr/>
          <p:nvPr/>
        </p:nvGrpSpPr>
        <p:grpSpPr>
          <a:xfrm>
            <a:off x="6620934" y="1899172"/>
            <a:ext cx="5073359" cy="2814654"/>
            <a:chOff x="333382" y="1125854"/>
            <a:chExt cx="9620883" cy="5337579"/>
          </a:xfrm>
        </p:grpSpPr>
        <p:sp>
          <p:nvSpPr>
            <p:cNvPr id="97" name="TextBox 96">
              <a:extLst>
                <a:ext uri="{FF2B5EF4-FFF2-40B4-BE49-F238E27FC236}">
                  <a16:creationId xmlns:a16="http://schemas.microsoft.com/office/drawing/2014/main" id="{AA25AF5F-00E5-FAB0-AAB9-9E77B3480B45}"/>
                </a:ext>
              </a:extLst>
            </p:cNvPr>
            <p:cNvSpPr txBox="1"/>
            <p:nvPr/>
          </p:nvSpPr>
          <p:spPr>
            <a:xfrm>
              <a:off x="5788913" y="1132149"/>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98" name="TextBox 97">
              <a:extLst>
                <a:ext uri="{FF2B5EF4-FFF2-40B4-BE49-F238E27FC236}">
                  <a16:creationId xmlns:a16="http://schemas.microsoft.com/office/drawing/2014/main" id="{D4BBE683-A659-10EE-D5BE-103B4CE48CBF}"/>
                </a:ext>
              </a:extLst>
            </p:cNvPr>
            <p:cNvSpPr txBox="1"/>
            <p:nvPr/>
          </p:nvSpPr>
          <p:spPr>
            <a:xfrm>
              <a:off x="5788913" y="1487650"/>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99" name="TextBox 98">
              <a:extLst>
                <a:ext uri="{FF2B5EF4-FFF2-40B4-BE49-F238E27FC236}">
                  <a16:creationId xmlns:a16="http://schemas.microsoft.com/office/drawing/2014/main" id="{FC5F578C-E922-7851-77F6-30D4CF41EF3A}"/>
                </a:ext>
              </a:extLst>
            </p:cNvPr>
            <p:cNvSpPr txBox="1"/>
            <p:nvPr/>
          </p:nvSpPr>
          <p:spPr>
            <a:xfrm>
              <a:off x="5788913" y="1843151"/>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0" name="TextBox 99">
              <a:extLst>
                <a:ext uri="{FF2B5EF4-FFF2-40B4-BE49-F238E27FC236}">
                  <a16:creationId xmlns:a16="http://schemas.microsoft.com/office/drawing/2014/main" id="{516A70AC-89AC-C1F7-2075-16D728DB825D}"/>
                </a:ext>
              </a:extLst>
            </p:cNvPr>
            <p:cNvSpPr txBox="1"/>
            <p:nvPr/>
          </p:nvSpPr>
          <p:spPr>
            <a:xfrm>
              <a:off x="5788913" y="2198652"/>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1" name="TextBox 100">
              <a:extLst>
                <a:ext uri="{FF2B5EF4-FFF2-40B4-BE49-F238E27FC236}">
                  <a16:creationId xmlns:a16="http://schemas.microsoft.com/office/drawing/2014/main" id="{4D701587-5EEC-E827-C990-5C4EE9C72AD8}"/>
                </a:ext>
              </a:extLst>
            </p:cNvPr>
            <p:cNvSpPr txBox="1"/>
            <p:nvPr/>
          </p:nvSpPr>
          <p:spPr>
            <a:xfrm>
              <a:off x="5788913" y="2554153"/>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2" name="TextBox 101">
              <a:extLst>
                <a:ext uri="{FF2B5EF4-FFF2-40B4-BE49-F238E27FC236}">
                  <a16:creationId xmlns:a16="http://schemas.microsoft.com/office/drawing/2014/main" id="{561AC6C3-D0BA-215B-704A-E7032A428EF8}"/>
                </a:ext>
              </a:extLst>
            </p:cNvPr>
            <p:cNvSpPr txBox="1"/>
            <p:nvPr/>
          </p:nvSpPr>
          <p:spPr>
            <a:xfrm>
              <a:off x="5788913" y="2909654"/>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3" name="TextBox 102">
              <a:extLst>
                <a:ext uri="{FF2B5EF4-FFF2-40B4-BE49-F238E27FC236}">
                  <a16:creationId xmlns:a16="http://schemas.microsoft.com/office/drawing/2014/main" id="{2864461B-1076-3CCE-7E12-0071F52897B2}"/>
                </a:ext>
              </a:extLst>
            </p:cNvPr>
            <p:cNvSpPr txBox="1"/>
            <p:nvPr/>
          </p:nvSpPr>
          <p:spPr>
            <a:xfrm>
              <a:off x="5788913" y="3265155"/>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4" name="TextBox 103">
              <a:extLst>
                <a:ext uri="{FF2B5EF4-FFF2-40B4-BE49-F238E27FC236}">
                  <a16:creationId xmlns:a16="http://schemas.microsoft.com/office/drawing/2014/main" id="{4F63D6F3-E121-E3E0-AD8F-C982A9A63587}"/>
                </a:ext>
              </a:extLst>
            </p:cNvPr>
            <p:cNvSpPr txBox="1"/>
            <p:nvPr/>
          </p:nvSpPr>
          <p:spPr>
            <a:xfrm>
              <a:off x="5788913" y="3620656"/>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5" name="TextBox 104">
              <a:extLst>
                <a:ext uri="{FF2B5EF4-FFF2-40B4-BE49-F238E27FC236}">
                  <a16:creationId xmlns:a16="http://schemas.microsoft.com/office/drawing/2014/main" id="{F7A1050D-CDFA-5BF1-663B-8A9769B6D692}"/>
                </a:ext>
              </a:extLst>
            </p:cNvPr>
            <p:cNvSpPr txBox="1"/>
            <p:nvPr/>
          </p:nvSpPr>
          <p:spPr>
            <a:xfrm>
              <a:off x="5788913" y="3976157"/>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6" name="TextBox 105">
              <a:extLst>
                <a:ext uri="{FF2B5EF4-FFF2-40B4-BE49-F238E27FC236}">
                  <a16:creationId xmlns:a16="http://schemas.microsoft.com/office/drawing/2014/main" id="{7B1D1C10-E508-D611-2BA1-5A983507D821}"/>
                </a:ext>
              </a:extLst>
            </p:cNvPr>
            <p:cNvSpPr txBox="1"/>
            <p:nvPr/>
          </p:nvSpPr>
          <p:spPr>
            <a:xfrm>
              <a:off x="5788913" y="4331658"/>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9" name="TextBox 108">
              <a:extLst>
                <a:ext uri="{FF2B5EF4-FFF2-40B4-BE49-F238E27FC236}">
                  <a16:creationId xmlns:a16="http://schemas.microsoft.com/office/drawing/2014/main" id="{DA6A933A-0AAC-986E-06FD-3C65C0AB1800}"/>
                </a:ext>
              </a:extLst>
            </p:cNvPr>
            <p:cNvSpPr txBox="1"/>
            <p:nvPr/>
          </p:nvSpPr>
          <p:spPr>
            <a:xfrm>
              <a:off x="5788913" y="4687159"/>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0" name="TextBox 109">
              <a:extLst>
                <a:ext uri="{FF2B5EF4-FFF2-40B4-BE49-F238E27FC236}">
                  <a16:creationId xmlns:a16="http://schemas.microsoft.com/office/drawing/2014/main" id="{61F0FB7E-6F4F-BDD5-1FC1-20CB3D02D5D9}"/>
                </a:ext>
              </a:extLst>
            </p:cNvPr>
            <p:cNvSpPr txBox="1"/>
            <p:nvPr/>
          </p:nvSpPr>
          <p:spPr>
            <a:xfrm>
              <a:off x="5788913" y="5042660"/>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1" name="TextBox 110">
              <a:extLst>
                <a:ext uri="{FF2B5EF4-FFF2-40B4-BE49-F238E27FC236}">
                  <a16:creationId xmlns:a16="http://schemas.microsoft.com/office/drawing/2014/main" id="{AC3A5018-2D57-9856-637A-2C45B187EA5B}"/>
                </a:ext>
              </a:extLst>
            </p:cNvPr>
            <p:cNvSpPr txBox="1"/>
            <p:nvPr/>
          </p:nvSpPr>
          <p:spPr>
            <a:xfrm>
              <a:off x="5788913" y="5398161"/>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3" name="TextBox 112">
              <a:extLst>
                <a:ext uri="{FF2B5EF4-FFF2-40B4-BE49-F238E27FC236}">
                  <a16:creationId xmlns:a16="http://schemas.microsoft.com/office/drawing/2014/main" id="{CD267B81-FC32-6815-1A19-253CE3E37D66}"/>
                </a:ext>
              </a:extLst>
            </p:cNvPr>
            <p:cNvSpPr txBox="1"/>
            <p:nvPr/>
          </p:nvSpPr>
          <p:spPr>
            <a:xfrm>
              <a:off x="5788913" y="5753662"/>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4" name="TextBox 113">
              <a:extLst>
                <a:ext uri="{FF2B5EF4-FFF2-40B4-BE49-F238E27FC236}">
                  <a16:creationId xmlns:a16="http://schemas.microsoft.com/office/drawing/2014/main" id="{EC2782F8-1EA7-5EEA-0155-D8D26C17EF09}"/>
                </a:ext>
              </a:extLst>
            </p:cNvPr>
            <p:cNvSpPr txBox="1"/>
            <p:nvPr/>
          </p:nvSpPr>
          <p:spPr>
            <a:xfrm>
              <a:off x="5788913" y="6109168"/>
              <a:ext cx="1386972" cy="354265"/>
            </a:xfrm>
            <a:prstGeom prst="rect">
              <a:avLst/>
            </a:prstGeom>
            <a:noFill/>
            <a:ln w="22225">
              <a:solidFill>
                <a:schemeClr val="tx1"/>
              </a:solidFill>
            </a:ln>
          </p:spPr>
          <p:txBody>
            <a:bodyPr wrap="none" rtlCol="0" anchor="ctr" anchorCtr="1">
              <a:noAutofit/>
            </a:bodyPr>
            <a:lstStyle/>
            <a:p>
              <a:r>
                <a:rPr lang="en-US" sz="900" dirty="0"/>
                <a:t>MAC </a:t>
              </a:r>
              <a:r>
                <a:rPr lang="en-US" sz="900" b="1" dirty="0"/>
                <a:t>n*m</a:t>
              </a:r>
            </a:p>
          </p:txBody>
        </p:sp>
        <p:cxnSp>
          <p:nvCxnSpPr>
            <p:cNvPr id="115" name="Straight Arrow Connector 114">
              <a:extLst>
                <a:ext uri="{FF2B5EF4-FFF2-40B4-BE49-F238E27FC236}">
                  <a16:creationId xmlns:a16="http://schemas.microsoft.com/office/drawing/2014/main" id="{A7A3D0AF-819B-29AC-72C3-DFBA5EE8A4F8}"/>
                </a:ext>
              </a:extLst>
            </p:cNvPr>
            <p:cNvCxnSpPr>
              <a:cxnSpLocks/>
            </p:cNvCxnSpPr>
            <p:nvPr/>
          </p:nvCxnSpPr>
          <p:spPr>
            <a:xfrm flipV="1">
              <a:off x="3951949" y="1390596"/>
              <a:ext cx="1831629"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D6A94A7E-9EDD-7840-B5BC-003432ABE6C4}"/>
                </a:ext>
              </a:extLst>
            </p:cNvPr>
            <p:cNvCxnSpPr>
              <a:cxnSpLocks/>
            </p:cNvCxnSpPr>
            <p:nvPr/>
          </p:nvCxnSpPr>
          <p:spPr>
            <a:xfrm>
              <a:off x="3954771" y="1321859"/>
              <a:ext cx="1832509"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22C0D9D4-2894-1412-A12C-549EDFFCCFC0}"/>
                </a:ext>
              </a:extLst>
            </p:cNvPr>
            <p:cNvCxnSpPr>
              <a:cxnSpLocks/>
            </p:cNvCxnSpPr>
            <p:nvPr/>
          </p:nvCxnSpPr>
          <p:spPr>
            <a:xfrm flipV="1">
              <a:off x="3957353" y="1745571"/>
              <a:ext cx="1826225"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BDF356FA-5791-A24A-452C-8E03FFF9A398}"/>
                </a:ext>
              </a:extLst>
            </p:cNvPr>
            <p:cNvCxnSpPr>
              <a:cxnSpLocks/>
            </p:cNvCxnSpPr>
            <p:nvPr/>
          </p:nvCxnSpPr>
          <p:spPr>
            <a:xfrm flipV="1">
              <a:off x="3954771" y="1240012"/>
              <a:ext cx="182880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A5F8EF2-4F28-0628-9427-CD9E4DE52365}"/>
                </a:ext>
              </a:extLst>
            </p:cNvPr>
            <p:cNvCxnSpPr>
              <a:cxnSpLocks/>
            </p:cNvCxnSpPr>
            <p:nvPr/>
          </p:nvCxnSpPr>
          <p:spPr>
            <a:xfrm flipV="1">
              <a:off x="3957352" y="2099836"/>
              <a:ext cx="1826225"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B8AF373-BBDC-32D4-2E8D-B3220D83B945}"/>
                </a:ext>
              </a:extLst>
            </p:cNvPr>
            <p:cNvCxnSpPr>
              <a:cxnSpLocks/>
            </p:cNvCxnSpPr>
            <p:nvPr/>
          </p:nvCxnSpPr>
          <p:spPr>
            <a:xfrm>
              <a:off x="3954771" y="1681899"/>
              <a:ext cx="1832509"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8B7943D-4BCC-8A84-81E8-A65685DC6A37}"/>
                </a:ext>
              </a:extLst>
            </p:cNvPr>
            <p:cNvCxnSpPr>
              <a:cxnSpLocks/>
            </p:cNvCxnSpPr>
            <p:nvPr/>
          </p:nvCxnSpPr>
          <p:spPr>
            <a:xfrm flipV="1">
              <a:off x="3951949" y="2454811"/>
              <a:ext cx="1831629"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3F337A1-2533-F441-FB49-3E877C8E5D41}"/>
                </a:ext>
              </a:extLst>
            </p:cNvPr>
            <p:cNvCxnSpPr>
              <a:cxnSpLocks/>
            </p:cNvCxnSpPr>
            <p:nvPr/>
          </p:nvCxnSpPr>
          <p:spPr>
            <a:xfrm>
              <a:off x="3954771" y="1321859"/>
              <a:ext cx="182880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759CE33C-843C-20BC-08CA-D665288088CC}"/>
                </a:ext>
              </a:extLst>
            </p:cNvPr>
            <p:cNvCxnSpPr>
              <a:cxnSpLocks/>
            </p:cNvCxnSpPr>
            <p:nvPr/>
          </p:nvCxnSpPr>
          <p:spPr>
            <a:xfrm flipV="1">
              <a:off x="3957352" y="2808366"/>
              <a:ext cx="1829073"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4BE8AA3A-7978-B50D-42A5-897E37FFA4E5}"/>
                </a:ext>
              </a:extLst>
            </p:cNvPr>
            <p:cNvCxnSpPr>
              <a:cxnSpLocks/>
            </p:cNvCxnSpPr>
            <p:nvPr/>
          </p:nvCxnSpPr>
          <p:spPr>
            <a:xfrm>
              <a:off x="3954771" y="1681899"/>
              <a:ext cx="1835357"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E4012827-91DD-0F82-2D83-591BCCAEDAF1}"/>
                </a:ext>
              </a:extLst>
            </p:cNvPr>
            <p:cNvCxnSpPr>
              <a:cxnSpLocks/>
            </p:cNvCxnSpPr>
            <p:nvPr/>
          </p:nvCxnSpPr>
          <p:spPr>
            <a:xfrm flipV="1">
              <a:off x="3957352" y="3163341"/>
              <a:ext cx="1829073"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561B40FC-E240-41A1-0287-E66BE3F57C55}"/>
                </a:ext>
              </a:extLst>
            </p:cNvPr>
            <p:cNvCxnSpPr>
              <a:cxnSpLocks/>
            </p:cNvCxnSpPr>
            <p:nvPr/>
          </p:nvCxnSpPr>
          <p:spPr>
            <a:xfrm>
              <a:off x="3954771" y="1681899"/>
              <a:ext cx="1831654"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4895C2E-E6DD-E4E5-15B4-D43388EB76A1}"/>
                </a:ext>
              </a:extLst>
            </p:cNvPr>
            <p:cNvCxnSpPr>
              <a:cxnSpLocks/>
            </p:cNvCxnSpPr>
            <p:nvPr/>
          </p:nvCxnSpPr>
          <p:spPr>
            <a:xfrm flipV="1">
              <a:off x="3951949" y="3517606"/>
              <a:ext cx="1834476"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22CF96CD-B931-85CA-E69E-5A4DD44F8025}"/>
                </a:ext>
              </a:extLst>
            </p:cNvPr>
            <p:cNvCxnSpPr>
              <a:cxnSpLocks/>
            </p:cNvCxnSpPr>
            <p:nvPr/>
          </p:nvCxnSpPr>
          <p:spPr>
            <a:xfrm>
              <a:off x="3954771" y="2041939"/>
              <a:ext cx="1835357"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8D4128A4-176E-514E-347B-806968C589C8}"/>
                </a:ext>
              </a:extLst>
            </p:cNvPr>
            <p:cNvCxnSpPr>
              <a:cxnSpLocks/>
            </p:cNvCxnSpPr>
            <p:nvPr/>
          </p:nvCxnSpPr>
          <p:spPr>
            <a:xfrm flipV="1">
              <a:off x="3957352" y="3872581"/>
              <a:ext cx="1829073"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F0F1F5F-CBF8-4E90-F7EC-6E8A801D81F1}"/>
                </a:ext>
              </a:extLst>
            </p:cNvPr>
            <p:cNvCxnSpPr>
              <a:cxnSpLocks/>
            </p:cNvCxnSpPr>
            <p:nvPr/>
          </p:nvCxnSpPr>
          <p:spPr>
            <a:xfrm>
              <a:off x="3954771" y="2041939"/>
              <a:ext cx="1831654"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CA0146B9-0F1F-5F63-AECF-5B24366DF16B}"/>
                </a:ext>
              </a:extLst>
            </p:cNvPr>
            <p:cNvCxnSpPr>
              <a:cxnSpLocks/>
            </p:cNvCxnSpPr>
            <p:nvPr/>
          </p:nvCxnSpPr>
          <p:spPr>
            <a:xfrm flipV="1">
              <a:off x="3957352" y="4240605"/>
              <a:ext cx="1823217"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D698EBFA-2B45-5DEC-3CFE-EF4D6D90C570}"/>
                </a:ext>
              </a:extLst>
            </p:cNvPr>
            <p:cNvCxnSpPr>
              <a:cxnSpLocks/>
            </p:cNvCxnSpPr>
            <p:nvPr/>
          </p:nvCxnSpPr>
          <p:spPr>
            <a:xfrm>
              <a:off x="3954771" y="2401979"/>
              <a:ext cx="1829502"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929C0F2-6D51-4C8A-2DB2-D57868C130AB}"/>
                </a:ext>
              </a:extLst>
            </p:cNvPr>
            <p:cNvCxnSpPr>
              <a:cxnSpLocks/>
            </p:cNvCxnSpPr>
            <p:nvPr/>
          </p:nvCxnSpPr>
          <p:spPr>
            <a:xfrm flipV="1">
              <a:off x="3951949" y="4595580"/>
              <a:ext cx="1828620"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E6C4C169-DF10-AD3D-553E-0F2CF7B53433}"/>
                </a:ext>
              </a:extLst>
            </p:cNvPr>
            <p:cNvCxnSpPr>
              <a:cxnSpLocks/>
            </p:cNvCxnSpPr>
            <p:nvPr/>
          </p:nvCxnSpPr>
          <p:spPr>
            <a:xfrm>
              <a:off x="3954771" y="2041939"/>
              <a:ext cx="1825799"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F5B6E8C9-9E74-60EB-6D6E-307400D26C76}"/>
                </a:ext>
              </a:extLst>
            </p:cNvPr>
            <p:cNvCxnSpPr>
              <a:cxnSpLocks/>
            </p:cNvCxnSpPr>
            <p:nvPr/>
          </p:nvCxnSpPr>
          <p:spPr>
            <a:xfrm flipV="1">
              <a:off x="3957352" y="4949845"/>
              <a:ext cx="1823217"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A841FA8E-46F9-3F93-363E-C115E8EA1E7A}"/>
                </a:ext>
              </a:extLst>
            </p:cNvPr>
            <p:cNvCxnSpPr>
              <a:cxnSpLocks/>
            </p:cNvCxnSpPr>
            <p:nvPr/>
          </p:nvCxnSpPr>
          <p:spPr>
            <a:xfrm>
              <a:off x="3954771" y="2401979"/>
              <a:ext cx="1829502"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B6E20C96-22D8-1F67-2EEE-805458C4A125}"/>
                </a:ext>
              </a:extLst>
            </p:cNvPr>
            <p:cNvCxnSpPr>
              <a:cxnSpLocks/>
            </p:cNvCxnSpPr>
            <p:nvPr/>
          </p:nvCxnSpPr>
          <p:spPr>
            <a:xfrm flipV="1">
              <a:off x="3957352" y="5304820"/>
              <a:ext cx="1823217"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97907C96-7FBA-81CC-8B8D-7448FA70EE63}"/>
                </a:ext>
              </a:extLst>
            </p:cNvPr>
            <p:cNvCxnSpPr>
              <a:cxnSpLocks/>
            </p:cNvCxnSpPr>
            <p:nvPr/>
          </p:nvCxnSpPr>
          <p:spPr>
            <a:xfrm>
              <a:off x="3954771" y="2401979"/>
              <a:ext cx="1825799"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452B09E7-1CA8-7B2F-78A2-F29562C24301}"/>
                </a:ext>
              </a:extLst>
            </p:cNvPr>
            <p:cNvCxnSpPr>
              <a:cxnSpLocks/>
            </p:cNvCxnSpPr>
            <p:nvPr/>
          </p:nvCxnSpPr>
          <p:spPr>
            <a:xfrm>
              <a:off x="3951949" y="5162511"/>
              <a:ext cx="1831469"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11C9CC2-67E4-F792-1A1B-F3C240B3C85C}"/>
                </a:ext>
              </a:extLst>
            </p:cNvPr>
            <p:cNvCxnSpPr>
              <a:cxnSpLocks/>
            </p:cNvCxnSpPr>
            <p:nvPr/>
          </p:nvCxnSpPr>
          <p:spPr>
            <a:xfrm>
              <a:off x="3954771" y="2762019"/>
              <a:ext cx="1832350"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421BEFCD-4DEB-23EB-1DF1-36E30201E86E}"/>
                </a:ext>
              </a:extLst>
            </p:cNvPr>
            <p:cNvCxnSpPr>
              <a:cxnSpLocks/>
            </p:cNvCxnSpPr>
            <p:nvPr/>
          </p:nvCxnSpPr>
          <p:spPr>
            <a:xfrm>
              <a:off x="3957352" y="5640386"/>
              <a:ext cx="1826066"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F98D44AA-C61C-E629-2D8A-612D85B52120}"/>
                </a:ext>
              </a:extLst>
            </p:cNvPr>
            <p:cNvCxnSpPr>
              <a:cxnSpLocks/>
            </p:cNvCxnSpPr>
            <p:nvPr/>
          </p:nvCxnSpPr>
          <p:spPr>
            <a:xfrm>
              <a:off x="3954771" y="2762019"/>
              <a:ext cx="182864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6318E7D4-A2C3-76A3-FB1E-60FCA4DB5C2A}"/>
                </a:ext>
              </a:extLst>
            </p:cNvPr>
            <p:cNvCxnSpPr>
              <a:cxnSpLocks/>
            </p:cNvCxnSpPr>
            <p:nvPr/>
          </p:nvCxnSpPr>
          <p:spPr>
            <a:xfrm>
              <a:off x="3957352" y="6118260"/>
              <a:ext cx="1826066"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BE709E20-95F4-4EF7-7E84-07B6F5A651D0}"/>
                </a:ext>
              </a:extLst>
            </p:cNvPr>
            <p:cNvCxnSpPr>
              <a:cxnSpLocks/>
            </p:cNvCxnSpPr>
            <p:nvPr/>
          </p:nvCxnSpPr>
          <p:spPr>
            <a:xfrm>
              <a:off x="3954771" y="2762019"/>
              <a:ext cx="182864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A68D290E-ADE2-6D0B-3B6A-16129E8D185F}"/>
                </a:ext>
              </a:extLst>
            </p:cNvPr>
            <p:cNvSpPr/>
            <p:nvPr/>
          </p:nvSpPr>
          <p:spPr>
            <a:xfrm>
              <a:off x="7526239" y="1125854"/>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1" name="Isosceles Triangle 190">
              <a:extLst>
                <a:ext uri="{FF2B5EF4-FFF2-40B4-BE49-F238E27FC236}">
                  <a16:creationId xmlns:a16="http://schemas.microsoft.com/office/drawing/2014/main" id="{D14EBD77-50AA-2892-03F7-47737E4C5356}"/>
                </a:ext>
              </a:extLst>
            </p:cNvPr>
            <p:cNvSpPr/>
            <p:nvPr/>
          </p:nvSpPr>
          <p:spPr>
            <a:xfrm>
              <a:off x="7648239" y="1384503"/>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192" name="Straight Arrow Connector 191">
              <a:extLst>
                <a:ext uri="{FF2B5EF4-FFF2-40B4-BE49-F238E27FC236}">
                  <a16:creationId xmlns:a16="http://schemas.microsoft.com/office/drawing/2014/main" id="{80EDC333-809C-A533-4357-C0CE65368E2F}"/>
                </a:ext>
              </a:extLst>
            </p:cNvPr>
            <p:cNvCxnSpPr>
              <a:cxnSpLocks/>
            </p:cNvCxnSpPr>
            <p:nvPr/>
          </p:nvCxnSpPr>
          <p:spPr>
            <a:xfrm>
              <a:off x="7876434" y="1300952"/>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3" name="Trapezoid 192">
              <a:extLst>
                <a:ext uri="{FF2B5EF4-FFF2-40B4-BE49-F238E27FC236}">
                  <a16:creationId xmlns:a16="http://schemas.microsoft.com/office/drawing/2014/main" id="{6F107F84-EC50-A868-364E-5E4DEE3E77F6}"/>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4" name="Rectangle 193">
              <a:extLst>
                <a:ext uri="{FF2B5EF4-FFF2-40B4-BE49-F238E27FC236}">
                  <a16:creationId xmlns:a16="http://schemas.microsoft.com/office/drawing/2014/main" id="{809570F9-2037-4744-D17A-CEE85EE046E5}"/>
                </a:ext>
              </a:extLst>
            </p:cNvPr>
            <p:cNvSpPr/>
            <p:nvPr/>
          </p:nvSpPr>
          <p:spPr>
            <a:xfrm>
              <a:off x="7526239" y="6099688"/>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0" name="Isosceles Triangle 199">
              <a:extLst>
                <a:ext uri="{FF2B5EF4-FFF2-40B4-BE49-F238E27FC236}">
                  <a16:creationId xmlns:a16="http://schemas.microsoft.com/office/drawing/2014/main" id="{741AFD23-B7FF-AD47-9C18-0A376DBEF6A9}"/>
                </a:ext>
              </a:extLst>
            </p:cNvPr>
            <p:cNvSpPr/>
            <p:nvPr/>
          </p:nvSpPr>
          <p:spPr>
            <a:xfrm>
              <a:off x="7648239" y="6358337"/>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01" name="Connector: Elbow 200">
              <a:extLst>
                <a:ext uri="{FF2B5EF4-FFF2-40B4-BE49-F238E27FC236}">
                  <a16:creationId xmlns:a16="http://schemas.microsoft.com/office/drawing/2014/main" id="{11E3ED4B-BB4F-1EC7-46F8-5017409AAC8E}"/>
                </a:ext>
              </a:extLst>
            </p:cNvPr>
            <p:cNvCxnSpPr>
              <a:cxnSpLocks/>
              <a:stCxn id="194" idx="3"/>
            </p:cNvCxnSpPr>
            <p:nvPr/>
          </p:nvCxnSpPr>
          <p:spPr>
            <a:xfrm flipV="1">
              <a:off x="7876434" y="1978898"/>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2" name="Straight Connector 201">
              <a:extLst>
                <a:ext uri="{FF2B5EF4-FFF2-40B4-BE49-F238E27FC236}">
                  <a16:creationId xmlns:a16="http://schemas.microsoft.com/office/drawing/2014/main" id="{E6383025-71FC-40F4-57C4-3238EB427475}"/>
                </a:ext>
              </a:extLst>
            </p:cNvPr>
            <p:cNvCxnSpPr>
              <a:cxnSpLocks/>
            </p:cNvCxnSpPr>
            <p:nvPr/>
          </p:nvCxnSpPr>
          <p:spPr>
            <a:xfrm>
              <a:off x="7698972" y="1672556"/>
              <a:ext cx="0" cy="276696"/>
            </a:xfrm>
            <a:prstGeom prst="line">
              <a:avLst/>
            </a:prstGeom>
            <a:ln w="508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5" name="Group 204">
              <a:extLst>
                <a:ext uri="{FF2B5EF4-FFF2-40B4-BE49-F238E27FC236}">
                  <a16:creationId xmlns:a16="http://schemas.microsoft.com/office/drawing/2014/main" id="{36A37C30-8ED2-305F-4221-0A6AA1776C98}"/>
                </a:ext>
              </a:extLst>
            </p:cNvPr>
            <p:cNvGrpSpPr/>
            <p:nvPr/>
          </p:nvGrpSpPr>
          <p:grpSpPr>
            <a:xfrm>
              <a:off x="9101771" y="1449567"/>
              <a:ext cx="350195" cy="350195"/>
              <a:chOff x="8869161" y="1569883"/>
              <a:chExt cx="350195" cy="350195"/>
            </a:xfrm>
          </p:grpSpPr>
          <p:sp>
            <p:nvSpPr>
              <p:cNvPr id="206" name="Rectangle 205">
                <a:extLst>
                  <a:ext uri="{FF2B5EF4-FFF2-40B4-BE49-F238E27FC236}">
                    <a16:creationId xmlns:a16="http://schemas.microsoft.com/office/drawing/2014/main" id="{11969738-7780-CF97-60ED-B89746E97EC3}"/>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7" name="Isosceles Triangle 206">
                <a:extLst>
                  <a:ext uri="{FF2B5EF4-FFF2-40B4-BE49-F238E27FC236}">
                    <a16:creationId xmlns:a16="http://schemas.microsoft.com/office/drawing/2014/main" id="{8D7612A7-D14D-C819-912C-221F85C4219F}"/>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08" name="Straight Arrow Connector 207">
              <a:extLst>
                <a:ext uri="{FF2B5EF4-FFF2-40B4-BE49-F238E27FC236}">
                  <a16:creationId xmlns:a16="http://schemas.microsoft.com/office/drawing/2014/main" id="{C19494D6-D2F1-9599-88A5-02F667167159}"/>
                </a:ext>
              </a:extLst>
            </p:cNvPr>
            <p:cNvCxnSpPr>
              <a:cxnSpLocks/>
            </p:cNvCxnSpPr>
            <p:nvPr/>
          </p:nvCxnSpPr>
          <p:spPr>
            <a:xfrm>
              <a:off x="9450387" y="1616790"/>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B835FA9A-A9EF-ACEC-FDAE-F299555F868F}"/>
                </a:ext>
              </a:extLst>
            </p:cNvPr>
            <p:cNvCxnSpPr>
              <a:cxnSpLocks/>
            </p:cNvCxnSpPr>
            <p:nvPr/>
          </p:nvCxnSpPr>
          <p:spPr>
            <a:xfrm>
              <a:off x="7176044" y="1300952"/>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F1B3D1C7-1A4F-15B8-47B9-E6187E4CCEC5}"/>
                </a:ext>
              </a:extLst>
            </p:cNvPr>
            <p:cNvCxnSpPr>
              <a:cxnSpLocks/>
            </p:cNvCxnSpPr>
            <p:nvPr/>
          </p:nvCxnSpPr>
          <p:spPr>
            <a:xfrm>
              <a:off x="7176044" y="627478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1B8552D9-3525-D409-4F78-88290115E341}"/>
                </a:ext>
              </a:extLst>
            </p:cNvPr>
            <p:cNvCxnSpPr>
              <a:cxnSpLocks/>
            </p:cNvCxnSpPr>
            <p:nvPr/>
          </p:nvCxnSpPr>
          <p:spPr>
            <a:xfrm>
              <a:off x="8750292" y="160878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A6FB65F6-8A49-760D-701C-72FD338E1894}"/>
                </a:ext>
              </a:extLst>
            </p:cNvPr>
            <p:cNvCxnSpPr>
              <a:cxnSpLocks/>
            </p:cNvCxnSpPr>
            <p:nvPr/>
          </p:nvCxnSpPr>
          <p:spPr>
            <a:xfrm rot="16200000" flipH="1">
              <a:off x="939790" y="1870552"/>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A5EA898A-0441-7EEA-BBB0-B189BD9A81B6}"/>
                </a:ext>
              </a:extLst>
            </p:cNvPr>
            <p:cNvCxnSpPr>
              <a:cxnSpLocks/>
            </p:cNvCxnSpPr>
            <p:nvPr/>
          </p:nvCxnSpPr>
          <p:spPr>
            <a:xfrm>
              <a:off x="333382" y="1383230"/>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83EAFDB-6B28-8B94-87A5-CF7C79CBF28C}"/>
                </a:ext>
              </a:extLst>
            </p:cNvPr>
            <p:cNvCxnSpPr/>
            <p:nvPr/>
          </p:nvCxnSpPr>
          <p:spPr>
            <a:xfrm flipH="1" flipV="1">
              <a:off x="1425885" y="207262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DF3A9CD-3A66-90CF-4B1E-7BDEFDC3054C}"/>
                </a:ext>
              </a:extLst>
            </p:cNvPr>
            <p:cNvCxnSpPr/>
            <p:nvPr/>
          </p:nvCxnSpPr>
          <p:spPr>
            <a:xfrm flipH="1" flipV="1">
              <a:off x="1423009" y="242009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492F6B22-97FA-D7C7-505C-815551148DEB}"/>
                </a:ext>
              </a:extLst>
            </p:cNvPr>
            <p:cNvCxnSpPr/>
            <p:nvPr/>
          </p:nvCxnSpPr>
          <p:spPr>
            <a:xfrm flipH="1" flipV="1">
              <a:off x="1423008" y="168979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9CA4C948-0C11-62CF-B8C5-A09DAA72E537}"/>
                </a:ext>
              </a:extLst>
            </p:cNvPr>
            <p:cNvSpPr txBox="1"/>
            <p:nvPr/>
          </p:nvSpPr>
          <p:spPr>
            <a:xfrm>
              <a:off x="2352550" y="5401449"/>
              <a:ext cx="914995" cy="477874"/>
            </a:xfrm>
            <a:prstGeom prst="rect">
              <a:avLst/>
            </a:prstGeom>
            <a:noFill/>
            <a:ln w="22225">
              <a:solidFill>
                <a:srgbClr val="FF0000"/>
              </a:solidFill>
            </a:ln>
          </p:spPr>
          <p:txBody>
            <a:bodyPr wrap="none" rtlCol="0" anchor="ctr" anchorCtr="1">
              <a:noAutofit/>
            </a:bodyPr>
            <a:lstStyle/>
            <a:p>
              <a:r>
                <a:rPr lang="en-US" sz="900" dirty="0"/>
                <a:t> RAM</a:t>
              </a:r>
            </a:p>
          </p:txBody>
        </p:sp>
        <p:sp>
          <p:nvSpPr>
            <p:cNvPr id="218" name="TextBox 217">
              <a:extLst>
                <a:ext uri="{FF2B5EF4-FFF2-40B4-BE49-F238E27FC236}">
                  <a16:creationId xmlns:a16="http://schemas.microsoft.com/office/drawing/2014/main" id="{198724AC-5A76-6450-D8C5-09F1B261C4F6}"/>
                </a:ext>
              </a:extLst>
            </p:cNvPr>
            <p:cNvSpPr txBox="1"/>
            <p:nvPr/>
          </p:nvSpPr>
          <p:spPr>
            <a:xfrm>
              <a:off x="2352550" y="5879323"/>
              <a:ext cx="914995" cy="477874"/>
            </a:xfrm>
            <a:prstGeom prst="rect">
              <a:avLst/>
            </a:prstGeom>
            <a:noFill/>
            <a:ln w="22225">
              <a:solidFill>
                <a:srgbClr val="FF0000"/>
              </a:solidFill>
            </a:ln>
          </p:spPr>
          <p:txBody>
            <a:bodyPr wrap="none" rtlCol="0" anchor="ctr" anchorCtr="1">
              <a:noAutofit/>
            </a:bodyPr>
            <a:lstStyle/>
            <a:p>
              <a:r>
                <a:rPr lang="en-US" sz="900" dirty="0"/>
                <a:t>RAM </a:t>
              </a:r>
              <a:r>
                <a:rPr lang="en-US" sz="900" b="1" dirty="0"/>
                <a:t>m</a:t>
              </a:r>
            </a:p>
          </p:txBody>
        </p:sp>
        <p:sp>
          <p:nvSpPr>
            <p:cNvPr id="219" name="TextBox 218">
              <a:extLst>
                <a:ext uri="{FF2B5EF4-FFF2-40B4-BE49-F238E27FC236}">
                  <a16:creationId xmlns:a16="http://schemas.microsoft.com/office/drawing/2014/main" id="{9D5E5CF5-1C5A-6DE1-00CC-9EE86F301096}"/>
                </a:ext>
              </a:extLst>
            </p:cNvPr>
            <p:cNvSpPr txBox="1"/>
            <p:nvPr/>
          </p:nvSpPr>
          <p:spPr>
            <a:xfrm>
              <a:off x="2350711" y="4923574"/>
              <a:ext cx="911432" cy="477874"/>
            </a:xfrm>
            <a:prstGeom prst="rect">
              <a:avLst/>
            </a:prstGeom>
            <a:noFill/>
            <a:ln w="22225">
              <a:solidFill>
                <a:srgbClr val="FF0000"/>
              </a:solidFill>
            </a:ln>
          </p:spPr>
          <p:txBody>
            <a:bodyPr wrap="none" rtlCol="0" anchor="ctr" anchorCtr="1">
              <a:noAutofit/>
            </a:bodyPr>
            <a:lstStyle/>
            <a:p>
              <a:r>
                <a:rPr lang="en-US" sz="900" dirty="0"/>
                <a:t>RAM</a:t>
              </a:r>
            </a:p>
          </p:txBody>
        </p:sp>
        <p:sp>
          <p:nvSpPr>
            <p:cNvPr id="220" name="TextBox 219">
              <a:extLst>
                <a:ext uri="{FF2B5EF4-FFF2-40B4-BE49-F238E27FC236}">
                  <a16:creationId xmlns:a16="http://schemas.microsoft.com/office/drawing/2014/main" id="{788A718C-35EB-7945-C0CB-3CCC8D6B7912}"/>
                </a:ext>
              </a:extLst>
            </p:cNvPr>
            <p:cNvSpPr txBox="1"/>
            <p:nvPr/>
          </p:nvSpPr>
          <p:spPr>
            <a:xfrm>
              <a:off x="1831257" y="1144293"/>
              <a:ext cx="1423030" cy="355131"/>
            </a:xfrm>
            <a:prstGeom prst="rect">
              <a:avLst/>
            </a:prstGeom>
            <a:noFill/>
            <a:ln w="22225">
              <a:solidFill>
                <a:srgbClr val="00B050"/>
              </a:solidFill>
            </a:ln>
          </p:spPr>
          <p:txBody>
            <a:bodyPr wrap="none" rtlCol="0" anchor="ctr" anchorCtr="1">
              <a:noAutofit/>
            </a:bodyPr>
            <a:lstStyle/>
            <a:p>
              <a:r>
                <a:rPr lang="en-US" sz="900" dirty="0"/>
                <a:t>RAM</a:t>
              </a:r>
            </a:p>
          </p:txBody>
        </p:sp>
        <p:sp>
          <p:nvSpPr>
            <p:cNvPr id="221" name="TextBox 220">
              <a:extLst>
                <a:ext uri="{FF2B5EF4-FFF2-40B4-BE49-F238E27FC236}">
                  <a16:creationId xmlns:a16="http://schemas.microsoft.com/office/drawing/2014/main" id="{AA7AE2E5-163F-0F94-1565-1C672908686C}"/>
                </a:ext>
              </a:extLst>
            </p:cNvPr>
            <p:cNvSpPr txBox="1"/>
            <p:nvPr/>
          </p:nvSpPr>
          <p:spPr>
            <a:xfrm>
              <a:off x="1831257" y="1504333"/>
              <a:ext cx="1423030" cy="355131"/>
            </a:xfrm>
            <a:prstGeom prst="rect">
              <a:avLst/>
            </a:prstGeom>
            <a:noFill/>
            <a:ln w="22225">
              <a:solidFill>
                <a:srgbClr val="00B050"/>
              </a:solidFill>
            </a:ln>
          </p:spPr>
          <p:txBody>
            <a:bodyPr wrap="none" rtlCol="0" anchor="ctr" anchorCtr="1">
              <a:noAutofit/>
            </a:bodyPr>
            <a:lstStyle/>
            <a:p>
              <a:r>
                <a:rPr lang="en-US" sz="900" dirty="0"/>
                <a:t>RAM</a:t>
              </a:r>
            </a:p>
          </p:txBody>
        </p:sp>
        <p:sp>
          <p:nvSpPr>
            <p:cNvPr id="222" name="TextBox 221">
              <a:extLst>
                <a:ext uri="{FF2B5EF4-FFF2-40B4-BE49-F238E27FC236}">
                  <a16:creationId xmlns:a16="http://schemas.microsoft.com/office/drawing/2014/main" id="{ADF7268C-036A-9F13-7F4D-CD9E8018F3C4}"/>
                </a:ext>
              </a:extLst>
            </p:cNvPr>
            <p:cNvSpPr txBox="1"/>
            <p:nvPr/>
          </p:nvSpPr>
          <p:spPr>
            <a:xfrm>
              <a:off x="1831257" y="1864373"/>
              <a:ext cx="1423030" cy="355131"/>
            </a:xfrm>
            <a:prstGeom prst="rect">
              <a:avLst/>
            </a:prstGeom>
            <a:noFill/>
            <a:ln w="22225">
              <a:solidFill>
                <a:srgbClr val="00B050"/>
              </a:solidFill>
            </a:ln>
          </p:spPr>
          <p:txBody>
            <a:bodyPr wrap="none" rtlCol="0" anchor="ctr" anchorCtr="1">
              <a:noAutofit/>
            </a:bodyPr>
            <a:lstStyle/>
            <a:p>
              <a:r>
                <a:rPr lang="en-US" sz="900" dirty="0"/>
                <a:t>RAM</a:t>
              </a:r>
              <a:endParaRPr lang="en-US" sz="900" b="1" dirty="0"/>
            </a:p>
          </p:txBody>
        </p:sp>
        <p:sp>
          <p:nvSpPr>
            <p:cNvPr id="223" name="TextBox 222">
              <a:extLst>
                <a:ext uri="{FF2B5EF4-FFF2-40B4-BE49-F238E27FC236}">
                  <a16:creationId xmlns:a16="http://schemas.microsoft.com/office/drawing/2014/main" id="{BE788556-F9E4-4FB7-193A-EE1EF1916099}"/>
                </a:ext>
              </a:extLst>
            </p:cNvPr>
            <p:cNvSpPr txBox="1"/>
            <p:nvPr/>
          </p:nvSpPr>
          <p:spPr>
            <a:xfrm>
              <a:off x="1831257" y="2584453"/>
              <a:ext cx="1423030" cy="355131"/>
            </a:xfrm>
            <a:prstGeom prst="rect">
              <a:avLst/>
            </a:prstGeom>
            <a:noFill/>
            <a:ln w="22225">
              <a:solidFill>
                <a:srgbClr val="00B050"/>
              </a:solidFill>
            </a:ln>
          </p:spPr>
          <p:txBody>
            <a:bodyPr wrap="none" rtlCol="0" anchor="ctr" anchorCtr="1">
              <a:noAutofit/>
            </a:bodyPr>
            <a:lstStyle/>
            <a:p>
              <a:r>
                <a:rPr lang="en-US" sz="900" dirty="0"/>
                <a:t>RAM </a:t>
              </a:r>
              <a:r>
                <a:rPr lang="en-US" sz="900" b="1" dirty="0"/>
                <a:t>n</a:t>
              </a:r>
            </a:p>
          </p:txBody>
        </p:sp>
        <p:sp>
          <p:nvSpPr>
            <p:cNvPr id="224" name="TextBox 223">
              <a:extLst>
                <a:ext uri="{FF2B5EF4-FFF2-40B4-BE49-F238E27FC236}">
                  <a16:creationId xmlns:a16="http://schemas.microsoft.com/office/drawing/2014/main" id="{556EEE83-76F4-BB85-A96B-6B2107A4C938}"/>
                </a:ext>
              </a:extLst>
            </p:cNvPr>
            <p:cNvSpPr txBox="1"/>
            <p:nvPr/>
          </p:nvSpPr>
          <p:spPr>
            <a:xfrm>
              <a:off x="1831257" y="2224413"/>
              <a:ext cx="1423030" cy="355131"/>
            </a:xfrm>
            <a:prstGeom prst="rect">
              <a:avLst/>
            </a:prstGeom>
            <a:noFill/>
            <a:ln w="22225">
              <a:solidFill>
                <a:srgbClr val="00B050"/>
              </a:solidFill>
            </a:ln>
          </p:spPr>
          <p:txBody>
            <a:bodyPr wrap="none" rtlCol="0" anchor="ctr" anchorCtr="1">
              <a:noAutofit/>
            </a:bodyPr>
            <a:lstStyle/>
            <a:p>
              <a:r>
                <a:rPr lang="en-US" sz="900" dirty="0"/>
                <a:t>RAM</a:t>
              </a:r>
              <a:endParaRPr lang="en-US" sz="900" b="1" dirty="0"/>
            </a:p>
          </p:txBody>
        </p:sp>
        <p:grpSp>
          <p:nvGrpSpPr>
            <p:cNvPr id="225" name="Group 224">
              <a:extLst>
                <a:ext uri="{FF2B5EF4-FFF2-40B4-BE49-F238E27FC236}">
                  <a16:creationId xmlns:a16="http://schemas.microsoft.com/office/drawing/2014/main" id="{367AE7EB-ED95-0490-3FF8-DBE18DD849FC}"/>
                </a:ext>
              </a:extLst>
            </p:cNvPr>
            <p:cNvGrpSpPr/>
            <p:nvPr/>
          </p:nvGrpSpPr>
          <p:grpSpPr>
            <a:xfrm>
              <a:off x="3615279" y="1143587"/>
              <a:ext cx="350195" cy="350195"/>
              <a:chOff x="8869161" y="1569883"/>
              <a:chExt cx="350195" cy="350195"/>
            </a:xfrm>
          </p:grpSpPr>
          <p:sp>
            <p:nvSpPr>
              <p:cNvPr id="226" name="Rectangle 225">
                <a:extLst>
                  <a:ext uri="{FF2B5EF4-FFF2-40B4-BE49-F238E27FC236}">
                    <a16:creationId xmlns:a16="http://schemas.microsoft.com/office/drawing/2014/main" id="{78430832-859A-4267-E2ED-56B70068A966}"/>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7" name="Isosceles Triangle 226">
                <a:extLst>
                  <a:ext uri="{FF2B5EF4-FFF2-40B4-BE49-F238E27FC236}">
                    <a16:creationId xmlns:a16="http://schemas.microsoft.com/office/drawing/2014/main" id="{74F79EBF-5EA5-362B-A522-9C06DAACF266}"/>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28" name="Group 227">
              <a:extLst>
                <a:ext uri="{FF2B5EF4-FFF2-40B4-BE49-F238E27FC236}">
                  <a16:creationId xmlns:a16="http://schemas.microsoft.com/office/drawing/2014/main" id="{84D0DD0B-6254-00F3-D07A-436A4A8DCB57}"/>
                </a:ext>
              </a:extLst>
            </p:cNvPr>
            <p:cNvGrpSpPr/>
            <p:nvPr/>
          </p:nvGrpSpPr>
          <p:grpSpPr>
            <a:xfrm>
              <a:off x="3619669" y="1505981"/>
              <a:ext cx="350195" cy="350195"/>
              <a:chOff x="8869161" y="1569883"/>
              <a:chExt cx="350195" cy="350195"/>
            </a:xfrm>
          </p:grpSpPr>
          <p:sp>
            <p:nvSpPr>
              <p:cNvPr id="229" name="Rectangle 228">
                <a:extLst>
                  <a:ext uri="{FF2B5EF4-FFF2-40B4-BE49-F238E27FC236}">
                    <a16:creationId xmlns:a16="http://schemas.microsoft.com/office/drawing/2014/main" id="{2B3CA6D7-7986-53B3-ACBE-0F1BB2C495B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0" name="Isosceles Triangle 229">
                <a:extLst>
                  <a:ext uri="{FF2B5EF4-FFF2-40B4-BE49-F238E27FC236}">
                    <a16:creationId xmlns:a16="http://schemas.microsoft.com/office/drawing/2014/main" id="{37AB313B-5252-36D6-6FDC-EE6214C6DA97}"/>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1" name="Group 230">
              <a:extLst>
                <a:ext uri="{FF2B5EF4-FFF2-40B4-BE49-F238E27FC236}">
                  <a16:creationId xmlns:a16="http://schemas.microsoft.com/office/drawing/2014/main" id="{AC230F5F-E17B-A222-7288-5789899045ED}"/>
                </a:ext>
              </a:extLst>
            </p:cNvPr>
            <p:cNvGrpSpPr/>
            <p:nvPr/>
          </p:nvGrpSpPr>
          <p:grpSpPr>
            <a:xfrm>
              <a:off x="3615218" y="1868376"/>
              <a:ext cx="350195" cy="350195"/>
              <a:chOff x="8869161" y="1569883"/>
              <a:chExt cx="350195" cy="350195"/>
            </a:xfrm>
          </p:grpSpPr>
          <p:sp>
            <p:nvSpPr>
              <p:cNvPr id="232" name="Rectangle 231">
                <a:extLst>
                  <a:ext uri="{FF2B5EF4-FFF2-40B4-BE49-F238E27FC236}">
                    <a16:creationId xmlns:a16="http://schemas.microsoft.com/office/drawing/2014/main" id="{B17A1552-28C5-86F9-4AC0-A389DBE0C644}"/>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3" name="Isosceles Triangle 232">
                <a:extLst>
                  <a:ext uri="{FF2B5EF4-FFF2-40B4-BE49-F238E27FC236}">
                    <a16:creationId xmlns:a16="http://schemas.microsoft.com/office/drawing/2014/main" id="{25000B7A-8DDE-64CA-6D16-C3522EA18BC5}"/>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4" name="Group 233">
              <a:extLst>
                <a:ext uri="{FF2B5EF4-FFF2-40B4-BE49-F238E27FC236}">
                  <a16:creationId xmlns:a16="http://schemas.microsoft.com/office/drawing/2014/main" id="{A3A970BE-5D5D-0ED3-48A9-D72B7A2DFFD7}"/>
                </a:ext>
              </a:extLst>
            </p:cNvPr>
            <p:cNvGrpSpPr/>
            <p:nvPr/>
          </p:nvGrpSpPr>
          <p:grpSpPr>
            <a:xfrm>
              <a:off x="3619608" y="2230771"/>
              <a:ext cx="350195" cy="350195"/>
              <a:chOff x="8869161" y="1569883"/>
              <a:chExt cx="350195" cy="350195"/>
            </a:xfrm>
          </p:grpSpPr>
          <p:sp>
            <p:nvSpPr>
              <p:cNvPr id="235" name="Rectangle 234">
                <a:extLst>
                  <a:ext uri="{FF2B5EF4-FFF2-40B4-BE49-F238E27FC236}">
                    <a16:creationId xmlns:a16="http://schemas.microsoft.com/office/drawing/2014/main" id="{F2F2659D-C77F-827E-52BE-0A6D2F29135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6" name="Isosceles Triangle 235">
                <a:extLst>
                  <a:ext uri="{FF2B5EF4-FFF2-40B4-BE49-F238E27FC236}">
                    <a16:creationId xmlns:a16="http://schemas.microsoft.com/office/drawing/2014/main" id="{3DC867DA-3502-02A7-9C75-36910474FE9C}"/>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7" name="Group 236">
              <a:extLst>
                <a:ext uri="{FF2B5EF4-FFF2-40B4-BE49-F238E27FC236}">
                  <a16:creationId xmlns:a16="http://schemas.microsoft.com/office/drawing/2014/main" id="{460A3936-7644-5632-2F5E-B36FAACEBF2A}"/>
                </a:ext>
              </a:extLst>
            </p:cNvPr>
            <p:cNvGrpSpPr/>
            <p:nvPr/>
          </p:nvGrpSpPr>
          <p:grpSpPr>
            <a:xfrm>
              <a:off x="3621350" y="2593165"/>
              <a:ext cx="350195" cy="350195"/>
              <a:chOff x="8869161" y="1569883"/>
              <a:chExt cx="350195" cy="350195"/>
            </a:xfrm>
          </p:grpSpPr>
          <p:sp>
            <p:nvSpPr>
              <p:cNvPr id="238" name="Rectangle 237">
                <a:extLst>
                  <a:ext uri="{FF2B5EF4-FFF2-40B4-BE49-F238E27FC236}">
                    <a16:creationId xmlns:a16="http://schemas.microsoft.com/office/drawing/2014/main" id="{D657174D-F8A5-C57C-C400-8CC82A0E0D5C}"/>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9" name="Isosceles Triangle 238">
                <a:extLst>
                  <a:ext uri="{FF2B5EF4-FFF2-40B4-BE49-F238E27FC236}">
                    <a16:creationId xmlns:a16="http://schemas.microsoft.com/office/drawing/2014/main" id="{2D3405D4-C763-9ADF-F7DB-8887915BE70F}"/>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40" name="Straight Arrow Connector 239">
              <a:extLst>
                <a:ext uri="{FF2B5EF4-FFF2-40B4-BE49-F238E27FC236}">
                  <a16:creationId xmlns:a16="http://schemas.microsoft.com/office/drawing/2014/main" id="{D5306E95-BA97-082E-3053-50C840366242}"/>
                </a:ext>
              </a:extLst>
            </p:cNvPr>
            <p:cNvCxnSpPr>
              <a:cxnSpLocks/>
            </p:cNvCxnSpPr>
            <p:nvPr/>
          </p:nvCxnSpPr>
          <p:spPr>
            <a:xfrm>
              <a:off x="3265023" y="1336009"/>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6AB988B6-A5B7-4F8B-573E-89AF1FE85CCE}"/>
                </a:ext>
              </a:extLst>
            </p:cNvPr>
            <p:cNvCxnSpPr>
              <a:cxnSpLocks/>
            </p:cNvCxnSpPr>
            <p:nvPr/>
          </p:nvCxnSpPr>
          <p:spPr>
            <a:xfrm>
              <a:off x="3265022" y="168850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13BA9BE5-987E-87FF-2E52-E710EE864AEE}"/>
                </a:ext>
              </a:extLst>
            </p:cNvPr>
            <p:cNvCxnSpPr>
              <a:cxnSpLocks/>
            </p:cNvCxnSpPr>
            <p:nvPr/>
          </p:nvCxnSpPr>
          <p:spPr>
            <a:xfrm>
              <a:off x="3265022" y="2044243"/>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6A4815E2-AEC9-F045-79E4-8CEAECAB60AA}"/>
                </a:ext>
              </a:extLst>
            </p:cNvPr>
            <p:cNvCxnSpPr>
              <a:cxnSpLocks/>
            </p:cNvCxnSpPr>
            <p:nvPr/>
          </p:nvCxnSpPr>
          <p:spPr>
            <a:xfrm>
              <a:off x="3265021" y="2396740"/>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6F08B0EE-CB10-6C43-852A-2FE1FCA6D0BA}"/>
                </a:ext>
              </a:extLst>
            </p:cNvPr>
            <p:cNvCxnSpPr>
              <a:cxnSpLocks/>
            </p:cNvCxnSpPr>
            <p:nvPr/>
          </p:nvCxnSpPr>
          <p:spPr>
            <a:xfrm>
              <a:off x="3265021" y="2762018"/>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5" name="Group 244">
              <a:extLst>
                <a:ext uri="{FF2B5EF4-FFF2-40B4-BE49-F238E27FC236}">
                  <a16:creationId xmlns:a16="http://schemas.microsoft.com/office/drawing/2014/main" id="{021A2B2C-559B-531D-75C6-865D11A515D1}"/>
                </a:ext>
              </a:extLst>
            </p:cNvPr>
            <p:cNvGrpSpPr/>
            <p:nvPr/>
          </p:nvGrpSpPr>
          <p:grpSpPr>
            <a:xfrm>
              <a:off x="3593014" y="4977465"/>
              <a:ext cx="350195" cy="350195"/>
              <a:chOff x="8869161" y="1569883"/>
              <a:chExt cx="350195" cy="350195"/>
            </a:xfrm>
          </p:grpSpPr>
          <p:sp>
            <p:nvSpPr>
              <p:cNvPr id="246" name="Rectangle 245">
                <a:extLst>
                  <a:ext uri="{FF2B5EF4-FFF2-40B4-BE49-F238E27FC236}">
                    <a16:creationId xmlns:a16="http://schemas.microsoft.com/office/drawing/2014/main" id="{D11DD72E-762A-A1A2-CD77-56AE2AF60E73}"/>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7" name="Isosceles Triangle 246">
                <a:extLst>
                  <a:ext uri="{FF2B5EF4-FFF2-40B4-BE49-F238E27FC236}">
                    <a16:creationId xmlns:a16="http://schemas.microsoft.com/office/drawing/2014/main" id="{7797CD81-BC9E-03E3-8262-B296A89A8BE2}"/>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48" name="Group 247">
              <a:extLst>
                <a:ext uri="{FF2B5EF4-FFF2-40B4-BE49-F238E27FC236}">
                  <a16:creationId xmlns:a16="http://schemas.microsoft.com/office/drawing/2014/main" id="{17033A5D-50BD-691A-3A7A-A07E15A8CF5A}"/>
                </a:ext>
              </a:extLst>
            </p:cNvPr>
            <p:cNvGrpSpPr/>
            <p:nvPr/>
          </p:nvGrpSpPr>
          <p:grpSpPr>
            <a:xfrm>
              <a:off x="3597404" y="5469907"/>
              <a:ext cx="350195" cy="350195"/>
              <a:chOff x="8869161" y="1569883"/>
              <a:chExt cx="350195" cy="350195"/>
            </a:xfrm>
          </p:grpSpPr>
          <p:sp>
            <p:nvSpPr>
              <p:cNvPr id="249" name="Rectangle 248">
                <a:extLst>
                  <a:ext uri="{FF2B5EF4-FFF2-40B4-BE49-F238E27FC236}">
                    <a16:creationId xmlns:a16="http://schemas.microsoft.com/office/drawing/2014/main" id="{3E0A443C-5332-D097-211D-3C45E1A3C09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0" name="Isosceles Triangle 249">
                <a:extLst>
                  <a:ext uri="{FF2B5EF4-FFF2-40B4-BE49-F238E27FC236}">
                    <a16:creationId xmlns:a16="http://schemas.microsoft.com/office/drawing/2014/main" id="{A2C19589-51D0-B525-BF89-41C1BE17145A}"/>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51" name="Group 250">
              <a:extLst>
                <a:ext uri="{FF2B5EF4-FFF2-40B4-BE49-F238E27FC236}">
                  <a16:creationId xmlns:a16="http://schemas.microsoft.com/office/drawing/2014/main" id="{5D784F02-2C23-0D08-054E-D55A2FD6548B}"/>
                </a:ext>
              </a:extLst>
            </p:cNvPr>
            <p:cNvGrpSpPr/>
            <p:nvPr/>
          </p:nvGrpSpPr>
          <p:grpSpPr>
            <a:xfrm>
              <a:off x="3592953" y="5962349"/>
              <a:ext cx="350195" cy="350195"/>
              <a:chOff x="8869161" y="1569883"/>
              <a:chExt cx="350195" cy="350195"/>
            </a:xfrm>
          </p:grpSpPr>
          <p:sp>
            <p:nvSpPr>
              <p:cNvPr id="252" name="Rectangle 251">
                <a:extLst>
                  <a:ext uri="{FF2B5EF4-FFF2-40B4-BE49-F238E27FC236}">
                    <a16:creationId xmlns:a16="http://schemas.microsoft.com/office/drawing/2014/main" id="{F060083D-7727-3852-7E1A-7B3F1FD0AA5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3" name="Isosceles Triangle 252">
                <a:extLst>
                  <a:ext uri="{FF2B5EF4-FFF2-40B4-BE49-F238E27FC236}">
                    <a16:creationId xmlns:a16="http://schemas.microsoft.com/office/drawing/2014/main" id="{D09DD91A-F152-701B-600E-5520434C29A4}"/>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54" name="Straight Arrow Connector 253">
              <a:extLst>
                <a:ext uri="{FF2B5EF4-FFF2-40B4-BE49-F238E27FC236}">
                  <a16:creationId xmlns:a16="http://schemas.microsoft.com/office/drawing/2014/main" id="{C2EA1E37-0738-8445-E191-BB027152E920}"/>
                </a:ext>
              </a:extLst>
            </p:cNvPr>
            <p:cNvCxnSpPr>
              <a:cxnSpLocks/>
            </p:cNvCxnSpPr>
            <p:nvPr/>
          </p:nvCxnSpPr>
          <p:spPr>
            <a:xfrm>
              <a:off x="3242758" y="5169887"/>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381B432B-CFD8-1674-4D65-A8CE256BA69C}"/>
                </a:ext>
              </a:extLst>
            </p:cNvPr>
            <p:cNvCxnSpPr>
              <a:cxnSpLocks/>
            </p:cNvCxnSpPr>
            <p:nvPr/>
          </p:nvCxnSpPr>
          <p:spPr>
            <a:xfrm>
              <a:off x="3242757" y="561863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7C2D85B4-E68E-0CF7-732B-9BD3034880A0}"/>
                </a:ext>
              </a:extLst>
            </p:cNvPr>
            <p:cNvCxnSpPr>
              <a:cxnSpLocks/>
            </p:cNvCxnSpPr>
            <p:nvPr/>
          </p:nvCxnSpPr>
          <p:spPr>
            <a:xfrm>
              <a:off x="3242757" y="615083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8" name="TextBox 257">
            <a:extLst>
              <a:ext uri="{FF2B5EF4-FFF2-40B4-BE49-F238E27FC236}">
                <a16:creationId xmlns:a16="http://schemas.microsoft.com/office/drawing/2014/main" id="{BA2241EA-7641-F6C5-C9F2-70FAAF6A31BF}"/>
              </a:ext>
            </a:extLst>
          </p:cNvPr>
          <p:cNvSpPr txBox="1"/>
          <p:nvPr/>
        </p:nvSpPr>
        <p:spPr>
          <a:xfrm>
            <a:off x="11411702" y="1740593"/>
            <a:ext cx="671979" cy="369332"/>
          </a:xfrm>
          <a:prstGeom prst="rect">
            <a:avLst/>
          </a:prstGeom>
          <a:noFill/>
        </p:spPr>
        <p:txBody>
          <a:bodyPr wrap="none" rtlCol="0">
            <a:spAutoFit/>
          </a:bodyPr>
          <a:lstStyle/>
          <a:p>
            <a:r>
              <a:rPr lang="en-US" dirty="0"/>
              <a:t>AXI-S</a:t>
            </a:r>
          </a:p>
        </p:txBody>
      </p:sp>
      <p:pic>
        <p:nvPicPr>
          <p:cNvPr id="264" name="Picture 263">
            <a:extLst>
              <a:ext uri="{FF2B5EF4-FFF2-40B4-BE49-F238E27FC236}">
                <a16:creationId xmlns:a16="http://schemas.microsoft.com/office/drawing/2014/main" id="{AB98B5D2-A66F-5FF4-D8CF-60A818B972A2}"/>
              </a:ext>
            </a:extLst>
          </p:cNvPr>
          <p:cNvPicPr>
            <a:picLocks noChangeAspect="1"/>
          </p:cNvPicPr>
          <p:nvPr/>
        </p:nvPicPr>
        <p:blipFill>
          <a:blip r:embed="rId2"/>
          <a:stretch>
            <a:fillRect/>
          </a:stretch>
        </p:blipFill>
        <p:spPr>
          <a:xfrm>
            <a:off x="6576916" y="5492377"/>
            <a:ext cx="3328704" cy="414564"/>
          </a:xfrm>
          <a:prstGeom prst="rect">
            <a:avLst/>
          </a:prstGeom>
        </p:spPr>
      </p:pic>
      <p:pic>
        <p:nvPicPr>
          <p:cNvPr id="265" name="Picture 264">
            <a:extLst>
              <a:ext uri="{FF2B5EF4-FFF2-40B4-BE49-F238E27FC236}">
                <a16:creationId xmlns:a16="http://schemas.microsoft.com/office/drawing/2014/main" id="{9DCD2979-CD3F-2402-4F63-3E8DCB8B893B}"/>
              </a:ext>
            </a:extLst>
          </p:cNvPr>
          <p:cNvPicPr>
            <a:picLocks noChangeAspect="1"/>
          </p:cNvPicPr>
          <p:nvPr/>
        </p:nvPicPr>
        <p:blipFill>
          <a:blip r:embed="rId3"/>
          <a:stretch>
            <a:fillRect/>
          </a:stretch>
        </p:blipFill>
        <p:spPr>
          <a:xfrm>
            <a:off x="7420176" y="5974195"/>
            <a:ext cx="2499577" cy="414564"/>
          </a:xfrm>
          <a:prstGeom prst="rect">
            <a:avLst/>
          </a:prstGeom>
        </p:spPr>
      </p:pic>
    </p:spTree>
    <p:extLst>
      <p:ext uri="{BB962C8B-B14F-4D97-AF65-F5344CB8AC3E}">
        <p14:creationId xmlns:p14="http://schemas.microsoft.com/office/powerpoint/2010/main" val="42336654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5283C9CA-D596-F1C6-EE3C-5AF677737F47}"/>
              </a:ext>
            </a:extLst>
          </p:cNvPr>
          <p:cNvSpPr/>
          <p:nvPr/>
        </p:nvSpPr>
        <p:spPr>
          <a:xfrm>
            <a:off x="7526239" y="6099688"/>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7648239" y="6358337"/>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876434" y="1978898"/>
            <a:ext cx="529605" cy="4295888"/>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7698972" y="1672556"/>
            <a:ext cx="0" cy="276696"/>
          </a:xfrm>
          <a:prstGeom prst="line">
            <a:avLst/>
          </a:prstGeom>
          <a:ln w="127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647DFFCD-8FAC-72AE-F9BC-2697B816E7F2}"/>
              </a:ext>
            </a:extLst>
          </p:cNvPr>
          <p:cNvSpPr txBox="1"/>
          <p:nvPr/>
        </p:nvSpPr>
        <p:spPr>
          <a:xfrm>
            <a:off x="10946040" y="1234870"/>
            <a:ext cx="778418" cy="369332"/>
          </a:xfrm>
          <a:prstGeom prst="rect">
            <a:avLst/>
          </a:prstGeom>
          <a:noFill/>
          <a:ln w="12700">
            <a:noFill/>
          </a:ln>
        </p:spPr>
        <p:txBody>
          <a:bodyPr wrap="none" rtlCol="0">
            <a:spAutoFit/>
          </a:bodyPr>
          <a:lstStyle/>
          <a:p>
            <a:r>
              <a:rPr lang="en-US" dirty="0"/>
              <a:t>TDATA</a:t>
            </a:r>
          </a:p>
        </p:txBody>
      </p:sp>
      <p:sp>
        <p:nvSpPr>
          <p:cNvPr id="608" name="TextBox 607">
            <a:extLst>
              <a:ext uri="{FF2B5EF4-FFF2-40B4-BE49-F238E27FC236}">
                <a16:creationId xmlns:a16="http://schemas.microsoft.com/office/drawing/2014/main" id="{30D9D9DA-5BE5-7172-1176-D9F498B36DCF}"/>
              </a:ext>
            </a:extLst>
          </p:cNvPr>
          <p:cNvSpPr txBox="1"/>
          <p:nvPr/>
        </p:nvSpPr>
        <p:spPr>
          <a:xfrm>
            <a:off x="9963283" y="1437698"/>
            <a:ext cx="757492" cy="355131"/>
          </a:xfrm>
          <a:prstGeom prst="rect">
            <a:avLst/>
          </a:prstGeom>
          <a:noFill/>
          <a:ln w="12700">
            <a:solidFill>
              <a:schemeClr val="tx1"/>
            </a:solidFill>
          </a:ln>
        </p:spPr>
        <p:txBody>
          <a:bodyPr wrap="none" rtlCol="0" anchor="ctr" anchorCtr="1">
            <a:noAutofit/>
          </a:bodyPr>
          <a:lstStyle/>
          <a:p>
            <a:r>
              <a:rPr lang="en-US" dirty="0"/>
              <a:t>RAM </a:t>
            </a:r>
          </a:p>
        </p:txBody>
      </p:sp>
      <p:sp>
        <p:nvSpPr>
          <p:cNvPr id="609" name="TextBox 608">
            <a:extLst>
              <a:ext uri="{FF2B5EF4-FFF2-40B4-BE49-F238E27FC236}">
                <a16:creationId xmlns:a16="http://schemas.microsoft.com/office/drawing/2014/main" id="{A8EA6438-CB48-FFB9-BDAF-784AC040F642}"/>
              </a:ext>
            </a:extLst>
          </p:cNvPr>
          <p:cNvSpPr txBox="1"/>
          <p:nvPr/>
        </p:nvSpPr>
        <p:spPr>
          <a:xfrm>
            <a:off x="9907503" y="1032904"/>
            <a:ext cx="878767" cy="369332"/>
          </a:xfrm>
          <a:prstGeom prst="rect">
            <a:avLst/>
          </a:prstGeom>
          <a:noFill/>
          <a:ln w="12700">
            <a:noFill/>
          </a:ln>
        </p:spPr>
        <p:txBody>
          <a:bodyPr wrap="none" rtlCol="0">
            <a:spAutoFit/>
          </a:bodyPr>
          <a:lstStyle/>
          <a:p>
            <a:r>
              <a:rPr lang="en-US" i="1" dirty="0"/>
              <a:t>reorder</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720775" y="1615264"/>
            <a:ext cx="113233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A2A73EB8-31E8-91E7-C35B-EB99EE3F9D04}"/>
              </a:ext>
            </a:extLst>
          </p:cNvPr>
          <p:cNvGrpSpPr/>
          <p:nvPr/>
        </p:nvGrpSpPr>
        <p:grpSpPr>
          <a:xfrm>
            <a:off x="9101771" y="1449567"/>
            <a:ext cx="350195" cy="350195"/>
            <a:chOff x="8869161" y="1569883"/>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450387" y="1616790"/>
            <a:ext cx="5038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2" name="TextBox 621">
            <a:extLst>
              <a:ext uri="{FF2B5EF4-FFF2-40B4-BE49-F238E27FC236}">
                <a16:creationId xmlns:a16="http://schemas.microsoft.com/office/drawing/2014/main" id="{6709CFF3-EB57-F071-AE5A-4ED10B29128B}"/>
              </a:ext>
            </a:extLst>
          </p:cNvPr>
          <p:cNvSpPr txBox="1"/>
          <p:nvPr/>
        </p:nvSpPr>
        <p:spPr>
          <a:xfrm>
            <a:off x="10937984" y="1669835"/>
            <a:ext cx="915122" cy="923330"/>
          </a:xfrm>
          <a:prstGeom prst="rect">
            <a:avLst/>
          </a:prstGeom>
          <a:noFill/>
          <a:ln w="12700">
            <a:noFill/>
          </a:ln>
        </p:spPr>
        <p:txBody>
          <a:bodyPr wrap="none" rtlCol="0">
            <a:spAutoFit/>
          </a:bodyPr>
          <a:lstStyle/>
          <a:p>
            <a:r>
              <a:rPr lang="en-US" dirty="0"/>
              <a:t>TVALID</a:t>
            </a:r>
          </a:p>
          <a:p>
            <a:r>
              <a:rPr lang="en-US" dirty="0"/>
              <a:t>TLAST</a:t>
            </a:r>
          </a:p>
          <a:p>
            <a:r>
              <a:rPr lang="en-US" dirty="0"/>
              <a:t>TREADY</a:t>
            </a:r>
          </a:p>
        </p:txBody>
      </p: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21056FC-CF09-3638-4C01-1D3E0393B551}"/>
              </a:ext>
            </a:extLst>
          </p:cNvPr>
          <p:cNvCxnSpPr>
            <a:cxnSpLocks/>
          </p:cNvCxnSpPr>
          <p:nvPr/>
        </p:nvCxnSpPr>
        <p:spPr>
          <a:xfrm>
            <a:off x="7176044" y="627478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08785"/>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2115988" y="738535"/>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258711" y="989198"/>
            <a:ext cx="778418" cy="369332"/>
          </a:xfrm>
          <a:prstGeom prst="rect">
            <a:avLst/>
          </a:prstGeom>
          <a:noFill/>
          <a:ln w="12700">
            <a:noFill/>
          </a:ln>
        </p:spPr>
        <p:txBody>
          <a:bodyPr wrap="none" rtlCol="0">
            <a:spAutoFit/>
          </a:bodyPr>
          <a:lstStyle/>
          <a:p>
            <a:r>
              <a:rPr lang="en-US" dirty="0"/>
              <a:t>TDATA</a:t>
            </a:r>
          </a:p>
        </p:txBody>
      </p:sp>
      <p:cxnSp>
        <p:nvCxnSpPr>
          <p:cNvPr id="12" name="Connector: Elbow 11">
            <a:extLst>
              <a:ext uri="{FF2B5EF4-FFF2-40B4-BE49-F238E27FC236}">
                <a16:creationId xmlns:a16="http://schemas.microsoft.com/office/drawing/2014/main" id="{77DBFB85-C1B5-0FB8-4235-108877B8F004}"/>
              </a:ext>
            </a:extLst>
          </p:cNvPr>
          <p:cNvCxnSpPr>
            <a:cxnSpLocks/>
          </p:cNvCxnSpPr>
          <p:nvPr/>
        </p:nvCxnSpPr>
        <p:spPr>
          <a:xfrm rot="16200000" flipH="1">
            <a:off x="939790" y="1870552"/>
            <a:ext cx="1378790" cy="404144"/>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2EB6D010-4EB9-A3F3-7A3A-7B226BD78F4F}"/>
              </a:ext>
            </a:extLst>
          </p:cNvPr>
          <p:cNvSpPr txBox="1"/>
          <p:nvPr/>
        </p:nvSpPr>
        <p:spPr>
          <a:xfrm>
            <a:off x="2350711" y="4541685"/>
            <a:ext cx="914994" cy="369332"/>
          </a:xfrm>
          <a:prstGeom prst="rect">
            <a:avLst/>
          </a:prstGeom>
          <a:noFill/>
          <a:ln w="12700">
            <a:noFill/>
          </a:ln>
        </p:spPr>
        <p:txBody>
          <a:bodyPr wrap="none" rtlCol="0">
            <a:spAutoFit/>
          </a:bodyPr>
          <a:lstStyle/>
          <a:p>
            <a:r>
              <a:rPr lang="en-US" i="1" dirty="0"/>
              <a:t>weights</a:t>
            </a:r>
          </a:p>
        </p:txBody>
      </p: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31372AE-ECC3-C7C5-3202-9BEF0C106D63}"/>
              </a:ext>
            </a:extLst>
          </p:cNvPr>
          <p:cNvCxnSpPr/>
          <p:nvPr/>
        </p:nvCxnSpPr>
        <p:spPr>
          <a:xfrm flipH="1" flipV="1">
            <a:off x="1425885" y="2072622"/>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4530D91-D235-A54C-E132-F11B2F6B141A}"/>
              </a:ext>
            </a:extLst>
          </p:cNvPr>
          <p:cNvCxnSpPr/>
          <p:nvPr/>
        </p:nvCxnSpPr>
        <p:spPr>
          <a:xfrm flipH="1" flipV="1">
            <a:off x="1423009" y="2420099"/>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D6D779B-73F7-D0E5-B8BC-E6576DF17037}"/>
              </a:ext>
            </a:extLst>
          </p:cNvPr>
          <p:cNvCxnSpPr/>
          <p:nvPr/>
        </p:nvCxnSpPr>
        <p:spPr>
          <a:xfrm flipH="1" flipV="1">
            <a:off x="1423008" y="1689796"/>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12700">
            <a:solidFill>
              <a:schemeClr val="tx1"/>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12700">
            <a:solidFill>
              <a:schemeClr val="tx1"/>
            </a:solidFill>
          </a:ln>
        </p:spPr>
        <p:txBody>
          <a:bodyPr wrap="none" rtlCol="0" anchor="ctr" anchorCtr="1">
            <a:noAutofit/>
          </a:bodyPr>
          <a:lstStyle/>
          <a:p>
            <a:r>
              <a:rPr lang="en-US" dirty="0"/>
              <a:t>RAM</a:t>
            </a:r>
          </a:p>
        </p:txBody>
      </p:sp>
      <p:sp>
        <p:nvSpPr>
          <p:cNvPr id="23" name="TextBox 22">
            <a:extLst>
              <a:ext uri="{FF2B5EF4-FFF2-40B4-BE49-F238E27FC236}">
                <a16:creationId xmlns:a16="http://schemas.microsoft.com/office/drawing/2014/main" id="{513C0CD9-EB46-402E-779A-4C711B813D78}"/>
              </a:ext>
            </a:extLst>
          </p:cNvPr>
          <p:cNvSpPr txBox="1"/>
          <p:nvPr/>
        </p:nvSpPr>
        <p:spPr>
          <a:xfrm>
            <a:off x="258711" y="1419536"/>
            <a:ext cx="915122" cy="923330"/>
          </a:xfrm>
          <a:prstGeom prst="rect">
            <a:avLst/>
          </a:prstGeom>
          <a:noFill/>
          <a:ln w="12700">
            <a:noFill/>
          </a:ln>
        </p:spPr>
        <p:txBody>
          <a:bodyPr wrap="none" rtlCol="0">
            <a:spAutoFit/>
          </a:bodyPr>
          <a:lstStyle/>
          <a:p>
            <a:r>
              <a:rPr lang="en-US" dirty="0"/>
              <a:t>TVALID</a:t>
            </a:r>
          </a:p>
          <a:p>
            <a:r>
              <a:rPr lang="en-US" dirty="0"/>
              <a:t>TLAST</a:t>
            </a:r>
          </a:p>
          <a:p>
            <a:r>
              <a:rPr lang="en-US" dirty="0"/>
              <a:t>TREADY</a:t>
            </a:r>
          </a:p>
        </p:txBody>
      </p:sp>
      <p:sp>
        <p:nvSpPr>
          <p:cNvPr id="24" name="TextBox 23">
            <a:extLst>
              <a:ext uri="{FF2B5EF4-FFF2-40B4-BE49-F238E27FC236}">
                <a16:creationId xmlns:a16="http://schemas.microsoft.com/office/drawing/2014/main" id="{62D5415B-6BBB-4905-FE3D-C2DC9C90E467}"/>
              </a:ext>
            </a:extLst>
          </p:cNvPr>
          <p:cNvSpPr txBox="1"/>
          <p:nvPr/>
        </p:nvSpPr>
        <p:spPr>
          <a:xfrm>
            <a:off x="1831257" y="114429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1831257" y="150433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1831257" y="186437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831257" y="2584453"/>
            <a:ext cx="1423030"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1831257" y="222441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5981"/>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68376"/>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30771"/>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3165"/>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3265023" y="133600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p:cNvCxnSpPr>
          <p:nvPr/>
        </p:nvCxnSpPr>
        <p:spPr>
          <a:xfrm>
            <a:off x="3265022" y="168850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p:cNvCxnSpPr>
          <p:nvPr/>
        </p:nvCxnSpPr>
        <p:spPr>
          <a:xfrm>
            <a:off x="3265022" y="2044243"/>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p:cNvCxnSpPr>
          <p:nvPr/>
        </p:nvCxnSpPr>
        <p:spPr>
          <a:xfrm>
            <a:off x="3265021" y="2396740"/>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3265021" y="2762018"/>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8249581" y="768242"/>
            <a:ext cx="657168" cy="369332"/>
          </a:xfrm>
          <a:prstGeom prst="rect">
            <a:avLst/>
          </a:prstGeom>
          <a:noFill/>
          <a:ln w="12700">
            <a:noFill/>
          </a:ln>
        </p:spPr>
        <p:txBody>
          <a:bodyPr wrap="none" rtlCol="0">
            <a:spAutoFit/>
          </a:bodyPr>
          <a:lstStyle/>
          <a:p>
            <a:r>
              <a:rPr lang="en-US" i="1" dirty="0"/>
              <a:t>RELU</a:t>
            </a:r>
          </a:p>
        </p:txBody>
      </p:sp>
      <p:sp>
        <p:nvSpPr>
          <p:cNvPr id="6" name="TextBox 5">
            <a:extLst>
              <a:ext uri="{FF2B5EF4-FFF2-40B4-BE49-F238E27FC236}">
                <a16:creationId xmlns:a16="http://schemas.microsoft.com/office/drawing/2014/main" id="{04925D36-7D44-89AA-CA2C-CF868C42A58E}"/>
              </a:ext>
            </a:extLst>
          </p:cNvPr>
          <p:cNvSpPr txBox="1"/>
          <p:nvPr/>
        </p:nvSpPr>
        <p:spPr>
          <a:xfrm>
            <a:off x="8680554" y="3987036"/>
            <a:ext cx="2155783" cy="1754326"/>
          </a:xfrm>
          <a:prstGeom prst="rect">
            <a:avLst/>
          </a:prstGeom>
          <a:noFill/>
        </p:spPr>
        <p:txBody>
          <a:bodyPr wrap="none" rtlCol="0">
            <a:spAutoFit/>
          </a:bodyPr>
          <a:lstStyle/>
          <a:p>
            <a:r>
              <a:rPr lang="en-US" u="sng" dirty="0"/>
              <a:t>data path interface</a:t>
            </a:r>
          </a:p>
          <a:p>
            <a:r>
              <a:rPr lang="en-US" dirty="0"/>
              <a:t>n * </a:t>
            </a:r>
            <a:r>
              <a:rPr lang="en-US" dirty="0" err="1"/>
              <a:t>rowbuf.wa</a:t>
            </a:r>
            <a:endParaRPr lang="en-US" dirty="0"/>
          </a:p>
          <a:p>
            <a:r>
              <a:rPr lang="en-US" dirty="0"/>
              <a:t>n * </a:t>
            </a:r>
            <a:r>
              <a:rPr lang="en-US" dirty="0" err="1"/>
              <a:t>rowbuf.ra</a:t>
            </a:r>
            <a:endParaRPr lang="en-US" dirty="0"/>
          </a:p>
          <a:p>
            <a:r>
              <a:rPr lang="en-US" dirty="0"/>
              <a:t>m * </a:t>
            </a:r>
            <a:r>
              <a:rPr lang="en-US" dirty="0" err="1"/>
              <a:t>weights.ra</a:t>
            </a:r>
            <a:endParaRPr lang="en-US" dirty="0"/>
          </a:p>
          <a:p>
            <a:r>
              <a:rPr lang="en-US" dirty="0" err="1"/>
              <a:t>mac_clear</a:t>
            </a:r>
            <a:r>
              <a:rPr lang="en-US" dirty="0"/>
              <a:t>, </a:t>
            </a:r>
            <a:r>
              <a:rPr lang="en-US" dirty="0" err="1"/>
              <a:t>mac_load</a:t>
            </a:r>
            <a:endParaRPr lang="en-US" dirty="0"/>
          </a:p>
          <a:p>
            <a:endParaRPr lang="en-US" dirty="0"/>
          </a:p>
        </p:txBody>
      </p:sp>
      <p:cxnSp>
        <p:nvCxnSpPr>
          <p:cNvPr id="3" name="Straight Arrow Connector 2">
            <a:extLst>
              <a:ext uri="{FF2B5EF4-FFF2-40B4-BE49-F238E27FC236}">
                <a16:creationId xmlns:a16="http://schemas.microsoft.com/office/drawing/2014/main" id="{186F6AA9-45EB-D5B6-2871-3E5379809432}"/>
              </a:ext>
            </a:extLst>
          </p:cNvPr>
          <p:cNvCxnSpPr>
            <a:cxnSpLocks/>
          </p:cNvCxnSpPr>
          <p:nvPr/>
        </p:nvCxnSpPr>
        <p:spPr>
          <a:xfrm>
            <a:off x="4521735" y="1186404"/>
            <a:ext cx="1817942" cy="447839"/>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7368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5283C9CA-D596-F1C6-EE3C-5AF677737F47}"/>
              </a:ext>
            </a:extLst>
          </p:cNvPr>
          <p:cNvSpPr/>
          <p:nvPr/>
        </p:nvSpPr>
        <p:spPr>
          <a:xfrm>
            <a:off x="7526239" y="6099688"/>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7648239" y="6358337"/>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876434" y="1978898"/>
            <a:ext cx="529605" cy="4295888"/>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7698972" y="1672556"/>
            <a:ext cx="0" cy="276696"/>
          </a:xfrm>
          <a:prstGeom prst="line">
            <a:avLst/>
          </a:prstGeom>
          <a:ln w="127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647DFFCD-8FAC-72AE-F9BC-2697B816E7F2}"/>
              </a:ext>
            </a:extLst>
          </p:cNvPr>
          <p:cNvSpPr txBox="1"/>
          <p:nvPr/>
        </p:nvSpPr>
        <p:spPr>
          <a:xfrm>
            <a:off x="10946040" y="1234870"/>
            <a:ext cx="778418" cy="369332"/>
          </a:xfrm>
          <a:prstGeom prst="rect">
            <a:avLst/>
          </a:prstGeom>
          <a:noFill/>
          <a:ln w="12700">
            <a:noFill/>
          </a:ln>
        </p:spPr>
        <p:txBody>
          <a:bodyPr wrap="none" rtlCol="0">
            <a:spAutoFit/>
          </a:bodyPr>
          <a:lstStyle/>
          <a:p>
            <a:r>
              <a:rPr lang="en-US" dirty="0"/>
              <a:t>TDATA</a:t>
            </a:r>
          </a:p>
        </p:txBody>
      </p:sp>
      <p:sp>
        <p:nvSpPr>
          <p:cNvPr id="608" name="TextBox 607">
            <a:extLst>
              <a:ext uri="{FF2B5EF4-FFF2-40B4-BE49-F238E27FC236}">
                <a16:creationId xmlns:a16="http://schemas.microsoft.com/office/drawing/2014/main" id="{30D9D9DA-5BE5-7172-1176-D9F498B36DCF}"/>
              </a:ext>
            </a:extLst>
          </p:cNvPr>
          <p:cNvSpPr txBox="1"/>
          <p:nvPr/>
        </p:nvSpPr>
        <p:spPr>
          <a:xfrm>
            <a:off x="9963283" y="1437698"/>
            <a:ext cx="757492" cy="355131"/>
          </a:xfrm>
          <a:prstGeom prst="rect">
            <a:avLst/>
          </a:prstGeom>
          <a:noFill/>
          <a:ln w="12700">
            <a:solidFill>
              <a:schemeClr val="tx1"/>
            </a:solidFill>
          </a:ln>
        </p:spPr>
        <p:txBody>
          <a:bodyPr wrap="none" rtlCol="0" anchor="ctr" anchorCtr="1">
            <a:noAutofit/>
          </a:bodyPr>
          <a:lstStyle/>
          <a:p>
            <a:r>
              <a:rPr lang="en-US" dirty="0"/>
              <a:t>RAM </a:t>
            </a:r>
          </a:p>
        </p:txBody>
      </p:sp>
      <p:sp>
        <p:nvSpPr>
          <p:cNvPr id="609" name="TextBox 608">
            <a:extLst>
              <a:ext uri="{FF2B5EF4-FFF2-40B4-BE49-F238E27FC236}">
                <a16:creationId xmlns:a16="http://schemas.microsoft.com/office/drawing/2014/main" id="{A8EA6438-CB48-FFB9-BDAF-784AC040F642}"/>
              </a:ext>
            </a:extLst>
          </p:cNvPr>
          <p:cNvSpPr txBox="1"/>
          <p:nvPr/>
        </p:nvSpPr>
        <p:spPr>
          <a:xfrm>
            <a:off x="9907503" y="1032904"/>
            <a:ext cx="878767" cy="369332"/>
          </a:xfrm>
          <a:prstGeom prst="rect">
            <a:avLst/>
          </a:prstGeom>
          <a:noFill/>
          <a:ln w="12700">
            <a:noFill/>
          </a:ln>
        </p:spPr>
        <p:txBody>
          <a:bodyPr wrap="none" rtlCol="0">
            <a:spAutoFit/>
          </a:bodyPr>
          <a:lstStyle/>
          <a:p>
            <a:r>
              <a:rPr lang="en-US" i="1" dirty="0"/>
              <a:t>reorder</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720775" y="1615264"/>
            <a:ext cx="113233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A2A73EB8-31E8-91E7-C35B-EB99EE3F9D04}"/>
              </a:ext>
            </a:extLst>
          </p:cNvPr>
          <p:cNvGrpSpPr/>
          <p:nvPr/>
        </p:nvGrpSpPr>
        <p:grpSpPr>
          <a:xfrm>
            <a:off x="9101771" y="1449567"/>
            <a:ext cx="350195" cy="350195"/>
            <a:chOff x="8869161" y="1569883"/>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450387" y="1616790"/>
            <a:ext cx="50387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2" name="TextBox 621">
            <a:extLst>
              <a:ext uri="{FF2B5EF4-FFF2-40B4-BE49-F238E27FC236}">
                <a16:creationId xmlns:a16="http://schemas.microsoft.com/office/drawing/2014/main" id="{6709CFF3-EB57-F071-AE5A-4ED10B29128B}"/>
              </a:ext>
            </a:extLst>
          </p:cNvPr>
          <p:cNvSpPr txBox="1"/>
          <p:nvPr/>
        </p:nvSpPr>
        <p:spPr>
          <a:xfrm>
            <a:off x="10937984" y="1669835"/>
            <a:ext cx="915122" cy="923330"/>
          </a:xfrm>
          <a:prstGeom prst="rect">
            <a:avLst/>
          </a:prstGeom>
          <a:noFill/>
          <a:ln w="12700">
            <a:noFill/>
          </a:ln>
        </p:spPr>
        <p:txBody>
          <a:bodyPr wrap="none" rtlCol="0">
            <a:spAutoFit/>
          </a:bodyPr>
          <a:lstStyle/>
          <a:p>
            <a:r>
              <a:rPr lang="en-US" dirty="0"/>
              <a:t>TVALID</a:t>
            </a:r>
          </a:p>
          <a:p>
            <a:r>
              <a:rPr lang="en-US" dirty="0"/>
              <a:t>TLAST</a:t>
            </a:r>
          </a:p>
          <a:p>
            <a:r>
              <a:rPr lang="en-US" dirty="0"/>
              <a:t>TREADY</a:t>
            </a:r>
          </a:p>
        </p:txBody>
      </p: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21056FC-CF09-3638-4C01-1D3E0393B551}"/>
              </a:ext>
            </a:extLst>
          </p:cNvPr>
          <p:cNvCxnSpPr>
            <a:cxnSpLocks/>
          </p:cNvCxnSpPr>
          <p:nvPr/>
        </p:nvCxnSpPr>
        <p:spPr>
          <a:xfrm>
            <a:off x="7176044" y="627478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08785"/>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2115988" y="738535"/>
            <a:ext cx="853567" cy="369332"/>
          </a:xfrm>
          <a:prstGeom prst="rect">
            <a:avLst/>
          </a:prstGeom>
          <a:noFill/>
          <a:ln w="12700">
            <a:noFill/>
          </a:ln>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258711" y="989198"/>
            <a:ext cx="778418" cy="369332"/>
          </a:xfrm>
          <a:prstGeom prst="rect">
            <a:avLst/>
          </a:prstGeom>
          <a:noFill/>
          <a:ln w="12700">
            <a:noFill/>
          </a:ln>
        </p:spPr>
        <p:txBody>
          <a:bodyPr wrap="none" rtlCol="0">
            <a:spAutoFit/>
          </a:bodyPr>
          <a:lstStyle/>
          <a:p>
            <a:r>
              <a:rPr lang="en-US" dirty="0"/>
              <a:t>TDATA</a:t>
            </a:r>
          </a:p>
        </p:txBody>
      </p:sp>
      <p:cxnSp>
        <p:nvCxnSpPr>
          <p:cNvPr id="12" name="Connector: Elbow 11">
            <a:extLst>
              <a:ext uri="{FF2B5EF4-FFF2-40B4-BE49-F238E27FC236}">
                <a16:creationId xmlns:a16="http://schemas.microsoft.com/office/drawing/2014/main" id="{77DBFB85-C1B5-0FB8-4235-108877B8F004}"/>
              </a:ext>
            </a:extLst>
          </p:cNvPr>
          <p:cNvCxnSpPr>
            <a:cxnSpLocks/>
          </p:cNvCxnSpPr>
          <p:nvPr/>
        </p:nvCxnSpPr>
        <p:spPr>
          <a:xfrm rot="16200000" flipH="1">
            <a:off x="939790" y="1870552"/>
            <a:ext cx="1378790" cy="404144"/>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2EB6D010-4EB9-A3F3-7A3A-7B226BD78F4F}"/>
              </a:ext>
            </a:extLst>
          </p:cNvPr>
          <p:cNvSpPr txBox="1"/>
          <p:nvPr/>
        </p:nvSpPr>
        <p:spPr>
          <a:xfrm>
            <a:off x="2350711" y="4541685"/>
            <a:ext cx="914994" cy="369332"/>
          </a:xfrm>
          <a:prstGeom prst="rect">
            <a:avLst/>
          </a:prstGeom>
          <a:noFill/>
          <a:ln w="12700">
            <a:noFill/>
          </a:ln>
        </p:spPr>
        <p:txBody>
          <a:bodyPr wrap="none" rtlCol="0">
            <a:spAutoFit/>
          </a:bodyPr>
          <a:lstStyle/>
          <a:p>
            <a:r>
              <a:rPr lang="en-US" i="1" dirty="0"/>
              <a:t>weights</a:t>
            </a:r>
          </a:p>
        </p:txBody>
      </p: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31372AE-ECC3-C7C5-3202-9BEF0C106D63}"/>
              </a:ext>
            </a:extLst>
          </p:cNvPr>
          <p:cNvCxnSpPr/>
          <p:nvPr/>
        </p:nvCxnSpPr>
        <p:spPr>
          <a:xfrm flipH="1" flipV="1">
            <a:off x="1425885" y="2072622"/>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4530D91-D235-A54C-E132-F11B2F6B141A}"/>
              </a:ext>
            </a:extLst>
          </p:cNvPr>
          <p:cNvCxnSpPr/>
          <p:nvPr/>
        </p:nvCxnSpPr>
        <p:spPr>
          <a:xfrm flipH="1" flipV="1">
            <a:off x="1423009" y="2420099"/>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D6D779B-73F7-D0E5-B8BC-E6576DF17037}"/>
              </a:ext>
            </a:extLst>
          </p:cNvPr>
          <p:cNvCxnSpPr/>
          <p:nvPr/>
        </p:nvCxnSpPr>
        <p:spPr>
          <a:xfrm flipH="1" flipV="1">
            <a:off x="1423008" y="1689796"/>
            <a:ext cx="404145" cy="1"/>
          </a:xfrm>
          <a:prstGeom prst="line">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12700">
            <a:solidFill>
              <a:schemeClr val="tx1"/>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12700">
            <a:solidFill>
              <a:schemeClr val="tx1"/>
            </a:solidFill>
          </a:ln>
        </p:spPr>
        <p:txBody>
          <a:bodyPr wrap="none" rtlCol="0" anchor="ctr" anchorCtr="1">
            <a:noAutofit/>
          </a:bodyPr>
          <a:lstStyle/>
          <a:p>
            <a:r>
              <a:rPr lang="en-US" dirty="0"/>
              <a:t>RAM</a:t>
            </a:r>
          </a:p>
        </p:txBody>
      </p:sp>
      <p:sp>
        <p:nvSpPr>
          <p:cNvPr id="24" name="TextBox 23">
            <a:extLst>
              <a:ext uri="{FF2B5EF4-FFF2-40B4-BE49-F238E27FC236}">
                <a16:creationId xmlns:a16="http://schemas.microsoft.com/office/drawing/2014/main" id="{62D5415B-6BBB-4905-FE3D-C2DC9C90E467}"/>
              </a:ext>
            </a:extLst>
          </p:cNvPr>
          <p:cNvSpPr txBox="1"/>
          <p:nvPr/>
        </p:nvSpPr>
        <p:spPr>
          <a:xfrm>
            <a:off x="1831257" y="114429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1831257" y="150433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1831257" y="186437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831257" y="2584453"/>
            <a:ext cx="1423030"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1831257" y="222441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5981"/>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68376"/>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30771"/>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3165"/>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3265023" y="1336009"/>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p:cNvCxnSpPr>
          <p:nvPr/>
        </p:nvCxnSpPr>
        <p:spPr>
          <a:xfrm>
            <a:off x="3265022" y="168850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p:cNvCxnSpPr>
          <p:nvPr/>
        </p:nvCxnSpPr>
        <p:spPr>
          <a:xfrm>
            <a:off x="3265022" y="2044243"/>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p:cNvCxnSpPr>
          <p:nvPr/>
        </p:nvCxnSpPr>
        <p:spPr>
          <a:xfrm>
            <a:off x="3265021" y="2396740"/>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3265021" y="2762018"/>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8249581" y="768242"/>
            <a:ext cx="657168" cy="369332"/>
          </a:xfrm>
          <a:prstGeom prst="rect">
            <a:avLst/>
          </a:prstGeom>
          <a:noFill/>
          <a:ln w="12700">
            <a:noFill/>
          </a:ln>
        </p:spPr>
        <p:txBody>
          <a:bodyPr wrap="none" rtlCol="0">
            <a:spAutoFit/>
          </a:bodyPr>
          <a:lstStyle/>
          <a:p>
            <a:r>
              <a:rPr lang="en-US" i="1" dirty="0"/>
              <a:t>RELU</a:t>
            </a:r>
          </a:p>
        </p:txBody>
      </p:sp>
      <p:sp>
        <p:nvSpPr>
          <p:cNvPr id="6" name="TextBox 5">
            <a:extLst>
              <a:ext uri="{FF2B5EF4-FFF2-40B4-BE49-F238E27FC236}">
                <a16:creationId xmlns:a16="http://schemas.microsoft.com/office/drawing/2014/main" id="{04925D36-7D44-89AA-CA2C-CF868C42A58E}"/>
              </a:ext>
            </a:extLst>
          </p:cNvPr>
          <p:cNvSpPr txBox="1"/>
          <p:nvPr/>
        </p:nvSpPr>
        <p:spPr>
          <a:xfrm>
            <a:off x="8680554" y="3987036"/>
            <a:ext cx="2155783" cy="1754326"/>
          </a:xfrm>
          <a:prstGeom prst="rect">
            <a:avLst/>
          </a:prstGeom>
          <a:noFill/>
        </p:spPr>
        <p:txBody>
          <a:bodyPr wrap="none" rtlCol="0">
            <a:spAutoFit/>
          </a:bodyPr>
          <a:lstStyle/>
          <a:p>
            <a:r>
              <a:rPr lang="en-US" u="sng" dirty="0"/>
              <a:t>data path interface</a:t>
            </a:r>
          </a:p>
          <a:p>
            <a:r>
              <a:rPr lang="en-US" dirty="0"/>
              <a:t>n * </a:t>
            </a:r>
            <a:r>
              <a:rPr lang="en-US" dirty="0" err="1"/>
              <a:t>rowbuf.wa</a:t>
            </a:r>
            <a:endParaRPr lang="en-US" dirty="0"/>
          </a:p>
          <a:p>
            <a:r>
              <a:rPr lang="en-US" dirty="0"/>
              <a:t>n * </a:t>
            </a:r>
            <a:r>
              <a:rPr lang="en-US" dirty="0" err="1"/>
              <a:t>rowbuf.ra</a:t>
            </a:r>
            <a:endParaRPr lang="en-US" dirty="0"/>
          </a:p>
          <a:p>
            <a:r>
              <a:rPr lang="en-US" dirty="0"/>
              <a:t>m * </a:t>
            </a:r>
            <a:r>
              <a:rPr lang="en-US" dirty="0" err="1"/>
              <a:t>weights.ra</a:t>
            </a:r>
            <a:endParaRPr lang="en-US" dirty="0"/>
          </a:p>
          <a:p>
            <a:r>
              <a:rPr lang="en-US" dirty="0" err="1"/>
              <a:t>mac_clear</a:t>
            </a:r>
            <a:r>
              <a:rPr lang="en-US" dirty="0"/>
              <a:t>, </a:t>
            </a:r>
            <a:r>
              <a:rPr lang="en-US" dirty="0" err="1"/>
              <a:t>mac_load</a:t>
            </a:r>
            <a:endParaRPr lang="en-US" dirty="0"/>
          </a:p>
          <a:p>
            <a:endParaRPr lang="en-US" dirty="0"/>
          </a:p>
        </p:txBody>
      </p:sp>
      <p:sp>
        <p:nvSpPr>
          <p:cNvPr id="4" name="TextBox 3">
            <a:extLst>
              <a:ext uri="{FF2B5EF4-FFF2-40B4-BE49-F238E27FC236}">
                <a16:creationId xmlns:a16="http://schemas.microsoft.com/office/drawing/2014/main" id="{B4FDF66F-F35B-D981-2D11-096ABDCECDD6}"/>
              </a:ext>
            </a:extLst>
          </p:cNvPr>
          <p:cNvSpPr txBox="1"/>
          <p:nvPr/>
        </p:nvSpPr>
        <p:spPr>
          <a:xfrm>
            <a:off x="222086" y="3705303"/>
            <a:ext cx="1891352" cy="369332"/>
          </a:xfrm>
          <a:prstGeom prst="rect">
            <a:avLst/>
          </a:prstGeom>
          <a:noFill/>
          <a:ln w="12700">
            <a:noFill/>
          </a:ln>
        </p:spPr>
        <p:txBody>
          <a:bodyPr wrap="none" rtlCol="0">
            <a:spAutoFit/>
          </a:bodyPr>
          <a:lstStyle/>
          <a:p>
            <a:r>
              <a:rPr lang="en-US" dirty="0"/>
              <a:t>1-32 chunk of int8</a:t>
            </a:r>
          </a:p>
        </p:txBody>
      </p:sp>
    </p:spTree>
    <p:extLst>
      <p:ext uri="{BB962C8B-B14F-4D97-AF65-F5344CB8AC3E}">
        <p14:creationId xmlns:p14="http://schemas.microsoft.com/office/powerpoint/2010/main" val="143290502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032083" y="3672352"/>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879683" y="3519952"/>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3" name="TextBox 2">
            <a:extLst>
              <a:ext uri="{FF2B5EF4-FFF2-40B4-BE49-F238E27FC236}">
                <a16:creationId xmlns:a16="http://schemas.microsoft.com/office/drawing/2014/main" id="{52E943C8-38E3-41CE-994C-6A05DA33D725}"/>
              </a:ext>
            </a:extLst>
          </p:cNvPr>
          <p:cNvSpPr txBox="1"/>
          <p:nvPr/>
        </p:nvSpPr>
        <p:spPr>
          <a:xfrm>
            <a:off x="622451" y="2660168"/>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727283" y="3367552"/>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220624" y="2830662"/>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068224" y="2678262"/>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2915824" y="2525862"/>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2813157" y="1865430"/>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222756" y="433520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070356" y="418280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2917956" y="403040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134077" y="3089109"/>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097984" y="4408877"/>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233286" y="3559640"/>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261245" y="41268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108845" y="39744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4952180" y="3817789"/>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4619629" y="2987261"/>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249362" y="4299006"/>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3655351" y="548725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AFCB326-5655-49E7-BE62-8EAE582D55AD}"/>
              </a:ext>
            </a:extLst>
          </p:cNvPr>
          <p:cNvCxnSpPr>
            <a:cxnSpLocks/>
          </p:cNvCxnSpPr>
          <p:nvPr/>
        </p:nvCxnSpPr>
        <p:spPr>
          <a:xfrm>
            <a:off x="5657053" y="4531172"/>
            <a:ext cx="209417" cy="164552"/>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1562392" y="4800936"/>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1864712" y="4961862"/>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216137" y="5250951"/>
            <a:ext cx="1297150" cy="369332"/>
          </a:xfrm>
          <a:prstGeom prst="rect">
            <a:avLst/>
          </a:prstGeom>
          <a:noFill/>
          <a:ln>
            <a:noFill/>
          </a:ln>
        </p:spPr>
        <p:txBody>
          <a:bodyPr wrap="none" rtlCol="0">
            <a:spAutoFit/>
          </a:bodyPr>
          <a:lstStyle/>
          <a:p>
            <a:r>
              <a:rPr lang="en-US" i="1" dirty="0"/>
              <a:t>same shape</a:t>
            </a:r>
          </a:p>
        </p:txBody>
      </p:sp>
      <p:sp>
        <p:nvSpPr>
          <p:cNvPr id="176" name="Rectangle 175">
            <a:extLst>
              <a:ext uri="{FF2B5EF4-FFF2-40B4-BE49-F238E27FC236}">
                <a16:creationId xmlns:a16="http://schemas.microsoft.com/office/drawing/2014/main" id="{61AD3C30-0113-4E68-8C19-3FD75F0E24C6}"/>
              </a:ext>
            </a:extLst>
          </p:cNvPr>
          <p:cNvSpPr/>
          <p:nvPr/>
        </p:nvSpPr>
        <p:spPr>
          <a:xfrm>
            <a:off x="533401" y="1758422"/>
            <a:ext cx="5639648" cy="4573858"/>
          </a:xfrm>
          <a:custGeom>
            <a:avLst/>
            <a:gdLst>
              <a:gd name="connsiteX0" fmla="*/ 0 w 5639648"/>
              <a:gd name="connsiteY0" fmla="*/ 0 h 4573858"/>
              <a:gd name="connsiteX1" fmla="*/ 626628 w 5639648"/>
              <a:gd name="connsiteY1" fmla="*/ 0 h 4573858"/>
              <a:gd name="connsiteX2" fmla="*/ 1140462 w 5639648"/>
              <a:gd name="connsiteY2" fmla="*/ 0 h 4573858"/>
              <a:gd name="connsiteX3" fmla="*/ 1710693 w 5639648"/>
              <a:gd name="connsiteY3" fmla="*/ 0 h 4573858"/>
              <a:gd name="connsiteX4" fmla="*/ 2393717 w 5639648"/>
              <a:gd name="connsiteY4" fmla="*/ 0 h 4573858"/>
              <a:gd name="connsiteX5" fmla="*/ 3076741 w 5639648"/>
              <a:gd name="connsiteY5" fmla="*/ 0 h 4573858"/>
              <a:gd name="connsiteX6" fmla="*/ 3590576 w 5639648"/>
              <a:gd name="connsiteY6" fmla="*/ 0 h 4573858"/>
              <a:gd name="connsiteX7" fmla="*/ 4160807 w 5639648"/>
              <a:gd name="connsiteY7" fmla="*/ 0 h 4573858"/>
              <a:gd name="connsiteX8" fmla="*/ 4843831 w 5639648"/>
              <a:gd name="connsiteY8" fmla="*/ 0 h 4573858"/>
              <a:gd name="connsiteX9" fmla="*/ 5639648 w 5639648"/>
              <a:gd name="connsiteY9" fmla="*/ 0 h 4573858"/>
              <a:gd name="connsiteX10" fmla="*/ 5639648 w 5639648"/>
              <a:gd name="connsiteY10" fmla="*/ 561931 h 4573858"/>
              <a:gd name="connsiteX11" fmla="*/ 5639648 w 5639648"/>
              <a:gd name="connsiteY11" fmla="*/ 1261078 h 4573858"/>
              <a:gd name="connsiteX12" fmla="*/ 5639648 w 5639648"/>
              <a:gd name="connsiteY12" fmla="*/ 2005963 h 4573858"/>
              <a:gd name="connsiteX13" fmla="*/ 5639648 w 5639648"/>
              <a:gd name="connsiteY13" fmla="*/ 2613633 h 4573858"/>
              <a:gd name="connsiteX14" fmla="*/ 5639648 w 5639648"/>
              <a:gd name="connsiteY14" fmla="*/ 3358519 h 4573858"/>
              <a:gd name="connsiteX15" fmla="*/ 5639648 w 5639648"/>
              <a:gd name="connsiteY15" fmla="*/ 3966188 h 4573858"/>
              <a:gd name="connsiteX16" fmla="*/ 5639648 w 5639648"/>
              <a:gd name="connsiteY16" fmla="*/ 4573858 h 4573858"/>
              <a:gd name="connsiteX17" fmla="*/ 5125813 w 5639648"/>
              <a:gd name="connsiteY17" fmla="*/ 4573858 h 4573858"/>
              <a:gd name="connsiteX18" fmla="*/ 4555582 w 5639648"/>
              <a:gd name="connsiteY18" fmla="*/ 4573858 h 4573858"/>
              <a:gd name="connsiteX19" fmla="*/ 4041748 w 5639648"/>
              <a:gd name="connsiteY19" fmla="*/ 4573858 h 4573858"/>
              <a:gd name="connsiteX20" fmla="*/ 3415120 w 5639648"/>
              <a:gd name="connsiteY20" fmla="*/ 4573858 h 4573858"/>
              <a:gd name="connsiteX21" fmla="*/ 2844889 w 5639648"/>
              <a:gd name="connsiteY21" fmla="*/ 4573858 h 4573858"/>
              <a:gd name="connsiteX22" fmla="*/ 2387451 w 5639648"/>
              <a:gd name="connsiteY22" fmla="*/ 4573858 h 4573858"/>
              <a:gd name="connsiteX23" fmla="*/ 1648030 w 5639648"/>
              <a:gd name="connsiteY23" fmla="*/ 4573858 h 4573858"/>
              <a:gd name="connsiteX24" fmla="*/ 965006 w 5639648"/>
              <a:gd name="connsiteY24" fmla="*/ 4573858 h 4573858"/>
              <a:gd name="connsiteX25" fmla="*/ 0 w 5639648"/>
              <a:gd name="connsiteY25" fmla="*/ 4573858 h 4573858"/>
              <a:gd name="connsiteX26" fmla="*/ 0 w 5639648"/>
              <a:gd name="connsiteY26" fmla="*/ 3966188 h 4573858"/>
              <a:gd name="connsiteX27" fmla="*/ 0 w 5639648"/>
              <a:gd name="connsiteY27" fmla="*/ 3358519 h 4573858"/>
              <a:gd name="connsiteX28" fmla="*/ 0 w 5639648"/>
              <a:gd name="connsiteY28" fmla="*/ 2705110 h 4573858"/>
              <a:gd name="connsiteX29" fmla="*/ 0 w 5639648"/>
              <a:gd name="connsiteY29" fmla="*/ 2051702 h 4573858"/>
              <a:gd name="connsiteX30" fmla="*/ 0 w 5639648"/>
              <a:gd name="connsiteY30" fmla="*/ 1444032 h 4573858"/>
              <a:gd name="connsiteX31" fmla="*/ 0 w 5639648"/>
              <a:gd name="connsiteY31" fmla="*/ 699147 h 4573858"/>
              <a:gd name="connsiteX32" fmla="*/ 0 w 5639648"/>
              <a:gd name="connsiteY32" fmla="*/ 0 h 457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39648" h="4573858" extrusionOk="0">
                <a:moveTo>
                  <a:pt x="0" y="0"/>
                </a:moveTo>
                <a:cubicBezTo>
                  <a:pt x="230085" y="26342"/>
                  <a:pt x="337380" y="26803"/>
                  <a:pt x="626628" y="0"/>
                </a:cubicBezTo>
                <a:cubicBezTo>
                  <a:pt x="915876" y="-26803"/>
                  <a:pt x="922278" y="899"/>
                  <a:pt x="1140462" y="0"/>
                </a:cubicBezTo>
                <a:cubicBezTo>
                  <a:pt x="1358646" y="-899"/>
                  <a:pt x="1495083" y="10929"/>
                  <a:pt x="1710693" y="0"/>
                </a:cubicBezTo>
                <a:cubicBezTo>
                  <a:pt x="1926303" y="-10929"/>
                  <a:pt x="2191418" y="-10993"/>
                  <a:pt x="2393717" y="0"/>
                </a:cubicBezTo>
                <a:cubicBezTo>
                  <a:pt x="2596016" y="10993"/>
                  <a:pt x="2843630" y="-8695"/>
                  <a:pt x="3076741" y="0"/>
                </a:cubicBezTo>
                <a:cubicBezTo>
                  <a:pt x="3309852" y="8695"/>
                  <a:pt x="3473874" y="-10311"/>
                  <a:pt x="3590576" y="0"/>
                </a:cubicBezTo>
                <a:cubicBezTo>
                  <a:pt x="3707279" y="10311"/>
                  <a:pt x="3887107" y="19124"/>
                  <a:pt x="4160807" y="0"/>
                </a:cubicBezTo>
                <a:cubicBezTo>
                  <a:pt x="4434507" y="-19124"/>
                  <a:pt x="4571239" y="-31249"/>
                  <a:pt x="4843831" y="0"/>
                </a:cubicBezTo>
                <a:cubicBezTo>
                  <a:pt x="5116423" y="31249"/>
                  <a:pt x="5410049" y="-32383"/>
                  <a:pt x="5639648" y="0"/>
                </a:cubicBezTo>
                <a:cubicBezTo>
                  <a:pt x="5628080" y="249509"/>
                  <a:pt x="5628123" y="345220"/>
                  <a:pt x="5639648" y="561931"/>
                </a:cubicBezTo>
                <a:cubicBezTo>
                  <a:pt x="5651173" y="778642"/>
                  <a:pt x="5635081" y="1004230"/>
                  <a:pt x="5639648" y="1261078"/>
                </a:cubicBezTo>
                <a:cubicBezTo>
                  <a:pt x="5644215" y="1517926"/>
                  <a:pt x="5629092" y="1657972"/>
                  <a:pt x="5639648" y="2005963"/>
                </a:cubicBezTo>
                <a:cubicBezTo>
                  <a:pt x="5650204" y="2353955"/>
                  <a:pt x="5666380" y="2441204"/>
                  <a:pt x="5639648" y="2613633"/>
                </a:cubicBezTo>
                <a:cubicBezTo>
                  <a:pt x="5612917" y="2786062"/>
                  <a:pt x="5637622" y="3069557"/>
                  <a:pt x="5639648" y="3358519"/>
                </a:cubicBezTo>
                <a:cubicBezTo>
                  <a:pt x="5641674" y="3647481"/>
                  <a:pt x="5633263" y="3811615"/>
                  <a:pt x="5639648" y="3966188"/>
                </a:cubicBezTo>
                <a:cubicBezTo>
                  <a:pt x="5646033" y="4120761"/>
                  <a:pt x="5614570" y="4406403"/>
                  <a:pt x="5639648" y="4573858"/>
                </a:cubicBezTo>
                <a:cubicBezTo>
                  <a:pt x="5489769" y="4592270"/>
                  <a:pt x="5268202" y="4577051"/>
                  <a:pt x="5125813" y="4573858"/>
                </a:cubicBezTo>
                <a:cubicBezTo>
                  <a:pt x="4983424" y="4570665"/>
                  <a:pt x="4830848" y="4596049"/>
                  <a:pt x="4555582" y="4573858"/>
                </a:cubicBezTo>
                <a:cubicBezTo>
                  <a:pt x="4280316" y="4551667"/>
                  <a:pt x="4241793" y="4558125"/>
                  <a:pt x="4041748" y="4573858"/>
                </a:cubicBezTo>
                <a:cubicBezTo>
                  <a:pt x="3841703" y="4589591"/>
                  <a:pt x="3661811" y="4567517"/>
                  <a:pt x="3415120" y="4573858"/>
                </a:cubicBezTo>
                <a:cubicBezTo>
                  <a:pt x="3168429" y="4580199"/>
                  <a:pt x="3008720" y="4592527"/>
                  <a:pt x="2844889" y="4573858"/>
                </a:cubicBezTo>
                <a:cubicBezTo>
                  <a:pt x="2681058" y="4555189"/>
                  <a:pt x="2592511" y="4553885"/>
                  <a:pt x="2387451" y="4573858"/>
                </a:cubicBezTo>
                <a:cubicBezTo>
                  <a:pt x="2182391" y="4593831"/>
                  <a:pt x="1992420" y="4547413"/>
                  <a:pt x="1648030" y="4573858"/>
                </a:cubicBezTo>
                <a:cubicBezTo>
                  <a:pt x="1303640" y="4600303"/>
                  <a:pt x="1300369" y="4562193"/>
                  <a:pt x="965006" y="4573858"/>
                </a:cubicBezTo>
                <a:cubicBezTo>
                  <a:pt x="629643" y="4585523"/>
                  <a:pt x="228404" y="4530152"/>
                  <a:pt x="0" y="4573858"/>
                </a:cubicBezTo>
                <a:cubicBezTo>
                  <a:pt x="30052" y="4435091"/>
                  <a:pt x="-24234" y="4185729"/>
                  <a:pt x="0" y="3966188"/>
                </a:cubicBezTo>
                <a:cubicBezTo>
                  <a:pt x="24234" y="3746647"/>
                  <a:pt x="-6202" y="3600318"/>
                  <a:pt x="0" y="3358519"/>
                </a:cubicBezTo>
                <a:cubicBezTo>
                  <a:pt x="6202" y="3116720"/>
                  <a:pt x="-8011" y="2854110"/>
                  <a:pt x="0" y="2705110"/>
                </a:cubicBezTo>
                <a:cubicBezTo>
                  <a:pt x="8011" y="2556110"/>
                  <a:pt x="-32622" y="2273230"/>
                  <a:pt x="0" y="2051702"/>
                </a:cubicBezTo>
                <a:cubicBezTo>
                  <a:pt x="32622" y="1830174"/>
                  <a:pt x="4739" y="1712524"/>
                  <a:pt x="0" y="1444032"/>
                </a:cubicBezTo>
                <a:cubicBezTo>
                  <a:pt x="-4739" y="1175540"/>
                  <a:pt x="11016" y="887801"/>
                  <a:pt x="0" y="699147"/>
                </a:cubicBezTo>
                <a:cubicBezTo>
                  <a:pt x="-11016" y="510494"/>
                  <a:pt x="-18108" y="181888"/>
                  <a:pt x="0" y="0"/>
                </a:cubicBezTo>
                <a:close/>
              </a:path>
            </a:pathLst>
          </a:custGeom>
          <a:noFill/>
          <a:ln w="12700">
            <a:solidFill>
              <a:schemeClr val="tx1"/>
            </a:solidFill>
            <a:prstDash val="lgDash"/>
            <a:extLst>
              <a:ext uri="{C807C97D-BFC1-408E-A445-0C87EB9F89A2}">
                <ask:lineSketchStyleProps xmlns:ask="http://schemas.microsoft.com/office/drawing/2018/sketchyshapes" sd="209156164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4699210" y="4644274"/>
            <a:ext cx="296756"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4357009" y="5435617"/>
            <a:ext cx="1277914" cy="369332"/>
          </a:xfrm>
          <a:prstGeom prst="rect">
            <a:avLst/>
          </a:prstGeom>
          <a:noFill/>
          <a:ln>
            <a:noFill/>
          </a:ln>
        </p:spPr>
        <p:txBody>
          <a:bodyPr wrap="none" rtlCol="0">
            <a:spAutoFit/>
          </a:bodyPr>
          <a:lstStyle/>
          <a:p>
            <a:r>
              <a:rPr lang="en-US" i="1" dirty="0"/>
              <a:t>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727283" y="3367552"/>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2915823" y="2530122"/>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2922221" y="403040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663FF8ED-AF91-4E41-8150-094F5C5561F0}"/>
              </a:ext>
            </a:extLst>
          </p:cNvPr>
          <p:cNvSpPr/>
          <p:nvPr/>
        </p:nvSpPr>
        <p:spPr>
          <a:xfrm>
            <a:off x="7149831" y="1624519"/>
            <a:ext cx="4017522" cy="249028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extBox 170">
            <a:extLst>
              <a:ext uri="{FF2B5EF4-FFF2-40B4-BE49-F238E27FC236}">
                <a16:creationId xmlns:a16="http://schemas.microsoft.com/office/drawing/2014/main" id="{58C7179C-F4EA-4737-BD5E-590D24A4D798}"/>
              </a:ext>
            </a:extLst>
          </p:cNvPr>
          <p:cNvSpPr txBox="1"/>
          <p:nvPr/>
        </p:nvSpPr>
        <p:spPr>
          <a:xfrm>
            <a:off x="10155762" y="3744060"/>
            <a:ext cx="1002069" cy="369332"/>
          </a:xfrm>
          <a:prstGeom prst="rect">
            <a:avLst/>
          </a:prstGeom>
          <a:noFill/>
        </p:spPr>
        <p:txBody>
          <a:bodyPr wrap="none" rtlCol="0">
            <a:spAutoFit/>
          </a:bodyPr>
          <a:lstStyle/>
          <a:p>
            <a:r>
              <a:rPr lang="en-US" i="1" dirty="0"/>
              <a:t>conv2d.v</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7320373" y="4250964"/>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9776833" y="4224136"/>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8085326" y="4250964"/>
            <a:ext cx="1172309" cy="369332"/>
          </a:xfrm>
          <a:prstGeom prst="rect">
            <a:avLst/>
          </a:prstGeom>
          <a:noFill/>
        </p:spPr>
        <p:txBody>
          <a:bodyPr wrap="none" rtlCol="0">
            <a:spAutoFit/>
          </a:bodyPr>
          <a:lstStyle/>
          <a:p>
            <a:r>
              <a:rPr lang="en-US" dirty="0"/>
              <a:t>row buffer</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554166" y="4224136"/>
            <a:ext cx="911468" cy="369332"/>
          </a:xfrm>
          <a:prstGeom prst="rect">
            <a:avLst/>
          </a:prstGeom>
          <a:noFill/>
        </p:spPr>
        <p:txBody>
          <a:bodyPr wrap="none" rtlCol="0">
            <a:spAutoFit/>
          </a:bodyPr>
          <a:lstStyle/>
          <a:p>
            <a:r>
              <a:rPr lang="en-US" dirty="0"/>
              <a:t>weights</a:t>
            </a:r>
          </a:p>
        </p:txBody>
      </p:sp>
      <p:sp>
        <p:nvSpPr>
          <p:cNvPr id="188" name="TextBox 187">
            <a:extLst>
              <a:ext uri="{FF2B5EF4-FFF2-40B4-BE49-F238E27FC236}">
                <a16:creationId xmlns:a16="http://schemas.microsoft.com/office/drawing/2014/main" id="{7F588F9E-16E7-4344-A4E1-CB24981636DB}"/>
              </a:ext>
            </a:extLst>
          </p:cNvPr>
          <p:cNvSpPr txBox="1"/>
          <p:nvPr/>
        </p:nvSpPr>
        <p:spPr>
          <a:xfrm>
            <a:off x="6481856" y="1537158"/>
            <a:ext cx="671979" cy="369332"/>
          </a:xfrm>
          <a:prstGeom prst="rect">
            <a:avLst/>
          </a:prstGeom>
          <a:noFill/>
        </p:spPr>
        <p:txBody>
          <a:bodyPr wrap="none" rtlCol="0">
            <a:spAutoFit/>
          </a:bodyPr>
          <a:lstStyle/>
          <a:p>
            <a:r>
              <a:rPr lang="en-US" dirty="0"/>
              <a:t>AXI-S</a:t>
            </a:r>
          </a:p>
        </p:txBody>
      </p:sp>
      <p:sp>
        <p:nvSpPr>
          <p:cNvPr id="95" name="TextBox 94">
            <a:extLst>
              <a:ext uri="{FF2B5EF4-FFF2-40B4-BE49-F238E27FC236}">
                <a16:creationId xmlns:a16="http://schemas.microsoft.com/office/drawing/2014/main" id="{4A999D2A-E578-4BA3-A15D-DAC2CB48DCF9}"/>
              </a:ext>
            </a:extLst>
          </p:cNvPr>
          <p:cNvSpPr txBox="1"/>
          <p:nvPr/>
        </p:nvSpPr>
        <p:spPr>
          <a:xfrm>
            <a:off x="6906946" y="6340012"/>
            <a:ext cx="810735" cy="369332"/>
          </a:xfrm>
          <a:prstGeom prst="rect">
            <a:avLst/>
          </a:prstGeom>
          <a:noFill/>
        </p:spPr>
        <p:txBody>
          <a:bodyPr wrap="none" rtlCol="0">
            <a:spAutoFit/>
          </a:bodyPr>
          <a:lstStyle/>
          <a:p>
            <a:r>
              <a:rPr lang="en-US" dirty="0"/>
              <a:t>layer 1</a:t>
            </a:r>
          </a:p>
        </p:txBody>
      </p:sp>
      <p:sp>
        <p:nvSpPr>
          <p:cNvPr id="147" name="TextBox 146">
            <a:extLst>
              <a:ext uri="{FF2B5EF4-FFF2-40B4-BE49-F238E27FC236}">
                <a16:creationId xmlns:a16="http://schemas.microsoft.com/office/drawing/2014/main" id="{90CCF11E-17BA-4B3D-BBDA-5FD91A70C785}"/>
              </a:ext>
            </a:extLst>
          </p:cNvPr>
          <p:cNvSpPr txBox="1"/>
          <p:nvPr/>
        </p:nvSpPr>
        <p:spPr>
          <a:xfrm>
            <a:off x="8584127" y="6308078"/>
            <a:ext cx="810735" cy="369332"/>
          </a:xfrm>
          <a:prstGeom prst="rect">
            <a:avLst/>
          </a:prstGeom>
          <a:noFill/>
        </p:spPr>
        <p:txBody>
          <a:bodyPr wrap="none" rtlCol="0">
            <a:spAutoFit/>
          </a:bodyPr>
          <a:lstStyle/>
          <a:p>
            <a:r>
              <a:rPr lang="en-US" dirty="0"/>
              <a:t>layer 2</a:t>
            </a:r>
          </a:p>
        </p:txBody>
      </p:sp>
      <p:sp>
        <p:nvSpPr>
          <p:cNvPr id="150" name="TextBox 149">
            <a:extLst>
              <a:ext uri="{FF2B5EF4-FFF2-40B4-BE49-F238E27FC236}">
                <a16:creationId xmlns:a16="http://schemas.microsoft.com/office/drawing/2014/main" id="{5087D6E8-118D-41D7-A503-7AD5D96E3B50}"/>
              </a:ext>
            </a:extLst>
          </p:cNvPr>
          <p:cNvSpPr txBox="1"/>
          <p:nvPr/>
        </p:nvSpPr>
        <p:spPr>
          <a:xfrm>
            <a:off x="10759581" y="6308078"/>
            <a:ext cx="815544" cy="369332"/>
          </a:xfrm>
          <a:prstGeom prst="rect">
            <a:avLst/>
          </a:prstGeom>
          <a:noFill/>
        </p:spPr>
        <p:txBody>
          <a:bodyPr wrap="none" rtlCol="0">
            <a:spAutoFit/>
          </a:bodyPr>
          <a:lstStyle/>
          <a:p>
            <a:r>
              <a:rPr lang="en-US" dirty="0"/>
              <a:t>layer n</a:t>
            </a:r>
          </a:p>
        </p:txBody>
      </p:sp>
      <p:cxnSp>
        <p:nvCxnSpPr>
          <p:cNvPr id="151" name="Straight Connector 150">
            <a:extLst>
              <a:ext uri="{FF2B5EF4-FFF2-40B4-BE49-F238E27FC236}">
                <a16:creationId xmlns:a16="http://schemas.microsoft.com/office/drawing/2014/main" id="{36168DE4-78E4-4AFB-82A6-949DF6E3E3A9}"/>
              </a:ext>
            </a:extLst>
          </p:cNvPr>
          <p:cNvCxnSpPr>
            <a:cxnSpLocks/>
          </p:cNvCxnSpPr>
          <p:nvPr/>
        </p:nvCxnSpPr>
        <p:spPr>
          <a:xfrm rot="5400000">
            <a:off x="10049029" y="5670678"/>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57" name="Group 256">
            <a:extLst>
              <a:ext uri="{FF2B5EF4-FFF2-40B4-BE49-F238E27FC236}">
                <a16:creationId xmlns:a16="http://schemas.microsoft.com/office/drawing/2014/main" id="{EF176BD9-D673-ED8F-D982-CAE59035F7F5}"/>
              </a:ext>
            </a:extLst>
          </p:cNvPr>
          <p:cNvGrpSpPr/>
          <p:nvPr/>
        </p:nvGrpSpPr>
        <p:grpSpPr>
          <a:xfrm>
            <a:off x="6914077" y="1784892"/>
            <a:ext cx="4549804" cy="2108118"/>
            <a:chOff x="333382" y="1125854"/>
            <a:chExt cx="11519724" cy="5337579"/>
          </a:xfrm>
        </p:grpSpPr>
        <p:sp>
          <p:nvSpPr>
            <p:cNvPr id="97" name="TextBox 96">
              <a:extLst>
                <a:ext uri="{FF2B5EF4-FFF2-40B4-BE49-F238E27FC236}">
                  <a16:creationId xmlns:a16="http://schemas.microsoft.com/office/drawing/2014/main" id="{AA25AF5F-00E5-FAB0-AAB9-9E77B3480B45}"/>
                </a:ext>
              </a:extLst>
            </p:cNvPr>
            <p:cNvSpPr txBox="1"/>
            <p:nvPr/>
          </p:nvSpPr>
          <p:spPr>
            <a:xfrm>
              <a:off x="5788913" y="1132149"/>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98" name="TextBox 97">
              <a:extLst>
                <a:ext uri="{FF2B5EF4-FFF2-40B4-BE49-F238E27FC236}">
                  <a16:creationId xmlns:a16="http://schemas.microsoft.com/office/drawing/2014/main" id="{D4BBE683-A659-10EE-D5BE-103B4CE48CBF}"/>
                </a:ext>
              </a:extLst>
            </p:cNvPr>
            <p:cNvSpPr txBox="1"/>
            <p:nvPr/>
          </p:nvSpPr>
          <p:spPr>
            <a:xfrm>
              <a:off x="5788913" y="1487650"/>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99" name="TextBox 98">
              <a:extLst>
                <a:ext uri="{FF2B5EF4-FFF2-40B4-BE49-F238E27FC236}">
                  <a16:creationId xmlns:a16="http://schemas.microsoft.com/office/drawing/2014/main" id="{FC5F578C-E922-7851-77F6-30D4CF41EF3A}"/>
                </a:ext>
              </a:extLst>
            </p:cNvPr>
            <p:cNvSpPr txBox="1"/>
            <p:nvPr/>
          </p:nvSpPr>
          <p:spPr>
            <a:xfrm>
              <a:off x="5788913" y="1843151"/>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0" name="TextBox 99">
              <a:extLst>
                <a:ext uri="{FF2B5EF4-FFF2-40B4-BE49-F238E27FC236}">
                  <a16:creationId xmlns:a16="http://schemas.microsoft.com/office/drawing/2014/main" id="{516A70AC-89AC-C1F7-2075-16D728DB825D}"/>
                </a:ext>
              </a:extLst>
            </p:cNvPr>
            <p:cNvSpPr txBox="1"/>
            <p:nvPr/>
          </p:nvSpPr>
          <p:spPr>
            <a:xfrm>
              <a:off x="5788913" y="2198652"/>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1" name="TextBox 100">
              <a:extLst>
                <a:ext uri="{FF2B5EF4-FFF2-40B4-BE49-F238E27FC236}">
                  <a16:creationId xmlns:a16="http://schemas.microsoft.com/office/drawing/2014/main" id="{4D701587-5EEC-E827-C990-5C4EE9C72AD8}"/>
                </a:ext>
              </a:extLst>
            </p:cNvPr>
            <p:cNvSpPr txBox="1"/>
            <p:nvPr/>
          </p:nvSpPr>
          <p:spPr>
            <a:xfrm>
              <a:off x="5788913" y="2554153"/>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2" name="TextBox 101">
              <a:extLst>
                <a:ext uri="{FF2B5EF4-FFF2-40B4-BE49-F238E27FC236}">
                  <a16:creationId xmlns:a16="http://schemas.microsoft.com/office/drawing/2014/main" id="{561AC6C3-D0BA-215B-704A-E7032A428EF8}"/>
                </a:ext>
              </a:extLst>
            </p:cNvPr>
            <p:cNvSpPr txBox="1"/>
            <p:nvPr/>
          </p:nvSpPr>
          <p:spPr>
            <a:xfrm>
              <a:off x="5788913" y="2909654"/>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3" name="TextBox 102">
              <a:extLst>
                <a:ext uri="{FF2B5EF4-FFF2-40B4-BE49-F238E27FC236}">
                  <a16:creationId xmlns:a16="http://schemas.microsoft.com/office/drawing/2014/main" id="{2864461B-1076-3CCE-7E12-0071F52897B2}"/>
                </a:ext>
              </a:extLst>
            </p:cNvPr>
            <p:cNvSpPr txBox="1"/>
            <p:nvPr/>
          </p:nvSpPr>
          <p:spPr>
            <a:xfrm>
              <a:off x="5788913" y="3265155"/>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4" name="TextBox 103">
              <a:extLst>
                <a:ext uri="{FF2B5EF4-FFF2-40B4-BE49-F238E27FC236}">
                  <a16:creationId xmlns:a16="http://schemas.microsoft.com/office/drawing/2014/main" id="{4F63D6F3-E121-E3E0-AD8F-C982A9A63587}"/>
                </a:ext>
              </a:extLst>
            </p:cNvPr>
            <p:cNvSpPr txBox="1"/>
            <p:nvPr/>
          </p:nvSpPr>
          <p:spPr>
            <a:xfrm>
              <a:off x="5788913" y="3620656"/>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5" name="TextBox 104">
              <a:extLst>
                <a:ext uri="{FF2B5EF4-FFF2-40B4-BE49-F238E27FC236}">
                  <a16:creationId xmlns:a16="http://schemas.microsoft.com/office/drawing/2014/main" id="{F7A1050D-CDFA-5BF1-663B-8A9769B6D692}"/>
                </a:ext>
              </a:extLst>
            </p:cNvPr>
            <p:cNvSpPr txBox="1"/>
            <p:nvPr/>
          </p:nvSpPr>
          <p:spPr>
            <a:xfrm>
              <a:off x="5788913" y="3976157"/>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6" name="TextBox 105">
              <a:extLst>
                <a:ext uri="{FF2B5EF4-FFF2-40B4-BE49-F238E27FC236}">
                  <a16:creationId xmlns:a16="http://schemas.microsoft.com/office/drawing/2014/main" id="{7B1D1C10-E508-D611-2BA1-5A983507D821}"/>
                </a:ext>
              </a:extLst>
            </p:cNvPr>
            <p:cNvSpPr txBox="1"/>
            <p:nvPr/>
          </p:nvSpPr>
          <p:spPr>
            <a:xfrm>
              <a:off x="5788913" y="4331658"/>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09" name="TextBox 108">
              <a:extLst>
                <a:ext uri="{FF2B5EF4-FFF2-40B4-BE49-F238E27FC236}">
                  <a16:creationId xmlns:a16="http://schemas.microsoft.com/office/drawing/2014/main" id="{DA6A933A-0AAC-986E-06FD-3C65C0AB1800}"/>
                </a:ext>
              </a:extLst>
            </p:cNvPr>
            <p:cNvSpPr txBox="1"/>
            <p:nvPr/>
          </p:nvSpPr>
          <p:spPr>
            <a:xfrm>
              <a:off x="5788913" y="4687159"/>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0" name="TextBox 109">
              <a:extLst>
                <a:ext uri="{FF2B5EF4-FFF2-40B4-BE49-F238E27FC236}">
                  <a16:creationId xmlns:a16="http://schemas.microsoft.com/office/drawing/2014/main" id="{61F0FB7E-6F4F-BDD5-1FC1-20CB3D02D5D9}"/>
                </a:ext>
              </a:extLst>
            </p:cNvPr>
            <p:cNvSpPr txBox="1"/>
            <p:nvPr/>
          </p:nvSpPr>
          <p:spPr>
            <a:xfrm>
              <a:off x="5788913" y="5042660"/>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1" name="TextBox 110">
              <a:extLst>
                <a:ext uri="{FF2B5EF4-FFF2-40B4-BE49-F238E27FC236}">
                  <a16:creationId xmlns:a16="http://schemas.microsoft.com/office/drawing/2014/main" id="{AC3A5018-2D57-9856-637A-2C45B187EA5B}"/>
                </a:ext>
              </a:extLst>
            </p:cNvPr>
            <p:cNvSpPr txBox="1"/>
            <p:nvPr/>
          </p:nvSpPr>
          <p:spPr>
            <a:xfrm>
              <a:off x="5788913" y="5398161"/>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3" name="TextBox 112">
              <a:extLst>
                <a:ext uri="{FF2B5EF4-FFF2-40B4-BE49-F238E27FC236}">
                  <a16:creationId xmlns:a16="http://schemas.microsoft.com/office/drawing/2014/main" id="{CD267B81-FC32-6815-1A19-253CE3E37D66}"/>
                </a:ext>
              </a:extLst>
            </p:cNvPr>
            <p:cNvSpPr txBox="1"/>
            <p:nvPr/>
          </p:nvSpPr>
          <p:spPr>
            <a:xfrm>
              <a:off x="5788913" y="5753662"/>
              <a:ext cx="1386972" cy="354265"/>
            </a:xfrm>
            <a:prstGeom prst="rect">
              <a:avLst/>
            </a:prstGeom>
            <a:noFill/>
            <a:ln w="22225">
              <a:solidFill>
                <a:schemeClr val="tx1"/>
              </a:solidFill>
            </a:ln>
          </p:spPr>
          <p:txBody>
            <a:bodyPr wrap="none" rtlCol="0" anchor="ctr" anchorCtr="1">
              <a:noAutofit/>
            </a:bodyPr>
            <a:lstStyle/>
            <a:p>
              <a:r>
                <a:rPr lang="en-US" sz="900" dirty="0"/>
                <a:t>MAC</a:t>
              </a:r>
            </a:p>
          </p:txBody>
        </p:sp>
        <p:sp>
          <p:nvSpPr>
            <p:cNvPr id="114" name="TextBox 113">
              <a:extLst>
                <a:ext uri="{FF2B5EF4-FFF2-40B4-BE49-F238E27FC236}">
                  <a16:creationId xmlns:a16="http://schemas.microsoft.com/office/drawing/2014/main" id="{EC2782F8-1EA7-5EEA-0155-D8D26C17EF09}"/>
                </a:ext>
              </a:extLst>
            </p:cNvPr>
            <p:cNvSpPr txBox="1"/>
            <p:nvPr/>
          </p:nvSpPr>
          <p:spPr>
            <a:xfrm>
              <a:off x="5788913" y="6109168"/>
              <a:ext cx="1386972" cy="354265"/>
            </a:xfrm>
            <a:prstGeom prst="rect">
              <a:avLst/>
            </a:prstGeom>
            <a:noFill/>
            <a:ln w="22225">
              <a:solidFill>
                <a:schemeClr val="tx1"/>
              </a:solidFill>
            </a:ln>
          </p:spPr>
          <p:txBody>
            <a:bodyPr wrap="none" rtlCol="0" anchor="ctr" anchorCtr="1">
              <a:noAutofit/>
            </a:bodyPr>
            <a:lstStyle/>
            <a:p>
              <a:r>
                <a:rPr lang="en-US" sz="900" dirty="0"/>
                <a:t>MAC </a:t>
              </a:r>
              <a:r>
                <a:rPr lang="en-US" sz="900" b="1" dirty="0"/>
                <a:t>n*m</a:t>
              </a:r>
            </a:p>
          </p:txBody>
        </p:sp>
        <p:cxnSp>
          <p:nvCxnSpPr>
            <p:cNvPr id="115" name="Straight Arrow Connector 114">
              <a:extLst>
                <a:ext uri="{FF2B5EF4-FFF2-40B4-BE49-F238E27FC236}">
                  <a16:creationId xmlns:a16="http://schemas.microsoft.com/office/drawing/2014/main" id="{A7A3D0AF-819B-29AC-72C3-DFBA5EE8A4F8}"/>
                </a:ext>
              </a:extLst>
            </p:cNvPr>
            <p:cNvCxnSpPr>
              <a:cxnSpLocks/>
            </p:cNvCxnSpPr>
            <p:nvPr/>
          </p:nvCxnSpPr>
          <p:spPr>
            <a:xfrm flipV="1">
              <a:off x="3951949" y="1390596"/>
              <a:ext cx="1831629"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D6A94A7E-9EDD-7840-B5BC-003432ABE6C4}"/>
                </a:ext>
              </a:extLst>
            </p:cNvPr>
            <p:cNvCxnSpPr>
              <a:cxnSpLocks/>
            </p:cNvCxnSpPr>
            <p:nvPr/>
          </p:nvCxnSpPr>
          <p:spPr>
            <a:xfrm>
              <a:off x="3954771" y="1321859"/>
              <a:ext cx="1832509"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22C0D9D4-2894-1412-A12C-549EDFFCCFC0}"/>
                </a:ext>
              </a:extLst>
            </p:cNvPr>
            <p:cNvCxnSpPr>
              <a:cxnSpLocks/>
            </p:cNvCxnSpPr>
            <p:nvPr/>
          </p:nvCxnSpPr>
          <p:spPr>
            <a:xfrm flipV="1">
              <a:off x="3957353" y="1745571"/>
              <a:ext cx="1826225"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BDF356FA-5791-A24A-452C-8E03FFF9A398}"/>
                </a:ext>
              </a:extLst>
            </p:cNvPr>
            <p:cNvCxnSpPr>
              <a:cxnSpLocks/>
            </p:cNvCxnSpPr>
            <p:nvPr/>
          </p:nvCxnSpPr>
          <p:spPr>
            <a:xfrm flipV="1">
              <a:off x="3954771" y="1240012"/>
              <a:ext cx="182880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A5F8EF2-4F28-0628-9427-CD9E4DE52365}"/>
                </a:ext>
              </a:extLst>
            </p:cNvPr>
            <p:cNvCxnSpPr>
              <a:cxnSpLocks/>
            </p:cNvCxnSpPr>
            <p:nvPr/>
          </p:nvCxnSpPr>
          <p:spPr>
            <a:xfrm flipV="1">
              <a:off x="3957352" y="2099836"/>
              <a:ext cx="1826225"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B8AF373-BBDC-32D4-2E8D-B3220D83B945}"/>
                </a:ext>
              </a:extLst>
            </p:cNvPr>
            <p:cNvCxnSpPr>
              <a:cxnSpLocks/>
            </p:cNvCxnSpPr>
            <p:nvPr/>
          </p:nvCxnSpPr>
          <p:spPr>
            <a:xfrm>
              <a:off x="3954771" y="1681899"/>
              <a:ext cx="1832509"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8B7943D-4BCC-8A84-81E8-A65685DC6A37}"/>
                </a:ext>
              </a:extLst>
            </p:cNvPr>
            <p:cNvCxnSpPr>
              <a:cxnSpLocks/>
            </p:cNvCxnSpPr>
            <p:nvPr/>
          </p:nvCxnSpPr>
          <p:spPr>
            <a:xfrm flipV="1">
              <a:off x="3951949" y="2454811"/>
              <a:ext cx="1831629"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3F337A1-2533-F441-FB49-3E877C8E5D41}"/>
                </a:ext>
              </a:extLst>
            </p:cNvPr>
            <p:cNvCxnSpPr>
              <a:cxnSpLocks/>
            </p:cNvCxnSpPr>
            <p:nvPr/>
          </p:nvCxnSpPr>
          <p:spPr>
            <a:xfrm>
              <a:off x="3954771" y="1321859"/>
              <a:ext cx="182880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759CE33C-843C-20BC-08CA-D665288088CC}"/>
                </a:ext>
              </a:extLst>
            </p:cNvPr>
            <p:cNvCxnSpPr>
              <a:cxnSpLocks/>
            </p:cNvCxnSpPr>
            <p:nvPr/>
          </p:nvCxnSpPr>
          <p:spPr>
            <a:xfrm flipV="1">
              <a:off x="3957352" y="2808366"/>
              <a:ext cx="1829073"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4BE8AA3A-7978-B50D-42A5-897E37FFA4E5}"/>
                </a:ext>
              </a:extLst>
            </p:cNvPr>
            <p:cNvCxnSpPr>
              <a:cxnSpLocks/>
            </p:cNvCxnSpPr>
            <p:nvPr/>
          </p:nvCxnSpPr>
          <p:spPr>
            <a:xfrm>
              <a:off x="3954771" y="1681899"/>
              <a:ext cx="1835357"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E4012827-91DD-0F82-2D83-591BCCAEDAF1}"/>
                </a:ext>
              </a:extLst>
            </p:cNvPr>
            <p:cNvCxnSpPr>
              <a:cxnSpLocks/>
            </p:cNvCxnSpPr>
            <p:nvPr/>
          </p:nvCxnSpPr>
          <p:spPr>
            <a:xfrm flipV="1">
              <a:off x="3957352" y="3163341"/>
              <a:ext cx="1829073"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561B40FC-E240-41A1-0287-E66BE3F57C55}"/>
                </a:ext>
              </a:extLst>
            </p:cNvPr>
            <p:cNvCxnSpPr>
              <a:cxnSpLocks/>
            </p:cNvCxnSpPr>
            <p:nvPr/>
          </p:nvCxnSpPr>
          <p:spPr>
            <a:xfrm>
              <a:off x="3954771" y="1681899"/>
              <a:ext cx="1831654"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4895C2E-E6DD-E4E5-15B4-D43388EB76A1}"/>
                </a:ext>
              </a:extLst>
            </p:cNvPr>
            <p:cNvCxnSpPr>
              <a:cxnSpLocks/>
            </p:cNvCxnSpPr>
            <p:nvPr/>
          </p:nvCxnSpPr>
          <p:spPr>
            <a:xfrm flipV="1">
              <a:off x="3951949" y="3517606"/>
              <a:ext cx="1834476"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22CF96CD-B931-85CA-E69E-5A4DD44F8025}"/>
                </a:ext>
              </a:extLst>
            </p:cNvPr>
            <p:cNvCxnSpPr>
              <a:cxnSpLocks/>
            </p:cNvCxnSpPr>
            <p:nvPr/>
          </p:nvCxnSpPr>
          <p:spPr>
            <a:xfrm>
              <a:off x="3954771" y="2041939"/>
              <a:ext cx="1835357"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8D4128A4-176E-514E-347B-806968C589C8}"/>
                </a:ext>
              </a:extLst>
            </p:cNvPr>
            <p:cNvCxnSpPr>
              <a:cxnSpLocks/>
            </p:cNvCxnSpPr>
            <p:nvPr/>
          </p:nvCxnSpPr>
          <p:spPr>
            <a:xfrm flipV="1">
              <a:off x="3957352" y="3872581"/>
              <a:ext cx="1829073"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4F0F1F5F-CBF8-4E90-F7EC-6E8A801D81F1}"/>
                </a:ext>
              </a:extLst>
            </p:cNvPr>
            <p:cNvCxnSpPr>
              <a:cxnSpLocks/>
            </p:cNvCxnSpPr>
            <p:nvPr/>
          </p:nvCxnSpPr>
          <p:spPr>
            <a:xfrm>
              <a:off x="3954771" y="2041939"/>
              <a:ext cx="1831654"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CA0146B9-0F1F-5F63-AECF-5B24366DF16B}"/>
                </a:ext>
              </a:extLst>
            </p:cNvPr>
            <p:cNvCxnSpPr>
              <a:cxnSpLocks/>
            </p:cNvCxnSpPr>
            <p:nvPr/>
          </p:nvCxnSpPr>
          <p:spPr>
            <a:xfrm flipV="1">
              <a:off x="3957352" y="4240605"/>
              <a:ext cx="1823217"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D698EBFA-2B45-5DEC-3CFE-EF4D6D90C570}"/>
                </a:ext>
              </a:extLst>
            </p:cNvPr>
            <p:cNvCxnSpPr>
              <a:cxnSpLocks/>
            </p:cNvCxnSpPr>
            <p:nvPr/>
          </p:nvCxnSpPr>
          <p:spPr>
            <a:xfrm>
              <a:off x="3954771" y="2401979"/>
              <a:ext cx="1829502"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929C0F2-6D51-4C8A-2DB2-D57868C130AB}"/>
                </a:ext>
              </a:extLst>
            </p:cNvPr>
            <p:cNvCxnSpPr>
              <a:cxnSpLocks/>
            </p:cNvCxnSpPr>
            <p:nvPr/>
          </p:nvCxnSpPr>
          <p:spPr>
            <a:xfrm flipV="1">
              <a:off x="3951949" y="4595580"/>
              <a:ext cx="1828620"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E6C4C169-DF10-AD3D-553E-0F2CF7B53433}"/>
                </a:ext>
              </a:extLst>
            </p:cNvPr>
            <p:cNvCxnSpPr>
              <a:cxnSpLocks/>
            </p:cNvCxnSpPr>
            <p:nvPr/>
          </p:nvCxnSpPr>
          <p:spPr>
            <a:xfrm>
              <a:off x="3954771" y="2041939"/>
              <a:ext cx="1825799"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F5B6E8C9-9E74-60EB-6D6E-307400D26C76}"/>
                </a:ext>
              </a:extLst>
            </p:cNvPr>
            <p:cNvCxnSpPr>
              <a:cxnSpLocks/>
            </p:cNvCxnSpPr>
            <p:nvPr/>
          </p:nvCxnSpPr>
          <p:spPr>
            <a:xfrm flipV="1">
              <a:off x="3957352" y="4949845"/>
              <a:ext cx="1823217"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A841FA8E-46F9-3F93-363E-C115E8EA1E7A}"/>
                </a:ext>
              </a:extLst>
            </p:cNvPr>
            <p:cNvCxnSpPr>
              <a:cxnSpLocks/>
            </p:cNvCxnSpPr>
            <p:nvPr/>
          </p:nvCxnSpPr>
          <p:spPr>
            <a:xfrm>
              <a:off x="3954771" y="2401979"/>
              <a:ext cx="1829502"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B6E20C96-22D8-1F67-2EEE-805458C4A125}"/>
                </a:ext>
              </a:extLst>
            </p:cNvPr>
            <p:cNvCxnSpPr>
              <a:cxnSpLocks/>
            </p:cNvCxnSpPr>
            <p:nvPr/>
          </p:nvCxnSpPr>
          <p:spPr>
            <a:xfrm flipV="1">
              <a:off x="3957352" y="5304820"/>
              <a:ext cx="1823217"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97907C96-7FBA-81CC-8B8D-7448FA70EE63}"/>
                </a:ext>
              </a:extLst>
            </p:cNvPr>
            <p:cNvCxnSpPr>
              <a:cxnSpLocks/>
            </p:cNvCxnSpPr>
            <p:nvPr/>
          </p:nvCxnSpPr>
          <p:spPr>
            <a:xfrm>
              <a:off x="3954771" y="2401979"/>
              <a:ext cx="1825799"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452B09E7-1CA8-7B2F-78A2-F29562C24301}"/>
                </a:ext>
              </a:extLst>
            </p:cNvPr>
            <p:cNvCxnSpPr>
              <a:cxnSpLocks/>
            </p:cNvCxnSpPr>
            <p:nvPr/>
          </p:nvCxnSpPr>
          <p:spPr>
            <a:xfrm>
              <a:off x="3951949" y="5162511"/>
              <a:ext cx="1831469"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11C9CC2-67E4-F792-1A1B-F3C240B3C85C}"/>
                </a:ext>
              </a:extLst>
            </p:cNvPr>
            <p:cNvCxnSpPr>
              <a:cxnSpLocks/>
            </p:cNvCxnSpPr>
            <p:nvPr/>
          </p:nvCxnSpPr>
          <p:spPr>
            <a:xfrm>
              <a:off x="3954771" y="2762019"/>
              <a:ext cx="1832350"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421BEFCD-4DEB-23EB-1DF1-36E30201E86E}"/>
                </a:ext>
              </a:extLst>
            </p:cNvPr>
            <p:cNvCxnSpPr>
              <a:cxnSpLocks/>
            </p:cNvCxnSpPr>
            <p:nvPr/>
          </p:nvCxnSpPr>
          <p:spPr>
            <a:xfrm>
              <a:off x="3957352" y="5640386"/>
              <a:ext cx="1826066"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F98D44AA-C61C-E629-2D8A-612D85B52120}"/>
                </a:ext>
              </a:extLst>
            </p:cNvPr>
            <p:cNvCxnSpPr>
              <a:cxnSpLocks/>
            </p:cNvCxnSpPr>
            <p:nvPr/>
          </p:nvCxnSpPr>
          <p:spPr>
            <a:xfrm>
              <a:off x="3954771" y="2762019"/>
              <a:ext cx="182864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6318E7D4-A2C3-76A3-FB1E-60FCA4DB5C2A}"/>
                </a:ext>
              </a:extLst>
            </p:cNvPr>
            <p:cNvCxnSpPr>
              <a:cxnSpLocks/>
            </p:cNvCxnSpPr>
            <p:nvPr/>
          </p:nvCxnSpPr>
          <p:spPr>
            <a:xfrm>
              <a:off x="3957352" y="6118260"/>
              <a:ext cx="1826066"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BE709E20-95F4-4EF7-7E84-07B6F5A651D0}"/>
                </a:ext>
              </a:extLst>
            </p:cNvPr>
            <p:cNvCxnSpPr>
              <a:cxnSpLocks/>
            </p:cNvCxnSpPr>
            <p:nvPr/>
          </p:nvCxnSpPr>
          <p:spPr>
            <a:xfrm>
              <a:off x="3954771" y="2762019"/>
              <a:ext cx="182864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A68D290E-ADE2-6D0B-3B6A-16129E8D185F}"/>
                </a:ext>
              </a:extLst>
            </p:cNvPr>
            <p:cNvSpPr/>
            <p:nvPr/>
          </p:nvSpPr>
          <p:spPr>
            <a:xfrm>
              <a:off x="7526239" y="1125854"/>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1" name="Isosceles Triangle 190">
              <a:extLst>
                <a:ext uri="{FF2B5EF4-FFF2-40B4-BE49-F238E27FC236}">
                  <a16:creationId xmlns:a16="http://schemas.microsoft.com/office/drawing/2014/main" id="{D14EBD77-50AA-2892-03F7-47737E4C5356}"/>
                </a:ext>
              </a:extLst>
            </p:cNvPr>
            <p:cNvSpPr/>
            <p:nvPr/>
          </p:nvSpPr>
          <p:spPr>
            <a:xfrm>
              <a:off x="7648239" y="1384503"/>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192" name="Straight Arrow Connector 191">
              <a:extLst>
                <a:ext uri="{FF2B5EF4-FFF2-40B4-BE49-F238E27FC236}">
                  <a16:creationId xmlns:a16="http://schemas.microsoft.com/office/drawing/2014/main" id="{80EDC333-809C-A533-4357-C0CE65368E2F}"/>
                </a:ext>
              </a:extLst>
            </p:cNvPr>
            <p:cNvCxnSpPr>
              <a:cxnSpLocks/>
            </p:cNvCxnSpPr>
            <p:nvPr/>
          </p:nvCxnSpPr>
          <p:spPr>
            <a:xfrm>
              <a:off x="7876434" y="1300952"/>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3" name="Trapezoid 192">
              <a:extLst>
                <a:ext uri="{FF2B5EF4-FFF2-40B4-BE49-F238E27FC236}">
                  <a16:creationId xmlns:a16="http://schemas.microsoft.com/office/drawing/2014/main" id="{6F107F84-EC50-A868-364E-5E4DEE3E77F6}"/>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4" name="Rectangle 193">
              <a:extLst>
                <a:ext uri="{FF2B5EF4-FFF2-40B4-BE49-F238E27FC236}">
                  <a16:creationId xmlns:a16="http://schemas.microsoft.com/office/drawing/2014/main" id="{809570F9-2037-4744-D17A-CEE85EE046E5}"/>
                </a:ext>
              </a:extLst>
            </p:cNvPr>
            <p:cNvSpPr/>
            <p:nvPr/>
          </p:nvSpPr>
          <p:spPr>
            <a:xfrm>
              <a:off x="7526239" y="6099688"/>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0" name="Isosceles Triangle 199">
              <a:extLst>
                <a:ext uri="{FF2B5EF4-FFF2-40B4-BE49-F238E27FC236}">
                  <a16:creationId xmlns:a16="http://schemas.microsoft.com/office/drawing/2014/main" id="{741AFD23-B7FF-AD47-9C18-0A376DBEF6A9}"/>
                </a:ext>
              </a:extLst>
            </p:cNvPr>
            <p:cNvSpPr/>
            <p:nvPr/>
          </p:nvSpPr>
          <p:spPr>
            <a:xfrm>
              <a:off x="7648239" y="6358337"/>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01" name="Connector: Elbow 200">
              <a:extLst>
                <a:ext uri="{FF2B5EF4-FFF2-40B4-BE49-F238E27FC236}">
                  <a16:creationId xmlns:a16="http://schemas.microsoft.com/office/drawing/2014/main" id="{11E3ED4B-BB4F-1EC7-46F8-5017409AAC8E}"/>
                </a:ext>
              </a:extLst>
            </p:cNvPr>
            <p:cNvCxnSpPr>
              <a:cxnSpLocks/>
              <a:stCxn id="194" idx="3"/>
            </p:cNvCxnSpPr>
            <p:nvPr/>
          </p:nvCxnSpPr>
          <p:spPr>
            <a:xfrm flipV="1">
              <a:off x="7876434" y="1978898"/>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2" name="Straight Connector 201">
              <a:extLst>
                <a:ext uri="{FF2B5EF4-FFF2-40B4-BE49-F238E27FC236}">
                  <a16:creationId xmlns:a16="http://schemas.microsoft.com/office/drawing/2014/main" id="{E6383025-71FC-40F4-57C4-3238EB427475}"/>
                </a:ext>
              </a:extLst>
            </p:cNvPr>
            <p:cNvCxnSpPr>
              <a:cxnSpLocks/>
            </p:cNvCxnSpPr>
            <p:nvPr/>
          </p:nvCxnSpPr>
          <p:spPr>
            <a:xfrm>
              <a:off x="7698972" y="1672556"/>
              <a:ext cx="0" cy="276696"/>
            </a:xfrm>
            <a:prstGeom prst="line">
              <a:avLst/>
            </a:prstGeom>
            <a:ln w="508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03" name="TextBox 202">
              <a:extLst>
                <a:ext uri="{FF2B5EF4-FFF2-40B4-BE49-F238E27FC236}">
                  <a16:creationId xmlns:a16="http://schemas.microsoft.com/office/drawing/2014/main" id="{1456644B-7BDE-6EBA-50A3-45A952A1B75D}"/>
                </a:ext>
              </a:extLst>
            </p:cNvPr>
            <p:cNvSpPr txBox="1"/>
            <p:nvPr/>
          </p:nvSpPr>
          <p:spPr>
            <a:xfrm>
              <a:off x="9963283" y="1437698"/>
              <a:ext cx="757492" cy="355131"/>
            </a:xfrm>
            <a:prstGeom prst="rect">
              <a:avLst/>
            </a:prstGeom>
            <a:noFill/>
            <a:ln w="12700">
              <a:solidFill>
                <a:schemeClr val="tx1"/>
              </a:solidFill>
            </a:ln>
          </p:spPr>
          <p:txBody>
            <a:bodyPr wrap="none" rtlCol="0" anchor="ctr" anchorCtr="1">
              <a:noAutofit/>
            </a:bodyPr>
            <a:lstStyle/>
            <a:p>
              <a:r>
                <a:rPr lang="en-US" sz="900" dirty="0"/>
                <a:t>RAM </a:t>
              </a:r>
            </a:p>
          </p:txBody>
        </p:sp>
        <p:cxnSp>
          <p:nvCxnSpPr>
            <p:cNvPr id="204" name="Straight Arrow Connector 203">
              <a:extLst>
                <a:ext uri="{FF2B5EF4-FFF2-40B4-BE49-F238E27FC236}">
                  <a16:creationId xmlns:a16="http://schemas.microsoft.com/office/drawing/2014/main" id="{1813C74C-0A12-33C4-FDC0-12FCADB7D7C0}"/>
                </a:ext>
              </a:extLst>
            </p:cNvPr>
            <p:cNvCxnSpPr>
              <a:cxnSpLocks/>
              <a:stCxn id="203" idx="3"/>
            </p:cNvCxnSpPr>
            <p:nvPr/>
          </p:nvCxnSpPr>
          <p:spPr>
            <a:xfrm>
              <a:off x="10720775" y="1615264"/>
              <a:ext cx="11323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5" name="Group 204">
              <a:extLst>
                <a:ext uri="{FF2B5EF4-FFF2-40B4-BE49-F238E27FC236}">
                  <a16:creationId xmlns:a16="http://schemas.microsoft.com/office/drawing/2014/main" id="{36A37C30-8ED2-305F-4221-0A6AA1776C98}"/>
                </a:ext>
              </a:extLst>
            </p:cNvPr>
            <p:cNvGrpSpPr/>
            <p:nvPr/>
          </p:nvGrpSpPr>
          <p:grpSpPr>
            <a:xfrm>
              <a:off x="9101771" y="1449567"/>
              <a:ext cx="350195" cy="350195"/>
              <a:chOff x="8869161" y="1569883"/>
              <a:chExt cx="350195" cy="350195"/>
            </a:xfrm>
          </p:grpSpPr>
          <p:sp>
            <p:nvSpPr>
              <p:cNvPr id="206" name="Rectangle 205">
                <a:extLst>
                  <a:ext uri="{FF2B5EF4-FFF2-40B4-BE49-F238E27FC236}">
                    <a16:creationId xmlns:a16="http://schemas.microsoft.com/office/drawing/2014/main" id="{11969738-7780-CF97-60ED-B89746E97EC3}"/>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7" name="Isosceles Triangle 206">
                <a:extLst>
                  <a:ext uri="{FF2B5EF4-FFF2-40B4-BE49-F238E27FC236}">
                    <a16:creationId xmlns:a16="http://schemas.microsoft.com/office/drawing/2014/main" id="{8D7612A7-D14D-C819-912C-221F85C4219F}"/>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08" name="Straight Arrow Connector 207">
              <a:extLst>
                <a:ext uri="{FF2B5EF4-FFF2-40B4-BE49-F238E27FC236}">
                  <a16:creationId xmlns:a16="http://schemas.microsoft.com/office/drawing/2014/main" id="{C19494D6-D2F1-9599-88A5-02F667167159}"/>
                </a:ext>
              </a:extLst>
            </p:cNvPr>
            <p:cNvCxnSpPr>
              <a:cxnSpLocks/>
            </p:cNvCxnSpPr>
            <p:nvPr/>
          </p:nvCxnSpPr>
          <p:spPr>
            <a:xfrm>
              <a:off x="9450387" y="1616790"/>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B835FA9A-A9EF-ACEC-FDAE-F299555F868F}"/>
                </a:ext>
              </a:extLst>
            </p:cNvPr>
            <p:cNvCxnSpPr>
              <a:cxnSpLocks/>
            </p:cNvCxnSpPr>
            <p:nvPr/>
          </p:nvCxnSpPr>
          <p:spPr>
            <a:xfrm>
              <a:off x="7176044" y="1300952"/>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F1B3D1C7-1A4F-15B8-47B9-E6187E4CCEC5}"/>
                </a:ext>
              </a:extLst>
            </p:cNvPr>
            <p:cNvCxnSpPr>
              <a:cxnSpLocks/>
            </p:cNvCxnSpPr>
            <p:nvPr/>
          </p:nvCxnSpPr>
          <p:spPr>
            <a:xfrm>
              <a:off x="7176044" y="627478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1B8552D9-3525-D409-4F78-88290115E341}"/>
                </a:ext>
              </a:extLst>
            </p:cNvPr>
            <p:cNvCxnSpPr>
              <a:cxnSpLocks/>
            </p:cNvCxnSpPr>
            <p:nvPr/>
          </p:nvCxnSpPr>
          <p:spPr>
            <a:xfrm>
              <a:off x="8750292" y="160878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A6FB65F6-8A49-760D-701C-72FD338E1894}"/>
                </a:ext>
              </a:extLst>
            </p:cNvPr>
            <p:cNvCxnSpPr>
              <a:cxnSpLocks/>
            </p:cNvCxnSpPr>
            <p:nvPr/>
          </p:nvCxnSpPr>
          <p:spPr>
            <a:xfrm rot="16200000" flipH="1">
              <a:off x="939790" y="1870552"/>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A5EA898A-0441-7EEA-BBB0-B189BD9A81B6}"/>
                </a:ext>
              </a:extLst>
            </p:cNvPr>
            <p:cNvCxnSpPr>
              <a:cxnSpLocks/>
            </p:cNvCxnSpPr>
            <p:nvPr/>
          </p:nvCxnSpPr>
          <p:spPr>
            <a:xfrm>
              <a:off x="333382" y="1383230"/>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83EAFDB-6B28-8B94-87A5-CF7C79CBF28C}"/>
                </a:ext>
              </a:extLst>
            </p:cNvPr>
            <p:cNvCxnSpPr/>
            <p:nvPr/>
          </p:nvCxnSpPr>
          <p:spPr>
            <a:xfrm flipH="1" flipV="1">
              <a:off x="1425885" y="207262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DF3A9CD-3A66-90CF-4B1E-7BDEFDC3054C}"/>
                </a:ext>
              </a:extLst>
            </p:cNvPr>
            <p:cNvCxnSpPr/>
            <p:nvPr/>
          </p:nvCxnSpPr>
          <p:spPr>
            <a:xfrm flipH="1" flipV="1">
              <a:off x="1423009" y="242009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492F6B22-97FA-D7C7-505C-815551148DEB}"/>
                </a:ext>
              </a:extLst>
            </p:cNvPr>
            <p:cNvCxnSpPr/>
            <p:nvPr/>
          </p:nvCxnSpPr>
          <p:spPr>
            <a:xfrm flipH="1" flipV="1">
              <a:off x="1423008" y="168979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9CA4C948-0C11-62CF-B8C5-A09DAA72E537}"/>
                </a:ext>
              </a:extLst>
            </p:cNvPr>
            <p:cNvSpPr txBox="1"/>
            <p:nvPr/>
          </p:nvSpPr>
          <p:spPr>
            <a:xfrm>
              <a:off x="2352550" y="5401449"/>
              <a:ext cx="914995" cy="477874"/>
            </a:xfrm>
            <a:prstGeom prst="rect">
              <a:avLst/>
            </a:prstGeom>
            <a:noFill/>
            <a:ln w="22225">
              <a:solidFill>
                <a:srgbClr val="FF0000"/>
              </a:solidFill>
            </a:ln>
          </p:spPr>
          <p:txBody>
            <a:bodyPr wrap="none" rtlCol="0" anchor="ctr" anchorCtr="1">
              <a:noAutofit/>
            </a:bodyPr>
            <a:lstStyle/>
            <a:p>
              <a:r>
                <a:rPr lang="en-US" sz="900" dirty="0"/>
                <a:t> RAM</a:t>
              </a:r>
            </a:p>
          </p:txBody>
        </p:sp>
        <p:sp>
          <p:nvSpPr>
            <p:cNvPr id="218" name="TextBox 217">
              <a:extLst>
                <a:ext uri="{FF2B5EF4-FFF2-40B4-BE49-F238E27FC236}">
                  <a16:creationId xmlns:a16="http://schemas.microsoft.com/office/drawing/2014/main" id="{198724AC-5A76-6450-D8C5-09F1B261C4F6}"/>
                </a:ext>
              </a:extLst>
            </p:cNvPr>
            <p:cNvSpPr txBox="1"/>
            <p:nvPr/>
          </p:nvSpPr>
          <p:spPr>
            <a:xfrm>
              <a:off x="2352550" y="5879323"/>
              <a:ext cx="914995" cy="477874"/>
            </a:xfrm>
            <a:prstGeom prst="rect">
              <a:avLst/>
            </a:prstGeom>
            <a:noFill/>
            <a:ln w="22225">
              <a:solidFill>
                <a:srgbClr val="FF0000"/>
              </a:solidFill>
            </a:ln>
          </p:spPr>
          <p:txBody>
            <a:bodyPr wrap="none" rtlCol="0" anchor="ctr" anchorCtr="1">
              <a:noAutofit/>
            </a:bodyPr>
            <a:lstStyle/>
            <a:p>
              <a:r>
                <a:rPr lang="en-US" sz="900" dirty="0"/>
                <a:t>RAM </a:t>
              </a:r>
              <a:r>
                <a:rPr lang="en-US" sz="900" b="1" dirty="0"/>
                <a:t>m</a:t>
              </a:r>
            </a:p>
          </p:txBody>
        </p:sp>
        <p:sp>
          <p:nvSpPr>
            <p:cNvPr id="219" name="TextBox 218">
              <a:extLst>
                <a:ext uri="{FF2B5EF4-FFF2-40B4-BE49-F238E27FC236}">
                  <a16:creationId xmlns:a16="http://schemas.microsoft.com/office/drawing/2014/main" id="{9D5E5CF5-1C5A-6DE1-00CC-9EE86F301096}"/>
                </a:ext>
              </a:extLst>
            </p:cNvPr>
            <p:cNvSpPr txBox="1"/>
            <p:nvPr/>
          </p:nvSpPr>
          <p:spPr>
            <a:xfrm>
              <a:off x="2350711" y="4923574"/>
              <a:ext cx="911432" cy="477874"/>
            </a:xfrm>
            <a:prstGeom prst="rect">
              <a:avLst/>
            </a:prstGeom>
            <a:noFill/>
            <a:ln w="22225">
              <a:solidFill>
                <a:srgbClr val="FF0000"/>
              </a:solidFill>
            </a:ln>
          </p:spPr>
          <p:txBody>
            <a:bodyPr wrap="none" rtlCol="0" anchor="ctr" anchorCtr="1">
              <a:noAutofit/>
            </a:bodyPr>
            <a:lstStyle/>
            <a:p>
              <a:r>
                <a:rPr lang="en-US" sz="900" dirty="0"/>
                <a:t>RAM</a:t>
              </a:r>
            </a:p>
          </p:txBody>
        </p:sp>
        <p:sp>
          <p:nvSpPr>
            <p:cNvPr id="220" name="TextBox 219">
              <a:extLst>
                <a:ext uri="{FF2B5EF4-FFF2-40B4-BE49-F238E27FC236}">
                  <a16:creationId xmlns:a16="http://schemas.microsoft.com/office/drawing/2014/main" id="{788A718C-35EB-7945-C0CB-3CCC8D6B7912}"/>
                </a:ext>
              </a:extLst>
            </p:cNvPr>
            <p:cNvSpPr txBox="1"/>
            <p:nvPr/>
          </p:nvSpPr>
          <p:spPr>
            <a:xfrm>
              <a:off x="1831257" y="1144293"/>
              <a:ext cx="1423030" cy="355131"/>
            </a:xfrm>
            <a:prstGeom prst="rect">
              <a:avLst/>
            </a:prstGeom>
            <a:noFill/>
            <a:ln w="22225">
              <a:solidFill>
                <a:srgbClr val="00B050"/>
              </a:solidFill>
            </a:ln>
          </p:spPr>
          <p:txBody>
            <a:bodyPr wrap="none" rtlCol="0" anchor="ctr" anchorCtr="1">
              <a:noAutofit/>
            </a:bodyPr>
            <a:lstStyle/>
            <a:p>
              <a:r>
                <a:rPr lang="en-US" sz="900" dirty="0"/>
                <a:t>RAM</a:t>
              </a:r>
            </a:p>
          </p:txBody>
        </p:sp>
        <p:sp>
          <p:nvSpPr>
            <p:cNvPr id="221" name="TextBox 220">
              <a:extLst>
                <a:ext uri="{FF2B5EF4-FFF2-40B4-BE49-F238E27FC236}">
                  <a16:creationId xmlns:a16="http://schemas.microsoft.com/office/drawing/2014/main" id="{AA7AE2E5-163F-0F94-1565-1C672908686C}"/>
                </a:ext>
              </a:extLst>
            </p:cNvPr>
            <p:cNvSpPr txBox="1"/>
            <p:nvPr/>
          </p:nvSpPr>
          <p:spPr>
            <a:xfrm>
              <a:off x="1831257" y="1504333"/>
              <a:ext cx="1423030" cy="355131"/>
            </a:xfrm>
            <a:prstGeom prst="rect">
              <a:avLst/>
            </a:prstGeom>
            <a:noFill/>
            <a:ln w="22225">
              <a:solidFill>
                <a:srgbClr val="00B050"/>
              </a:solidFill>
            </a:ln>
          </p:spPr>
          <p:txBody>
            <a:bodyPr wrap="none" rtlCol="0" anchor="ctr" anchorCtr="1">
              <a:noAutofit/>
            </a:bodyPr>
            <a:lstStyle/>
            <a:p>
              <a:r>
                <a:rPr lang="en-US" sz="900" dirty="0"/>
                <a:t>RAM</a:t>
              </a:r>
            </a:p>
          </p:txBody>
        </p:sp>
        <p:sp>
          <p:nvSpPr>
            <p:cNvPr id="222" name="TextBox 221">
              <a:extLst>
                <a:ext uri="{FF2B5EF4-FFF2-40B4-BE49-F238E27FC236}">
                  <a16:creationId xmlns:a16="http://schemas.microsoft.com/office/drawing/2014/main" id="{ADF7268C-036A-9F13-7F4D-CD9E8018F3C4}"/>
                </a:ext>
              </a:extLst>
            </p:cNvPr>
            <p:cNvSpPr txBox="1"/>
            <p:nvPr/>
          </p:nvSpPr>
          <p:spPr>
            <a:xfrm>
              <a:off x="1831257" y="1864373"/>
              <a:ext cx="1423030" cy="355131"/>
            </a:xfrm>
            <a:prstGeom prst="rect">
              <a:avLst/>
            </a:prstGeom>
            <a:noFill/>
            <a:ln w="22225">
              <a:solidFill>
                <a:srgbClr val="00B050"/>
              </a:solidFill>
            </a:ln>
          </p:spPr>
          <p:txBody>
            <a:bodyPr wrap="none" rtlCol="0" anchor="ctr" anchorCtr="1">
              <a:noAutofit/>
            </a:bodyPr>
            <a:lstStyle/>
            <a:p>
              <a:r>
                <a:rPr lang="en-US" sz="900" dirty="0"/>
                <a:t>RAM</a:t>
              </a:r>
              <a:endParaRPr lang="en-US" sz="900" b="1" dirty="0"/>
            </a:p>
          </p:txBody>
        </p:sp>
        <p:sp>
          <p:nvSpPr>
            <p:cNvPr id="223" name="TextBox 222">
              <a:extLst>
                <a:ext uri="{FF2B5EF4-FFF2-40B4-BE49-F238E27FC236}">
                  <a16:creationId xmlns:a16="http://schemas.microsoft.com/office/drawing/2014/main" id="{BE788556-F9E4-4FB7-193A-EE1EF1916099}"/>
                </a:ext>
              </a:extLst>
            </p:cNvPr>
            <p:cNvSpPr txBox="1"/>
            <p:nvPr/>
          </p:nvSpPr>
          <p:spPr>
            <a:xfrm>
              <a:off x="1831257" y="2584453"/>
              <a:ext cx="1423030" cy="355131"/>
            </a:xfrm>
            <a:prstGeom prst="rect">
              <a:avLst/>
            </a:prstGeom>
            <a:noFill/>
            <a:ln w="22225">
              <a:solidFill>
                <a:srgbClr val="00B050"/>
              </a:solidFill>
            </a:ln>
          </p:spPr>
          <p:txBody>
            <a:bodyPr wrap="none" rtlCol="0" anchor="ctr" anchorCtr="1">
              <a:noAutofit/>
            </a:bodyPr>
            <a:lstStyle/>
            <a:p>
              <a:r>
                <a:rPr lang="en-US" sz="900" dirty="0"/>
                <a:t>RAM </a:t>
              </a:r>
              <a:r>
                <a:rPr lang="en-US" sz="900" b="1" dirty="0"/>
                <a:t>n</a:t>
              </a:r>
            </a:p>
          </p:txBody>
        </p:sp>
        <p:sp>
          <p:nvSpPr>
            <p:cNvPr id="224" name="TextBox 223">
              <a:extLst>
                <a:ext uri="{FF2B5EF4-FFF2-40B4-BE49-F238E27FC236}">
                  <a16:creationId xmlns:a16="http://schemas.microsoft.com/office/drawing/2014/main" id="{556EEE83-76F4-BB85-A96B-6B2107A4C938}"/>
                </a:ext>
              </a:extLst>
            </p:cNvPr>
            <p:cNvSpPr txBox="1"/>
            <p:nvPr/>
          </p:nvSpPr>
          <p:spPr>
            <a:xfrm>
              <a:off x="1831257" y="2224413"/>
              <a:ext cx="1423030" cy="355131"/>
            </a:xfrm>
            <a:prstGeom prst="rect">
              <a:avLst/>
            </a:prstGeom>
            <a:noFill/>
            <a:ln w="22225">
              <a:solidFill>
                <a:srgbClr val="00B050"/>
              </a:solidFill>
            </a:ln>
          </p:spPr>
          <p:txBody>
            <a:bodyPr wrap="none" rtlCol="0" anchor="ctr" anchorCtr="1">
              <a:noAutofit/>
            </a:bodyPr>
            <a:lstStyle/>
            <a:p>
              <a:r>
                <a:rPr lang="en-US" sz="900" dirty="0"/>
                <a:t>RAM</a:t>
              </a:r>
              <a:endParaRPr lang="en-US" sz="900" b="1" dirty="0"/>
            </a:p>
          </p:txBody>
        </p:sp>
        <p:grpSp>
          <p:nvGrpSpPr>
            <p:cNvPr id="225" name="Group 224">
              <a:extLst>
                <a:ext uri="{FF2B5EF4-FFF2-40B4-BE49-F238E27FC236}">
                  <a16:creationId xmlns:a16="http://schemas.microsoft.com/office/drawing/2014/main" id="{367AE7EB-ED95-0490-3FF8-DBE18DD849FC}"/>
                </a:ext>
              </a:extLst>
            </p:cNvPr>
            <p:cNvGrpSpPr/>
            <p:nvPr/>
          </p:nvGrpSpPr>
          <p:grpSpPr>
            <a:xfrm>
              <a:off x="3615279" y="1143587"/>
              <a:ext cx="350195" cy="350195"/>
              <a:chOff x="8869161" y="1569883"/>
              <a:chExt cx="350195" cy="350195"/>
            </a:xfrm>
          </p:grpSpPr>
          <p:sp>
            <p:nvSpPr>
              <p:cNvPr id="226" name="Rectangle 225">
                <a:extLst>
                  <a:ext uri="{FF2B5EF4-FFF2-40B4-BE49-F238E27FC236}">
                    <a16:creationId xmlns:a16="http://schemas.microsoft.com/office/drawing/2014/main" id="{78430832-859A-4267-E2ED-56B70068A966}"/>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7" name="Isosceles Triangle 226">
                <a:extLst>
                  <a:ext uri="{FF2B5EF4-FFF2-40B4-BE49-F238E27FC236}">
                    <a16:creationId xmlns:a16="http://schemas.microsoft.com/office/drawing/2014/main" id="{74F79EBF-5EA5-362B-A522-9C06DAACF266}"/>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28" name="Group 227">
              <a:extLst>
                <a:ext uri="{FF2B5EF4-FFF2-40B4-BE49-F238E27FC236}">
                  <a16:creationId xmlns:a16="http://schemas.microsoft.com/office/drawing/2014/main" id="{84D0DD0B-6254-00F3-D07A-436A4A8DCB57}"/>
                </a:ext>
              </a:extLst>
            </p:cNvPr>
            <p:cNvGrpSpPr/>
            <p:nvPr/>
          </p:nvGrpSpPr>
          <p:grpSpPr>
            <a:xfrm>
              <a:off x="3619669" y="1505981"/>
              <a:ext cx="350195" cy="350195"/>
              <a:chOff x="8869161" y="1569883"/>
              <a:chExt cx="350195" cy="350195"/>
            </a:xfrm>
          </p:grpSpPr>
          <p:sp>
            <p:nvSpPr>
              <p:cNvPr id="229" name="Rectangle 228">
                <a:extLst>
                  <a:ext uri="{FF2B5EF4-FFF2-40B4-BE49-F238E27FC236}">
                    <a16:creationId xmlns:a16="http://schemas.microsoft.com/office/drawing/2014/main" id="{2B3CA6D7-7986-53B3-ACBE-0F1BB2C495B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0" name="Isosceles Triangle 229">
                <a:extLst>
                  <a:ext uri="{FF2B5EF4-FFF2-40B4-BE49-F238E27FC236}">
                    <a16:creationId xmlns:a16="http://schemas.microsoft.com/office/drawing/2014/main" id="{37AB313B-5252-36D6-6FDC-EE6214C6DA97}"/>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1" name="Group 230">
              <a:extLst>
                <a:ext uri="{FF2B5EF4-FFF2-40B4-BE49-F238E27FC236}">
                  <a16:creationId xmlns:a16="http://schemas.microsoft.com/office/drawing/2014/main" id="{AC230F5F-E17B-A222-7288-5789899045ED}"/>
                </a:ext>
              </a:extLst>
            </p:cNvPr>
            <p:cNvGrpSpPr/>
            <p:nvPr/>
          </p:nvGrpSpPr>
          <p:grpSpPr>
            <a:xfrm>
              <a:off x="3615218" y="1868376"/>
              <a:ext cx="350195" cy="350195"/>
              <a:chOff x="8869161" y="1569883"/>
              <a:chExt cx="350195" cy="350195"/>
            </a:xfrm>
          </p:grpSpPr>
          <p:sp>
            <p:nvSpPr>
              <p:cNvPr id="232" name="Rectangle 231">
                <a:extLst>
                  <a:ext uri="{FF2B5EF4-FFF2-40B4-BE49-F238E27FC236}">
                    <a16:creationId xmlns:a16="http://schemas.microsoft.com/office/drawing/2014/main" id="{B17A1552-28C5-86F9-4AC0-A389DBE0C644}"/>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3" name="Isosceles Triangle 232">
                <a:extLst>
                  <a:ext uri="{FF2B5EF4-FFF2-40B4-BE49-F238E27FC236}">
                    <a16:creationId xmlns:a16="http://schemas.microsoft.com/office/drawing/2014/main" id="{25000B7A-8DDE-64CA-6D16-C3522EA18BC5}"/>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4" name="Group 233">
              <a:extLst>
                <a:ext uri="{FF2B5EF4-FFF2-40B4-BE49-F238E27FC236}">
                  <a16:creationId xmlns:a16="http://schemas.microsoft.com/office/drawing/2014/main" id="{A3A970BE-5D5D-0ED3-48A9-D72B7A2DFFD7}"/>
                </a:ext>
              </a:extLst>
            </p:cNvPr>
            <p:cNvGrpSpPr/>
            <p:nvPr/>
          </p:nvGrpSpPr>
          <p:grpSpPr>
            <a:xfrm>
              <a:off x="3619608" y="2230771"/>
              <a:ext cx="350195" cy="350195"/>
              <a:chOff x="8869161" y="1569883"/>
              <a:chExt cx="350195" cy="350195"/>
            </a:xfrm>
          </p:grpSpPr>
          <p:sp>
            <p:nvSpPr>
              <p:cNvPr id="235" name="Rectangle 234">
                <a:extLst>
                  <a:ext uri="{FF2B5EF4-FFF2-40B4-BE49-F238E27FC236}">
                    <a16:creationId xmlns:a16="http://schemas.microsoft.com/office/drawing/2014/main" id="{F2F2659D-C77F-827E-52BE-0A6D2F29135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6" name="Isosceles Triangle 235">
                <a:extLst>
                  <a:ext uri="{FF2B5EF4-FFF2-40B4-BE49-F238E27FC236}">
                    <a16:creationId xmlns:a16="http://schemas.microsoft.com/office/drawing/2014/main" id="{3DC867DA-3502-02A7-9C75-36910474FE9C}"/>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7" name="Group 236">
              <a:extLst>
                <a:ext uri="{FF2B5EF4-FFF2-40B4-BE49-F238E27FC236}">
                  <a16:creationId xmlns:a16="http://schemas.microsoft.com/office/drawing/2014/main" id="{460A3936-7644-5632-2F5E-B36FAACEBF2A}"/>
                </a:ext>
              </a:extLst>
            </p:cNvPr>
            <p:cNvGrpSpPr/>
            <p:nvPr/>
          </p:nvGrpSpPr>
          <p:grpSpPr>
            <a:xfrm>
              <a:off x="3621350" y="2593165"/>
              <a:ext cx="350195" cy="350195"/>
              <a:chOff x="8869161" y="1569883"/>
              <a:chExt cx="350195" cy="350195"/>
            </a:xfrm>
          </p:grpSpPr>
          <p:sp>
            <p:nvSpPr>
              <p:cNvPr id="238" name="Rectangle 237">
                <a:extLst>
                  <a:ext uri="{FF2B5EF4-FFF2-40B4-BE49-F238E27FC236}">
                    <a16:creationId xmlns:a16="http://schemas.microsoft.com/office/drawing/2014/main" id="{D657174D-F8A5-C57C-C400-8CC82A0E0D5C}"/>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9" name="Isosceles Triangle 238">
                <a:extLst>
                  <a:ext uri="{FF2B5EF4-FFF2-40B4-BE49-F238E27FC236}">
                    <a16:creationId xmlns:a16="http://schemas.microsoft.com/office/drawing/2014/main" id="{2D3405D4-C763-9ADF-F7DB-8887915BE70F}"/>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40" name="Straight Arrow Connector 239">
              <a:extLst>
                <a:ext uri="{FF2B5EF4-FFF2-40B4-BE49-F238E27FC236}">
                  <a16:creationId xmlns:a16="http://schemas.microsoft.com/office/drawing/2014/main" id="{D5306E95-BA97-082E-3053-50C840366242}"/>
                </a:ext>
              </a:extLst>
            </p:cNvPr>
            <p:cNvCxnSpPr>
              <a:cxnSpLocks/>
            </p:cNvCxnSpPr>
            <p:nvPr/>
          </p:nvCxnSpPr>
          <p:spPr>
            <a:xfrm>
              <a:off x="3265023" y="1336009"/>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6AB988B6-A5B7-4F8B-573E-89AF1FE85CCE}"/>
                </a:ext>
              </a:extLst>
            </p:cNvPr>
            <p:cNvCxnSpPr>
              <a:cxnSpLocks/>
            </p:cNvCxnSpPr>
            <p:nvPr/>
          </p:nvCxnSpPr>
          <p:spPr>
            <a:xfrm>
              <a:off x="3265022" y="168850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13BA9BE5-987E-87FF-2E52-E710EE864AEE}"/>
                </a:ext>
              </a:extLst>
            </p:cNvPr>
            <p:cNvCxnSpPr>
              <a:cxnSpLocks/>
            </p:cNvCxnSpPr>
            <p:nvPr/>
          </p:nvCxnSpPr>
          <p:spPr>
            <a:xfrm>
              <a:off x="3265022" y="2044243"/>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6A4815E2-AEC9-F045-79E4-8CEAECAB60AA}"/>
                </a:ext>
              </a:extLst>
            </p:cNvPr>
            <p:cNvCxnSpPr>
              <a:cxnSpLocks/>
            </p:cNvCxnSpPr>
            <p:nvPr/>
          </p:nvCxnSpPr>
          <p:spPr>
            <a:xfrm>
              <a:off x="3265021" y="2396740"/>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6F08B0EE-CB10-6C43-852A-2FE1FCA6D0BA}"/>
                </a:ext>
              </a:extLst>
            </p:cNvPr>
            <p:cNvCxnSpPr>
              <a:cxnSpLocks/>
            </p:cNvCxnSpPr>
            <p:nvPr/>
          </p:nvCxnSpPr>
          <p:spPr>
            <a:xfrm>
              <a:off x="3265021" y="2762018"/>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5" name="Group 244">
              <a:extLst>
                <a:ext uri="{FF2B5EF4-FFF2-40B4-BE49-F238E27FC236}">
                  <a16:creationId xmlns:a16="http://schemas.microsoft.com/office/drawing/2014/main" id="{021A2B2C-559B-531D-75C6-865D11A515D1}"/>
                </a:ext>
              </a:extLst>
            </p:cNvPr>
            <p:cNvGrpSpPr/>
            <p:nvPr/>
          </p:nvGrpSpPr>
          <p:grpSpPr>
            <a:xfrm>
              <a:off x="3593014" y="4977465"/>
              <a:ext cx="350195" cy="350195"/>
              <a:chOff x="8869161" y="1569883"/>
              <a:chExt cx="350195" cy="350195"/>
            </a:xfrm>
          </p:grpSpPr>
          <p:sp>
            <p:nvSpPr>
              <p:cNvPr id="246" name="Rectangle 245">
                <a:extLst>
                  <a:ext uri="{FF2B5EF4-FFF2-40B4-BE49-F238E27FC236}">
                    <a16:creationId xmlns:a16="http://schemas.microsoft.com/office/drawing/2014/main" id="{D11DD72E-762A-A1A2-CD77-56AE2AF60E73}"/>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7" name="Isosceles Triangle 246">
                <a:extLst>
                  <a:ext uri="{FF2B5EF4-FFF2-40B4-BE49-F238E27FC236}">
                    <a16:creationId xmlns:a16="http://schemas.microsoft.com/office/drawing/2014/main" id="{7797CD81-BC9E-03E3-8262-B296A89A8BE2}"/>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48" name="Group 247">
              <a:extLst>
                <a:ext uri="{FF2B5EF4-FFF2-40B4-BE49-F238E27FC236}">
                  <a16:creationId xmlns:a16="http://schemas.microsoft.com/office/drawing/2014/main" id="{17033A5D-50BD-691A-3A7A-A07E15A8CF5A}"/>
                </a:ext>
              </a:extLst>
            </p:cNvPr>
            <p:cNvGrpSpPr/>
            <p:nvPr/>
          </p:nvGrpSpPr>
          <p:grpSpPr>
            <a:xfrm>
              <a:off x="3597404" y="5469907"/>
              <a:ext cx="350195" cy="350195"/>
              <a:chOff x="8869161" y="1569883"/>
              <a:chExt cx="350195" cy="350195"/>
            </a:xfrm>
          </p:grpSpPr>
          <p:sp>
            <p:nvSpPr>
              <p:cNvPr id="249" name="Rectangle 248">
                <a:extLst>
                  <a:ext uri="{FF2B5EF4-FFF2-40B4-BE49-F238E27FC236}">
                    <a16:creationId xmlns:a16="http://schemas.microsoft.com/office/drawing/2014/main" id="{3E0A443C-5332-D097-211D-3C45E1A3C09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0" name="Isosceles Triangle 249">
                <a:extLst>
                  <a:ext uri="{FF2B5EF4-FFF2-40B4-BE49-F238E27FC236}">
                    <a16:creationId xmlns:a16="http://schemas.microsoft.com/office/drawing/2014/main" id="{A2C19589-51D0-B525-BF89-41C1BE17145A}"/>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51" name="Group 250">
              <a:extLst>
                <a:ext uri="{FF2B5EF4-FFF2-40B4-BE49-F238E27FC236}">
                  <a16:creationId xmlns:a16="http://schemas.microsoft.com/office/drawing/2014/main" id="{5D784F02-2C23-0D08-054E-D55A2FD6548B}"/>
                </a:ext>
              </a:extLst>
            </p:cNvPr>
            <p:cNvGrpSpPr/>
            <p:nvPr/>
          </p:nvGrpSpPr>
          <p:grpSpPr>
            <a:xfrm>
              <a:off x="3592953" y="5962349"/>
              <a:ext cx="350195" cy="350195"/>
              <a:chOff x="8869161" y="1569883"/>
              <a:chExt cx="350195" cy="350195"/>
            </a:xfrm>
          </p:grpSpPr>
          <p:sp>
            <p:nvSpPr>
              <p:cNvPr id="252" name="Rectangle 251">
                <a:extLst>
                  <a:ext uri="{FF2B5EF4-FFF2-40B4-BE49-F238E27FC236}">
                    <a16:creationId xmlns:a16="http://schemas.microsoft.com/office/drawing/2014/main" id="{F060083D-7727-3852-7E1A-7B3F1FD0AA5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3" name="Isosceles Triangle 252">
                <a:extLst>
                  <a:ext uri="{FF2B5EF4-FFF2-40B4-BE49-F238E27FC236}">
                    <a16:creationId xmlns:a16="http://schemas.microsoft.com/office/drawing/2014/main" id="{D09DD91A-F152-701B-600E-5520434C29A4}"/>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254" name="Straight Arrow Connector 253">
              <a:extLst>
                <a:ext uri="{FF2B5EF4-FFF2-40B4-BE49-F238E27FC236}">
                  <a16:creationId xmlns:a16="http://schemas.microsoft.com/office/drawing/2014/main" id="{C2EA1E37-0738-8445-E191-BB027152E920}"/>
                </a:ext>
              </a:extLst>
            </p:cNvPr>
            <p:cNvCxnSpPr>
              <a:cxnSpLocks/>
            </p:cNvCxnSpPr>
            <p:nvPr/>
          </p:nvCxnSpPr>
          <p:spPr>
            <a:xfrm>
              <a:off x="3242758" y="5169887"/>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381B432B-CFD8-1674-4D65-A8CE256BA69C}"/>
                </a:ext>
              </a:extLst>
            </p:cNvPr>
            <p:cNvCxnSpPr>
              <a:cxnSpLocks/>
            </p:cNvCxnSpPr>
            <p:nvPr/>
          </p:nvCxnSpPr>
          <p:spPr>
            <a:xfrm>
              <a:off x="3242757" y="561863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7C2D85B4-E68E-0CF7-732B-9BD3034880A0}"/>
                </a:ext>
              </a:extLst>
            </p:cNvPr>
            <p:cNvCxnSpPr>
              <a:cxnSpLocks/>
            </p:cNvCxnSpPr>
            <p:nvPr/>
          </p:nvCxnSpPr>
          <p:spPr>
            <a:xfrm>
              <a:off x="3242757" y="615083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8" name="TextBox 257">
            <a:extLst>
              <a:ext uri="{FF2B5EF4-FFF2-40B4-BE49-F238E27FC236}">
                <a16:creationId xmlns:a16="http://schemas.microsoft.com/office/drawing/2014/main" id="{BA2241EA-7641-F6C5-C9F2-70FAAF6A31BF}"/>
              </a:ext>
            </a:extLst>
          </p:cNvPr>
          <p:cNvSpPr txBox="1"/>
          <p:nvPr/>
        </p:nvSpPr>
        <p:spPr>
          <a:xfrm>
            <a:off x="11157966" y="1609789"/>
            <a:ext cx="671979" cy="369332"/>
          </a:xfrm>
          <a:prstGeom prst="rect">
            <a:avLst/>
          </a:prstGeom>
          <a:noFill/>
        </p:spPr>
        <p:txBody>
          <a:bodyPr wrap="none" rtlCol="0">
            <a:spAutoFit/>
          </a:bodyPr>
          <a:lstStyle/>
          <a:p>
            <a:r>
              <a:rPr lang="en-US" dirty="0"/>
              <a:t>AXI-S</a:t>
            </a:r>
          </a:p>
        </p:txBody>
      </p:sp>
      <p:pic>
        <p:nvPicPr>
          <p:cNvPr id="260" name="Picture 259">
            <a:extLst>
              <a:ext uri="{FF2B5EF4-FFF2-40B4-BE49-F238E27FC236}">
                <a16:creationId xmlns:a16="http://schemas.microsoft.com/office/drawing/2014/main" id="{A695EB9B-C88C-5185-8F9F-A1617ED8E524}"/>
              </a:ext>
            </a:extLst>
          </p:cNvPr>
          <p:cNvPicPr>
            <a:picLocks noChangeAspect="1"/>
          </p:cNvPicPr>
          <p:nvPr/>
        </p:nvPicPr>
        <p:blipFill>
          <a:blip r:embed="rId2"/>
          <a:stretch>
            <a:fillRect/>
          </a:stretch>
        </p:blipFill>
        <p:spPr>
          <a:xfrm>
            <a:off x="10322017" y="5423058"/>
            <a:ext cx="1848133" cy="852685"/>
          </a:xfrm>
          <a:prstGeom prst="rect">
            <a:avLst/>
          </a:prstGeom>
        </p:spPr>
      </p:pic>
      <p:pic>
        <p:nvPicPr>
          <p:cNvPr id="261" name="Picture 260">
            <a:extLst>
              <a:ext uri="{FF2B5EF4-FFF2-40B4-BE49-F238E27FC236}">
                <a16:creationId xmlns:a16="http://schemas.microsoft.com/office/drawing/2014/main" id="{F0BA953E-4554-2958-7155-DF64017CB13A}"/>
              </a:ext>
            </a:extLst>
          </p:cNvPr>
          <p:cNvPicPr>
            <a:picLocks noChangeAspect="1"/>
          </p:cNvPicPr>
          <p:nvPr/>
        </p:nvPicPr>
        <p:blipFill>
          <a:blip r:embed="rId2"/>
          <a:stretch>
            <a:fillRect/>
          </a:stretch>
        </p:blipFill>
        <p:spPr>
          <a:xfrm>
            <a:off x="6308626" y="5349296"/>
            <a:ext cx="1848133" cy="852685"/>
          </a:xfrm>
          <a:prstGeom prst="rect">
            <a:avLst/>
          </a:prstGeom>
        </p:spPr>
      </p:pic>
      <p:pic>
        <p:nvPicPr>
          <p:cNvPr id="262" name="Picture 261">
            <a:extLst>
              <a:ext uri="{FF2B5EF4-FFF2-40B4-BE49-F238E27FC236}">
                <a16:creationId xmlns:a16="http://schemas.microsoft.com/office/drawing/2014/main" id="{CA3ECB5B-0092-F957-1AE0-9EB4E868AFA4}"/>
              </a:ext>
            </a:extLst>
          </p:cNvPr>
          <p:cNvPicPr>
            <a:picLocks noChangeAspect="1"/>
          </p:cNvPicPr>
          <p:nvPr/>
        </p:nvPicPr>
        <p:blipFill>
          <a:blip r:embed="rId2"/>
          <a:stretch>
            <a:fillRect/>
          </a:stretch>
        </p:blipFill>
        <p:spPr>
          <a:xfrm>
            <a:off x="8124456" y="5384964"/>
            <a:ext cx="1848133" cy="852685"/>
          </a:xfrm>
          <a:prstGeom prst="rect">
            <a:avLst/>
          </a:prstGeom>
        </p:spPr>
      </p:pic>
    </p:spTree>
    <p:extLst>
      <p:ext uri="{BB962C8B-B14F-4D97-AF65-F5344CB8AC3E}">
        <p14:creationId xmlns:p14="http://schemas.microsoft.com/office/powerpoint/2010/main" val="26504419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22225">
            <a:solidFill>
              <a:schemeClr val="tx1"/>
            </a:solidFill>
          </a:ln>
        </p:spPr>
        <p:txBody>
          <a:bodyPr wrap="none" rtlCol="0" anchor="ctr" anchorCtr="1">
            <a:noAutofit/>
          </a:bodyPr>
          <a:lstStyle/>
          <a:p>
            <a:endParaRPr lang="en-US" dirty="0"/>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22225">
            <a:solidFill>
              <a:schemeClr val="tx1"/>
            </a:solidFill>
          </a:ln>
        </p:spPr>
        <p:txBody>
          <a:bodyPr wrap="none" rtlCol="0" anchor="ctr" anchorCtr="1">
            <a:noAutofit/>
          </a:bodyPr>
          <a:lstStyle/>
          <a:p>
            <a:endParaRPr lang="en-US" b="1" dirty="0"/>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5283C9CA-D596-F1C6-EE3C-5AF677737F47}"/>
              </a:ext>
            </a:extLst>
          </p:cNvPr>
          <p:cNvSpPr/>
          <p:nvPr/>
        </p:nvSpPr>
        <p:spPr>
          <a:xfrm>
            <a:off x="7526239" y="6099688"/>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7648239" y="6358337"/>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876434" y="1978898"/>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7698972" y="1672556"/>
            <a:ext cx="0" cy="276696"/>
          </a:xfrm>
          <a:prstGeom prst="line">
            <a:avLst/>
          </a:prstGeom>
          <a:ln w="508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08" name="TextBox 607">
            <a:extLst>
              <a:ext uri="{FF2B5EF4-FFF2-40B4-BE49-F238E27FC236}">
                <a16:creationId xmlns:a16="http://schemas.microsoft.com/office/drawing/2014/main" id="{30D9D9DA-5BE5-7172-1176-D9F498B36DCF}"/>
              </a:ext>
            </a:extLst>
          </p:cNvPr>
          <p:cNvSpPr txBox="1"/>
          <p:nvPr/>
        </p:nvSpPr>
        <p:spPr>
          <a:xfrm>
            <a:off x="9963283" y="1437698"/>
            <a:ext cx="757492" cy="355131"/>
          </a:xfrm>
          <a:prstGeom prst="rect">
            <a:avLst/>
          </a:prstGeom>
          <a:noFill/>
          <a:ln w="12700">
            <a:solidFill>
              <a:schemeClr val="tx1"/>
            </a:solidFill>
          </a:ln>
        </p:spPr>
        <p:txBody>
          <a:bodyPr wrap="none" rtlCol="0" anchor="ctr" anchorCtr="1">
            <a:noAutofit/>
          </a:bodyPr>
          <a:lstStyle/>
          <a:p>
            <a:r>
              <a:rPr lang="en-US" dirty="0"/>
              <a:t> </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720775" y="1615264"/>
            <a:ext cx="11323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A2A73EB8-31E8-91E7-C35B-EB99EE3F9D04}"/>
              </a:ext>
            </a:extLst>
          </p:cNvPr>
          <p:cNvGrpSpPr/>
          <p:nvPr/>
        </p:nvGrpSpPr>
        <p:grpSpPr>
          <a:xfrm>
            <a:off x="9101771" y="1449567"/>
            <a:ext cx="350195" cy="350195"/>
            <a:chOff x="8869161" y="1569883"/>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450387" y="1616790"/>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21056FC-CF09-3638-4C01-1D3E0393B551}"/>
              </a:ext>
            </a:extLst>
          </p:cNvPr>
          <p:cNvCxnSpPr>
            <a:cxnSpLocks/>
          </p:cNvCxnSpPr>
          <p:nvPr/>
        </p:nvCxnSpPr>
        <p:spPr>
          <a:xfrm>
            <a:off x="7176044" y="627478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0878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77DBFB85-C1B5-0FB8-4235-108877B8F004}"/>
              </a:ext>
            </a:extLst>
          </p:cNvPr>
          <p:cNvCxnSpPr>
            <a:cxnSpLocks/>
          </p:cNvCxnSpPr>
          <p:nvPr/>
        </p:nvCxnSpPr>
        <p:spPr>
          <a:xfrm rot="16200000" flipH="1">
            <a:off x="939790" y="1870552"/>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31372AE-ECC3-C7C5-3202-9BEF0C106D63}"/>
              </a:ext>
            </a:extLst>
          </p:cNvPr>
          <p:cNvCxnSpPr/>
          <p:nvPr/>
        </p:nvCxnSpPr>
        <p:spPr>
          <a:xfrm flipH="1" flipV="1">
            <a:off x="1425885" y="207262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4530D91-D235-A54C-E132-F11B2F6B141A}"/>
              </a:ext>
            </a:extLst>
          </p:cNvPr>
          <p:cNvCxnSpPr/>
          <p:nvPr/>
        </p:nvCxnSpPr>
        <p:spPr>
          <a:xfrm flipH="1" flipV="1">
            <a:off x="1423009" y="242009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D6D779B-73F7-D0E5-B8BC-E6576DF17037}"/>
              </a:ext>
            </a:extLst>
          </p:cNvPr>
          <p:cNvCxnSpPr/>
          <p:nvPr/>
        </p:nvCxnSpPr>
        <p:spPr>
          <a:xfrm flipH="1" flipV="1">
            <a:off x="1423008" y="168979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22225">
            <a:solidFill>
              <a:srgbClr val="FF0000"/>
            </a:solidFill>
          </a:ln>
        </p:spPr>
        <p:txBody>
          <a:bodyPr wrap="none" rtlCol="0" anchor="ctr" anchorCtr="1">
            <a:noAutofit/>
          </a:bodyPr>
          <a:lstStyle/>
          <a:p>
            <a:r>
              <a:rPr lang="en-US" dirty="0"/>
              <a:t> </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22225">
            <a:solidFill>
              <a:srgbClr val="FF0000"/>
            </a:solidFill>
          </a:ln>
        </p:spPr>
        <p:txBody>
          <a:bodyPr wrap="none" rtlCol="0" anchor="ctr" anchorCtr="1">
            <a:noAutofit/>
          </a:bodyPr>
          <a:lstStyle/>
          <a:p>
            <a:endParaRPr lang="en-US" b="1" dirty="0"/>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22225">
            <a:solidFill>
              <a:srgbClr val="FF0000"/>
            </a:solidFill>
          </a:ln>
        </p:spPr>
        <p:txBody>
          <a:bodyPr wrap="none" rtlCol="0" anchor="ctr" anchorCtr="1">
            <a:noAutofit/>
          </a:bodyPr>
          <a:lstStyle/>
          <a:p>
            <a:endParaRPr lang="en-US" dirty="0"/>
          </a:p>
        </p:txBody>
      </p:sp>
      <p:sp>
        <p:nvSpPr>
          <p:cNvPr id="24" name="TextBox 23">
            <a:extLst>
              <a:ext uri="{FF2B5EF4-FFF2-40B4-BE49-F238E27FC236}">
                <a16:creationId xmlns:a16="http://schemas.microsoft.com/office/drawing/2014/main" id="{62D5415B-6BBB-4905-FE3D-C2DC9C90E467}"/>
              </a:ext>
            </a:extLst>
          </p:cNvPr>
          <p:cNvSpPr txBox="1"/>
          <p:nvPr/>
        </p:nvSpPr>
        <p:spPr>
          <a:xfrm>
            <a:off x="1831257" y="1144293"/>
            <a:ext cx="1423030" cy="355131"/>
          </a:xfrm>
          <a:prstGeom prst="rect">
            <a:avLst/>
          </a:prstGeom>
          <a:noFill/>
          <a:ln w="22225">
            <a:solidFill>
              <a:srgbClr val="00B050"/>
            </a:solidFill>
          </a:ln>
        </p:spPr>
        <p:txBody>
          <a:bodyPr wrap="none" rtlCol="0" anchor="ctr" anchorCtr="1">
            <a:noAutofit/>
          </a:bodyPr>
          <a:lstStyle/>
          <a:p>
            <a:endParaRPr lang="en-US" dirty="0"/>
          </a:p>
        </p:txBody>
      </p:sp>
      <p:sp>
        <p:nvSpPr>
          <p:cNvPr id="26" name="TextBox 25">
            <a:extLst>
              <a:ext uri="{FF2B5EF4-FFF2-40B4-BE49-F238E27FC236}">
                <a16:creationId xmlns:a16="http://schemas.microsoft.com/office/drawing/2014/main" id="{A71590F1-8F7A-E49B-407A-9A719FCA5C61}"/>
              </a:ext>
            </a:extLst>
          </p:cNvPr>
          <p:cNvSpPr txBox="1"/>
          <p:nvPr/>
        </p:nvSpPr>
        <p:spPr>
          <a:xfrm>
            <a:off x="1831257" y="1504333"/>
            <a:ext cx="1423030" cy="355131"/>
          </a:xfrm>
          <a:prstGeom prst="rect">
            <a:avLst/>
          </a:prstGeom>
          <a:noFill/>
          <a:ln w="22225">
            <a:solidFill>
              <a:srgbClr val="00B050"/>
            </a:solidFill>
          </a:ln>
        </p:spPr>
        <p:txBody>
          <a:bodyPr wrap="none" rtlCol="0" anchor="ctr" anchorCtr="1">
            <a:noAutofit/>
          </a:bodyPr>
          <a:lstStyle/>
          <a:p>
            <a:endParaRPr lang="en-US" dirty="0"/>
          </a:p>
        </p:txBody>
      </p:sp>
      <p:sp>
        <p:nvSpPr>
          <p:cNvPr id="29" name="TextBox 28">
            <a:extLst>
              <a:ext uri="{FF2B5EF4-FFF2-40B4-BE49-F238E27FC236}">
                <a16:creationId xmlns:a16="http://schemas.microsoft.com/office/drawing/2014/main" id="{D2DF8017-2145-A058-E899-1508D82675C0}"/>
              </a:ext>
            </a:extLst>
          </p:cNvPr>
          <p:cNvSpPr txBox="1"/>
          <p:nvPr/>
        </p:nvSpPr>
        <p:spPr>
          <a:xfrm>
            <a:off x="1831257" y="1864373"/>
            <a:ext cx="1423030" cy="355131"/>
          </a:xfrm>
          <a:prstGeom prst="rect">
            <a:avLst/>
          </a:prstGeom>
          <a:noFill/>
          <a:ln w="22225">
            <a:solidFill>
              <a:srgbClr val="00B050"/>
            </a:solidFill>
          </a:ln>
        </p:spPr>
        <p:txBody>
          <a:bodyPr wrap="none" rtlCol="0" anchor="ctr" anchorCtr="1">
            <a:noAutofit/>
          </a:bodyPr>
          <a:lstStyle/>
          <a:p>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831257" y="2584453"/>
            <a:ext cx="1423030" cy="355131"/>
          </a:xfrm>
          <a:prstGeom prst="rect">
            <a:avLst/>
          </a:prstGeom>
          <a:noFill/>
          <a:ln w="22225">
            <a:solidFill>
              <a:srgbClr val="00B050"/>
            </a:solidFill>
          </a:ln>
        </p:spPr>
        <p:txBody>
          <a:bodyPr wrap="none" rtlCol="0" anchor="ctr" anchorCtr="1">
            <a:noAutofit/>
          </a:bodyPr>
          <a:lstStyle/>
          <a:p>
            <a:endParaRPr lang="en-US" b="1" dirty="0"/>
          </a:p>
        </p:txBody>
      </p:sp>
      <p:sp>
        <p:nvSpPr>
          <p:cNvPr id="31" name="TextBox 30">
            <a:extLst>
              <a:ext uri="{FF2B5EF4-FFF2-40B4-BE49-F238E27FC236}">
                <a16:creationId xmlns:a16="http://schemas.microsoft.com/office/drawing/2014/main" id="{2AD942B5-06AC-CB04-97F6-5C3AE8337545}"/>
              </a:ext>
            </a:extLst>
          </p:cNvPr>
          <p:cNvSpPr txBox="1"/>
          <p:nvPr/>
        </p:nvSpPr>
        <p:spPr>
          <a:xfrm>
            <a:off x="1831257" y="2224413"/>
            <a:ext cx="1423030" cy="355131"/>
          </a:xfrm>
          <a:prstGeom prst="rect">
            <a:avLst/>
          </a:prstGeom>
          <a:noFill/>
          <a:ln w="22225">
            <a:solidFill>
              <a:srgbClr val="00B050"/>
            </a:solidFill>
          </a:ln>
        </p:spPr>
        <p:txBody>
          <a:bodyPr wrap="none" rtlCol="0" anchor="ctr" anchorCtr="1">
            <a:noAutofit/>
          </a:bodyPr>
          <a:lstStyle/>
          <a:p>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5981"/>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68376"/>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30771"/>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3165"/>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3265023" y="1336009"/>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p:cNvCxnSpPr>
          <p:nvPr/>
        </p:nvCxnSpPr>
        <p:spPr>
          <a:xfrm>
            <a:off x="3265022" y="168850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p:cNvCxnSpPr>
          <p:nvPr/>
        </p:nvCxnSpPr>
        <p:spPr>
          <a:xfrm>
            <a:off x="3265022" y="2044243"/>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p:cNvCxnSpPr>
          <p:nvPr/>
        </p:nvCxnSpPr>
        <p:spPr>
          <a:xfrm>
            <a:off x="3265021" y="2396740"/>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3265021" y="2762018"/>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31531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64969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032083" y="3672352"/>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879683" y="3519952"/>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3" name="TextBox 2">
            <a:extLst>
              <a:ext uri="{FF2B5EF4-FFF2-40B4-BE49-F238E27FC236}">
                <a16:creationId xmlns:a16="http://schemas.microsoft.com/office/drawing/2014/main" id="{52E943C8-38E3-41CE-994C-6A05DA33D725}"/>
              </a:ext>
            </a:extLst>
          </p:cNvPr>
          <p:cNvSpPr txBox="1"/>
          <p:nvPr/>
        </p:nvSpPr>
        <p:spPr>
          <a:xfrm>
            <a:off x="622451" y="2660168"/>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727283" y="3367552"/>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220624" y="2830662"/>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068224" y="2678262"/>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2915824" y="2525862"/>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2813157" y="1865430"/>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222756" y="433520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070356" y="418280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2917956" y="403040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134077" y="3089109"/>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097984" y="4408877"/>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233286" y="3559640"/>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261245" y="41268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108845" y="3974450"/>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4952180" y="3817789"/>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4619629" y="2987261"/>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249362" y="4299006"/>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3655351" y="548725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AFCB326-5655-49E7-BE62-8EAE582D55AD}"/>
              </a:ext>
            </a:extLst>
          </p:cNvPr>
          <p:cNvCxnSpPr>
            <a:cxnSpLocks/>
          </p:cNvCxnSpPr>
          <p:nvPr/>
        </p:nvCxnSpPr>
        <p:spPr>
          <a:xfrm>
            <a:off x="5657053" y="4531172"/>
            <a:ext cx="209417" cy="164552"/>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1562392" y="4800936"/>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1864712" y="4961862"/>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216137" y="5250951"/>
            <a:ext cx="1297150" cy="369332"/>
          </a:xfrm>
          <a:prstGeom prst="rect">
            <a:avLst/>
          </a:prstGeom>
          <a:noFill/>
          <a:ln>
            <a:noFill/>
          </a:ln>
        </p:spPr>
        <p:txBody>
          <a:bodyPr wrap="none" rtlCol="0">
            <a:spAutoFit/>
          </a:bodyPr>
          <a:lstStyle/>
          <a:p>
            <a:r>
              <a:rPr lang="en-US" i="1" dirty="0"/>
              <a:t>same shape</a:t>
            </a:r>
          </a:p>
        </p:txBody>
      </p:sp>
      <p:sp>
        <p:nvSpPr>
          <p:cNvPr id="176" name="Rectangle 175">
            <a:extLst>
              <a:ext uri="{FF2B5EF4-FFF2-40B4-BE49-F238E27FC236}">
                <a16:creationId xmlns:a16="http://schemas.microsoft.com/office/drawing/2014/main" id="{61AD3C30-0113-4E68-8C19-3FD75F0E24C6}"/>
              </a:ext>
            </a:extLst>
          </p:cNvPr>
          <p:cNvSpPr/>
          <p:nvPr/>
        </p:nvSpPr>
        <p:spPr>
          <a:xfrm>
            <a:off x="533401" y="1758422"/>
            <a:ext cx="5639648" cy="4573858"/>
          </a:xfrm>
          <a:custGeom>
            <a:avLst/>
            <a:gdLst>
              <a:gd name="connsiteX0" fmla="*/ 0 w 5639648"/>
              <a:gd name="connsiteY0" fmla="*/ 0 h 4573858"/>
              <a:gd name="connsiteX1" fmla="*/ 626628 w 5639648"/>
              <a:gd name="connsiteY1" fmla="*/ 0 h 4573858"/>
              <a:gd name="connsiteX2" fmla="*/ 1140462 w 5639648"/>
              <a:gd name="connsiteY2" fmla="*/ 0 h 4573858"/>
              <a:gd name="connsiteX3" fmla="*/ 1710693 w 5639648"/>
              <a:gd name="connsiteY3" fmla="*/ 0 h 4573858"/>
              <a:gd name="connsiteX4" fmla="*/ 2393717 w 5639648"/>
              <a:gd name="connsiteY4" fmla="*/ 0 h 4573858"/>
              <a:gd name="connsiteX5" fmla="*/ 3076741 w 5639648"/>
              <a:gd name="connsiteY5" fmla="*/ 0 h 4573858"/>
              <a:gd name="connsiteX6" fmla="*/ 3590576 w 5639648"/>
              <a:gd name="connsiteY6" fmla="*/ 0 h 4573858"/>
              <a:gd name="connsiteX7" fmla="*/ 4160807 w 5639648"/>
              <a:gd name="connsiteY7" fmla="*/ 0 h 4573858"/>
              <a:gd name="connsiteX8" fmla="*/ 4843831 w 5639648"/>
              <a:gd name="connsiteY8" fmla="*/ 0 h 4573858"/>
              <a:gd name="connsiteX9" fmla="*/ 5639648 w 5639648"/>
              <a:gd name="connsiteY9" fmla="*/ 0 h 4573858"/>
              <a:gd name="connsiteX10" fmla="*/ 5639648 w 5639648"/>
              <a:gd name="connsiteY10" fmla="*/ 561931 h 4573858"/>
              <a:gd name="connsiteX11" fmla="*/ 5639648 w 5639648"/>
              <a:gd name="connsiteY11" fmla="*/ 1261078 h 4573858"/>
              <a:gd name="connsiteX12" fmla="*/ 5639648 w 5639648"/>
              <a:gd name="connsiteY12" fmla="*/ 2005963 h 4573858"/>
              <a:gd name="connsiteX13" fmla="*/ 5639648 w 5639648"/>
              <a:gd name="connsiteY13" fmla="*/ 2613633 h 4573858"/>
              <a:gd name="connsiteX14" fmla="*/ 5639648 w 5639648"/>
              <a:gd name="connsiteY14" fmla="*/ 3358519 h 4573858"/>
              <a:gd name="connsiteX15" fmla="*/ 5639648 w 5639648"/>
              <a:gd name="connsiteY15" fmla="*/ 3966188 h 4573858"/>
              <a:gd name="connsiteX16" fmla="*/ 5639648 w 5639648"/>
              <a:gd name="connsiteY16" fmla="*/ 4573858 h 4573858"/>
              <a:gd name="connsiteX17" fmla="*/ 5125813 w 5639648"/>
              <a:gd name="connsiteY17" fmla="*/ 4573858 h 4573858"/>
              <a:gd name="connsiteX18" fmla="*/ 4555582 w 5639648"/>
              <a:gd name="connsiteY18" fmla="*/ 4573858 h 4573858"/>
              <a:gd name="connsiteX19" fmla="*/ 4041748 w 5639648"/>
              <a:gd name="connsiteY19" fmla="*/ 4573858 h 4573858"/>
              <a:gd name="connsiteX20" fmla="*/ 3415120 w 5639648"/>
              <a:gd name="connsiteY20" fmla="*/ 4573858 h 4573858"/>
              <a:gd name="connsiteX21" fmla="*/ 2844889 w 5639648"/>
              <a:gd name="connsiteY21" fmla="*/ 4573858 h 4573858"/>
              <a:gd name="connsiteX22" fmla="*/ 2387451 w 5639648"/>
              <a:gd name="connsiteY22" fmla="*/ 4573858 h 4573858"/>
              <a:gd name="connsiteX23" fmla="*/ 1648030 w 5639648"/>
              <a:gd name="connsiteY23" fmla="*/ 4573858 h 4573858"/>
              <a:gd name="connsiteX24" fmla="*/ 965006 w 5639648"/>
              <a:gd name="connsiteY24" fmla="*/ 4573858 h 4573858"/>
              <a:gd name="connsiteX25" fmla="*/ 0 w 5639648"/>
              <a:gd name="connsiteY25" fmla="*/ 4573858 h 4573858"/>
              <a:gd name="connsiteX26" fmla="*/ 0 w 5639648"/>
              <a:gd name="connsiteY26" fmla="*/ 3966188 h 4573858"/>
              <a:gd name="connsiteX27" fmla="*/ 0 w 5639648"/>
              <a:gd name="connsiteY27" fmla="*/ 3358519 h 4573858"/>
              <a:gd name="connsiteX28" fmla="*/ 0 w 5639648"/>
              <a:gd name="connsiteY28" fmla="*/ 2705110 h 4573858"/>
              <a:gd name="connsiteX29" fmla="*/ 0 w 5639648"/>
              <a:gd name="connsiteY29" fmla="*/ 2051702 h 4573858"/>
              <a:gd name="connsiteX30" fmla="*/ 0 w 5639648"/>
              <a:gd name="connsiteY30" fmla="*/ 1444032 h 4573858"/>
              <a:gd name="connsiteX31" fmla="*/ 0 w 5639648"/>
              <a:gd name="connsiteY31" fmla="*/ 699147 h 4573858"/>
              <a:gd name="connsiteX32" fmla="*/ 0 w 5639648"/>
              <a:gd name="connsiteY32" fmla="*/ 0 h 457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39648" h="4573858" extrusionOk="0">
                <a:moveTo>
                  <a:pt x="0" y="0"/>
                </a:moveTo>
                <a:cubicBezTo>
                  <a:pt x="230085" y="26342"/>
                  <a:pt x="337380" y="26803"/>
                  <a:pt x="626628" y="0"/>
                </a:cubicBezTo>
                <a:cubicBezTo>
                  <a:pt x="915876" y="-26803"/>
                  <a:pt x="922278" y="899"/>
                  <a:pt x="1140462" y="0"/>
                </a:cubicBezTo>
                <a:cubicBezTo>
                  <a:pt x="1358646" y="-899"/>
                  <a:pt x="1495083" y="10929"/>
                  <a:pt x="1710693" y="0"/>
                </a:cubicBezTo>
                <a:cubicBezTo>
                  <a:pt x="1926303" y="-10929"/>
                  <a:pt x="2191418" y="-10993"/>
                  <a:pt x="2393717" y="0"/>
                </a:cubicBezTo>
                <a:cubicBezTo>
                  <a:pt x="2596016" y="10993"/>
                  <a:pt x="2843630" y="-8695"/>
                  <a:pt x="3076741" y="0"/>
                </a:cubicBezTo>
                <a:cubicBezTo>
                  <a:pt x="3309852" y="8695"/>
                  <a:pt x="3473874" y="-10311"/>
                  <a:pt x="3590576" y="0"/>
                </a:cubicBezTo>
                <a:cubicBezTo>
                  <a:pt x="3707279" y="10311"/>
                  <a:pt x="3887107" y="19124"/>
                  <a:pt x="4160807" y="0"/>
                </a:cubicBezTo>
                <a:cubicBezTo>
                  <a:pt x="4434507" y="-19124"/>
                  <a:pt x="4571239" y="-31249"/>
                  <a:pt x="4843831" y="0"/>
                </a:cubicBezTo>
                <a:cubicBezTo>
                  <a:pt x="5116423" y="31249"/>
                  <a:pt x="5410049" y="-32383"/>
                  <a:pt x="5639648" y="0"/>
                </a:cubicBezTo>
                <a:cubicBezTo>
                  <a:pt x="5628080" y="249509"/>
                  <a:pt x="5628123" y="345220"/>
                  <a:pt x="5639648" y="561931"/>
                </a:cubicBezTo>
                <a:cubicBezTo>
                  <a:pt x="5651173" y="778642"/>
                  <a:pt x="5635081" y="1004230"/>
                  <a:pt x="5639648" y="1261078"/>
                </a:cubicBezTo>
                <a:cubicBezTo>
                  <a:pt x="5644215" y="1517926"/>
                  <a:pt x="5629092" y="1657972"/>
                  <a:pt x="5639648" y="2005963"/>
                </a:cubicBezTo>
                <a:cubicBezTo>
                  <a:pt x="5650204" y="2353955"/>
                  <a:pt x="5666380" y="2441204"/>
                  <a:pt x="5639648" y="2613633"/>
                </a:cubicBezTo>
                <a:cubicBezTo>
                  <a:pt x="5612917" y="2786062"/>
                  <a:pt x="5637622" y="3069557"/>
                  <a:pt x="5639648" y="3358519"/>
                </a:cubicBezTo>
                <a:cubicBezTo>
                  <a:pt x="5641674" y="3647481"/>
                  <a:pt x="5633263" y="3811615"/>
                  <a:pt x="5639648" y="3966188"/>
                </a:cubicBezTo>
                <a:cubicBezTo>
                  <a:pt x="5646033" y="4120761"/>
                  <a:pt x="5614570" y="4406403"/>
                  <a:pt x="5639648" y="4573858"/>
                </a:cubicBezTo>
                <a:cubicBezTo>
                  <a:pt x="5489769" y="4592270"/>
                  <a:pt x="5268202" y="4577051"/>
                  <a:pt x="5125813" y="4573858"/>
                </a:cubicBezTo>
                <a:cubicBezTo>
                  <a:pt x="4983424" y="4570665"/>
                  <a:pt x="4830848" y="4596049"/>
                  <a:pt x="4555582" y="4573858"/>
                </a:cubicBezTo>
                <a:cubicBezTo>
                  <a:pt x="4280316" y="4551667"/>
                  <a:pt x="4241793" y="4558125"/>
                  <a:pt x="4041748" y="4573858"/>
                </a:cubicBezTo>
                <a:cubicBezTo>
                  <a:pt x="3841703" y="4589591"/>
                  <a:pt x="3661811" y="4567517"/>
                  <a:pt x="3415120" y="4573858"/>
                </a:cubicBezTo>
                <a:cubicBezTo>
                  <a:pt x="3168429" y="4580199"/>
                  <a:pt x="3008720" y="4592527"/>
                  <a:pt x="2844889" y="4573858"/>
                </a:cubicBezTo>
                <a:cubicBezTo>
                  <a:pt x="2681058" y="4555189"/>
                  <a:pt x="2592511" y="4553885"/>
                  <a:pt x="2387451" y="4573858"/>
                </a:cubicBezTo>
                <a:cubicBezTo>
                  <a:pt x="2182391" y="4593831"/>
                  <a:pt x="1992420" y="4547413"/>
                  <a:pt x="1648030" y="4573858"/>
                </a:cubicBezTo>
                <a:cubicBezTo>
                  <a:pt x="1303640" y="4600303"/>
                  <a:pt x="1300369" y="4562193"/>
                  <a:pt x="965006" y="4573858"/>
                </a:cubicBezTo>
                <a:cubicBezTo>
                  <a:pt x="629643" y="4585523"/>
                  <a:pt x="228404" y="4530152"/>
                  <a:pt x="0" y="4573858"/>
                </a:cubicBezTo>
                <a:cubicBezTo>
                  <a:pt x="30052" y="4435091"/>
                  <a:pt x="-24234" y="4185729"/>
                  <a:pt x="0" y="3966188"/>
                </a:cubicBezTo>
                <a:cubicBezTo>
                  <a:pt x="24234" y="3746647"/>
                  <a:pt x="-6202" y="3600318"/>
                  <a:pt x="0" y="3358519"/>
                </a:cubicBezTo>
                <a:cubicBezTo>
                  <a:pt x="6202" y="3116720"/>
                  <a:pt x="-8011" y="2854110"/>
                  <a:pt x="0" y="2705110"/>
                </a:cubicBezTo>
                <a:cubicBezTo>
                  <a:pt x="8011" y="2556110"/>
                  <a:pt x="-32622" y="2273230"/>
                  <a:pt x="0" y="2051702"/>
                </a:cubicBezTo>
                <a:cubicBezTo>
                  <a:pt x="32622" y="1830174"/>
                  <a:pt x="4739" y="1712524"/>
                  <a:pt x="0" y="1444032"/>
                </a:cubicBezTo>
                <a:cubicBezTo>
                  <a:pt x="-4739" y="1175540"/>
                  <a:pt x="11016" y="887801"/>
                  <a:pt x="0" y="699147"/>
                </a:cubicBezTo>
                <a:cubicBezTo>
                  <a:pt x="-11016" y="510494"/>
                  <a:pt x="-18108" y="181888"/>
                  <a:pt x="0" y="0"/>
                </a:cubicBezTo>
                <a:close/>
              </a:path>
            </a:pathLst>
          </a:custGeom>
          <a:noFill/>
          <a:ln w="12700">
            <a:solidFill>
              <a:schemeClr val="tx1"/>
            </a:solidFill>
            <a:prstDash val="lgDash"/>
            <a:extLst>
              <a:ext uri="{C807C97D-BFC1-408E-A445-0C87EB9F89A2}">
                <ask:lineSketchStyleProps xmlns:ask="http://schemas.microsoft.com/office/drawing/2018/sketchyshapes" sd="209156164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4699210" y="4644274"/>
            <a:ext cx="296756"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4357009" y="5435617"/>
            <a:ext cx="1277914" cy="369332"/>
          </a:xfrm>
          <a:prstGeom prst="rect">
            <a:avLst/>
          </a:prstGeom>
          <a:noFill/>
          <a:ln>
            <a:noFill/>
          </a:ln>
        </p:spPr>
        <p:txBody>
          <a:bodyPr wrap="none" rtlCol="0">
            <a:spAutoFit/>
          </a:bodyPr>
          <a:lstStyle/>
          <a:p>
            <a:r>
              <a:rPr lang="en-US" i="1" dirty="0"/>
              <a:t>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727283" y="3367552"/>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2915823" y="2530122"/>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2922221" y="403040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663FF8ED-AF91-4E41-8150-094F5C5561F0}"/>
              </a:ext>
            </a:extLst>
          </p:cNvPr>
          <p:cNvSpPr/>
          <p:nvPr/>
        </p:nvSpPr>
        <p:spPr>
          <a:xfrm>
            <a:off x="7338354" y="1756224"/>
            <a:ext cx="3792982" cy="199019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TextBox 148">
            <a:extLst>
              <a:ext uri="{FF2B5EF4-FFF2-40B4-BE49-F238E27FC236}">
                <a16:creationId xmlns:a16="http://schemas.microsoft.com/office/drawing/2014/main" id="{4E2E1CE8-EDDB-4032-A2D6-587025701F04}"/>
              </a:ext>
            </a:extLst>
          </p:cNvPr>
          <p:cNvSpPr txBox="1"/>
          <p:nvPr/>
        </p:nvSpPr>
        <p:spPr>
          <a:xfrm>
            <a:off x="7705886" y="2675275"/>
            <a:ext cx="764953" cy="369332"/>
          </a:xfrm>
          <a:prstGeom prst="rect">
            <a:avLst/>
          </a:prstGeom>
          <a:noFill/>
          <a:ln w="22225">
            <a:solidFill>
              <a:srgbClr val="00B050"/>
            </a:solidFill>
          </a:ln>
        </p:spPr>
        <p:txBody>
          <a:bodyPr wrap="none" rtlCol="0">
            <a:noAutofit/>
          </a:bodyPr>
          <a:lstStyle/>
          <a:p>
            <a:r>
              <a:rPr lang="en-US" dirty="0"/>
              <a:t>BRAM</a:t>
            </a:r>
          </a:p>
        </p:txBody>
      </p:sp>
      <p:sp>
        <p:nvSpPr>
          <p:cNvPr id="156" name="TextBox 155">
            <a:extLst>
              <a:ext uri="{FF2B5EF4-FFF2-40B4-BE49-F238E27FC236}">
                <a16:creationId xmlns:a16="http://schemas.microsoft.com/office/drawing/2014/main" id="{BE55E56E-2DE4-4477-9582-2607ED600F0E}"/>
              </a:ext>
            </a:extLst>
          </p:cNvPr>
          <p:cNvSpPr txBox="1"/>
          <p:nvPr/>
        </p:nvSpPr>
        <p:spPr>
          <a:xfrm>
            <a:off x="7705886" y="3078592"/>
            <a:ext cx="764953" cy="369332"/>
          </a:xfrm>
          <a:prstGeom prst="rect">
            <a:avLst/>
          </a:prstGeom>
          <a:noFill/>
          <a:ln w="22225">
            <a:solidFill>
              <a:srgbClr val="FF0000"/>
            </a:solidFill>
          </a:ln>
        </p:spPr>
        <p:txBody>
          <a:bodyPr wrap="none" rtlCol="0">
            <a:noAutofit/>
          </a:bodyPr>
          <a:lstStyle/>
          <a:p>
            <a:r>
              <a:rPr lang="en-US" dirty="0"/>
              <a:t>BRAM</a:t>
            </a:r>
          </a:p>
        </p:txBody>
      </p:sp>
      <p:sp>
        <p:nvSpPr>
          <p:cNvPr id="157" name="TextBox 156">
            <a:extLst>
              <a:ext uri="{FF2B5EF4-FFF2-40B4-BE49-F238E27FC236}">
                <a16:creationId xmlns:a16="http://schemas.microsoft.com/office/drawing/2014/main" id="{BF998B26-29FD-4EC7-917A-E744ECEBE394}"/>
              </a:ext>
            </a:extLst>
          </p:cNvPr>
          <p:cNvSpPr txBox="1"/>
          <p:nvPr/>
        </p:nvSpPr>
        <p:spPr>
          <a:xfrm>
            <a:off x="8762960" y="2255372"/>
            <a:ext cx="650437" cy="1183221"/>
          </a:xfrm>
          <a:prstGeom prst="rect">
            <a:avLst/>
          </a:prstGeom>
          <a:noFill/>
          <a:ln w="22225">
            <a:solidFill>
              <a:schemeClr val="tx1"/>
            </a:solidFill>
          </a:ln>
        </p:spPr>
        <p:txBody>
          <a:bodyPr wrap="none" rtlCol="0">
            <a:noAutofit/>
          </a:bodyPr>
          <a:lstStyle/>
          <a:p>
            <a:pPr algn="ctr"/>
            <a:r>
              <a:rPr lang="en-US" dirty="0"/>
              <a:t>DSP</a:t>
            </a:r>
          </a:p>
        </p:txBody>
      </p:sp>
      <p:grpSp>
        <p:nvGrpSpPr>
          <p:cNvPr id="159" name="Group 158">
            <a:extLst>
              <a:ext uri="{FF2B5EF4-FFF2-40B4-BE49-F238E27FC236}">
                <a16:creationId xmlns:a16="http://schemas.microsoft.com/office/drawing/2014/main" id="{5696BD30-36C0-4480-9BFC-CB4532F92126}"/>
              </a:ext>
            </a:extLst>
          </p:cNvPr>
          <p:cNvGrpSpPr/>
          <p:nvPr/>
        </p:nvGrpSpPr>
        <p:grpSpPr>
          <a:xfrm>
            <a:off x="9654833" y="2684844"/>
            <a:ext cx="350195" cy="350195"/>
            <a:chOff x="3860124" y="2202910"/>
            <a:chExt cx="350195" cy="350195"/>
          </a:xfrm>
        </p:grpSpPr>
        <p:sp>
          <p:nvSpPr>
            <p:cNvPr id="161" name="Rectangle 160">
              <a:extLst>
                <a:ext uri="{FF2B5EF4-FFF2-40B4-BE49-F238E27FC236}">
                  <a16:creationId xmlns:a16="http://schemas.microsoft.com/office/drawing/2014/main" id="{5FE319F1-0F55-47D7-BD32-88617E5A6868}"/>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Isosceles Triangle 161">
              <a:extLst>
                <a:ext uri="{FF2B5EF4-FFF2-40B4-BE49-F238E27FC236}">
                  <a16:creationId xmlns:a16="http://schemas.microsoft.com/office/drawing/2014/main" id="{B0E4369D-D198-448E-9783-379BA8C624C2}"/>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4" name="Straight Arrow Connector 163">
            <a:extLst>
              <a:ext uri="{FF2B5EF4-FFF2-40B4-BE49-F238E27FC236}">
                <a16:creationId xmlns:a16="http://schemas.microsoft.com/office/drawing/2014/main" id="{9DFE148D-F2F6-4C5C-8F3D-A94467DE8CA6}"/>
              </a:ext>
            </a:extLst>
          </p:cNvPr>
          <p:cNvCxnSpPr>
            <a:cxnSpLocks/>
          </p:cNvCxnSpPr>
          <p:nvPr/>
        </p:nvCxnSpPr>
        <p:spPr>
          <a:xfrm>
            <a:off x="9413397" y="2859941"/>
            <a:ext cx="2414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196EA40E-A9B8-4B4A-9C0C-D316DD849463}"/>
              </a:ext>
            </a:extLst>
          </p:cNvPr>
          <p:cNvCxnSpPr>
            <a:cxnSpLocks/>
          </p:cNvCxnSpPr>
          <p:nvPr/>
        </p:nvCxnSpPr>
        <p:spPr>
          <a:xfrm>
            <a:off x="8470839" y="2855157"/>
            <a:ext cx="2921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A083AB88-91C4-4D95-BB40-93EF48931A8F}"/>
              </a:ext>
            </a:extLst>
          </p:cNvPr>
          <p:cNvCxnSpPr>
            <a:cxnSpLocks/>
            <a:stCxn id="156" idx="3"/>
          </p:cNvCxnSpPr>
          <p:nvPr/>
        </p:nvCxnSpPr>
        <p:spPr>
          <a:xfrm>
            <a:off x="8470839" y="3263258"/>
            <a:ext cx="2921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0D95A645-AAE5-4577-A6BA-49071CDA1136}"/>
              </a:ext>
            </a:extLst>
          </p:cNvPr>
          <p:cNvCxnSpPr>
            <a:cxnSpLocks/>
            <a:endCxn id="149" idx="1"/>
          </p:cNvCxnSpPr>
          <p:nvPr/>
        </p:nvCxnSpPr>
        <p:spPr>
          <a:xfrm>
            <a:off x="6657594" y="2859941"/>
            <a:ext cx="10482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13FA3C2E-0F57-4676-BD5F-B4E66A70F03C}"/>
              </a:ext>
            </a:extLst>
          </p:cNvPr>
          <p:cNvCxnSpPr>
            <a:cxnSpLocks/>
            <a:stCxn id="161" idx="3"/>
          </p:cNvCxnSpPr>
          <p:nvPr/>
        </p:nvCxnSpPr>
        <p:spPr>
          <a:xfrm>
            <a:off x="10005028" y="2859942"/>
            <a:ext cx="480180"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FAB9BBCD-7209-4D96-9205-9171FE0BD1CC}"/>
              </a:ext>
            </a:extLst>
          </p:cNvPr>
          <p:cNvSpPr txBox="1"/>
          <p:nvPr/>
        </p:nvSpPr>
        <p:spPr>
          <a:xfrm>
            <a:off x="6898125" y="2500178"/>
            <a:ext cx="418704" cy="369332"/>
          </a:xfrm>
          <a:prstGeom prst="rect">
            <a:avLst/>
          </a:prstGeom>
          <a:noFill/>
        </p:spPr>
        <p:txBody>
          <a:bodyPr wrap="none" rtlCol="0">
            <a:spAutoFit/>
          </a:bodyPr>
          <a:lstStyle/>
          <a:p>
            <a:r>
              <a:rPr lang="en-US" dirty="0"/>
              <a:t>18</a:t>
            </a:r>
          </a:p>
        </p:txBody>
      </p:sp>
      <p:sp>
        <p:nvSpPr>
          <p:cNvPr id="171" name="TextBox 170">
            <a:extLst>
              <a:ext uri="{FF2B5EF4-FFF2-40B4-BE49-F238E27FC236}">
                <a16:creationId xmlns:a16="http://schemas.microsoft.com/office/drawing/2014/main" id="{58C7179C-F4EA-4737-BD5E-590D24A4D798}"/>
              </a:ext>
            </a:extLst>
          </p:cNvPr>
          <p:cNvSpPr txBox="1"/>
          <p:nvPr/>
        </p:nvSpPr>
        <p:spPr>
          <a:xfrm>
            <a:off x="10126173" y="3369002"/>
            <a:ext cx="1002069" cy="369332"/>
          </a:xfrm>
          <a:prstGeom prst="rect">
            <a:avLst/>
          </a:prstGeom>
          <a:noFill/>
        </p:spPr>
        <p:txBody>
          <a:bodyPr wrap="none" rtlCol="0">
            <a:spAutoFit/>
          </a:bodyPr>
          <a:lstStyle/>
          <a:p>
            <a:r>
              <a:rPr lang="en-US" i="1" dirty="0"/>
              <a:t>conv2d.v</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7320373" y="3988312"/>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9776833" y="3961484"/>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8085326" y="3988312"/>
            <a:ext cx="1172309" cy="369332"/>
          </a:xfrm>
          <a:prstGeom prst="rect">
            <a:avLst/>
          </a:prstGeom>
          <a:noFill/>
        </p:spPr>
        <p:txBody>
          <a:bodyPr wrap="none" rtlCol="0">
            <a:spAutoFit/>
          </a:bodyPr>
          <a:lstStyle/>
          <a:p>
            <a:r>
              <a:rPr lang="en-US" dirty="0"/>
              <a:t>row buffer</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554166" y="3961484"/>
            <a:ext cx="911468" cy="369332"/>
          </a:xfrm>
          <a:prstGeom prst="rect">
            <a:avLst/>
          </a:prstGeom>
          <a:noFill/>
        </p:spPr>
        <p:txBody>
          <a:bodyPr wrap="none" rtlCol="0">
            <a:spAutoFit/>
          </a:bodyPr>
          <a:lstStyle/>
          <a:p>
            <a:r>
              <a:rPr lang="en-US" dirty="0"/>
              <a:t>weights</a:t>
            </a:r>
          </a:p>
        </p:txBody>
      </p:sp>
      <p:grpSp>
        <p:nvGrpSpPr>
          <p:cNvPr id="178" name="Group 177">
            <a:extLst>
              <a:ext uri="{FF2B5EF4-FFF2-40B4-BE49-F238E27FC236}">
                <a16:creationId xmlns:a16="http://schemas.microsoft.com/office/drawing/2014/main" id="{D6D8231E-F8AC-47B5-852E-3407843A7044}"/>
              </a:ext>
            </a:extLst>
          </p:cNvPr>
          <p:cNvGrpSpPr/>
          <p:nvPr/>
        </p:nvGrpSpPr>
        <p:grpSpPr>
          <a:xfrm>
            <a:off x="8616899" y="1983751"/>
            <a:ext cx="1590925" cy="485399"/>
            <a:chOff x="4351259" y="3300340"/>
            <a:chExt cx="1590925" cy="249762"/>
          </a:xfrm>
        </p:grpSpPr>
        <p:cxnSp>
          <p:nvCxnSpPr>
            <p:cNvPr id="179" name="Straight Arrow Connector 178">
              <a:extLst>
                <a:ext uri="{FF2B5EF4-FFF2-40B4-BE49-F238E27FC236}">
                  <a16:creationId xmlns:a16="http://schemas.microsoft.com/office/drawing/2014/main" id="{5BD3D7AD-025D-4F8F-B72D-BA2BACF1BE89}"/>
                </a:ext>
              </a:extLst>
            </p:cNvPr>
            <p:cNvCxnSpPr>
              <a:cxnSpLocks/>
            </p:cNvCxnSpPr>
            <p:nvPr/>
          </p:nvCxnSpPr>
          <p:spPr>
            <a:xfrm>
              <a:off x="4351259" y="3550102"/>
              <a:ext cx="1460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2FC7D60-2C17-4EAD-BEC6-1BD13E704F93}"/>
                </a:ext>
              </a:extLst>
            </p:cNvPr>
            <p:cNvCxnSpPr>
              <a:cxnSpLocks/>
            </p:cNvCxnSpPr>
            <p:nvPr/>
          </p:nvCxnSpPr>
          <p:spPr>
            <a:xfrm flipV="1">
              <a:off x="4351259" y="3300340"/>
              <a:ext cx="0" cy="249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9646BE43-923E-4864-8133-735F773AA004}"/>
                </a:ext>
              </a:extLst>
            </p:cNvPr>
            <p:cNvCxnSpPr>
              <a:cxnSpLocks/>
            </p:cNvCxnSpPr>
            <p:nvPr/>
          </p:nvCxnSpPr>
          <p:spPr>
            <a:xfrm>
              <a:off x="4351259" y="3300340"/>
              <a:ext cx="1590925"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182" name="Straight Connector 181">
            <a:extLst>
              <a:ext uri="{FF2B5EF4-FFF2-40B4-BE49-F238E27FC236}">
                <a16:creationId xmlns:a16="http://schemas.microsoft.com/office/drawing/2014/main" id="{1B2B4ED7-4F5F-414C-B3E9-DA562A37DEA1}"/>
              </a:ext>
            </a:extLst>
          </p:cNvPr>
          <p:cNvCxnSpPr>
            <a:cxnSpLocks/>
          </p:cNvCxnSpPr>
          <p:nvPr/>
        </p:nvCxnSpPr>
        <p:spPr>
          <a:xfrm flipV="1">
            <a:off x="10207824" y="1983751"/>
            <a:ext cx="0" cy="8714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5" name="Trapezoid 184">
            <a:extLst>
              <a:ext uri="{FF2B5EF4-FFF2-40B4-BE49-F238E27FC236}">
                <a16:creationId xmlns:a16="http://schemas.microsoft.com/office/drawing/2014/main" id="{8290EC2A-87DB-4967-8238-81A509891C80}"/>
              </a:ext>
            </a:extLst>
          </p:cNvPr>
          <p:cNvSpPr/>
          <p:nvPr/>
        </p:nvSpPr>
        <p:spPr>
          <a:xfrm rot="5400000">
            <a:off x="10305220" y="2683031"/>
            <a:ext cx="725816" cy="344253"/>
          </a:xfrm>
          <a:prstGeom prst="trapezoid">
            <a:avLst>
              <a:gd name="adj" fmla="val 437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6" name="Straight Arrow Connector 185">
            <a:extLst>
              <a:ext uri="{FF2B5EF4-FFF2-40B4-BE49-F238E27FC236}">
                <a16:creationId xmlns:a16="http://schemas.microsoft.com/office/drawing/2014/main" id="{200CCBDA-5FF4-4D65-8541-2AEDEC24E1BA}"/>
              </a:ext>
            </a:extLst>
          </p:cNvPr>
          <p:cNvCxnSpPr>
            <a:cxnSpLocks/>
          </p:cNvCxnSpPr>
          <p:nvPr/>
        </p:nvCxnSpPr>
        <p:spPr>
          <a:xfrm>
            <a:off x="10840255" y="2845342"/>
            <a:ext cx="10206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4C80FEC1-EB38-4867-A2FC-37438F736399}"/>
              </a:ext>
            </a:extLst>
          </p:cNvPr>
          <p:cNvSpPr txBox="1"/>
          <p:nvPr/>
        </p:nvSpPr>
        <p:spPr>
          <a:xfrm>
            <a:off x="11174387" y="2500178"/>
            <a:ext cx="418704" cy="369332"/>
          </a:xfrm>
          <a:prstGeom prst="rect">
            <a:avLst/>
          </a:prstGeom>
          <a:noFill/>
        </p:spPr>
        <p:txBody>
          <a:bodyPr wrap="none" rtlCol="0">
            <a:spAutoFit/>
          </a:bodyPr>
          <a:lstStyle/>
          <a:p>
            <a:r>
              <a:rPr lang="en-US" dirty="0"/>
              <a:t>18</a:t>
            </a:r>
          </a:p>
        </p:txBody>
      </p:sp>
      <p:sp>
        <p:nvSpPr>
          <p:cNvPr id="188" name="TextBox 187">
            <a:extLst>
              <a:ext uri="{FF2B5EF4-FFF2-40B4-BE49-F238E27FC236}">
                <a16:creationId xmlns:a16="http://schemas.microsoft.com/office/drawing/2014/main" id="{7F588F9E-16E7-4344-A4E1-CB24981636DB}"/>
              </a:ext>
            </a:extLst>
          </p:cNvPr>
          <p:cNvSpPr txBox="1"/>
          <p:nvPr/>
        </p:nvSpPr>
        <p:spPr>
          <a:xfrm>
            <a:off x="6657594" y="2890840"/>
            <a:ext cx="671979" cy="369332"/>
          </a:xfrm>
          <a:prstGeom prst="rect">
            <a:avLst/>
          </a:prstGeom>
          <a:noFill/>
        </p:spPr>
        <p:txBody>
          <a:bodyPr wrap="none" rtlCol="0">
            <a:spAutoFit/>
          </a:bodyPr>
          <a:lstStyle/>
          <a:p>
            <a:r>
              <a:rPr lang="en-US" dirty="0"/>
              <a:t>AXI-S</a:t>
            </a:r>
          </a:p>
        </p:txBody>
      </p:sp>
      <p:sp>
        <p:nvSpPr>
          <p:cNvPr id="189" name="TextBox 188">
            <a:extLst>
              <a:ext uri="{FF2B5EF4-FFF2-40B4-BE49-F238E27FC236}">
                <a16:creationId xmlns:a16="http://schemas.microsoft.com/office/drawing/2014/main" id="{86683E60-D991-4D0E-9429-2DFC13E3C2A6}"/>
              </a:ext>
            </a:extLst>
          </p:cNvPr>
          <p:cNvSpPr txBox="1"/>
          <p:nvPr/>
        </p:nvSpPr>
        <p:spPr>
          <a:xfrm>
            <a:off x="11128242" y="2875739"/>
            <a:ext cx="671979" cy="369332"/>
          </a:xfrm>
          <a:prstGeom prst="rect">
            <a:avLst/>
          </a:prstGeom>
          <a:noFill/>
        </p:spPr>
        <p:txBody>
          <a:bodyPr wrap="none" rtlCol="0">
            <a:spAutoFit/>
          </a:bodyPr>
          <a:lstStyle/>
          <a:p>
            <a:r>
              <a:rPr lang="en-US" dirty="0"/>
              <a:t>AXI-S</a:t>
            </a:r>
          </a:p>
        </p:txBody>
      </p:sp>
      <p:pic>
        <p:nvPicPr>
          <p:cNvPr id="155" name="Picture 154">
            <a:extLst>
              <a:ext uri="{FF2B5EF4-FFF2-40B4-BE49-F238E27FC236}">
                <a16:creationId xmlns:a16="http://schemas.microsoft.com/office/drawing/2014/main" id="{20FB0622-0A3B-46B0-8079-397B8461074F}"/>
              </a:ext>
            </a:extLst>
          </p:cNvPr>
          <p:cNvPicPr>
            <a:picLocks noChangeAspect="1"/>
          </p:cNvPicPr>
          <p:nvPr/>
        </p:nvPicPr>
        <p:blipFill>
          <a:blip r:embed="rId2"/>
          <a:stretch>
            <a:fillRect/>
          </a:stretch>
        </p:blipFill>
        <p:spPr>
          <a:xfrm>
            <a:off x="6549007" y="5369061"/>
            <a:ext cx="1677585" cy="819973"/>
          </a:xfrm>
          <a:prstGeom prst="rect">
            <a:avLst/>
          </a:prstGeom>
        </p:spPr>
      </p:pic>
      <p:pic>
        <p:nvPicPr>
          <p:cNvPr id="195" name="Picture 194">
            <a:extLst>
              <a:ext uri="{FF2B5EF4-FFF2-40B4-BE49-F238E27FC236}">
                <a16:creationId xmlns:a16="http://schemas.microsoft.com/office/drawing/2014/main" id="{00336B6D-DB3D-4CA1-9C3F-5AB0D2231273}"/>
              </a:ext>
            </a:extLst>
          </p:cNvPr>
          <p:cNvPicPr>
            <a:picLocks noChangeAspect="1"/>
          </p:cNvPicPr>
          <p:nvPr/>
        </p:nvPicPr>
        <p:blipFill>
          <a:blip r:embed="rId2"/>
          <a:stretch>
            <a:fillRect/>
          </a:stretch>
        </p:blipFill>
        <p:spPr>
          <a:xfrm>
            <a:off x="8229564" y="5369060"/>
            <a:ext cx="1677586" cy="819973"/>
          </a:xfrm>
          <a:prstGeom prst="rect">
            <a:avLst/>
          </a:prstGeom>
        </p:spPr>
      </p:pic>
      <p:pic>
        <p:nvPicPr>
          <p:cNvPr id="198" name="Picture 197">
            <a:extLst>
              <a:ext uri="{FF2B5EF4-FFF2-40B4-BE49-F238E27FC236}">
                <a16:creationId xmlns:a16="http://schemas.microsoft.com/office/drawing/2014/main" id="{C72D7AE9-A597-4A68-82CC-86CE11D1F743}"/>
              </a:ext>
            </a:extLst>
          </p:cNvPr>
          <p:cNvPicPr>
            <a:picLocks noChangeAspect="1"/>
          </p:cNvPicPr>
          <p:nvPr/>
        </p:nvPicPr>
        <p:blipFill>
          <a:blip r:embed="rId2"/>
          <a:stretch>
            <a:fillRect/>
          </a:stretch>
        </p:blipFill>
        <p:spPr>
          <a:xfrm>
            <a:off x="10327288" y="5365710"/>
            <a:ext cx="1677586" cy="819973"/>
          </a:xfrm>
          <a:prstGeom prst="rect">
            <a:avLst/>
          </a:prstGeom>
        </p:spPr>
      </p:pic>
      <p:sp>
        <p:nvSpPr>
          <p:cNvPr id="95" name="TextBox 94">
            <a:extLst>
              <a:ext uri="{FF2B5EF4-FFF2-40B4-BE49-F238E27FC236}">
                <a16:creationId xmlns:a16="http://schemas.microsoft.com/office/drawing/2014/main" id="{4A999D2A-E578-4BA3-A15D-DAC2CB48DCF9}"/>
              </a:ext>
            </a:extLst>
          </p:cNvPr>
          <p:cNvSpPr txBox="1"/>
          <p:nvPr/>
        </p:nvSpPr>
        <p:spPr>
          <a:xfrm>
            <a:off x="6844488" y="4937458"/>
            <a:ext cx="810735" cy="369332"/>
          </a:xfrm>
          <a:prstGeom prst="rect">
            <a:avLst/>
          </a:prstGeom>
          <a:noFill/>
        </p:spPr>
        <p:txBody>
          <a:bodyPr wrap="none" rtlCol="0">
            <a:spAutoFit/>
          </a:bodyPr>
          <a:lstStyle/>
          <a:p>
            <a:r>
              <a:rPr lang="en-US" dirty="0"/>
              <a:t>layer 1</a:t>
            </a:r>
          </a:p>
        </p:txBody>
      </p:sp>
      <p:sp>
        <p:nvSpPr>
          <p:cNvPr id="147" name="TextBox 146">
            <a:extLst>
              <a:ext uri="{FF2B5EF4-FFF2-40B4-BE49-F238E27FC236}">
                <a16:creationId xmlns:a16="http://schemas.microsoft.com/office/drawing/2014/main" id="{90CCF11E-17BA-4B3D-BBDA-5FD91A70C785}"/>
              </a:ext>
            </a:extLst>
          </p:cNvPr>
          <p:cNvSpPr txBox="1"/>
          <p:nvPr/>
        </p:nvSpPr>
        <p:spPr>
          <a:xfrm>
            <a:off x="8521669" y="4905524"/>
            <a:ext cx="810735" cy="369332"/>
          </a:xfrm>
          <a:prstGeom prst="rect">
            <a:avLst/>
          </a:prstGeom>
          <a:noFill/>
        </p:spPr>
        <p:txBody>
          <a:bodyPr wrap="none" rtlCol="0">
            <a:spAutoFit/>
          </a:bodyPr>
          <a:lstStyle/>
          <a:p>
            <a:r>
              <a:rPr lang="en-US" dirty="0"/>
              <a:t>layer 2</a:t>
            </a:r>
          </a:p>
        </p:txBody>
      </p:sp>
      <p:sp>
        <p:nvSpPr>
          <p:cNvPr id="150" name="TextBox 149">
            <a:extLst>
              <a:ext uri="{FF2B5EF4-FFF2-40B4-BE49-F238E27FC236}">
                <a16:creationId xmlns:a16="http://schemas.microsoft.com/office/drawing/2014/main" id="{5087D6E8-118D-41D7-A503-7AD5D96E3B50}"/>
              </a:ext>
            </a:extLst>
          </p:cNvPr>
          <p:cNvSpPr txBox="1"/>
          <p:nvPr/>
        </p:nvSpPr>
        <p:spPr>
          <a:xfrm>
            <a:off x="10651462" y="4901076"/>
            <a:ext cx="815544" cy="369332"/>
          </a:xfrm>
          <a:prstGeom prst="rect">
            <a:avLst/>
          </a:prstGeom>
          <a:noFill/>
        </p:spPr>
        <p:txBody>
          <a:bodyPr wrap="none" rtlCol="0">
            <a:spAutoFit/>
          </a:bodyPr>
          <a:lstStyle/>
          <a:p>
            <a:r>
              <a:rPr lang="en-US" dirty="0"/>
              <a:t>layer n</a:t>
            </a:r>
          </a:p>
        </p:txBody>
      </p:sp>
      <p:cxnSp>
        <p:nvCxnSpPr>
          <p:cNvPr id="151" name="Straight Connector 150">
            <a:extLst>
              <a:ext uri="{FF2B5EF4-FFF2-40B4-BE49-F238E27FC236}">
                <a16:creationId xmlns:a16="http://schemas.microsoft.com/office/drawing/2014/main" id="{36168DE4-78E4-4AFB-82A6-949DF6E3E3A9}"/>
              </a:ext>
            </a:extLst>
          </p:cNvPr>
          <p:cNvCxnSpPr>
            <a:cxnSpLocks/>
          </p:cNvCxnSpPr>
          <p:nvPr/>
        </p:nvCxnSpPr>
        <p:spPr>
          <a:xfrm rot="5400000">
            <a:off x="10049029" y="5670678"/>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3155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A8BBA71-2E6F-A46D-A8F7-578422819D22}"/>
              </a:ext>
            </a:extLst>
          </p:cNvPr>
          <p:cNvSpPr txBox="1"/>
          <p:nvPr/>
        </p:nvSpPr>
        <p:spPr>
          <a:xfrm>
            <a:off x="5788913" y="113214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5788913" y="148765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5788913" y="184315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5788913" y="219865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5788913" y="2554153"/>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5788913" y="2909654"/>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5788913" y="3265155"/>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5788913" y="3620656"/>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5788913" y="3976157"/>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5788913" y="4331658"/>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5788913" y="4687159"/>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5788913" y="5042660"/>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5788913" y="5398161"/>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5788913" y="5753662"/>
            <a:ext cx="1386972"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5788913" y="6109168"/>
            <a:ext cx="1386972"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flipV="1">
            <a:off x="3951949" y="1390596"/>
            <a:ext cx="1831629"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954771" y="1321859"/>
            <a:ext cx="1832509"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flipV="1">
            <a:off x="3957353" y="1745571"/>
            <a:ext cx="1826225"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954771" y="1240012"/>
            <a:ext cx="182880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p:cNvCxnSpPr>
          <p:nvPr/>
        </p:nvCxnSpPr>
        <p:spPr>
          <a:xfrm flipV="1">
            <a:off x="3957352" y="2099836"/>
            <a:ext cx="1826225"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954771" y="1681899"/>
            <a:ext cx="1832509"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p:cNvCxnSpPr>
          <p:nvPr/>
        </p:nvCxnSpPr>
        <p:spPr>
          <a:xfrm flipV="1">
            <a:off x="3951949" y="2454811"/>
            <a:ext cx="1831629"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954771" y="1321859"/>
            <a:ext cx="182880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p:cNvCxnSpPr>
          <p:nvPr/>
        </p:nvCxnSpPr>
        <p:spPr>
          <a:xfrm flipV="1">
            <a:off x="3957352" y="2808366"/>
            <a:ext cx="1829073"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954771" y="1681899"/>
            <a:ext cx="1835357"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p:cNvCxnSpPr>
          <p:nvPr/>
        </p:nvCxnSpPr>
        <p:spPr>
          <a:xfrm flipV="1">
            <a:off x="3957352" y="3163341"/>
            <a:ext cx="1829073"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954771" y="1681899"/>
            <a:ext cx="1831654"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p:cNvCxnSpPr>
          <p:nvPr/>
        </p:nvCxnSpPr>
        <p:spPr>
          <a:xfrm flipV="1">
            <a:off x="3951949" y="3517606"/>
            <a:ext cx="1834476"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954771" y="2041939"/>
            <a:ext cx="1835357"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p:cNvCxnSpPr>
          <p:nvPr/>
        </p:nvCxnSpPr>
        <p:spPr>
          <a:xfrm flipV="1">
            <a:off x="3957352" y="3872581"/>
            <a:ext cx="1829073"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954771" y="2041939"/>
            <a:ext cx="1831654"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p:cNvCxnSpPr>
          <p:nvPr/>
        </p:nvCxnSpPr>
        <p:spPr>
          <a:xfrm flipV="1">
            <a:off x="3957352" y="4240605"/>
            <a:ext cx="1823217"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954771" y="2401979"/>
            <a:ext cx="1829502"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p:cNvCxnSpPr>
          <p:nvPr/>
        </p:nvCxnSpPr>
        <p:spPr>
          <a:xfrm flipV="1">
            <a:off x="3951949" y="4595580"/>
            <a:ext cx="1828620"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954771" y="2041939"/>
            <a:ext cx="1825799"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p:cNvCxnSpPr>
          <p:nvPr/>
        </p:nvCxnSpPr>
        <p:spPr>
          <a:xfrm flipV="1">
            <a:off x="3957352" y="4949845"/>
            <a:ext cx="1823217"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954771" y="2401979"/>
            <a:ext cx="1829502"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p:cNvCxnSpPr>
          <p:nvPr/>
        </p:nvCxnSpPr>
        <p:spPr>
          <a:xfrm flipV="1">
            <a:off x="3957352" y="5304820"/>
            <a:ext cx="1823217"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954771" y="2401979"/>
            <a:ext cx="1825799"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p:cNvCxnSpPr>
          <p:nvPr/>
        </p:nvCxnSpPr>
        <p:spPr>
          <a:xfrm>
            <a:off x="3951949" y="5162511"/>
            <a:ext cx="1831469"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954771" y="2762019"/>
            <a:ext cx="1832350"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p:cNvCxnSpPr>
          <p:nvPr/>
        </p:nvCxnSpPr>
        <p:spPr>
          <a:xfrm>
            <a:off x="3957352" y="5640386"/>
            <a:ext cx="1826066"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954771" y="2762019"/>
            <a:ext cx="182864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p:cNvCxnSpPr>
          <p:nvPr/>
        </p:nvCxnSpPr>
        <p:spPr>
          <a:xfrm>
            <a:off x="3957352" y="6118260"/>
            <a:ext cx="1826066"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954771" y="2762019"/>
            <a:ext cx="182864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2" name="Rectangle 461">
            <a:extLst>
              <a:ext uri="{FF2B5EF4-FFF2-40B4-BE49-F238E27FC236}">
                <a16:creationId xmlns:a16="http://schemas.microsoft.com/office/drawing/2014/main" id="{C02AF341-45F1-09B4-D31D-7A38DEDDCE1B}"/>
              </a:ext>
            </a:extLst>
          </p:cNvPr>
          <p:cNvSpPr/>
          <p:nvPr/>
        </p:nvSpPr>
        <p:spPr>
          <a:xfrm>
            <a:off x="7526239" y="1125854"/>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7648239" y="1384503"/>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876434" y="1300952"/>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8090152" y="1452539"/>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5283C9CA-D596-F1C6-EE3C-5AF677737F47}"/>
              </a:ext>
            </a:extLst>
          </p:cNvPr>
          <p:cNvSpPr/>
          <p:nvPr/>
        </p:nvSpPr>
        <p:spPr>
          <a:xfrm>
            <a:off x="7526239" y="6099688"/>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7648239" y="6358337"/>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876434" y="1978898"/>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7698972" y="1672556"/>
            <a:ext cx="0" cy="276696"/>
          </a:xfrm>
          <a:prstGeom prst="line">
            <a:avLst/>
          </a:prstGeom>
          <a:ln w="508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647DFFCD-8FAC-72AE-F9BC-2697B816E7F2}"/>
              </a:ext>
            </a:extLst>
          </p:cNvPr>
          <p:cNvSpPr txBox="1"/>
          <p:nvPr/>
        </p:nvSpPr>
        <p:spPr>
          <a:xfrm>
            <a:off x="10946040" y="1234870"/>
            <a:ext cx="778418" cy="369332"/>
          </a:xfrm>
          <a:prstGeom prst="rect">
            <a:avLst/>
          </a:prstGeom>
          <a:noFill/>
        </p:spPr>
        <p:txBody>
          <a:bodyPr wrap="none" rtlCol="0">
            <a:spAutoFit/>
          </a:bodyPr>
          <a:lstStyle/>
          <a:p>
            <a:r>
              <a:rPr lang="en-US" dirty="0"/>
              <a:t>TDATA</a:t>
            </a:r>
          </a:p>
        </p:txBody>
      </p:sp>
      <p:sp>
        <p:nvSpPr>
          <p:cNvPr id="608" name="TextBox 607">
            <a:extLst>
              <a:ext uri="{FF2B5EF4-FFF2-40B4-BE49-F238E27FC236}">
                <a16:creationId xmlns:a16="http://schemas.microsoft.com/office/drawing/2014/main" id="{30D9D9DA-5BE5-7172-1176-D9F498B36DCF}"/>
              </a:ext>
            </a:extLst>
          </p:cNvPr>
          <p:cNvSpPr txBox="1"/>
          <p:nvPr/>
        </p:nvSpPr>
        <p:spPr>
          <a:xfrm>
            <a:off x="9963283" y="1437698"/>
            <a:ext cx="757492" cy="355131"/>
          </a:xfrm>
          <a:prstGeom prst="rect">
            <a:avLst/>
          </a:prstGeom>
          <a:noFill/>
          <a:ln w="12700">
            <a:solidFill>
              <a:schemeClr val="tx1"/>
            </a:solidFill>
          </a:ln>
        </p:spPr>
        <p:txBody>
          <a:bodyPr wrap="none" rtlCol="0" anchor="ctr" anchorCtr="1">
            <a:noAutofit/>
          </a:bodyPr>
          <a:lstStyle/>
          <a:p>
            <a:r>
              <a:rPr lang="en-US" dirty="0"/>
              <a:t>RAM </a:t>
            </a:r>
          </a:p>
        </p:txBody>
      </p:sp>
      <p:sp>
        <p:nvSpPr>
          <p:cNvPr id="609" name="TextBox 608">
            <a:extLst>
              <a:ext uri="{FF2B5EF4-FFF2-40B4-BE49-F238E27FC236}">
                <a16:creationId xmlns:a16="http://schemas.microsoft.com/office/drawing/2014/main" id="{A8EA6438-CB48-FFB9-BDAF-784AC040F642}"/>
              </a:ext>
            </a:extLst>
          </p:cNvPr>
          <p:cNvSpPr txBox="1"/>
          <p:nvPr/>
        </p:nvSpPr>
        <p:spPr>
          <a:xfrm>
            <a:off x="9907503" y="1032904"/>
            <a:ext cx="878767" cy="369332"/>
          </a:xfrm>
          <a:prstGeom prst="rect">
            <a:avLst/>
          </a:prstGeom>
          <a:noFill/>
        </p:spPr>
        <p:txBody>
          <a:bodyPr wrap="none" rtlCol="0">
            <a:spAutoFit/>
          </a:bodyPr>
          <a:lstStyle/>
          <a:p>
            <a:r>
              <a:rPr lang="en-US" i="1" dirty="0"/>
              <a:t>reorder</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720775" y="1615264"/>
            <a:ext cx="11323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A2A73EB8-31E8-91E7-C35B-EB99EE3F9D04}"/>
              </a:ext>
            </a:extLst>
          </p:cNvPr>
          <p:cNvGrpSpPr/>
          <p:nvPr/>
        </p:nvGrpSpPr>
        <p:grpSpPr>
          <a:xfrm>
            <a:off x="9101771" y="1449567"/>
            <a:ext cx="350195" cy="350195"/>
            <a:chOff x="8869161" y="1569883"/>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450387" y="1616790"/>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2" name="TextBox 621">
            <a:extLst>
              <a:ext uri="{FF2B5EF4-FFF2-40B4-BE49-F238E27FC236}">
                <a16:creationId xmlns:a16="http://schemas.microsoft.com/office/drawing/2014/main" id="{6709CFF3-EB57-F071-AE5A-4ED10B29128B}"/>
              </a:ext>
            </a:extLst>
          </p:cNvPr>
          <p:cNvSpPr txBox="1"/>
          <p:nvPr/>
        </p:nvSpPr>
        <p:spPr>
          <a:xfrm>
            <a:off x="10937984" y="1669835"/>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cxnSp>
        <p:nvCxnSpPr>
          <p:cNvPr id="2" name="Straight Arrow Connector 1">
            <a:extLst>
              <a:ext uri="{FF2B5EF4-FFF2-40B4-BE49-F238E27FC236}">
                <a16:creationId xmlns:a16="http://schemas.microsoft.com/office/drawing/2014/main" id="{C5546A4C-BCB1-53F3-1125-B58BFFC484E0}"/>
              </a:ext>
            </a:extLst>
          </p:cNvPr>
          <p:cNvCxnSpPr>
            <a:cxnSpLocks/>
          </p:cNvCxnSpPr>
          <p:nvPr/>
        </p:nvCxnSpPr>
        <p:spPr>
          <a:xfrm>
            <a:off x="7176044" y="1300952"/>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21056FC-CF09-3638-4C01-1D3E0393B551}"/>
              </a:ext>
            </a:extLst>
          </p:cNvPr>
          <p:cNvCxnSpPr>
            <a:cxnSpLocks/>
          </p:cNvCxnSpPr>
          <p:nvPr/>
        </p:nvCxnSpPr>
        <p:spPr>
          <a:xfrm>
            <a:off x="7176044" y="627478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7931DB-7615-43AD-DEAA-F62AA3CE0AC5}"/>
              </a:ext>
            </a:extLst>
          </p:cNvPr>
          <p:cNvCxnSpPr>
            <a:cxnSpLocks/>
          </p:cNvCxnSpPr>
          <p:nvPr/>
        </p:nvCxnSpPr>
        <p:spPr>
          <a:xfrm>
            <a:off x="8750292" y="160878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5854A2D-BDE8-2B49-07BF-283AD0270BF4}"/>
              </a:ext>
            </a:extLst>
          </p:cNvPr>
          <p:cNvSpPr txBox="1"/>
          <p:nvPr/>
        </p:nvSpPr>
        <p:spPr>
          <a:xfrm>
            <a:off x="2115988" y="738535"/>
            <a:ext cx="853567" cy="369332"/>
          </a:xfrm>
          <a:prstGeom prst="rect">
            <a:avLst/>
          </a:prstGeom>
          <a:noFill/>
        </p:spPr>
        <p:txBody>
          <a:bodyPr wrap="none" rtlCol="0">
            <a:spAutoFit/>
          </a:bodyPr>
          <a:lstStyle/>
          <a:p>
            <a:r>
              <a:rPr lang="en-US" i="1" dirty="0" err="1"/>
              <a:t>rowbuf</a:t>
            </a:r>
            <a:endParaRPr lang="en-US" i="1" dirty="0"/>
          </a:p>
        </p:txBody>
      </p:sp>
      <p:sp>
        <p:nvSpPr>
          <p:cNvPr id="10" name="TextBox 9">
            <a:extLst>
              <a:ext uri="{FF2B5EF4-FFF2-40B4-BE49-F238E27FC236}">
                <a16:creationId xmlns:a16="http://schemas.microsoft.com/office/drawing/2014/main" id="{6069D7A5-98A6-6A19-A26B-315ED9AA231A}"/>
              </a:ext>
            </a:extLst>
          </p:cNvPr>
          <p:cNvSpPr txBox="1"/>
          <p:nvPr/>
        </p:nvSpPr>
        <p:spPr>
          <a:xfrm>
            <a:off x="258711" y="989198"/>
            <a:ext cx="778418" cy="369332"/>
          </a:xfrm>
          <a:prstGeom prst="rect">
            <a:avLst/>
          </a:prstGeom>
          <a:noFill/>
        </p:spPr>
        <p:txBody>
          <a:bodyPr wrap="none" rtlCol="0">
            <a:spAutoFit/>
          </a:bodyPr>
          <a:lstStyle/>
          <a:p>
            <a:r>
              <a:rPr lang="en-US" dirty="0"/>
              <a:t>TDATA</a:t>
            </a:r>
          </a:p>
        </p:txBody>
      </p:sp>
      <p:cxnSp>
        <p:nvCxnSpPr>
          <p:cNvPr id="12" name="Connector: Elbow 11">
            <a:extLst>
              <a:ext uri="{FF2B5EF4-FFF2-40B4-BE49-F238E27FC236}">
                <a16:creationId xmlns:a16="http://schemas.microsoft.com/office/drawing/2014/main" id="{77DBFB85-C1B5-0FB8-4235-108877B8F004}"/>
              </a:ext>
            </a:extLst>
          </p:cNvPr>
          <p:cNvCxnSpPr>
            <a:cxnSpLocks/>
          </p:cNvCxnSpPr>
          <p:nvPr/>
        </p:nvCxnSpPr>
        <p:spPr>
          <a:xfrm rot="16200000" flipH="1">
            <a:off x="939790" y="1870552"/>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2EB6D010-4EB9-A3F3-7A3A-7B226BD78F4F}"/>
              </a:ext>
            </a:extLst>
          </p:cNvPr>
          <p:cNvSpPr txBox="1"/>
          <p:nvPr/>
        </p:nvSpPr>
        <p:spPr>
          <a:xfrm>
            <a:off x="2350711" y="4541685"/>
            <a:ext cx="914994" cy="369332"/>
          </a:xfrm>
          <a:prstGeom prst="rect">
            <a:avLst/>
          </a:prstGeom>
          <a:noFill/>
          <a:ln w="3175">
            <a:noFill/>
          </a:ln>
        </p:spPr>
        <p:txBody>
          <a:bodyPr wrap="none" rtlCol="0">
            <a:spAutoFit/>
          </a:bodyPr>
          <a:lstStyle/>
          <a:p>
            <a:r>
              <a:rPr lang="en-US" i="1" dirty="0"/>
              <a:t>weights</a:t>
            </a:r>
          </a:p>
        </p:txBody>
      </p:sp>
      <p:cxnSp>
        <p:nvCxnSpPr>
          <p:cNvPr id="14" name="Straight Arrow Connector 13">
            <a:extLst>
              <a:ext uri="{FF2B5EF4-FFF2-40B4-BE49-F238E27FC236}">
                <a16:creationId xmlns:a16="http://schemas.microsoft.com/office/drawing/2014/main" id="{CFAE93FC-D867-6514-D398-3D089BB9BB31}"/>
              </a:ext>
            </a:extLst>
          </p:cNvPr>
          <p:cNvCxnSpPr>
            <a:cxnSpLocks/>
          </p:cNvCxnSpPr>
          <p:nvPr/>
        </p:nvCxnSpPr>
        <p:spPr>
          <a:xfrm>
            <a:off x="333382" y="1383230"/>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31372AE-ECC3-C7C5-3202-9BEF0C106D63}"/>
              </a:ext>
            </a:extLst>
          </p:cNvPr>
          <p:cNvCxnSpPr/>
          <p:nvPr/>
        </p:nvCxnSpPr>
        <p:spPr>
          <a:xfrm flipH="1" flipV="1">
            <a:off x="1425885" y="207262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4530D91-D235-A54C-E132-F11B2F6B141A}"/>
              </a:ext>
            </a:extLst>
          </p:cNvPr>
          <p:cNvCxnSpPr/>
          <p:nvPr/>
        </p:nvCxnSpPr>
        <p:spPr>
          <a:xfrm flipH="1" flipV="1">
            <a:off x="1423009" y="242009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D6D779B-73F7-D0E5-B8BC-E6576DF17037}"/>
              </a:ext>
            </a:extLst>
          </p:cNvPr>
          <p:cNvCxnSpPr/>
          <p:nvPr/>
        </p:nvCxnSpPr>
        <p:spPr>
          <a:xfrm flipH="1" flipV="1">
            <a:off x="1423008" y="168979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6DCAC48-CCDB-BFC1-1C4A-4175FC715590}"/>
              </a:ext>
            </a:extLst>
          </p:cNvPr>
          <p:cNvSpPr txBox="1"/>
          <p:nvPr/>
        </p:nvSpPr>
        <p:spPr>
          <a:xfrm>
            <a:off x="2352550" y="5401449"/>
            <a:ext cx="914995" cy="477874"/>
          </a:xfrm>
          <a:prstGeom prst="rect">
            <a:avLst/>
          </a:prstGeom>
          <a:noFill/>
          <a:ln w="12700">
            <a:solidFill>
              <a:schemeClr val="tx1"/>
            </a:solidFill>
          </a:ln>
        </p:spPr>
        <p:txBody>
          <a:bodyPr wrap="none" rtlCol="0" anchor="ctr" anchorCtr="1">
            <a:noAutofit/>
          </a:bodyPr>
          <a:lstStyle/>
          <a:p>
            <a:r>
              <a:rPr lang="en-US" dirty="0"/>
              <a:t> RAM</a:t>
            </a:r>
          </a:p>
        </p:txBody>
      </p:sp>
      <p:sp>
        <p:nvSpPr>
          <p:cNvPr id="19" name="TextBox 18">
            <a:extLst>
              <a:ext uri="{FF2B5EF4-FFF2-40B4-BE49-F238E27FC236}">
                <a16:creationId xmlns:a16="http://schemas.microsoft.com/office/drawing/2014/main" id="{557111D2-5B86-C5D8-B51B-B6E2D9DFF9D5}"/>
              </a:ext>
            </a:extLst>
          </p:cNvPr>
          <p:cNvSpPr txBox="1"/>
          <p:nvPr/>
        </p:nvSpPr>
        <p:spPr>
          <a:xfrm>
            <a:off x="2352550" y="5879323"/>
            <a:ext cx="914995"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20" name="TextBox 19">
            <a:extLst>
              <a:ext uri="{FF2B5EF4-FFF2-40B4-BE49-F238E27FC236}">
                <a16:creationId xmlns:a16="http://schemas.microsoft.com/office/drawing/2014/main" id="{0F321A1F-83CD-FA38-5CDC-951011A2A9DF}"/>
              </a:ext>
            </a:extLst>
          </p:cNvPr>
          <p:cNvSpPr txBox="1"/>
          <p:nvPr/>
        </p:nvSpPr>
        <p:spPr>
          <a:xfrm>
            <a:off x="2350711" y="4923574"/>
            <a:ext cx="911432" cy="477874"/>
          </a:xfrm>
          <a:prstGeom prst="rect">
            <a:avLst/>
          </a:prstGeom>
          <a:noFill/>
          <a:ln w="12700">
            <a:solidFill>
              <a:schemeClr val="tx1"/>
            </a:solidFill>
          </a:ln>
        </p:spPr>
        <p:txBody>
          <a:bodyPr wrap="none" rtlCol="0" anchor="ctr" anchorCtr="1">
            <a:noAutofit/>
          </a:bodyPr>
          <a:lstStyle/>
          <a:p>
            <a:r>
              <a:rPr lang="en-US" dirty="0"/>
              <a:t>RAM</a:t>
            </a:r>
          </a:p>
        </p:txBody>
      </p:sp>
      <p:sp>
        <p:nvSpPr>
          <p:cNvPr id="23" name="TextBox 22">
            <a:extLst>
              <a:ext uri="{FF2B5EF4-FFF2-40B4-BE49-F238E27FC236}">
                <a16:creationId xmlns:a16="http://schemas.microsoft.com/office/drawing/2014/main" id="{513C0CD9-EB46-402E-779A-4C711B813D78}"/>
              </a:ext>
            </a:extLst>
          </p:cNvPr>
          <p:cNvSpPr txBox="1"/>
          <p:nvPr/>
        </p:nvSpPr>
        <p:spPr>
          <a:xfrm>
            <a:off x="258711" y="1419536"/>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sp>
        <p:nvSpPr>
          <p:cNvPr id="24" name="TextBox 23">
            <a:extLst>
              <a:ext uri="{FF2B5EF4-FFF2-40B4-BE49-F238E27FC236}">
                <a16:creationId xmlns:a16="http://schemas.microsoft.com/office/drawing/2014/main" id="{62D5415B-6BBB-4905-FE3D-C2DC9C90E467}"/>
              </a:ext>
            </a:extLst>
          </p:cNvPr>
          <p:cNvSpPr txBox="1"/>
          <p:nvPr/>
        </p:nvSpPr>
        <p:spPr>
          <a:xfrm>
            <a:off x="1831257" y="114429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6" name="TextBox 25">
            <a:extLst>
              <a:ext uri="{FF2B5EF4-FFF2-40B4-BE49-F238E27FC236}">
                <a16:creationId xmlns:a16="http://schemas.microsoft.com/office/drawing/2014/main" id="{A71590F1-8F7A-E49B-407A-9A719FCA5C61}"/>
              </a:ext>
            </a:extLst>
          </p:cNvPr>
          <p:cNvSpPr txBox="1"/>
          <p:nvPr/>
        </p:nvSpPr>
        <p:spPr>
          <a:xfrm>
            <a:off x="1831257" y="1504333"/>
            <a:ext cx="1423030" cy="355131"/>
          </a:xfrm>
          <a:prstGeom prst="rect">
            <a:avLst/>
          </a:prstGeom>
          <a:noFill/>
          <a:ln w="12700">
            <a:solidFill>
              <a:schemeClr val="tx1"/>
            </a:solidFill>
          </a:ln>
        </p:spPr>
        <p:txBody>
          <a:bodyPr wrap="none" rtlCol="0" anchor="ctr" anchorCtr="1">
            <a:noAutofit/>
          </a:bodyPr>
          <a:lstStyle/>
          <a:p>
            <a:r>
              <a:rPr lang="en-US" dirty="0"/>
              <a:t>RAM</a:t>
            </a:r>
          </a:p>
        </p:txBody>
      </p:sp>
      <p:sp>
        <p:nvSpPr>
          <p:cNvPr id="29" name="TextBox 28">
            <a:extLst>
              <a:ext uri="{FF2B5EF4-FFF2-40B4-BE49-F238E27FC236}">
                <a16:creationId xmlns:a16="http://schemas.microsoft.com/office/drawing/2014/main" id="{D2DF8017-2145-A058-E899-1508D82675C0}"/>
              </a:ext>
            </a:extLst>
          </p:cNvPr>
          <p:cNvSpPr txBox="1"/>
          <p:nvPr/>
        </p:nvSpPr>
        <p:spPr>
          <a:xfrm>
            <a:off x="1831257" y="186437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30" name="TextBox 29">
            <a:extLst>
              <a:ext uri="{FF2B5EF4-FFF2-40B4-BE49-F238E27FC236}">
                <a16:creationId xmlns:a16="http://schemas.microsoft.com/office/drawing/2014/main" id="{C962486C-BD48-7B3F-D937-D01083780598}"/>
              </a:ext>
            </a:extLst>
          </p:cNvPr>
          <p:cNvSpPr txBox="1"/>
          <p:nvPr/>
        </p:nvSpPr>
        <p:spPr>
          <a:xfrm>
            <a:off x="1831257" y="2584453"/>
            <a:ext cx="1423030"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31" name="TextBox 30">
            <a:extLst>
              <a:ext uri="{FF2B5EF4-FFF2-40B4-BE49-F238E27FC236}">
                <a16:creationId xmlns:a16="http://schemas.microsoft.com/office/drawing/2014/main" id="{2AD942B5-06AC-CB04-97F6-5C3AE8337545}"/>
              </a:ext>
            </a:extLst>
          </p:cNvPr>
          <p:cNvSpPr txBox="1"/>
          <p:nvPr/>
        </p:nvSpPr>
        <p:spPr>
          <a:xfrm>
            <a:off x="1831257" y="2224413"/>
            <a:ext cx="1423030"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grpSp>
        <p:nvGrpSpPr>
          <p:cNvPr id="34" name="Group 33">
            <a:extLst>
              <a:ext uri="{FF2B5EF4-FFF2-40B4-BE49-F238E27FC236}">
                <a16:creationId xmlns:a16="http://schemas.microsoft.com/office/drawing/2014/main" id="{A9AB148C-1F98-439E-1C3E-41CE934031CF}"/>
              </a:ext>
            </a:extLst>
          </p:cNvPr>
          <p:cNvGrpSpPr/>
          <p:nvPr/>
        </p:nvGrpSpPr>
        <p:grpSpPr>
          <a:xfrm>
            <a:off x="3615279" y="1143587"/>
            <a:ext cx="350195" cy="350195"/>
            <a:chOff x="8869161" y="1569883"/>
            <a:chExt cx="350195" cy="350195"/>
          </a:xfrm>
        </p:grpSpPr>
        <p:sp>
          <p:nvSpPr>
            <p:cNvPr id="45" name="Rectangle 44">
              <a:extLst>
                <a:ext uri="{FF2B5EF4-FFF2-40B4-BE49-F238E27FC236}">
                  <a16:creationId xmlns:a16="http://schemas.microsoft.com/office/drawing/2014/main" id="{0B8597F5-5B4D-8390-CC25-4B18C5CCAD11}"/>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D5A5B474-F379-CE71-157B-317806BC1BE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E83D0D1-9834-B89A-EC18-A836A741412C}"/>
              </a:ext>
            </a:extLst>
          </p:cNvPr>
          <p:cNvGrpSpPr/>
          <p:nvPr/>
        </p:nvGrpSpPr>
        <p:grpSpPr>
          <a:xfrm>
            <a:off x="3619669" y="1505981"/>
            <a:ext cx="350195" cy="350195"/>
            <a:chOff x="8869161" y="1569883"/>
            <a:chExt cx="350195" cy="350195"/>
          </a:xfrm>
        </p:grpSpPr>
        <p:sp>
          <p:nvSpPr>
            <p:cNvPr id="60" name="Rectangle 59">
              <a:extLst>
                <a:ext uri="{FF2B5EF4-FFF2-40B4-BE49-F238E27FC236}">
                  <a16:creationId xmlns:a16="http://schemas.microsoft.com/office/drawing/2014/main" id="{9D87DF64-7EFE-6FC0-2BEE-C04F73DA7DA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DC7DD370-3934-B20E-226F-8DDCB412FDBA}"/>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5B0EE879-0FF6-88B1-1CA8-6E06AA1E8904}"/>
              </a:ext>
            </a:extLst>
          </p:cNvPr>
          <p:cNvGrpSpPr/>
          <p:nvPr/>
        </p:nvGrpSpPr>
        <p:grpSpPr>
          <a:xfrm>
            <a:off x="3615218" y="1868376"/>
            <a:ext cx="350195" cy="350195"/>
            <a:chOff x="8869161" y="1569883"/>
            <a:chExt cx="350195" cy="350195"/>
          </a:xfrm>
        </p:grpSpPr>
        <p:sp>
          <p:nvSpPr>
            <p:cNvPr id="448" name="Rectangle 447">
              <a:extLst>
                <a:ext uri="{FF2B5EF4-FFF2-40B4-BE49-F238E27FC236}">
                  <a16:creationId xmlns:a16="http://schemas.microsoft.com/office/drawing/2014/main" id="{51778B26-AEFD-EBCF-8DDD-AED13D939FA5}"/>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Isosceles Triangle 448">
              <a:extLst>
                <a:ext uri="{FF2B5EF4-FFF2-40B4-BE49-F238E27FC236}">
                  <a16:creationId xmlns:a16="http://schemas.microsoft.com/office/drawing/2014/main" id="{63F6749F-0C0E-BB8D-01BF-A47A39716489}"/>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0" name="Group 449">
            <a:extLst>
              <a:ext uri="{FF2B5EF4-FFF2-40B4-BE49-F238E27FC236}">
                <a16:creationId xmlns:a16="http://schemas.microsoft.com/office/drawing/2014/main" id="{E498A6F7-CF66-7A0E-675A-A25FC513AFAB}"/>
              </a:ext>
            </a:extLst>
          </p:cNvPr>
          <p:cNvGrpSpPr/>
          <p:nvPr/>
        </p:nvGrpSpPr>
        <p:grpSpPr>
          <a:xfrm>
            <a:off x="3619608" y="2230771"/>
            <a:ext cx="350195" cy="350195"/>
            <a:chOff x="8869161" y="1569883"/>
            <a:chExt cx="350195" cy="350195"/>
          </a:xfrm>
        </p:grpSpPr>
        <p:sp>
          <p:nvSpPr>
            <p:cNvPr id="451" name="Rectangle 450">
              <a:extLst>
                <a:ext uri="{FF2B5EF4-FFF2-40B4-BE49-F238E27FC236}">
                  <a16:creationId xmlns:a16="http://schemas.microsoft.com/office/drawing/2014/main" id="{10A07EA4-A468-C990-3704-5A618E614D9C}"/>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Isosceles Triangle 451">
              <a:extLst>
                <a:ext uri="{FF2B5EF4-FFF2-40B4-BE49-F238E27FC236}">
                  <a16:creationId xmlns:a16="http://schemas.microsoft.com/office/drawing/2014/main" id="{FF19CABD-E31A-98E6-9317-1AD1C9790D4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73921F83-630C-A5AF-89DF-050182667EF7}"/>
              </a:ext>
            </a:extLst>
          </p:cNvPr>
          <p:cNvGrpSpPr/>
          <p:nvPr/>
        </p:nvGrpSpPr>
        <p:grpSpPr>
          <a:xfrm>
            <a:off x="3621350" y="2593165"/>
            <a:ext cx="350195" cy="350195"/>
            <a:chOff x="8869161" y="1569883"/>
            <a:chExt cx="350195" cy="350195"/>
          </a:xfrm>
        </p:grpSpPr>
        <p:sp>
          <p:nvSpPr>
            <p:cNvPr id="454" name="Rectangle 453">
              <a:extLst>
                <a:ext uri="{FF2B5EF4-FFF2-40B4-BE49-F238E27FC236}">
                  <a16:creationId xmlns:a16="http://schemas.microsoft.com/office/drawing/2014/main" id="{8F2B9CF9-3A76-49DA-AC98-A6C47E623AC9}"/>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Isosceles Triangle 454">
              <a:extLst>
                <a:ext uri="{FF2B5EF4-FFF2-40B4-BE49-F238E27FC236}">
                  <a16:creationId xmlns:a16="http://schemas.microsoft.com/office/drawing/2014/main" id="{2E1417BE-6E31-0693-B501-C74FFFE877DD}"/>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6" name="Straight Arrow Connector 455">
            <a:extLst>
              <a:ext uri="{FF2B5EF4-FFF2-40B4-BE49-F238E27FC236}">
                <a16:creationId xmlns:a16="http://schemas.microsoft.com/office/drawing/2014/main" id="{9D0B5BBB-1D56-618E-38E3-A349BB842C3C}"/>
              </a:ext>
            </a:extLst>
          </p:cNvPr>
          <p:cNvCxnSpPr>
            <a:cxnSpLocks/>
          </p:cNvCxnSpPr>
          <p:nvPr/>
        </p:nvCxnSpPr>
        <p:spPr>
          <a:xfrm>
            <a:off x="3265023" y="1336009"/>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645AC7A1-FEE0-1F40-5E2C-0EB9F5E8AB72}"/>
              </a:ext>
            </a:extLst>
          </p:cNvPr>
          <p:cNvCxnSpPr>
            <a:cxnSpLocks/>
          </p:cNvCxnSpPr>
          <p:nvPr/>
        </p:nvCxnSpPr>
        <p:spPr>
          <a:xfrm>
            <a:off x="3265022" y="168850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D216E8-2AFB-84C9-DB96-41E397C5B4AC}"/>
              </a:ext>
            </a:extLst>
          </p:cNvPr>
          <p:cNvCxnSpPr>
            <a:cxnSpLocks/>
          </p:cNvCxnSpPr>
          <p:nvPr/>
        </p:nvCxnSpPr>
        <p:spPr>
          <a:xfrm>
            <a:off x="3265022" y="2044243"/>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C48F0E00-9F6D-64D0-BA07-F66581C01DAB}"/>
              </a:ext>
            </a:extLst>
          </p:cNvPr>
          <p:cNvCxnSpPr>
            <a:cxnSpLocks/>
          </p:cNvCxnSpPr>
          <p:nvPr/>
        </p:nvCxnSpPr>
        <p:spPr>
          <a:xfrm>
            <a:off x="3265021" y="2396740"/>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B49D5DDC-16B0-3E7C-F8E2-85A372A4EACC}"/>
              </a:ext>
            </a:extLst>
          </p:cNvPr>
          <p:cNvCxnSpPr>
            <a:cxnSpLocks/>
          </p:cNvCxnSpPr>
          <p:nvPr/>
        </p:nvCxnSpPr>
        <p:spPr>
          <a:xfrm>
            <a:off x="3265021" y="2762018"/>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9B03B6AA-B7D0-D4EE-72E4-B5019E8FCA2A}"/>
              </a:ext>
            </a:extLst>
          </p:cNvPr>
          <p:cNvGrpSpPr/>
          <p:nvPr/>
        </p:nvGrpSpPr>
        <p:grpSpPr>
          <a:xfrm>
            <a:off x="3593014" y="4977465"/>
            <a:ext cx="350195" cy="350195"/>
            <a:chOff x="8869161" y="1569883"/>
            <a:chExt cx="350195" cy="350195"/>
          </a:xfrm>
        </p:grpSpPr>
        <p:sp>
          <p:nvSpPr>
            <p:cNvPr id="466" name="Rectangle 465">
              <a:extLst>
                <a:ext uri="{FF2B5EF4-FFF2-40B4-BE49-F238E27FC236}">
                  <a16:creationId xmlns:a16="http://schemas.microsoft.com/office/drawing/2014/main" id="{9201D06A-F7AE-9A37-0716-23CB5CF67CC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Isosceles Triangle 466">
              <a:extLst>
                <a:ext uri="{FF2B5EF4-FFF2-40B4-BE49-F238E27FC236}">
                  <a16:creationId xmlns:a16="http://schemas.microsoft.com/office/drawing/2014/main" id="{E2B24CB5-BE80-3E01-41EB-BBC73B1B61D9}"/>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AA203802-2008-EF78-060E-91F9630EBCB7}"/>
              </a:ext>
            </a:extLst>
          </p:cNvPr>
          <p:cNvGrpSpPr/>
          <p:nvPr/>
        </p:nvGrpSpPr>
        <p:grpSpPr>
          <a:xfrm>
            <a:off x="3597404" y="5469907"/>
            <a:ext cx="350195" cy="350195"/>
            <a:chOff x="8869161" y="1569883"/>
            <a:chExt cx="350195" cy="350195"/>
          </a:xfrm>
        </p:grpSpPr>
        <p:sp>
          <p:nvSpPr>
            <p:cNvPr id="471" name="Rectangle 470">
              <a:extLst>
                <a:ext uri="{FF2B5EF4-FFF2-40B4-BE49-F238E27FC236}">
                  <a16:creationId xmlns:a16="http://schemas.microsoft.com/office/drawing/2014/main" id="{633AA38C-2116-3912-3DF0-0DE42ED0E0FF}"/>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Isosceles Triangle 473">
              <a:extLst>
                <a:ext uri="{FF2B5EF4-FFF2-40B4-BE49-F238E27FC236}">
                  <a16:creationId xmlns:a16="http://schemas.microsoft.com/office/drawing/2014/main" id="{BA561796-045E-39F4-4BD3-5E03156D2CC2}"/>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5" name="Group 474">
            <a:extLst>
              <a:ext uri="{FF2B5EF4-FFF2-40B4-BE49-F238E27FC236}">
                <a16:creationId xmlns:a16="http://schemas.microsoft.com/office/drawing/2014/main" id="{9B22C56C-E19D-0024-A308-83F9FD418A4F}"/>
              </a:ext>
            </a:extLst>
          </p:cNvPr>
          <p:cNvGrpSpPr/>
          <p:nvPr/>
        </p:nvGrpSpPr>
        <p:grpSpPr>
          <a:xfrm>
            <a:off x="3592953" y="5962349"/>
            <a:ext cx="350195" cy="350195"/>
            <a:chOff x="8869161" y="1569883"/>
            <a:chExt cx="350195" cy="350195"/>
          </a:xfrm>
        </p:grpSpPr>
        <p:sp>
          <p:nvSpPr>
            <p:cNvPr id="477" name="Rectangle 476">
              <a:extLst>
                <a:ext uri="{FF2B5EF4-FFF2-40B4-BE49-F238E27FC236}">
                  <a16:creationId xmlns:a16="http://schemas.microsoft.com/office/drawing/2014/main" id="{7D78E342-5923-F0D2-7BAA-23ACE40DB67E}"/>
                </a:ext>
              </a:extLst>
            </p:cNvPr>
            <p:cNvSpPr/>
            <p:nvPr/>
          </p:nvSpPr>
          <p:spPr>
            <a:xfrm>
              <a:off x="8869161" y="1569883"/>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Isosceles Triangle 477">
              <a:extLst>
                <a:ext uri="{FF2B5EF4-FFF2-40B4-BE49-F238E27FC236}">
                  <a16:creationId xmlns:a16="http://schemas.microsoft.com/office/drawing/2014/main" id="{769B6019-E42F-63A3-5F4B-823DF6826504}"/>
                </a:ext>
              </a:extLst>
            </p:cNvPr>
            <p:cNvSpPr/>
            <p:nvPr/>
          </p:nvSpPr>
          <p:spPr>
            <a:xfrm>
              <a:off x="8991161" y="1828532"/>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0" name="Straight Arrow Connector 479">
            <a:extLst>
              <a:ext uri="{FF2B5EF4-FFF2-40B4-BE49-F238E27FC236}">
                <a16:creationId xmlns:a16="http://schemas.microsoft.com/office/drawing/2014/main" id="{35691901-9558-7964-87FE-F0DA2CF592EB}"/>
              </a:ext>
            </a:extLst>
          </p:cNvPr>
          <p:cNvCxnSpPr>
            <a:cxnSpLocks/>
          </p:cNvCxnSpPr>
          <p:nvPr/>
        </p:nvCxnSpPr>
        <p:spPr>
          <a:xfrm>
            <a:off x="3242758" y="5169887"/>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A3004D02-EC22-6353-427E-B51C30492885}"/>
              </a:ext>
            </a:extLst>
          </p:cNvPr>
          <p:cNvCxnSpPr>
            <a:cxnSpLocks/>
          </p:cNvCxnSpPr>
          <p:nvPr/>
        </p:nvCxnSpPr>
        <p:spPr>
          <a:xfrm>
            <a:off x="3242757" y="5618636"/>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03DA89C0-C4E9-7F1E-9408-3C923CD151C2}"/>
              </a:ext>
            </a:extLst>
          </p:cNvPr>
          <p:cNvCxnSpPr>
            <a:cxnSpLocks/>
          </p:cNvCxnSpPr>
          <p:nvPr/>
        </p:nvCxnSpPr>
        <p:spPr>
          <a:xfrm>
            <a:off x="3242757" y="6150835"/>
            <a:ext cx="3501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BC7CE9AF-82F3-59E1-8AB6-EA03BF6D1E87}"/>
              </a:ext>
            </a:extLst>
          </p:cNvPr>
          <p:cNvSpPr txBox="1"/>
          <p:nvPr/>
        </p:nvSpPr>
        <p:spPr>
          <a:xfrm>
            <a:off x="8249581" y="768242"/>
            <a:ext cx="657168" cy="369332"/>
          </a:xfrm>
          <a:prstGeom prst="rect">
            <a:avLst/>
          </a:prstGeom>
          <a:noFill/>
        </p:spPr>
        <p:txBody>
          <a:bodyPr wrap="none" rtlCol="0">
            <a:spAutoFit/>
          </a:bodyPr>
          <a:lstStyle/>
          <a:p>
            <a:r>
              <a:rPr lang="en-US" i="1" dirty="0"/>
              <a:t>RELU</a:t>
            </a:r>
          </a:p>
        </p:txBody>
      </p:sp>
    </p:spTree>
    <p:extLst>
      <p:ext uri="{BB962C8B-B14F-4D97-AF65-F5344CB8AC3E}">
        <p14:creationId xmlns:p14="http://schemas.microsoft.com/office/powerpoint/2010/main" val="361031354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06EA0BEC-7238-4456-98AC-351BA8DCF7FE}"/>
              </a:ext>
            </a:extLst>
          </p:cNvPr>
          <p:cNvSpPr txBox="1"/>
          <p:nvPr/>
        </p:nvSpPr>
        <p:spPr>
          <a:xfrm>
            <a:off x="2024624" y="91170"/>
            <a:ext cx="1163139" cy="369332"/>
          </a:xfrm>
          <a:prstGeom prst="rect">
            <a:avLst/>
          </a:prstGeom>
          <a:noFill/>
        </p:spPr>
        <p:txBody>
          <a:bodyPr wrap="none" rtlCol="0">
            <a:spAutoFit/>
          </a:bodyPr>
          <a:lstStyle/>
          <a:p>
            <a:r>
              <a:rPr lang="en-US" i="1" dirty="0"/>
              <a:t>row buffer</a:t>
            </a:r>
          </a:p>
        </p:txBody>
      </p:sp>
      <p:sp>
        <p:nvSpPr>
          <p:cNvPr id="70" name="TextBox 69">
            <a:extLst>
              <a:ext uri="{FF2B5EF4-FFF2-40B4-BE49-F238E27FC236}">
                <a16:creationId xmlns:a16="http://schemas.microsoft.com/office/drawing/2014/main" id="{97745FAC-E6C7-423D-AD26-6C32D80D835D}"/>
              </a:ext>
            </a:extLst>
          </p:cNvPr>
          <p:cNvSpPr txBox="1"/>
          <p:nvPr/>
        </p:nvSpPr>
        <p:spPr>
          <a:xfrm>
            <a:off x="502943" y="323451"/>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p:cNvCxnSpPr>
          <p:nvPr/>
        </p:nvCxnSpPr>
        <p:spPr>
          <a:xfrm rot="16200000" flipH="1">
            <a:off x="1184022" y="1204805"/>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2104681" y="3903072"/>
            <a:ext cx="914994" cy="369332"/>
          </a:xfrm>
          <a:prstGeom prst="rect">
            <a:avLst/>
          </a:prstGeom>
          <a:noFill/>
          <a:ln w="3175">
            <a:noFill/>
          </a:ln>
        </p:spPr>
        <p:txBody>
          <a:bodyPr wrap="none" rtlCol="0">
            <a:spAutoFit/>
          </a:bodyPr>
          <a:lstStyle/>
          <a:p>
            <a:r>
              <a:rPr lang="en-US" i="1" dirty="0"/>
              <a:t>weights</a:t>
            </a:r>
          </a:p>
        </p:txBody>
      </p:sp>
      <p:cxnSp>
        <p:nvCxnSpPr>
          <p:cNvPr id="91" name="Straight Arrow Connector 90">
            <a:extLst>
              <a:ext uri="{FF2B5EF4-FFF2-40B4-BE49-F238E27FC236}">
                <a16:creationId xmlns:a16="http://schemas.microsoft.com/office/drawing/2014/main" id="{3CAAF403-940C-8036-69A4-7D5E8A2520E4}"/>
              </a:ext>
            </a:extLst>
          </p:cNvPr>
          <p:cNvCxnSpPr>
            <a:cxnSpLocks/>
          </p:cNvCxnSpPr>
          <p:nvPr/>
        </p:nvCxnSpPr>
        <p:spPr>
          <a:xfrm>
            <a:off x="577614" y="717483"/>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670117" y="1406875"/>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667241" y="175435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199EDF2-6EFF-6C22-2D69-1A7ED1080739}"/>
              </a:ext>
            </a:extLst>
          </p:cNvPr>
          <p:cNvCxnSpPr/>
          <p:nvPr/>
        </p:nvCxnSpPr>
        <p:spPr>
          <a:xfrm flipH="1" flipV="1">
            <a:off x="1667240" y="102404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42" name="Group 641">
            <a:extLst>
              <a:ext uri="{FF2B5EF4-FFF2-40B4-BE49-F238E27FC236}">
                <a16:creationId xmlns:a16="http://schemas.microsoft.com/office/drawing/2014/main" id="{BD2048DB-FB75-57C4-5DAB-34B6401F8025}"/>
              </a:ext>
            </a:extLst>
          </p:cNvPr>
          <p:cNvGrpSpPr/>
          <p:nvPr/>
        </p:nvGrpSpPr>
        <p:grpSpPr>
          <a:xfrm>
            <a:off x="2124806" y="4257827"/>
            <a:ext cx="1386972" cy="1433623"/>
            <a:chOff x="1671833" y="4257827"/>
            <a:chExt cx="1839945" cy="1433623"/>
          </a:xfrm>
        </p:grpSpPr>
        <p:sp>
          <p:nvSpPr>
            <p:cNvPr id="3" name="TextBox 2">
              <a:extLst>
                <a:ext uri="{FF2B5EF4-FFF2-40B4-BE49-F238E27FC236}">
                  <a16:creationId xmlns:a16="http://schemas.microsoft.com/office/drawing/2014/main" id="{1BB7E7F6-0DB7-4DB8-A782-DF3082E4A9B8}"/>
                </a:ext>
              </a:extLst>
            </p:cNvPr>
            <p:cNvSpPr txBox="1"/>
            <p:nvPr/>
          </p:nvSpPr>
          <p:spPr>
            <a:xfrm>
              <a:off x="1671836" y="4735702"/>
              <a:ext cx="1839942" cy="477874"/>
            </a:xfrm>
            <a:prstGeom prst="rect">
              <a:avLst/>
            </a:prstGeom>
            <a:noFill/>
            <a:ln w="12700">
              <a:solidFill>
                <a:schemeClr val="tx1"/>
              </a:solidFill>
            </a:ln>
          </p:spPr>
          <p:txBody>
            <a:bodyPr wrap="none" rtlCol="0" anchor="ctr" anchorCtr="1">
              <a:noAutofit/>
            </a:bodyPr>
            <a:lstStyle/>
            <a:p>
              <a:r>
                <a:rPr lang="en-US" dirty="0"/>
                <a:t> RAM</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5213576"/>
              <a:ext cx="1839942"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11" name="TextBox 10">
              <a:extLst>
                <a:ext uri="{FF2B5EF4-FFF2-40B4-BE49-F238E27FC236}">
                  <a16:creationId xmlns:a16="http://schemas.microsoft.com/office/drawing/2014/main" id="{F56D7123-B382-AA64-8C02-F9B7DBF3C6E3}"/>
                </a:ext>
              </a:extLst>
            </p:cNvPr>
            <p:cNvSpPr txBox="1"/>
            <p:nvPr/>
          </p:nvSpPr>
          <p:spPr>
            <a:xfrm>
              <a:off x="1671833" y="4257827"/>
              <a:ext cx="1832777" cy="477874"/>
            </a:xfrm>
            <a:prstGeom prst="rect">
              <a:avLst/>
            </a:prstGeom>
            <a:noFill/>
            <a:ln w="12700">
              <a:solidFill>
                <a:schemeClr val="tx1"/>
              </a:solidFill>
            </a:ln>
          </p:spPr>
          <p:txBody>
            <a:bodyPr wrap="none" rtlCol="0" anchor="ctr" anchorCtr="1">
              <a:noAutofit/>
            </a:bodyPr>
            <a:lstStyle/>
            <a:p>
              <a:r>
                <a:rPr lang="en-US" dirty="0"/>
                <a:t>4Kx8 RAM</a:t>
              </a:r>
            </a:p>
          </p:txBody>
        </p:sp>
      </p:grpSp>
      <p:grpSp>
        <p:nvGrpSpPr>
          <p:cNvPr id="156" name="Group 155">
            <a:extLst>
              <a:ext uri="{FF2B5EF4-FFF2-40B4-BE49-F238E27FC236}">
                <a16:creationId xmlns:a16="http://schemas.microsoft.com/office/drawing/2014/main" id="{C9A4556F-7903-7202-9219-00D5073FF814}"/>
              </a:ext>
            </a:extLst>
          </p:cNvPr>
          <p:cNvGrpSpPr/>
          <p:nvPr/>
        </p:nvGrpSpPr>
        <p:grpSpPr>
          <a:xfrm>
            <a:off x="5343339" y="466402"/>
            <a:ext cx="1386972" cy="5331284"/>
            <a:chOff x="6364833" y="680590"/>
            <a:chExt cx="919483" cy="5331284"/>
          </a:xfrm>
        </p:grpSpPr>
        <p:sp>
          <p:nvSpPr>
            <p:cNvPr id="21" name="TextBox 20">
              <a:extLst>
                <a:ext uri="{FF2B5EF4-FFF2-40B4-BE49-F238E27FC236}">
                  <a16:creationId xmlns:a16="http://schemas.microsoft.com/office/drawing/2014/main" id="{7A8BBA71-2E6F-A46D-A8F7-578422819D22}"/>
                </a:ext>
              </a:extLst>
            </p:cNvPr>
            <p:cNvSpPr txBox="1"/>
            <p:nvPr/>
          </p:nvSpPr>
          <p:spPr>
            <a:xfrm>
              <a:off x="6364833" y="680590"/>
              <a:ext cx="919483" cy="354265"/>
            </a:xfrm>
            <a:prstGeom prst="rect">
              <a:avLst/>
            </a:prstGeom>
            <a:noFill/>
            <a:ln w="12700">
              <a:solidFill>
                <a:schemeClr val="tx1"/>
              </a:solidFill>
            </a:ln>
          </p:spPr>
          <p:txBody>
            <a:bodyPr wrap="none" rtlCol="0" anchor="ctr" anchorCtr="1">
              <a:noAutofit/>
            </a:bodyPr>
            <a:lstStyle/>
            <a:p>
              <a:r>
                <a:rPr lang="en-US" dirty="0"/>
                <a:t>8*8+32 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6364833" y="103609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6364833" y="139159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6364833" y="174709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6364833" y="2102594"/>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6364833" y="2458095"/>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6364833" y="2813596"/>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6364833" y="3169097"/>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6364833" y="3524598"/>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6364833" y="3880099"/>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6364833" y="4235600"/>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6364833" y="459110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6364833" y="494660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6364833" y="530210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6364833" y="5657609"/>
              <a:ext cx="919483"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grpSp>
      <p:cxnSp>
        <p:nvCxnSpPr>
          <p:cNvPr id="101" name="Straight Arrow Connector 100">
            <a:extLst>
              <a:ext uri="{FF2B5EF4-FFF2-40B4-BE49-F238E27FC236}">
                <a16:creationId xmlns:a16="http://schemas.microsoft.com/office/drawing/2014/main" id="{9C984CB2-E452-3768-29C3-299550D8BED1}"/>
              </a:ext>
            </a:extLst>
          </p:cNvPr>
          <p:cNvCxnSpPr>
            <a:cxnSpLocks/>
          </p:cNvCxnSpPr>
          <p:nvPr/>
        </p:nvCxnSpPr>
        <p:spPr>
          <a:xfrm>
            <a:off x="8545348" y="936617"/>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E1DEB335-7446-1975-3D89-EEE30E785D07}"/>
              </a:ext>
            </a:extLst>
          </p:cNvPr>
          <p:cNvGrpSpPr/>
          <p:nvPr/>
        </p:nvGrpSpPr>
        <p:grpSpPr>
          <a:xfrm>
            <a:off x="3506375" y="574265"/>
            <a:ext cx="1838179" cy="5127603"/>
            <a:chOff x="3507366" y="574265"/>
            <a:chExt cx="2872402" cy="5127603"/>
          </a:xfrm>
        </p:grpSpPr>
        <p:cxnSp>
          <p:nvCxnSpPr>
            <p:cNvPr id="22" name="Straight Arrow Connector 21">
              <a:extLst>
                <a:ext uri="{FF2B5EF4-FFF2-40B4-BE49-F238E27FC236}">
                  <a16:creationId xmlns:a16="http://schemas.microsoft.com/office/drawing/2014/main" id="{5F6B6ED6-1969-7A7B-6FB6-2AE7C56EF2A2}"/>
                </a:ext>
              </a:extLst>
            </p:cNvPr>
            <p:cNvCxnSpPr>
              <a:cxnSpLocks/>
              <a:stCxn id="11" idx="3"/>
            </p:cNvCxnSpPr>
            <p:nvPr/>
          </p:nvCxnSpPr>
          <p:spPr>
            <a:xfrm flipV="1">
              <a:off x="3507366" y="724849"/>
              <a:ext cx="2862167"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3511776" y="656112"/>
              <a:ext cx="2863542"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a:stCxn id="3" idx="3"/>
            </p:cNvCxnSpPr>
            <p:nvPr/>
          </p:nvCxnSpPr>
          <p:spPr>
            <a:xfrm flipV="1">
              <a:off x="3515809" y="1079824"/>
              <a:ext cx="2853722"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p:cNvCxnSpPr>
            <p:nvPr/>
          </p:nvCxnSpPr>
          <p:spPr>
            <a:xfrm flipV="1">
              <a:off x="3511776" y="574265"/>
              <a:ext cx="285775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a:stCxn id="4" idx="3"/>
            </p:cNvCxnSpPr>
            <p:nvPr/>
          </p:nvCxnSpPr>
          <p:spPr>
            <a:xfrm flipV="1">
              <a:off x="3515809" y="1434089"/>
              <a:ext cx="2853722"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p:cNvCxnSpPr>
            <p:nvPr/>
          </p:nvCxnSpPr>
          <p:spPr>
            <a:xfrm>
              <a:off x="3511776" y="1016152"/>
              <a:ext cx="2863542"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a:stCxn id="11" idx="3"/>
            </p:cNvCxnSpPr>
            <p:nvPr/>
          </p:nvCxnSpPr>
          <p:spPr>
            <a:xfrm flipV="1">
              <a:off x="3507366" y="1789064"/>
              <a:ext cx="2862167"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p:cNvCxnSpPr>
            <p:nvPr/>
          </p:nvCxnSpPr>
          <p:spPr>
            <a:xfrm>
              <a:off x="3511776" y="656112"/>
              <a:ext cx="285775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a:stCxn id="3" idx="3"/>
            </p:cNvCxnSpPr>
            <p:nvPr/>
          </p:nvCxnSpPr>
          <p:spPr>
            <a:xfrm flipV="1">
              <a:off x="3515809" y="2142619"/>
              <a:ext cx="2858173"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p:cNvCxnSpPr>
            <p:nvPr/>
          </p:nvCxnSpPr>
          <p:spPr>
            <a:xfrm>
              <a:off x="3511776" y="1016152"/>
              <a:ext cx="2867992"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a:stCxn id="4" idx="3"/>
            </p:cNvCxnSpPr>
            <p:nvPr/>
          </p:nvCxnSpPr>
          <p:spPr>
            <a:xfrm flipV="1">
              <a:off x="3515809" y="2497594"/>
              <a:ext cx="2858173"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p:cNvCxnSpPr>
            <p:nvPr/>
          </p:nvCxnSpPr>
          <p:spPr>
            <a:xfrm>
              <a:off x="3511776" y="1016152"/>
              <a:ext cx="2862206"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a:stCxn id="11" idx="3"/>
            </p:cNvCxnSpPr>
            <p:nvPr/>
          </p:nvCxnSpPr>
          <p:spPr>
            <a:xfrm flipV="1">
              <a:off x="3507366" y="2851859"/>
              <a:ext cx="2866616"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p:cNvCxnSpPr>
            <p:nvPr/>
          </p:nvCxnSpPr>
          <p:spPr>
            <a:xfrm>
              <a:off x="3511776" y="1376192"/>
              <a:ext cx="2867992"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a:stCxn id="3" idx="3"/>
            </p:cNvCxnSpPr>
            <p:nvPr/>
          </p:nvCxnSpPr>
          <p:spPr>
            <a:xfrm flipV="1">
              <a:off x="3515809" y="3206834"/>
              <a:ext cx="2858173"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p:cNvCxnSpPr>
            <p:nvPr/>
          </p:nvCxnSpPr>
          <p:spPr>
            <a:xfrm>
              <a:off x="3511776" y="1376192"/>
              <a:ext cx="2862206"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a:stCxn id="4" idx="3"/>
            </p:cNvCxnSpPr>
            <p:nvPr/>
          </p:nvCxnSpPr>
          <p:spPr>
            <a:xfrm flipV="1">
              <a:off x="3515809" y="3574858"/>
              <a:ext cx="2849023"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p:cNvCxnSpPr>
            <p:nvPr/>
          </p:nvCxnSpPr>
          <p:spPr>
            <a:xfrm>
              <a:off x="3511776" y="1736232"/>
              <a:ext cx="2858843"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a:stCxn id="11" idx="3"/>
            </p:cNvCxnSpPr>
            <p:nvPr/>
          </p:nvCxnSpPr>
          <p:spPr>
            <a:xfrm flipV="1">
              <a:off x="3507366" y="3929833"/>
              <a:ext cx="2857466"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p:cNvCxnSpPr>
            <p:nvPr/>
          </p:nvCxnSpPr>
          <p:spPr>
            <a:xfrm>
              <a:off x="3511776" y="1376192"/>
              <a:ext cx="2853057"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a:stCxn id="3" idx="3"/>
            </p:cNvCxnSpPr>
            <p:nvPr/>
          </p:nvCxnSpPr>
          <p:spPr>
            <a:xfrm flipV="1">
              <a:off x="3515809" y="4284098"/>
              <a:ext cx="2849023"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p:cNvCxnSpPr>
            <p:nvPr/>
          </p:nvCxnSpPr>
          <p:spPr>
            <a:xfrm>
              <a:off x="3511776" y="1736232"/>
              <a:ext cx="2858843"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a:stCxn id="4" idx="3"/>
            </p:cNvCxnSpPr>
            <p:nvPr/>
          </p:nvCxnSpPr>
          <p:spPr>
            <a:xfrm flipV="1">
              <a:off x="3515809" y="4639073"/>
              <a:ext cx="2849023"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p:cNvCxnSpPr>
            <p:nvPr/>
          </p:nvCxnSpPr>
          <p:spPr>
            <a:xfrm>
              <a:off x="3511776" y="1736232"/>
              <a:ext cx="2853057"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a:stCxn id="11" idx="3"/>
            </p:cNvCxnSpPr>
            <p:nvPr/>
          </p:nvCxnSpPr>
          <p:spPr>
            <a:xfrm>
              <a:off x="3507366" y="4496764"/>
              <a:ext cx="2861917"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p:cNvCxnSpPr>
            <p:nvPr/>
          </p:nvCxnSpPr>
          <p:spPr>
            <a:xfrm>
              <a:off x="3511776" y="2096272"/>
              <a:ext cx="2863293"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a:stCxn id="3" idx="3"/>
            </p:cNvCxnSpPr>
            <p:nvPr/>
          </p:nvCxnSpPr>
          <p:spPr>
            <a:xfrm>
              <a:off x="3515809" y="4974639"/>
              <a:ext cx="2853474"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p:cNvCxnSpPr>
            <p:nvPr/>
          </p:nvCxnSpPr>
          <p:spPr>
            <a:xfrm>
              <a:off x="3511776" y="2096272"/>
              <a:ext cx="285750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a:stCxn id="4" idx="3"/>
            </p:cNvCxnSpPr>
            <p:nvPr/>
          </p:nvCxnSpPr>
          <p:spPr>
            <a:xfrm>
              <a:off x="3515809" y="5452513"/>
              <a:ext cx="2853474"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p:cNvCxnSpPr>
            <p:nvPr/>
          </p:nvCxnSpPr>
          <p:spPr>
            <a:xfrm>
              <a:off x="3511776" y="2096272"/>
              <a:ext cx="285750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60" name="Straight Arrow Connector 459">
            <a:extLst>
              <a:ext uri="{FF2B5EF4-FFF2-40B4-BE49-F238E27FC236}">
                <a16:creationId xmlns:a16="http://schemas.microsoft.com/office/drawing/2014/main" id="{330584EB-3CBE-2E37-F87A-5900EE1D5C19}"/>
              </a:ext>
            </a:extLst>
          </p:cNvPr>
          <p:cNvCxnSpPr>
            <a:cxnSpLocks/>
            <a:endCxn id="462" idx="1"/>
          </p:cNvCxnSpPr>
          <p:nvPr/>
        </p:nvCxnSpPr>
        <p:spPr>
          <a:xfrm>
            <a:off x="6715810" y="635205"/>
            <a:ext cx="605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1" name="Group 460">
            <a:extLst>
              <a:ext uri="{FF2B5EF4-FFF2-40B4-BE49-F238E27FC236}">
                <a16:creationId xmlns:a16="http://schemas.microsoft.com/office/drawing/2014/main" id="{904E858C-DF0F-81B3-19D2-FB9164D1B236}"/>
              </a:ext>
            </a:extLst>
          </p:cNvPr>
          <p:cNvGrpSpPr/>
          <p:nvPr/>
        </p:nvGrpSpPr>
        <p:grpSpPr>
          <a:xfrm>
            <a:off x="7321295" y="460107"/>
            <a:ext cx="350195" cy="350195"/>
            <a:chOff x="3860124" y="2202910"/>
            <a:chExt cx="3501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671490" y="635205"/>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7885208" y="786792"/>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0" name="Straight Arrow Connector 469">
            <a:extLst>
              <a:ext uri="{FF2B5EF4-FFF2-40B4-BE49-F238E27FC236}">
                <a16:creationId xmlns:a16="http://schemas.microsoft.com/office/drawing/2014/main" id="{764E35A9-9DF0-6B1A-F951-BE926747B334}"/>
              </a:ext>
            </a:extLst>
          </p:cNvPr>
          <p:cNvCxnSpPr>
            <a:cxnSpLocks/>
            <a:endCxn id="472" idx="1"/>
          </p:cNvCxnSpPr>
          <p:nvPr/>
        </p:nvCxnSpPr>
        <p:spPr>
          <a:xfrm>
            <a:off x="6715810" y="5609039"/>
            <a:ext cx="605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71" name="Group 470">
            <a:extLst>
              <a:ext uri="{FF2B5EF4-FFF2-40B4-BE49-F238E27FC236}">
                <a16:creationId xmlns:a16="http://schemas.microsoft.com/office/drawing/2014/main" id="{03F44D13-7C7B-8CF4-5ED2-B3D5FCA2B7CA}"/>
              </a:ext>
            </a:extLst>
          </p:cNvPr>
          <p:cNvGrpSpPr/>
          <p:nvPr/>
        </p:nvGrpSpPr>
        <p:grpSpPr>
          <a:xfrm>
            <a:off x="7321295" y="5433941"/>
            <a:ext cx="350195" cy="350195"/>
            <a:chOff x="3860124" y="2202910"/>
            <a:chExt cx="350195" cy="350195"/>
          </a:xfrm>
        </p:grpSpPr>
        <p:sp>
          <p:nvSpPr>
            <p:cNvPr id="472" name="Rectangle 471">
              <a:extLst>
                <a:ext uri="{FF2B5EF4-FFF2-40B4-BE49-F238E27FC236}">
                  <a16:creationId xmlns:a16="http://schemas.microsoft.com/office/drawing/2014/main" id="{5283C9CA-D596-F1C6-EE3C-5AF677737F47}"/>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671490" y="1313151"/>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8039460" y="798262"/>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647DFFCD-8FAC-72AE-F9BC-2697B816E7F2}"/>
              </a:ext>
            </a:extLst>
          </p:cNvPr>
          <p:cNvSpPr txBox="1"/>
          <p:nvPr/>
        </p:nvSpPr>
        <p:spPr>
          <a:xfrm>
            <a:off x="11077978" y="569123"/>
            <a:ext cx="778418" cy="369332"/>
          </a:xfrm>
          <a:prstGeom prst="rect">
            <a:avLst/>
          </a:prstGeom>
          <a:noFill/>
        </p:spPr>
        <p:txBody>
          <a:bodyPr wrap="none" rtlCol="0">
            <a:spAutoFit/>
          </a:bodyPr>
          <a:lstStyle/>
          <a:p>
            <a:r>
              <a:rPr lang="en-US" dirty="0"/>
              <a:t>TDATA</a:t>
            </a:r>
          </a:p>
        </p:txBody>
      </p:sp>
      <p:sp>
        <p:nvSpPr>
          <p:cNvPr id="483" name="TextBox 482">
            <a:extLst>
              <a:ext uri="{FF2B5EF4-FFF2-40B4-BE49-F238E27FC236}">
                <a16:creationId xmlns:a16="http://schemas.microsoft.com/office/drawing/2014/main" id="{1F52442F-EA88-997B-E6C5-098787BA1B4B}"/>
              </a:ext>
            </a:extLst>
          </p:cNvPr>
          <p:cNvSpPr txBox="1"/>
          <p:nvPr/>
        </p:nvSpPr>
        <p:spPr>
          <a:xfrm>
            <a:off x="8917523" y="6151782"/>
            <a:ext cx="764953" cy="369332"/>
          </a:xfrm>
          <a:prstGeom prst="rect">
            <a:avLst/>
          </a:prstGeom>
          <a:noFill/>
        </p:spPr>
        <p:txBody>
          <a:bodyPr wrap="none" rtlCol="0">
            <a:spAutoFit/>
          </a:bodyPr>
          <a:lstStyle/>
          <a:p>
            <a:r>
              <a:rPr lang="en-US" dirty="0"/>
              <a:t>BRAM</a:t>
            </a:r>
          </a:p>
        </p:txBody>
      </p:sp>
      <p:grpSp>
        <p:nvGrpSpPr>
          <p:cNvPr id="485" name="Group 484">
            <a:extLst>
              <a:ext uri="{FF2B5EF4-FFF2-40B4-BE49-F238E27FC236}">
                <a16:creationId xmlns:a16="http://schemas.microsoft.com/office/drawing/2014/main" id="{4AF0F9EF-D3F9-68DE-0C1B-D2A975C229A1}"/>
              </a:ext>
            </a:extLst>
          </p:cNvPr>
          <p:cNvGrpSpPr/>
          <p:nvPr/>
        </p:nvGrpSpPr>
        <p:grpSpPr>
          <a:xfrm>
            <a:off x="8972866" y="5427597"/>
            <a:ext cx="2924949" cy="379333"/>
            <a:chOff x="8404553" y="765498"/>
            <a:chExt cx="2924949" cy="379333"/>
          </a:xfrm>
        </p:grpSpPr>
        <p:grpSp>
          <p:nvGrpSpPr>
            <p:cNvPr id="486" name="Group 485">
              <a:extLst>
                <a:ext uri="{FF2B5EF4-FFF2-40B4-BE49-F238E27FC236}">
                  <a16:creationId xmlns:a16="http://schemas.microsoft.com/office/drawing/2014/main" id="{A1CAFF84-81AF-B225-CC64-9E27E0B32AEB}"/>
                </a:ext>
              </a:extLst>
            </p:cNvPr>
            <p:cNvGrpSpPr/>
            <p:nvPr/>
          </p:nvGrpSpPr>
          <p:grpSpPr>
            <a:xfrm>
              <a:off x="8718059" y="966277"/>
              <a:ext cx="2610996" cy="100423"/>
              <a:chOff x="8718059" y="966277"/>
              <a:chExt cx="2610996" cy="100423"/>
            </a:xfrm>
          </p:grpSpPr>
          <p:sp>
            <p:nvSpPr>
              <p:cNvPr id="578" name="Rectangle 577">
                <a:extLst>
                  <a:ext uri="{FF2B5EF4-FFF2-40B4-BE49-F238E27FC236}">
                    <a16:creationId xmlns:a16="http://schemas.microsoft.com/office/drawing/2014/main" id="{0665BFFB-B7F3-09E3-E2BE-392313970FE6}"/>
                  </a:ext>
                </a:extLst>
              </p:cNvPr>
              <p:cNvSpPr/>
              <p:nvPr/>
            </p:nvSpPr>
            <p:spPr>
              <a:xfrm rot="10800000">
                <a:off x="1122863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2FBFF866-53B3-10C4-0E48-648EF61FD009}"/>
                  </a:ext>
                </a:extLst>
              </p:cNvPr>
              <p:cNvSpPr/>
              <p:nvPr/>
            </p:nvSpPr>
            <p:spPr>
              <a:xfrm rot="10800000">
                <a:off x="1112821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Rectangle 579">
                <a:extLst>
                  <a:ext uri="{FF2B5EF4-FFF2-40B4-BE49-F238E27FC236}">
                    <a16:creationId xmlns:a16="http://schemas.microsoft.com/office/drawing/2014/main" id="{8756722F-1124-6B0D-9914-D07C7451818F}"/>
                  </a:ext>
                </a:extLst>
              </p:cNvPr>
              <p:cNvSpPr/>
              <p:nvPr/>
            </p:nvSpPr>
            <p:spPr>
              <a:xfrm rot="10800000">
                <a:off x="1102778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F4CE4835-D2CC-A230-BC5A-98DC6AD8779B}"/>
                  </a:ext>
                </a:extLst>
              </p:cNvPr>
              <p:cNvSpPr/>
              <p:nvPr/>
            </p:nvSpPr>
            <p:spPr>
              <a:xfrm rot="10800000">
                <a:off x="1092736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581">
                <a:extLst>
                  <a:ext uri="{FF2B5EF4-FFF2-40B4-BE49-F238E27FC236}">
                    <a16:creationId xmlns:a16="http://schemas.microsoft.com/office/drawing/2014/main" id="{B599286F-BE8C-6162-407E-37E4563FE5C3}"/>
                  </a:ext>
                </a:extLst>
              </p:cNvPr>
              <p:cNvSpPr/>
              <p:nvPr/>
            </p:nvSpPr>
            <p:spPr>
              <a:xfrm rot="10800000">
                <a:off x="1082694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17A4659E-861A-F6D0-FE46-5EA76A56D161}"/>
                  </a:ext>
                </a:extLst>
              </p:cNvPr>
              <p:cNvSpPr/>
              <p:nvPr/>
            </p:nvSpPr>
            <p:spPr>
              <a:xfrm rot="10800000">
                <a:off x="1072651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52FF53E0-E4D4-C39B-0785-6F011BD071D0}"/>
                  </a:ext>
                </a:extLst>
              </p:cNvPr>
              <p:cNvSpPr/>
              <p:nvPr/>
            </p:nvSpPr>
            <p:spPr>
              <a:xfrm rot="10800000">
                <a:off x="1062609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3A45B781-96F5-5340-5E69-1B51AFC54C7D}"/>
                  </a:ext>
                </a:extLst>
              </p:cNvPr>
              <p:cNvSpPr/>
              <p:nvPr/>
            </p:nvSpPr>
            <p:spPr>
              <a:xfrm rot="10800000">
                <a:off x="1052567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861AA151-4943-E183-5E98-6724DF71D1A7}"/>
                  </a:ext>
                </a:extLst>
              </p:cNvPr>
              <p:cNvSpPr/>
              <p:nvPr/>
            </p:nvSpPr>
            <p:spPr>
              <a:xfrm rot="10800000">
                <a:off x="1042524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5BA2B21C-1242-9EFB-FBF9-9A67C92BCAE6}"/>
                  </a:ext>
                </a:extLst>
              </p:cNvPr>
              <p:cNvSpPr/>
              <p:nvPr/>
            </p:nvSpPr>
            <p:spPr>
              <a:xfrm rot="10800000">
                <a:off x="1032482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64271038-E21A-4FB8-0AA5-9413B7F82688}"/>
                  </a:ext>
                </a:extLst>
              </p:cNvPr>
              <p:cNvSpPr/>
              <p:nvPr/>
            </p:nvSpPr>
            <p:spPr>
              <a:xfrm rot="10800000">
                <a:off x="1022440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09B33AEB-D084-69D8-9ACE-629881FC81FD}"/>
                  </a:ext>
                </a:extLst>
              </p:cNvPr>
              <p:cNvSpPr/>
              <p:nvPr/>
            </p:nvSpPr>
            <p:spPr>
              <a:xfrm rot="10800000">
                <a:off x="1012398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A3B4F268-0905-4597-D3E7-7F563DA35D01}"/>
                  </a:ext>
                </a:extLst>
              </p:cNvPr>
              <p:cNvSpPr/>
              <p:nvPr/>
            </p:nvSpPr>
            <p:spPr>
              <a:xfrm rot="10800000">
                <a:off x="1002355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75FF0660-970E-1151-82E3-DD56BD2167A7}"/>
                  </a:ext>
                </a:extLst>
              </p:cNvPr>
              <p:cNvSpPr/>
              <p:nvPr/>
            </p:nvSpPr>
            <p:spPr>
              <a:xfrm rot="10800000">
                <a:off x="992313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0AB34367-D17B-84CF-A108-9D1DD868CDC0}"/>
                  </a:ext>
                </a:extLst>
              </p:cNvPr>
              <p:cNvSpPr/>
              <p:nvPr/>
            </p:nvSpPr>
            <p:spPr>
              <a:xfrm rot="10800000">
                <a:off x="982271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937D0C5A-3606-DA42-10BB-95C9AB72F5BA}"/>
                  </a:ext>
                </a:extLst>
              </p:cNvPr>
              <p:cNvSpPr/>
              <p:nvPr/>
            </p:nvSpPr>
            <p:spPr>
              <a:xfrm rot="10800000">
                <a:off x="972228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47619A83-2898-DFDA-AA81-D8BED1B39225}"/>
                  </a:ext>
                </a:extLst>
              </p:cNvPr>
              <p:cNvSpPr/>
              <p:nvPr/>
            </p:nvSpPr>
            <p:spPr>
              <a:xfrm rot="10800000">
                <a:off x="962186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5B763811-6871-BA54-D118-D5C142405BEA}"/>
                  </a:ext>
                </a:extLst>
              </p:cNvPr>
              <p:cNvSpPr/>
              <p:nvPr/>
            </p:nvSpPr>
            <p:spPr>
              <a:xfrm rot="10800000">
                <a:off x="952144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74B79C02-2FF0-13CC-E1E0-857F1312C612}"/>
                  </a:ext>
                </a:extLst>
              </p:cNvPr>
              <p:cNvSpPr/>
              <p:nvPr/>
            </p:nvSpPr>
            <p:spPr>
              <a:xfrm rot="10800000">
                <a:off x="942102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B445B998-9C8A-80CE-9A64-B5E18F85D043}"/>
                  </a:ext>
                </a:extLst>
              </p:cNvPr>
              <p:cNvSpPr/>
              <p:nvPr/>
            </p:nvSpPr>
            <p:spPr>
              <a:xfrm rot="10800000">
                <a:off x="932059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BCA32428-D45D-9886-E6DD-A9F778F9866C}"/>
                  </a:ext>
                </a:extLst>
              </p:cNvPr>
              <p:cNvSpPr/>
              <p:nvPr/>
            </p:nvSpPr>
            <p:spPr>
              <a:xfrm rot="10800000">
                <a:off x="922017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E1A1B528-94B9-F06F-B30C-88E819B65622}"/>
                  </a:ext>
                </a:extLst>
              </p:cNvPr>
              <p:cNvSpPr/>
              <p:nvPr/>
            </p:nvSpPr>
            <p:spPr>
              <a:xfrm rot="10800000">
                <a:off x="911975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D00F8682-A3EF-D160-EBEB-5D5CF319B275}"/>
                  </a:ext>
                </a:extLst>
              </p:cNvPr>
              <p:cNvSpPr/>
              <p:nvPr/>
            </p:nvSpPr>
            <p:spPr>
              <a:xfrm rot="10800000">
                <a:off x="901932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B806E3C7-55CE-31F8-557A-D7FF6D6300A6}"/>
                  </a:ext>
                </a:extLst>
              </p:cNvPr>
              <p:cNvSpPr/>
              <p:nvPr/>
            </p:nvSpPr>
            <p:spPr>
              <a:xfrm rot="10800000">
                <a:off x="891890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952D4608-92A8-E85F-55DE-D22340E187D9}"/>
                  </a:ext>
                </a:extLst>
              </p:cNvPr>
              <p:cNvSpPr/>
              <p:nvPr/>
            </p:nvSpPr>
            <p:spPr>
              <a:xfrm rot="10800000">
                <a:off x="881848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499C6FC3-0E08-3A16-FA2C-84D09A2A88A3}"/>
                  </a:ext>
                </a:extLst>
              </p:cNvPr>
              <p:cNvSpPr/>
              <p:nvPr/>
            </p:nvSpPr>
            <p:spPr>
              <a:xfrm rot="10800000">
                <a:off x="871805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7" name="Rectangle 486">
              <a:extLst>
                <a:ext uri="{FF2B5EF4-FFF2-40B4-BE49-F238E27FC236}">
                  <a16:creationId xmlns:a16="http://schemas.microsoft.com/office/drawing/2014/main" id="{A14BD803-1999-6B7A-7909-EAB90AC1E18D}"/>
                </a:ext>
              </a:extLst>
            </p:cNvPr>
            <p:cNvSpPr/>
            <p:nvPr/>
          </p:nvSpPr>
          <p:spPr>
            <a:xfrm rot="10800000">
              <a:off x="1122863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FDF62FB5-A1D4-09E0-D39D-CE64BBF6A7C5}"/>
                </a:ext>
              </a:extLst>
            </p:cNvPr>
            <p:cNvSpPr/>
            <p:nvPr/>
          </p:nvSpPr>
          <p:spPr>
            <a:xfrm rot="10800000">
              <a:off x="1112821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2BC25FF5-41C7-8544-2700-4805D0411217}"/>
                </a:ext>
              </a:extLst>
            </p:cNvPr>
            <p:cNvSpPr/>
            <p:nvPr/>
          </p:nvSpPr>
          <p:spPr>
            <a:xfrm rot="10800000">
              <a:off x="1102778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F7D82833-4786-E615-DD58-C6F86B7D9E1D}"/>
                </a:ext>
              </a:extLst>
            </p:cNvPr>
            <p:cNvSpPr/>
            <p:nvPr/>
          </p:nvSpPr>
          <p:spPr>
            <a:xfrm rot="10800000">
              <a:off x="1092736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5811D60B-6047-2160-E1A7-8D880864A945}"/>
                </a:ext>
              </a:extLst>
            </p:cNvPr>
            <p:cNvSpPr/>
            <p:nvPr/>
          </p:nvSpPr>
          <p:spPr>
            <a:xfrm rot="10800000">
              <a:off x="1082694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6E6F1131-BAB0-BE38-D404-9FD1E9701E34}"/>
                </a:ext>
              </a:extLst>
            </p:cNvPr>
            <p:cNvSpPr/>
            <p:nvPr/>
          </p:nvSpPr>
          <p:spPr>
            <a:xfrm rot="10800000">
              <a:off x="1072651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8D55F838-BCD6-FAA2-2EB2-9B4CC69202EA}"/>
                </a:ext>
              </a:extLst>
            </p:cNvPr>
            <p:cNvSpPr/>
            <p:nvPr/>
          </p:nvSpPr>
          <p:spPr>
            <a:xfrm rot="10800000">
              <a:off x="1062609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3078D5B-927C-A508-E497-0E44CB8BB02F}"/>
                </a:ext>
              </a:extLst>
            </p:cNvPr>
            <p:cNvSpPr/>
            <p:nvPr/>
          </p:nvSpPr>
          <p:spPr>
            <a:xfrm rot="10800000">
              <a:off x="1052567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4D91AB4C-8A6F-9839-66BF-A88D59B62DE2}"/>
                </a:ext>
              </a:extLst>
            </p:cNvPr>
            <p:cNvSpPr/>
            <p:nvPr/>
          </p:nvSpPr>
          <p:spPr>
            <a:xfrm rot="10800000">
              <a:off x="1042524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5C3EF03D-70B6-3C49-5B6E-3038884C2D5F}"/>
                </a:ext>
              </a:extLst>
            </p:cNvPr>
            <p:cNvSpPr/>
            <p:nvPr/>
          </p:nvSpPr>
          <p:spPr>
            <a:xfrm rot="10800000">
              <a:off x="1032482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BE92EB0A-CAAD-ABD9-623D-CD0C6F6534A9}"/>
                </a:ext>
              </a:extLst>
            </p:cNvPr>
            <p:cNvSpPr/>
            <p:nvPr/>
          </p:nvSpPr>
          <p:spPr>
            <a:xfrm rot="10800000">
              <a:off x="1022440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B71F950A-A382-865A-4C86-51EB25E0F4B0}"/>
                </a:ext>
              </a:extLst>
            </p:cNvPr>
            <p:cNvSpPr/>
            <p:nvPr/>
          </p:nvSpPr>
          <p:spPr>
            <a:xfrm rot="10800000">
              <a:off x="1012398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97217D69-38F0-CE5C-2948-9D5EDF408E07}"/>
                </a:ext>
              </a:extLst>
            </p:cNvPr>
            <p:cNvSpPr/>
            <p:nvPr/>
          </p:nvSpPr>
          <p:spPr>
            <a:xfrm rot="10800000">
              <a:off x="1002355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BD41DB81-A45F-6518-42E0-CBE6B0A37DF7}"/>
                </a:ext>
              </a:extLst>
            </p:cNvPr>
            <p:cNvSpPr/>
            <p:nvPr/>
          </p:nvSpPr>
          <p:spPr>
            <a:xfrm rot="10800000">
              <a:off x="992313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2604BCB2-21B5-23F4-7EAA-6C922EC6C06D}"/>
                </a:ext>
              </a:extLst>
            </p:cNvPr>
            <p:cNvSpPr/>
            <p:nvPr/>
          </p:nvSpPr>
          <p:spPr>
            <a:xfrm rot="10800000">
              <a:off x="982271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0359C2BA-5E21-BCDA-1821-D622DB9B126A}"/>
                </a:ext>
              </a:extLst>
            </p:cNvPr>
            <p:cNvSpPr/>
            <p:nvPr/>
          </p:nvSpPr>
          <p:spPr>
            <a:xfrm rot="10800000">
              <a:off x="972228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9770CF82-FAC8-BB84-C258-47F240EC51C5}"/>
                </a:ext>
              </a:extLst>
            </p:cNvPr>
            <p:cNvSpPr/>
            <p:nvPr/>
          </p:nvSpPr>
          <p:spPr>
            <a:xfrm rot="10800000">
              <a:off x="962186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FDFF080A-D6E4-C1F8-198D-8E51B6DE99AF}"/>
                </a:ext>
              </a:extLst>
            </p:cNvPr>
            <p:cNvSpPr/>
            <p:nvPr/>
          </p:nvSpPr>
          <p:spPr>
            <a:xfrm rot="10800000">
              <a:off x="952144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3A78117E-3DA0-0B81-ECA2-1157ED7400EA}"/>
                </a:ext>
              </a:extLst>
            </p:cNvPr>
            <p:cNvSpPr/>
            <p:nvPr/>
          </p:nvSpPr>
          <p:spPr>
            <a:xfrm rot="10800000">
              <a:off x="942102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334F87B2-FFED-E482-AC56-96A925C3BD0D}"/>
                </a:ext>
              </a:extLst>
            </p:cNvPr>
            <p:cNvSpPr/>
            <p:nvPr/>
          </p:nvSpPr>
          <p:spPr>
            <a:xfrm rot="10800000">
              <a:off x="932059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A90CE58E-C87C-76B3-56C6-E8D13DF2AD2B}"/>
                </a:ext>
              </a:extLst>
            </p:cNvPr>
            <p:cNvSpPr/>
            <p:nvPr/>
          </p:nvSpPr>
          <p:spPr>
            <a:xfrm rot="10800000">
              <a:off x="922017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154713FA-8D08-9182-4648-B4F0712D2BFE}"/>
                </a:ext>
              </a:extLst>
            </p:cNvPr>
            <p:cNvSpPr/>
            <p:nvPr/>
          </p:nvSpPr>
          <p:spPr>
            <a:xfrm rot="10800000">
              <a:off x="911975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72C6915D-97FE-6B4F-6085-9776A9F74EB1}"/>
                </a:ext>
              </a:extLst>
            </p:cNvPr>
            <p:cNvSpPr/>
            <p:nvPr/>
          </p:nvSpPr>
          <p:spPr>
            <a:xfrm rot="10800000">
              <a:off x="901932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4CC424B3-4A9A-44FF-A76F-BB157CCB47E0}"/>
                </a:ext>
              </a:extLst>
            </p:cNvPr>
            <p:cNvSpPr/>
            <p:nvPr/>
          </p:nvSpPr>
          <p:spPr>
            <a:xfrm rot="10800000">
              <a:off x="891890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6F2CA643-7FE6-D4D5-7F16-02483D06930C}"/>
                </a:ext>
              </a:extLst>
            </p:cNvPr>
            <p:cNvSpPr/>
            <p:nvPr/>
          </p:nvSpPr>
          <p:spPr>
            <a:xfrm rot="10800000">
              <a:off x="881848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C41C28B7-9AF6-BB27-910D-BF4EFD5421E3}"/>
                </a:ext>
              </a:extLst>
            </p:cNvPr>
            <p:cNvSpPr/>
            <p:nvPr/>
          </p:nvSpPr>
          <p:spPr>
            <a:xfrm rot="10800000">
              <a:off x="871805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3" name="Group 512">
              <a:extLst>
                <a:ext uri="{FF2B5EF4-FFF2-40B4-BE49-F238E27FC236}">
                  <a16:creationId xmlns:a16="http://schemas.microsoft.com/office/drawing/2014/main" id="{824E5FCB-ABDA-6BB7-1546-20237D4C8E67}"/>
                </a:ext>
              </a:extLst>
            </p:cNvPr>
            <p:cNvGrpSpPr/>
            <p:nvPr/>
          </p:nvGrpSpPr>
          <p:grpSpPr>
            <a:xfrm rot="10800000">
              <a:off x="8404553" y="765498"/>
              <a:ext cx="301269" cy="301135"/>
              <a:chOff x="1051088" y="5406535"/>
              <a:chExt cx="593889" cy="593625"/>
            </a:xfrm>
          </p:grpSpPr>
          <p:sp>
            <p:nvSpPr>
              <p:cNvPr id="569" name="Rectangle 568">
                <a:extLst>
                  <a:ext uri="{FF2B5EF4-FFF2-40B4-BE49-F238E27FC236}">
                    <a16:creationId xmlns:a16="http://schemas.microsoft.com/office/drawing/2014/main" id="{DA5AE505-A9E5-4D81-BF96-6779F82688C3}"/>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309932AA-1E20-B7C2-C1EA-3EF7837C66FB}"/>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2685EEC5-91F2-D768-C4BA-BA866FE093C7}"/>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0794EB7C-0D37-E907-80C9-822DB6B9C93B}"/>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92494117-49ED-32AC-9F14-7BBBF011802B}"/>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Rectangle 573">
                <a:extLst>
                  <a:ext uri="{FF2B5EF4-FFF2-40B4-BE49-F238E27FC236}">
                    <a16:creationId xmlns:a16="http://schemas.microsoft.com/office/drawing/2014/main" id="{F8EDDABE-8905-FF40-E542-3EB8EFFA8572}"/>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E07A40ED-0EA9-75B2-4DCC-51D902974966}"/>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96F66400-D189-51A1-D3F4-9CB76EC8ADA0}"/>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B37C0E63-343E-6440-33E1-0431AA7ABD7B}"/>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4" name="Rectangle 513">
              <a:extLst>
                <a:ext uri="{FF2B5EF4-FFF2-40B4-BE49-F238E27FC236}">
                  <a16:creationId xmlns:a16="http://schemas.microsoft.com/office/drawing/2014/main" id="{D5E65371-C716-C2FB-3650-4431B28D2944}"/>
                </a:ext>
              </a:extLst>
            </p:cNvPr>
            <p:cNvSpPr/>
            <p:nvPr/>
          </p:nvSpPr>
          <p:spPr>
            <a:xfrm rot="10800000">
              <a:off x="1122863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358D32FA-10AE-0B91-1249-69DB8D611DCC}"/>
                </a:ext>
              </a:extLst>
            </p:cNvPr>
            <p:cNvSpPr/>
            <p:nvPr/>
          </p:nvSpPr>
          <p:spPr>
            <a:xfrm rot="10800000">
              <a:off x="1112821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874124F4-82C6-C2E9-AA14-7BA424054C0F}"/>
                </a:ext>
              </a:extLst>
            </p:cNvPr>
            <p:cNvSpPr/>
            <p:nvPr/>
          </p:nvSpPr>
          <p:spPr>
            <a:xfrm rot="10800000">
              <a:off x="1102778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DE75657F-C358-B88C-AA68-A8F3B18446F7}"/>
                </a:ext>
              </a:extLst>
            </p:cNvPr>
            <p:cNvSpPr/>
            <p:nvPr/>
          </p:nvSpPr>
          <p:spPr>
            <a:xfrm rot="10800000">
              <a:off x="1092736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42CAA6A1-9F13-675A-E84A-F52342A4EFC6}"/>
                </a:ext>
              </a:extLst>
            </p:cNvPr>
            <p:cNvSpPr/>
            <p:nvPr/>
          </p:nvSpPr>
          <p:spPr>
            <a:xfrm rot="10800000">
              <a:off x="1082694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803F08A3-7664-131F-1C9E-86849C210544}"/>
                </a:ext>
              </a:extLst>
            </p:cNvPr>
            <p:cNvSpPr/>
            <p:nvPr/>
          </p:nvSpPr>
          <p:spPr>
            <a:xfrm rot="10800000">
              <a:off x="1072651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42D19D16-5BE5-6E96-7940-C495A756698D}"/>
                </a:ext>
              </a:extLst>
            </p:cNvPr>
            <p:cNvSpPr/>
            <p:nvPr/>
          </p:nvSpPr>
          <p:spPr>
            <a:xfrm rot="10800000">
              <a:off x="1062609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23D60805-9FEE-3941-627F-E1FC4A245353}"/>
                </a:ext>
              </a:extLst>
            </p:cNvPr>
            <p:cNvSpPr/>
            <p:nvPr/>
          </p:nvSpPr>
          <p:spPr>
            <a:xfrm rot="10800000">
              <a:off x="1052567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27C5E419-7AB6-FC90-354F-67F4AAEEF92B}"/>
                </a:ext>
              </a:extLst>
            </p:cNvPr>
            <p:cNvSpPr/>
            <p:nvPr/>
          </p:nvSpPr>
          <p:spPr>
            <a:xfrm rot="10800000">
              <a:off x="1042524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AE33567D-F1C8-E614-03C4-11764D4107E9}"/>
                </a:ext>
              </a:extLst>
            </p:cNvPr>
            <p:cNvSpPr/>
            <p:nvPr/>
          </p:nvSpPr>
          <p:spPr>
            <a:xfrm rot="10800000">
              <a:off x="1032482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DA4530E9-DD16-9C6D-82FF-D4CF0F583507}"/>
                </a:ext>
              </a:extLst>
            </p:cNvPr>
            <p:cNvSpPr/>
            <p:nvPr/>
          </p:nvSpPr>
          <p:spPr>
            <a:xfrm rot="10800000">
              <a:off x="1022440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9C31DC9B-C72A-9F25-1A0A-0E32E6360521}"/>
                </a:ext>
              </a:extLst>
            </p:cNvPr>
            <p:cNvSpPr/>
            <p:nvPr/>
          </p:nvSpPr>
          <p:spPr>
            <a:xfrm rot="10800000">
              <a:off x="1012398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4930A2D4-46CF-9D97-4CC3-A9F72F69E323}"/>
                </a:ext>
              </a:extLst>
            </p:cNvPr>
            <p:cNvSpPr/>
            <p:nvPr/>
          </p:nvSpPr>
          <p:spPr>
            <a:xfrm rot="10800000">
              <a:off x="1002355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0FAD7868-A00F-E66B-8ADC-23B1A1E4EB7A}"/>
                </a:ext>
              </a:extLst>
            </p:cNvPr>
            <p:cNvSpPr/>
            <p:nvPr/>
          </p:nvSpPr>
          <p:spPr>
            <a:xfrm rot="10800000">
              <a:off x="992313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FF041822-3B37-2994-BD11-58C266F33993}"/>
                </a:ext>
              </a:extLst>
            </p:cNvPr>
            <p:cNvSpPr/>
            <p:nvPr/>
          </p:nvSpPr>
          <p:spPr>
            <a:xfrm rot="10800000">
              <a:off x="982271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6E6AEAF7-E089-D011-4AD1-BE2CD6C655B5}"/>
                </a:ext>
              </a:extLst>
            </p:cNvPr>
            <p:cNvSpPr/>
            <p:nvPr/>
          </p:nvSpPr>
          <p:spPr>
            <a:xfrm rot="10800000">
              <a:off x="972228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85918646-496E-AC2E-9C0B-286252F94EB0}"/>
                </a:ext>
              </a:extLst>
            </p:cNvPr>
            <p:cNvSpPr/>
            <p:nvPr/>
          </p:nvSpPr>
          <p:spPr>
            <a:xfrm rot="10800000">
              <a:off x="962186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7C59B834-48C2-6229-55A2-7AFCE5D24F36}"/>
                </a:ext>
              </a:extLst>
            </p:cNvPr>
            <p:cNvSpPr/>
            <p:nvPr/>
          </p:nvSpPr>
          <p:spPr>
            <a:xfrm rot="10800000">
              <a:off x="952144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C68371CE-8EB9-E7D6-9034-27F358D04CE7}"/>
                </a:ext>
              </a:extLst>
            </p:cNvPr>
            <p:cNvSpPr/>
            <p:nvPr/>
          </p:nvSpPr>
          <p:spPr>
            <a:xfrm rot="10800000">
              <a:off x="942102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F27B04EA-E4FF-75F3-AAD4-BB0264EE752C}"/>
                </a:ext>
              </a:extLst>
            </p:cNvPr>
            <p:cNvSpPr/>
            <p:nvPr/>
          </p:nvSpPr>
          <p:spPr>
            <a:xfrm rot="10800000">
              <a:off x="932059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4810F539-2394-5366-DE23-37C0686B3801}"/>
                </a:ext>
              </a:extLst>
            </p:cNvPr>
            <p:cNvSpPr/>
            <p:nvPr/>
          </p:nvSpPr>
          <p:spPr>
            <a:xfrm rot="10800000">
              <a:off x="922017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35EB500A-EF2B-CA23-FD22-04D8B6F9FA10}"/>
                </a:ext>
              </a:extLst>
            </p:cNvPr>
            <p:cNvSpPr/>
            <p:nvPr/>
          </p:nvSpPr>
          <p:spPr>
            <a:xfrm rot="10800000">
              <a:off x="911975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4CCE11EA-BB93-EA80-4CF2-0071AF01DCD2}"/>
                </a:ext>
              </a:extLst>
            </p:cNvPr>
            <p:cNvSpPr/>
            <p:nvPr/>
          </p:nvSpPr>
          <p:spPr>
            <a:xfrm rot="10800000">
              <a:off x="901932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9FFA3D2B-1E4C-D7AE-CCF3-90AAF8CA3321}"/>
                </a:ext>
              </a:extLst>
            </p:cNvPr>
            <p:cNvSpPr/>
            <p:nvPr/>
          </p:nvSpPr>
          <p:spPr>
            <a:xfrm rot="10800000">
              <a:off x="891890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B87B4C72-ADE0-8D03-DE61-E4DBFABBC5CF}"/>
                </a:ext>
              </a:extLst>
            </p:cNvPr>
            <p:cNvSpPr/>
            <p:nvPr/>
          </p:nvSpPr>
          <p:spPr>
            <a:xfrm rot="10800000">
              <a:off x="881848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2191B68D-035C-2984-1B90-270C46FC6216}"/>
                </a:ext>
              </a:extLst>
            </p:cNvPr>
            <p:cNvSpPr/>
            <p:nvPr/>
          </p:nvSpPr>
          <p:spPr>
            <a:xfrm rot="10800000">
              <a:off x="871805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44A11C96-CA9A-1CC0-D041-921263B5A964}"/>
                </a:ext>
              </a:extLst>
            </p:cNvPr>
            <p:cNvSpPr/>
            <p:nvPr/>
          </p:nvSpPr>
          <p:spPr>
            <a:xfrm rot="10800000">
              <a:off x="1122907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800D6525-9FA5-7F9B-2302-A6C96DC3EF43}"/>
                </a:ext>
              </a:extLst>
            </p:cNvPr>
            <p:cNvSpPr/>
            <p:nvPr/>
          </p:nvSpPr>
          <p:spPr>
            <a:xfrm rot="10800000">
              <a:off x="1112865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E4AE808A-826D-1D54-A884-2947DA27D8CA}"/>
                </a:ext>
              </a:extLst>
            </p:cNvPr>
            <p:cNvSpPr/>
            <p:nvPr/>
          </p:nvSpPr>
          <p:spPr>
            <a:xfrm rot="10800000">
              <a:off x="1102823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87CFC50A-A48C-A737-B958-7B9301E6A7F6}"/>
                </a:ext>
              </a:extLst>
            </p:cNvPr>
            <p:cNvSpPr/>
            <p:nvPr/>
          </p:nvSpPr>
          <p:spPr>
            <a:xfrm rot="10800000">
              <a:off x="1092781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ECA0EA8F-7467-8807-5B91-750529F492CE}"/>
                </a:ext>
              </a:extLst>
            </p:cNvPr>
            <p:cNvSpPr/>
            <p:nvPr/>
          </p:nvSpPr>
          <p:spPr>
            <a:xfrm rot="10800000">
              <a:off x="1082738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FF385C22-EC64-A8F2-0150-8645886A1E2E}"/>
                </a:ext>
              </a:extLst>
            </p:cNvPr>
            <p:cNvSpPr/>
            <p:nvPr/>
          </p:nvSpPr>
          <p:spPr>
            <a:xfrm rot="10800000">
              <a:off x="1072696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4D4E0C26-2E30-DDEE-1D82-FE4DFD273799}"/>
                </a:ext>
              </a:extLst>
            </p:cNvPr>
            <p:cNvSpPr/>
            <p:nvPr/>
          </p:nvSpPr>
          <p:spPr>
            <a:xfrm rot="10800000">
              <a:off x="1062654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9527F8C0-8EF9-93E4-6856-B65D100DD876}"/>
                </a:ext>
              </a:extLst>
            </p:cNvPr>
            <p:cNvSpPr/>
            <p:nvPr/>
          </p:nvSpPr>
          <p:spPr>
            <a:xfrm rot="10800000">
              <a:off x="1052611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793381D0-6AD9-2069-383B-A8A92DF00C69}"/>
                </a:ext>
              </a:extLst>
            </p:cNvPr>
            <p:cNvSpPr/>
            <p:nvPr/>
          </p:nvSpPr>
          <p:spPr>
            <a:xfrm rot="10800000">
              <a:off x="1042569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ABC5F18A-813F-44F2-E99D-AB2156F44DBB}"/>
                </a:ext>
              </a:extLst>
            </p:cNvPr>
            <p:cNvSpPr/>
            <p:nvPr/>
          </p:nvSpPr>
          <p:spPr>
            <a:xfrm rot="10800000">
              <a:off x="1032527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524AE288-D99B-D5E5-856C-66ADB9110CB8}"/>
                </a:ext>
              </a:extLst>
            </p:cNvPr>
            <p:cNvSpPr/>
            <p:nvPr/>
          </p:nvSpPr>
          <p:spPr>
            <a:xfrm rot="10800000">
              <a:off x="1022485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415E5EC6-DB06-F4F8-8B0C-18D8EBB2BBDA}"/>
                </a:ext>
              </a:extLst>
            </p:cNvPr>
            <p:cNvSpPr/>
            <p:nvPr/>
          </p:nvSpPr>
          <p:spPr>
            <a:xfrm rot="10800000">
              <a:off x="1012442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D7F7F037-D5D2-6B0A-0E19-C3FEAAB593FF}"/>
                </a:ext>
              </a:extLst>
            </p:cNvPr>
            <p:cNvSpPr/>
            <p:nvPr/>
          </p:nvSpPr>
          <p:spPr>
            <a:xfrm rot="10800000">
              <a:off x="1002400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096CB142-8A3C-2819-E697-0714C0C6085A}"/>
                </a:ext>
              </a:extLst>
            </p:cNvPr>
            <p:cNvSpPr/>
            <p:nvPr/>
          </p:nvSpPr>
          <p:spPr>
            <a:xfrm rot="10800000">
              <a:off x="992358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15EC759D-57D7-8EB4-DCA6-1C7C382406AB}"/>
                </a:ext>
              </a:extLst>
            </p:cNvPr>
            <p:cNvSpPr/>
            <p:nvPr/>
          </p:nvSpPr>
          <p:spPr>
            <a:xfrm rot="10800000">
              <a:off x="982315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9375D042-0396-725A-7696-05864554C578}"/>
                </a:ext>
              </a:extLst>
            </p:cNvPr>
            <p:cNvSpPr/>
            <p:nvPr/>
          </p:nvSpPr>
          <p:spPr>
            <a:xfrm rot="10800000">
              <a:off x="972273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210967E6-1629-7A4D-05D3-88FD1144FC94}"/>
                </a:ext>
              </a:extLst>
            </p:cNvPr>
            <p:cNvSpPr/>
            <p:nvPr/>
          </p:nvSpPr>
          <p:spPr>
            <a:xfrm rot="10800000">
              <a:off x="962231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FDABF315-1713-6295-5915-E40DF9DE3E15}"/>
                </a:ext>
              </a:extLst>
            </p:cNvPr>
            <p:cNvSpPr/>
            <p:nvPr/>
          </p:nvSpPr>
          <p:spPr>
            <a:xfrm rot="10800000">
              <a:off x="952189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C3B3117B-DAEA-848A-0BDD-83E2EE88416D}"/>
                </a:ext>
              </a:extLst>
            </p:cNvPr>
            <p:cNvSpPr/>
            <p:nvPr/>
          </p:nvSpPr>
          <p:spPr>
            <a:xfrm rot="10800000">
              <a:off x="942146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BFD23987-D198-13A0-3919-5A697E855DF1}"/>
                </a:ext>
              </a:extLst>
            </p:cNvPr>
            <p:cNvSpPr/>
            <p:nvPr/>
          </p:nvSpPr>
          <p:spPr>
            <a:xfrm rot="10800000">
              <a:off x="932104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BE2FF572-92D4-2FC9-166E-FFE727AD2C4A}"/>
                </a:ext>
              </a:extLst>
            </p:cNvPr>
            <p:cNvSpPr/>
            <p:nvPr/>
          </p:nvSpPr>
          <p:spPr>
            <a:xfrm rot="10800000">
              <a:off x="922062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B0B65FCA-3A40-40EE-F3FF-3490098EFEA5}"/>
                </a:ext>
              </a:extLst>
            </p:cNvPr>
            <p:cNvSpPr/>
            <p:nvPr/>
          </p:nvSpPr>
          <p:spPr>
            <a:xfrm rot="10800000">
              <a:off x="912019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37B00316-B607-C443-8384-032E63619C4B}"/>
                </a:ext>
              </a:extLst>
            </p:cNvPr>
            <p:cNvSpPr/>
            <p:nvPr/>
          </p:nvSpPr>
          <p:spPr>
            <a:xfrm rot="10800000">
              <a:off x="901977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6396B8D7-D4AE-60F7-40F2-DCAA0CBA973C}"/>
                </a:ext>
              </a:extLst>
            </p:cNvPr>
            <p:cNvSpPr/>
            <p:nvPr/>
          </p:nvSpPr>
          <p:spPr>
            <a:xfrm rot="10800000">
              <a:off x="891935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5BFEFB57-CAB4-23CB-82DA-DD29412217E8}"/>
                </a:ext>
              </a:extLst>
            </p:cNvPr>
            <p:cNvSpPr/>
            <p:nvPr/>
          </p:nvSpPr>
          <p:spPr>
            <a:xfrm rot="10800000">
              <a:off x="881892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3AD93788-6FCD-E7DA-9ECC-1B7D34875E3D}"/>
                </a:ext>
              </a:extLst>
            </p:cNvPr>
            <p:cNvSpPr/>
            <p:nvPr/>
          </p:nvSpPr>
          <p:spPr>
            <a:xfrm rot="10800000">
              <a:off x="871850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7B86FA65-B2CC-3A28-F7EE-2DAE16BD893D}"/>
                </a:ext>
              </a:extLst>
            </p:cNvPr>
            <p:cNvSpPr/>
            <p:nvPr/>
          </p:nvSpPr>
          <p:spPr>
            <a:xfrm rot="10800000">
              <a:off x="8609623"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83376459-5A01-804F-2544-73FD88E4586E}"/>
                </a:ext>
              </a:extLst>
            </p:cNvPr>
            <p:cNvSpPr/>
            <p:nvPr/>
          </p:nvSpPr>
          <p:spPr>
            <a:xfrm rot="10800000">
              <a:off x="8509201"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DCED5C0D-44EB-5601-0DAD-95C585ADB095}"/>
                </a:ext>
              </a:extLst>
            </p:cNvPr>
            <p:cNvSpPr/>
            <p:nvPr/>
          </p:nvSpPr>
          <p:spPr>
            <a:xfrm rot="10800000">
              <a:off x="8408778"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6" name="Rectangle 605">
            <a:extLst>
              <a:ext uri="{FF2B5EF4-FFF2-40B4-BE49-F238E27FC236}">
                <a16:creationId xmlns:a16="http://schemas.microsoft.com/office/drawing/2014/main" id="{3F803471-A8D9-6BF1-571A-88FD4BD8CA7E}"/>
              </a:ext>
            </a:extLst>
          </p:cNvPr>
          <p:cNvSpPr/>
          <p:nvPr/>
        </p:nvSpPr>
        <p:spPr>
          <a:xfrm>
            <a:off x="8618706" y="5086680"/>
            <a:ext cx="3430480" cy="1671754"/>
          </a:xfrm>
          <a:custGeom>
            <a:avLst/>
            <a:gdLst>
              <a:gd name="connsiteX0" fmla="*/ 0 w 3430480"/>
              <a:gd name="connsiteY0" fmla="*/ 0 h 1671754"/>
              <a:gd name="connsiteX1" fmla="*/ 583182 w 3430480"/>
              <a:gd name="connsiteY1" fmla="*/ 0 h 1671754"/>
              <a:gd name="connsiteX2" fmla="*/ 1234973 w 3430480"/>
              <a:gd name="connsiteY2" fmla="*/ 0 h 1671754"/>
              <a:gd name="connsiteX3" fmla="*/ 1989678 w 3430480"/>
              <a:gd name="connsiteY3" fmla="*/ 0 h 1671754"/>
              <a:gd name="connsiteX4" fmla="*/ 2641470 w 3430480"/>
              <a:gd name="connsiteY4" fmla="*/ 0 h 1671754"/>
              <a:gd name="connsiteX5" fmla="*/ 3430480 w 3430480"/>
              <a:gd name="connsiteY5" fmla="*/ 0 h 1671754"/>
              <a:gd name="connsiteX6" fmla="*/ 3430480 w 3430480"/>
              <a:gd name="connsiteY6" fmla="*/ 557251 h 1671754"/>
              <a:gd name="connsiteX7" fmla="*/ 3430480 w 3430480"/>
              <a:gd name="connsiteY7" fmla="*/ 1081068 h 1671754"/>
              <a:gd name="connsiteX8" fmla="*/ 3430480 w 3430480"/>
              <a:gd name="connsiteY8" fmla="*/ 1671754 h 1671754"/>
              <a:gd name="connsiteX9" fmla="*/ 2710079 w 3430480"/>
              <a:gd name="connsiteY9" fmla="*/ 1671754 h 1671754"/>
              <a:gd name="connsiteX10" fmla="*/ 1989678 w 3430480"/>
              <a:gd name="connsiteY10" fmla="*/ 1671754 h 1671754"/>
              <a:gd name="connsiteX11" fmla="*/ 1303582 w 3430480"/>
              <a:gd name="connsiteY11" fmla="*/ 1671754 h 1671754"/>
              <a:gd name="connsiteX12" fmla="*/ 0 w 3430480"/>
              <a:gd name="connsiteY12" fmla="*/ 1671754 h 1671754"/>
              <a:gd name="connsiteX13" fmla="*/ 0 w 3430480"/>
              <a:gd name="connsiteY13" fmla="*/ 1097785 h 1671754"/>
              <a:gd name="connsiteX14" fmla="*/ 0 w 3430480"/>
              <a:gd name="connsiteY14" fmla="*/ 507099 h 1671754"/>
              <a:gd name="connsiteX15" fmla="*/ 0 w 3430480"/>
              <a:gd name="connsiteY15" fmla="*/ 0 h 16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30480" h="1671754" extrusionOk="0">
                <a:moveTo>
                  <a:pt x="0" y="0"/>
                </a:moveTo>
                <a:cubicBezTo>
                  <a:pt x="143636" y="-4938"/>
                  <a:pt x="340906" y="-22923"/>
                  <a:pt x="583182" y="0"/>
                </a:cubicBezTo>
                <a:cubicBezTo>
                  <a:pt x="825458" y="22923"/>
                  <a:pt x="952647" y="4126"/>
                  <a:pt x="1234973" y="0"/>
                </a:cubicBezTo>
                <a:cubicBezTo>
                  <a:pt x="1517299" y="-4126"/>
                  <a:pt x="1616327" y="-7482"/>
                  <a:pt x="1989678" y="0"/>
                </a:cubicBezTo>
                <a:cubicBezTo>
                  <a:pt x="2363030" y="7482"/>
                  <a:pt x="2481437" y="-20402"/>
                  <a:pt x="2641470" y="0"/>
                </a:cubicBezTo>
                <a:cubicBezTo>
                  <a:pt x="2801503" y="20402"/>
                  <a:pt x="3216660" y="13191"/>
                  <a:pt x="3430480" y="0"/>
                </a:cubicBezTo>
                <a:cubicBezTo>
                  <a:pt x="3442965" y="266082"/>
                  <a:pt x="3416799" y="377291"/>
                  <a:pt x="3430480" y="557251"/>
                </a:cubicBezTo>
                <a:cubicBezTo>
                  <a:pt x="3444161" y="737211"/>
                  <a:pt x="3416585" y="960029"/>
                  <a:pt x="3430480" y="1081068"/>
                </a:cubicBezTo>
                <a:cubicBezTo>
                  <a:pt x="3444375" y="1202107"/>
                  <a:pt x="3417312" y="1521227"/>
                  <a:pt x="3430480" y="1671754"/>
                </a:cubicBezTo>
                <a:cubicBezTo>
                  <a:pt x="3173570" y="1647363"/>
                  <a:pt x="2864250" y="1686151"/>
                  <a:pt x="2710079" y="1671754"/>
                </a:cubicBezTo>
                <a:cubicBezTo>
                  <a:pt x="2555908" y="1657357"/>
                  <a:pt x="2219677" y="1653977"/>
                  <a:pt x="1989678" y="1671754"/>
                </a:cubicBezTo>
                <a:cubicBezTo>
                  <a:pt x="1759679" y="1689531"/>
                  <a:pt x="1538830" y="1640276"/>
                  <a:pt x="1303582" y="1671754"/>
                </a:cubicBezTo>
                <a:cubicBezTo>
                  <a:pt x="1068334" y="1703232"/>
                  <a:pt x="314601" y="1688548"/>
                  <a:pt x="0" y="1671754"/>
                </a:cubicBezTo>
                <a:cubicBezTo>
                  <a:pt x="8185" y="1450975"/>
                  <a:pt x="-24680" y="1308206"/>
                  <a:pt x="0" y="1097785"/>
                </a:cubicBezTo>
                <a:cubicBezTo>
                  <a:pt x="24680" y="887364"/>
                  <a:pt x="-9159" y="645052"/>
                  <a:pt x="0" y="507099"/>
                </a:cubicBezTo>
                <a:cubicBezTo>
                  <a:pt x="9159" y="369146"/>
                  <a:pt x="23052" y="179990"/>
                  <a:pt x="0" y="0"/>
                </a:cubicBezTo>
                <a:close/>
              </a:path>
            </a:pathLst>
          </a:custGeom>
          <a:noFill/>
          <a:ln>
            <a:solidFill>
              <a:schemeClr val="tx1"/>
            </a:solidFill>
            <a:extLst>
              <a:ext uri="{C807C97D-BFC1-408E-A445-0C87EB9F89A2}">
                <ask:lineSketchStyleProps xmlns:ask="http://schemas.microsoft.com/office/drawing/2018/sketchyshapes" sd="1807302050">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TextBox 607">
            <a:extLst>
              <a:ext uri="{FF2B5EF4-FFF2-40B4-BE49-F238E27FC236}">
                <a16:creationId xmlns:a16="http://schemas.microsoft.com/office/drawing/2014/main" id="{30D9D9DA-5BE5-7172-1176-D9F498B36DCF}"/>
              </a:ext>
            </a:extLst>
          </p:cNvPr>
          <p:cNvSpPr txBox="1"/>
          <p:nvPr/>
        </p:nvSpPr>
        <p:spPr>
          <a:xfrm>
            <a:off x="9910738" y="771951"/>
            <a:ext cx="757492" cy="355131"/>
          </a:xfrm>
          <a:prstGeom prst="rect">
            <a:avLst/>
          </a:prstGeom>
          <a:noFill/>
          <a:ln w="12700">
            <a:solidFill>
              <a:schemeClr val="tx1"/>
            </a:solidFill>
          </a:ln>
        </p:spPr>
        <p:txBody>
          <a:bodyPr wrap="none" rtlCol="0" anchor="ctr" anchorCtr="1">
            <a:noAutofit/>
          </a:bodyPr>
          <a:lstStyle/>
          <a:p>
            <a:r>
              <a:rPr lang="en-US" dirty="0"/>
              <a:t>RAM </a:t>
            </a:r>
          </a:p>
        </p:txBody>
      </p:sp>
      <p:sp>
        <p:nvSpPr>
          <p:cNvPr id="609" name="TextBox 608">
            <a:extLst>
              <a:ext uri="{FF2B5EF4-FFF2-40B4-BE49-F238E27FC236}">
                <a16:creationId xmlns:a16="http://schemas.microsoft.com/office/drawing/2014/main" id="{A8EA6438-CB48-FFB9-BDAF-784AC040F642}"/>
              </a:ext>
            </a:extLst>
          </p:cNvPr>
          <p:cNvSpPr txBox="1"/>
          <p:nvPr/>
        </p:nvSpPr>
        <p:spPr>
          <a:xfrm>
            <a:off x="9222326" y="273295"/>
            <a:ext cx="1496115" cy="369332"/>
          </a:xfrm>
          <a:prstGeom prst="rect">
            <a:avLst/>
          </a:prstGeom>
          <a:noFill/>
        </p:spPr>
        <p:txBody>
          <a:bodyPr wrap="none" rtlCol="0">
            <a:spAutoFit/>
          </a:bodyPr>
          <a:lstStyle/>
          <a:p>
            <a:r>
              <a:rPr lang="en-US" i="1" dirty="0"/>
              <a:t>reorder buffer</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668230" y="949517"/>
            <a:ext cx="13809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2" name="Group 611">
            <a:extLst>
              <a:ext uri="{FF2B5EF4-FFF2-40B4-BE49-F238E27FC236}">
                <a16:creationId xmlns:a16="http://schemas.microsoft.com/office/drawing/2014/main" id="{2BB052AC-7E6A-54C4-4B80-B4C1D99F4EE2}"/>
              </a:ext>
            </a:extLst>
          </p:cNvPr>
          <p:cNvGrpSpPr/>
          <p:nvPr/>
        </p:nvGrpSpPr>
        <p:grpSpPr>
          <a:xfrm>
            <a:off x="9049226" y="783820"/>
            <a:ext cx="350195" cy="350195"/>
            <a:chOff x="3860124" y="2202910"/>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397842" y="951043"/>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4" name="TextBox 483">
            <a:extLst>
              <a:ext uri="{FF2B5EF4-FFF2-40B4-BE49-F238E27FC236}">
                <a16:creationId xmlns:a16="http://schemas.microsoft.com/office/drawing/2014/main" id="{D868FD55-B712-9396-F545-BBC15F3FBCDC}"/>
              </a:ext>
            </a:extLst>
          </p:cNvPr>
          <p:cNvSpPr txBox="1"/>
          <p:nvPr/>
        </p:nvSpPr>
        <p:spPr>
          <a:xfrm rot="5400000">
            <a:off x="9570369" y="5533214"/>
            <a:ext cx="1109396" cy="902446"/>
          </a:xfrm>
          <a:prstGeom prst="rect">
            <a:avLst/>
          </a:prstGeom>
          <a:noFill/>
          <a:ln w="22225">
            <a:solidFill>
              <a:schemeClr val="tx1"/>
            </a:solidFill>
            <a:prstDash val="sysDot"/>
          </a:ln>
        </p:spPr>
        <p:txBody>
          <a:bodyPr wrap="none" rtlCol="0">
            <a:noAutofit/>
          </a:bodyPr>
          <a:lstStyle/>
          <a:p>
            <a:pPr algn="ctr"/>
            <a:endParaRPr lang="en-US" dirty="0"/>
          </a:p>
        </p:txBody>
      </p:sp>
      <p:sp>
        <p:nvSpPr>
          <p:cNvPr id="482" name="TextBox 481">
            <a:extLst>
              <a:ext uri="{FF2B5EF4-FFF2-40B4-BE49-F238E27FC236}">
                <a16:creationId xmlns:a16="http://schemas.microsoft.com/office/drawing/2014/main" id="{43713471-28E6-37EC-E35B-309DCB127BDF}"/>
              </a:ext>
            </a:extLst>
          </p:cNvPr>
          <p:cNvSpPr txBox="1"/>
          <p:nvPr/>
        </p:nvSpPr>
        <p:spPr>
          <a:xfrm rot="5400000">
            <a:off x="8867701" y="5523078"/>
            <a:ext cx="1109396" cy="925947"/>
          </a:xfrm>
          <a:prstGeom prst="rect">
            <a:avLst/>
          </a:prstGeom>
          <a:noFill/>
          <a:ln w="22225">
            <a:solidFill>
              <a:schemeClr val="tx1"/>
            </a:solidFill>
          </a:ln>
        </p:spPr>
        <p:txBody>
          <a:bodyPr wrap="none" rtlCol="0">
            <a:noAutofit/>
          </a:bodyPr>
          <a:lstStyle/>
          <a:p>
            <a:pPr algn="ctr"/>
            <a:endParaRPr lang="en-US" dirty="0"/>
          </a:p>
        </p:txBody>
      </p:sp>
      <p:sp>
        <p:nvSpPr>
          <p:cNvPr id="620" name="TextBox 619">
            <a:extLst>
              <a:ext uri="{FF2B5EF4-FFF2-40B4-BE49-F238E27FC236}">
                <a16:creationId xmlns:a16="http://schemas.microsoft.com/office/drawing/2014/main" id="{EF1D683F-89A9-3763-F0FC-D2F4B7AB6E18}"/>
              </a:ext>
            </a:extLst>
          </p:cNvPr>
          <p:cNvSpPr txBox="1"/>
          <p:nvPr/>
        </p:nvSpPr>
        <p:spPr>
          <a:xfrm>
            <a:off x="502943" y="753789"/>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sp>
        <p:nvSpPr>
          <p:cNvPr id="622" name="TextBox 621">
            <a:extLst>
              <a:ext uri="{FF2B5EF4-FFF2-40B4-BE49-F238E27FC236}">
                <a16:creationId xmlns:a16="http://schemas.microsoft.com/office/drawing/2014/main" id="{6709CFF3-EB57-F071-AE5A-4ED10B29128B}"/>
              </a:ext>
            </a:extLst>
          </p:cNvPr>
          <p:cNvSpPr txBox="1"/>
          <p:nvPr/>
        </p:nvSpPr>
        <p:spPr>
          <a:xfrm>
            <a:off x="11069922" y="1004088"/>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grpSp>
        <p:nvGrpSpPr>
          <p:cNvPr id="625" name="Group 624">
            <a:extLst>
              <a:ext uri="{FF2B5EF4-FFF2-40B4-BE49-F238E27FC236}">
                <a16:creationId xmlns:a16="http://schemas.microsoft.com/office/drawing/2014/main" id="{2E7A0959-08C9-CC3F-560A-A3E8C2EEBB02}"/>
              </a:ext>
            </a:extLst>
          </p:cNvPr>
          <p:cNvGrpSpPr/>
          <p:nvPr/>
        </p:nvGrpSpPr>
        <p:grpSpPr>
          <a:xfrm>
            <a:off x="2075489" y="478546"/>
            <a:ext cx="1423030" cy="1795291"/>
            <a:chOff x="1671834" y="478546"/>
            <a:chExt cx="1839942" cy="1795291"/>
          </a:xfrm>
        </p:grpSpPr>
        <p:sp>
          <p:nvSpPr>
            <p:cNvPr id="626" name="TextBox 625">
              <a:extLst>
                <a:ext uri="{FF2B5EF4-FFF2-40B4-BE49-F238E27FC236}">
                  <a16:creationId xmlns:a16="http://schemas.microsoft.com/office/drawing/2014/main" id="{3682CD34-7A9B-6F50-E3E6-4887B8E7F76B}"/>
                </a:ext>
              </a:extLst>
            </p:cNvPr>
            <p:cNvSpPr txBox="1"/>
            <p:nvPr/>
          </p:nvSpPr>
          <p:spPr>
            <a:xfrm>
              <a:off x="1671834" y="478546"/>
              <a:ext cx="1839942" cy="355131"/>
            </a:xfrm>
            <a:prstGeom prst="rect">
              <a:avLst/>
            </a:prstGeom>
            <a:noFill/>
            <a:ln w="12700">
              <a:solidFill>
                <a:schemeClr val="tx1"/>
              </a:solidFill>
            </a:ln>
          </p:spPr>
          <p:txBody>
            <a:bodyPr wrap="none" rtlCol="0" anchor="ctr" anchorCtr="1">
              <a:noAutofit/>
            </a:bodyPr>
            <a:lstStyle/>
            <a:p>
              <a:r>
                <a:rPr lang="en-US" dirty="0"/>
                <a:t>4Kx8 RAM</a:t>
              </a:r>
            </a:p>
          </p:txBody>
        </p:sp>
        <p:sp>
          <p:nvSpPr>
            <p:cNvPr id="627" name="TextBox 626">
              <a:extLst>
                <a:ext uri="{FF2B5EF4-FFF2-40B4-BE49-F238E27FC236}">
                  <a16:creationId xmlns:a16="http://schemas.microsoft.com/office/drawing/2014/main" id="{1EB43C1C-381B-32F5-86DE-2466915F9E1A}"/>
                </a:ext>
              </a:extLst>
            </p:cNvPr>
            <p:cNvSpPr txBox="1"/>
            <p:nvPr/>
          </p:nvSpPr>
          <p:spPr>
            <a:xfrm>
              <a:off x="1671834" y="838586"/>
              <a:ext cx="1839942" cy="355131"/>
            </a:xfrm>
            <a:prstGeom prst="rect">
              <a:avLst/>
            </a:prstGeom>
            <a:noFill/>
            <a:ln w="12700">
              <a:solidFill>
                <a:schemeClr val="tx1"/>
              </a:solidFill>
            </a:ln>
          </p:spPr>
          <p:txBody>
            <a:bodyPr wrap="none" rtlCol="0" anchor="ctr" anchorCtr="1">
              <a:noAutofit/>
            </a:bodyPr>
            <a:lstStyle/>
            <a:p>
              <a:r>
                <a:rPr lang="en-US" dirty="0"/>
                <a:t>RAM</a:t>
              </a:r>
            </a:p>
          </p:txBody>
        </p:sp>
        <p:sp>
          <p:nvSpPr>
            <p:cNvPr id="628" name="TextBox 627">
              <a:extLst>
                <a:ext uri="{FF2B5EF4-FFF2-40B4-BE49-F238E27FC236}">
                  <a16:creationId xmlns:a16="http://schemas.microsoft.com/office/drawing/2014/main" id="{DA6C8B4C-D294-D60A-39BD-9B2BA6BCDCC3}"/>
                </a:ext>
              </a:extLst>
            </p:cNvPr>
            <p:cNvSpPr txBox="1"/>
            <p:nvPr/>
          </p:nvSpPr>
          <p:spPr>
            <a:xfrm>
              <a:off x="1671834" y="1198626"/>
              <a:ext cx="1839942"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629" name="TextBox 628">
              <a:extLst>
                <a:ext uri="{FF2B5EF4-FFF2-40B4-BE49-F238E27FC236}">
                  <a16:creationId xmlns:a16="http://schemas.microsoft.com/office/drawing/2014/main" id="{BBF82A33-C557-76DF-E66C-735914CE958B}"/>
                </a:ext>
              </a:extLst>
            </p:cNvPr>
            <p:cNvSpPr txBox="1"/>
            <p:nvPr/>
          </p:nvSpPr>
          <p:spPr>
            <a:xfrm>
              <a:off x="1671834" y="1918706"/>
              <a:ext cx="1839942"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630" name="TextBox 629">
              <a:extLst>
                <a:ext uri="{FF2B5EF4-FFF2-40B4-BE49-F238E27FC236}">
                  <a16:creationId xmlns:a16="http://schemas.microsoft.com/office/drawing/2014/main" id="{E49EBDF4-9D1A-3019-F5A5-35F01DFFBEE1}"/>
                </a:ext>
              </a:extLst>
            </p:cNvPr>
            <p:cNvSpPr txBox="1"/>
            <p:nvPr/>
          </p:nvSpPr>
          <p:spPr>
            <a:xfrm>
              <a:off x="1671834" y="1558666"/>
              <a:ext cx="1839942"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grpSp>
    </p:spTree>
    <p:extLst>
      <p:ext uri="{BB962C8B-B14F-4D97-AF65-F5344CB8AC3E}">
        <p14:creationId xmlns:p14="http://schemas.microsoft.com/office/powerpoint/2010/main" val="4229837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B7E7F6-0DB7-4DB8-A782-DF3082E4A9B8}"/>
              </a:ext>
            </a:extLst>
          </p:cNvPr>
          <p:cNvSpPr txBox="1"/>
          <p:nvPr/>
        </p:nvSpPr>
        <p:spPr>
          <a:xfrm>
            <a:off x="1671836" y="4735702"/>
            <a:ext cx="1839942" cy="477874"/>
          </a:xfrm>
          <a:prstGeom prst="rect">
            <a:avLst/>
          </a:prstGeom>
          <a:noFill/>
          <a:ln w="12700">
            <a:solidFill>
              <a:schemeClr val="tx1"/>
            </a:solidFill>
          </a:ln>
        </p:spPr>
        <p:txBody>
          <a:bodyPr wrap="none" rtlCol="0" anchor="ctr" anchorCtr="1">
            <a:noAutofit/>
          </a:bodyPr>
          <a:lstStyle/>
          <a:p>
            <a:r>
              <a:rPr lang="en-US" dirty="0"/>
              <a:t> RAM</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5213576"/>
            <a:ext cx="1839942"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478546"/>
            <a:ext cx="1839942" cy="355131"/>
          </a:xfrm>
          <a:prstGeom prst="rect">
            <a:avLst/>
          </a:prstGeom>
          <a:noFill/>
          <a:ln w="12700">
            <a:solidFill>
              <a:schemeClr val="tx1"/>
            </a:solidFill>
          </a:ln>
        </p:spPr>
        <p:txBody>
          <a:bodyPr wrap="none" rtlCol="0" anchor="ctr" anchorCtr="1">
            <a:noAutofit/>
          </a:bodyPr>
          <a:lstStyle/>
          <a:p>
            <a:r>
              <a:rPr lang="en-US" dirty="0"/>
              <a:t>4Kx8 RAM 1</a:t>
            </a:r>
          </a:p>
        </p:txBody>
      </p:sp>
      <p:sp>
        <p:nvSpPr>
          <p:cNvPr id="57" name="TextBox 56">
            <a:extLst>
              <a:ext uri="{FF2B5EF4-FFF2-40B4-BE49-F238E27FC236}">
                <a16:creationId xmlns:a16="http://schemas.microsoft.com/office/drawing/2014/main" id="{06EA0BEC-7238-4456-98AC-351BA8DCF7FE}"/>
              </a:ext>
            </a:extLst>
          </p:cNvPr>
          <p:cNvSpPr txBox="1"/>
          <p:nvPr/>
        </p:nvSpPr>
        <p:spPr>
          <a:xfrm>
            <a:off x="2017833" y="91934"/>
            <a:ext cx="1287725" cy="369332"/>
          </a:xfrm>
          <a:prstGeom prst="rect">
            <a:avLst/>
          </a:prstGeom>
          <a:noFill/>
        </p:spPr>
        <p:txBody>
          <a:bodyPr wrap="none" rtlCol="0">
            <a:spAutoFit/>
          </a:bodyPr>
          <a:lstStyle/>
          <a:p>
            <a:r>
              <a:rPr lang="en-US" i="1" dirty="0"/>
              <a:t>input buffer</a:t>
            </a:r>
          </a:p>
        </p:txBody>
      </p:sp>
      <p:sp>
        <p:nvSpPr>
          <p:cNvPr id="70" name="TextBox 69">
            <a:extLst>
              <a:ext uri="{FF2B5EF4-FFF2-40B4-BE49-F238E27FC236}">
                <a16:creationId xmlns:a16="http://schemas.microsoft.com/office/drawing/2014/main" id="{97745FAC-E6C7-423D-AD26-6C32D80D835D}"/>
              </a:ext>
            </a:extLst>
          </p:cNvPr>
          <p:cNvSpPr txBox="1"/>
          <p:nvPr/>
        </p:nvSpPr>
        <p:spPr>
          <a:xfrm>
            <a:off x="99288" y="323451"/>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204805"/>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2135810" y="3852406"/>
            <a:ext cx="914994" cy="369332"/>
          </a:xfrm>
          <a:prstGeom prst="rect">
            <a:avLst/>
          </a:prstGeom>
          <a:noFill/>
          <a:ln w="3175">
            <a:noFill/>
          </a:ln>
        </p:spPr>
        <p:txBody>
          <a:bodyPr wrap="none" rtlCol="0">
            <a:spAutoFit/>
          </a:bodyPr>
          <a:lstStyle/>
          <a:p>
            <a:r>
              <a:rPr lang="en-US" i="1" dirty="0"/>
              <a:t>weights</a:t>
            </a:r>
          </a:p>
        </p:txBody>
      </p:sp>
      <p:cxnSp>
        <p:nvCxnSpPr>
          <p:cNvPr id="91" name="Straight Arrow Connector 90">
            <a:extLst>
              <a:ext uri="{FF2B5EF4-FFF2-40B4-BE49-F238E27FC236}">
                <a16:creationId xmlns:a16="http://schemas.microsoft.com/office/drawing/2014/main" id="{3CAAF403-940C-8036-69A4-7D5E8A2520E4}"/>
              </a:ext>
            </a:extLst>
          </p:cNvPr>
          <p:cNvCxnSpPr>
            <a:cxnSpLocks/>
          </p:cNvCxnSpPr>
          <p:nvPr/>
        </p:nvCxnSpPr>
        <p:spPr>
          <a:xfrm>
            <a:off x="173959" y="717483"/>
            <a:ext cx="14978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838586"/>
            <a:ext cx="1839942" cy="355131"/>
          </a:xfrm>
          <a:prstGeom prst="rect">
            <a:avLst/>
          </a:prstGeom>
          <a:noFill/>
          <a:ln w="12700">
            <a:solidFill>
              <a:schemeClr val="tx1"/>
            </a:solidFill>
          </a:ln>
        </p:spPr>
        <p:txBody>
          <a:bodyPr wrap="none" rtlCol="0" anchor="ctr" anchorCtr="1">
            <a:noAutofit/>
          </a:bodyPr>
          <a:lstStyle/>
          <a:p>
            <a:r>
              <a:rPr lang="en-US" dirty="0"/>
              <a:t>RAM</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198626"/>
            <a:ext cx="1839942"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1918706"/>
            <a:ext cx="1839942"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558666"/>
            <a:ext cx="1839942" cy="355131"/>
          </a:xfrm>
          <a:prstGeom prst="rect">
            <a:avLst/>
          </a:prstGeom>
          <a:noFill/>
          <a:ln w="12700">
            <a:solidFill>
              <a:schemeClr val="tx1"/>
            </a:solidFill>
          </a:ln>
        </p:spPr>
        <p:txBody>
          <a:bodyPr wrap="none" rtlCol="0" anchor="ctr" anchorCtr="1">
            <a:noAutofit/>
          </a:bodyPr>
          <a:lstStyle/>
          <a:p>
            <a:r>
              <a:rPr lang="en-US" dirty="0"/>
              <a:t>RAM</a:t>
            </a:r>
            <a:endParaRPr lang="en-US" b="1" dirty="0"/>
          </a:p>
        </p:txBody>
      </p: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406875"/>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75435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199EDF2-6EFF-6C22-2D69-1A7ED1080739}"/>
              </a:ext>
            </a:extLst>
          </p:cNvPr>
          <p:cNvCxnSpPr/>
          <p:nvPr/>
        </p:nvCxnSpPr>
        <p:spPr>
          <a:xfrm flipH="1" flipV="1">
            <a:off x="1263585" y="102404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56D7123-B382-AA64-8C02-F9B7DBF3C6E3}"/>
              </a:ext>
            </a:extLst>
          </p:cNvPr>
          <p:cNvSpPr txBox="1"/>
          <p:nvPr/>
        </p:nvSpPr>
        <p:spPr>
          <a:xfrm>
            <a:off x="1664669" y="4257827"/>
            <a:ext cx="1839942" cy="477874"/>
          </a:xfrm>
          <a:prstGeom prst="rect">
            <a:avLst/>
          </a:prstGeom>
          <a:noFill/>
          <a:ln w="12700">
            <a:solidFill>
              <a:schemeClr val="tx1"/>
            </a:solidFill>
          </a:ln>
        </p:spPr>
        <p:txBody>
          <a:bodyPr wrap="none" rtlCol="0" anchor="ctr" anchorCtr="1">
            <a:noAutofit/>
          </a:bodyPr>
          <a:lstStyle/>
          <a:p>
            <a:r>
              <a:rPr lang="en-US" dirty="0"/>
              <a:t>4Kx8 RAM 1</a:t>
            </a:r>
          </a:p>
        </p:txBody>
      </p:sp>
      <p:grpSp>
        <p:nvGrpSpPr>
          <p:cNvPr id="156" name="Group 155">
            <a:extLst>
              <a:ext uri="{FF2B5EF4-FFF2-40B4-BE49-F238E27FC236}">
                <a16:creationId xmlns:a16="http://schemas.microsoft.com/office/drawing/2014/main" id="{C9A4556F-7903-7202-9219-00D5073FF814}"/>
              </a:ext>
            </a:extLst>
          </p:cNvPr>
          <p:cNvGrpSpPr/>
          <p:nvPr/>
        </p:nvGrpSpPr>
        <p:grpSpPr>
          <a:xfrm>
            <a:off x="5343339" y="466402"/>
            <a:ext cx="1386972" cy="5331284"/>
            <a:chOff x="6364833" y="680590"/>
            <a:chExt cx="919483" cy="5331284"/>
          </a:xfrm>
        </p:grpSpPr>
        <p:sp>
          <p:nvSpPr>
            <p:cNvPr id="21" name="TextBox 20">
              <a:extLst>
                <a:ext uri="{FF2B5EF4-FFF2-40B4-BE49-F238E27FC236}">
                  <a16:creationId xmlns:a16="http://schemas.microsoft.com/office/drawing/2014/main" id="{7A8BBA71-2E6F-A46D-A8F7-578422819D22}"/>
                </a:ext>
              </a:extLst>
            </p:cNvPr>
            <p:cNvSpPr txBox="1"/>
            <p:nvPr/>
          </p:nvSpPr>
          <p:spPr>
            <a:xfrm>
              <a:off x="6364833" y="680590"/>
              <a:ext cx="919483" cy="354265"/>
            </a:xfrm>
            <a:prstGeom prst="rect">
              <a:avLst/>
            </a:prstGeom>
            <a:noFill/>
            <a:ln w="12700">
              <a:solidFill>
                <a:schemeClr val="tx1"/>
              </a:solidFill>
            </a:ln>
          </p:spPr>
          <p:txBody>
            <a:bodyPr wrap="none" rtlCol="0" anchor="ctr" anchorCtr="1">
              <a:noAutofit/>
            </a:bodyPr>
            <a:lstStyle/>
            <a:p>
              <a:r>
                <a:rPr lang="en-US" dirty="0"/>
                <a:t>8*8+32 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6364833" y="103609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6364833" y="139159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6364833" y="174709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6364833" y="2102594"/>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6364833" y="2458095"/>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6364833" y="2813596"/>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6364833" y="3169097"/>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6364833" y="3524598"/>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6364833" y="3880099"/>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6364833" y="4235600"/>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6364833" y="459110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6364833" y="494660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6364833" y="530210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6364833" y="5657609"/>
              <a:ext cx="919483"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grpSp>
      <p:cxnSp>
        <p:nvCxnSpPr>
          <p:cNvPr id="101" name="Straight Arrow Connector 100">
            <a:extLst>
              <a:ext uri="{FF2B5EF4-FFF2-40B4-BE49-F238E27FC236}">
                <a16:creationId xmlns:a16="http://schemas.microsoft.com/office/drawing/2014/main" id="{9C984CB2-E452-3768-29C3-299550D8BED1}"/>
              </a:ext>
            </a:extLst>
          </p:cNvPr>
          <p:cNvCxnSpPr>
            <a:cxnSpLocks/>
          </p:cNvCxnSpPr>
          <p:nvPr/>
        </p:nvCxnSpPr>
        <p:spPr>
          <a:xfrm>
            <a:off x="8545348" y="936617"/>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5" name="Group 464">
            <a:extLst>
              <a:ext uri="{FF2B5EF4-FFF2-40B4-BE49-F238E27FC236}">
                <a16:creationId xmlns:a16="http://schemas.microsoft.com/office/drawing/2014/main" id="{E1DEB335-7446-1975-3D89-EEE30E785D07}"/>
              </a:ext>
            </a:extLst>
          </p:cNvPr>
          <p:cNvGrpSpPr/>
          <p:nvPr/>
        </p:nvGrpSpPr>
        <p:grpSpPr>
          <a:xfrm>
            <a:off x="3504612" y="574265"/>
            <a:ext cx="1839942" cy="5127603"/>
            <a:chOff x="3504611" y="574265"/>
            <a:chExt cx="2875157" cy="5127603"/>
          </a:xfrm>
        </p:grpSpPr>
        <p:cxnSp>
          <p:nvCxnSpPr>
            <p:cNvPr id="22" name="Straight Arrow Connector 21">
              <a:extLst>
                <a:ext uri="{FF2B5EF4-FFF2-40B4-BE49-F238E27FC236}">
                  <a16:creationId xmlns:a16="http://schemas.microsoft.com/office/drawing/2014/main" id="{5F6B6ED6-1969-7A7B-6FB6-2AE7C56EF2A2}"/>
                </a:ext>
              </a:extLst>
            </p:cNvPr>
            <p:cNvCxnSpPr>
              <a:cxnSpLocks/>
              <a:stCxn id="11" idx="3"/>
            </p:cNvCxnSpPr>
            <p:nvPr/>
          </p:nvCxnSpPr>
          <p:spPr>
            <a:xfrm flipV="1">
              <a:off x="3504611" y="724849"/>
              <a:ext cx="2864922"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a:stCxn id="14" idx="3"/>
            </p:cNvCxnSpPr>
            <p:nvPr/>
          </p:nvCxnSpPr>
          <p:spPr>
            <a:xfrm>
              <a:off x="3511776" y="656112"/>
              <a:ext cx="2863542"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a:stCxn id="3" idx="3"/>
            </p:cNvCxnSpPr>
            <p:nvPr/>
          </p:nvCxnSpPr>
          <p:spPr>
            <a:xfrm flipV="1">
              <a:off x="3511777" y="1079824"/>
              <a:ext cx="2857754"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a:stCxn id="14" idx="3"/>
            </p:cNvCxnSpPr>
            <p:nvPr/>
          </p:nvCxnSpPr>
          <p:spPr>
            <a:xfrm flipV="1">
              <a:off x="3511776" y="574265"/>
              <a:ext cx="285775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a:stCxn id="4" idx="3"/>
            </p:cNvCxnSpPr>
            <p:nvPr/>
          </p:nvCxnSpPr>
          <p:spPr>
            <a:xfrm flipV="1">
              <a:off x="3511777" y="1434089"/>
              <a:ext cx="2857754"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a:stCxn id="93" idx="3"/>
            </p:cNvCxnSpPr>
            <p:nvPr/>
          </p:nvCxnSpPr>
          <p:spPr>
            <a:xfrm>
              <a:off x="3511776" y="1016152"/>
              <a:ext cx="2863542"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a:stCxn id="11" idx="3"/>
            </p:cNvCxnSpPr>
            <p:nvPr/>
          </p:nvCxnSpPr>
          <p:spPr>
            <a:xfrm flipV="1">
              <a:off x="3504611" y="1789064"/>
              <a:ext cx="2864922"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a:stCxn id="14" idx="3"/>
            </p:cNvCxnSpPr>
            <p:nvPr/>
          </p:nvCxnSpPr>
          <p:spPr>
            <a:xfrm>
              <a:off x="3511776" y="656112"/>
              <a:ext cx="285775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a:stCxn id="3" idx="3"/>
            </p:cNvCxnSpPr>
            <p:nvPr/>
          </p:nvCxnSpPr>
          <p:spPr>
            <a:xfrm flipV="1">
              <a:off x="3511777" y="2142619"/>
              <a:ext cx="2862204"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a:stCxn id="93" idx="3"/>
            </p:cNvCxnSpPr>
            <p:nvPr/>
          </p:nvCxnSpPr>
          <p:spPr>
            <a:xfrm>
              <a:off x="3511776" y="1016152"/>
              <a:ext cx="2867992"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a:stCxn id="4" idx="3"/>
            </p:cNvCxnSpPr>
            <p:nvPr/>
          </p:nvCxnSpPr>
          <p:spPr>
            <a:xfrm flipV="1">
              <a:off x="3511777" y="2497594"/>
              <a:ext cx="2862204"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a:stCxn id="93" idx="3"/>
            </p:cNvCxnSpPr>
            <p:nvPr/>
          </p:nvCxnSpPr>
          <p:spPr>
            <a:xfrm>
              <a:off x="3511776" y="1016152"/>
              <a:ext cx="2862206"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a:stCxn id="11" idx="3"/>
            </p:cNvCxnSpPr>
            <p:nvPr/>
          </p:nvCxnSpPr>
          <p:spPr>
            <a:xfrm flipV="1">
              <a:off x="3504611" y="2851859"/>
              <a:ext cx="2869371"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a:stCxn id="94" idx="3"/>
            </p:cNvCxnSpPr>
            <p:nvPr/>
          </p:nvCxnSpPr>
          <p:spPr>
            <a:xfrm>
              <a:off x="3511776" y="1376192"/>
              <a:ext cx="2867992"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a:stCxn id="3" idx="3"/>
            </p:cNvCxnSpPr>
            <p:nvPr/>
          </p:nvCxnSpPr>
          <p:spPr>
            <a:xfrm flipV="1">
              <a:off x="3511777" y="3206834"/>
              <a:ext cx="2862204"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a:stCxn id="94" idx="3"/>
            </p:cNvCxnSpPr>
            <p:nvPr/>
          </p:nvCxnSpPr>
          <p:spPr>
            <a:xfrm>
              <a:off x="3511776" y="1376192"/>
              <a:ext cx="2862206"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a:stCxn id="4" idx="3"/>
            </p:cNvCxnSpPr>
            <p:nvPr/>
          </p:nvCxnSpPr>
          <p:spPr>
            <a:xfrm flipV="1">
              <a:off x="3511777" y="3574858"/>
              <a:ext cx="2853055"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a:stCxn id="96" idx="3"/>
            </p:cNvCxnSpPr>
            <p:nvPr/>
          </p:nvCxnSpPr>
          <p:spPr>
            <a:xfrm>
              <a:off x="3511776" y="1736232"/>
              <a:ext cx="2858843"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a:stCxn id="11" idx="3"/>
            </p:cNvCxnSpPr>
            <p:nvPr/>
          </p:nvCxnSpPr>
          <p:spPr>
            <a:xfrm flipV="1">
              <a:off x="3504611" y="3929833"/>
              <a:ext cx="2860221"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a:stCxn id="94" idx="3"/>
            </p:cNvCxnSpPr>
            <p:nvPr/>
          </p:nvCxnSpPr>
          <p:spPr>
            <a:xfrm>
              <a:off x="3511776" y="1376192"/>
              <a:ext cx="2853057"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a:stCxn id="3" idx="3"/>
            </p:cNvCxnSpPr>
            <p:nvPr/>
          </p:nvCxnSpPr>
          <p:spPr>
            <a:xfrm flipV="1">
              <a:off x="3511777" y="4284098"/>
              <a:ext cx="2853055"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a:stCxn id="96" idx="3"/>
            </p:cNvCxnSpPr>
            <p:nvPr/>
          </p:nvCxnSpPr>
          <p:spPr>
            <a:xfrm>
              <a:off x="3511776" y="1736232"/>
              <a:ext cx="2858843"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a:stCxn id="4" idx="3"/>
            </p:cNvCxnSpPr>
            <p:nvPr/>
          </p:nvCxnSpPr>
          <p:spPr>
            <a:xfrm flipV="1">
              <a:off x="3511777" y="4639073"/>
              <a:ext cx="2853055"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a:stCxn id="96" idx="3"/>
            </p:cNvCxnSpPr>
            <p:nvPr/>
          </p:nvCxnSpPr>
          <p:spPr>
            <a:xfrm>
              <a:off x="3511776" y="1736232"/>
              <a:ext cx="2853057"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a:stCxn id="11" idx="3"/>
            </p:cNvCxnSpPr>
            <p:nvPr/>
          </p:nvCxnSpPr>
          <p:spPr>
            <a:xfrm>
              <a:off x="3504611" y="4496764"/>
              <a:ext cx="2864672"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a:stCxn id="95" idx="3"/>
            </p:cNvCxnSpPr>
            <p:nvPr/>
          </p:nvCxnSpPr>
          <p:spPr>
            <a:xfrm>
              <a:off x="3511776" y="2096272"/>
              <a:ext cx="2863293"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a:stCxn id="3" idx="3"/>
            </p:cNvCxnSpPr>
            <p:nvPr/>
          </p:nvCxnSpPr>
          <p:spPr>
            <a:xfrm>
              <a:off x="3511777" y="4974639"/>
              <a:ext cx="2857505"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a:stCxn id="95" idx="3"/>
            </p:cNvCxnSpPr>
            <p:nvPr/>
          </p:nvCxnSpPr>
          <p:spPr>
            <a:xfrm>
              <a:off x="3511776" y="2096272"/>
              <a:ext cx="285750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D073FE7-A756-6110-9B86-6504CA9BEE0C}"/>
                </a:ext>
              </a:extLst>
            </p:cNvPr>
            <p:cNvCxnSpPr>
              <a:cxnSpLocks/>
              <a:stCxn id="4" idx="3"/>
            </p:cNvCxnSpPr>
            <p:nvPr/>
          </p:nvCxnSpPr>
          <p:spPr>
            <a:xfrm>
              <a:off x="3511777" y="5452513"/>
              <a:ext cx="2857505"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a:stCxn id="95" idx="3"/>
            </p:cNvCxnSpPr>
            <p:nvPr/>
          </p:nvCxnSpPr>
          <p:spPr>
            <a:xfrm>
              <a:off x="3511776" y="2096272"/>
              <a:ext cx="285750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9" name="TextBox 458">
            <a:extLst>
              <a:ext uri="{FF2B5EF4-FFF2-40B4-BE49-F238E27FC236}">
                <a16:creationId xmlns:a16="http://schemas.microsoft.com/office/drawing/2014/main" id="{E6A62C4E-019D-392D-9A08-208748C9225E}"/>
              </a:ext>
            </a:extLst>
          </p:cNvPr>
          <p:cNvSpPr txBox="1"/>
          <p:nvPr/>
        </p:nvSpPr>
        <p:spPr>
          <a:xfrm>
            <a:off x="0" y="5919224"/>
            <a:ext cx="6538136" cy="923330"/>
          </a:xfrm>
          <a:prstGeom prst="rect">
            <a:avLst/>
          </a:prstGeom>
          <a:noFill/>
        </p:spPr>
        <p:txBody>
          <a:bodyPr wrap="none" rtlCol="0">
            <a:spAutoFit/>
          </a:bodyPr>
          <a:lstStyle/>
          <a:p>
            <a:r>
              <a:rPr lang="en-US" dirty="0"/>
              <a:t>stripe input activations across input buffer BRAMs</a:t>
            </a:r>
          </a:p>
          <a:p>
            <a:r>
              <a:rPr lang="en-US" dirty="0"/>
              <a:t>compute n*m dot products in parallel</a:t>
            </a:r>
          </a:p>
          <a:p>
            <a:r>
              <a:rPr lang="en-US" dirty="0"/>
              <a:t>each BRAM stores complete patches (input activations and weights)</a:t>
            </a:r>
          </a:p>
        </p:txBody>
      </p:sp>
      <p:cxnSp>
        <p:nvCxnSpPr>
          <p:cNvPr id="460" name="Straight Arrow Connector 459">
            <a:extLst>
              <a:ext uri="{FF2B5EF4-FFF2-40B4-BE49-F238E27FC236}">
                <a16:creationId xmlns:a16="http://schemas.microsoft.com/office/drawing/2014/main" id="{330584EB-3CBE-2E37-F87A-5900EE1D5C19}"/>
              </a:ext>
            </a:extLst>
          </p:cNvPr>
          <p:cNvCxnSpPr>
            <a:cxnSpLocks/>
            <a:endCxn id="462" idx="1"/>
          </p:cNvCxnSpPr>
          <p:nvPr/>
        </p:nvCxnSpPr>
        <p:spPr>
          <a:xfrm>
            <a:off x="6715810" y="635205"/>
            <a:ext cx="605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1" name="Group 460">
            <a:extLst>
              <a:ext uri="{FF2B5EF4-FFF2-40B4-BE49-F238E27FC236}">
                <a16:creationId xmlns:a16="http://schemas.microsoft.com/office/drawing/2014/main" id="{904E858C-DF0F-81B3-19D2-FB9164D1B236}"/>
              </a:ext>
            </a:extLst>
          </p:cNvPr>
          <p:cNvGrpSpPr/>
          <p:nvPr/>
        </p:nvGrpSpPr>
        <p:grpSpPr>
          <a:xfrm>
            <a:off x="7321295" y="460107"/>
            <a:ext cx="350195" cy="350195"/>
            <a:chOff x="3860124" y="2202910"/>
            <a:chExt cx="350195" cy="350195"/>
          </a:xfrm>
        </p:grpSpPr>
        <p:sp>
          <p:nvSpPr>
            <p:cNvPr id="462" name="Rectangle 461">
              <a:extLst>
                <a:ext uri="{FF2B5EF4-FFF2-40B4-BE49-F238E27FC236}">
                  <a16:creationId xmlns:a16="http://schemas.microsoft.com/office/drawing/2014/main" id="{C02AF341-45F1-09B4-D31D-7A38DEDDCE1B}"/>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Isosceles Triangle 462">
              <a:extLst>
                <a:ext uri="{FF2B5EF4-FFF2-40B4-BE49-F238E27FC236}">
                  <a16:creationId xmlns:a16="http://schemas.microsoft.com/office/drawing/2014/main" id="{CFE6B35F-318A-7F7D-528A-B38231B6C7FF}"/>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64" name="Straight Arrow Connector 463">
            <a:extLst>
              <a:ext uri="{FF2B5EF4-FFF2-40B4-BE49-F238E27FC236}">
                <a16:creationId xmlns:a16="http://schemas.microsoft.com/office/drawing/2014/main" id="{FE404916-7845-EDAC-49B7-E74EC03BC70E}"/>
              </a:ext>
            </a:extLst>
          </p:cNvPr>
          <p:cNvCxnSpPr>
            <a:cxnSpLocks/>
          </p:cNvCxnSpPr>
          <p:nvPr/>
        </p:nvCxnSpPr>
        <p:spPr>
          <a:xfrm>
            <a:off x="7671490" y="635205"/>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9" name="Trapezoid 468">
            <a:extLst>
              <a:ext uri="{FF2B5EF4-FFF2-40B4-BE49-F238E27FC236}">
                <a16:creationId xmlns:a16="http://schemas.microsoft.com/office/drawing/2014/main" id="{03C6D927-A9C5-D7EE-6D85-EFF769041482}"/>
              </a:ext>
            </a:extLst>
          </p:cNvPr>
          <p:cNvSpPr/>
          <p:nvPr/>
        </p:nvSpPr>
        <p:spPr>
          <a:xfrm rot="5400000">
            <a:off x="7885208" y="786792"/>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0" name="Straight Arrow Connector 469">
            <a:extLst>
              <a:ext uri="{FF2B5EF4-FFF2-40B4-BE49-F238E27FC236}">
                <a16:creationId xmlns:a16="http://schemas.microsoft.com/office/drawing/2014/main" id="{764E35A9-9DF0-6B1A-F951-BE926747B334}"/>
              </a:ext>
            </a:extLst>
          </p:cNvPr>
          <p:cNvCxnSpPr>
            <a:cxnSpLocks/>
            <a:endCxn id="472" idx="1"/>
          </p:cNvCxnSpPr>
          <p:nvPr/>
        </p:nvCxnSpPr>
        <p:spPr>
          <a:xfrm>
            <a:off x="6715810" y="5609039"/>
            <a:ext cx="605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71" name="Group 470">
            <a:extLst>
              <a:ext uri="{FF2B5EF4-FFF2-40B4-BE49-F238E27FC236}">
                <a16:creationId xmlns:a16="http://schemas.microsoft.com/office/drawing/2014/main" id="{03F44D13-7C7B-8CF4-5ED2-B3D5FCA2B7CA}"/>
              </a:ext>
            </a:extLst>
          </p:cNvPr>
          <p:cNvGrpSpPr/>
          <p:nvPr/>
        </p:nvGrpSpPr>
        <p:grpSpPr>
          <a:xfrm>
            <a:off x="7321295" y="5433941"/>
            <a:ext cx="350195" cy="350195"/>
            <a:chOff x="3860124" y="2202910"/>
            <a:chExt cx="350195" cy="350195"/>
          </a:xfrm>
        </p:grpSpPr>
        <p:sp>
          <p:nvSpPr>
            <p:cNvPr id="472" name="Rectangle 471">
              <a:extLst>
                <a:ext uri="{FF2B5EF4-FFF2-40B4-BE49-F238E27FC236}">
                  <a16:creationId xmlns:a16="http://schemas.microsoft.com/office/drawing/2014/main" id="{5283C9CA-D596-F1C6-EE3C-5AF677737F47}"/>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Isosceles Triangle 472">
              <a:extLst>
                <a:ext uri="{FF2B5EF4-FFF2-40B4-BE49-F238E27FC236}">
                  <a16:creationId xmlns:a16="http://schemas.microsoft.com/office/drawing/2014/main" id="{1537C7AB-E4A9-7571-1383-DD358E335867}"/>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76" name="Connector: Elbow 475">
            <a:extLst>
              <a:ext uri="{FF2B5EF4-FFF2-40B4-BE49-F238E27FC236}">
                <a16:creationId xmlns:a16="http://schemas.microsoft.com/office/drawing/2014/main" id="{48C45C3C-25F6-6304-2938-21AED7C19720}"/>
              </a:ext>
            </a:extLst>
          </p:cNvPr>
          <p:cNvCxnSpPr>
            <a:cxnSpLocks/>
            <a:stCxn id="472" idx="3"/>
          </p:cNvCxnSpPr>
          <p:nvPr/>
        </p:nvCxnSpPr>
        <p:spPr>
          <a:xfrm flipV="1">
            <a:off x="7671490" y="1313151"/>
            <a:ext cx="529605" cy="42958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97AE8E3D-C9E5-BB3A-9372-CA86DD1C6870}"/>
              </a:ext>
            </a:extLst>
          </p:cNvPr>
          <p:cNvCxnSpPr>
            <a:cxnSpLocks/>
          </p:cNvCxnSpPr>
          <p:nvPr/>
        </p:nvCxnSpPr>
        <p:spPr>
          <a:xfrm>
            <a:off x="8039460" y="798262"/>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647DFFCD-8FAC-72AE-F9BC-2697B816E7F2}"/>
              </a:ext>
            </a:extLst>
          </p:cNvPr>
          <p:cNvSpPr txBox="1"/>
          <p:nvPr/>
        </p:nvSpPr>
        <p:spPr>
          <a:xfrm>
            <a:off x="11077978" y="569123"/>
            <a:ext cx="778418" cy="369332"/>
          </a:xfrm>
          <a:prstGeom prst="rect">
            <a:avLst/>
          </a:prstGeom>
          <a:noFill/>
        </p:spPr>
        <p:txBody>
          <a:bodyPr wrap="none" rtlCol="0">
            <a:spAutoFit/>
          </a:bodyPr>
          <a:lstStyle/>
          <a:p>
            <a:r>
              <a:rPr lang="en-US" dirty="0"/>
              <a:t>TDATA</a:t>
            </a:r>
          </a:p>
        </p:txBody>
      </p:sp>
      <p:sp>
        <p:nvSpPr>
          <p:cNvPr id="483" name="TextBox 482">
            <a:extLst>
              <a:ext uri="{FF2B5EF4-FFF2-40B4-BE49-F238E27FC236}">
                <a16:creationId xmlns:a16="http://schemas.microsoft.com/office/drawing/2014/main" id="{1F52442F-EA88-997B-E6C5-098787BA1B4B}"/>
              </a:ext>
            </a:extLst>
          </p:cNvPr>
          <p:cNvSpPr txBox="1"/>
          <p:nvPr/>
        </p:nvSpPr>
        <p:spPr>
          <a:xfrm>
            <a:off x="8893460" y="6264076"/>
            <a:ext cx="764953" cy="369332"/>
          </a:xfrm>
          <a:prstGeom prst="rect">
            <a:avLst/>
          </a:prstGeom>
          <a:noFill/>
        </p:spPr>
        <p:txBody>
          <a:bodyPr wrap="none" rtlCol="0">
            <a:spAutoFit/>
          </a:bodyPr>
          <a:lstStyle/>
          <a:p>
            <a:r>
              <a:rPr lang="en-US" dirty="0"/>
              <a:t>BRAM</a:t>
            </a:r>
          </a:p>
        </p:txBody>
      </p:sp>
      <p:grpSp>
        <p:nvGrpSpPr>
          <p:cNvPr id="485" name="Group 484">
            <a:extLst>
              <a:ext uri="{FF2B5EF4-FFF2-40B4-BE49-F238E27FC236}">
                <a16:creationId xmlns:a16="http://schemas.microsoft.com/office/drawing/2014/main" id="{4AF0F9EF-D3F9-68DE-0C1B-D2A975C229A1}"/>
              </a:ext>
            </a:extLst>
          </p:cNvPr>
          <p:cNvGrpSpPr/>
          <p:nvPr/>
        </p:nvGrpSpPr>
        <p:grpSpPr>
          <a:xfrm>
            <a:off x="8948803" y="5539891"/>
            <a:ext cx="2924949" cy="379333"/>
            <a:chOff x="8404553" y="765498"/>
            <a:chExt cx="2924949" cy="379333"/>
          </a:xfrm>
        </p:grpSpPr>
        <p:grpSp>
          <p:nvGrpSpPr>
            <p:cNvPr id="486" name="Group 485">
              <a:extLst>
                <a:ext uri="{FF2B5EF4-FFF2-40B4-BE49-F238E27FC236}">
                  <a16:creationId xmlns:a16="http://schemas.microsoft.com/office/drawing/2014/main" id="{A1CAFF84-81AF-B225-CC64-9E27E0B32AEB}"/>
                </a:ext>
              </a:extLst>
            </p:cNvPr>
            <p:cNvGrpSpPr/>
            <p:nvPr/>
          </p:nvGrpSpPr>
          <p:grpSpPr>
            <a:xfrm>
              <a:off x="8718059" y="966277"/>
              <a:ext cx="2610996" cy="100423"/>
              <a:chOff x="8718059" y="966277"/>
              <a:chExt cx="2610996" cy="100423"/>
            </a:xfrm>
          </p:grpSpPr>
          <p:sp>
            <p:nvSpPr>
              <p:cNvPr id="578" name="Rectangle 577">
                <a:extLst>
                  <a:ext uri="{FF2B5EF4-FFF2-40B4-BE49-F238E27FC236}">
                    <a16:creationId xmlns:a16="http://schemas.microsoft.com/office/drawing/2014/main" id="{0665BFFB-B7F3-09E3-E2BE-392313970FE6}"/>
                  </a:ext>
                </a:extLst>
              </p:cNvPr>
              <p:cNvSpPr/>
              <p:nvPr/>
            </p:nvSpPr>
            <p:spPr>
              <a:xfrm rot="10800000">
                <a:off x="1122863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2FBFF866-53B3-10C4-0E48-648EF61FD009}"/>
                  </a:ext>
                </a:extLst>
              </p:cNvPr>
              <p:cNvSpPr/>
              <p:nvPr/>
            </p:nvSpPr>
            <p:spPr>
              <a:xfrm rot="10800000">
                <a:off x="1112821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Rectangle 579">
                <a:extLst>
                  <a:ext uri="{FF2B5EF4-FFF2-40B4-BE49-F238E27FC236}">
                    <a16:creationId xmlns:a16="http://schemas.microsoft.com/office/drawing/2014/main" id="{8756722F-1124-6B0D-9914-D07C7451818F}"/>
                  </a:ext>
                </a:extLst>
              </p:cNvPr>
              <p:cNvSpPr/>
              <p:nvPr/>
            </p:nvSpPr>
            <p:spPr>
              <a:xfrm rot="10800000">
                <a:off x="1102778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F4CE4835-D2CC-A230-BC5A-98DC6AD8779B}"/>
                  </a:ext>
                </a:extLst>
              </p:cNvPr>
              <p:cNvSpPr/>
              <p:nvPr/>
            </p:nvSpPr>
            <p:spPr>
              <a:xfrm rot="10800000">
                <a:off x="1092736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581">
                <a:extLst>
                  <a:ext uri="{FF2B5EF4-FFF2-40B4-BE49-F238E27FC236}">
                    <a16:creationId xmlns:a16="http://schemas.microsoft.com/office/drawing/2014/main" id="{B599286F-BE8C-6162-407E-37E4563FE5C3}"/>
                  </a:ext>
                </a:extLst>
              </p:cNvPr>
              <p:cNvSpPr/>
              <p:nvPr/>
            </p:nvSpPr>
            <p:spPr>
              <a:xfrm rot="10800000">
                <a:off x="1082694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17A4659E-861A-F6D0-FE46-5EA76A56D161}"/>
                  </a:ext>
                </a:extLst>
              </p:cNvPr>
              <p:cNvSpPr/>
              <p:nvPr/>
            </p:nvSpPr>
            <p:spPr>
              <a:xfrm rot="10800000">
                <a:off x="1072651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52FF53E0-E4D4-C39B-0785-6F011BD071D0}"/>
                  </a:ext>
                </a:extLst>
              </p:cNvPr>
              <p:cNvSpPr/>
              <p:nvPr/>
            </p:nvSpPr>
            <p:spPr>
              <a:xfrm rot="10800000">
                <a:off x="1062609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3A45B781-96F5-5340-5E69-1B51AFC54C7D}"/>
                  </a:ext>
                </a:extLst>
              </p:cNvPr>
              <p:cNvSpPr/>
              <p:nvPr/>
            </p:nvSpPr>
            <p:spPr>
              <a:xfrm rot="10800000">
                <a:off x="1052567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861AA151-4943-E183-5E98-6724DF71D1A7}"/>
                  </a:ext>
                </a:extLst>
              </p:cNvPr>
              <p:cNvSpPr/>
              <p:nvPr/>
            </p:nvSpPr>
            <p:spPr>
              <a:xfrm rot="10800000">
                <a:off x="1042524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5BA2B21C-1242-9EFB-FBF9-9A67C92BCAE6}"/>
                  </a:ext>
                </a:extLst>
              </p:cNvPr>
              <p:cNvSpPr/>
              <p:nvPr/>
            </p:nvSpPr>
            <p:spPr>
              <a:xfrm rot="10800000">
                <a:off x="1032482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64271038-E21A-4FB8-0AA5-9413B7F82688}"/>
                  </a:ext>
                </a:extLst>
              </p:cNvPr>
              <p:cNvSpPr/>
              <p:nvPr/>
            </p:nvSpPr>
            <p:spPr>
              <a:xfrm rot="10800000">
                <a:off x="1022440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09B33AEB-D084-69D8-9ACE-629881FC81FD}"/>
                  </a:ext>
                </a:extLst>
              </p:cNvPr>
              <p:cNvSpPr/>
              <p:nvPr/>
            </p:nvSpPr>
            <p:spPr>
              <a:xfrm rot="10800000">
                <a:off x="1012398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A3B4F268-0905-4597-D3E7-7F563DA35D01}"/>
                  </a:ext>
                </a:extLst>
              </p:cNvPr>
              <p:cNvSpPr/>
              <p:nvPr/>
            </p:nvSpPr>
            <p:spPr>
              <a:xfrm rot="10800000">
                <a:off x="1002355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75FF0660-970E-1151-82E3-DD56BD2167A7}"/>
                  </a:ext>
                </a:extLst>
              </p:cNvPr>
              <p:cNvSpPr/>
              <p:nvPr/>
            </p:nvSpPr>
            <p:spPr>
              <a:xfrm rot="10800000">
                <a:off x="992313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0AB34367-D17B-84CF-A108-9D1DD868CDC0}"/>
                  </a:ext>
                </a:extLst>
              </p:cNvPr>
              <p:cNvSpPr/>
              <p:nvPr/>
            </p:nvSpPr>
            <p:spPr>
              <a:xfrm rot="10800000">
                <a:off x="982271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937D0C5A-3606-DA42-10BB-95C9AB72F5BA}"/>
                  </a:ext>
                </a:extLst>
              </p:cNvPr>
              <p:cNvSpPr/>
              <p:nvPr/>
            </p:nvSpPr>
            <p:spPr>
              <a:xfrm rot="10800000">
                <a:off x="972228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47619A83-2898-DFDA-AA81-D8BED1B39225}"/>
                  </a:ext>
                </a:extLst>
              </p:cNvPr>
              <p:cNvSpPr/>
              <p:nvPr/>
            </p:nvSpPr>
            <p:spPr>
              <a:xfrm rot="10800000">
                <a:off x="962186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5B763811-6871-BA54-D118-D5C142405BEA}"/>
                  </a:ext>
                </a:extLst>
              </p:cNvPr>
              <p:cNvSpPr/>
              <p:nvPr/>
            </p:nvSpPr>
            <p:spPr>
              <a:xfrm rot="10800000">
                <a:off x="952144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74B79C02-2FF0-13CC-E1E0-857F1312C612}"/>
                  </a:ext>
                </a:extLst>
              </p:cNvPr>
              <p:cNvSpPr/>
              <p:nvPr/>
            </p:nvSpPr>
            <p:spPr>
              <a:xfrm rot="10800000">
                <a:off x="942102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B445B998-9C8A-80CE-9A64-B5E18F85D043}"/>
                  </a:ext>
                </a:extLst>
              </p:cNvPr>
              <p:cNvSpPr/>
              <p:nvPr/>
            </p:nvSpPr>
            <p:spPr>
              <a:xfrm rot="10800000">
                <a:off x="932059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BCA32428-D45D-9886-E6DD-A9F778F9866C}"/>
                  </a:ext>
                </a:extLst>
              </p:cNvPr>
              <p:cNvSpPr/>
              <p:nvPr/>
            </p:nvSpPr>
            <p:spPr>
              <a:xfrm rot="10800000">
                <a:off x="922017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E1A1B528-94B9-F06F-B30C-88E819B65622}"/>
                  </a:ext>
                </a:extLst>
              </p:cNvPr>
              <p:cNvSpPr/>
              <p:nvPr/>
            </p:nvSpPr>
            <p:spPr>
              <a:xfrm rot="10800000">
                <a:off x="911975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D00F8682-A3EF-D160-EBEB-5D5CF319B275}"/>
                  </a:ext>
                </a:extLst>
              </p:cNvPr>
              <p:cNvSpPr/>
              <p:nvPr/>
            </p:nvSpPr>
            <p:spPr>
              <a:xfrm rot="10800000">
                <a:off x="901932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B806E3C7-55CE-31F8-557A-D7FF6D6300A6}"/>
                  </a:ext>
                </a:extLst>
              </p:cNvPr>
              <p:cNvSpPr/>
              <p:nvPr/>
            </p:nvSpPr>
            <p:spPr>
              <a:xfrm rot="10800000">
                <a:off x="891890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952D4608-92A8-E85F-55DE-D22340E187D9}"/>
                  </a:ext>
                </a:extLst>
              </p:cNvPr>
              <p:cNvSpPr/>
              <p:nvPr/>
            </p:nvSpPr>
            <p:spPr>
              <a:xfrm rot="10800000">
                <a:off x="881848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499C6FC3-0E08-3A16-FA2C-84D09A2A88A3}"/>
                  </a:ext>
                </a:extLst>
              </p:cNvPr>
              <p:cNvSpPr/>
              <p:nvPr/>
            </p:nvSpPr>
            <p:spPr>
              <a:xfrm rot="10800000">
                <a:off x="871805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7" name="Rectangle 486">
              <a:extLst>
                <a:ext uri="{FF2B5EF4-FFF2-40B4-BE49-F238E27FC236}">
                  <a16:creationId xmlns:a16="http://schemas.microsoft.com/office/drawing/2014/main" id="{A14BD803-1999-6B7A-7909-EAB90AC1E18D}"/>
                </a:ext>
              </a:extLst>
            </p:cNvPr>
            <p:cNvSpPr/>
            <p:nvPr/>
          </p:nvSpPr>
          <p:spPr>
            <a:xfrm rot="10800000">
              <a:off x="1122863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FDF62FB5-A1D4-09E0-D39D-CE64BBF6A7C5}"/>
                </a:ext>
              </a:extLst>
            </p:cNvPr>
            <p:cNvSpPr/>
            <p:nvPr/>
          </p:nvSpPr>
          <p:spPr>
            <a:xfrm rot="10800000">
              <a:off x="1112821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2BC25FF5-41C7-8544-2700-4805D0411217}"/>
                </a:ext>
              </a:extLst>
            </p:cNvPr>
            <p:cNvSpPr/>
            <p:nvPr/>
          </p:nvSpPr>
          <p:spPr>
            <a:xfrm rot="10800000">
              <a:off x="1102778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F7D82833-4786-E615-DD58-C6F86B7D9E1D}"/>
                </a:ext>
              </a:extLst>
            </p:cNvPr>
            <p:cNvSpPr/>
            <p:nvPr/>
          </p:nvSpPr>
          <p:spPr>
            <a:xfrm rot="10800000">
              <a:off x="1092736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5811D60B-6047-2160-E1A7-8D880864A945}"/>
                </a:ext>
              </a:extLst>
            </p:cNvPr>
            <p:cNvSpPr/>
            <p:nvPr/>
          </p:nvSpPr>
          <p:spPr>
            <a:xfrm rot="10800000">
              <a:off x="1082694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6E6F1131-BAB0-BE38-D404-9FD1E9701E34}"/>
                </a:ext>
              </a:extLst>
            </p:cNvPr>
            <p:cNvSpPr/>
            <p:nvPr/>
          </p:nvSpPr>
          <p:spPr>
            <a:xfrm rot="10800000">
              <a:off x="1072651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8D55F838-BCD6-FAA2-2EB2-9B4CC69202EA}"/>
                </a:ext>
              </a:extLst>
            </p:cNvPr>
            <p:cNvSpPr/>
            <p:nvPr/>
          </p:nvSpPr>
          <p:spPr>
            <a:xfrm rot="10800000">
              <a:off x="1062609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3078D5B-927C-A508-E497-0E44CB8BB02F}"/>
                </a:ext>
              </a:extLst>
            </p:cNvPr>
            <p:cNvSpPr/>
            <p:nvPr/>
          </p:nvSpPr>
          <p:spPr>
            <a:xfrm rot="10800000">
              <a:off x="1052567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4D91AB4C-8A6F-9839-66BF-A88D59B62DE2}"/>
                </a:ext>
              </a:extLst>
            </p:cNvPr>
            <p:cNvSpPr/>
            <p:nvPr/>
          </p:nvSpPr>
          <p:spPr>
            <a:xfrm rot="10800000">
              <a:off x="1042524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5C3EF03D-70B6-3C49-5B6E-3038884C2D5F}"/>
                </a:ext>
              </a:extLst>
            </p:cNvPr>
            <p:cNvSpPr/>
            <p:nvPr/>
          </p:nvSpPr>
          <p:spPr>
            <a:xfrm rot="10800000">
              <a:off x="1032482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BE92EB0A-CAAD-ABD9-623D-CD0C6F6534A9}"/>
                </a:ext>
              </a:extLst>
            </p:cNvPr>
            <p:cNvSpPr/>
            <p:nvPr/>
          </p:nvSpPr>
          <p:spPr>
            <a:xfrm rot="10800000">
              <a:off x="1022440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B71F950A-A382-865A-4C86-51EB25E0F4B0}"/>
                </a:ext>
              </a:extLst>
            </p:cNvPr>
            <p:cNvSpPr/>
            <p:nvPr/>
          </p:nvSpPr>
          <p:spPr>
            <a:xfrm rot="10800000">
              <a:off x="1012398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97217D69-38F0-CE5C-2948-9D5EDF408E07}"/>
                </a:ext>
              </a:extLst>
            </p:cNvPr>
            <p:cNvSpPr/>
            <p:nvPr/>
          </p:nvSpPr>
          <p:spPr>
            <a:xfrm rot="10800000">
              <a:off x="1002355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BD41DB81-A45F-6518-42E0-CBE6B0A37DF7}"/>
                </a:ext>
              </a:extLst>
            </p:cNvPr>
            <p:cNvSpPr/>
            <p:nvPr/>
          </p:nvSpPr>
          <p:spPr>
            <a:xfrm rot="10800000">
              <a:off x="992313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2604BCB2-21B5-23F4-7EAA-6C922EC6C06D}"/>
                </a:ext>
              </a:extLst>
            </p:cNvPr>
            <p:cNvSpPr/>
            <p:nvPr/>
          </p:nvSpPr>
          <p:spPr>
            <a:xfrm rot="10800000">
              <a:off x="982271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0359C2BA-5E21-BCDA-1821-D622DB9B126A}"/>
                </a:ext>
              </a:extLst>
            </p:cNvPr>
            <p:cNvSpPr/>
            <p:nvPr/>
          </p:nvSpPr>
          <p:spPr>
            <a:xfrm rot="10800000">
              <a:off x="972228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9770CF82-FAC8-BB84-C258-47F240EC51C5}"/>
                </a:ext>
              </a:extLst>
            </p:cNvPr>
            <p:cNvSpPr/>
            <p:nvPr/>
          </p:nvSpPr>
          <p:spPr>
            <a:xfrm rot="10800000">
              <a:off x="962186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FDFF080A-D6E4-C1F8-198D-8E51B6DE99AF}"/>
                </a:ext>
              </a:extLst>
            </p:cNvPr>
            <p:cNvSpPr/>
            <p:nvPr/>
          </p:nvSpPr>
          <p:spPr>
            <a:xfrm rot="10800000">
              <a:off x="952144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3A78117E-3DA0-0B81-ECA2-1157ED7400EA}"/>
                </a:ext>
              </a:extLst>
            </p:cNvPr>
            <p:cNvSpPr/>
            <p:nvPr/>
          </p:nvSpPr>
          <p:spPr>
            <a:xfrm rot="10800000">
              <a:off x="942102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334F87B2-FFED-E482-AC56-96A925C3BD0D}"/>
                </a:ext>
              </a:extLst>
            </p:cNvPr>
            <p:cNvSpPr/>
            <p:nvPr/>
          </p:nvSpPr>
          <p:spPr>
            <a:xfrm rot="10800000">
              <a:off x="932059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A90CE58E-C87C-76B3-56C6-E8D13DF2AD2B}"/>
                </a:ext>
              </a:extLst>
            </p:cNvPr>
            <p:cNvSpPr/>
            <p:nvPr/>
          </p:nvSpPr>
          <p:spPr>
            <a:xfrm rot="10800000">
              <a:off x="922017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154713FA-8D08-9182-4648-B4F0712D2BFE}"/>
                </a:ext>
              </a:extLst>
            </p:cNvPr>
            <p:cNvSpPr/>
            <p:nvPr/>
          </p:nvSpPr>
          <p:spPr>
            <a:xfrm rot="10800000">
              <a:off x="911975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72C6915D-97FE-6B4F-6085-9776A9F74EB1}"/>
                </a:ext>
              </a:extLst>
            </p:cNvPr>
            <p:cNvSpPr/>
            <p:nvPr/>
          </p:nvSpPr>
          <p:spPr>
            <a:xfrm rot="10800000">
              <a:off x="901932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4CC424B3-4A9A-44FF-A76F-BB157CCB47E0}"/>
                </a:ext>
              </a:extLst>
            </p:cNvPr>
            <p:cNvSpPr/>
            <p:nvPr/>
          </p:nvSpPr>
          <p:spPr>
            <a:xfrm rot="10800000">
              <a:off x="891890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6F2CA643-7FE6-D4D5-7F16-02483D06930C}"/>
                </a:ext>
              </a:extLst>
            </p:cNvPr>
            <p:cNvSpPr/>
            <p:nvPr/>
          </p:nvSpPr>
          <p:spPr>
            <a:xfrm rot="10800000">
              <a:off x="881848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C41C28B7-9AF6-BB27-910D-BF4EFD5421E3}"/>
                </a:ext>
              </a:extLst>
            </p:cNvPr>
            <p:cNvSpPr/>
            <p:nvPr/>
          </p:nvSpPr>
          <p:spPr>
            <a:xfrm rot="10800000">
              <a:off x="871805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3" name="Group 512">
              <a:extLst>
                <a:ext uri="{FF2B5EF4-FFF2-40B4-BE49-F238E27FC236}">
                  <a16:creationId xmlns:a16="http://schemas.microsoft.com/office/drawing/2014/main" id="{824E5FCB-ABDA-6BB7-1546-20237D4C8E67}"/>
                </a:ext>
              </a:extLst>
            </p:cNvPr>
            <p:cNvGrpSpPr/>
            <p:nvPr/>
          </p:nvGrpSpPr>
          <p:grpSpPr>
            <a:xfrm rot="10800000">
              <a:off x="8404553" y="765498"/>
              <a:ext cx="301269" cy="301135"/>
              <a:chOff x="1051088" y="5406535"/>
              <a:chExt cx="593889" cy="593625"/>
            </a:xfrm>
          </p:grpSpPr>
          <p:sp>
            <p:nvSpPr>
              <p:cNvPr id="569" name="Rectangle 568">
                <a:extLst>
                  <a:ext uri="{FF2B5EF4-FFF2-40B4-BE49-F238E27FC236}">
                    <a16:creationId xmlns:a16="http://schemas.microsoft.com/office/drawing/2014/main" id="{DA5AE505-A9E5-4D81-BF96-6779F82688C3}"/>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309932AA-1E20-B7C2-C1EA-3EF7837C66FB}"/>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2685EEC5-91F2-D768-C4BA-BA866FE093C7}"/>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0794EB7C-0D37-E907-80C9-822DB6B9C93B}"/>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92494117-49ED-32AC-9F14-7BBBF011802B}"/>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Rectangle 573">
                <a:extLst>
                  <a:ext uri="{FF2B5EF4-FFF2-40B4-BE49-F238E27FC236}">
                    <a16:creationId xmlns:a16="http://schemas.microsoft.com/office/drawing/2014/main" id="{F8EDDABE-8905-FF40-E542-3EB8EFFA8572}"/>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E07A40ED-0EA9-75B2-4DCC-51D902974966}"/>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96F66400-D189-51A1-D3F4-9CB76EC8ADA0}"/>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B37C0E63-343E-6440-33E1-0431AA7ABD7B}"/>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4" name="Rectangle 513">
              <a:extLst>
                <a:ext uri="{FF2B5EF4-FFF2-40B4-BE49-F238E27FC236}">
                  <a16:creationId xmlns:a16="http://schemas.microsoft.com/office/drawing/2014/main" id="{D5E65371-C716-C2FB-3650-4431B28D2944}"/>
                </a:ext>
              </a:extLst>
            </p:cNvPr>
            <p:cNvSpPr/>
            <p:nvPr/>
          </p:nvSpPr>
          <p:spPr>
            <a:xfrm rot="10800000">
              <a:off x="1122863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358D32FA-10AE-0B91-1249-69DB8D611DCC}"/>
                </a:ext>
              </a:extLst>
            </p:cNvPr>
            <p:cNvSpPr/>
            <p:nvPr/>
          </p:nvSpPr>
          <p:spPr>
            <a:xfrm rot="10800000">
              <a:off x="1112821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874124F4-82C6-C2E9-AA14-7BA424054C0F}"/>
                </a:ext>
              </a:extLst>
            </p:cNvPr>
            <p:cNvSpPr/>
            <p:nvPr/>
          </p:nvSpPr>
          <p:spPr>
            <a:xfrm rot="10800000">
              <a:off x="1102778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DE75657F-C358-B88C-AA68-A8F3B18446F7}"/>
                </a:ext>
              </a:extLst>
            </p:cNvPr>
            <p:cNvSpPr/>
            <p:nvPr/>
          </p:nvSpPr>
          <p:spPr>
            <a:xfrm rot="10800000">
              <a:off x="1092736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42CAA6A1-9F13-675A-E84A-F52342A4EFC6}"/>
                </a:ext>
              </a:extLst>
            </p:cNvPr>
            <p:cNvSpPr/>
            <p:nvPr/>
          </p:nvSpPr>
          <p:spPr>
            <a:xfrm rot="10800000">
              <a:off x="1082694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803F08A3-7664-131F-1C9E-86849C210544}"/>
                </a:ext>
              </a:extLst>
            </p:cNvPr>
            <p:cNvSpPr/>
            <p:nvPr/>
          </p:nvSpPr>
          <p:spPr>
            <a:xfrm rot="10800000">
              <a:off x="1072651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42D19D16-5BE5-6E96-7940-C495A756698D}"/>
                </a:ext>
              </a:extLst>
            </p:cNvPr>
            <p:cNvSpPr/>
            <p:nvPr/>
          </p:nvSpPr>
          <p:spPr>
            <a:xfrm rot="10800000">
              <a:off x="1062609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23D60805-9FEE-3941-627F-E1FC4A245353}"/>
                </a:ext>
              </a:extLst>
            </p:cNvPr>
            <p:cNvSpPr/>
            <p:nvPr/>
          </p:nvSpPr>
          <p:spPr>
            <a:xfrm rot="10800000">
              <a:off x="1052567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27C5E419-7AB6-FC90-354F-67F4AAEEF92B}"/>
                </a:ext>
              </a:extLst>
            </p:cNvPr>
            <p:cNvSpPr/>
            <p:nvPr/>
          </p:nvSpPr>
          <p:spPr>
            <a:xfrm rot="10800000">
              <a:off x="1042524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AE33567D-F1C8-E614-03C4-11764D4107E9}"/>
                </a:ext>
              </a:extLst>
            </p:cNvPr>
            <p:cNvSpPr/>
            <p:nvPr/>
          </p:nvSpPr>
          <p:spPr>
            <a:xfrm rot="10800000">
              <a:off x="1032482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DA4530E9-DD16-9C6D-82FF-D4CF0F583507}"/>
                </a:ext>
              </a:extLst>
            </p:cNvPr>
            <p:cNvSpPr/>
            <p:nvPr/>
          </p:nvSpPr>
          <p:spPr>
            <a:xfrm rot="10800000">
              <a:off x="1022440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9C31DC9B-C72A-9F25-1A0A-0E32E6360521}"/>
                </a:ext>
              </a:extLst>
            </p:cNvPr>
            <p:cNvSpPr/>
            <p:nvPr/>
          </p:nvSpPr>
          <p:spPr>
            <a:xfrm rot="10800000">
              <a:off x="1012398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4930A2D4-46CF-9D97-4CC3-A9F72F69E323}"/>
                </a:ext>
              </a:extLst>
            </p:cNvPr>
            <p:cNvSpPr/>
            <p:nvPr/>
          </p:nvSpPr>
          <p:spPr>
            <a:xfrm rot="10800000">
              <a:off x="1002355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0FAD7868-A00F-E66B-8ADC-23B1A1E4EB7A}"/>
                </a:ext>
              </a:extLst>
            </p:cNvPr>
            <p:cNvSpPr/>
            <p:nvPr/>
          </p:nvSpPr>
          <p:spPr>
            <a:xfrm rot="10800000">
              <a:off x="992313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FF041822-3B37-2994-BD11-58C266F33993}"/>
                </a:ext>
              </a:extLst>
            </p:cNvPr>
            <p:cNvSpPr/>
            <p:nvPr/>
          </p:nvSpPr>
          <p:spPr>
            <a:xfrm rot="10800000">
              <a:off x="982271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6E6AEAF7-E089-D011-4AD1-BE2CD6C655B5}"/>
                </a:ext>
              </a:extLst>
            </p:cNvPr>
            <p:cNvSpPr/>
            <p:nvPr/>
          </p:nvSpPr>
          <p:spPr>
            <a:xfrm rot="10800000">
              <a:off x="972228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85918646-496E-AC2E-9C0B-286252F94EB0}"/>
                </a:ext>
              </a:extLst>
            </p:cNvPr>
            <p:cNvSpPr/>
            <p:nvPr/>
          </p:nvSpPr>
          <p:spPr>
            <a:xfrm rot="10800000">
              <a:off x="962186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7C59B834-48C2-6229-55A2-7AFCE5D24F36}"/>
                </a:ext>
              </a:extLst>
            </p:cNvPr>
            <p:cNvSpPr/>
            <p:nvPr/>
          </p:nvSpPr>
          <p:spPr>
            <a:xfrm rot="10800000">
              <a:off x="952144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C68371CE-8EB9-E7D6-9034-27F358D04CE7}"/>
                </a:ext>
              </a:extLst>
            </p:cNvPr>
            <p:cNvSpPr/>
            <p:nvPr/>
          </p:nvSpPr>
          <p:spPr>
            <a:xfrm rot="10800000">
              <a:off x="942102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F27B04EA-E4FF-75F3-AAD4-BB0264EE752C}"/>
                </a:ext>
              </a:extLst>
            </p:cNvPr>
            <p:cNvSpPr/>
            <p:nvPr/>
          </p:nvSpPr>
          <p:spPr>
            <a:xfrm rot="10800000">
              <a:off x="932059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4810F539-2394-5366-DE23-37C0686B3801}"/>
                </a:ext>
              </a:extLst>
            </p:cNvPr>
            <p:cNvSpPr/>
            <p:nvPr/>
          </p:nvSpPr>
          <p:spPr>
            <a:xfrm rot="10800000">
              <a:off x="922017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35EB500A-EF2B-CA23-FD22-04D8B6F9FA10}"/>
                </a:ext>
              </a:extLst>
            </p:cNvPr>
            <p:cNvSpPr/>
            <p:nvPr/>
          </p:nvSpPr>
          <p:spPr>
            <a:xfrm rot="10800000">
              <a:off x="911975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4CCE11EA-BB93-EA80-4CF2-0071AF01DCD2}"/>
                </a:ext>
              </a:extLst>
            </p:cNvPr>
            <p:cNvSpPr/>
            <p:nvPr/>
          </p:nvSpPr>
          <p:spPr>
            <a:xfrm rot="10800000">
              <a:off x="901932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9FFA3D2B-1E4C-D7AE-CCF3-90AAF8CA3321}"/>
                </a:ext>
              </a:extLst>
            </p:cNvPr>
            <p:cNvSpPr/>
            <p:nvPr/>
          </p:nvSpPr>
          <p:spPr>
            <a:xfrm rot="10800000">
              <a:off x="891890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B87B4C72-ADE0-8D03-DE61-E4DBFABBC5CF}"/>
                </a:ext>
              </a:extLst>
            </p:cNvPr>
            <p:cNvSpPr/>
            <p:nvPr/>
          </p:nvSpPr>
          <p:spPr>
            <a:xfrm rot="10800000">
              <a:off x="881848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2191B68D-035C-2984-1B90-270C46FC6216}"/>
                </a:ext>
              </a:extLst>
            </p:cNvPr>
            <p:cNvSpPr/>
            <p:nvPr/>
          </p:nvSpPr>
          <p:spPr>
            <a:xfrm rot="10800000">
              <a:off x="871805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44A11C96-CA9A-1CC0-D041-921263B5A964}"/>
                </a:ext>
              </a:extLst>
            </p:cNvPr>
            <p:cNvSpPr/>
            <p:nvPr/>
          </p:nvSpPr>
          <p:spPr>
            <a:xfrm rot="10800000">
              <a:off x="1122907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800D6525-9FA5-7F9B-2302-A6C96DC3EF43}"/>
                </a:ext>
              </a:extLst>
            </p:cNvPr>
            <p:cNvSpPr/>
            <p:nvPr/>
          </p:nvSpPr>
          <p:spPr>
            <a:xfrm rot="10800000">
              <a:off x="1112865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E4AE808A-826D-1D54-A884-2947DA27D8CA}"/>
                </a:ext>
              </a:extLst>
            </p:cNvPr>
            <p:cNvSpPr/>
            <p:nvPr/>
          </p:nvSpPr>
          <p:spPr>
            <a:xfrm rot="10800000">
              <a:off x="1102823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87CFC50A-A48C-A737-B958-7B9301E6A7F6}"/>
                </a:ext>
              </a:extLst>
            </p:cNvPr>
            <p:cNvSpPr/>
            <p:nvPr/>
          </p:nvSpPr>
          <p:spPr>
            <a:xfrm rot="10800000">
              <a:off x="1092781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ECA0EA8F-7467-8807-5B91-750529F492CE}"/>
                </a:ext>
              </a:extLst>
            </p:cNvPr>
            <p:cNvSpPr/>
            <p:nvPr/>
          </p:nvSpPr>
          <p:spPr>
            <a:xfrm rot="10800000">
              <a:off x="1082738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FF385C22-EC64-A8F2-0150-8645886A1E2E}"/>
                </a:ext>
              </a:extLst>
            </p:cNvPr>
            <p:cNvSpPr/>
            <p:nvPr/>
          </p:nvSpPr>
          <p:spPr>
            <a:xfrm rot="10800000">
              <a:off x="1072696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4D4E0C26-2E30-DDEE-1D82-FE4DFD273799}"/>
                </a:ext>
              </a:extLst>
            </p:cNvPr>
            <p:cNvSpPr/>
            <p:nvPr/>
          </p:nvSpPr>
          <p:spPr>
            <a:xfrm rot="10800000">
              <a:off x="1062654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9527F8C0-8EF9-93E4-6856-B65D100DD876}"/>
                </a:ext>
              </a:extLst>
            </p:cNvPr>
            <p:cNvSpPr/>
            <p:nvPr/>
          </p:nvSpPr>
          <p:spPr>
            <a:xfrm rot="10800000">
              <a:off x="1052611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793381D0-6AD9-2069-383B-A8A92DF00C69}"/>
                </a:ext>
              </a:extLst>
            </p:cNvPr>
            <p:cNvSpPr/>
            <p:nvPr/>
          </p:nvSpPr>
          <p:spPr>
            <a:xfrm rot="10800000">
              <a:off x="1042569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ABC5F18A-813F-44F2-E99D-AB2156F44DBB}"/>
                </a:ext>
              </a:extLst>
            </p:cNvPr>
            <p:cNvSpPr/>
            <p:nvPr/>
          </p:nvSpPr>
          <p:spPr>
            <a:xfrm rot="10800000">
              <a:off x="1032527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524AE288-D99B-D5E5-856C-66ADB9110CB8}"/>
                </a:ext>
              </a:extLst>
            </p:cNvPr>
            <p:cNvSpPr/>
            <p:nvPr/>
          </p:nvSpPr>
          <p:spPr>
            <a:xfrm rot="10800000">
              <a:off x="1022485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415E5EC6-DB06-F4F8-8B0C-18D8EBB2BBDA}"/>
                </a:ext>
              </a:extLst>
            </p:cNvPr>
            <p:cNvSpPr/>
            <p:nvPr/>
          </p:nvSpPr>
          <p:spPr>
            <a:xfrm rot="10800000">
              <a:off x="1012442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D7F7F037-D5D2-6B0A-0E19-C3FEAAB593FF}"/>
                </a:ext>
              </a:extLst>
            </p:cNvPr>
            <p:cNvSpPr/>
            <p:nvPr/>
          </p:nvSpPr>
          <p:spPr>
            <a:xfrm rot="10800000">
              <a:off x="1002400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096CB142-8A3C-2819-E697-0714C0C6085A}"/>
                </a:ext>
              </a:extLst>
            </p:cNvPr>
            <p:cNvSpPr/>
            <p:nvPr/>
          </p:nvSpPr>
          <p:spPr>
            <a:xfrm rot="10800000">
              <a:off x="992358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15EC759D-57D7-8EB4-DCA6-1C7C382406AB}"/>
                </a:ext>
              </a:extLst>
            </p:cNvPr>
            <p:cNvSpPr/>
            <p:nvPr/>
          </p:nvSpPr>
          <p:spPr>
            <a:xfrm rot="10800000">
              <a:off x="982315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9375D042-0396-725A-7696-05864554C578}"/>
                </a:ext>
              </a:extLst>
            </p:cNvPr>
            <p:cNvSpPr/>
            <p:nvPr/>
          </p:nvSpPr>
          <p:spPr>
            <a:xfrm rot="10800000">
              <a:off x="972273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210967E6-1629-7A4D-05D3-88FD1144FC94}"/>
                </a:ext>
              </a:extLst>
            </p:cNvPr>
            <p:cNvSpPr/>
            <p:nvPr/>
          </p:nvSpPr>
          <p:spPr>
            <a:xfrm rot="10800000">
              <a:off x="962231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FDABF315-1713-6295-5915-E40DF9DE3E15}"/>
                </a:ext>
              </a:extLst>
            </p:cNvPr>
            <p:cNvSpPr/>
            <p:nvPr/>
          </p:nvSpPr>
          <p:spPr>
            <a:xfrm rot="10800000">
              <a:off x="952189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C3B3117B-DAEA-848A-0BDD-83E2EE88416D}"/>
                </a:ext>
              </a:extLst>
            </p:cNvPr>
            <p:cNvSpPr/>
            <p:nvPr/>
          </p:nvSpPr>
          <p:spPr>
            <a:xfrm rot="10800000">
              <a:off x="942146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BFD23987-D198-13A0-3919-5A697E855DF1}"/>
                </a:ext>
              </a:extLst>
            </p:cNvPr>
            <p:cNvSpPr/>
            <p:nvPr/>
          </p:nvSpPr>
          <p:spPr>
            <a:xfrm rot="10800000">
              <a:off x="932104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BE2FF572-92D4-2FC9-166E-FFE727AD2C4A}"/>
                </a:ext>
              </a:extLst>
            </p:cNvPr>
            <p:cNvSpPr/>
            <p:nvPr/>
          </p:nvSpPr>
          <p:spPr>
            <a:xfrm rot="10800000">
              <a:off x="922062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B0B65FCA-3A40-40EE-F3FF-3490098EFEA5}"/>
                </a:ext>
              </a:extLst>
            </p:cNvPr>
            <p:cNvSpPr/>
            <p:nvPr/>
          </p:nvSpPr>
          <p:spPr>
            <a:xfrm rot="10800000">
              <a:off x="912019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37B00316-B607-C443-8384-032E63619C4B}"/>
                </a:ext>
              </a:extLst>
            </p:cNvPr>
            <p:cNvSpPr/>
            <p:nvPr/>
          </p:nvSpPr>
          <p:spPr>
            <a:xfrm rot="10800000">
              <a:off x="901977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6396B8D7-D4AE-60F7-40F2-DCAA0CBA973C}"/>
                </a:ext>
              </a:extLst>
            </p:cNvPr>
            <p:cNvSpPr/>
            <p:nvPr/>
          </p:nvSpPr>
          <p:spPr>
            <a:xfrm rot="10800000">
              <a:off x="891935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5BFEFB57-CAB4-23CB-82DA-DD29412217E8}"/>
                </a:ext>
              </a:extLst>
            </p:cNvPr>
            <p:cNvSpPr/>
            <p:nvPr/>
          </p:nvSpPr>
          <p:spPr>
            <a:xfrm rot="10800000">
              <a:off x="881892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3AD93788-6FCD-E7DA-9ECC-1B7D34875E3D}"/>
                </a:ext>
              </a:extLst>
            </p:cNvPr>
            <p:cNvSpPr/>
            <p:nvPr/>
          </p:nvSpPr>
          <p:spPr>
            <a:xfrm rot="10800000">
              <a:off x="871850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7B86FA65-B2CC-3A28-F7EE-2DAE16BD893D}"/>
                </a:ext>
              </a:extLst>
            </p:cNvPr>
            <p:cNvSpPr/>
            <p:nvPr/>
          </p:nvSpPr>
          <p:spPr>
            <a:xfrm rot="10800000">
              <a:off x="8609623"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83376459-5A01-804F-2544-73FD88E4586E}"/>
                </a:ext>
              </a:extLst>
            </p:cNvPr>
            <p:cNvSpPr/>
            <p:nvPr/>
          </p:nvSpPr>
          <p:spPr>
            <a:xfrm rot="10800000">
              <a:off x="8509201"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DCED5C0D-44EB-5601-0DAD-95C585ADB095}"/>
                </a:ext>
              </a:extLst>
            </p:cNvPr>
            <p:cNvSpPr/>
            <p:nvPr/>
          </p:nvSpPr>
          <p:spPr>
            <a:xfrm rot="10800000">
              <a:off x="8408778"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5" name="TextBox 604">
            <a:extLst>
              <a:ext uri="{FF2B5EF4-FFF2-40B4-BE49-F238E27FC236}">
                <a16:creationId xmlns:a16="http://schemas.microsoft.com/office/drawing/2014/main" id="{7D2C2F11-63B1-7489-7C7D-8138F6003FE6}"/>
              </a:ext>
            </a:extLst>
          </p:cNvPr>
          <p:cNvSpPr txBox="1"/>
          <p:nvPr/>
        </p:nvSpPr>
        <p:spPr>
          <a:xfrm>
            <a:off x="8841300" y="3022912"/>
            <a:ext cx="2630314" cy="2308324"/>
          </a:xfrm>
          <a:prstGeom prst="rect">
            <a:avLst/>
          </a:prstGeom>
          <a:noFill/>
        </p:spPr>
        <p:txBody>
          <a:bodyPr wrap="square">
            <a:spAutoFit/>
          </a:bodyPr>
          <a:lstStyle/>
          <a:p>
            <a:r>
              <a:rPr lang="en-US" dirty="0"/>
              <a:t>input buffer</a:t>
            </a:r>
          </a:p>
          <a:p>
            <a:r>
              <a:rPr lang="en-US" dirty="0"/>
              <a:t>each BRAM contains an overlapped</a:t>
            </a:r>
          </a:p>
          <a:p>
            <a:r>
              <a:rPr lang="en-US" dirty="0"/>
              <a:t> vertical slice of the row buffer,</a:t>
            </a:r>
          </a:p>
          <a:p>
            <a:r>
              <a:rPr lang="en-US" dirty="0"/>
              <a:t>contains complete patches</a:t>
            </a:r>
          </a:p>
          <a:p>
            <a:r>
              <a:rPr lang="en-US" dirty="0" err="1"/>
              <a:t>stripmining</a:t>
            </a:r>
            <a:endParaRPr lang="en-US" dirty="0"/>
          </a:p>
        </p:txBody>
      </p:sp>
      <p:sp>
        <p:nvSpPr>
          <p:cNvPr id="606" name="Rectangle 605">
            <a:extLst>
              <a:ext uri="{FF2B5EF4-FFF2-40B4-BE49-F238E27FC236}">
                <a16:creationId xmlns:a16="http://schemas.microsoft.com/office/drawing/2014/main" id="{3F803471-A8D9-6BF1-571A-88FD4BD8CA7E}"/>
              </a:ext>
            </a:extLst>
          </p:cNvPr>
          <p:cNvSpPr/>
          <p:nvPr/>
        </p:nvSpPr>
        <p:spPr>
          <a:xfrm>
            <a:off x="8618706" y="2851859"/>
            <a:ext cx="3573294" cy="4006141"/>
          </a:xfrm>
          <a:custGeom>
            <a:avLst/>
            <a:gdLst>
              <a:gd name="connsiteX0" fmla="*/ 0 w 3573294"/>
              <a:gd name="connsiteY0" fmla="*/ 0 h 4006141"/>
              <a:gd name="connsiteX1" fmla="*/ 488350 w 3573294"/>
              <a:gd name="connsiteY1" fmla="*/ 0 h 4006141"/>
              <a:gd name="connsiteX2" fmla="*/ 1048166 w 3573294"/>
              <a:gd name="connsiteY2" fmla="*/ 0 h 4006141"/>
              <a:gd name="connsiteX3" fmla="*/ 1715181 w 3573294"/>
              <a:gd name="connsiteY3" fmla="*/ 0 h 4006141"/>
              <a:gd name="connsiteX4" fmla="*/ 2274997 w 3573294"/>
              <a:gd name="connsiteY4" fmla="*/ 0 h 4006141"/>
              <a:gd name="connsiteX5" fmla="*/ 2799080 w 3573294"/>
              <a:gd name="connsiteY5" fmla="*/ 0 h 4006141"/>
              <a:gd name="connsiteX6" fmla="*/ 3573294 w 3573294"/>
              <a:gd name="connsiteY6" fmla="*/ 0 h 4006141"/>
              <a:gd name="connsiteX7" fmla="*/ 3573294 w 3573294"/>
              <a:gd name="connsiteY7" fmla="*/ 747813 h 4006141"/>
              <a:gd name="connsiteX8" fmla="*/ 3573294 w 3573294"/>
              <a:gd name="connsiteY8" fmla="*/ 1375442 h 4006141"/>
              <a:gd name="connsiteX9" fmla="*/ 3573294 w 3573294"/>
              <a:gd name="connsiteY9" fmla="*/ 2083193 h 4006141"/>
              <a:gd name="connsiteX10" fmla="*/ 3573294 w 3573294"/>
              <a:gd name="connsiteY10" fmla="*/ 2670761 h 4006141"/>
              <a:gd name="connsiteX11" fmla="*/ 3573294 w 3573294"/>
              <a:gd name="connsiteY11" fmla="*/ 3418574 h 4006141"/>
              <a:gd name="connsiteX12" fmla="*/ 3573294 w 3573294"/>
              <a:gd name="connsiteY12" fmla="*/ 4006141 h 4006141"/>
              <a:gd name="connsiteX13" fmla="*/ 2942012 w 3573294"/>
              <a:gd name="connsiteY13" fmla="*/ 4006141 h 4006141"/>
              <a:gd name="connsiteX14" fmla="*/ 2417929 w 3573294"/>
              <a:gd name="connsiteY14" fmla="*/ 4006141 h 4006141"/>
              <a:gd name="connsiteX15" fmla="*/ 1822380 w 3573294"/>
              <a:gd name="connsiteY15" fmla="*/ 4006141 h 4006141"/>
              <a:gd name="connsiteX16" fmla="*/ 1226831 w 3573294"/>
              <a:gd name="connsiteY16" fmla="*/ 4006141 h 4006141"/>
              <a:gd name="connsiteX17" fmla="*/ 631282 w 3573294"/>
              <a:gd name="connsiteY17" fmla="*/ 4006141 h 4006141"/>
              <a:gd name="connsiteX18" fmla="*/ 0 w 3573294"/>
              <a:gd name="connsiteY18" fmla="*/ 4006141 h 4006141"/>
              <a:gd name="connsiteX19" fmla="*/ 0 w 3573294"/>
              <a:gd name="connsiteY19" fmla="*/ 3258328 h 4006141"/>
              <a:gd name="connsiteX20" fmla="*/ 0 w 3573294"/>
              <a:gd name="connsiteY20" fmla="*/ 2550576 h 4006141"/>
              <a:gd name="connsiteX21" fmla="*/ 0 w 3573294"/>
              <a:gd name="connsiteY21" fmla="*/ 1842825 h 4006141"/>
              <a:gd name="connsiteX22" fmla="*/ 0 w 3573294"/>
              <a:gd name="connsiteY22" fmla="*/ 1255258 h 4006141"/>
              <a:gd name="connsiteX23" fmla="*/ 0 w 3573294"/>
              <a:gd name="connsiteY23" fmla="*/ 0 h 4006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73294" h="4006141" extrusionOk="0">
                <a:moveTo>
                  <a:pt x="0" y="0"/>
                </a:moveTo>
                <a:cubicBezTo>
                  <a:pt x="118185" y="16888"/>
                  <a:pt x="334306" y="-10898"/>
                  <a:pt x="488350" y="0"/>
                </a:cubicBezTo>
                <a:cubicBezTo>
                  <a:pt x="642394" y="10898"/>
                  <a:pt x="824220" y="5172"/>
                  <a:pt x="1048166" y="0"/>
                </a:cubicBezTo>
                <a:cubicBezTo>
                  <a:pt x="1272112" y="-5172"/>
                  <a:pt x="1450612" y="20950"/>
                  <a:pt x="1715181" y="0"/>
                </a:cubicBezTo>
                <a:cubicBezTo>
                  <a:pt x="1979750" y="-20950"/>
                  <a:pt x="2116981" y="14703"/>
                  <a:pt x="2274997" y="0"/>
                </a:cubicBezTo>
                <a:cubicBezTo>
                  <a:pt x="2433013" y="-14703"/>
                  <a:pt x="2651546" y="-14650"/>
                  <a:pt x="2799080" y="0"/>
                </a:cubicBezTo>
                <a:cubicBezTo>
                  <a:pt x="2946614" y="14650"/>
                  <a:pt x="3204578" y="25586"/>
                  <a:pt x="3573294" y="0"/>
                </a:cubicBezTo>
                <a:cubicBezTo>
                  <a:pt x="3592491" y="252283"/>
                  <a:pt x="3570863" y="452649"/>
                  <a:pt x="3573294" y="747813"/>
                </a:cubicBezTo>
                <a:cubicBezTo>
                  <a:pt x="3575725" y="1042977"/>
                  <a:pt x="3594343" y="1177181"/>
                  <a:pt x="3573294" y="1375442"/>
                </a:cubicBezTo>
                <a:cubicBezTo>
                  <a:pt x="3552245" y="1573703"/>
                  <a:pt x="3582141" y="1776758"/>
                  <a:pt x="3573294" y="2083193"/>
                </a:cubicBezTo>
                <a:cubicBezTo>
                  <a:pt x="3564447" y="2389628"/>
                  <a:pt x="3567729" y="2447193"/>
                  <a:pt x="3573294" y="2670761"/>
                </a:cubicBezTo>
                <a:cubicBezTo>
                  <a:pt x="3578859" y="2894329"/>
                  <a:pt x="3555311" y="3099610"/>
                  <a:pt x="3573294" y="3418574"/>
                </a:cubicBezTo>
                <a:cubicBezTo>
                  <a:pt x="3591277" y="3737538"/>
                  <a:pt x="3573839" y="3770613"/>
                  <a:pt x="3573294" y="4006141"/>
                </a:cubicBezTo>
                <a:cubicBezTo>
                  <a:pt x="3427552" y="4001743"/>
                  <a:pt x="3180429" y="3995305"/>
                  <a:pt x="2942012" y="4006141"/>
                </a:cubicBezTo>
                <a:cubicBezTo>
                  <a:pt x="2703595" y="4016977"/>
                  <a:pt x="2550464" y="4030818"/>
                  <a:pt x="2417929" y="4006141"/>
                </a:cubicBezTo>
                <a:cubicBezTo>
                  <a:pt x="2285394" y="3981464"/>
                  <a:pt x="1979278" y="3990831"/>
                  <a:pt x="1822380" y="4006141"/>
                </a:cubicBezTo>
                <a:cubicBezTo>
                  <a:pt x="1665482" y="4021451"/>
                  <a:pt x="1437162" y="4028438"/>
                  <a:pt x="1226831" y="4006141"/>
                </a:cubicBezTo>
                <a:cubicBezTo>
                  <a:pt x="1016500" y="3983844"/>
                  <a:pt x="750399" y="4018398"/>
                  <a:pt x="631282" y="4006141"/>
                </a:cubicBezTo>
                <a:cubicBezTo>
                  <a:pt x="512165" y="3993884"/>
                  <a:pt x="206616" y="3979748"/>
                  <a:pt x="0" y="4006141"/>
                </a:cubicBezTo>
                <a:cubicBezTo>
                  <a:pt x="-268" y="3712683"/>
                  <a:pt x="30035" y="3606577"/>
                  <a:pt x="0" y="3258328"/>
                </a:cubicBezTo>
                <a:cubicBezTo>
                  <a:pt x="-30035" y="2910079"/>
                  <a:pt x="9293" y="2774527"/>
                  <a:pt x="0" y="2550576"/>
                </a:cubicBezTo>
                <a:cubicBezTo>
                  <a:pt x="-9293" y="2326625"/>
                  <a:pt x="-17256" y="2166762"/>
                  <a:pt x="0" y="1842825"/>
                </a:cubicBezTo>
                <a:cubicBezTo>
                  <a:pt x="17256" y="1518888"/>
                  <a:pt x="26120" y="1443388"/>
                  <a:pt x="0" y="1255258"/>
                </a:cubicBezTo>
                <a:cubicBezTo>
                  <a:pt x="-26120" y="1067128"/>
                  <a:pt x="-2076" y="613136"/>
                  <a:pt x="0" y="0"/>
                </a:cubicBezTo>
                <a:close/>
              </a:path>
            </a:pathLst>
          </a:custGeom>
          <a:noFill/>
          <a:ln>
            <a:solidFill>
              <a:schemeClr val="tx1"/>
            </a:solidFill>
            <a:extLst>
              <a:ext uri="{C807C97D-BFC1-408E-A445-0C87EB9F89A2}">
                <ask:lineSketchStyleProps xmlns:ask="http://schemas.microsoft.com/office/drawing/2018/sketchyshapes" sd="1807302050">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TextBox 607">
            <a:extLst>
              <a:ext uri="{FF2B5EF4-FFF2-40B4-BE49-F238E27FC236}">
                <a16:creationId xmlns:a16="http://schemas.microsoft.com/office/drawing/2014/main" id="{30D9D9DA-5BE5-7172-1176-D9F498B36DCF}"/>
              </a:ext>
            </a:extLst>
          </p:cNvPr>
          <p:cNvSpPr txBox="1"/>
          <p:nvPr/>
        </p:nvSpPr>
        <p:spPr>
          <a:xfrm>
            <a:off x="9910738" y="771951"/>
            <a:ext cx="757492" cy="355131"/>
          </a:xfrm>
          <a:prstGeom prst="rect">
            <a:avLst/>
          </a:prstGeom>
          <a:noFill/>
          <a:ln w="12700">
            <a:solidFill>
              <a:schemeClr val="tx1"/>
            </a:solidFill>
          </a:ln>
        </p:spPr>
        <p:txBody>
          <a:bodyPr wrap="none" rtlCol="0" anchor="ctr" anchorCtr="1">
            <a:noAutofit/>
          </a:bodyPr>
          <a:lstStyle/>
          <a:p>
            <a:r>
              <a:rPr lang="en-US" dirty="0"/>
              <a:t>RAM </a:t>
            </a:r>
          </a:p>
        </p:txBody>
      </p:sp>
      <p:sp>
        <p:nvSpPr>
          <p:cNvPr id="609" name="TextBox 608">
            <a:extLst>
              <a:ext uri="{FF2B5EF4-FFF2-40B4-BE49-F238E27FC236}">
                <a16:creationId xmlns:a16="http://schemas.microsoft.com/office/drawing/2014/main" id="{A8EA6438-CB48-FFB9-BDAF-784AC040F642}"/>
              </a:ext>
            </a:extLst>
          </p:cNvPr>
          <p:cNvSpPr txBox="1"/>
          <p:nvPr/>
        </p:nvSpPr>
        <p:spPr>
          <a:xfrm>
            <a:off x="9222326" y="273295"/>
            <a:ext cx="1496115" cy="369332"/>
          </a:xfrm>
          <a:prstGeom prst="rect">
            <a:avLst/>
          </a:prstGeom>
          <a:noFill/>
        </p:spPr>
        <p:txBody>
          <a:bodyPr wrap="none" rtlCol="0">
            <a:spAutoFit/>
          </a:bodyPr>
          <a:lstStyle/>
          <a:p>
            <a:r>
              <a:rPr lang="en-US" i="1" dirty="0"/>
              <a:t>reorder buffer</a:t>
            </a:r>
          </a:p>
        </p:txBody>
      </p:sp>
      <p:cxnSp>
        <p:nvCxnSpPr>
          <p:cNvPr id="610" name="Straight Arrow Connector 609">
            <a:extLst>
              <a:ext uri="{FF2B5EF4-FFF2-40B4-BE49-F238E27FC236}">
                <a16:creationId xmlns:a16="http://schemas.microsoft.com/office/drawing/2014/main" id="{B3FDB032-A8F2-64B3-2AAE-41E4CCCCC4C0}"/>
              </a:ext>
            </a:extLst>
          </p:cNvPr>
          <p:cNvCxnSpPr>
            <a:cxnSpLocks/>
            <a:stCxn id="608" idx="3"/>
          </p:cNvCxnSpPr>
          <p:nvPr/>
        </p:nvCxnSpPr>
        <p:spPr>
          <a:xfrm>
            <a:off x="10668230" y="949517"/>
            <a:ext cx="13809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2" name="Group 611">
            <a:extLst>
              <a:ext uri="{FF2B5EF4-FFF2-40B4-BE49-F238E27FC236}">
                <a16:creationId xmlns:a16="http://schemas.microsoft.com/office/drawing/2014/main" id="{2BB052AC-7E6A-54C4-4B80-B4C1D99F4EE2}"/>
              </a:ext>
            </a:extLst>
          </p:cNvPr>
          <p:cNvGrpSpPr/>
          <p:nvPr/>
        </p:nvGrpSpPr>
        <p:grpSpPr>
          <a:xfrm>
            <a:off x="9049226" y="783820"/>
            <a:ext cx="350195" cy="350195"/>
            <a:chOff x="3860124" y="2202910"/>
            <a:chExt cx="350195" cy="350195"/>
          </a:xfrm>
        </p:grpSpPr>
        <p:sp>
          <p:nvSpPr>
            <p:cNvPr id="613" name="Rectangle 612">
              <a:extLst>
                <a:ext uri="{FF2B5EF4-FFF2-40B4-BE49-F238E27FC236}">
                  <a16:creationId xmlns:a16="http://schemas.microsoft.com/office/drawing/2014/main" id="{5780D14B-D92A-813B-2235-A440356D2F1E}"/>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Isosceles Triangle 613">
              <a:extLst>
                <a:ext uri="{FF2B5EF4-FFF2-40B4-BE49-F238E27FC236}">
                  <a16:creationId xmlns:a16="http://schemas.microsoft.com/office/drawing/2014/main" id="{6E1AA1BC-C5C8-FB5B-2387-08A2A27CFE81}"/>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Straight Arrow Connector 615">
            <a:extLst>
              <a:ext uri="{FF2B5EF4-FFF2-40B4-BE49-F238E27FC236}">
                <a16:creationId xmlns:a16="http://schemas.microsoft.com/office/drawing/2014/main" id="{AFF05C38-0967-DBBF-77EE-0B9FECA84D58}"/>
              </a:ext>
            </a:extLst>
          </p:cNvPr>
          <p:cNvCxnSpPr>
            <a:cxnSpLocks/>
          </p:cNvCxnSpPr>
          <p:nvPr/>
        </p:nvCxnSpPr>
        <p:spPr>
          <a:xfrm>
            <a:off x="9397842" y="951043"/>
            <a:ext cx="503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4" name="TextBox 483">
            <a:extLst>
              <a:ext uri="{FF2B5EF4-FFF2-40B4-BE49-F238E27FC236}">
                <a16:creationId xmlns:a16="http://schemas.microsoft.com/office/drawing/2014/main" id="{D868FD55-B712-9396-F545-BBC15F3FBCDC}"/>
              </a:ext>
            </a:extLst>
          </p:cNvPr>
          <p:cNvSpPr txBox="1"/>
          <p:nvPr/>
        </p:nvSpPr>
        <p:spPr>
          <a:xfrm rot="5400000">
            <a:off x="9546306" y="5645508"/>
            <a:ext cx="1109396" cy="902446"/>
          </a:xfrm>
          <a:prstGeom prst="rect">
            <a:avLst/>
          </a:prstGeom>
          <a:noFill/>
          <a:ln w="22225">
            <a:solidFill>
              <a:schemeClr val="tx1"/>
            </a:solidFill>
            <a:prstDash val="sysDot"/>
          </a:ln>
        </p:spPr>
        <p:txBody>
          <a:bodyPr wrap="none" rtlCol="0">
            <a:noAutofit/>
          </a:bodyPr>
          <a:lstStyle/>
          <a:p>
            <a:pPr algn="ctr"/>
            <a:endParaRPr lang="en-US" dirty="0"/>
          </a:p>
        </p:txBody>
      </p:sp>
      <p:sp>
        <p:nvSpPr>
          <p:cNvPr id="482" name="TextBox 481">
            <a:extLst>
              <a:ext uri="{FF2B5EF4-FFF2-40B4-BE49-F238E27FC236}">
                <a16:creationId xmlns:a16="http://schemas.microsoft.com/office/drawing/2014/main" id="{43713471-28E6-37EC-E35B-309DCB127BDF}"/>
              </a:ext>
            </a:extLst>
          </p:cNvPr>
          <p:cNvSpPr txBox="1"/>
          <p:nvPr/>
        </p:nvSpPr>
        <p:spPr>
          <a:xfrm rot="5400000">
            <a:off x="8843638" y="5635372"/>
            <a:ext cx="1109396" cy="925947"/>
          </a:xfrm>
          <a:prstGeom prst="rect">
            <a:avLst/>
          </a:prstGeom>
          <a:noFill/>
          <a:ln w="22225">
            <a:solidFill>
              <a:schemeClr val="tx1"/>
            </a:solidFill>
          </a:ln>
        </p:spPr>
        <p:txBody>
          <a:bodyPr wrap="none" rtlCol="0">
            <a:noAutofit/>
          </a:bodyPr>
          <a:lstStyle/>
          <a:p>
            <a:pPr algn="ctr"/>
            <a:endParaRPr lang="en-US" dirty="0"/>
          </a:p>
        </p:txBody>
      </p:sp>
      <p:sp>
        <p:nvSpPr>
          <p:cNvPr id="620" name="TextBox 619">
            <a:extLst>
              <a:ext uri="{FF2B5EF4-FFF2-40B4-BE49-F238E27FC236}">
                <a16:creationId xmlns:a16="http://schemas.microsoft.com/office/drawing/2014/main" id="{EF1D683F-89A9-3763-F0FC-D2F4B7AB6E18}"/>
              </a:ext>
            </a:extLst>
          </p:cNvPr>
          <p:cNvSpPr txBox="1"/>
          <p:nvPr/>
        </p:nvSpPr>
        <p:spPr>
          <a:xfrm>
            <a:off x="99288" y="753789"/>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sp>
        <p:nvSpPr>
          <p:cNvPr id="622" name="TextBox 621">
            <a:extLst>
              <a:ext uri="{FF2B5EF4-FFF2-40B4-BE49-F238E27FC236}">
                <a16:creationId xmlns:a16="http://schemas.microsoft.com/office/drawing/2014/main" id="{6709CFF3-EB57-F071-AE5A-4ED10B29128B}"/>
              </a:ext>
            </a:extLst>
          </p:cNvPr>
          <p:cNvSpPr txBox="1"/>
          <p:nvPr/>
        </p:nvSpPr>
        <p:spPr>
          <a:xfrm>
            <a:off x="11069922" y="1004088"/>
            <a:ext cx="915122" cy="923330"/>
          </a:xfrm>
          <a:prstGeom prst="rect">
            <a:avLst/>
          </a:prstGeom>
          <a:noFill/>
        </p:spPr>
        <p:txBody>
          <a:bodyPr wrap="none" rtlCol="0">
            <a:spAutoFit/>
          </a:bodyPr>
          <a:lstStyle/>
          <a:p>
            <a:r>
              <a:rPr lang="en-US" dirty="0"/>
              <a:t>TVALID</a:t>
            </a:r>
          </a:p>
          <a:p>
            <a:r>
              <a:rPr lang="en-US" dirty="0"/>
              <a:t>TLAST</a:t>
            </a:r>
          </a:p>
          <a:p>
            <a:r>
              <a:rPr lang="en-US" dirty="0"/>
              <a:t>TREADY</a:t>
            </a:r>
          </a:p>
        </p:txBody>
      </p:sp>
    </p:spTree>
    <p:extLst>
      <p:ext uri="{BB962C8B-B14F-4D97-AF65-F5344CB8AC3E}">
        <p14:creationId xmlns:p14="http://schemas.microsoft.com/office/powerpoint/2010/main" val="39901221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B7E7F6-0DB7-4DB8-A782-DF3082E4A9B8}"/>
              </a:ext>
            </a:extLst>
          </p:cNvPr>
          <p:cNvSpPr txBox="1"/>
          <p:nvPr/>
        </p:nvSpPr>
        <p:spPr>
          <a:xfrm>
            <a:off x="1671836" y="4949890"/>
            <a:ext cx="1839942" cy="477874"/>
          </a:xfrm>
          <a:prstGeom prst="rect">
            <a:avLst/>
          </a:prstGeom>
          <a:noFill/>
          <a:ln w="12700">
            <a:solidFill>
              <a:schemeClr val="tx1"/>
            </a:solidFill>
          </a:ln>
        </p:spPr>
        <p:txBody>
          <a:bodyPr wrap="none" rtlCol="0" anchor="ctr" anchorCtr="1">
            <a:noAutofit/>
          </a:bodyPr>
          <a:lstStyle/>
          <a:p>
            <a:r>
              <a:rPr lang="en-US" dirty="0"/>
              <a:t> 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5427764"/>
            <a:ext cx="1839942" cy="477874"/>
          </a:xfrm>
          <a:prstGeom prst="rect">
            <a:avLst/>
          </a:prstGeom>
          <a:noFill/>
          <a:ln w="12700">
            <a:solidFill>
              <a:schemeClr val="tx1"/>
            </a:solidFill>
          </a:ln>
        </p:spPr>
        <p:txBody>
          <a:bodyPr wrap="none" rtlCol="0" anchor="ctr" anchorCtr="1">
            <a:noAutofit/>
          </a:bodyPr>
          <a:lstStyle/>
          <a:p>
            <a:r>
              <a:rPr lang="en-US" dirty="0"/>
              <a:t>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noFill/>
          <a:ln w="12700">
            <a:solidFill>
              <a:schemeClr val="tx1"/>
            </a:solidFill>
          </a:ln>
        </p:spPr>
        <p:txBody>
          <a:bodyPr wrap="none" rtlCol="0" anchor="ctr" anchorCtr="1">
            <a:noAutofit/>
          </a:bodyPr>
          <a:lstStyle/>
          <a:p>
            <a:r>
              <a:rPr lang="en-US" dirty="0"/>
              <a:t>RAM 1</a:t>
            </a:r>
          </a:p>
        </p:txBody>
      </p: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287725" cy="369332"/>
          </a:xfrm>
          <a:prstGeom prst="rect">
            <a:avLst/>
          </a:prstGeom>
          <a:noFill/>
        </p:spPr>
        <p:txBody>
          <a:bodyPr wrap="none" rtlCol="0">
            <a:spAutoFit/>
          </a:bodyPr>
          <a:lstStyle/>
          <a:p>
            <a:r>
              <a:rPr lang="en-US" i="1" dirty="0"/>
              <a:t>input buffer</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1711210" y="4082406"/>
            <a:ext cx="1900970" cy="369332"/>
          </a:xfrm>
          <a:prstGeom prst="rect">
            <a:avLst/>
          </a:prstGeom>
          <a:noFill/>
          <a:ln w="3175">
            <a:noFill/>
          </a:ln>
        </p:spPr>
        <p:txBody>
          <a:bodyPr wrap="none" rtlCol="0">
            <a:spAutoFit/>
          </a:bodyPr>
          <a:lstStyle/>
          <a:p>
            <a:r>
              <a:rPr lang="en-US" i="1" dirty="0"/>
              <a:t>model parameters</a:t>
            </a:r>
          </a:p>
        </p:txBody>
      </p: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noFill/>
          <a:ln w="12700">
            <a:solidFill>
              <a:schemeClr val="tx1"/>
            </a:solidFill>
          </a:ln>
        </p:spPr>
        <p:txBody>
          <a:bodyPr wrap="none" rtlCol="0" anchor="ctr" anchorCtr="1">
            <a:noAutofit/>
          </a:bodyPr>
          <a:lstStyle/>
          <a:p>
            <a:r>
              <a:rPr lang="en-US" dirty="0"/>
              <a:t>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noFill/>
          <a:ln w="12700">
            <a:solidFill>
              <a:schemeClr val="tx1"/>
            </a:solidFill>
          </a:ln>
        </p:spPr>
        <p:txBody>
          <a:bodyPr wrap="none" rtlCol="0" anchor="ctr" anchorCtr="1">
            <a:noAutofit/>
          </a:bodyPr>
          <a:lstStyle/>
          <a:p>
            <a:r>
              <a:rPr lang="en-US" dirty="0"/>
              <a:t>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noFill/>
          <a:ln w="12700">
            <a:solidFill>
              <a:schemeClr val="tx1"/>
            </a:solidFill>
          </a:ln>
        </p:spPr>
        <p:txBody>
          <a:bodyPr wrap="none" rtlCol="0" anchor="ctr" anchorCtr="1">
            <a:noAutofit/>
          </a:bodyPr>
          <a:lstStyle/>
          <a:p>
            <a:r>
              <a:rPr lang="en-US" dirty="0"/>
              <a:t>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noFill/>
          <a:ln w="12700">
            <a:solidFill>
              <a:schemeClr val="tx1"/>
            </a:solidFill>
          </a:ln>
        </p:spPr>
        <p:txBody>
          <a:bodyPr wrap="none" rtlCol="0" anchor="ctr" anchorCtr="1">
            <a:noAutofit/>
          </a:bodyPr>
          <a:lstStyle/>
          <a:p>
            <a:r>
              <a:rPr lang="en-US" dirty="0"/>
              <a:t>RAM 4</a:t>
            </a:r>
            <a:endParaRPr lang="en-US" b="1" dirty="0"/>
          </a:p>
        </p:txBody>
      </p: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199EDF2-6EFF-6C22-2D69-1A7ED1080739}"/>
              </a:ext>
            </a:extLst>
          </p:cNvPr>
          <p:cNvCxnSpPr/>
          <p:nvPr/>
        </p:nvCxnSpPr>
        <p:spPr>
          <a:xfrm flipH="1" flipV="1">
            <a:off x="1263585" y="1238237"/>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56D7123-B382-AA64-8C02-F9B7DBF3C6E3}"/>
              </a:ext>
            </a:extLst>
          </p:cNvPr>
          <p:cNvSpPr txBox="1"/>
          <p:nvPr/>
        </p:nvSpPr>
        <p:spPr>
          <a:xfrm>
            <a:off x="1664669" y="4472015"/>
            <a:ext cx="1839942" cy="477874"/>
          </a:xfrm>
          <a:prstGeom prst="rect">
            <a:avLst/>
          </a:prstGeom>
          <a:noFill/>
          <a:ln w="12700">
            <a:solidFill>
              <a:schemeClr val="tx1"/>
            </a:solidFill>
          </a:ln>
        </p:spPr>
        <p:txBody>
          <a:bodyPr wrap="none" rtlCol="0" anchor="ctr" anchorCtr="1">
            <a:noAutofit/>
          </a:bodyPr>
          <a:lstStyle/>
          <a:p>
            <a:r>
              <a:rPr lang="en-US" dirty="0"/>
              <a:t>RAM 1</a:t>
            </a:r>
          </a:p>
        </p:txBody>
      </p:sp>
      <p:cxnSp>
        <p:nvCxnSpPr>
          <p:cNvPr id="22" name="Straight Arrow Connector 21">
            <a:extLst>
              <a:ext uri="{FF2B5EF4-FFF2-40B4-BE49-F238E27FC236}">
                <a16:creationId xmlns:a16="http://schemas.microsoft.com/office/drawing/2014/main" id="{5F6B6ED6-1969-7A7B-6FB6-2AE7C56EF2A2}"/>
              </a:ext>
            </a:extLst>
          </p:cNvPr>
          <p:cNvCxnSpPr>
            <a:cxnSpLocks/>
            <a:stCxn id="11" idx="3"/>
          </p:cNvCxnSpPr>
          <p:nvPr/>
        </p:nvCxnSpPr>
        <p:spPr>
          <a:xfrm flipV="1">
            <a:off x="3504611" y="939037"/>
            <a:ext cx="2864921" cy="3771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a:stCxn id="14" idx="3"/>
          </p:cNvCxnSpPr>
          <p:nvPr/>
        </p:nvCxnSpPr>
        <p:spPr>
          <a:xfrm>
            <a:off x="3511776" y="870300"/>
            <a:ext cx="2863542" cy="276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4AA989-DB81-46F5-5AAE-961C2E2228CD}"/>
              </a:ext>
            </a:extLst>
          </p:cNvPr>
          <p:cNvCxnSpPr>
            <a:cxnSpLocks/>
            <a:stCxn id="3" idx="3"/>
          </p:cNvCxnSpPr>
          <p:nvPr/>
        </p:nvCxnSpPr>
        <p:spPr>
          <a:xfrm flipV="1">
            <a:off x="3511778" y="1294012"/>
            <a:ext cx="2857754" cy="3894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A977D5-E414-798D-1ADD-08B8D19136DD}"/>
              </a:ext>
            </a:extLst>
          </p:cNvPr>
          <p:cNvCxnSpPr>
            <a:cxnSpLocks/>
            <a:stCxn id="14" idx="3"/>
          </p:cNvCxnSpPr>
          <p:nvPr/>
        </p:nvCxnSpPr>
        <p:spPr>
          <a:xfrm flipV="1">
            <a:off x="3511776" y="788453"/>
            <a:ext cx="2857756" cy="81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EA00E43-866C-FE25-475E-52976FB8101C}"/>
              </a:ext>
            </a:extLst>
          </p:cNvPr>
          <p:cNvCxnSpPr>
            <a:cxnSpLocks/>
            <a:stCxn id="4" idx="3"/>
          </p:cNvCxnSpPr>
          <p:nvPr/>
        </p:nvCxnSpPr>
        <p:spPr>
          <a:xfrm flipV="1">
            <a:off x="3511778" y="1648277"/>
            <a:ext cx="2857754" cy="401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77AFF8-3B32-AB32-44C2-0EF8E275BDE0}"/>
              </a:ext>
            </a:extLst>
          </p:cNvPr>
          <p:cNvCxnSpPr>
            <a:cxnSpLocks/>
            <a:stCxn id="93" idx="3"/>
          </p:cNvCxnSpPr>
          <p:nvPr/>
        </p:nvCxnSpPr>
        <p:spPr>
          <a:xfrm>
            <a:off x="3511776" y="1230340"/>
            <a:ext cx="2863542" cy="6260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5175B5C-4E42-DD35-3961-A588E3E24B19}"/>
              </a:ext>
            </a:extLst>
          </p:cNvPr>
          <p:cNvCxnSpPr>
            <a:cxnSpLocks/>
            <a:stCxn id="11" idx="3"/>
          </p:cNvCxnSpPr>
          <p:nvPr/>
        </p:nvCxnSpPr>
        <p:spPr>
          <a:xfrm flipV="1">
            <a:off x="3504611" y="2003252"/>
            <a:ext cx="2864921" cy="270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6EAE725-AE9C-9BE5-F5B7-40785D77108D}"/>
              </a:ext>
            </a:extLst>
          </p:cNvPr>
          <p:cNvCxnSpPr>
            <a:cxnSpLocks/>
            <a:stCxn id="14" idx="3"/>
          </p:cNvCxnSpPr>
          <p:nvPr/>
        </p:nvCxnSpPr>
        <p:spPr>
          <a:xfrm>
            <a:off x="3511776" y="870300"/>
            <a:ext cx="2857756" cy="627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B007A7-9D3D-CBAF-7E99-230A81ECF583}"/>
              </a:ext>
            </a:extLst>
          </p:cNvPr>
          <p:cNvCxnSpPr>
            <a:cxnSpLocks/>
            <a:stCxn id="3" idx="3"/>
          </p:cNvCxnSpPr>
          <p:nvPr/>
        </p:nvCxnSpPr>
        <p:spPr>
          <a:xfrm flipV="1">
            <a:off x="3511778" y="2356807"/>
            <a:ext cx="2862204" cy="2832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DBB734-D00E-A262-9D54-25A2B470AAED}"/>
              </a:ext>
            </a:extLst>
          </p:cNvPr>
          <p:cNvCxnSpPr>
            <a:cxnSpLocks/>
            <a:stCxn id="93" idx="3"/>
          </p:cNvCxnSpPr>
          <p:nvPr/>
        </p:nvCxnSpPr>
        <p:spPr>
          <a:xfrm>
            <a:off x="3511776" y="1230340"/>
            <a:ext cx="2867992" cy="13345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0199CF-A6EF-BCAF-7423-F61603695427}"/>
              </a:ext>
            </a:extLst>
          </p:cNvPr>
          <p:cNvCxnSpPr>
            <a:cxnSpLocks/>
            <a:stCxn id="4" idx="3"/>
          </p:cNvCxnSpPr>
          <p:nvPr/>
        </p:nvCxnSpPr>
        <p:spPr>
          <a:xfrm flipV="1">
            <a:off x="3511778" y="2711782"/>
            <a:ext cx="2862204" cy="2954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8CC911-509C-FFC0-57FA-20F3ED01484D}"/>
              </a:ext>
            </a:extLst>
          </p:cNvPr>
          <p:cNvCxnSpPr>
            <a:cxnSpLocks/>
            <a:stCxn id="93" idx="3"/>
          </p:cNvCxnSpPr>
          <p:nvPr/>
        </p:nvCxnSpPr>
        <p:spPr>
          <a:xfrm>
            <a:off x="3511776" y="1230340"/>
            <a:ext cx="2862206" cy="975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4BB915A-A2E5-06F9-5F55-5ACB5D963763}"/>
              </a:ext>
            </a:extLst>
          </p:cNvPr>
          <p:cNvCxnSpPr>
            <a:cxnSpLocks/>
            <a:stCxn id="11" idx="3"/>
          </p:cNvCxnSpPr>
          <p:nvPr/>
        </p:nvCxnSpPr>
        <p:spPr>
          <a:xfrm flipV="1">
            <a:off x="3504611" y="3066047"/>
            <a:ext cx="2869371" cy="164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F124A2C-9DA0-DC2B-62D2-ECE5A56EAB44}"/>
              </a:ext>
            </a:extLst>
          </p:cNvPr>
          <p:cNvCxnSpPr>
            <a:cxnSpLocks/>
            <a:stCxn id="94" idx="3"/>
          </p:cNvCxnSpPr>
          <p:nvPr/>
        </p:nvCxnSpPr>
        <p:spPr>
          <a:xfrm>
            <a:off x="3511776" y="1590380"/>
            <a:ext cx="2867992" cy="168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4BA14C-7E4A-E5BB-777A-4225C6564853}"/>
              </a:ext>
            </a:extLst>
          </p:cNvPr>
          <p:cNvCxnSpPr>
            <a:cxnSpLocks/>
            <a:stCxn id="3" idx="3"/>
          </p:cNvCxnSpPr>
          <p:nvPr/>
        </p:nvCxnSpPr>
        <p:spPr>
          <a:xfrm flipV="1">
            <a:off x="3511778" y="3421022"/>
            <a:ext cx="2862204" cy="1767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9BBF6E-DB8D-5F70-AC18-FDD2F3779AE0}"/>
              </a:ext>
            </a:extLst>
          </p:cNvPr>
          <p:cNvCxnSpPr>
            <a:cxnSpLocks/>
            <a:stCxn id="94" idx="3"/>
          </p:cNvCxnSpPr>
          <p:nvPr/>
        </p:nvCxnSpPr>
        <p:spPr>
          <a:xfrm>
            <a:off x="3511776" y="1590380"/>
            <a:ext cx="2862206" cy="1325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E61CD25-0A1B-A326-DEC3-EB231250CD3A}"/>
              </a:ext>
            </a:extLst>
          </p:cNvPr>
          <p:cNvCxnSpPr>
            <a:cxnSpLocks/>
            <a:stCxn id="4" idx="3"/>
          </p:cNvCxnSpPr>
          <p:nvPr/>
        </p:nvCxnSpPr>
        <p:spPr>
          <a:xfrm flipV="1">
            <a:off x="3511778" y="3789046"/>
            <a:ext cx="2853055" cy="1877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D918851-5D46-AD99-96A6-A910576866B5}"/>
              </a:ext>
            </a:extLst>
          </p:cNvPr>
          <p:cNvCxnSpPr>
            <a:cxnSpLocks/>
            <a:stCxn id="96" idx="3"/>
          </p:cNvCxnSpPr>
          <p:nvPr/>
        </p:nvCxnSpPr>
        <p:spPr>
          <a:xfrm>
            <a:off x="3511776" y="1950420"/>
            <a:ext cx="2858843" cy="2046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46B9C81-4E28-8EC7-3714-9AE1F179ED18}"/>
              </a:ext>
            </a:extLst>
          </p:cNvPr>
          <p:cNvCxnSpPr>
            <a:cxnSpLocks/>
            <a:stCxn id="11" idx="3"/>
          </p:cNvCxnSpPr>
          <p:nvPr/>
        </p:nvCxnSpPr>
        <p:spPr>
          <a:xfrm flipV="1">
            <a:off x="3504611" y="4144021"/>
            <a:ext cx="2860222" cy="566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9885A9-C1C3-3972-24BE-BAD6BFD712BE}"/>
              </a:ext>
            </a:extLst>
          </p:cNvPr>
          <p:cNvCxnSpPr>
            <a:cxnSpLocks/>
            <a:stCxn id="94" idx="3"/>
          </p:cNvCxnSpPr>
          <p:nvPr/>
        </p:nvCxnSpPr>
        <p:spPr>
          <a:xfrm>
            <a:off x="3511776" y="1590380"/>
            <a:ext cx="2853057" cy="20480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2D9F8E4-CFD1-53FA-6F7A-EC521969DA87}"/>
              </a:ext>
            </a:extLst>
          </p:cNvPr>
          <p:cNvCxnSpPr>
            <a:cxnSpLocks/>
            <a:stCxn id="3" idx="3"/>
          </p:cNvCxnSpPr>
          <p:nvPr/>
        </p:nvCxnSpPr>
        <p:spPr>
          <a:xfrm flipV="1">
            <a:off x="3511778" y="4498286"/>
            <a:ext cx="2853055" cy="69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2B7C923-5C85-CB9E-221E-AE9C8F773E3E}"/>
              </a:ext>
            </a:extLst>
          </p:cNvPr>
          <p:cNvCxnSpPr>
            <a:cxnSpLocks/>
            <a:stCxn id="96" idx="3"/>
          </p:cNvCxnSpPr>
          <p:nvPr/>
        </p:nvCxnSpPr>
        <p:spPr>
          <a:xfrm>
            <a:off x="3511776" y="1950420"/>
            <a:ext cx="2858843" cy="27559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68E8227-5B4B-2185-8624-595A7E5F8431}"/>
              </a:ext>
            </a:extLst>
          </p:cNvPr>
          <p:cNvCxnSpPr>
            <a:cxnSpLocks/>
            <a:stCxn id="4" idx="3"/>
          </p:cNvCxnSpPr>
          <p:nvPr/>
        </p:nvCxnSpPr>
        <p:spPr>
          <a:xfrm flipV="1">
            <a:off x="3511778" y="4853261"/>
            <a:ext cx="2853055" cy="813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20521B3-3E10-370C-C32E-84584024B891}"/>
              </a:ext>
            </a:extLst>
          </p:cNvPr>
          <p:cNvCxnSpPr>
            <a:cxnSpLocks/>
            <a:stCxn id="96" idx="3"/>
          </p:cNvCxnSpPr>
          <p:nvPr/>
        </p:nvCxnSpPr>
        <p:spPr>
          <a:xfrm>
            <a:off x="3511776" y="1950420"/>
            <a:ext cx="2853057" cy="23972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CD931E-4849-D018-6C13-1DC87D230FB3}"/>
              </a:ext>
            </a:extLst>
          </p:cNvPr>
          <p:cNvCxnSpPr>
            <a:cxnSpLocks/>
            <a:stCxn id="11" idx="3"/>
          </p:cNvCxnSpPr>
          <p:nvPr/>
        </p:nvCxnSpPr>
        <p:spPr>
          <a:xfrm>
            <a:off x="3504611" y="4710952"/>
            <a:ext cx="2864672" cy="495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80E5E2-0C23-8B4A-1096-10EE430DD4DD}"/>
              </a:ext>
            </a:extLst>
          </p:cNvPr>
          <p:cNvCxnSpPr>
            <a:cxnSpLocks/>
            <a:stCxn id="95" idx="3"/>
          </p:cNvCxnSpPr>
          <p:nvPr/>
        </p:nvCxnSpPr>
        <p:spPr>
          <a:xfrm>
            <a:off x="3511776" y="2310460"/>
            <a:ext cx="2863293" cy="31044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103EB0C-9FA2-03AE-2D32-D8B793F08328}"/>
              </a:ext>
            </a:extLst>
          </p:cNvPr>
          <p:cNvCxnSpPr>
            <a:cxnSpLocks/>
            <a:stCxn id="3" idx="3"/>
          </p:cNvCxnSpPr>
          <p:nvPr/>
        </p:nvCxnSpPr>
        <p:spPr>
          <a:xfrm>
            <a:off x="3511778" y="5188827"/>
            <a:ext cx="2857505" cy="3729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108FF27-A3D3-DAC1-0F16-7C1D65B2FD9E}"/>
              </a:ext>
            </a:extLst>
          </p:cNvPr>
          <p:cNvCxnSpPr>
            <a:cxnSpLocks/>
            <a:stCxn id="95" idx="3"/>
          </p:cNvCxnSpPr>
          <p:nvPr/>
        </p:nvCxnSpPr>
        <p:spPr>
          <a:xfrm>
            <a:off x="3511776" y="2310460"/>
            <a:ext cx="2857507" cy="27457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Group 155">
            <a:extLst>
              <a:ext uri="{FF2B5EF4-FFF2-40B4-BE49-F238E27FC236}">
                <a16:creationId xmlns:a16="http://schemas.microsoft.com/office/drawing/2014/main" id="{C9A4556F-7903-7202-9219-00D5073FF814}"/>
              </a:ext>
            </a:extLst>
          </p:cNvPr>
          <p:cNvGrpSpPr/>
          <p:nvPr/>
        </p:nvGrpSpPr>
        <p:grpSpPr>
          <a:xfrm>
            <a:off x="6364833" y="680590"/>
            <a:ext cx="1386972" cy="5331284"/>
            <a:chOff x="6364833" y="680590"/>
            <a:chExt cx="919483" cy="5331284"/>
          </a:xfrm>
        </p:grpSpPr>
        <p:sp>
          <p:nvSpPr>
            <p:cNvPr id="21" name="TextBox 20">
              <a:extLst>
                <a:ext uri="{FF2B5EF4-FFF2-40B4-BE49-F238E27FC236}">
                  <a16:creationId xmlns:a16="http://schemas.microsoft.com/office/drawing/2014/main" id="{7A8BBA71-2E6F-A46D-A8F7-578422819D22}"/>
                </a:ext>
              </a:extLst>
            </p:cNvPr>
            <p:cNvSpPr txBox="1"/>
            <p:nvPr/>
          </p:nvSpPr>
          <p:spPr>
            <a:xfrm>
              <a:off x="6364833" y="680590"/>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27" name="TextBox 26">
              <a:extLst>
                <a:ext uri="{FF2B5EF4-FFF2-40B4-BE49-F238E27FC236}">
                  <a16:creationId xmlns:a16="http://schemas.microsoft.com/office/drawing/2014/main" id="{1C28A37D-B863-B722-ACA3-A7FA0603C9A0}"/>
                </a:ext>
              </a:extLst>
            </p:cNvPr>
            <p:cNvSpPr txBox="1"/>
            <p:nvPr/>
          </p:nvSpPr>
          <p:spPr>
            <a:xfrm>
              <a:off x="6364833" y="103609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6" name="TextBox 35">
              <a:extLst>
                <a:ext uri="{FF2B5EF4-FFF2-40B4-BE49-F238E27FC236}">
                  <a16:creationId xmlns:a16="http://schemas.microsoft.com/office/drawing/2014/main" id="{6169EBBD-61B6-E5A0-60F0-3A5BED87AAA3}"/>
                </a:ext>
              </a:extLst>
            </p:cNvPr>
            <p:cNvSpPr txBox="1"/>
            <p:nvPr/>
          </p:nvSpPr>
          <p:spPr>
            <a:xfrm>
              <a:off x="6364833" y="139159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39" name="TextBox 38">
              <a:extLst>
                <a:ext uri="{FF2B5EF4-FFF2-40B4-BE49-F238E27FC236}">
                  <a16:creationId xmlns:a16="http://schemas.microsoft.com/office/drawing/2014/main" id="{21282502-9B4B-4EC8-A58E-7D26896B6F67}"/>
                </a:ext>
              </a:extLst>
            </p:cNvPr>
            <p:cNvSpPr txBox="1"/>
            <p:nvPr/>
          </p:nvSpPr>
          <p:spPr>
            <a:xfrm>
              <a:off x="6364833" y="174709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2" name="TextBox 41">
              <a:extLst>
                <a:ext uri="{FF2B5EF4-FFF2-40B4-BE49-F238E27FC236}">
                  <a16:creationId xmlns:a16="http://schemas.microsoft.com/office/drawing/2014/main" id="{A6ECCAF7-E1DE-A054-3012-D2BE85BBD03A}"/>
                </a:ext>
              </a:extLst>
            </p:cNvPr>
            <p:cNvSpPr txBox="1"/>
            <p:nvPr/>
          </p:nvSpPr>
          <p:spPr>
            <a:xfrm>
              <a:off x="6364833" y="2102594"/>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6" name="TextBox 45">
              <a:extLst>
                <a:ext uri="{FF2B5EF4-FFF2-40B4-BE49-F238E27FC236}">
                  <a16:creationId xmlns:a16="http://schemas.microsoft.com/office/drawing/2014/main" id="{E6C8CBCE-0FB4-75B0-C6CE-2D66EE6D1282}"/>
                </a:ext>
              </a:extLst>
            </p:cNvPr>
            <p:cNvSpPr txBox="1"/>
            <p:nvPr/>
          </p:nvSpPr>
          <p:spPr>
            <a:xfrm>
              <a:off x="6364833" y="2458095"/>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49" name="TextBox 48">
              <a:extLst>
                <a:ext uri="{FF2B5EF4-FFF2-40B4-BE49-F238E27FC236}">
                  <a16:creationId xmlns:a16="http://schemas.microsoft.com/office/drawing/2014/main" id="{3B3867B2-2008-BF8E-B7A1-17832982F9D9}"/>
                </a:ext>
              </a:extLst>
            </p:cNvPr>
            <p:cNvSpPr txBox="1"/>
            <p:nvPr/>
          </p:nvSpPr>
          <p:spPr>
            <a:xfrm>
              <a:off x="6364833" y="2813596"/>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3" name="TextBox 52">
              <a:extLst>
                <a:ext uri="{FF2B5EF4-FFF2-40B4-BE49-F238E27FC236}">
                  <a16:creationId xmlns:a16="http://schemas.microsoft.com/office/drawing/2014/main" id="{E200BA26-60AE-7296-AE54-3BB3DACFA1EA}"/>
                </a:ext>
              </a:extLst>
            </p:cNvPr>
            <p:cNvSpPr txBox="1"/>
            <p:nvPr/>
          </p:nvSpPr>
          <p:spPr>
            <a:xfrm>
              <a:off x="6364833" y="3169097"/>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58" name="TextBox 57">
              <a:extLst>
                <a:ext uri="{FF2B5EF4-FFF2-40B4-BE49-F238E27FC236}">
                  <a16:creationId xmlns:a16="http://schemas.microsoft.com/office/drawing/2014/main" id="{23332073-B496-C719-A28F-3557918F24F1}"/>
                </a:ext>
              </a:extLst>
            </p:cNvPr>
            <p:cNvSpPr txBox="1"/>
            <p:nvPr/>
          </p:nvSpPr>
          <p:spPr>
            <a:xfrm>
              <a:off x="6364833" y="3524598"/>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66" name="TextBox 65">
              <a:extLst>
                <a:ext uri="{FF2B5EF4-FFF2-40B4-BE49-F238E27FC236}">
                  <a16:creationId xmlns:a16="http://schemas.microsoft.com/office/drawing/2014/main" id="{5CDB8C36-36E3-22C9-71F8-4FCE52BCD70F}"/>
                </a:ext>
              </a:extLst>
            </p:cNvPr>
            <p:cNvSpPr txBox="1"/>
            <p:nvPr/>
          </p:nvSpPr>
          <p:spPr>
            <a:xfrm>
              <a:off x="6364833" y="3880099"/>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1" name="TextBox 70">
              <a:extLst>
                <a:ext uri="{FF2B5EF4-FFF2-40B4-BE49-F238E27FC236}">
                  <a16:creationId xmlns:a16="http://schemas.microsoft.com/office/drawing/2014/main" id="{133DAA22-B6BC-643E-FA86-DB62A91C508E}"/>
                </a:ext>
              </a:extLst>
            </p:cNvPr>
            <p:cNvSpPr txBox="1"/>
            <p:nvPr/>
          </p:nvSpPr>
          <p:spPr>
            <a:xfrm>
              <a:off x="6364833" y="4235600"/>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78" name="TextBox 77">
              <a:extLst>
                <a:ext uri="{FF2B5EF4-FFF2-40B4-BE49-F238E27FC236}">
                  <a16:creationId xmlns:a16="http://schemas.microsoft.com/office/drawing/2014/main" id="{63A258D1-1AA4-E6B8-EA9E-1343809815C6}"/>
                </a:ext>
              </a:extLst>
            </p:cNvPr>
            <p:cNvSpPr txBox="1"/>
            <p:nvPr/>
          </p:nvSpPr>
          <p:spPr>
            <a:xfrm>
              <a:off x="6364833" y="4591101"/>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5" name="TextBox 84">
              <a:extLst>
                <a:ext uri="{FF2B5EF4-FFF2-40B4-BE49-F238E27FC236}">
                  <a16:creationId xmlns:a16="http://schemas.microsoft.com/office/drawing/2014/main" id="{8C4A167D-BA25-F149-68A2-0214FDB1D894}"/>
                </a:ext>
              </a:extLst>
            </p:cNvPr>
            <p:cNvSpPr txBox="1"/>
            <p:nvPr/>
          </p:nvSpPr>
          <p:spPr>
            <a:xfrm>
              <a:off x="6364833" y="4946602"/>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88" name="TextBox 87">
              <a:extLst>
                <a:ext uri="{FF2B5EF4-FFF2-40B4-BE49-F238E27FC236}">
                  <a16:creationId xmlns:a16="http://schemas.microsoft.com/office/drawing/2014/main" id="{6D476F33-80AB-DED1-E119-30FBFA766CFE}"/>
                </a:ext>
              </a:extLst>
            </p:cNvPr>
            <p:cNvSpPr txBox="1"/>
            <p:nvPr/>
          </p:nvSpPr>
          <p:spPr>
            <a:xfrm>
              <a:off x="6364833" y="5302103"/>
              <a:ext cx="919483" cy="354265"/>
            </a:xfrm>
            <a:prstGeom prst="rect">
              <a:avLst/>
            </a:prstGeom>
            <a:noFill/>
            <a:ln w="12700">
              <a:solidFill>
                <a:schemeClr val="tx1"/>
              </a:solidFill>
            </a:ln>
          </p:spPr>
          <p:txBody>
            <a:bodyPr wrap="none" rtlCol="0" anchor="ctr" anchorCtr="1">
              <a:noAutofit/>
            </a:bodyPr>
            <a:lstStyle/>
            <a:p>
              <a:r>
                <a:rPr lang="en-US" dirty="0"/>
                <a:t>MAC</a:t>
              </a:r>
            </a:p>
          </p:txBody>
        </p:sp>
        <p:sp>
          <p:nvSpPr>
            <p:cNvPr id="99" name="TextBox 98">
              <a:extLst>
                <a:ext uri="{FF2B5EF4-FFF2-40B4-BE49-F238E27FC236}">
                  <a16:creationId xmlns:a16="http://schemas.microsoft.com/office/drawing/2014/main" id="{E8304FE2-8E34-9952-E61E-A638B6BE5143}"/>
                </a:ext>
              </a:extLst>
            </p:cNvPr>
            <p:cNvSpPr txBox="1"/>
            <p:nvPr/>
          </p:nvSpPr>
          <p:spPr>
            <a:xfrm>
              <a:off x="6364833" y="5657609"/>
              <a:ext cx="919483" cy="354265"/>
            </a:xfrm>
            <a:prstGeom prst="rect">
              <a:avLst/>
            </a:prstGeom>
            <a:noFill/>
            <a:ln w="12700">
              <a:solidFill>
                <a:schemeClr val="tx1"/>
              </a:solidFill>
            </a:ln>
          </p:spPr>
          <p:txBody>
            <a:bodyPr wrap="none" rtlCol="0" anchor="ctr" anchorCtr="1">
              <a:noAutofit/>
            </a:bodyPr>
            <a:lstStyle/>
            <a:p>
              <a:r>
                <a:rPr lang="en-US" dirty="0"/>
                <a:t>MAC </a:t>
              </a:r>
              <a:r>
                <a:rPr lang="en-US" b="1" dirty="0"/>
                <a:t>n*m</a:t>
              </a:r>
            </a:p>
          </p:txBody>
        </p:sp>
      </p:grpSp>
      <p:cxnSp>
        <p:nvCxnSpPr>
          <p:cNvPr id="100" name="Straight Arrow Connector 99">
            <a:extLst>
              <a:ext uri="{FF2B5EF4-FFF2-40B4-BE49-F238E27FC236}">
                <a16:creationId xmlns:a16="http://schemas.microsoft.com/office/drawing/2014/main" id="{ED073FE7-A756-6110-9B86-6504CA9BEE0C}"/>
              </a:ext>
            </a:extLst>
          </p:cNvPr>
          <p:cNvCxnSpPr>
            <a:cxnSpLocks/>
            <a:stCxn id="4" idx="3"/>
          </p:cNvCxnSpPr>
          <p:nvPr/>
        </p:nvCxnSpPr>
        <p:spPr>
          <a:xfrm>
            <a:off x="3511778" y="5666701"/>
            <a:ext cx="2857505" cy="249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9C984CB2-E452-3768-29C3-299550D8BED1}"/>
              </a:ext>
            </a:extLst>
          </p:cNvPr>
          <p:cNvCxnSpPr>
            <a:cxnSpLocks/>
          </p:cNvCxnSpPr>
          <p:nvPr/>
        </p:nvCxnSpPr>
        <p:spPr>
          <a:xfrm>
            <a:off x="9575256" y="4813424"/>
            <a:ext cx="5545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29E308F7-CE6D-78BD-F57B-CF11D8E71D76}"/>
              </a:ext>
            </a:extLst>
          </p:cNvPr>
          <p:cNvSpPr txBox="1"/>
          <p:nvPr/>
        </p:nvSpPr>
        <p:spPr>
          <a:xfrm>
            <a:off x="10123980" y="4701856"/>
            <a:ext cx="919483" cy="354265"/>
          </a:xfrm>
          <a:prstGeom prst="rect">
            <a:avLst/>
          </a:prstGeom>
          <a:noFill/>
          <a:ln w="12700">
            <a:solidFill>
              <a:schemeClr val="tx1"/>
            </a:solidFill>
          </a:ln>
        </p:spPr>
        <p:txBody>
          <a:bodyPr wrap="none" rtlCol="0" anchor="ctr" anchorCtr="1">
            <a:noAutofit/>
          </a:bodyPr>
          <a:lstStyle/>
          <a:p>
            <a:r>
              <a:rPr lang="en-US" dirty="0"/>
              <a:t>MAC</a:t>
            </a:r>
          </a:p>
        </p:txBody>
      </p:sp>
      <p:cxnSp>
        <p:nvCxnSpPr>
          <p:cNvPr id="103" name="Straight Arrow Connector 102">
            <a:extLst>
              <a:ext uri="{FF2B5EF4-FFF2-40B4-BE49-F238E27FC236}">
                <a16:creationId xmlns:a16="http://schemas.microsoft.com/office/drawing/2014/main" id="{EA9330E5-3908-DFBE-4BEB-4CA3718C447B}"/>
              </a:ext>
            </a:extLst>
          </p:cNvPr>
          <p:cNvCxnSpPr>
            <a:cxnSpLocks/>
          </p:cNvCxnSpPr>
          <p:nvPr/>
        </p:nvCxnSpPr>
        <p:spPr>
          <a:xfrm>
            <a:off x="9575256" y="4960303"/>
            <a:ext cx="5487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B41AFDE-3744-9D0F-F520-6101B78570A3}"/>
              </a:ext>
            </a:extLst>
          </p:cNvPr>
          <p:cNvCxnSpPr>
            <a:cxnSpLocks/>
            <a:stCxn id="95" idx="3"/>
          </p:cNvCxnSpPr>
          <p:nvPr/>
        </p:nvCxnSpPr>
        <p:spPr>
          <a:xfrm>
            <a:off x="3511776" y="2310460"/>
            <a:ext cx="2857507" cy="3455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F2C2C007-D722-48B2-7F4E-0AB3F1E9592B}"/>
              </a:ext>
            </a:extLst>
          </p:cNvPr>
          <p:cNvSpPr txBox="1"/>
          <p:nvPr/>
        </p:nvSpPr>
        <p:spPr>
          <a:xfrm>
            <a:off x="8386336" y="2093580"/>
            <a:ext cx="1916719" cy="3281195"/>
          </a:xfrm>
          <a:prstGeom prst="rect">
            <a:avLst/>
          </a:prstGeom>
          <a:noFill/>
        </p:spPr>
        <p:txBody>
          <a:bodyPr wrap="none" rtlCol="0">
            <a:noAutofit/>
          </a:bodyPr>
          <a:lstStyle/>
          <a:p>
            <a:pPr algn="ctr"/>
            <a:r>
              <a:rPr lang="en-US" dirty="0"/>
              <a:t>input buffer</a:t>
            </a:r>
          </a:p>
          <a:p>
            <a:pPr algn="ctr"/>
            <a:r>
              <a:rPr lang="en-US" dirty="0"/>
              <a:t>each BRAM contains an overlapped</a:t>
            </a:r>
          </a:p>
          <a:p>
            <a:pPr algn="ctr"/>
            <a:r>
              <a:rPr lang="en-US" dirty="0"/>
              <a:t> vertical slice of the row buffer,</a:t>
            </a:r>
          </a:p>
          <a:p>
            <a:pPr algn="ctr"/>
            <a:r>
              <a:rPr lang="en-US" dirty="0"/>
              <a:t>contains complete patches</a:t>
            </a:r>
          </a:p>
        </p:txBody>
      </p:sp>
      <p:sp>
        <p:nvSpPr>
          <p:cNvPr id="453" name="TextBox 452">
            <a:extLst>
              <a:ext uri="{FF2B5EF4-FFF2-40B4-BE49-F238E27FC236}">
                <a16:creationId xmlns:a16="http://schemas.microsoft.com/office/drawing/2014/main" id="{0F1BEB9E-558B-5B89-2991-298A8CAE3BD9}"/>
              </a:ext>
            </a:extLst>
          </p:cNvPr>
          <p:cNvSpPr txBox="1"/>
          <p:nvPr/>
        </p:nvSpPr>
        <p:spPr>
          <a:xfrm rot="5400000">
            <a:off x="8299388" y="860979"/>
            <a:ext cx="1109396" cy="925947"/>
          </a:xfrm>
          <a:prstGeom prst="rect">
            <a:avLst/>
          </a:prstGeom>
          <a:noFill/>
          <a:ln w="22225">
            <a:solidFill>
              <a:schemeClr val="tx1"/>
            </a:solidFill>
          </a:ln>
        </p:spPr>
        <p:txBody>
          <a:bodyPr wrap="none" rtlCol="0">
            <a:noAutofit/>
          </a:bodyPr>
          <a:lstStyle/>
          <a:p>
            <a:pPr algn="ctr"/>
            <a:endParaRPr lang="en-US" dirty="0"/>
          </a:p>
        </p:txBody>
      </p:sp>
      <p:sp>
        <p:nvSpPr>
          <p:cNvPr id="454" name="TextBox 453">
            <a:extLst>
              <a:ext uri="{FF2B5EF4-FFF2-40B4-BE49-F238E27FC236}">
                <a16:creationId xmlns:a16="http://schemas.microsoft.com/office/drawing/2014/main" id="{43BC7391-E4E1-6B85-2345-F3029DF7FD6F}"/>
              </a:ext>
            </a:extLst>
          </p:cNvPr>
          <p:cNvSpPr txBox="1"/>
          <p:nvPr/>
        </p:nvSpPr>
        <p:spPr>
          <a:xfrm>
            <a:off x="8349210" y="1489683"/>
            <a:ext cx="764953" cy="369332"/>
          </a:xfrm>
          <a:prstGeom prst="rect">
            <a:avLst/>
          </a:prstGeom>
          <a:noFill/>
        </p:spPr>
        <p:txBody>
          <a:bodyPr wrap="none" rtlCol="0">
            <a:spAutoFit/>
          </a:bodyPr>
          <a:lstStyle/>
          <a:p>
            <a:r>
              <a:rPr lang="en-US" dirty="0"/>
              <a:t>BRAM</a:t>
            </a:r>
          </a:p>
        </p:txBody>
      </p:sp>
      <p:sp>
        <p:nvSpPr>
          <p:cNvPr id="456" name="TextBox 455">
            <a:extLst>
              <a:ext uri="{FF2B5EF4-FFF2-40B4-BE49-F238E27FC236}">
                <a16:creationId xmlns:a16="http://schemas.microsoft.com/office/drawing/2014/main" id="{FB609E9E-E793-5E48-8F6F-963EE27CEC08}"/>
              </a:ext>
            </a:extLst>
          </p:cNvPr>
          <p:cNvSpPr txBox="1"/>
          <p:nvPr/>
        </p:nvSpPr>
        <p:spPr>
          <a:xfrm rot="5400000">
            <a:off x="9002056" y="871115"/>
            <a:ext cx="1109396" cy="902446"/>
          </a:xfrm>
          <a:prstGeom prst="rect">
            <a:avLst/>
          </a:prstGeom>
          <a:noFill/>
          <a:ln w="22225">
            <a:solidFill>
              <a:schemeClr val="tx1"/>
            </a:solidFill>
            <a:prstDash val="dash"/>
          </a:ln>
        </p:spPr>
        <p:txBody>
          <a:bodyPr wrap="none" rtlCol="0">
            <a:noAutofit/>
          </a:bodyPr>
          <a:lstStyle/>
          <a:p>
            <a:pPr algn="ctr"/>
            <a:endParaRPr lang="en-US" dirty="0"/>
          </a:p>
        </p:txBody>
      </p:sp>
      <p:sp>
        <p:nvSpPr>
          <p:cNvPr id="459" name="TextBox 458">
            <a:extLst>
              <a:ext uri="{FF2B5EF4-FFF2-40B4-BE49-F238E27FC236}">
                <a16:creationId xmlns:a16="http://schemas.microsoft.com/office/drawing/2014/main" id="{E6A62C4E-019D-392D-9A08-208748C9225E}"/>
              </a:ext>
            </a:extLst>
          </p:cNvPr>
          <p:cNvSpPr txBox="1"/>
          <p:nvPr/>
        </p:nvSpPr>
        <p:spPr>
          <a:xfrm>
            <a:off x="2998572" y="6289364"/>
            <a:ext cx="3722429" cy="369332"/>
          </a:xfrm>
          <a:prstGeom prst="rect">
            <a:avLst/>
          </a:prstGeom>
          <a:noFill/>
        </p:spPr>
        <p:txBody>
          <a:bodyPr wrap="none" rtlCol="0">
            <a:spAutoFit/>
          </a:bodyPr>
          <a:lstStyle/>
          <a:p>
            <a:r>
              <a:rPr lang="en-US" dirty="0"/>
              <a:t>compute n*m dot products in parallel</a:t>
            </a:r>
          </a:p>
        </p:txBody>
      </p:sp>
      <p:grpSp>
        <p:nvGrpSpPr>
          <p:cNvPr id="461" name="Group 460">
            <a:extLst>
              <a:ext uri="{FF2B5EF4-FFF2-40B4-BE49-F238E27FC236}">
                <a16:creationId xmlns:a16="http://schemas.microsoft.com/office/drawing/2014/main" id="{AF65D2DB-F0A0-46A8-B2F3-997925ED4404}"/>
              </a:ext>
            </a:extLst>
          </p:cNvPr>
          <p:cNvGrpSpPr/>
          <p:nvPr/>
        </p:nvGrpSpPr>
        <p:grpSpPr>
          <a:xfrm>
            <a:off x="8404553" y="765498"/>
            <a:ext cx="2924949" cy="379333"/>
            <a:chOff x="8404553" y="765498"/>
            <a:chExt cx="2924949" cy="379333"/>
          </a:xfrm>
        </p:grpSpPr>
        <p:grpSp>
          <p:nvGrpSpPr>
            <p:cNvPr id="5" name="Group 4">
              <a:extLst>
                <a:ext uri="{FF2B5EF4-FFF2-40B4-BE49-F238E27FC236}">
                  <a16:creationId xmlns:a16="http://schemas.microsoft.com/office/drawing/2014/main" id="{20106609-CC6E-7F61-31D3-2979C2666698}"/>
                </a:ext>
              </a:extLst>
            </p:cNvPr>
            <p:cNvGrpSpPr/>
            <p:nvPr/>
          </p:nvGrpSpPr>
          <p:grpSpPr>
            <a:xfrm>
              <a:off x="8718059" y="966277"/>
              <a:ext cx="2610996" cy="100423"/>
              <a:chOff x="8718059" y="966277"/>
              <a:chExt cx="2610996" cy="100423"/>
            </a:xfrm>
          </p:grpSpPr>
          <p:sp>
            <p:nvSpPr>
              <p:cNvPr id="359" name="Rectangle 358">
                <a:extLst>
                  <a:ext uri="{FF2B5EF4-FFF2-40B4-BE49-F238E27FC236}">
                    <a16:creationId xmlns:a16="http://schemas.microsoft.com/office/drawing/2014/main" id="{4F7B001E-7D6C-CC05-E5E9-FAA602FAB244}"/>
                  </a:ext>
                </a:extLst>
              </p:cNvPr>
              <p:cNvSpPr/>
              <p:nvPr/>
            </p:nvSpPr>
            <p:spPr>
              <a:xfrm rot="10800000">
                <a:off x="1122863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6A47BD57-E53D-1E0A-885D-2ED333AF85AE}"/>
                  </a:ext>
                </a:extLst>
              </p:cNvPr>
              <p:cNvSpPr/>
              <p:nvPr/>
            </p:nvSpPr>
            <p:spPr>
              <a:xfrm rot="10800000">
                <a:off x="1112821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EFD20F00-690E-35E7-1678-7BB6F8F6BD1C}"/>
                  </a:ext>
                </a:extLst>
              </p:cNvPr>
              <p:cNvSpPr/>
              <p:nvPr/>
            </p:nvSpPr>
            <p:spPr>
              <a:xfrm rot="10800000">
                <a:off x="1102778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65CFDC15-9CE9-AE96-A403-BAADC9C9B2EE}"/>
                  </a:ext>
                </a:extLst>
              </p:cNvPr>
              <p:cNvSpPr/>
              <p:nvPr/>
            </p:nvSpPr>
            <p:spPr>
              <a:xfrm rot="10800000">
                <a:off x="1092736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54A45CF3-F65C-E47D-9DB6-E918A7AD2094}"/>
                  </a:ext>
                </a:extLst>
              </p:cNvPr>
              <p:cNvSpPr/>
              <p:nvPr/>
            </p:nvSpPr>
            <p:spPr>
              <a:xfrm rot="10800000">
                <a:off x="1082694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697B4550-172D-4F54-007F-C248682E2A40}"/>
                  </a:ext>
                </a:extLst>
              </p:cNvPr>
              <p:cNvSpPr/>
              <p:nvPr/>
            </p:nvSpPr>
            <p:spPr>
              <a:xfrm rot="10800000">
                <a:off x="1072651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13364DC2-18B5-BEDA-EDB3-026E1C684151}"/>
                  </a:ext>
                </a:extLst>
              </p:cNvPr>
              <p:cNvSpPr/>
              <p:nvPr/>
            </p:nvSpPr>
            <p:spPr>
              <a:xfrm rot="10800000">
                <a:off x="1062609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E04AEA80-811D-BEE1-BBE1-AA437B428774}"/>
                  </a:ext>
                </a:extLst>
              </p:cNvPr>
              <p:cNvSpPr/>
              <p:nvPr/>
            </p:nvSpPr>
            <p:spPr>
              <a:xfrm rot="10800000">
                <a:off x="1052567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8CE03F9B-B604-986E-AF32-DE9D8380BBF0}"/>
                  </a:ext>
                </a:extLst>
              </p:cNvPr>
              <p:cNvSpPr/>
              <p:nvPr/>
            </p:nvSpPr>
            <p:spPr>
              <a:xfrm rot="10800000">
                <a:off x="1042524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EE64713E-4973-E450-2180-EEF3A65D9C2F}"/>
                  </a:ext>
                </a:extLst>
              </p:cNvPr>
              <p:cNvSpPr/>
              <p:nvPr/>
            </p:nvSpPr>
            <p:spPr>
              <a:xfrm rot="10800000">
                <a:off x="1032482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644BEC92-F759-3385-555F-3C29B7A60D0B}"/>
                  </a:ext>
                </a:extLst>
              </p:cNvPr>
              <p:cNvSpPr/>
              <p:nvPr/>
            </p:nvSpPr>
            <p:spPr>
              <a:xfrm rot="10800000">
                <a:off x="1022440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180ABB6F-1D53-5A89-B939-2AC08435FC74}"/>
                  </a:ext>
                </a:extLst>
              </p:cNvPr>
              <p:cNvSpPr/>
              <p:nvPr/>
            </p:nvSpPr>
            <p:spPr>
              <a:xfrm rot="10800000">
                <a:off x="1012398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8657F572-A01A-D48B-1009-DE6E07711737}"/>
                  </a:ext>
                </a:extLst>
              </p:cNvPr>
              <p:cNvSpPr/>
              <p:nvPr/>
            </p:nvSpPr>
            <p:spPr>
              <a:xfrm rot="10800000">
                <a:off x="1002355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E917E56F-F980-D95D-570B-2F8C0F7C0B79}"/>
                  </a:ext>
                </a:extLst>
              </p:cNvPr>
              <p:cNvSpPr/>
              <p:nvPr/>
            </p:nvSpPr>
            <p:spPr>
              <a:xfrm rot="10800000">
                <a:off x="992313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45544769-DB36-BF73-3F16-09073485DD01}"/>
                  </a:ext>
                </a:extLst>
              </p:cNvPr>
              <p:cNvSpPr/>
              <p:nvPr/>
            </p:nvSpPr>
            <p:spPr>
              <a:xfrm rot="10800000">
                <a:off x="982271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C089016E-7E3D-05E1-5BBE-7FEC0CE3A33D}"/>
                  </a:ext>
                </a:extLst>
              </p:cNvPr>
              <p:cNvSpPr/>
              <p:nvPr/>
            </p:nvSpPr>
            <p:spPr>
              <a:xfrm rot="10800000">
                <a:off x="972228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D2E9B55B-AEBF-EF16-AC60-6C20D9B3FD3C}"/>
                  </a:ext>
                </a:extLst>
              </p:cNvPr>
              <p:cNvSpPr/>
              <p:nvPr/>
            </p:nvSpPr>
            <p:spPr>
              <a:xfrm rot="10800000">
                <a:off x="9621866"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4F4BAB0E-D4AA-89EC-25EA-5AA67BC12011}"/>
                  </a:ext>
                </a:extLst>
              </p:cNvPr>
              <p:cNvSpPr/>
              <p:nvPr/>
            </p:nvSpPr>
            <p:spPr>
              <a:xfrm rot="10800000">
                <a:off x="9521443"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EAC5F58C-E408-C3A0-7896-B311C3131805}"/>
                  </a:ext>
                </a:extLst>
              </p:cNvPr>
              <p:cNvSpPr/>
              <p:nvPr/>
            </p:nvSpPr>
            <p:spPr>
              <a:xfrm rot="10800000">
                <a:off x="9421020"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8F559EF1-F002-1858-B106-347CEAB8CE8F}"/>
                  </a:ext>
                </a:extLst>
              </p:cNvPr>
              <p:cNvSpPr/>
              <p:nvPr/>
            </p:nvSpPr>
            <p:spPr>
              <a:xfrm rot="10800000">
                <a:off x="9320597"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F4F672A6-0A94-EE06-5C8A-06D62E368CFF}"/>
                  </a:ext>
                </a:extLst>
              </p:cNvPr>
              <p:cNvSpPr/>
              <p:nvPr/>
            </p:nvSpPr>
            <p:spPr>
              <a:xfrm rot="10800000">
                <a:off x="9220174"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8393689A-3C92-AFAB-9BA2-82F83C3DE71C}"/>
                  </a:ext>
                </a:extLst>
              </p:cNvPr>
              <p:cNvSpPr/>
              <p:nvPr/>
            </p:nvSpPr>
            <p:spPr>
              <a:xfrm rot="10800000">
                <a:off x="9119751"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8053776E-3C8B-4315-8E44-F279AA308F0B}"/>
                  </a:ext>
                </a:extLst>
              </p:cNvPr>
              <p:cNvSpPr/>
              <p:nvPr/>
            </p:nvSpPr>
            <p:spPr>
              <a:xfrm rot="10800000">
                <a:off x="9019328"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B1A03E0F-FE56-4714-0B25-CB2269614531}"/>
                  </a:ext>
                </a:extLst>
              </p:cNvPr>
              <p:cNvSpPr/>
              <p:nvPr/>
            </p:nvSpPr>
            <p:spPr>
              <a:xfrm rot="10800000">
                <a:off x="8918905"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CC677100-A842-8406-D168-89B137713129}"/>
                  </a:ext>
                </a:extLst>
              </p:cNvPr>
              <p:cNvSpPr/>
              <p:nvPr/>
            </p:nvSpPr>
            <p:spPr>
              <a:xfrm rot="10800000">
                <a:off x="8818482"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CD78996A-182F-D408-9102-0CC2A9B593C9}"/>
                  </a:ext>
                </a:extLst>
              </p:cNvPr>
              <p:cNvSpPr/>
              <p:nvPr/>
            </p:nvSpPr>
            <p:spPr>
              <a:xfrm rot="10800000">
                <a:off x="8718059" y="9662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8" name="Rectangle 387">
              <a:extLst>
                <a:ext uri="{FF2B5EF4-FFF2-40B4-BE49-F238E27FC236}">
                  <a16:creationId xmlns:a16="http://schemas.microsoft.com/office/drawing/2014/main" id="{264319E2-9B0A-383F-17B6-D8814D4A95D0}"/>
                </a:ext>
              </a:extLst>
            </p:cNvPr>
            <p:cNvSpPr/>
            <p:nvPr/>
          </p:nvSpPr>
          <p:spPr>
            <a:xfrm rot="10800000">
              <a:off x="1122863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03FA8552-28F7-DA95-1B2B-78FC3AB482F4}"/>
                </a:ext>
              </a:extLst>
            </p:cNvPr>
            <p:cNvSpPr/>
            <p:nvPr/>
          </p:nvSpPr>
          <p:spPr>
            <a:xfrm rot="10800000">
              <a:off x="1112821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15DD1D46-FDEA-1786-ED34-AD8E10542CEE}"/>
                </a:ext>
              </a:extLst>
            </p:cNvPr>
            <p:cNvSpPr/>
            <p:nvPr/>
          </p:nvSpPr>
          <p:spPr>
            <a:xfrm rot="10800000">
              <a:off x="1102778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25999782-607E-2338-FD3D-EAE909412B45}"/>
                </a:ext>
              </a:extLst>
            </p:cNvPr>
            <p:cNvSpPr/>
            <p:nvPr/>
          </p:nvSpPr>
          <p:spPr>
            <a:xfrm rot="10800000">
              <a:off x="1092736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794FE30E-94F1-FA84-DFFA-7E3C3A8128CD}"/>
                </a:ext>
              </a:extLst>
            </p:cNvPr>
            <p:cNvSpPr/>
            <p:nvPr/>
          </p:nvSpPr>
          <p:spPr>
            <a:xfrm rot="10800000">
              <a:off x="1082694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82CA05E6-7E27-E0D7-DEB2-7CA9119573F8}"/>
                </a:ext>
              </a:extLst>
            </p:cNvPr>
            <p:cNvSpPr/>
            <p:nvPr/>
          </p:nvSpPr>
          <p:spPr>
            <a:xfrm rot="10800000">
              <a:off x="1072651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99D10C70-AA63-4C44-9DF2-A0E8F108018B}"/>
                </a:ext>
              </a:extLst>
            </p:cNvPr>
            <p:cNvSpPr/>
            <p:nvPr/>
          </p:nvSpPr>
          <p:spPr>
            <a:xfrm rot="10800000">
              <a:off x="1062609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6CE76736-DBD9-6377-8E18-EB3A98CE04B8}"/>
                </a:ext>
              </a:extLst>
            </p:cNvPr>
            <p:cNvSpPr/>
            <p:nvPr/>
          </p:nvSpPr>
          <p:spPr>
            <a:xfrm rot="10800000">
              <a:off x="1052567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730E9A90-8876-82E9-AEE0-B4BBF9F01042}"/>
                </a:ext>
              </a:extLst>
            </p:cNvPr>
            <p:cNvSpPr/>
            <p:nvPr/>
          </p:nvSpPr>
          <p:spPr>
            <a:xfrm rot="10800000">
              <a:off x="1042524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4D85F020-1D34-758A-D1E6-0C154C57E56C}"/>
                </a:ext>
              </a:extLst>
            </p:cNvPr>
            <p:cNvSpPr/>
            <p:nvPr/>
          </p:nvSpPr>
          <p:spPr>
            <a:xfrm rot="10800000">
              <a:off x="1032482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E4745C41-2FA2-03A6-A85B-B42268CC70F4}"/>
                </a:ext>
              </a:extLst>
            </p:cNvPr>
            <p:cNvSpPr/>
            <p:nvPr/>
          </p:nvSpPr>
          <p:spPr>
            <a:xfrm rot="10800000">
              <a:off x="1022440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A3A8DF1B-4834-E7DC-50E9-0620DF047ADF}"/>
                </a:ext>
              </a:extLst>
            </p:cNvPr>
            <p:cNvSpPr/>
            <p:nvPr/>
          </p:nvSpPr>
          <p:spPr>
            <a:xfrm rot="10800000">
              <a:off x="1012398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23A37298-A02E-0643-8C23-309DB300C77A}"/>
                </a:ext>
              </a:extLst>
            </p:cNvPr>
            <p:cNvSpPr/>
            <p:nvPr/>
          </p:nvSpPr>
          <p:spPr>
            <a:xfrm rot="10800000">
              <a:off x="1002355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6E99FC63-D02E-69D2-D63C-EFE969F77A6E}"/>
                </a:ext>
              </a:extLst>
            </p:cNvPr>
            <p:cNvSpPr/>
            <p:nvPr/>
          </p:nvSpPr>
          <p:spPr>
            <a:xfrm rot="10800000">
              <a:off x="992313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52FC70CA-2F80-AB9D-855E-252D17AE7CF7}"/>
                </a:ext>
              </a:extLst>
            </p:cNvPr>
            <p:cNvSpPr/>
            <p:nvPr/>
          </p:nvSpPr>
          <p:spPr>
            <a:xfrm rot="10800000">
              <a:off x="982271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36273CB3-65B0-964F-002B-2AF6777111B4}"/>
                </a:ext>
              </a:extLst>
            </p:cNvPr>
            <p:cNvSpPr/>
            <p:nvPr/>
          </p:nvSpPr>
          <p:spPr>
            <a:xfrm rot="10800000">
              <a:off x="972228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D9604665-F60F-BD65-188E-71B9C3ED04DB}"/>
                </a:ext>
              </a:extLst>
            </p:cNvPr>
            <p:cNvSpPr/>
            <p:nvPr/>
          </p:nvSpPr>
          <p:spPr>
            <a:xfrm rot="10800000">
              <a:off x="9621866"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7E968B4E-5A34-EFFE-6CCA-67A0B58D71A6}"/>
                </a:ext>
              </a:extLst>
            </p:cNvPr>
            <p:cNvSpPr/>
            <p:nvPr/>
          </p:nvSpPr>
          <p:spPr>
            <a:xfrm rot="10800000">
              <a:off x="9521443"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678ED1B8-74AF-4973-82B4-6CC4D2548F0F}"/>
                </a:ext>
              </a:extLst>
            </p:cNvPr>
            <p:cNvSpPr/>
            <p:nvPr/>
          </p:nvSpPr>
          <p:spPr>
            <a:xfrm rot="10800000">
              <a:off x="9421020"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6B3FE1B7-E74C-08A5-3912-FD4B0A8EF3E7}"/>
                </a:ext>
              </a:extLst>
            </p:cNvPr>
            <p:cNvSpPr/>
            <p:nvPr/>
          </p:nvSpPr>
          <p:spPr>
            <a:xfrm rot="10800000">
              <a:off x="9320597"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142200B3-B9C6-CA94-646B-152D2B048B82}"/>
                </a:ext>
              </a:extLst>
            </p:cNvPr>
            <p:cNvSpPr/>
            <p:nvPr/>
          </p:nvSpPr>
          <p:spPr>
            <a:xfrm rot="10800000">
              <a:off x="9220174"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33CE1A51-CCEF-7F96-7913-04A41FE715CF}"/>
                </a:ext>
              </a:extLst>
            </p:cNvPr>
            <p:cNvSpPr/>
            <p:nvPr/>
          </p:nvSpPr>
          <p:spPr>
            <a:xfrm rot="10800000">
              <a:off x="9119751"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431FA807-AC5F-6D19-8416-1A1350ACD69B}"/>
                </a:ext>
              </a:extLst>
            </p:cNvPr>
            <p:cNvSpPr/>
            <p:nvPr/>
          </p:nvSpPr>
          <p:spPr>
            <a:xfrm rot="10800000">
              <a:off x="9019328"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0B2B7CC7-953E-152B-CC89-DEFD273A2060}"/>
                </a:ext>
              </a:extLst>
            </p:cNvPr>
            <p:cNvSpPr/>
            <p:nvPr/>
          </p:nvSpPr>
          <p:spPr>
            <a:xfrm rot="10800000">
              <a:off x="8918905"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81346E3C-0B07-97E4-8C81-F26F2C1F5DA6}"/>
                </a:ext>
              </a:extLst>
            </p:cNvPr>
            <p:cNvSpPr/>
            <p:nvPr/>
          </p:nvSpPr>
          <p:spPr>
            <a:xfrm rot="10800000">
              <a:off x="8818482"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80FFB0A7-AD5B-4CBC-1B3F-1979D6A897F8}"/>
                </a:ext>
              </a:extLst>
            </p:cNvPr>
            <p:cNvSpPr/>
            <p:nvPr/>
          </p:nvSpPr>
          <p:spPr>
            <a:xfrm rot="10800000">
              <a:off x="8718059" y="86598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4" name="Group 413">
              <a:extLst>
                <a:ext uri="{FF2B5EF4-FFF2-40B4-BE49-F238E27FC236}">
                  <a16:creationId xmlns:a16="http://schemas.microsoft.com/office/drawing/2014/main" id="{450C4C44-30D3-F592-33A7-19EDB1C47A8A}"/>
                </a:ext>
              </a:extLst>
            </p:cNvPr>
            <p:cNvGrpSpPr/>
            <p:nvPr/>
          </p:nvGrpSpPr>
          <p:grpSpPr>
            <a:xfrm rot="10800000">
              <a:off x="8404553" y="765498"/>
              <a:ext cx="301269" cy="301135"/>
              <a:chOff x="1051088" y="5406535"/>
              <a:chExt cx="593889" cy="593625"/>
            </a:xfrm>
          </p:grpSpPr>
          <p:sp>
            <p:nvSpPr>
              <p:cNvPr id="415" name="Rectangle 414">
                <a:extLst>
                  <a:ext uri="{FF2B5EF4-FFF2-40B4-BE49-F238E27FC236}">
                    <a16:creationId xmlns:a16="http://schemas.microsoft.com/office/drawing/2014/main" id="{277146E7-B33C-00C6-E308-E9B36CAD1B1D}"/>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1A564E9D-8E05-22DC-D92D-0D1133E43F24}"/>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2AF83797-5172-2838-CF52-2A19E693D634}"/>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78B0201F-0480-44DC-090C-A42FF4C788A5}"/>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B68EC2D6-EC96-8FBC-4E1C-E64DB999763F}"/>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A0A2D677-B376-8655-BA1A-6D9C009DA6A8}"/>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15B682B6-001F-6116-AE03-95B3ABE9B55C}"/>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CAB808DC-7434-659A-F47C-A552F7CA4DDE}"/>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5E342F08-AD1A-3FF3-38DD-A91B2C730845}"/>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7" name="Rectangle 426">
              <a:extLst>
                <a:ext uri="{FF2B5EF4-FFF2-40B4-BE49-F238E27FC236}">
                  <a16:creationId xmlns:a16="http://schemas.microsoft.com/office/drawing/2014/main" id="{368F988A-F339-CC4A-F798-534ABCE60337}"/>
                </a:ext>
              </a:extLst>
            </p:cNvPr>
            <p:cNvSpPr/>
            <p:nvPr/>
          </p:nvSpPr>
          <p:spPr>
            <a:xfrm rot="10800000">
              <a:off x="1122863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8D84CC10-2193-A565-2B08-EB09CE67A583}"/>
                </a:ext>
              </a:extLst>
            </p:cNvPr>
            <p:cNvSpPr/>
            <p:nvPr/>
          </p:nvSpPr>
          <p:spPr>
            <a:xfrm rot="10800000">
              <a:off x="1112821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878B65BC-3917-2222-6C47-6C2C5711163F}"/>
                </a:ext>
              </a:extLst>
            </p:cNvPr>
            <p:cNvSpPr/>
            <p:nvPr/>
          </p:nvSpPr>
          <p:spPr>
            <a:xfrm rot="10800000">
              <a:off x="1102778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14E2A5F8-98AC-CD0E-6B09-279583CDAE70}"/>
                </a:ext>
              </a:extLst>
            </p:cNvPr>
            <p:cNvSpPr/>
            <p:nvPr/>
          </p:nvSpPr>
          <p:spPr>
            <a:xfrm rot="10800000">
              <a:off x="1092736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2B49D7CE-3D8B-16F5-AD7A-018762F3B28F}"/>
                </a:ext>
              </a:extLst>
            </p:cNvPr>
            <p:cNvSpPr/>
            <p:nvPr/>
          </p:nvSpPr>
          <p:spPr>
            <a:xfrm rot="10800000">
              <a:off x="1082694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71F312EE-9216-4923-18B2-DF51C5BF4F07}"/>
                </a:ext>
              </a:extLst>
            </p:cNvPr>
            <p:cNvSpPr/>
            <p:nvPr/>
          </p:nvSpPr>
          <p:spPr>
            <a:xfrm rot="10800000">
              <a:off x="1072651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29768486-C0C1-3A14-902C-AF51E764C894}"/>
                </a:ext>
              </a:extLst>
            </p:cNvPr>
            <p:cNvSpPr/>
            <p:nvPr/>
          </p:nvSpPr>
          <p:spPr>
            <a:xfrm rot="10800000">
              <a:off x="1062609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6B652CC7-4088-F400-7CE0-9C58AAB35083}"/>
                </a:ext>
              </a:extLst>
            </p:cNvPr>
            <p:cNvSpPr/>
            <p:nvPr/>
          </p:nvSpPr>
          <p:spPr>
            <a:xfrm rot="10800000">
              <a:off x="1052567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B3FA45AA-0ED3-A41D-1506-FC496B0C7EE6}"/>
                </a:ext>
              </a:extLst>
            </p:cNvPr>
            <p:cNvSpPr/>
            <p:nvPr/>
          </p:nvSpPr>
          <p:spPr>
            <a:xfrm rot="10800000">
              <a:off x="1042524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90D01D58-0289-BC12-8C25-6F3B8C992CF4}"/>
                </a:ext>
              </a:extLst>
            </p:cNvPr>
            <p:cNvSpPr/>
            <p:nvPr/>
          </p:nvSpPr>
          <p:spPr>
            <a:xfrm rot="10800000">
              <a:off x="1032482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C2607356-5103-57AD-183D-0FB03C42F8CE}"/>
                </a:ext>
              </a:extLst>
            </p:cNvPr>
            <p:cNvSpPr/>
            <p:nvPr/>
          </p:nvSpPr>
          <p:spPr>
            <a:xfrm rot="10800000">
              <a:off x="1022440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5714245C-CE71-5F14-9488-11761CC9AE27}"/>
                </a:ext>
              </a:extLst>
            </p:cNvPr>
            <p:cNvSpPr/>
            <p:nvPr/>
          </p:nvSpPr>
          <p:spPr>
            <a:xfrm rot="10800000">
              <a:off x="1012398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8578A811-A8BC-5E8B-8EDB-1C44F273A502}"/>
                </a:ext>
              </a:extLst>
            </p:cNvPr>
            <p:cNvSpPr/>
            <p:nvPr/>
          </p:nvSpPr>
          <p:spPr>
            <a:xfrm rot="10800000">
              <a:off x="1002355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42728086-E597-F850-75D1-3EE9341C555D}"/>
                </a:ext>
              </a:extLst>
            </p:cNvPr>
            <p:cNvSpPr/>
            <p:nvPr/>
          </p:nvSpPr>
          <p:spPr>
            <a:xfrm rot="10800000">
              <a:off x="992313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1B17028A-21A6-665B-68E9-21FDB7A3B987}"/>
                </a:ext>
              </a:extLst>
            </p:cNvPr>
            <p:cNvSpPr/>
            <p:nvPr/>
          </p:nvSpPr>
          <p:spPr>
            <a:xfrm rot="10800000">
              <a:off x="982271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F88B9C57-7443-D6F5-3698-31DF91DF1F86}"/>
                </a:ext>
              </a:extLst>
            </p:cNvPr>
            <p:cNvSpPr/>
            <p:nvPr/>
          </p:nvSpPr>
          <p:spPr>
            <a:xfrm rot="10800000">
              <a:off x="972228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2483CC9-6C11-30D5-6588-5E002E111B2F}"/>
                </a:ext>
              </a:extLst>
            </p:cNvPr>
            <p:cNvSpPr/>
            <p:nvPr/>
          </p:nvSpPr>
          <p:spPr>
            <a:xfrm rot="10800000">
              <a:off x="9621866"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C2B568EE-5EE5-5BB3-AC52-676001097C89}"/>
                </a:ext>
              </a:extLst>
            </p:cNvPr>
            <p:cNvSpPr/>
            <p:nvPr/>
          </p:nvSpPr>
          <p:spPr>
            <a:xfrm rot="10800000">
              <a:off x="9521443"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224CD4E0-4C3B-49A4-1148-54FC23D005AC}"/>
                </a:ext>
              </a:extLst>
            </p:cNvPr>
            <p:cNvSpPr/>
            <p:nvPr/>
          </p:nvSpPr>
          <p:spPr>
            <a:xfrm rot="10800000">
              <a:off x="9421020"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3BEE7ECF-40B1-5F7F-F85B-D2E8BFD34A42}"/>
                </a:ext>
              </a:extLst>
            </p:cNvPr>
            <p:cNvSpPr/>
            <p:nvPr/>
          </p:nvSpPr>
          <p:spPr>
            <a:xfrm rot="10800000">
              <a:off x="9320597"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EA1F092-CC6C-E503-404C-C8FF85FC1FCC}"/>
                </a:ext>
              </a:extLst>
            </p:cNvPr>
            <p:cNvSpPr/>
            <p:nvPr/>
          </p:nvSpPr>
          <p:spPr>
            <a:xfrm rot="10800000">
              <a:off x="9220174"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0971B1B3-A1E0-F4FE-BE08-E7A861389B58}"/>
                </a:ext>
              </a:extLst>
            </p:cNvPr>
            <p:cNvSpPr/>
            <p:nvPr/>
          </p:nvSpPr>
          <p:spPr>
            <a:xfrm rot="10800000">
              <a:off x="9119751"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3CD48398-1DEC-0A5C-8DC5-3947ABB9D98F}"/>
                </a:ext>
              </a:extLst>
            </p:cNvPr>
            <p:cNvSpPr/>
            <p:nvPr/>
          </p:nvSpPr>
          <p:spPr>
            <a:xfrm rot="10800000">
              <a:off x="9019328"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C752E9F5-BD31-628B-EDD2-95C61FACE721}"/>
                </a:ext>
              </a:extLst>
            </p:cNvPr>
            <p:cNvSpPr/>
            <p:nvPr/>
          </p:nvSpPr>
          <p:spPr>
            <a:xfrm rot="10800000">
              <a:off x="8918905"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2CD046EA-BD38-9BB7-A38F-7006B55E3409}"/>
                </a:ext>
              </a:extLst>
            </p:cNvPr>
            <p:cNvSpPr/>
            <p:nvPr/>
          </p:nvSpPr>
          <p:spPr>
            <a:xfrm rot="10800000">
              <a:off x="8818482"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66159245-85FB-BCE0-CC8F-1671FDE1048C}"/>
                </a:ext>
              </a:extLst>
            </p:cNvPr>
            <p:cNvSpPr/>
            <p:nvPr/>
          </p:nvSpPr>
          <p:spPr>
            <a:xfrm rot="10800000">
              <a:off x="8718059" y="76556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A32ED7F-C005-C6E7-1C53-1045CA2C04BA}"/>
                </a:ext>
              </a:extLst>
            </p:cNvPr>
            <p:cNvSpPr/>
            <p:nvPr/>
          </p:nvSpPr>
          <p:spPr>
            <a:xfrm rot="10800000">
              <a:off x="1122907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63E6AD-D738-B3F8-B44E-9FF787526DC5}"/>
                </a:ext>
              </a:extLst>
            </p:cNvPr>
            <p:cNvSpPr/>
            <p:nvPr/>
          </p:nvSpPr>
          <p:spPr>
            <a:xfrm rot="10800000">
              <a:off x="1112865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3E3AE46-53DF-EB0F-93C1-E5E9D8DE6BF9}"/>
                </a:ext>
              </a:extLst>
            </p:cNvPr>
            <p:cNvSpPr/>
            <p:nvPr/>
          </p:nvSpPr>
          <p:spPr>
            <a:xfrm rot="10800000">
              <a:off x="1102823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A26446-19CF-2941-725A-456308140A09}"/>
                </a:ext>
              </a:extLst>
            </p:cNvPr>
            <p:cNvSpPr/>
            <p:nvPr/>
          </p:nvSpPr>
          <p:spPr>
            <a:xfrm rot="10800000">
              <a:off x="1092781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891BF31-191A-F3B2-A09E-EFF97DD22DA7}"/>
                </a:ext>
              </a:extLst>
            </p:cNvPr>
            <p:cNvSpPr/>
            <p:nvPr/>
          </p:nvSpPr>
          <p:spPr>
            <a:xfrm rot="10800000">
              <a:off x="1082738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1C160F9-0764-30CF-D65E-ED9F2376766B}"/>
                </a:ext>
              </a:extLst>
            </p:cNvPr>
            <p:cNvSpPr/>
            <p:nvPr/>
          </p:nvSpPr>
          <p:spPr>
            <a:xfrm rot="10800000">
              <a:off x="1072696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B29653-EF86-016A-C71D-6985BB7669A3}"/>
                </a:ext>
              </a:extLst>
            </p:cNvPr>
            <p:cNvSpPr/>
            <p:nvPr/>
          </p:nvSpPr>
          <p:spPr>
            <a:xfrm rot="10800000">
              <a:off x="1062654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A68739F-9137-4C69-2AC2-2F6880544BA3}"/>
                </a:ext>
              </a:extLst>
            </p:cNvPr>
            <p:cNvSpPr/>
            <p:nvPr/>
          </p:nvSpPr>
          <p:spPr>
            <a:xfrm rot="10800000">
              <a:off x="1052611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D91C494-F957-2637-B1AC-D108E5016C31}"/>
                </a:ext>
              </a:extLst>
            </p:cNvPr>
            <p:cNvSpPr/>
            <p:nvPr/>
          </p:nvSpPr>
          <p:spPr>
            <a:xfrm rot="10800000">
              <a:off x="1042569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779E95A-FA7C-116C-E177-2712CC46A60B}"/>
                </a:ext>
              </a:extLst>
            </p:cNvPr>
            <p:cNvSpPr/>
            <p:nvPr/>
          </p:nvSpPr>
          <p:spPr>
            <a:xfrm rot="10800000">
              <a:off x="1032527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58284F-D431-6EB7-AD49-71F29B83B07F}"/>
                </a:ext>
              </a:extLst>
            </p:cNvPr>
            <p:cNvSpPr/>
            <p:nvPr/>
          </p:nvSpPr>
          <p:spPr>
            <a:xfrm rot="10800000">
              <a:off x="1022485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4515063-ADFD-02B3-A628-DB778E96858E}"/>
                </a:ext>
              </a:extLst>
            </p:cNvPr>
            <p:cNvSpPr/>
            <p:nvPr/>
          </p:nvSpPr>
          <p:spPr>
            <a:xfrm rot="10800000">
              <a:off x="1012442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1ED1957-280C-E2F7-AD9C-57AEFABE3001}"/>
                </a:ext>
              </a:extLst>
            </p:cNvPr>
            <p:cNvSpPr/>
            <p:nvPr/>
          </p:nvSpPr>
          <p:spPr>
            <a:xfrm rot="10800000">
              <a:off x="1002400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2603D71-CCCE-C45C-DFFF-1EF99B4A3A66}"/>
                </a:ext>
              </a:extLst>
            </p:cNvPr>
            <p:cNvSpPr/>
            <p:nvPr/>
          </p:nvSpPr>
          <p:spPr>
            <a:xfrm rot="10800000">
              <a:off x="992358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2CF9E02-28BF-A939-64DD-A06E4DA4E18E}"/>
                </a:ext>
              </a:extLst>
            </p:cNvPr>
            <p:cNvSpPr/>
            <p:nvPr/>
          </p:nvSpPr>
          <p:spPr>
            <a:xfrm rot="10800000">
              <a:off x="982315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FA27AEC-BF2E-A8EC-781F-21788E38F8F2}"/>
                </a:ext>
              </a:extLst>
            </p:cNvPr>
            <p:cNvSpPr/>
            <p:nvPr/>
          </p:nvSpPr>
          <p:spPr>
            <a:xfrm rot="10800000">
              <a:off x="972273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CF9B49E-0907-38D0-DDA6-E042B310A099}"/>
                </a:ext>
              </a:extLst>
            </p:cNvPr>
            <p:cNvSpPr/>
            <p:nvPr/>
          </p:nvSpPr>
          <p:spPr>
            <a:xfrm rot="10800000">
              <a:off x="9622313"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FBF999A-C714-E34D-6BF7-7623D86363C1}"/>
                </a:ext>
              </a:extLst>
            </p:cNvPr>
            <p:cNvSpPr/>
            <p:nvPr/>
          </p:nvSpPr>
          <p:spPr>
            <a:xfrm rot="10800000">
              <a:off x="9521890"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9409EDD-5800-71A9-66F1-0999CEFB3865}"/>
                </a:ext>
              </a:extLst>
            </p:cNvPr>
            <p:cNvSpPr/>
            <p:nvPr/>
          </p:nvSpPr>
          <p:spPr>
            <a:xfrm rot="10800000">
              <a:off x="9421467"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535C585-2711-1B96-0D4A-025B1ED601A0}"/>
                </a:ext>
              </a:extLst>
            </p:cNvPr>
            <p:cNvSpPr/>
            <p:nvPr/>
          </p:nvSpPr>
          <p:spPr>
            <a:xfrm rot="10800000">
              <a:off x="9321044"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A2ECC9F-1BA7-4225-CF52-834DAEC15B8C}"/>
                </a:ext>
              </a:extLst>
            </p:cNvPr>
            <p:cNvSpPr/>
            <p:nvPr/>
          </p:nvSpPr>
          <p:spPr>
            <a:xfrm rot="10800000">
              <a:off x="9220621"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23C4718-0455-D85E-4FEB-1DDFA18437F3}"/>
                </a:ext>
              </a:extLst>
            </p:cNvPr>
            <p:cNvSpPr/>
            <p:nvPr/>
          </p:nvSpPr>
          <p:spPr>
            <a:xfrm rot="10800000">
              <a:off x="9120198"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0A123B9-D831-8E19-4F15-5164F3D1AA39}"/>
                </a:ext>
              </a:extLst>
            </p:cNvPr>
            <p:cNvSpPr/>
            <p:nvPr/>
          </p:nvSpPr>
          <p:spPr>
            <a:xfrm rot="10800000">
              <a:off x="9019775"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D97E538-112A-4B99-9632-3713DA1F4795}"/>
                </a:ext>
              </a:extLst>
            </p:cNvPr>
            <p:cNvSpPr/>
            <p:nvPr/>
          </p:nvSpPr>
          <p:spPr>
            <a:xfrm rot="10800000">
              <a:off x="8919352"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C1AB5DA1-F810-DC01-80DE-BF1ACC31A291}"/>
                </a:ext>
              </a:extLst>
            </p:cNvPr>
            <p:cNvSpPr/>
            <p:nvPr/>
          </p:nvSpPr>
          <p:spPr>
            <a:xfrm rot="10800000">
              <a:off x="8818929"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0487C3ED-7728-A407-A42B-45E2A44F30A3}"/>
                </a:ext>
              </a:extLst>
            </p:cNvPr>
            <p:cNvSpPr/>
            <p:nvPr/>
          </p:nvSpPr>
          <p:spPr>
            <a:xfrm rot="10800000">
              <a:off x="8718506" y="104440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0404C00A-7338-00F5-BBC6-0AAE2277CA57}"/>
                </a:ext>
              </a:extLst>
            </p:cNvPr>
            <p:cNvSpPr/>
            <p:nvPr/>
          </p:nvSpPr>
          <p:spPr>
            <a:xfrm rot="10800000">
              <a:off x="8609623"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2D64E345-0471-15F2-0C5D-5EB7AB4AB3D7}"/>
                </a:ext>
              </a:extLst>
            </p:cNvPr>
            <p:cNvSpPr/>
            <p:nvPr/>
          </p:nvSpPr>
          <p:spPr>
            <a:xfrm rot="10800000">
              <a:off x="8509201"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7DA21BDB-7D09-7282-2986-D072ABA6F648}"/>
                </a:ext>
              </a:extLst>
            </p:cNvPr>
            <p:cNvSpPr/>
            <p:nvPr/>
          </p:nvSpPr>
          <p:spPr>
            <a:xfrm rot="10800000">
              <a:off x="8408778" y="104353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381623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noFill/>
          <a:ln w="12700">
            <a:solidFill>
              <a:schemeClr val="tx1"/>
            </a:solidFill>
          </a:ln>
        </p:spPr>
        <p:txBody>
          <a:bodyPr wrap="none" rtlCol="0" anchor="ctr" anchorCtr="1">
            <a:noAutofit/>
          </a:bodyPr>
          <a:lstStyle/>
          <a:p>
            <a:r>
              <a:rPr lang="en-US" dirty="0"/>
              <a:t> URAM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noFill/>
          <a:ln w="12700">
            <a:solidFill>
              <a:schemeClr val="tx1"/>
            </a:solidFill>
          </a:ln>
        </p:spPr>
        <p:txBody>
          <a:bodyPr wrap="none" rtlCol="0" anchor="ctr" anchorCtr="1">
            <a:noAutofit/>
          </a:bodyPr>
          <a:lstStyle/>
          <a:p>
            <a:r>
              <a:rPr lang="en-US" dirty="0"/>
              <a:t>URAM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noFill/>
          <a:ln w="12700">
            <a:solidFill>
              <a:schemeClr val="tx1"/>
            </a:solidFill>
          </a:ln>
        </p:spPr>
        <p:txBody>
          <a:bodyPr wrap="none" rtlCol="0" anchor="ctr" anchorCtr="1">
            <a:noAutofit/>
          </a:bodyPr>
          <a:lstStyle/>
          <a:p>
            <a:r>
              <a:rPr lang="en-US" dirty="0"/>
              <a:t>URAM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noFill/>
          <a:ln w="12700">
            <a:solidFill>
              <a:schemeClr val="tx1"/>
            </a:solidFill>
          </a:ln>
        </p:spPr>
        <p:txBody>
          <a:bodyPr wrap="none" rtlCol="0" anchor="ctr" anchorCtr="1">
            <a:noAutofit/>
          </a:bodyPr>
          <a:lstStyle/>
          <a:p>
            <a:r>
              <a:rPr lang="en-US" dirty="0"/>
              <a:t>BRAM 1</a:t>
            </a:r>
          </a:p>
        </p:txBody>
      </p: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6602235" y="351684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287725" cy="369332"/>
          </a:xfrm>
          <a:prstGeom prst="rect">
            <a:avLst/>
          </a:prstGeom>
          <a:noFill/>
        </p:spPr>
        <p:txBody>
          <a:bodyPr wrap="none" rtlCol="0">
            <a:spAutoFit/>
          </a:bodyPr>
          <a:lstStyle/>
          <a:p>
            <a:r>
              <a:rPr lang="en-US" i="1" dirty="0"/>
              <a:t>input buffer</a:t>
            </a:r>
          </a:p>
        </p:txBody>
      </p:sp>
      <p:cxnSp>
        <p:nvCxnSpPr>
          <p:cNvPr id="63" name="Connector: Elbow 62">
            <a:extLst>
              <a:ext uri="{FF2B5EF4-FFF2-40B4-BE49-F238E27FC236}">
                <a16:creationId xmlns:a16="http://schemas.microsoft.com/office/drawing/2014/main" id="{DF08733A-4F51-4EE2-B27E-A17D85996130}"/>
              </a:ext>
            </a:extLst>
          </p:cNvPr>
          <p:cNvCxnSpPr>
            <a:cxnSpLocks/>
            <a:stCxn id="79" idx="3"/>
          </p:cNvCxnSpPr>
          <p:nvPr/>
        </p:nvCxnSpPr>
        <p:spPr>
          <a:xfrm flipV="1">
            <a:off x="8577461" y="4657624"/>
            <a:ext cx="1310502" cy="929348"/>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9591896" y="4219947"/>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10438057" y="4019764"/>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11470"/>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8183622" y="4389096"/>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1711210" y="2714922"/>
            <a:ext cx="1900970" cy="369332"/>
          </a:xfrm>
          <a:prstGeom prst="rect">
            <a:avLst/>
          </a:prstGeom>
          <a:noFill/>
          <a:ln w="3175">
            <a:noFill/>
          </a:ln>
        </p:spPr>
        <p:txBody>
          <a:bodyPr wrap="none" rtlCol="0">
            <a:spAutoFit/>
          </a:bodyPr>
          <a:lstStyle/>
          <a:p>
            <a:r>
              <a:rPr lang="en-US" i="1" dirty="0"/>
              <a:t>model parameters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10252036" y="4406014"/>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356F159C-4846-2178-EE44-28C7DEA4DC9B}"/>
              </a:ext>
            </a:extLst>
          </p:cNvPr>
          <p:cNvSpPr txBox="1"/>
          <p:nvPr/>
        </p:nvSpPr>
        <p:spPr>
          <a:xfrm>
            <a:off x="7660339" y="3405272"/>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6599874" y="5521407"/>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7365899" y="3663719"/>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7365899" y="5673827"/>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7657978" y="5409839"/>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83" name="Connector: Elbow 82">
            <a:extLst>
              <a:ext uri="{FF2B5EF4-FFF2-40B4-BE49-F238E27FC236}">
                <a16:creationId xmlns:a16="http://schemas.microsoft.com/office/drawing/2014/main" id="{0C76B849-FBFD-0D7F-D9DD-A0D1CD7EB296}"/>
              </a:ext>
            </a:extLst>
          </p:cNvPr>
          <p:cNvCxnSpPr>
            <a:cxnSpLocks/>
            <a:stCxn id="62" idx="3"/>
          </p:cNvCxnSpPr>
          <p:nvPr/>
        </p:nvCxnSpPr>
        <p:spPr>
          <a:xfrm>
            <a:off x="8579822" y="3582405"/>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noFill/>
          <a:ln w="12700">
            <a:solidFill>
              <a:schemeClr val="tx1"/>
            </a:solidFill>
          </a:ln>
        </p:spPr>
        <p:txBody>
          <a:bodyPr wrap="none" rtlCol="0" anchor="ctr" anchorCtr="1">
            <a:noAutofit/>
          </a:bodyPr>
          <a:lstStyle/>
          <a:p>
            <a:r>
              <a:rPr lang="en-US" dirty="0"/>
              <a:t>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noFill/>
          <a:ln w="12700">
            <a:solidFill>
              <a:schemeClr val="tx1"/>
            </a:solidFill>
          </a:ln>
        </p:spPr>
        <p:txBody>
          <a:bodyPr wrap="none" rtlCol="0" anchor="ctr" anchorCtr="1">
            <a:noAutofit/>
          </a:bodyPr>
          <a:lstStyle/>
          <a:p>
            <a:r>
              <a:rPr lang="en-US" dirty="0"/>
              <a:t>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noFill/>
          <a:ln w="12700">
            <a:solidFill>
              <a:schemeClr val="tx1"/>
            </a:solidFill>
          </a:ln>
        </p:spPr>
        <p:txBody>
          <a:bodyPr wrap="none" rtlCol="0" anchor="ctr" anchorCtr="1">
            <a:noAutofit/>
          </a:bodyPr>
          <a:lstStyle/>
          <a:p>
            <a:r>
              <a:rPr lang="en-US" dirty="0"/>
              <a:t>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noFill/>
          <a:ln w="12700">
            <a:solidFill>
              <a:schemeClr val="tx1"/>
            </a:solidFill>
          </a:ln>
        </p:spPr>
        <p:txBody>
          <a:bodyPr wrap="none" rtlCol="0" anchor="ctr" anchorCtr="1">
            <a:noAutofit/>
          </a:bodyPr>
          <a:lstStyle/>
          <a:p>
            <a:r>
              <a:rPr lang="en-US" dirty="0"/>
              <a:t>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8692057" y="156110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1B059F0-9E9A-AF43-3D69-B34BDA84E562}"/>
              </a:ext>
            </a:extLst>
          </p:cNvPr>
          <p:cNvCxnSpPr>
            <a:cxnSpLocks/>
          </p:cNvCxnSpPr>
          <p:nvPr/>
        </p:nvCxnSpPr>
        <p:spPr>
          <a:xfrm>
            <a:off x="6597785" y="1318828"/>
            <a:ext cx="768114" cy="435499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478A7F-659E-EADE-1454-71C820E9FB80}"/>
              </a:ext>
            </a:extLst>
          </p:cNvPr>
          <p:cNvCxnSpPr>
            <a:cxnSpLocks/>
          </p:cNvCxnSpPr>
          <p:nvPr/>
        </p:nvCxnSpPr>
        <p:spPr>
          <a:xfrm>
            <a:off x="9588173" y="4234785"/>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9096202" y="1355154"/>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6" name="Straight Connector 5">
            <a:extLst>
              <a:ext uri="{FF2B5EF4-FFF2-40B4-BE49-F238E27FC236}">
                <a16:creationId xmlns:a16="http://schemas.microsoft.com/office/drawing/2014/main" id="{A199EDF2-6EFF-6C22-2D69-1A7ED1080739}"/>
              </a:ext>
            </a:extLst>
          </p:cNvPr>
          <p:cNvCxnSpPr/>
          <p:nvPr/>
        </p:nvCxnSpPr>
        <p:spPr>
          <a:xfrm flipH="1" flipV="1">
            <a:off x="1263585" y="1238237"/>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56D7123-B382-AA64-8C02-F9B7DBF3C6E3}"/>
              </a:ext>
            </a:extLst>
          </p:cNvPr>
          <p:cNvSpPr txBox="1"/>
          <p:nvPr/>
        </p:nvSpPr>
        <p:spPr>
          <a:xfrm>
            <a:off x="1664669" y="3104531"/>
            <a:ext cx="1839942" cy="477874"/>
          </a:xfrm>
          <a:prstGeom prst="rect">
            <a:avLst/>
          </a:prstGeom>
          <a:noFill/>
          <a:ln w="12700">
            <a:solidFill>
              <a:schemeClr val="tx1"/>
            </a:solidFill>
          </a:ln>
        </p:spPr>
        <p:txBody>
          <a:bodyPr wrap="none" rtlCol="0" anchor="ctr" anchorCtr="1">
            <a:noAutofit/>
          </a:bodyPr>
          <a:lstStyle/>
          <a:p>
            <a:r>
              <a:rPr lang="en-US" dirty="0"/>
              <a:t>URAM 1</a:t>
            </a:r>
          </a:p>
        </p:txBody>
      </p:sp>
      <p:cxnSp>
        <p:nvCxnSpPr>
          <p:cNvPr id="20" name="Straight Arrow Connector 19">
            <a:extLst>
              <a:ext uri="{FF2B5EF4-FFF2-40B4-BE49-F238E27FC236}">
                <a16:creationId xmlns:a16="http://schemas.microsoft.com/office/drawing/2014/main" id="{1FEFA4C4-976F-857B-27F1-190E6DA3FBBD}"/>
              </a:ext>
            </a:extLst>
          </p:cNvPr>
          <p:cNvCxnSpPr>
            <a:cxnSpLocks/>
          </p:cNvCxnSpPr>
          <p:nvPr/>
        </p:nvCxnSpPr>
        <p:spPr>
          <a:xfrm>
            <a:off x="4654378" y="1988721"/>
            <a:ext cx="5545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A8BBA71-2E6F-A46D-A8F7-578422819D22}"/>
              </a:ext>
            </a:extLst>
          </p:cNvPr>
          <p:cNvSpPr txBox="1"/>
          <p:nvPr/>
        </p:nvSpPr>
        <p:spPr>
          <a:xfrm>
            <a:off x="5203102" y="1877153"/>
            <a:ext cx="919483" cy="354265"/>
          </a:xfrm>
          <a:prstGeom prst="rect">
            <a:avLst/>
          </a:prstGeom>
          <a:noFill/>
          <a:ln w="12700">
            <a:solidFill>
              <a:schemeClr val="tx1"/>
            </a:solidFill>
          </a:ln>
        </p:spPr>
        <p:txBody>
          <a:bodyPr wrap="none" rtlCol="0" anchor="ctr" anchorCtr="1">
            <a:noAutofit/>
          </a:bodyPr>
          <a:lstStyle/>
          <a:p>
            <a:r>
              <a:rPr lang="en-US" dirty="0"/>
              <a:t>MAC</a:t>
            </a:r>
          </a:p>
        </p:txBody>
      </p:sp>
      <p:cxnSp>
        <p:nvCxnSpPr>
          <p:cNvPr id="22" name="Straight Arrow Connector 21">
            <a:extLst>
              <a:ext uri="{FF2B5EF4-FFF2-40B4-BE49-F238E27FC236}">
                <a16:creationId xmlns:a16="http://schemas.microsoft.com/office/drawing/2014/main" id="{5F6B6ED6-1969-7A7B-6FB6-2AE7C56EF2A2}"/>
              </a:ext>
            </a:extLst>
          </p:cNvPr>
          <p:cNvCxnSpPr>
            <a:cxnSpLocks/>
          </p:cNvCxnSpPr>
          <p:nvPr/>
        </p:nvCxnSpPr>
        <p:spPr>
          <a:xfrm>
            <a:off x="4654378" y="2135600"/>
            <a:ext cx="5487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03860A5-193F-BA2F-0CE5-0FB94559B182}"/>
              </a:ext>
            </a:extLst>
          </p:cNvPr>
          <p:cNvCxnSpPr>
            <a:cxnSpLocks/>
          </p:cNvCxnSpPr>
          <p:nvPr/>
        </p:nvCxnSpPr>
        <p:spPr>
          <a:xfrm>
            <a:off x="4654378" y="2772691"/>
            <a:ext cx="5545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C28A37D-B863-B722-ACA3-A7FA0603C9A0}"/>
              </a:ext>
            </a:extLst>
          </p:cNvPr>
          <p:cNvSpPr txBox="1"/>
          <p:nvPr/>
        </p:nvSpPr>
        <p:spPr>
          <a:xfrm>
            <a:off x="5203102" y="2661123"/>
            <a:ext cx="919483" cy="354265"/>
          </a:xfrm>
          <a:prstGeom prst="rect">
            <a:avLst/>
          </a:prstGeom>
          <a:noFill/>
          <a:ln w="12700">
            <a:solidFill>
              <a:schemeClr val="tx1"/>
            </a:solidFill>
          </a:ln>
        </p:spPr>
        <p:txBody>
          <a:bodyPr wrap="none" rtlCol="0" anchor="ctr" anchorCtr="1">
            <a:noAutofit/>
          </a:bodyPr>
          <a:lstStyle/>
          <a:p>
            <a:r>
              <a:rPr lang="en-US" dirty="0"/>
              <a:t>MAC</a:t>
            </a:r>
          </a:p>
        </p:txBody>
      </p:sp>
      <p:cxnSp>
        <p:nvCxnSpPr>
          <p:cNvPr id="28" name="Straight Arrow Connector 27">
            <a:extLst>
              <a:ext uri="{FF2B5EF4-FFF2-40B4-BE49-F238E27FC236}">
                <a16:creationId xmlns:a16="http://schemas.microsoft.com/office/drawing/2014/main" id="{874AA989-DB81-46F5-5AAE-961C2E2228CD}"/>
              </a:ext>
            </a:extLst>
          </p:cNvPr>
          <p:cNvCxnSpPr>
            <a:cxnSpLocks/>
          </p:cNvCxnSpPr>
          <p:nvPr/>
        </p:nvCxnSpPr>
        <p:spPr>
          <a:xfrm>
            <a:off x="4654378" y="2919570"/>
            <a:ext cx="5487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33CA0EE-6B7F-7846-ADC3-D07510BB5500}"/>
              </a:ext>
            </a:extLst>
          </p:cNvPr>
          <p:cNvCxnSpPr>
            <a:cxnSpLocks/>
          </p:cNvCxnSpPr>
          <p:nvPr/>
        </p:nvCxnSpPr>
        <p:spPr>
          <a:xfrm>
            <a:off x="4654378" y="3599916"/>
            <a:ext cx="5545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276922D-60EE-AAA9-F84B-3446AFED1C0F}"/>
              </a:ext>
            </a:extLst>
          </p:cNvPr>
          <p:cNvSpPr txBox="1"/>
          <p:nvPr/>
        </p:nvSpPr>
        <p:spPr>
          <a:xfrm>
            <a:off x="5203102" y="3488348"/>
            <a:ext cx="919483" cy="354265"/>
          </a:xfrm>
          <a:prstGeom prst="rect">
            <a:avLst/>
          </a:prstGeom>
          <a:noFill/>
          <a:ln w="12700">
            <a:solidFill>
              <a:schemeClr val="tx1"/>
            </a:solidFill>
          </a:ln>
        </p:spPr>
        <p:txBody>
          <a:bodyPr wrap="none" rtlCol="0" anchor="ctr" anchorCtr="1">
            <a:noAutofit/>
          </a:bodyPr>
          <a:lstStyle/>
          <a:p>
            <a:r>
              <a:rPr lang="en-US" dirty="0"/>
              <a:t>MAC</a:t>
            </a:r>
          </a:p>
        </p:txBody>
      </p:sp>
      <p:cxnSp>
        <p:nvCxnSpPr>
          <p:cNvPr id="31" name="Straight Arrow Connector 30">
            <a:extLst>
              <a:ext uri="{FF2B5EF4-FFF2-40B4-BE49-F238E27FC236}">
                <a16:creationId xmlns:a16="http://schemas.microsoft.com/office/drawing/2014/main" id="{567FD1D0-492C-6861-5468-E755AE0947B4}"/>
              </a:ext>
            </a:extLst>
          </p:cNvPr>
          <p:cNvCxnSpPr>
            <a:cxnSpLocks/>
          </p:cNvCxnSpPr>
          <p:nvPr/>
        </p:nvCxnSpPr>
        <p:spPr>
          <a:xfrm>
            <a:off x="4654378" y="3746795"/>
            <a:ext cx="5487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6447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B6FF1-B917-CA6E-32DC-93DBAA6EB0F2}"/>
              </a:ext>
            </a:extLst>
          </p:cNvPr>
          <p:cNvPicPr>
            <a:picLocks noChangeAspect="1"/>
          </p:cNvPicPr>
          <p:nvPr/>
        </p:nvPicPr>
        <p:blipFill>
          <a:blip r:embed="rId2"/>
          <a:stretch>
            <a:fillRect/>
          </a:stretch>
        </p:blipFill>
        <p:spPr>
          <a:xfrm>
            <a:off x="1294628" y="1643146"/>
            <a:ext cx="3623361" cy="3918682"/>
          </a:xfrm>
          <a:prstGeom prst="rect">
            <a:avLst/>
          </a:prstGeom>
        </p:spPr>
      </p:pic>
      <p:cxnSp>
        <p:nvCxnSpPr>
          <p:cNvPr id="6" name="Straight Arrow Connector 5">
            <a:extLst>
              <a:ext uri="{FF2B5EF4-FFF2-40B4-BE49-F238E27FC236}">
                <a16:creationId xmlns:a16="http://schemas.microsoft.com/office/drawing/2014/main" id="{62FC9A37-FA7B-BA15-68F8-203FF6904F74}"/>
              </a:ext>
            </a:extLst>
          </p:cNvPr>
          <p:cNvCxnSpPr>
            <a:cxnSpLocks/>
          </p:cNvCxnSpPr>
          <p:nvPr/>
        </p:nvCxnSpPr>
        <p:spPr>
          <a:xfrm flipH="1">
            <a:off x="4917989" y="2108886"/>
            <a:ext cx="6260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37107B6-7FB3-7A71-46A8-16AB3E307AFD}"/>
              </a:ext>
            </a:extLst>
          </p:cNvPr>
          <p:cNvSpPr txBox="1"/>
          <p:nvPr/>
        </p:nvSpPr>
        <p:spPr>
          <a:xfrm>
            <a:off x="5631312" y="1924220"/>
            <a:ext cx="3596306" cy="369332"/>
          </a:xfrm>
          <a:prstGeom prst="rect">
            <a:avLst/>
          </a:prstGeom>
          <a:noFill/>
        </p:spPr>
        <p:txBody>
          <a:bodyPr wrap="none" rtlCol="0">
            <a:spAutoFit/>
          </a:bodyPr>
          <a:lstStyle/>
          <a:p>
            <a:r>
              <a:rPr lang="en-US" dirty="0" err="1"/>
              <a:t>TFLite</a:t>
            </a:r>
            <a:r>
              <a:rPr lang="en-US" dirty="0"/>
              <a:t> to MLIR, starting with Conv2D</a:t>
            </a:r>
          </a:p>
        </p:txBody>
      </p:sp>
    </p:spTree>
    <p:extLst>
      <p:ext uri="{BB962C8B-B14F-4D97-AF65-F5344CB8AC3E}">
        <p14:creationId xmlns:p14="http://schemas.microsoft.com/office/powerpoint/2010/main" val="11884871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97FD3F33-B4FE-4AE4-B09C-40D39F5285FE}"/>
              </a:ext>
            </a:extLst>
          </p:cNvPr>
          <p:cNvSpPr/>
          <p:nvPr/>
        </p:nvSpPr>
        <p:spPr>
          <a:xfrm rot="5400000">
            <a:off x="5530017" y="3678596"/>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475616" y="2777352"/>
            <a:ext cx="671979" cy="369332"/>
          </a:xfrm>
          <a:prstGeom prst="rect">
            <a:avLst/>
          </a:prstGeom>
          <a:noFill/>
        </p:spPr>
        <p:txBody>
          <a:bodyPr wrap="none" rtlCol="0">
            <a:spAutoFit/>
          </a:bodyPr>
          <a:lstStyle/>
          <a:p>
            <a:pPr algn="r"/>
            <a:r>
              <a:rPr lang="en-US" dirty="0"/>
              <a:t>AXI-S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6197747" y="3847538"/>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0C76B849-FBFD-0D7F-D9DD-A0D1CD7EB296}"/>
              </a:ext>
            </a:extLst>
          </p:cNvPr>
          <p:cNvCxnSpPr>
            <a:cxnSpLocks/>
          </p:cNvCxnSpPr>
          <p:nvPr/>
        </p:nvCxnSpPr>
        <p:spPr>
          <a:xfrm>
            <a:off x="4525533" y="2975088"/>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3541592" y="4535588"/>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20" name="Connector: Elbow 19">
            <a:extLst>
              <a:ext uri="{FF2B5EF4-FFF2-40B4-BE49-F238E27FC236}">
                <a16:creationId xmlns:a16="http://schemas.microsoft.com/office/drawing/2014/main" id="{9C15F80F-90A0-3638-DF84-DCAAE8533BA3}"/>
              </a:ext>
            </a:extLst>
          </p:cNvPr>
          <p:cNvCxnSpPr>
            <a:cxnSpLocks/>
          </p:cNvCxnSpPr>
          <p:nvPr/>
        </p:nvCxnSpPr>
        <p:spPr>
          <a:xfrm flipV="1">
            <a:off x="4525533" y="4171209"/>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5C9373-BD7E-B160-444C-413E3CBDE07E}"/>
              </a:ext>
            </a:extLst>
          </p:cNvPr>
          <p:cNvCxnSpPr>
            <a:cxnSpLocks/>
          </p:cNvCxnSpPr>
          <p:nvPr/>
        </p:nvCxnSpPr>
        <p:spPr>
          <a:xfrm>
            <a:off x="4525533" y="3872252"/>
            <a:ext cx="13231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F21E6AD-CF61-5B4C-7751-2C7430439CFA}"/>
              </a:ext>
            </a:extLst>
          </p:cNvPr>
          <p:cNvGrpSpPr/>
          <p:nvPr/>
        </p:nvGrpSpPr>
        <p:grpSpPr>
          <a:xfrm>
            <a:off x="3541592" y="2769142"/>
            <a:ext cx="983941" cy="411892"/>
            <a:chOff x="7884602" y="1716093"/>
            <a:chExt cx="983941" cy="411892"/>
          </a:xfrm>
        </p:grpSpPr>
        <p:sp>
          <p:nvSpPr>
            <p:cNvPr id="25" name="TextBox 24">
              <a:extLst>
                <a:ext uri="{FF2B5EF4-FFF2-40B4-BE49-F238E27FC236}">
                  <a16:creationId xmlns:a16="http://schemas.microsoft.com/office/drawing/2014/main" id="{942811A1-6B2A-E3E8-B82E-A8169FC091EE}"/>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27" name="Group 26">
              <a:extLst>
                <a:ext uri="{FF2B5EF4-FFF2-40B4-BE49-F238E27FC236}">
                  <a16:creationId xmlns:a16="http://schemas.microsoft.com/office/drawing/2014/main" id="{CC0A83E4-93D5-F3AD-9CF4-B5979E34BE61}"/>
                </a:ext>
              </a:extLst>
            </p:cNvPr>
            <p:cNvGrpSpPr/>
            <p:nvPr/>
          </p:nvGrpSpPr>
          <p:grpSpPr>
            <a:xfrm>
              <a:off x="8056606" y="1807025"/>
              <a:ext cx="609600" cy="238937"/>
              <a:chOff x="8979243" y="2072745"/>
              <a:chExt cx="609600" cy="238937"/>
            </a:xfrm>
          </p:grpSpPr>
          <p:cxnSp>
            <p:nvCxnSpPr>
              <p:cNvPr id="28" name="Straight Connector 27">
                <a:extLst>
                  <a:ext uri="{FF2B5EF4-FFF2-40B4-BE49-F238E27FC236}">
                    <a16:creationId xmlns:a16="http://schemas.microsoft.com/office/drawing/2014/main" id="{10CA8A14-598F-4926-980D-CA423C7EA12C}"/>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295348A-72D6-39C8-DC63-69A2FD850F0F}"/>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AB5BD54-7E3F-8E27-3DC4-2940060DF67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B119798-C3AD-726A-7B0D-AC7169F34AD5}"/>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01A4911-A89E-DA16-4F2E-2CA71098DD97}"/>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2" name="Group 41">
            <a:extLst>
              <a:ext uri="{FF2B5EF4-FFF2-40B4-BE49-F238E27FC236}">
                <a16:creationId xmlns:a16="http://schemas.microsoft.com/office/drawing/2014/main" id="{845C557D-A411-572F-92ED-12F2C472459F}"/>
              </a:ext>
            </a:extLst>
          </p:cNvPr>
          <p:cNvGrpSpPr/>
          <p:nvPr/>
        </p:nvGrpSpPr>
        <p:grpSpPr>
          <a:xfrm>
            <a:off x="1192453" y="2975088"/>
            <a:ext cx="2349139" cy="1766447"/>
            <a:chOff x="1588734" y="1947716"/>
            <a:chExt cx="404145" cy="1766447"/>
          </a:xfrm>
        </p:grpSpPr>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1588734" y="371416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DD41B9-D5B0-11F9-65FB-EE8264C3BC97}"/>
                </a:ext>
              </a:extLst>
            </p:cNvPr>
            <p:cNvCxnSpPr>
              <a:cxnSpLocks/>
            </p:cNvCxnSpPr>
            <p:nvPr/>
          </p:nvCxnSpPr>
          <p:spPr>
            <a:xfrm flipH="1" flipV="1">
              <a:off x="1588734" y="194771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F7DD8C-4D81-60BD-9347-F1B3EC4E3B43}"/>
                </a:ext>
              </a:extLst>
            </p:cNvPr>
            <p:cNvCxnSpPr>
              <a:cxnSpLocks/>
            </p:cNvCxnSpPr>
            <p:nvPr/>
          </p:nvCxnSpPr>
          <p:spPr>
            <a:xfrm flipH="1" flipV="1">
              <a:off x="1588734" y="28309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E10F747-18BB-12CB-B3D7-732FD38FDB81}"/>
              </a:ext>
            </a:extLst>
          </p:cNvPr>
          <p:cNvGrpSpPr/>
          <p:nvPr/>
        </p:nvGrpSpPr>
        <p:grpSpPr>
          <a:xfrm>
            <a:off x="3541592" y="3652365"/>
            <a:ext cx="983941" cy="411892"/>
            <a:chOff x="7884602" y="1716093"/>
            <a:chExt cx="983941" cy="411892"/>
          </a:xfrm>
        </p:grpSpPr>
        <p:sp>
          <p:nvSpPr>
            <p:cNvPr id="35" name="TextBox 34">
              <a:extLst>
                <a:ext uri="{FF2B5EF4-FFF2-40B4-BE49-F238E27FC236}">
                  <a16:creationId xmlns:a16="http://schemas.microsoft.com/office/drawing/2014/main" id="{EDAE2540-2CBF-1061-B035-93DA7D9A2BF6}"/>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36" name="Group 35">
              <a:extLst>
                <a:ext uri="{FF2B5EF4-FFF2-40B4-BE49-F238E27FC236}">
                  <a16:creationId xmlns:a16="http://schemas.microsoft.com/office/drawing/2014/main" id="{5ADE14BD-CFEB-2996-17F7-A922F8675277}"/>
                </a:ext>
              </a:extLst>
            </p:cNvPr>
            <p:cNvGrpSpPr/>
            <p:nvPr/>
          </p:nvGrpSpPr>
          <p:grpSpPr>
            <a:xfrm>
              <a:off x="8056606" y="1807025"/>
              <a:ext cx="609600" cy="238937"/>
              <a:chOff x="8979243" y="2072745"/>
              <a:chExt cx="609600" cy="238937"/>
            </a:xfrm>
          </p:grpSpPr>
          <p:cxnSp>
            <p:nvCxnSpPr>
              <p:cNvPr id="37" name="Straight Connector 36">
                <a:extLst>
                  <a:ext uri="{FF2B5EF4-FFF2-40B4-BE49-F238E27FC236}">
                    <a16:creationId xmlns:a16="http://schemas.microsoft.com/office/drawing/2014/main" id="{AFBD80CA-6442-F62F-BCF8-795FB28E5153}"/>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AEA1817-A50C-5D4B-F385-C25FC0DCC6E7}"/>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5C8494C-67FB-F541-2ED5-7F88C4CF118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6DFE4C-DFA3-2442-11C8-5E41F5D5DAB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027ADB5-0BED-97C4-7FDC-D2D0530D316F}"/>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extBox 42">
            <a:extLst>
              <a:ext uri="{FF2B5EF4-FFF2-40B4-BE49-F238E27FC236}">
                <a16:creationId xmlns:a16="http://schemas.microsoft.com/office/drawing/2014/main" id="{EFC74A43-578A-6748-E43B-A5C6CD4667B9}"/>
              </a:ext>
            </a:extLst>
          </p:cNvPr>
          <p:cNvSpPr txBox="1"/>
          <p:nvPr/>
        </p:nvSpPr>
        <p:spPr>
          <a:xfrm>
            <a:off x="475616" y="3660509"/>
            <a:ext cx="671979" cy="369332"/>
          </a:xfrm>
          <a:prstGeom prst="rect">
            <a:avLst/>
          </a:prstGeom>
          <a:noFill/>
        </p:spPr>
        <p:txBody>
          <a:bodyPr wrap="none" rtlCol="0">
            <a:spAutoFit/>
          </a:bodyPr>
          <a:lstStyle/>
          <a:p>
            <a:pPr algn="r"/>
            <a:r>
              <a:rPr lang="en-US" dirty="0"/>
              <a:t>AXI-S</a:t>
            </a:r>
          </a:p>
        </p:txBody>
      </p:sp>
      <p:sp>
        <p:nvSpPr>
          <p:cNvPr id="44" name="TextBox 43">
            <a:extLst>
              <a:ext uri="{FF2B5EF4-FFF2-40B4-BE49-F238E27FC236}">
                <a16:creationId xmlns:a16="http://schemas.microsoft.com/office/drawing/2014/main" id="{60D65A0D-0F06-30D9-4EF4-BF38A2A209D3}"/>
              </a:ext>
            </a:extLst>
          </p:cNvPr>
          <p:cNvSpPr txBox="1"/>
          <p:nvPr/>
        </p:nvSpPr>
        <p:spPr>
          <a:xfrm>
            <a:off x="475616" y="4554505"/>
            <a:ext cx="671979" cy="369332"/>
          </a:xfrm>
          <a:prstGeom prst="rect">
            <a:avLst/>
          </a:prstGeom>
          <a:noFill/>
        </p:spPr>
        <p:txBody>
          <a:bodyPr wrap="none" rtlCol="0">
            <a:spAutoFit/>
          </a:bodyPr>
          <a:lstStyle/>
          <a:p>
            <a:pPr algn="r"/>
            <a:r>
              <a:rPr lang="en-US" dirty="0"/>
              <a:t>AXI-S</a:t>
            </a:r>
          </a:p>
        </p:txBody>
      </p:sp>
      <p:sp>
        <p:nvSpPr>
          <p:cNvPr id="46" name="TextBox 45">
            <a:extLst>
              <a:ext uri="{FF2B5EF4-FFF2-40B4-BE49-F238E27FC236}">
                <a16:creationId xmlns:a16="http://schemas.microsoft.com/office/drawing/2014/main" id="{13B6131F-14C4-F0F1-802C-B16E38318378}"/>
              </a:ext>
            </a:extLst>
          </p:cNvPr>
          <p:cNvSpPr txBox="1"/>
          <p:nvPr/>
        </p:nvSpPr>
        <p:spPr>
          <a:xfrm>
            <a:off x="7260234" y="3184183"/>
            <a:ext cx="924760" cy="886936"/>
          </a:xfrm>
          <a:prstGeom prst="rect">
            <a:avLst/>
          </a:prstGeom>
          <a:noFill/>
          <a:ln w="12700">
            <a:solidFill>
              <a:schemeClr val="tx1"/>
            </a:solidFill>
          </a:ln>
        </p:spPr>
        <p:txBody>
          <a:bodyPr wrap="none" rtlCol="0" anchor="ctr" anchorCtr="1">
            <a:noAutofit/>
          </a:bodyPr>
          <a:lstStyle/>
          <a:p>
            <a:r>
              <a:rPr lang="en-US" dirty="0"/>
              <a:t>FPU</a:t>
            </a:r>
          </a:p>
        </p:txBody>
      </p:sp>
      <p:sp>
        <p:nvSpPr>
          <p:cNvPr id="58" name="TextBox 57">
            <a:extLst>
              <a:ext uri="{FF2B5EF4-FFF2-40B4-BE49-F238E27FC236}">
                <a16:creationId xmlns:a16="http://schemas.microsoft.com/office/drawing/2014/main" id="{0777388B-1F08-16DE-E252-91D49CF8F908}"/>
              </a:ext>
            </a:extLst>
          </p:cNvPr>
          <p:cNvSpPr txBox="1"/>
          <p:nvPr/>
        </p:nvSpPr>
        <p:spPr>
          <a:xfrm>
            <a:off x="3089085" y="2597048"/>
            <a:ext cx="418704" cy="369332"/>
          </a:xfrm>
          <a:prstGeom prst="rect">
            <a:avLst/>
          </a:prstGeom>
          <a:noFill/>
        </p:spPr>
        <p:txBody>
          <a:bodyPr wrap="none" rtlCol="0">
            <a:spAutoFit/>
          </a:bodyPr>
          <a:lstStyle/>
          <a:p>
            <a:r>
              <a:rPr lang="en-US" dirty="0"/>
              <a:t>32</a:t>
            </a:r>
          </a:p>
        </p:txBody>
      </p:sp>
      <p:sp>
        <p:nvSpPr>
          <p:cNvPr id="61" name="TextBox 60">
            <a:extLst>
              <a:ext uri="{FF2B5EF4-FFF2-40B4-BE49-F238E27FC236}">
                <a16:creationId xmlns:a16="http://schemas.microsoft.com/office/drawing/2014/main" id="{27E9AF6D-2B04-E977-CF35-836E0B617C67}"/>
              </a:ext>
            </a:extLst>
          </p:cNvPr>
          <p:cNvSpPr txBox="1"/>
          <p:nvPr/>
        </p:nvSpPr>
        <p:spPr>
          <a:xfrm>
            <a:off x="3089085" y="3499449"/>
            <a:ext cx="418704" cy="369332"/>
          </a:xfrm>
          <a:prstGeom prst="rect">
            <a:avLst/>
          </a:prstGeom>
          <a:noFill/>
        </p:spPr>
        <p:txBody>
          <a:bodyPr wrap="none" rtlCol="0">
            <a:spAutoFit/>
          </a:bodyPr>
          <a:lstStyle/>
          <a:p>
            <a:r>
              <a:rPr lang="en-US" dirty="0"/>
              <a:t>32</a:t>
            </a:r>
          </a:p>
        </p:txBody>
      </p:sp>
      <p:sp>
        <p:nvSpPr>
          <p:cNvPr id="65" name="TextBox 64">
            <a:extLst>
              <a:ext uri="{FF2B5EF4-FFF2-40B4-BE49-F238E27FC236}">
                <a16:creationId xmlns:a16="http://schemas.microsoft.com/office/drawing/2014/main" id="{F21F190E-BD4F-33E1-5325-5914EB9F7CC2}"/>
              </a:ext>
            </a:extLst>
          </p:cNvPr>
          <p:cNvSpPr txBox="1"/>
          <p:nvPr/>
        </p:nvSpPr>
        <p:spPr>
          <a:xfrm>
            <a:off x="3089085" y="4401850"/>
            <a:ext cx="418704" cy="369332"/>
          </a:xfrm>
          <a:prstGeom prst="rect">
            <a:avLst/>
          </a:prstGeom>
          <a:noFill/>
        </p:spPr>
        <p:txBody>
          <a:bodyPr wrap="none" rtlCol="0">
            <a:spAutoFit/>
          </a:bodyPr>
          <a:lstStyle/>
          <a:p>
            <a:r>
              <a:rPr lang="en-US" dirty="0"/>
              <a:t>32</a:t>
            </a:r>
          </a:p>
        </p:txBody>
      </p:sp>
      <p:grpSp>
        <p:nvGrpSpPr>
          <p:cNvPr id="68" name="Group 67">
            <a:extLst>
              <a:ext uri="{FF2B5EF4-FFF2-40B4-BE49-F238E27FC236}">
                <a16:creationId xmlns:a16="http://schemas.microsoft.com/office/drawing/2014/main" id="{294375DE-793E-A8DF-533E-714615C2063A}"/>
              </a:ext>
            </a:extLst>
          </p:cNvPr>
          <p:cNvGrpSpPr/>
          <p:nvPr/>
        </p:nvGrpSpPr>
        <p:grpSpPr>
          <a:xfrm>
            <a:off x="5215685" y="1703337"/>
            <a:ext cx="2044549" cy="1684409"/>
            <a:chOff x="3121462" y="1772454"/>
            <a:chExt cx="2307078" cy="1684409"/>
          </a:xfrm>
        </p:grpSpPr>
        <p:sp>
          <p:nvSpPr>
            <p:cNvPr id="47" name="TextBox 46">
              <a:extLst>
                <a:ext uri="{FF2B5EF4-FFF2-40B4-BE49-F238E27FC236}">
                  <a16:creationId xmlns:a16="http://schemas.microsoft.com/office/drawing/2014/main" id="{A8244F8E-3A56-CD92-EB39-B29E3CA745D2}"/>
                </a:ext>
              </a:extLst>
            </p:cNvPr>
            <p:cNvSpPr txBox="1"/>
            <p:nvPr/>
          </p:nvSpPr>
          <p:spPr>
            <a:xfrm>
              <a:off x="3121462" y="1772454"/>
              <a:ext cx="983941" cy="886936"/>
            </a:xfrm>
            <a:prstGeom prst="rect">
              <a:avLst/>
            </a:prstGeom>
            <a:noFill/>
            <a:ln w="12700">
              <a:solidFill>
                <a:schemeClr val="tx1"/>
              </a:solidFill>
            </a:ln>
          </p:spPr>
          <p:txBody>
            <a:bodyPr wrap="none" rtlCol="0" anchor="ctr" anchorCtr="1">
              <a:noAutofit/>
            </a:bodyPr>
            <a:lstStyle/>
            <a:p>
              <a:r>
                <a:rPr lang="en-US" dirty="0"/>
                <a:t>URAM</a:t>
              </a:r>
            </a:p>
          </p:txBody>
        </p:sp>
        <p:cxnSp>
          <p:nvCxnSpPr>
            <p:cNvPr id="48" name="Straight Arrow Connector 47">
              <a:extLst>
                <a:ext uri="{FF2B5EF4-FFF2-40B4-BE49-F238E27FC236}">
                  <a16:creationId xmlns:a16="http://schemas.microsoft.com/office/drawing/2014/main" id="{8427DE40-4A3E-FEDF-8FB1-8A26C362C7F1}"/>
                </a:ext>
              </a:extLst>
            </p:cNvPr>
            <p:cNvCxnSpPr>
              <a:cxnSpLocks/>
            </p:cNvCxnSpPr>
            <p:nvPr/>
          </p:nvCxnSpPr>
          <p:spPr>
            <a:xfrm>
              <a:off x="5082746" y="3439506"/>
              <a:ext cx="3457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79A8597-74F8-B6C8-92C6-1639C02777ED}"/>
                </a:ext>
              </a:extLst>
            </p:cNvPr>
            <p:cNvCxnSpPr>
              <a:cxnSpLocks/>
              <a:stCxn id="47" idx="3"/>
            </p:cNvCxnSpPr>
            <p:nvPr/>
          </p:nvCxnSpPr>
          <p:spPr>
            <a:xfrm>
              <a:off x="4105403" y="2215922"/>
              <a:ext cx="983940" cy="1240941"/>
            </a:xfrm>
            <a:prstGeom prst="bentConnector2">
              <a:avLst/>
            </a:prstGeom>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49DF847B-B997-87A5-8C09-1F79FD99440B}"/>
                </a:ext>
              </a:extLst>
            </p:cNvPr>
            <p:cNvSpPr txBox="1"/>
            <p:nvPr/>
          </p:nvSpPr>
          <p:spPr>
            <a:xfrm>
              <a:off x="4105403" y="1907268"/>
              <a:ext cx="418704" cy="369332"/>
            </a:xfrm>
            <a:prstGeom prst="rect">
              <a:avLst/>
            </a:prstGeom>
            <a:noFill/>
          </p:spPr>
          <p:txBody>
            <a:bodyPr wrap="none" rtlCol="0">
              <a:spAutoFit/>
            </a:bodyPr>
            <a:lstStyle/>
            <a:p>
              <a:r>
                <a:rPr lang="en-US" dirty="0"/>
                <a:t>32</a:t>
              </a:r>
            </a:p>
          </p:txBody>
        </p:sp>
      </p:grpSp>
      <p:cxnSp>
        <p:nvCxnSpPr>
          <p:cNvPr id="69" name="Straight Arrow Connector 68">
            <a:extLst>
              <a:ext uri="{FF2B5EF4-FFF2-40B4-BE49-F238E27FC236}">
                <a16:creationId xmlns:a16="http://schemas.microsoft.com/office/drawing/2014/main" id="{03609C58-B803-00EE-85EC-AAD200D91D65}"/>
              </a:ext>
            </a:extLst>
          </p:cNvPr>
          <p:cNvCxnSpPr>
            <a:cxnSpLocks/>
          </p:cNvCxnSpPr>
          <p:nvPr/>
        </p:nvCxnSpPr>
        <p:spPr>
          <a:xfrm>
            <a:off x="8184994" y="3629919"/>
            <a:ext cx="22770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EF28A31-8F6D-D6E4-373B-6188DB643D86}"/>
              </a:ext>
            </a:extLst>
          </p:cNvPr>
          <p:cNvSpPr txBox="1"/>
          <p:nvPr/>
        </p:nvSpPr>
        <p:spPr>
          <a:xfrm>
            <a:off x="10447022" y="3435640"/>
            <a:ext cx="671979" cy="369332"/>
          </a:xfrm>
          <a:prstGeom prst="rect">
            <a:avLst/>
          </a:prstGeom>
          <a:noFill/>
        </p:spPr>
        <p:txBody>
          <a:bodyPr wrap="none" rtlCol="0">
            <a:spAutoFit/>
          </a:bodyPr>
          <a:lstStyle/>
          <a:p>
            <a:pPr algn="r"/>
            <a:r>
              <a:rPr lang="en-US" dirty="0"/>
              <a:t>AXI-S</a:t>
            </a:r>
          </a:p>
        </p:txBody>
      </p:sp>
      <p:sp>
        <p:nvSpPr>
          <p:cNvPr id="72" name="Rectangle 71">
            <a:extLst>
              <a:ext uri="{FF2B5EF4-FFF2-40B4-BE49-F238E27FC236}">
                <a16:creationId xmlns:a16="http://schemas.microsoft.com/office/drawing/2014/main" id="{DFB4758E-181A-08B3-648F-3FC63494A695}"/>
              </a:ext>
            </a:extLst>
          </p:cNvPr>
          <p:cNvSpPr/>
          <p:nvPr/>
        </p:nvSpPr>
        <p:spPr>
          <a:xfrm>
            <a:off x="2931862" y="1370161"/>
            <a:ext cx="5841436" cy="411767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C2A5E6BD-9546-6023-3540-346A84FF700A}"/>
              </a:ext>
            </a:extLst>
          </p:cNvPr>
          <p:cNvSpPr txBox="1"/>
          <p:nvPr/>
        </p:nvSpPr>
        <p:spPr>
          <a:xfrm>
            <a:off x="2921650" y="1338968"/>
            <a:ext cx="1481816" cy="369332"/>
          </a:xfrm>
          <a:prstGeom prst="rect">
            <a:avLst/>
          </a:prstGeom>
          <a:noFill/>
        </p:spPr>
        <p:txBody>
          <a:bodyPr wrap="none" rtlCol="0">
            <a:spAutoFit/>
          </a:bodyPr>
          <a:lstStyle/>
          <a:p>
            <a:r>
              <a:rPr lang="en-US" dirty="0"/>
              <a:t>flowgraph tile</a:t>
            </a:r>
          </a:p>
        </p:txBody>
      </p:sp>
      <p:sp>
        <p:nvSpPr>
          <p:cNvPr id="88" name="TextBox 87">
            <a:extLst>
              <a:ext uri="{FF2B5EF4-FFF2-40B4-BE49-F238E27FC236}">
                <a16:creationId xmlns:a16="http://schemas.microsoft.com/office/drawing/2014/main" id="{E7BF8ED9-863A-B95C-4D3A-3FA2BA70848B}"/>
              </a:ext>
            </a:extLst>
          </p:cNvPr>
          <p:cNvSpPr txBox="1"/>
          <p:nvPr/>
        </p:nvSpPr>
        <p:spPr>
          <a:xfrm>
            <a:off x="3271140" y="4977128"/>
            <a:ext cx="1494512" cy="369332"/>
          </a:xfrm>
          <a:prstGeom prst="rect">
            <a:avLst/>
          </a:prstGeom>
          <a:noFill/>
        </p:spPr>
        <p:txBody>
          <a:bodyPr wrap="none" rtlCol="0">
            <a:spAutoFit/>
          </a:bodyPr>
          <a:lstStyle/>
          <a:p>
            <a:pPr algn="r"/>
            <a:r>
              <a:rPr lang="en-US" i="1" dirty="0"/>
              <a:t>circular buffer</a:t>
            </a:r>
          </a:p>
        </p:txBody>
      </p:sp>
      <p:sp>
        <p:nvSpPr>
          <p:cNvPr id="90" name="TextBox 89">
            <a:extLst>
              <a:ext uri="{FF2B5EF4-FFF2-40B4-BE49-F238E27FC236}">
                <a16:creationId xmlns:a16="http://schemas.microsoft.com/office/drawing/2014/main" id="{349262E7-1623-65B4-7AF3-10E39A469C98}"/>
              </a:ext>
            </a:extLst>
          </p:cNvPr>
          <p:cNvSpPr txBox="1"/>
          <p:nvPr/>
        </p:nvSpPr>
        <p:spPr>
          <a:xfrm>
            <a:off x="5246654" y="2562366"/>
            <a:ext cx="768160" cy="369332"/>
          </a:xfrm>
          <a:prstGeom prst="rect">
            <a:avLst/>
          </a:prstGeom>
          <a:noFill/>
        </p:spPr>
        <p:txBody>
          <a:bodyPr wrap="none" rtlCol="0">
            <a:spAutoFit/>
          </a:bodyPr>
          <a:lstStyle/>
          <a:p>
            <a:pPr algn="r"/>
            <a:r>
              <a:rPr lang="en-US" i="1" dirty="0"/>
              <a:t>model</a:t>
            </a:r>
          </a:p>
        </p:txBody>
      </p:sp>
      <p:sp>
        <p:nvSpPr>
          <p:cNvPr id="101" name="TextBox 100">
            <a:extLst>
              <a:ext uri="{FF2B5EF4-FFF2-40B4-BE49-F238E27FC236}">
                <a16:creationId xmlns:a16="http://schemas.microsoft.com/office/drawing/2014/main" id="{4A3DDF50-0F25-E538-6D6C-A0197926353B}"/>
              </a:ext>
            </a:extLst>
          </p:cNvPr>
          <p:cNvSpPr txBox="1"/>
          <p:nvPr/>
        </p:nvSpPr>
        <p:spPr>
          <a:xfrm>
            <a:off x="7077500" y="4070460"/>
            <a:ext cx="1277915" cy="369332"/>
          </a:xfrm>
          <a:prstGeom prst="rect">
            <a:avLst/>
          </a:prstGeom>
          <a:noFill/>
        </p:spPr>
        <p:txBody>
          <a:bodyPr wrap="none" rtlCol="0">
            <a:spAutoFit/>
          </a:bodyPr>
          <a:lstStyle/>
          <a:p>
            <a:pPr algn="r"/>
            <a:r>
              <a:rPr lang="en-US" i="1" dirty="0"/>
              <a:t>dot product</a:t>
            </a:r>
          </a:p>
        </p:txBody>
      </p:sp>
      <p:sp>
        <p:nvSpPr>
          <p:cNvPr id="108" name="TextBox 107">
            <a:extLst>
              <a:ext uri="{FF2B5EF4-FFF2-40B4-BE49-F238E27FC236}">
                <a16:creationId xmlns:a16="http://schemas.microsoft.com/office/drawing/2014/main" id="{9E6B264A-E4E8-C087-B27A-637DB91CCD61}"/>
              </a:ext>
            </a:extLst>
          </p:cNvPr>
          <p:cNvSpPr txBox="1"/>
          <p:nvPr/>
        </p:nvSpPr>
        <p:spPr>
          <a:xfrm>
            <a:off x="8186141" y="3265390"/>
            <a:ext cx="418704" cy="369332"/>
          </a:xfrm>
          <a:prstGeom prst="rect">
            <a:avLst/>
          </a:prstGeom>
          <a:noFill/>
        </p:spPr>
        <p:txBody>
          <a:bodyPr wrap="none" rtlCol="0">
            <a:spAutoFit/>
          </a:bodyPr>
          <a:lstStyle/>
          <a:p>
            <a:r>
              <a:rPr lang="en-US" dirty="0"/>
              <a:t>32</a:t>
            </a:r>
          </a:p>
        </p:txBody>
      </p:sp>
      <p:sp>
        <p:nvSpPr>
          <p:cNvPr id="109" name="TextBox 108">
            <a:extLst>
              <a:ext uri="{FF2B5EF4-FFF2-40B4-BE49-F238E27FC236}">
                <a16:creationId xmlns:a16="http://schemas.microsoft.com/office/drawing/2014/main" id="{2CEA7316-DB26-7149-69E9-8059374C2BDB}"/>
              </a:ext>
            </a:extLst>
          </p:cNvPr>
          <p:cNvSpPr txBox="1"/>
          <p:nvPr/>
        </p:nvSpPr>
        <p:spPr>
          <a:xfrm>
            <a:off x="6215921" y="3507047"/>
            <a:ext cx="418704" cy="369332"/>
          </a:xfrm>
          <a:prstGeom prst="rect">
            <a:avLst/>
          </a:prstGeom>
          <a:noFill/>
        </p:spPr>
        <p:txBody>
          <a:bodyPr wrap="none" rtlCol="0">
            <a:spAutoFit/>
          </a:bodyPr>
          <a:lstStyle/>
          <a:p>
            <a:r>
              <a:rPr lang="en-US" dirty="0"/>
              <a:t>32</a:t>
            </a:r>
          </a:p>
        </p:txBody>
      </p:sp>
      <p:sp>
        <p:nvSpPr>
          <p:cNvPr id="123" name="TextBox 122">
            <a:extLst>
              <a:ext uri="{FF2B5EF4-FFF2-40B4-BE49-F238E27FC236}">
                <a16:creationId xmlns:a16="http://schemas.microsoft.com/office/drawing/2014/main" id="{05704FD4-ABF1-4EC8-A83B-592FCCA01CE8}"/>
              </a:ext>
            </a:extLst>
          </p:cNvPr>
          <p:cNvSpPr txBox="1"/>
          <p:nvPr/>
        </p:nvSpPr>
        <p:spPr>
          <a:xfrm>
            <a:off x="1502331" y="2630357"/>
            <a:ext cx="1377557" cy="369332"/>
          </a:xfrm>
          <a:prstGeom prst="rect">
            <a:avLst/>
          </a:prstGeom>
          <a:noFill/>
        </p:spPr>
        <p:txBody>
          <a:bodyPr wrap="none" rtlCol="0">
            <a:spAutoFit/>
          </a:bodyPr>
          <a:lstStyle/>
          <a:p>
            <a:pPr algn="r"/>
            <a:r>
              <a:rPr lang="en-US" dirty="0"/>
              <a:t>shape @rate</a:t>
            </a:r>
          </a:p>
        </p:txBody>
      </p:sp>
      <p:sp>
        <p:nvSpPr>
          <p:cNvPr id="124" name="TextBox 123">
            <a:extLst>
              <a:ext uri="{FF2B5EF4-FFF2-40B4-BE49-F238E27FC236}">
                <a16:creationId xmlns:a16="http://schemas.microsoft.com/office/drawing/2014/main" id="{D2811C92-4B26-C146-E3EC-B5FC70641CAE}"/>
              </a:ext>
            </a:extLst>
          </p:cNvPr>
          <p:cNvSpPr txBox="1"/>
          <p:nvPr/>
        </p:nvSpPr>
        <p:spPr>
          <a:xfrm>
            <a:off x="1205375" y="3486368"/>
            <a:ext cx="1664238" cy="369332"/>
          </a:xfrm>
          <a:prstGeom prst="rect">
            <a:avLst/>
          </a:prstGeom>
          <a:noFill/>
        </p:spPr>
        <p:txBody>
          <a:bodyPr wrap="none" rtlCol="0">
            <a:spAutoFit/>
          </a:bodyPr>
          <a:lstStyle/>
          <a:p>
            <a:pPr algn="r"/>
            <a:r>
              <a:rPr lang="en-US" dirty="0"/>
              <a:t>[2160,3840,64]</a:t>
            </a:r>
          </a:p>
        </p:txBody>
      </p:sp>
      <p:sp>
        <p:nvSpPr>
          <p:cNvPr id="126" name="TextBox 125">
            <a:extLst>
              <a:ext uri="{FF2B5EF4-FFF2-40B4-BE49-F238E27FC236}">
                <a16:creationId xmlns:a16="http://schemas.microsoft.com/office/drawing/2014/main" id="{E83CB93E-15BB-0FB8-5175-708383B25094}"/>
              </a:ext>
            </a:extLst>
          </p:cNvPr>
          <p:cNvSpPr txBox="1"/>
          <p:nvPr/>
        </p:nvSpPr>
        <p:spPr>
          <a:xfrm>
            <a:off x="9502666" y="3244333"/>
            <a:ext cx="1026242" cy="369332"/>
          </a:xfrm>
          <a:prstGeom prst="rect">
            <a:avLst/>
          </a:prstGeom>
          <a:noFill/>
        </p:spPr>
        <p:txBody>
          <a:bodyPr wrap="none" rtlCol="0">
            <a:spAutoFit/>
          </a:bodyPr>
          <a:lstStyle/>
          <a:p>
            <a:pPr algn="r"/>
            <a:r>
              <a:rPr lang="en-US" dirty="0"/>
              <a:t>[24,32,1]</a:t>
            </a:r>
          </a:p>
        </p:txBody>
      </p:sp>
      <p:sp>
        <p:nvSpPr>
          <p:cNvPr id="3" name="TextBox 2">
            <a:extLst>
              <a:ext uri="{FF2B5EF4-FFF2-40B4-BE49-F238E27FC236}">
                <a16:creationId xmlns:a16="http://schemas.microsoft.com/office/drawing/2014/main" id="{E9CCDC29-700B-EDF7-0E23-F6E15A69B7B7}"/>
              </a:ext>
            </a:extLst>
          </p:cNvPr>
          <p:cNvSpPr txBox="1"/>
          <p:nvPr/>
        </p:nvSpPr>
        <p:spPr>
          <a:xfrm>
            <a:off x="2034077" y="3876980"/>
            <a:ext cx="861133" cy="369332"/>
          </a:xfrm>
          <a:prstGeom prst="rect">
            <a:avLst/>
          </a:prstGeom>
          <a:noFill/>
        </p:spPr>
        <p:txBody>
          <a:bodyPr wrap="none" rtlCol="0">
            <a:spAutoFit/>
          </a:bodyPr>
          <a:lstStyle/>
          <a:p>
            <a:pPr algn="r"/>
            <a:r>
              <a:rPr lang="en-US" dirty="0"/>
              <a:t>@30Hz</a:t>
            </a:r>
          </a:p>
        </p:txBody>
      </p:sp>
    </p:spTree>
    <p:extLst>
      <p:ext uri="{BB962C8B-B14F-4D97-AF65-F5344CB8AC3E}">
        <p14:creationId xmlns:p14="http://schemas.microsoft.com/office/powerpoint/2010/main" val="265757017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97FD3F33-B4FE-4AE4-B09C-40D39F5285FE}"/>
              </a:ext>
            </a:extLst>
          </p:cNvPr>
          <p:cNvSpPr/>
          <p:nvPr/>
        </p:nvSpPr>
        <p:spPr>
          <a:xfrm rot="5400000">
            <a:off x="5530017" y="3678596"/>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475616" y="2777352"/>
            <a:ext cx="671979" cy="369332"/>
          </a:xfrm>
          <a:prstGeom prst="rect">
            <a:avLst/>
          </a:prstGeom>
          <a:noFill/>
        </p:spPr>
        <p:txBody>
          <a:bodyPr wrap="none" rtlCol="0">
            <a:spAutoFit/>
          </a:bodyPr>
          <a:lstStyle/>
          <a:p>
            <a:pPr algn="r"/>
            <a:r>
              <a:rPr lang="en-US" dirty="0"/>
              <a:t>AXI-S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6197747" y="3847538"/>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0C76B849-FBFD-0D7F-D9DD-A0D1CD7EB296}"/>
              </a:ext>
            </a:extLst>
          </p:cNvPr>
          <p:cNvCxnSpPr>
            <a:cxnSpLocks/>
          </p:cNvCxnSpPr>
          <p:nvPr/>
        </p:nvCxnSpPr>
        <p:spPr>
          <a:xfrm>
            <a:off x="4525533" y="2975088"/>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3541592" y="4535588"/>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20" name="Connector: Elbow 19">
            <a:extLst>
              <a:ext uri="{FF2B5EF4-FFF2-40B4-BE49-F238E27FC236}">
                <a16:creationId xmlns:a16="http://schemas.microsoft.com/office/drawing/2014/main" id="{9C15F80F-90A0-3638-DF84-DCAAE8533BA3}"/>
              </a:ext>
            </a:extLst>
          </p:cNvPr>
          <p:cNvCxnSpPr>
            <a:cxnSpLocks/>
          </p:cNvCxnSpPr>
          <p:nvPr/>
        </p:nvCxnSpPr>
        <p:spPr>
          <a:xfrm flipV="1">
            <a:off x="4525533" y="4171209"/>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5C9373-BD7E-B160-444C-413E3CBDE07E}"/>
              </a:ext>
            </a:extLst>
          </p:cNvPr>
          <p:cNvCxnSpPr>
            <a:cxnSpLocks/>
          </p:cNvCxnSpPr>
          <p:nvPr/>
        </p:nvCxnSpPr>
        <p:spPr>
          <a:xfrm>
            <a:off x="4525533" y="3872252"/>
            <a:ext cx="13231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F21E6AD-CF61-5B4C-7751-2C7430439CFA}"/>
              </a:ext>
            </a:extLst>
          </p:cNvPr>
          <p:cNvGrpSpPr/>
          <p:nvPr/>
        </p:nvGrpSpPr>
        <p:grpSpPr>
          <a:xfrm>
            <a:off x="3541592" y="2769142"/>
            <a:ext cx="983941" cy="411892"/>
            <a:chOff x="7884602" y="1716093"/>
            <a:chExt cx="983941" cy="411892"/>
          </a:xfrm>
        </p:grpSpPr>
        <p:sp>
          <p:nvSpPr>
            <p:cNvPr id="25" name="TextBox 24">
              <a:extLst>
                <a:ext uri="{FF2B5EF4-FFF2-40B4-BE49-F238E27FC236}">
                  <a16:creationId xmlns:a16="http://schemas.microsoft.com/office/drawing/2014/main" id="{942811A1-6B2A-E3E8-B82E-A8169FC091EE}"/>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27" name="Group 26">
              <a:extLst>
                <a:ext uri="{FF2B5EF4-FFF2-40B4-BE49-F238E27FC236}">
                  <a16:creationId xmlns:a16="http://schemas.microsoft.com/office/drawing/2014/main" id="{CC0A83E4-93D5-F3AD-9CF4-B5979E34BE61}"/>
                </a:ext>
              </a:extLst>
            </p:cNvPr>
            <p:cNvGrpSpPr/>
            <p:nvPr/>
          </p:nvGrpSpPr>
          <p:grpSpPr>
            <a:xfrm>
              <a:off x="8056606" y="1807025"/>
              <a:ext cx="609600" cy="238937"/>
              <a:chOff x="8979243" y="2072745"/>
              <a:chExt cx="609600" cy="238937"/>
            </a:xfrm>
          </p:grpSpPr>
          <p:cxnSp>
            <p:nvCxnSpPr>
              <p:cNvPr id="28" name="Straight Connector 27">
                <a:extLst>
                  <a:ext uri="{FF2B5EF4-FFF2-40B4-BE49-F238E27FC236}">
                    <a16:creationId xmlns:a16="http://schemas.microsoft.com/office/drawing/2014/main" id="{10CA8A14-598F-4926-980D-CA423C7EA12C}"/>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295348A-72D6-39C8-DC63-69A2FD850F0F}"/>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AB5BD54-7E3F-8E27-3DC4-2940060DF67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B119798-C3AD-726A-7B0D-AC7169F34AD5}"/>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01A4911-A89E-DA16-4F2E-2CA71098DD97}"/>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2" name="Group 41">
            <a:extLst>
              <a:ext uri="{FF2B5EF4-FFF2-40B4-BE49-F238E27FC236}">
                <a16:creationId xmlns:a16="http://schemas.microsoft.com/office/drawing/2014/main" id="{845C557D-A411-572F-92ED-12F2C472459F}"/>
              </a:ext>
            </a:extLst>
          </p:cNvPr>
          <p:cNvGrpSpPr/>
          <p:nvPr/>
        </p:nvGrpSpPr>
        <p:grpSpPr>
          <a:xfrm>
            <a:off x="1192453" y="2975088"/>
            <a:ext cx="2349139" cy="1766447"/>
            <a:chOff x="1588734" y="1947716"/>
            <a:chExt cx="404145" cy="1766447"/>
          </a:xfrm>
        </p:grpSpPr>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1588734" y="371416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DD41B9-D5B0-11F9-65FB-EE8264C3BC97}"/>
                </a:ext>
              </a:extLst>
            </p:cNvPr>
            <p:cNvCxnSpPr>
              <a:cxnSpLocks/>
            </p:cNvCxnSpPr>
            <p:nvPr/>
          </p:nvCxnSpPr>
          <p:spPr>
            <a:xfrm flipH="1" flipV="1">
              <a:off x="1588734" y="194771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F7DD8C-4D81-60BD-9347-F1B3EC4E3B43}"/>
                </a:ext>
              </a:extLst>
            </p:cNvPr>
            <p:cNvCxnSpPr>
              <a:cxnSpLocks/>
            </p:cNvCxnSpPr>
            <p:nvPr/>
          </p:nvCxnSpPr>
          <p:spPr>
            <a:xfrm flipH="1" flipV="1">
              <a:off x="1588734" y="28309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E10F747-18BB-12CB-B3D7-732FD38FDB81}"/>
              </a:ext>
            </a:extLst>
          </p:cNvPr>
          <p:cNvGrpSpPr/>
          <p:nvPr/>
        </p:nvGrpSpPr>
        <p:grpSpPr>
          <a:xfrm>
            <a:off x="3541592" y="3652365"/>
            <a:ext cx="983941" cy="411892"/>
            <a:chOff x="7884602" y="1716093"/>
            <a:chExt cx="983941" cy="411892"/>
          </a:xfrm>
        </p:grpSpPr>
        <p:sp>
          <p:nvSpPr>
            <p:cNvPr id="35" name="TextBox 34">
              <a:extLst>
                <a:ext uri="{FF2B5EF4-FFF2-40B4-BE49-F238E27FC236}">
                  <a16:creationId xmlns:a16="http://schemas.microsoft.com/office/drawing/2014/main" id="{EDAE2540-2CBF-1061-B035-93DA7D9A2BF6}"/>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36" name="Group 35">
              <a:extLst>
                <a:ext uri="{FF2B5EF4-FFF2-40B4-BE49-F238E27FC236}">
                  <a16:creationId xmlns:a16="http://schemas.microsoft.com/office/drawing/2014/main" id="{5ADE14BD-CFEB-2996-17F7-A922F8675277}"/>
                </a:ext>
              </a:extLst>
            </p:cNvPr>
            <p:cNvGrpSpPr/>
            <p:nvPr/>
          </p:nvGrpSpPr>
          <p:grpSpPr>
            <a:xfrm>
              <a:off x="8056606" y="1807025"/>
              <a:ext cx="609600" cy="238937"/>
              <a:chOff x="8979243" y="2072745"/>
              <a:chExt cx="609600" cy="238937"/>
            </a:xfrm>
          </p:grpSpPr>
          <p:cxnSp>
            <p:nvCxnSpPr>
              <p:cNvPr id="37" name="Straight Connector 36">
                <a:extLst>
                  <a:ext uri="{FF2B5EF4-FFF2-40B4-BE49-F238E27FC236}">
                    <a16:creationId xmlns:a16="http://schemas.microsoft.com/office/drawing/2014/main" id="{AFBD80CA-6442-F62F-BCF8-795FB28E5153}"/>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AEA1817-A50C-5D4B-F385-C25FC0DCC6E7}"/>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5C8494C-67FB-F541-2ED5-7F88C4CF118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6DFE4C-DFA3-2442-11C8-5E41F5D5DAB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027ADB5-0BED-97C4-7FDC-D2D0530D316F}"/>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extBox 42">
            <a:extLst>
              <a:ext uri="{FF2B5EF4-FFF2-40B4-BE49-F238E27FC236}">
                <a16:creationId xmlns:a16="http://schemas.microsoft.com/office/drawing/2014/main" id="{EFC74A43-578A-6748-E43B-A5C6CD4667B9}"/>
              </a:ext>
            </a:extLst>
          </p:cNvPr>
          <p:cNvSpPr txBox="1"/>
          <p:nvPr/>
        </p:nvSpPr>
        <p:spPr>
          <a:xfrm>
            <a:off x="475616" y="3660509"/>
            <a:ext cx="671979" cy="369332"/>
          </a:xfrm>
          <a:prstGeom prst="rect">
            <a:avLst/>
          </a:prstGeom>
          <a:noFill/>
        </p:spPr>
        <p:txBody>
          <a:bodyPr wrap="none" rtlCol="0">
            <a:spAutoFit/>
          </a:bodyPr>
          <a:lstStyle/>
          <a:p>
            <a:pPr algn="r"/>
            <a:r>
              <a:rPr lang="en-US" dirty="0"/>
              <a:t>AXI-S</a:t>
            </a:r>
          </a:p>
        </p:txBody>
      </p:sp>
      <p:sp>
        <p:nvSpPr>
          <p:cNvPr id="44" name="TextBox 43">
            <a:extLst>
              <a:ext uri="{FF2B5EF4-FFF2-40B4-BE49-F238E27FC236}">
                <a16:creationId xmlns:a16="http://schemas.microsoft.com/office/drawing/2014/main" id="{60D65A0D-0F06-30D9-4EF4-BF38A2A209D3}"/>
              </a:ext>
            </a:extLst>
          </p:cNvPr>
          <p:cNvSpPr txBox="1"/>
          <p:nvPr/>
        </p:nvSpPr>
        <p:spPr>
          <a:xfrm>
            <a:off x="475616" y="4554505"/>
            <a:ext cx="671979" cy="369332"/>
          </a:xfrm>
          <a:prstGeom prst="rect">
            <a:avLst/>
          </a:prstGeom>
          <a:noFill/>
        </p:spPr>
        <p:txBody>
          <a:bodyPr wrap="none" rtlCol="0">
            <a:spAutoFit/>
          </a:bodyPr>
          <a:lstStyle/>
          <a:p>
            <a:pPr algn="r"/>
            <a:r>
              <a:rPr lang="en-US" dirty="0"/>
              <a:t>AXI-S</a:t>
            </a:r>
          </a:p>
        </p:txBody>
      </p:sp>
      <p:sp>
        <p:nvSpPr>
          <p:cNvPr id="46" name="TextBox 45">
            <a:extLst>
              <a:ext uri="{FF2B5EF4-FFF2-40B4-BE49-F238E27FC236}">
                <a16:creationId xmlns:a16="http://schemas.microsoft.com/office/drawing/2014/main" id="{13B6131F-14C4-F0F1-802C-B16E38318378}"/>
              </a:ext>
            </a:extLst>
          </p:cNvPr>
          <p:cNvSpPr txBox="1"/>
          <p:nvPr/>
        </p:nvSpPr>
        <p:spPr>
          <a:xfrm>
            <a:off x="7260234" y="3184183"/>
            <a:ext cx="924760" cy="886936"/>
          </a:xfrm>
          <a:prstGeom prst="rect">
            <a:avLst/>
          </a:prstGeom>
          <a:noFill/>
          <a:ln w="12700">
            <a:solidFill>
              <a:schemeClr val="tx1"/>
            </a:solidFill>
          </a:ln>
        </p:spPr>
        <p:txBody>
          <a:bodyPr wrap="none" rtlCol="0" anchor="ctr" anchorCtr="1">
            <a:noAutofit/>
          </a:bodyPr>
          <a:lstStyle/>
          <a:p>
            <a:r>
              <a:rPr lang="en-US" dirty="0"/>
              <a:t>FPU</a:t>
            </a:r>
          </a:p>
        </p:txBody>
      </p:sp>
      <p:sp>
        <p:nvSpPr>
          <p:cNvPr id="58" name="TextBox 57">
            <a:extLst>
              <a:ext uri="{FF2B5EF4-FFF2-40B4-BE49-F238E27FC236}">
                <a16:creationId xmlns:a16="http://schemas.microsoft.com/office/drawing/2014/main" id="{0777388B-1F08-16DE-E252-91D49CF8F908}"/>
              </a:ext>
            </a:extLst>
          </p:cNvPr>
          <p:cNvSpPr txBox="1"/>
          <p:nvPr/>
        </p:nvSpPr>
        <p:spPr>
          <a:xfrm>
            <a:off x="3089085" y="2597048"/>
            <a:ext cx="418704" cy="369332"/>
          </a:xfrm>
          <a:prstGeom prst="rect">
            <a:avLst/>
          </a:prstGeom>
          <a:noFill/>
        </p:spPr>
        <p:txBody>
          <a:bodyPr wrap="none" rtlCol="0">
            <a:spAutoFit/>
          </a:bodyPr>
          <a:lstStyle/>
          <a:p>
            <a:r>
              <a:rPr lang="en-US" dirty="0"/>
              <a:t>32</a:t>
            </a:r>
          </a:p>
        </p:txBody>
      </p:sp>
      <p:sp>
        <p:nvSpPr>
          <p:cNvPr id="61" name="TextBox 60">
            <a:extLst>
              <a:ext uri="{FF2B5EF4-FFF2-40B4-BE49-F238E27FC236}">
                <a16:creationId xmlns:a16="http://schemas.microsoft.com/office/drawing/2014/main" id="{27E9AF6D-2B04-E977-CF35-836E0B617C67}"/>
              </a:ext>
            </a:extLst>
          </p:cNvPr>
          <p:cNvSpPr txBox="1"/>
          <p:nvPr/>
        </p:nvSpPr>
        <p:spPr>
          <a:xfrm>
            <a:off x="3089085" y="3499449"/>
            <a:ext cx="418704" cy="369332"/>
          </a:xfrm>
          <a:prstGeom prst="rect">
            <a:avLst/>
          </a:prstGeom>
          <a:noFill/>
        </p:spPr>
        <p:txBody>
          <a:bodyPr wrap="none" rtlCol="0">
            <a:spAutoFit/>
          </a:bodyPr>
          <a:lstStyle/>
          <a:p>
            <a:r>
              <a:rPr lang="en-US" dirty="0"/>
              <a:t>32</a:t>
            </a:r>
          </a:p>
        </p:txBody>
      </p:sp>
      <p:sp>
        <p:nvSpPr>
          <p:cNvPr id="65" name="TextBox 64">
            <a:extLst>
              <a:ext uri="{FF2B5EF4-FFF2-40B4-BE49-F238E27FC236}">
                <a16:creationId xmlns:a16="http://schemas.microsoft.com/office/drawing/2014/main" id="{F21F190E-BD4F-33E1-5325-5914EB9F7CC2}"/>
              </a:ext>
            </a:extLst>
          </p:cNvPr>
          <p:cNvSpPr txBox="1"/>
          <p:nvPr/>
        </p:nvSpPr>
        <p:spPr>
          <a:xfrm>
            <a:off x="3089085" y="4401850"/>
            <a:ext cx="418704" cy="369332"/>
          </a:xfrm>
          <a:prstGeom prst="rect">
            <a:avLst/>
          </a:prstGeom>
          <a:noFill/>
        </p:spPr>
        <p:txBody>
          <a:bodyPr wrap="none" rtlCol="0">
            <a:spAutoFit/>
          </a:bodyPr>
          <a:lstStyle/>
          <a:p>
            <a:r>
              <a:rPr lang="en-US" dirty="0"/>
              <a:t>32</a:t>
            </a:r>
          </a:p>
        </p:txBody>
      </p:sp>
      <p:grpSp>
        <p:nvGrpSpPr>
          <p:cNvPr id="68" name="Group 67">
            <a:extLst>
              <a:ext uri="{FF2B5EF4-FFF2-40B4-BE49-F238E27FC236}">
                <a16:creationId xmlns:a16="http://schemas.microsoft.com/office/drawing/2014/main" id="{294375DE-793E-A8DF-533E-714615C2063A}"/>
              </a:ext>
            </a:extLst>
          </p:cNvPr>
          <p:cNvGrpSpPr/>
          <p:nvPr/>
        </p:nvGrpSpPr>
        <p:grpSpPr>
          <a:xfrm>
            <a:off x="5215685" y="1703337"/>
            <a:ext cx="2044549" cy="1684409"/>
            <a:chOff x="3121462" y="1772454"/>
            <a:chExt cx="2307078" cy="1684409"/>
          </a:xfrm>
        </p:grpSpPr>
        <p:sp>
          <p:nvSpPr>
            <p:cNvPr id="47" name="TextBox 46">
              <a:extLst>
                <a:ext uri="{FF2B5EF4-FFF2-40B4-BE49-F238E27FC236}">
                  <a16:creationId xmlns:a16="http://schemas.microsoft.com/office/drawing/2014/main" id="{A8244F8E-3A56-CD92-EB39-B29E3CA745D2}"/>
                </a:ext>
              </a:extLst>
            </p:cNvPr>
            <p:cNvSpPr txBox="1"/>
            <p:nvPr/>
          </p:nvSpPr>
          <p:spPr>
            <a:xfrm>
              <a:off x="3121462" y="1772454"/>
              <a:ext cx="983941" cy="886936"/>
            </a:xfrm>
            <a:prstGeom prst="rect">
              <a:avLst/>
            </a:prstGeom>
            <a:noFill/>
            <a:ln w="12700">
              <a:solidFill>
                <a:schemeClr val="tx1"/>
              </a:solidFill>
            </a:ln>
          </p:spPr>
          <p:txBody>
            <a:bodyPr wrap="none" rtlCol="0" anchor="ctr" anchorCtr="1">
              <a:noAutofit/>
            </a:bodyPr>
            <a:lstStyle/>
            <a:p>
              <a:r>
                <a:rPr lang="en-US" dirty="0"/>
                <a:t>URAM</a:t>
              </a:r>
            </a:p>
          </p:txBody>
        </p:sp>
        <p:cxnSp>
          <p:nvCxnSpPr>
            <p:cNvPr id="48" name="Straight Arrow Connector 47">
              <a:extLst>
                <a:ext uri="{FF2B5EF4-FFF2-40B4-BE49-F238E27FC236}">
                  <a16:creationId xmlns:a16="http://schemas.microsoft.com/office/drawing/2014/main" id="{8427DE40-4A3E-FEDF-8FB1-8A26C362C7F1}"/>
                </a:ext>
              </a:extLst>
            </p:cNvPr>
            <p:cNvCxnSpPr>
              <a:cxnSpLocks/>
            </p:cNvCxnSpPr>
            <p:nvPr/>
          </p:nvCxnSpPr>
          <p:spPr>
            <a:xfrm>
              <a:off x="5082746" y="3439506"/>
              <a:ext cx="3457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79A8597-74F8-B6C8-92C6-1639C02777ED}"/>
                </a:ext>
              </a:extLst>
            </p:cNvPr>
            <p:cNvCxnSpPr>
              <a:cxnSpLocks/>
              <a:stCxn id="47" idx="3"/>
            </p:cNvCxnSpPr>
            <p:nvPr/>
          </p:nvCxnSpPr>
          <p:spPr>
            <a:xfrm>
              <a:off x="4105403" y="2215922"/>
              <a:ext cx="983940" cy="1240941"/>
            </a:xfrm>
            <a:prstGeom prst="bentConnector2">
              <a:avLst/>
            </a:prstGeom>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49DF847B-B997-87A5-8C09-1F79FD99440B}"/>
                </a:ext>
              </a:extLst>
            </p:cNvPr>
            <p:cNvSpPr txBox="1"/>
            <p:nvPr/>
          </p:nvSpPr>
          <p:spPr>
            <a:xfrm>
              <a:off x="4105403" y="1907268"/>
              <a:ext cx="418704" cy="369332"/>
            </a:xfrm>
            <a:prstGeom prst="rect">
              <a:avLst/>
            </a:prstGeom>
            <a:noFill/>
          </p:spPr>
          <p:txBody>
            <a:bodyPr wrap="none" rtlCol="0">
              <a:spAutoFit/>
            </a:bodyPr>
            <a:lstStyle/>
            <a:p>
              <a:r>
                <a:rPr lang="en-US" dirty="0"/>
                <a:t>32</a:t>
              </a:r>
            </a:p>
          </p:txBody>
        </p:sp>
      </p:grpSp>
      <p:cxnSp>
        <p:nvCxnSpPr>
          <p:cNvPr id="69" name="Straight Arrow Connector 68">
            <a:extLst>
              <a:ext uri="{FF2B5EF4-FFF2-40B4-BE49-F238E27FC236}">
                <a16:creationId xmlns:a16="http://schemas.microsoft.com/office/drawing/2014/main" id="{03609C58-B803-00EE-85EC-AAD200D91D65}"/>
              </a:ext>
            </a:extLst>
          </p:cNvPr>
          <p:cNvCxnSpPr>
            <a:cxnSpLocks/>
          </p:cNvCxnSpPr>
          <p:nvPr/>
        </p:nvCxnSpPr>
        <p:spPr>
          <a:xfrm>
            <a:off x="8184994" y="3629919"/>
            <a:ext cx="22770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EF28A31-8F6D-D6E4-373B-6188DB643D86}"/>
              </a:ext>
            </a:extLst>
          </p:cNvPr>
          <p:cNvSpPr txBox="1"/>
          <p:nvPr/>
        </p:nvSpPr>
        <p:spPr>
          <a:xfrm>
            <a:off x="10447022" y="3435640"/>
            <a:ext cx="671979" cy="369332"/>
          </a:xfrm>
          <a:prstGeom prst="rect">
            <a:avLst/>
          </a:prstGeom>
          <a:noFill/>
        </p:spPr>
        <p:txBody>
          <a:bodyPr wrap="none" rtlCol="0">
            <a:spAutoFit/>
          </a:bodyPr>
          <a:lstStyle/>
          <a:p>
            <a:pPr algn="r"/>
            <a:r>
              <a:rPr lang="en-US" dirty="0"/>
              <a:t>AXI-S</a:t>
            </a:r>
          </a:p>
        </p:txBody>
      </p:sp>
      <p:sp>
        <p:nvSpPr>
          <p:cNvPr id="72" name="Rectangle 71">
            <a:extLst>
              <a:ext uri="{FF2B5EF4-FFF2-40B4-BE49-F238E27FC236}">
                <a16:creationId xmlns:a16="http://schemas.microsoft.com/office/drawing/2014/main" id="{DFB4758E-181A-08B3-648F-3FC63494A695}"/>
              </a:ext>
            </a:extLst>
          </p:cNvPr>
          <p:cNvSpPr/>
          <p:nvPr/>
        </p:nvSpPr>
        <p:spPr>
          <a:xfrm>
            <a:off x="2931862" y="1370161"/>
            <a:ext cx="5841436" cy="411767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C2A5E6BD-9546-6023-3540-346A84FF700A}"/>
              </a:ext>
            </a:extLst>
          </p:cNvPr>
          <p:cNvSpPr txBox="1"/>
          <p:nvPr/>
        </p:nvSpPr>
        <p:spPr>
          <a:xfrm>
            <a:off x="2921650" y="1338968"/>
            <a:ext cx="1481816" cy="369332"/>
          </a:xfrm>
          <a:prstGeom prst="rect">
            <a:avLst/>
          </a:prstGeom>
          <a:noFill/>
        </p:spPr>
        <p:txBody>
          <a:bodyPr wrap="none" rtlCol="0">
            <a:spAutoFit/>
          </a:bodyPr>
          <a:lstStyle/>
          <a:p>
            <a:r>
              <a:rPr lang="en-US" dirty="0"/>
              <a:t>flowgraph tile</a:t>
            </a:r>
          </a:p>
        </p:txBody>
      </p:sp>
      <p:sp>
        <p:nvSpPr>
          <p:cNvPr id="88" name="TextBox 87">
            <a:extLst>
              <a:ext uri="{FF2B5EF4-FFF2-40B4-BE49-F238E27FC236}">
                <a16:creationId xmlns:a16="http://schemas.microsoft.com/office/drawing/2014/main" id="{E7BF8ED9-863A-B95C-4D3A-3FA2BA70848B}"/>
              </a:ext>
            </a:extLst>
          </p:cNvPr>
          <p:cNvSpPr txBox="1"/>
          <p:nvPr/>
        </p:nvSpPr>
        <p:spPr>
          <a:xfrm>
            <a:off x="3271140" y="4977128"/>
            <a:ext cx="1494512" cy="369332"/>
          </a:xfrm>
          <a:prstGeom prst="rect">
            <a:avLst/>
          </a:prstGeom>
          <a:noFill/>
        </p:spPr>
        <p:txBody>
          <a:bodyPr wrap="none" rtlCol="0">
            <a:spAutoFit/>
          </a:bodyPr>
          <a:lstStyle/>
          <a:p>
            <a:pPr algn="r"/>
            <a:r>
              <a:rPr lang="en-US" i="1" dirty="0"/>
              <a:t>circular buffer</a:t>
            </a:r>
          </a:p>
        </p:txBody>
      </p:sp>
      <p:sp>
        <p:nvSpPr>
          <p:cNvPr id="90" name="TextBox 89">
            <a:extLst>
              <a:ext uri="{FF2B5EF4-FFF2-40B4-BE49-F238E27FC236}">
                <a16:creationId xmlns:a16="http://schemas.microsoft.com/office/drawing/2014/main" id="{349262E7-1623-65B4-7AF3-10E39A469C98}"/>
              </a:ext>
            </a:extLst>
          </p:cNvPr>
          <p:cNvSpPr txBox="1"/>
          <p:nvPr/>
        </p:nvSpPr>
        <p:spPr>
          <a:xfrm>
            <a:off x="5246654" y="2562366"/>
            <a:ext cx="768160" cy="369332"/>
          </a:xfrm>
          <a:prstGeom prst="rect">
            <a:avLst/>
          </a:prstGeom>
          <a:noFill/>
        </p:spPr>
        <p:txBody>
          <a:bodyPr wrap="none" rtlCol="0">
            <a:spAutoFit/>
          </a:bodyPr>
          <a:lstStyle/>
          <a:p>
            <a:pPr algn="r"/>
            <a:r>
              <a:rPr lang="en-US" i="1" dirty="0"/>
              <a:t>model</a:t>
            </a:r>
          </a:p>
        </p:txBody>
      </p:sp>
      <p:sp>
        <p:nvSpPr>
          <p:cNvPr id="101" name="TextBox 100">
            <a:extLst>
              <a:ext uri="{FF2B5EF4-FFF2-40B4-BE49-F238E27FC236}">
                <a16:creationId xmlns:a16="http://schemas.microsoft.com/office/drawing/2014/main" id="{4A3DDF50-0F25-E538-6D6C-A0197926353B}"/>
              </a:ext>
            </a:extLst>
          </p:cNvPr>
          <p:cNvSpPr txBox="1"/>
          <p:nvPr/>
        </p:nvSpPr>
        <p:spPr>
          <a:xfrm>
            <a:off x="7077500" y="4070460"/>
            <a:ext cx="1277915" cy="369332"/>
          </a:xfrm>
          <a:prstGeom prst="rect">
            <a:avLst/>
          </a:prstGeom>
          <a:noFill/>
        </p:spPr>
        <p:txBody>
          <a:bodyPr wrap="none" rtlCol="0">
            <a:spAutoFit/>
          </a:bodyPr>
          <a:lstStyle/>
          <a:p>
            <a:pPr algn="r"/>
            <a:r>
              <a:rPr lang="en-US" i="1" dirty="0"/>
              <a:t>dot product</a:t>
            </a:r>
          </a:p>
        </p:txBody>
      </p:sp>
      <p:sp>
        <p:nvSpPr>
          <p:cNvPr id="108" name="TextBox 107">
            <a:extLst>
              <a:ext uri="{FF2B5EF4-FFF2-40B4-BE49-F238E27FC236}">
                <a16:creationId xmlns:a16="http://schemas.microsoft.com/office/drawing/2014/main" id="{9E6B264A-E4E8-C087-B27A-637DB91CCD61}"/>
              </a:ext>
            </a:extLst>
          </p:cNvPr>
          <p:cNvSpPr txBox="1"/>
          <p:nvPr/>
        </p:nvSpPr>
        <p:spPr>
          <a:xfrm>
            <a:off x="8186141" y="3265390"/>
            <a:ext cx="418704" cy="369332"/>
          </a:xfrm>
          <a:prstGeom prst="rect">
            <a:avLst/>
          </a:prstGeom>
          <a:noFill/>
        </p:spPr>
        <p:txBody>
          <a:bodyPr wrap="none" rtlCol="0">
            <a:spAutoFit/>
          </a:bodyPr>
          <a:lstStyle/>
          <a:p>
            <a:r>
              <a:rPr lang="en-US" dirty="0"/>
              <a:t>32</a:t>
            </a:r>
          </a:p>
        </p:txBody>
      </p:sp>
      <p:sp>
        <p:nvSpPr>
          <p:cNvPr id="109" name="TextBox 108">
            <a:extLst>
              <a:ext uri="{FF2B5EF4-FFF2-40B4-BE49-F238E27FC236}">
                <a16:creationId xmlns:a16="http://schemas.microsoft.com/office/drawing/2014/main" id="{2CEA7316-DB26-7149-69E9-8059374C2BDB}"/>
              </a:ext>
            </a:extLst>
          </p:cNvPr>
          <p:cNvSpPr txBox="1"/>
          <p:nvPr/>
        </p:nvSpPr>
        <p:spPr>
          <a:xfrm>
            <a:off x="6215921" y="3507047"/>
            <a:ext cx="418704" cy="369332"/>
          </a:xfrm>
          <a:prstGeom prst="rect">
            <a:avLst/>
          </a:prstGeom>
          <a:noFill/>
        </p:spPr>
        <p:txBody>
          <a:bodyPr wrap="none" rtlCol="0">
            <a:spAutoFit/>
          </a:bodyPr>
          <a:lstStyle/>
          <a:p>
            <a:r>
              <a:rPr lang="en-US" dirty="0"/>
              <a:t>32</a:t>
            </a:r>
          </a:p>
        </p:txBody>
      </p:sp>
      <p:sp>
        <p:nvSpPr>
          <p:cNvPr id="123" name="TextBox 122">
            <a:extLst>
              <a:ext uri="{FF2B5EF4-FFF2-40B4-BE49-F238E27FC236}">
                <a16:creationId xmlns:a16="http://schemas.microsoft.com/office/drawing/2014/main" id="{05704FD4-ABF1-4EC8-A83B-592FCCA01CE8}"/>
              </a:ext>
            </a:extLst>
          </p:cNvPr>
          <p:cNvSpPr txBox="1"/>
          <p:nvPr/>
        </p:nvSpPr>
        <p:spPr>
          <a:xfrm>
            <a:off x="1502331" y="2630357"/>
            <a:ext cx="1377557" cy="369332"/>
          </a:xfrm>
          <a:prstGeom prst="rect">
            <a:avLst/>
          </a:prstGeom>
          <a:noFill/>
        </p:spPr>
        <p:txBody>
          <a:bodyPr wrap="none" rtlCol="0">
            <a:spAutoFit/>
          </a:bodyPr>
          <a:lstStyle/>
          <a:p>
            <a:pPr algn="r"/>
            <a:r>
              <a:rPr lang="en-US" dirty="0"/>
              <a:t>shape @rate</a:t>
            </a:r>
          </a:p>
        </p:txBody>
      </p:sp>
      <p:sp>
        <p:nvSpPr>
          <p:cNvPr id="124" name="TextBox 123">
            <a:extLst>
              <a:ext uri="{FF2B5EF4-FFF2-40B4-BE49-F238E27FC236}">
                <a16:creationId xmlns:a16="http://schemas.microsoft.com/office/drawing/2014/main" id="{D2811C92-4B26-C146-E3EC-B5FC70641CAE}"/>
              </a:ext>
            </a:extLst>
          </p:cNvPr>
          <p:cNvSpPr txBox="1"/>
          <p:nvPr/>
        </p:nvSpPr>
        <p:spPr>
          <a:xfrm>
            <a:off x="1114003" y="3486368"/>
            <a:ext cx="1755610" cy="369332"/>
          </a:xfrm>
          <a:prstGeom prst="rect">
            <a:avLst/>
          </a:prstGeom>
          <a:noFill/>
        </p:spPr>
        <p:txBody>
          <a:bodyPr wrap="none" rtlCol="0">
            <a:spAutoFit/>
          </a:bodyPr>
          <a:lstStyle/>
          <a:p>
            <a:pPr algn="r"/>
            <a:r>
              <a:rPr lang="en-US" dirty="0"/>
              <a:t>[24,32,1] @30Hz</a:t>
            </a:r>
          </a:p>
        </p:txBody>
      </p:sp>
      <p:sp>
        <p:nvSpPr>
          <p:cNvPr id="126" name="TextBox 125">
            <a:extLst>
              <a:ext uri="{FF2B5EF4-FFF2-40B4-BE49-F238E27FC236}">
                <a16:creationId xmlns:a16="http://schemas.microsoft.com/office/drawing/2014/main" id="{E83CB93E-15BB-0FB8-5175-708383B25094}"/>
              </a:ext>
            </a:extLst>
          </p:cNvPr>
          <p:cNvSpPr txBox="1"/>
          <p:nvPr/>
        </p:nvSpPr>
        <p:spPr>
          <a:xfrm>
            <a:off x="8773298" y="3244333"/>
            <a:ext cx="1755610" cy="369332"/>
          </a:xfrm>
          <a:prstGeom prst="rect">
            <a:avLst/>
          </a:prstGeom>
          <a:noFill/>
        </p:spPr>
        <p:txBody>
          <a:bodyPr wrap="none" rtlCol="0">
            <a:spAutoFit/>
          </a:bodyPr>
          <a:lstStyle/>
          <a:p>
            <a:pPr algn="r"/>
            <a:r>
              <a:rPr lang="en-US" dirty="0"/>
              <a:t>[24,32,1] @30Hz</a:t>
            </a:r>
          </a:p>
        </p:txBody>
      </p:sp>
    </p:spTree>
    <p:extLst>
      <p:ext uri="{BB962C8B-B14F-4D97-AF65-F5344CB8AC3E}">
        <p14:creationId xmlns:p14="http://schemas.microsoft.com/office/powerpoint/2010/main" val="25406289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97FD3F33-B4FE-4AE4-B09C-40D39F5285FE}"/>
              </a:ext>
            </a:extLst>
          </p:cNvPr>
          <p:cNvSpPr/>
          <p:nvPr/>
        </p:nvSpPr>
        <p:spPr>
          <a:xfrm rot="5400000">
            <a:off x="5530017" y="3678596"/>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475616" y="2777352"/>
            <a:ext cx="671979" cy="369332"/>
          </a:xfrm>
          <a:prstGeom prst="rect">
            <a:avLst/>
          </a:prstGeom>
          <a:noFill/>
        </p:spPr>
        <p:txBody>
          <a:bodyPr wrap="none" rtlCol="0">
            <a:spAutoFit/>
          </a:bodyPr>
          <a:lstStyle/>
          <a:p>
            <a:pPr algn="r"/>
            <a:r>
              <a:rPr lang="en-US" dirty="0"/>
              <a:t>AXI-S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6197747" y="3847538"/>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0C76B849-FBFD-0D7F-D9DD-A0D1CD7EB296}"/>
              </a:ext>
            </a:extLst>
          </p:cNvPr>
          <p:cNvCxnSpPr>
            <a:cxnSpLocks/>
          </p:cNvCxnSpPr>
          <p:nvPr/>
        </p:nvCxnSpPr>
        <p:spPr>
          <a:xfrm>
            <a:off x="4525533" y="2975088"/>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3541592" y="4535588"/>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20" name="Connector: Elbow 19">
            <a:extLst>
              <a:ext uri="{FF2B5EF4-FFF2-40B4-BE49-F238E27FC236}">
                <a16:creationId xmlns:a16="http://schemas.microsoft.com/office/drawing/2014/main" id="{9C15F80F-90A0-3638-DF84-DCAAE8533BA3}"/>
              </a:ext>
            </a:extLst>
          </p:cNvPr>
          <p:cNvCxnSpPr>
            <a:cxnSpLocks/>
          </p:cNvCxnSpPr>
          <p:nvPr/>
        </p:nvCxnSpPr>
        <p:spPr>
          <a:xfrm flipV="1">
            <a:off x="4525533" y="4171209"/>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5C9373-BD7E-B160-444C-413E3CBDE07E}"/>
              </a:ext>
            </a:extLst>
          </p:cNvPr>
          <p:cNvCxnSpPr>
            <a:cxnSpLocks/>
          </p:cNvCxnSpPr>
          <p:nvPr/>
        </p:nvCxnSpPr>
        <p:spPr>
          <a:xfrm>
            <a:off x="4525533" y="3872252"/>
            <a:ext cx="13231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F21E6AD-CF61-5B4C-7751-2C7430439CFA}"/>
              </a:ext>
            </a:extLst>
          </p:cNvPr>
          <p:cNvGrpSpPr/>
          <p:nvPr/>
        </p:nvGrpSpPr>
        <p:grpSpPr>
          <a:xfrm>
            <a:off x="3541592" y="2769142"/>
            <a:ext cx="983941" cy="411892"/>
            <a:chOff x="7884602" y="1716093"/>
            <a:chExt cx="983941" cy="411892"/>
          </a:xfrm>
        </p:grpSpPr>
        <p:sp>
          <p:nvSpPr>
            <p:cNvPr id="25" name="TextBox 24">
              <a:extLst>
                <a:ext uri="{FF2B5EF4-FFF2-40B4-BE49-F238E27FC236}">
                  <a16:creationId xmlns:a16="http://schemas.microsoft.com/office/drawing/2014/main" id="{942811A1-6B2A-E3E8-B82E-A8169FC091EE}"/>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27" name="Group 26">
              <a:extLst>
                <a:ext uri="{FF2B5EF4-FFF2-40B4-BE49-F238E27FC236}">
                  <a16:creationId xmlns:a16="http://schemas.microsoft.com/office/drawing/2014/main" id="{CC0A83E4-93D5-F3AD-9CF4-B5979E34BE61}"/>
                </a:ext>
              </a:extLst>
            </p:cNvPr>
            <p:cNvGrpSpPr/>
            <p:nvPr/>
          </p:nvGrpSpPr>
          <p:grpSpPr>
            <a:xfrm>
              <a:off x="8056606" y="1807025"/>
              <a:ext cx="609600" cy="238937"/>
              <a:chOff x="8979243" y="2072745"/>
              <a:chExt cx="609600" cy="238937"/>
            </a:xfrm>
          </p:grpSpPr>
          <p:cxnSp>
            <p:nvCxnSpPr>
              <p:cNvPr id="28" name="Straight Connector 27">
                <a:extLst>
                  <a:ext uri="{FF2B5EF4-FFF2-40B4-BE49-F238E27FC236}">
                    <a16:creationId xmlns:a16="http://schemas.microsoft.com/office/drawing/2014/main" id="{10CA8A14-598F-4926-980D-CA423C7EA12C}"/>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295348A-72D6-39C8-DC63-69A2FD850F0F}"/>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AB5BD54-7E3F-8E27-3DC4-2940060DF67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B119798-C3AD-726A-7B0D-AC7169F34AD5}"/>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01A4911-A89E-DA16-4F2E-2CA71098DD97}"/>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2" name="Group 41">
            <a:extLst>
              <a:ext uri="{FF2B5EF4-FFF2-40B4-BE49-F238E27FC236}">
                <a16:creationId xmlns:a16="http://schemas.microsoft.com/office/drawing/2014/main" id="{845C557D-A411-572F-92ED-12F2C472459F}"/>
              </a:ext>
            </a:extLst>
          </p:cNvPr>
          <p:cNvGrpSpPr/>
          <p:nvPr/>
        </p:nvGrpSpPr>
        <p:grpSpPr>
          <a:xfrm>
            <a:off x="1192453" y="2975088"/>
            <a:ext cx="2349139" cy="1766447"/>
            <a:chOff x="1588734" y="1947716"/>
            <a:chExt cx="404145" cy="1766447"/>
          </a:xfrm>
        </p:grpSpPr>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1588734" y="371416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DD41B9-D5B0-11F9-65FB-EE8264C3BC97}"/>
                </a:ext>
              </a:extLst>
            </p:cNvPr>
            <p:cNvCxnSpPr>
              <a:cxnSpLocks/>
            </p:cNvCxnSpPr>
            <p:nvPr/>
          </p:nvCxnSpPr>
          <p:spPr>
            <a:xfrm flipH="1" flipV="1">
              <a:off x="1588734" y="194771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F7DD8C-4D81-60BD-9347-F1B3EC4E3B43}"/>
                </a:ext>
              </a:extLst>
            </p:cNvPr>
            <p:cNvCxnSpPr>
              <a:cxnSpLocks/>
            </p:cNvCxnSpPr>
            <p:nvPr/>
          </p:nvCxnSpPr>
          <p:spPr>
            <a:xfrm flipH="1" flipV="1">
              <a:off x="1588734" y="28309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E10F747-18BB-12CB-B3D7-732FD38FDB81}"/>
              </a:ext>
            </a:extLst>
          </p:cNvPr>
          <p:cNvGrpSpPr/>
          <p:nvPr/>
        </p:nvGrpSpPr>
        <p:grpSpPr>
          <a:xfrm>
            <a:off x="3541592" y="3652365"/>
            <a:ext cx="983941" cy="411892"/>
            <a:chOff x="7884602" y="1716093"/>
            <a:chExt cx="983941" cy="411892"/>
          </a:xfrm>
        </p:grpSpPr>
        <p:sp>
          <p:nvSpPr>
            <p:cNvPr id="35" name="TextBox 34">
              <a:extLst>
                <a:ext uri="{FF2B5EF4-FFF2-40B4-BE49-F238E27FC236}">
                  <a16:creationId xmlns:a16="http://schemas.microsoft.com/office/drawing/2014/main" id="{EDAE2540-2CBF-1061-B035-93DA7D9A2BF6}"/>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36" name="Group 35">
              <a:extLst>
                <a:ext uri="{FF2B5EF4-FFF2-40B4-BE49-F238E27FC236}">
                  <a16:creationId xmlns:a16="http://schemas.microsoft.com/office/drawing/2014/main" id="{5ADE14BD-CFEB-2996-17F7-A922F8675277}"/>
                </a:ext>
              </a:extLst>
            </p:cNvPr>
            <p:cNvGrpSpPr/>
            <p:nvPr/>
          </p:nvGrpSpPr>
          <p:grpSpPr>
            <a:xfrm>
              <a:off x="8056606" y="1807025"/>
              <a:ext cx="609600" cy="238937"/>
              <a:chOff x="8979243" y="2072745"/>
              <a:chExt cx="609600" cy="238937"/>
            </a:xfrm>
          </p:grpSpPr>
          <p:cxnSp>
            <p:nvCxnSpPr>
              <p:cNvPr id="37" name="Straight Connector 36">
                <a:extLst>
                  <a:ext uri="{FF2B5EF4-FFF2-40B4-BE49-F238E27FC236}">
                    <a16:creationId xmlns:a16="http://schemas.microsoft.com/office/drawing/2014/main" id="{AFBD80CA-6442-F62F-BCF8-795FB28E5153}"/>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AEA1817-A50C-5D4B-F385-C25FC0DCC6E7}"/>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5C8494C-67FB-F541-2ED5-7F88C4CF118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6DFE4C-DFA3-2442-11C8-5E41F5D5DAB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027ADB5-0BED-97C4-7FDC-D2D0530D316F}"/>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extBox 42">
            <a:extLst>
              <a:ext uri="{FF2B5EF4-FFF2-40B4-BE49-F238E27FC236}">
                <a16:creationId xmlns:a16="http://schemas.microsoft.com/office/drawing/2014/main" id="{EFC74A43-578A-6748-E43B-A5C6CD4667B9}"/>
              </a:ext>
            </a:extLst>
          </p:cNvPr>
          <p:cNvSpPr txBox="1"/>
          <p:nvPr/>
        </p:nvSpPr>
        <p:spPr>
          <a:xfrm>
            <a:off x="475616" y="3660509"/>
            <a:ext cx="671979" cy="369332"/>
          </a:xfrm>
          <a:prstGeom prst="rect">
            <a:avLst/>
          </a:prstGeom>
          <a:noFill/>
        </p:spPr>
        <p:txBody>
          <a:bodyPr wrap="none" rtlCol="0">
            <a:spAutoFit/>
          </a:bodyPr>
          <a:lstStyle/>
          <a:p>
            <a:pPr algn="r"/>
            <a:r>
              <a:rPr lang="en-US" dirty="0"/>
              <a:t>AXI-S</a:t>
            </a:r>
          </a:p>
        </p:txBody>
      </p:sp>
      <p:sp>
        <p:nvSpPr>
          <p:cNvPr id="44" name="TextBox 43">
            <a:extLst>
              <a:ext uri="{FF2B5EF4-FFF2-40B4-BE49-F238E27FC236}">
                <a16:creationId xmlns:a16="http://schemas.microsoft.com/office/drawing/2014/main" id="{60D65A0D-0F06-30D9-4EF4-BF38A2A209D3}"/>
              </a:ext>
            </a:extLst>
          </p:cNvPr>
          <p:cNvSpPr txBox="1"/>
          <p:nvPr/>
        </p:nvSpPr>
        <p:spPr>
          <a:xfrm>
            <a:off x="475616" y="4554505"/>
            <a:ext cx="671979" cy="369332"/>
          </a:xfrm>
          <a:prstGeom prst="rect">
            <a:avLst/>
          </a:prstGeom>
          <a:noFill/>
        </p:spPr>
        <p:txBody>
          <a:bodyPr wrap="none" rtlCol="0">
            <a:spAutoFit/>
          </a:bodyPr>
          <a:lstStyle/>
          <a:p>
            <a:pPr algn="r"/>
            <a:r>
              <a:rPr lang="en-US" dirty="0"/>
              <a:t>AXI-S</a:t>
            </a:r>
          </a:p>
        </p:txBody>
      </p:sp>
      <p:sp>
        <p:nvSpPr>
          <p:cNvPr id="46" name="TextBox 45">
            <a:extLst>
              <a:ext uri="{FF2B5EF4-FFF2-40B4-BE49-F238E27FC236}">
                <a16:creationId xmlns:a16="http://schemas.microsoft.com/office/drawing/2014/main" id="{13B6131F-14C4-F0F1-802C-B16E38318378}"/>
              </a:ext>
            </a:extLst>
          </p:cNvPr>
          <p:cNvSpPr txBox="1"/>
          <p:nvPr/>
        </p:nvSpPr>
        <p:spPr>
          <a:xfrm>
            <a:off x="7260234" y="3184183"/>
            <a:ext cx="924760" cy="886936"/>
          </a:xfrm>
          <a:prstGeom prst="rect">
            <a:avLst/>
          </a:prstGeom>
          <a:noFill/>
          <a:ln w="12700">
            <a:solidFill>
              <a:schemeClr val="tx1"/>
            </a:solidFill>
          </a:ln>
        </p:spPr>
        <p:txBody>
          <a:bodyPr wrap="none" rtlCol="0" anchor="ctr" anchorCtr="1">
            <a:noAutofit/>
          </a:bodyPr>
          <a:lstStyle/>
          <a:p>
            <a:r>
              <a:rPr lang="en-US" dirty="0"/>
              <a:t>FPU</a:t>
            </a:r>
          </a:p>
        </p:txBody>
      </p:sp>
      <p:sp>
        <p:nvSpPr>
          <p:cNvPr id="58" name="TextBox 57">
            <a:extLst>
              <a:ext uri="{FF2B5EF4-FFF2-40B4-BE49-F238E27FC236}">
                <a16:creationId xmlns:a16="http://schemas.microsoft.com/office/drawing/2014/main" id="{0777388B-1F08-16DE-E252-91D49CF8F908}"/>
              </a:ext>
            </a:extLst>
          </p:cNvPr>
          <p:cNvSpPr txBox="1"/>
          <p:nvPr/>
        </p:nvSpPr>
        <p:spPr>
          <a:xfrm>
            <a:off x="3089085" y="2597048"/>
            <a:ext cx="418704" cy="369332"/>
          </a:xfrm>
          <a:prstGeom prst="rect">
            <a:avLst/>
          </a:prstGeom>
          <a:noFill/>
        </p:spPr>
        <p:txBody>
          <a:bodyPr wrap="none" rtlCol="0">
            <a:spAutoFit/>
          </a:bodyPr>
          <a:lstStyle/>
          <a:p>
            <a:r>
              <a:rPr lang="en-US" dirty="0"/>
              <a:t>32</a:t>
            </a:r>
          </a:p>
        </p:txBody>
      </p:sp>
      <p:sp>
        <p:nvSpPr>
          <p:cNvPr id="61" name="TextBox 60">
            <a:extLst>
              <a:ext uri="{FF2B5EF4-FFF2-40B4-BE49-F238E27FC236}">
                <a16:creationId xmlns:a16="http://schemas.microsoft.com/office/drawing/2014/main" id="{27E9AF6D-2B04-E977-CF35-836E0B617C67}"/>
              </a:ext>
            </a:extLst>
          </p:cNvPr>
          <p:cNvSpPr txBox="1"/>
          <p:nvPr/>
        </p:nvSpPr>
        <p:spPr>
          <a:xfrm>
            <a:off x="3089085" y="3499449"/>
            <a:ext cx="418704" cy="369332"/>
          </a:xfrm>
          <a:prstGeom prst="rect">
            <a:avLst/>
          </a:prstGeom>
          <a:noFill/>
        </p:spPr>
        <p:txBody>
          <a:bodyPr wrap="none" rtlCol="0">
            <a:spAutoFit/>
          </a:bodyPr>
          <a:lstStyle/>
          <a:p>
            <a:r>
              <a:rPr lang="en-US" dirty="0"/>
              <a:t>32</a:t>
            </a:r>
          </a:p>
        </p:txBody>
      </p:sp>
      <p:sp>
        <p:nvSpPr>
          <p:cNvPr id="65" name="TextBox 64">
            <a:extLst>
              <a:ext uri="{FF2B5EF4-FFF2-40B4-BE49-F238E27FC236}">
                <a16:creationId xmlns:a16="http://schemas.microsoft.com/office/drawing/2014/main" id="{F21F190E-BD4F-33E1-5325-5914EB9F7CC2}"/>
              </a:ext>
            </a:extLst>
          </p:cNvPr>
          <p:cNvSpPr txBox="1"/>
          <p:nvPr/>
        </p:nvSpPr>
        <p:spPr>
          <a:xfrm>
            <a:off x="3089085" y="4401850"/>
            <a:ext cx="418704" cy="369332"/>
          </a:xfrm>
          <a:prstGeom prst="rect">
            <a:avLst/>
          </a:prstGeom>
          <a:noFill/>
        </p:spPr>
        <p:txBody>
          <a:bodyPr wrap="none" rtlCol="0">
            <a:spAutoFit/>
          </a:bodyPr>
          <a:lstStyle/>
          <a:p>
            <a:r>
              <a:rPr lang="en-US" dirty="0"/>
              <a:t>32</a:t>
            </a:r>
          </a:p>
        </p:txBody>
      </p:sp>
      <p:grpSp>
        <p:nvGrpSpPr>
          <p:cNvPr id="68" name="Group 67">
            <a:extLst>
              <a:ext uri="{FF2B5EF4-FFF2-40B4-BE49-F238E27FC236}">
                <a16:creationId xmlns:a16="http://schemas.microsoft.com/office/drawing/2014/main" id="{294375DE-793E-A8DF-533E-714615C2063A}"/>
              </a:ext>
            </a:extLst>
          </p:cNvPr>
          <p:cNvGrpSpPr/>
          <p:nvPr/>
        </p:nvGrpSpPr>
        <p:grpSpPr>
          <a:xfrm>
            <a:off x="5215685" y="1703337"/>
            <a:ext cx="2044549" cy="1684409"/>
            <a:chOff x="3121462" y="1772454"/>
            <a:chExt cx="2307078" cy="1684409"/>
          </a:xfrm>
        </p:grpSpPr>
        <p:sp>
          <p:nvSpPr>
            <p:cNvPr id="47" name="TextBox 46">
              <a:extLst>
                <a:ext uri="{FF2B5EF4-FFF2-40B4-BE49-F238E27FC236}">
                  <a16:creationId xmlns:a16="http://schemas.microsoft.com/office/drawing/2014/main" id="{A8244F8E-3A56-CD92-EB39-B29E3CA745D2}"/>
                </a:ext>
              </a:extLst>
            </p:cNvPr>
            <p:cNvSpPr txBox="1"/>
            <p:nvPr/>
          </p:nvSpPr>
          <p:spPr>
            <a:xfrm>
              <a:off x="3121462" y="1772454"/>
              <a:ext cx="983941" cy="886936"/>
            </a:xfrm>
            <a:prstGeom prst="rect">
              <a:avLst/>
            </a:prstGeom>
            <a:noFill/>
            <a:ln w="12700">
              <a:solidFill>
                <a:schemeClr val="tx1"/>
              </a:solidFill>
            </a:ln>
          </p:spPr>
          <p:txBody>
            <a:bodyPr wrap="none" rtlCol="0" anchor="ctr" anchorCtr="1">
              <a:noAutofit/>
            </a:bodyPr>
            <a:lstStyle/>
            <a:p>
              <a:r>
                <a:rPr lang="en-US" dirty="0"/>
                <a:t>URAM</a:t>
              </a:r>
            </a:p>
          </p:txBody>
        </p:sp>
        <p:cxnSp>
          <p:nvCxnSpPr>
            <p:cNvPr id="48" name="Straight Arrow Connector 47">
              <a:extLst>
                <a:ext uri="{FF2B5EF4-FFF2-40B4-BE49-F238E27FC236}">
                  <a16:creationId xmlns:a16="http://schemas.microsoft.com/office/drawing/2014/main" id="{8427DE40-4A3E-FEDF-8FB1-8A26C362C7F1}"/>
                </a:ext>
              </a:extLst>
            </p:cNvPr>
            <p:cNvCxnSpPr>
              <a:cxnSpLocks/>
            </p:cNvCxnSpPr>
            <p:nvPr/>
          </p:nvCxnSpPr>
          <p:spPr>
            <a:xfrm>
              <a:off x="5082746" y="3439506"/>
              <a:ext cx="3457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79A8597-74F8-B6C8-92C6-1639C02777ED}"/>
                </a:ext>
              </a:extLst>
            </p:cNvPr>
            <p:cNvCxnSpPr>
              <a:cxnSpLocks/>
              <a:stCxn id="47" idx="3"/>
            </p:cNvCxnSpPr>
            <p:nvPr/>
          </p:nvCxnSpPr>
          <p:spPr>
            <a:xfrm>
              <a:off x="4105403" y="2215922"/>
              <a:ext cx="983940" cy="1240941"/>
            </a:xfrm>
            <a:prstGeom prst="bentConnector2">
              <a:avLst/>
            </a:prstGeom>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49DF847B-B997-87A5-8C09-1F79FD99440B}"/>
                </a:ext>
              </a:extLst>
            </p:cNvPr>
            <p:cNvSpPr txBox="1"/>
            <p:nvPr/>
          </p:nvSpPr>
          <p:spPr>
            <a:xfrm>
              <a:off x="4105403" y="1907268"/>
              <a:ext cx="418704" cy="369332"/>
            </a:xfrm>
            <a:prstGeom prst="rect">
              <a:avLst/>
            </a:prstGeom>
            <a:noFill/>
          </p:spPr>
          <p:txBody>
            <a:bodyPr wrap="none" rtlCol="0">
              <a:spAutoFit/>
            </a:bodyPr>
            <a:lstStyle/>
            <a:p>
              <a:r>
                <a:rPr lang="en-US" dirty="0"/>
                <a:t>32</a:t>
              </a:r>
            </a:p>
          </p:txBody>
        </p:sp>
      </p:grpSp>
      <p:cxnSp>
        <p:nvCxnSpPr>
          <p:cNvPr id="69" name="Straight Arrow Connector 68">
            <a:extLst>
              <a:ext uri="{FF2B5EF4-FFF2-40B4-BE49-F238E27FC236}">
                <a16:creationId xmlns:a16="http://schemas.microsoft.com/office/drawing/2014/main" id="{03609C58-B803-00EE-85EC-AAD200D91D65}"/>
              </a:ext>
            </a:extLst>
          </p:cNvPr>
          <p:cNvCxnSpPr>
            <a:cxnSpLocks/>
          </p:cNvCxnSpPr>
          <p:nvPr/>
        </p:nvCxnSpPr>
        <p:spPr>
          <a:xfrm>
            <a:off x="8184994" y="3629919"/>
            <a:ext cx="9178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EF28A31-8F6D-D6E4-373B-6188DB643D86}"/>
              </a:ext>
            </a:extLst>
          </p:cNvPr>
          <p:cNvSpPr txBox="1"/>
          <p:nvPr/>
        </p:nvSpPr>
        <p:spPr>
          <a:xfrm>
            <a:off x="10999547" y="3099011"/>
            <a:ext cx="671979" cy="369332"/>
          </a:xfrm>
          <a:prstGeom prst="rect">
            <a:avLst/>
          </a:prstGeom>
          <a:noFill/>
        </p:spPr>
        <p:txBody>
          <a:bodyPr wrap="none" rtlCol="0">
            <a:spAutoFit/>
          </a:bodyPr>
          <a:lstStyle/>
          <a:p>
            <a:pPr algn="r"/>
            <a:r>
              <a:rPr lang="en-US" dirty="0"/>
              <a:t>AXI-S</a:t>
            </a:r>
          </a:p>
        </p:txBody>
      </p:sp>
      <p:sp>
        <p:nvSpPr>
          <p:cNvPr id="72" name="Rectangle 71">
            <a:extLst>
              <a:ext uri="{FF2B5EF4-FFF2-40B4-BE49-F238E27FC236}">
                <a16:creationId xmlns:a16="http://schemas.microsoft.com/office/drawing/2014/main" id="{DFB4758E-181A-08B3-648F-3FC63494A695}"/>
              </a:ext>
            </a:extLst>
          </p:cNvPr>
          <p:cNvSpPr/>
          <p:nvPr/>
        </p:nvSpPr>
        <p:spPr>
          <a:xfrm>
            <a:off x="2931861" y="1370161"/>
            <a:ext cx="7005197" cy="411767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C2A5E6BD-9546-6023-3540-346A84FF700A}"/>
              </a:ext>
            </a:extLst>
          </p:cNvPr>
          <p:cNvSpPr txBox="1"/>
          <p:nvPr/>
        </p:nvSpPr>
        <p:spPr>
          <a:xfrm>
            <a:off x="2921650" y="1338968"/>
            <a:ext cx="1481816" cy="369332"/>
          </a:xfrm>
          <a:prstGeom prst="rect">
            <a:avLst/>
          </a:prstGeom>
          <a:noFill/>
        </p:spPr>
        <p:txBody>
          <a:bodyPr wrap="none" rtlCol="0">
            <a:spAutoFit/>
          </a:bodyPr>
          <a:lstStyle/>
          <a:p>
            <a:r>
              <a:rPr lang="en-US" dirty="0"/>
              <a:t>flowgraph tile</a:t>
            </a:r>
          </a:p>
        </p:txBody>
      </p:sp>
      <p:sp>
        <p:nvSpPr>
          <p:cNvPr id="88" name="TextBox 87">
            <a:extLst>
              <a:ext uri="{FF2B5EF4-FFF2-40B4-BE49-F238E27FC236}">
                <a16:creationId xmlns:a16="http://schemas.microsoft.com/office/drawing/2014/main" id="{E7BF8ED9-863A-B95C-4D3A-3FA2BA70848B}"/>
              </a:ext>
            </a:extLst>
          </p:cNvPr>
          <p:cNvSpPr txBox="1"/>
          <p:nvPr/>
        </p:nvSpPr>
        <p:spPr>
          <a:xfrm>
            <a:off x="3786346" y="4969764"/>
            <a:ext cx="494431" cy="369332"/>
          </a:xfrm>
          <a:prstGeom prst="rect">
            <a:avLst/>
          </a:prstGeom>
          <a:noFill/>
        </p:spPr>
        <p:txBody>
          <a:bodyPr wrap="none" rtlCol="0">
            <a:spAutoFit/>
          </a:bodyPr>
          <a:lstStyle/>
          <a:p>
            <a:pPr algn="r"/>
            <a:r>
              <a:rPr lang="en-US" i="1" dirty="0" err="1"/>
              <a:t>fifo</a:t>
            </a:r>
            <a:endParaRPr lang="en-US" i="1" dirty="0"/>
          </a:p>
        </p:txBody>
      </p:sp>
      <p:sp>
        <p:nvSpPr>
          <p:cNvPr id="90" name="TextBox 89">
            <a:extLst>
              <a:ext uri="{FF2B5EF4-FFF2-40B4-BE49-F238E27FC236}">
                <a16:creationId xmlns:a16="http://schemas.microsoft.com/office/drawing/2014/main" id="{349262E7-1623-65B4-7AF3-10E39A469C98}"/>
              </a:ext>
            </a:extLst>
          </p:cNvPr>
          <p:cNvSpPr txBox="1"/>
          <p:nvPr/>
        </p:nvSpPr>
        <p:spPr>
          <a:xfrm>
            <a:off x="5246654" y="2562366"/>
            <a:ext cx="768160" cy="369332"/>
          </a:xfrm>
          <a:prstGeom prst="rect">
            <a:avLst/>
          </a:prstGeom>
          <a:noFill/>
        </p:spPr>
        <p:txBody>
          <a:bodyPr wrap="none" rtlCol="0">
            <a:spAutoFit/>
          </a:bodyPr>
          <a:lstStyle/>
          <a:p>
            <a:pPr algn="r"/>
            <a:r>
              <a:rPr lang="en-US" i="1" dirty="0"/>
              <a:t>model</a:t>
            </a:r>
          </a:p>
        </p:txBody>
      </p:sp>
      <p:sp>
        <p:nvSpPr>
          <p:cNvPr id="101" name="TextBox 100">
            <a:extLst>
              <a:ext uri="{FF2B5EF4-FFF2-40B4-BE49-F238E27FC236}">
                <a16:creationId xmlns:a16="http://schemas.microsoft.com/office/drawing/2014/main" id="{4A3DDF50-0F25-E538-6D6C-A0197926353B}"/>
              </a:ext>
            </a:extLst>
          </p:cNvPr>
          <p:cNvSpPr txBox="1"/>
          <p:nvPr/>
        </p:nvSpPr>
        <p:spPr>
          <a:xfrm>
            <a:off x="7077500" y="4070460"/>
            <a:ext cx="1277915" cy="369332"/>
          </a:xfrm>
          <a:prstGeom prst="rect">
            <a:avLst/>
          </a:prstGeom>
          <a:noFill/>
        </p:spPr>
        <p:txBody>
          <a:bodyPr wrap="none" rtlCol="0">
            <a:spAutoFit/>
          </a:bodyPr>
          <a:lstStyle/>
          <a:p>
            <a:pPr algn="r"/>
            <a:r>
              <a:rPr lang="en-US" i="1" dirty="0"/>
              <a:t>dot product</a:t>
            </a:r>
          </a:p>
        </p:txBody>
      </p:sp>
      <p:sp>
        <p:nvSpPr>
          <p:cNvPr id="108" name="TextBox 107">
            <a:extLst>
              <a:ext uri="{FF2B5EF4-FFF2-40B4-BE49-F238E27FC236}">
                <a16:creationId xmlns:a16="http://schemas.microsoft.com/office/drawing/2014/main" id="{9E6B264A-E4E8-C087-B27A-637DB91CCD61}"/>
              </a:ext>
            </a:extLst>
          </p:cNvPr>
          <p:cNvSpPr txBox="1"/>
          <p:nvPr/>
        </p:nvSpPr>
        <p:spPr>
          <a:xfrm>
            <a:off x="8186141" y="3265390"/>
            <a:ext cx="418704" cy="369332"/>
          </a:xfrm>
          <a:prstGeom prst="rect">
            <a:avLst/>
          </a:prstGeom>
          <a:noFill/>
        </p:spPr>
        <p:txBody>
          <a:bodyPr wrap="none" rtlCol="0">
            <a:spAutoFit/>
          </a:bodyPr>
          <a:lstStyle/>
          <a:p>
            <a:r>
              <a:rPr lang="en-US" dirty="0"/>
              <a:t>32</a:t>
            </a:r>
          </a:p>
        </p:txBody>
      </p:sp>
      <p:sp>
        <p:nvSpPr>
          <p:cNvPr id="109" name="TextBox 108">
            <a:extLst>
              <a:ext uri="{FF2B5EF4-FFF2-40B4-BE49-F238E27FC236}">
                <a16:creationId xmlns:a16="http://schemas.microsoft.com/office/drawing/2014/main" id="{2CEA7316-DB26-7149-69E9-8059374C2BDB}"/>
              </a:ext>
            </a:extLst>
          </p:cNvPr>
          <p:cNvSpPr txBox="1"/>
          <p:nvPr/>
        </p:nvSpPr>
        <p:spPr>
          <a:xfrm>
            <a:off x="6215921" y="3507047"/>
            <a:ext cx="418704" cy="369332"/>
          </a:xfrm>
          <a:prstGeom prst="rect">
            <a:avLst/>
          </a:prstGeom>
          <a:noFill/>
        </p:spPr>
        <p:txBody>
          <a:bodyPr wrap="none" rtlCol="0">
            <a:spAutoFit/>
          </a:bodyPr>
          <a:lstStyle/>
          <a:p>
            <a:r>
              <a:rPr lang="en-US" dirty="0"/>
              <a:t>32</a:t>
            </a:r>
          </a:p>
        </p:txBody>
      </p:sp>
      <p:sp>
        <p:nvSpPr>
          <p:cNvPr id="111" name="Trapezoid 110">
            <a:extLst>
              <a:ext uri="{FF2B5EF4-FFF2-40B4-BE49-F238E27FC236}">
                <a16:creationId xmlns:a16="http://schemas.microsoft.com/office/drawing/2014/main" id="{A6E8F5A0-7C53-033D-A90D-CC366E10B39E}"/>
              </a:ext>
            </a:extLst>
          </p:cNvPr>
          <p:cNvSpPr/>
          <p:nvPr/>
        </p:nvSpPr>
        <p:spPr>
          <a:xfrm rot="16200000" flipH="1">
            <a:off x="8781994" y="3480238"/>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7" name="Group 116">
            <a:extLst>
              <a:ext uri="{FF2B5EF4-FFF2-40B4-BE49-F238E27FC236}">
                <a16:creationId xmlns:a16="http://schemas.microsoft.com/office/drawing/2014/main" id="{61A47D7A-BE41-0BD2-F4B4-487F7C085AAA}"/>
              </a:ext>
            </a:extLst>
          </p:cNvPr>
          <p:cNvGrpSpPr/>
          <p:nvPr/>
        </p:nvGrpSpPr>
        <p:grpSpPr>
          <a:xfrm>
            <a:off x="9449722" y="3290105"/>
            <a:ext cx="1549825" cy="716844"/>
            <a:chOff x="7653870" y="3379872"/>
            <a:chExt cx="1062487" cy="617959"/>
          </a:xfrm>
        </p:grpSpPr>
        <p:cxnSp>
          <p:nvCxnSpPr>
            <p:cNvPr id="112" name="Straight Arrow Connector 111">
              <a:extLst>
                <a:ext uri="{FF2B5EF4-FFF2-40B4-BE49-F238E27FC236}">
                  <a16:creationId xmlns:a16="http://schemas.microsoft.com/office/drawing/2014/main" id="{C2CFA925-150F-0B3A-574C-FCC26B5B5C4C}"/>
                </a:ext>
              </a:extLst>
            </p:cNvPr>
            <p:cNvCxnSpPr>
              <a:cxnSpLocks/>
            </p:cNvCxnSpPr>
            <p:nvPr/>
          </p:nvCxnSpPr>
          <p:spPr>
            <a:xfrm>
              <a:off x="7653870" y="337987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30E2F521-C5B6-742C-C0F3-508983AFDA72}"/>
                </a:ext>
              </a:extLst>
            </p:cNvPr>
            <p:cNvCxnSpPr>
              <a:cxnSpLocks/>
            </p:cNvCxnSpPr>
            <p:nvPr/>
          </p:nvCxnSpPr>
          <p:spPr>
            <a:xfrm>
              <a:off x="7653870" y="368885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6E04B7C-A3D5-85C9-C927-022DA3A84E8F}"/>
                </a:ext>
              </a:extLst>
            </p:cNvPr>
            <p:cNvCxnSpPr>
              <a:cxnSpLocks/>
            </p:cNvCxnSpPr>
            <p:nvPr/>
          </p:nvCxnSpPr>
          <p:spPr>
            <a:xfrm>
              <a:off x="7653870" y="3997831"/>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8" name="TextBox 117">
            <a:extLst>
              <a:ext uri="{FF2B5EF4-FFF2-40B4-BE49-F238E27FC236}">
                <a16:creationId xmlns:a16="http://schemas.microsoft.com/office/drawing/2014/main" id="{B628C033-00D8-A403-7A28-159BCE16AD7D}"/>
              </a:ext>
            </a:extLst>
          </p:cNvPr>
          <p:cNvSpPr txBox="1"/>
          <p:nvPr/>
        </p:nvSpPr>
        <p:spPr>
          <a:xfrm>
            <a:off x="9525320" y="2949501"/>
            <a:ext cx="418704" cy="369332"/>
          </a:xfrm>
          <a:prstGeom prst="rect">
            <a:avLst/>
          </a:prstGeom>
          <a:noFill/>
        </p:spPr>
        <p:txBody>
          <a:bodyPr wrap="none" rtlCol="0">
            <a:spAutoFit/>
          </a:bodyPr>
          <a:lstStyle/>
          <a:p>
            <a:r>
              <a:rPr lang="en-US" dirty="0"/>
              <a:t>32</a:t>
            </a:r>
          </a:p>
        </p:txBody>
      </p:sp>
      <p:sp>
        <p:nvSpPr>
          <p:cNvPr id="119" name="TextBox 118">
            <a:extLst>
              <a:ext uri="{FF2B5EF4-FFF2-40B4-BE49-F238E27FC236}">
                <a16:creationId xmlns:a16="http://schemas.microsoft.com/office/drawing/2014/main" id="{35205FAD-76BD-AC74-6F54-99B09B701C26}"/>
              </a:ext>
            </a:extLst>
          </p:cNvPr>
          <p:cNvSpPr txBox="1"/>
          <p:nvPr/>
        </p:nvSpPr>
        <p:spPr>
          <a:xfrm>
            <a:off x="9519283" y="3336346"/>
            <a:ext cx="418704" cy="369332"/>
          </a:xfrm>
          <a:prstGeom prst="rect">
            <a:avLst/>
          </a:prstGeom>
          <a:noFill/>
        </p:spPr>
        <p:txBody>
          <a:bodyPr wrap="none" rtlCol="0">
            <a:spAutoFit/>
          </a:bodyPr>
          <a:lstStyle/>
          <a:p>
            <a:r>
              <a:rPr lang="en-US" dirty="0"/>
              <a:t>32</a:t>
            </a:r>
          </a:p>
        </p:txBody>
      </p:sp>
      <p:sp>
        <p:nvSpPr>
          <p:cNvPr id="120" name="TextBox 119">
            <a:extLst>
              <a:ext uri="{FF2B5EF4-FFF2-40B4-BE49-F238E27FC236}">
                <a16:creationId xmlns:a16="http://schemas.microsoft.com/office/drawing/2014/main" id="{BB26910F-DD15-5B46-45C4-258D322466B2}"/>
              </a:ext>
            </a:extLst>
          </p:cNvPr>
          <p:cNvSpPr txBox="1"/>
          <p:nvPr/>
        </p:nvSpPr>
        <p:spPr>
          <a:xfrm>
            <a:off x="9539438" y="3694768"/>
            <a:ext cx="418704" cy="369332"/>
          </a:xfrm>
          <a:prstGeom prst="rect">
            <a:avLst/>
          </a:prstGeom>
          <a:noFill/>
        </p:spPr>
        <p:txBody>
          <a:bodyPr wrap="none" rtlCol="0">
            <a:spAutoFit/>
          </a:bodyPr>
          <a:lstStyle/>
          <a:p>
            <a:r>
              <a:rPr lang="en-US" dirty="0"/>
              <a:t>32</a:t>
            </a:r>
          </a:p>
        </p:txBody>
      </p:sp>
      <p:sp>
        <p:nvSpPr>
          <p:cNvPr id="121" name="TextBox 120">
            <a:extLst>
              <a:ext uri="{FF2B5EF4-FFF2-40B4-BE49-F238E27FC236}">
                <a16:creationId xmlns:a16="http://schemas.microsoft.com/office/drawing/2014/main" id="{6763880F-6DCE-2965-D8D9-468E1D0E458B}"/>
              </a:ext>
            </a:extLst>
          </p:cNvPr>
          <p:cNvSpPr txBox="1"/>
          <p:nvPr/>
        </p:nvSpPr>
        <p:spPr>
          <a:xfrm>
            <a:off x="10999547" y="3463862"/>
            <a:ext cx="671979" cy="369332"/>
          </a:xfrm>
          <a:prstGeom prst="rect">
            <a:avLst/>
          </a:prstGeom>
          <a:noFill/>
        </p:spPr>
        <p:txBody>
          <a:bodyPr wrap="none" rtlCol="0">
            <a:spAutoFit/>
          </a:bodyPr>
          <a:lstStyle/>
          <a:p>
            <a:pPr algn="r"/>
            <a:r>
              <a:rPr lang="en-US" dirty="0"/>
              <a:t>AXI-S</a:t>
            </a:r>
          </a:p>
        </p:txBody>
      </p:sp>
      <p:sp>
        <p:nvSpPr>
          <p:cNvPr id="122" name="TextBox 121">
            <a:extLst>
              <a:ext uri="{FF2B5EF4-FFF2-40B4-BE49-F238E27FC236}">
                <a16:creationId xmlns:a16="http://schemas.microsoft.com/office/drawing/2014/main" id="{DFBF5B11-8C0A-272C-E713-3BF515ADB0C5}"/>
              </a:ext>
            </a:extLst>
          </p:cNvPr>
          <p:cNvSpPr txBox="1"/>
          <p:nvPr/>
        </p:nvSpPr>
        <p:spPr>
          <a:xfrm>
            <a:off x="10999547" y="3822283"/>
            <a:ext cx="671979" cy="369332"/>
          </a:xfrm>
          <a:prstGeom prst="rect">
            <a:avLst/>
          </a:prstGeom>
          <a:noFill/>
        </p:spPr>
        <p:txBody>
          <a:bodyPr wrap="none" rtlCol="0">
            <a:spAutoFit/>
          </a:bodyPr>
          <a:lstStyle/>
          <a:p>
            <a:pPr algn="r"/>
            <a:r>
              <a:rPr lang="en-US" dirty="0"/>
              <a:t>AXI-S</a:t>
            </a:r>
          </a:p>
        </p:txBody>
      </p:sp>
      <p:sp>
        <p:nvSpPr>
          <p:cNvPr id="123" name="TextBox 122">
            <a:extLst>
              <a:ext uri="{FF2B5EF4-FFF2-40B4-BE49-F238E27FC236}">
                <a16:creationId xmlns:a16="http://schemas.microsoft.com/office/drawing/2014/main" id="{05704FD4-ABF1-4EC8-A83B-592FCCA01CE8}"/>
              </a:ext>
            </a:extLst>
          </p:cNvPr>
          <p:cNvSpPr txBox="1"/>
          <p:nvPr/>
        </p:nvSpPr>
        <p:spPr>
          <a:xfrm>
            <a:off x="1502331" y="2630357"/>
            <a:ext cx="1377557" cy="369332"/>
          </a:xfrm>
          <a:prstGeom prst="rect">
            <a:avLst/>
          </a:prstGeom>
          <a:noFill/>
        </p:spPr>
        <p:txBody>
          <a:bodyPr wrap="none" rtlCol="0">
            <a:spAutoFit/>
          </a:bodyPr>
          <a:lstStyle/>
          <a:p>
            <a:pPr algn="r"/>
            <a:r>
              <a:rPr lang="en-US" dirty="0"/>
              <a:t>shape @rate</a:t>
            </a:r>
          </a:p>
        </p:txBody>
      </p:sp>
      <p:sp>
        <p:nvSpPr>
          <p:cNvPr id="124" name="TextBox 123">
            <a:extLst>
              <a:ext uri="{FF2B5EF4-FFF2-40B4-BE49-F238E27FC236}">
                <a16:creationId xmlns:a16="http://schemas.microsoft.com/office/drawing/2014/main" id="{D2811C92-4B26-C146-E3EC-B5FC70641CAE}"/>
              </a:ext>
            </a:extLst>
          </p:cNvPr>
          <p:cNvSpPr txBox="1"/>
          <p:nvPr/>
        </p:nvSpPr>
        <p:spPr>
          <a:xfrm>
            <a:off x="1114003" y="3486368"/>
            <a:ext cx="1755610" cy="369332"/>
          </a:xfrm>
          <a:prstGeom prst="rect">
            <a:avLst/>
          </a:prstGeom>
          <a:noFill/>
        </p:spPr>
        <p:txBody>
          <a:bodyPr wrap="none" rtlCol="0">
            <a:spAutoFit/>
          </a:bodyPr>
          <a:lstStyle/>
          <a:p>
            <a:pPr algn="r"/>
            <a:r>
              <a:rPr lang="en-US" dirty="0"/>
              <a:t>[24,32,1] @30Hz</a:t>
            </a:r>
          </a:p>
        </p:txBody>
      </p:sp>
    </p:spTree>
    <p:extLst>
      <p:ext uri="{BB962C8B-B14F-4D97-AF65-F5344CB8AC3E}">
        <p14:creationId xmlns:p14="http://schemas.microsoft.com/office/powerpoint/2010/main" val="27191806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97FD3F33-B4FE-4AE4-B09C-40D39F5285FE}"/>
              </a:ext>
            </a:extLst>
          </p:cNvPr>
          <p:cNvSpPr/>
          <p:nvPr/>
        </p:nvSpPr>
        <p:spPr>
          <a:xfrm rot="5400000">
            <a:off x="3734165" y="3694193"/>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456709" y="2649214"/>
            <a:ext cx="671979" cy="369332"/>
          </a:xfrm>
          <a:prstGeom prst="rect">
            <a:avLst/>
          </a:prstGeom>
          <a:noFill/>
        </p:spPr>
        <p:txBody>
          <a:bodyPr wrap="none" rtlCol="0">
            <a:spAutoFit/>
          </a:bodyPr>
          <a:lstStyle/>
          <a:p>
            <a:pPr algn="r"/>
            <a:r>
              <a:rPr lang="en-US" dirty="0"/>
              <a:t>AXI-S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4401895" y="3863135"/>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0C76B849-FBFD-0D7F-D9DD-A0D1CD7EB296}"/>
              </a:ext>
            </a:extLst>
          </p:cNvPr>
          <p:cNvCxnSpPr>
            <a:cxnSpLocks/>
          </p:cNvCxnSpPr>
          <p:nvPr/>
        </p:nvCxnSpPr>
        <p:spPr>
          <a:xfrm>
            <a:off x="2729681" y="2990685"/>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1745740" y="4551185"/>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20" name="Connector: Elbow 19">
            <a:extLst>
              <a:ext uri="{FF2B5EF4-FFF2-40B4-BE49-F238E27FC236}">
                <a16:creationId xmlns:a16="http://schemas.microsoft.com/office/drawing/2014/main" id="{9C15F80F-90A0-3638-DF84-DCAAE8533BA3}"/>
              </a:ext>
            </a:extLst>
          </p:cNvPr>
          <p:cNvCxnSpPr>
            <a:cxnSpLocks/>
          </p:cNvCxnSpPr>
          <p:nvPr/>
        </p:nvCxnSpPr>
        <p:spPr>
          <a:xfrm flipV="1">
            <a:off x="2729681" y="4186806"/>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5C9373-BD7E-B160-444C-413E3CBDE07E}"/>
              </a:ext>
            </a:extLst>
          </p:cNvPr>
          <p:cNvCxnSpPr>
            <a:cxnSpLocks/>
          </p:cNvCxnSpPr>
          <p:nvPr/>
        </p:nvCxnSpPr>
        <p:spPr>
          <a:xfrm>
            <a:off x="2729681" y="3887849"/>
            <a:ext cx="13231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F21E6AD-CF61-5B4C-7751-2C7430439CFA}"/>
              </a:ext>
            </a:extLst>
          </p:cNvPr>
          <p:cNvGrpSpPr/>
          <p:nvPr/>
        </p:nvGrpSpPr>
        <p:grpSpPr>
          <a:xfrm>
            <a:off x="1745740" y="2784739"/>
            <a:ext cx="983941" cy="411892"/>
            <a:chOff x="7884602" y="1716093"/>
            <a:chExt cx="983941" cy="411892"/>
          </a:xfrm>
        </p:grpSpPr>
        <p:sp>
          <p:nvSpPr>
            <p:cNvPr id="25" name="TextBox 24">
              <a:extLst>
                <a:ext uri="{FF2B5EF4-FFF2-40B4-BE49-F238E27FC236}">
                  <a16:creationId xmlns:a16="http://schemas.microsoft.com/office/drawing/2014/main" id="{942811A1-6B2A-E3E8-B82E-A8169FC091EE}"/>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27" name="Group 26">
              <a:extLst>
                <a:ext uri="{FF2B5EF4-FFF2-40B4-BE49-F238E27FC236}">
                  <a16:creationId xmlns:a16="http://schemas.microsoft.com/office/drawing/2014/main" id="{CC0A83E4-93D5-F3AD-9CF4-B5979E34BE61}"/>
                </a:ext>
              </a:extLst>
            </p:cNvPr>
            <p:cNvGrpSpPr/>
            <p:nvPr/>
          </p:nvGrpSpPr>
          <p:grpSpPr>
            <a:xfrm>
              <a:off x="8056606" y="1807025"/>
              <a:ext cx="609600" cy="238937"/>
              <a:chOff x="8979243" y="2072745"/>
              <a:chExt cx="609600" cy="238937"/>
            </a:xfrm>
          </p:grpSpPr>
          <p:cxnSp>
            <p:nvCxnSpPr>
              <p:cNvPr id="28" name="Straight Connector 27">
                <a:extLst>
                  <a:ext uri="{FF2B5EF4-FFF2-40B4-BE49-F238E27FC236}">
                    <a16:creationId xmlns:a16="http://schemas.microsoft.com/office/drawing/2014/main" id="{10CA8A14-598F-4926-980D-CA423C7EA12C}"/>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295348A-72D6-39C8-DC63-69A2FD850F0F}"/>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AB5BD54-7E3F-8E27-3DC4-2940060DF67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B119798-C3AD-726A-7B0D-AC7169F34AD5}"/>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01A4911-A89E-DA16-4F2E-2CA71098DD97}"/>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2" name="Group 41">
            <a:extLst>
              <a:ext uri="{FF2B5EF4-FFF2-40B4-BE49-F238E27FC236}">
                <a16:creationId xmlns:a16="http://schemas.microsoft.com/office/drawing/2014/main" id="{845C557D-A411-572F-92ED-12F2C472459F}"/>
              </a:ext>
            </a:extLst>
          </p:cNvPr>
          <p:cNvGrpSpPr/>
          <p:nvPr/>
        </p:nvGrpSpPr>
        <p:grpSpPr>
          <a:xfrm>
            <a:off x="237983" y="2990685"/>
            <a:ext cx="1507757" cy="1766447"/>
            <a:chOff x="1588734" y="1947716"/>
            <a:chExt cx="404145" cy="1766447"/>
          </a:xfrm>
        </p:grpSpPr>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1588734" y="371416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DD41B9-D5B0-11F9-65FB-EE8264C3BC97}"/>
                </a:ext>
              </a:extLst>
            </p:cNvPr>
            <p:cNvCxnSpPr>
              <a:cxnSpLocks/>
            </p:cNvCxnSpPr>
            <p:nvPr/>
          </p:nvCxnSpPr>
          <p:spPr>
            <a:xfrm flipH="1" flipV="1">
              <a:off x="1588734" y="194771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F7DD8C-4D81-60BD-9347-F1B3EC4E3B43}"/>
                </a:ext>
              </a:extLst>
            </p:cNvPr>
            <p:cNvCxnSpPr>
              <a:cxnSpLocks/>
            </p:cNvCxnSpPr>
            <p:nvPr/>
          </p:nvCxnSpPr>
          <p:spPr>
            <a:xfrm flipH="1" flipV="1">
              <a:off x="1588734" y="28309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E10F747-18BB-12CB-B3D7-732FD38FDB81}"/>
              </a:ext>
            </a:extLst>
          </p:cNvPr>
          <p:cNvGrpSpPr/>
          <p:nvPr/>
        </p:nvGrpSpPr>
        <p:grpSpPr>
          <a:xfrm>
            <a:off x="1745740" y="3667962"/>
            <a:ext cx="983941" cy="411892"/>
            <a:chOff x="7884602" y="1716093"/>
            <a:chExt cx="983941" cy="411892"/>
          </a:xfrm>
        </p:grpSpPr>
        <p:sp>
          <p:nvSpPr>
            <p:cNvPr id="35" name="TextBox 34">
              <a:extLst>
                <a:ext uri="{FF2B5EF4-FFF2-40B4-BE49-F238E27FC236}">
                  <a16:creationId xmlns:a16="http://schemas.microsoft.com/office/drawing/2014/main" id="{EDAE2540-2CBF-1061-B035-93DA7D9A2BF6}"/>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36" name="Group 35">
              <a:extLst>
                <a:ext uri="{FF2B5EF4-FFF2-40B4-BE49-F238E27FC236}">
                  <a16:creationId xmlns:a16="http://schemas.microsoft.com/office/drawing/2014/main" id="{5ADE14BD-CFEB-2996-17F7-A922F8675277}"/>
                </a:ext>
              </a:extLst>
            </p:cNvPr>
            <p:cNvGrpSpPr/>
            <p:nvPr/>
          </p:nvGrpSpPr>
          <p:grpSpPr>
            <a:xfrm>
              <a:off x="8056606" y="1807025"/>
              <a:ext cx="609600" cy="238937"/>
              <a:chOff x="8979243" y="2072745"/>
              <a:chExt cx="609600" cy="238937"/>
            </a:xfrm>
          </p:grpSpPr>
          <p:cxnSp>
            <p:nvCxnSpPr>
              <p:cNvPr id="37" name="Straight Connector 36">
                <a:extLst>
                  <a:ext uri="{FF2B5EF4-FFF2-40B4-BE49-F238E27FC236}">
                    <a16:creationId xmlns:a16="http://schemas.microsoft.com/office/drawing/2014/main" id="{AFBD80CA-6442-F62F-BCF8-795FB28E5153}"/>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AEA1817-A50C-5D4B-F385-C25FC0DCC6E7}"/>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5C8494C-67FB-F541-2ED5-7F88C4CF118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6DFE4C-DFA3-2442-11C8-5E41F5D5DAB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027ADB5-0BED-97C4-7FDC-D2D0530D316F}"/>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extBox 42">
            <a:extLst>
              <a:ext uri="{FF2B5EF4-FFF2-40B4-BE49-F238E27FC236}">
                <a16:creationId xmlns:a16="http://schemas.microsoft.com/office/drawing/2014/main" id="{EFC74A43-578A-6748-E43B-A5C6CD4667B9}"/>
              </a:ext>
            </a:extLst>
          </p:cNvPr>
          <p:cNvSpPr txBox="1"/>
          <p:nvPr/>
        </p:nvSpPr>
        <p:spPr>
          <a:xfrm>
            <a:off x="456709" y="3533331"/>
            <a:ext cx="671979" cy="369332"/>
          </a:xfrm>
          <a:prstGeom prst="rect">
            <a:avLst/>
          </a:prstGeom>
          <a:noFill/>
        </p:spPr>
        <p:txBody>
          <a:bodyPr wrap="none" rtlCol="0">
            <a:spAutoFit/>
          </a:bodyPr>
          <a:lstStyle/>
          <a:p>
            <a:pPr algn="r"/>
            <a:r>
              <a:rPr lang="en-US" dirty="0"/>
              <a:t>AXI-S</a:t>
            </a:r>
          </a:p>
        </p:txBody>
      </p:sp>
      <p:sp>
        <p:nvSpPr>
          <p:cNvPr id="44" name="TextBox 43">
            <a:extLst>
              <a:ext uri="{FF2B5EF4-FFF2-40B4-BE49-F238E27FC236}">
                <a16:creationId xmlns:a16="http://schemas.microsoft.com/office/drawing/2014/main" id="{60D65A0D-0F06-30D9-4EF4-BF38A2A209D3}"/>
              </a:ext>
            </a:extLst>
          </p:cNvPr>
          <p:cNvSpPr txBox="1"/>
          <p:nvPr/>
        </p:nvSpPr>
        <p:spPr>
          <a:xfrm>
            <a:off x="456709" y="4417447"/>
            <a:ext cx="671979" cy="369332"/>
          </a:xfrm>
          <a:prstGeom prst="rect">
            <a:avLst/>
          </a:prstGeom>
          <a:noFill/>
        </p:spPr>
        <p:txBody>
          <a:bodyPr wrap="none" rtlCol="0">
            <a:spAutoFit/>
          </a:bodyPr>
          <a:lstStyle/>
          <a:p>
            <a:pPr algn="r"/>
            <a:r>
              <a:rPr lang="en-US" dirty="0"/>
              <a:t>AXI-S</a:t>
            </a:r>
          </a:p>
        </p:txBody>
      </p:sp>
      <p:sp>
        <p:nvSpPr>
          <p:cNvPr id="46" name="TextBox 45">
            <a:extLst>
              <a:ext uri="{FF2B5EF4-FFF2-40B4-BE49-F238E27FC236}">
                <a16:creationId xmlns:a16="http://schemas.microsoft.com/office/drawing/2014/main" id="{13B6131F-14C4-F0F1-802C-B16E38318378}"/>
              </a:ext>
            </a:extLst>
          </p:cNvPr>
          <p:cNvSpPr txBox="1"/>
          <p:nvPr/>
        </p:nvSpPr>
        <p:spPr>
          <a:xfrm>
            <a:off x="5464382" y="3199780"/>
            <a:ext cx="924760" cy="886936"/>
          </a:xfrm>
          <a:prstGeom prst="rect">
            <a:avLst/>
          </a:prstGeom>
          <a:noFill/>
          <a:ln w="12700">
            <a:solidFill>
              <a:schemeClr val="tx1"/>
            </a:solidFill>
          </a:ln>
        </p:spPr>
        <p:txBody>
          <a:bodyPr wrap="none" rtlCol="0" anchor="ctr" anchorCtr="1">
            <a:noAutofit/>
          </a:bodyPr>
          <a:lstStyle/>
          <a:p>
            <a:r>
              <a:rPr lang="en-US" dirty="0"/>
              <a:t>FPU</a:t>
            </a:r>
          </a:p>
        </p:txBody>
      </p:sp>
      <p:sp>
        <p:nvSpPr>
          <p:cNvPr id="58" name="TextBox 57">
            <a:extLst>
              <a:ext uri="{FF2B5EF4-FFF2-40B4-BE49-F238E27FC236}">
                <a16:creationId xmlns:a16="http://schemas.microsoft.com/office/drawing/2014/main" id="{0777388B-1F08-16DE-E252-91D49CF8F908}"/>
              </a:ext>
            </a:extLst>
          </p:cNvPr>
          <p:cNvSpPr txBox="1"/>
          <p:nvPr/>
        </p:nvSpPr>
        <p:spPr>
          <a:xfrm>
            <a:off x="1293233" y="2612645"/>
            <a:ext cx="418704" cy="369332"/>
          </a:xfrm>
          <a:prstGeom prst="rect">
            <a:avLst/>
          </a:prstGeom>
          <a:noFill/>
        </p:spPr>
        <p:txBody>
          <a:bodyPr wrap="none" rtlCol="0">
            <a:spAutoFit/>
          </a:bodyPr>
          <a:lstStyle/>
          <a:p>
            <a:r>
              <a:rPr lang="en-US" dirty="0"/>
              <a:t>32</a:t>
            </a:r>
          </a:p>
        </p:txBody>
      </p:sp>
      <p:sp>
        <p:nvSpPr>
          <p:cNvPr id="61" name="TextBox 60">
            <a:extLst>
              <a:ext uri="{FF2B5EF4-FFF2-40B4-BE49-F238E27FC236}">
                <a16:creationId xmlns:a16="http://schemas.microsoft.com/office/drawing/2014/main" id="{27E9AF6D-2B04-E977-CF35-836E0B617C67}"/>
              </a:ext>
            </a:extLst>
          </p:cNvPr>
          <p:cNvSpPr txBox="1"/>
          <p:nvPr/>
        </p:nvSpPr>
        <p:spPr>
          <a:xfrm>
            <a:off x="1293233" y="3515046"/>
            <a:ext cx="418704" cy="369332"/>
          </a:xfrm>
          <a:prstGeom prst="rect">
            <a:avLst/>
          </a:prstGeom>
          <a:noFill/>
        </p:spPr>
        <p:txBody>
          <a:bodyPr wrap="none" rtlCol="0">
            <a:spAutoFit/>
          </a:bodyPr>
          <a:lstStyle/>
          <a:p>
            <a:r>
              <a:rPr lang="en-US" dirty="0"/>
              <a:t>32</a:t>
            </a:r>
          </a:p>
        </p:txBody>
      </p:sp>
      <p:sp>
        <p:nvSpPr>
          <p:cNvPr id="65" name="TextBox 64">
            <a:extLst>
              <a:ext uri="{FF2B5EF4-FFF2-40B4-BE49-F238E27FC236}">
                <a16:creationId xmlns:a16="http://schemas.microsoft.com/office/drawing/2014/main" id="{F21F190E-BD4F-33E1-5325-5914EB9F7CC2}"/>
              </a:ext>
            </a:extLst>
          </p:cNvPr>
          <p:cNvSpPr txBox="1"/>
          <p:nvPr/>
        </p:nvSpPr>
        <p:spPr>
          <a:xfrm>
            <a:off x="1293233" y="4417447"/>
            <a:ext cx="418704" cy="369332"/>
          </a:xfrm>
          <a:prstGeom prst="rect">
            <a:avLst/>
          </a:prstGeom>
          <a:noFill/>
        </p:spPr>
        <p:txBody>
          <a:bodyPr wrap="none" rtlCol="0">
            <a:spAutoFit/>
          </a:bodyPr>
          <a:lstStyle/>
          <a:p>
            <a:r>
              <a:rPr lang="en-US" dirty="0"/>
              <a:t>32</a:t>
            </a:r>
          </a:p>
        </p:txBody>
      </p:sp>
      <p:grpSp>
        <p:nvGrpSpPr>
          <p:cNvPr id="68" name="Group 67">
            <a:extLst>
              <a:ext uri="{FF2B5EF4-FFF2-40B4-BE49-F238E27FC236}">
                <a16:creationId xmlns:a16="http://schemas.microsoft.com/office/drawing/2014/main" id="{294375DE-793E-A8DF-533E-714615C2063A}"/>
              </a:ext>
            </a:extLst>
          </p:cNvPr>
          <p:cNvGrpSpPr/>
          <p:nvPr/>
        </p:nvGrpSpPr>
        <p:grpSpPr>
          <a:xfrm>
            <a:off x="3419833" y="1718934"/>
            <a:ext cx="2044549" cy="1684409"/>
            <a:chOff x="3121462" y="1772454"/>
            <a:chExt cx="2307078" cy="1684409"/>
          </a:xfrm>
        </p:grpSpPr>
        <p:sp>
          <p:nvSpPr>
            <p:cNvPr id="47" name="TextBox 46">
              <a:extLst>
                <a:ext uri="{FF2B5EF4-FFF2-40B4-BE49-F238E27FC236}">
                  <a16:creationId xmlns:a16="http://schemas.microsoft.com/office/drawing/2014/main" id="{A8244F8E-3A56-CD92-EB39-B29E3CA745D2}"/>
                </a:ext>
              </a:extLst>
            </p:cNvPr>
            <p:cNvSpPr txBox="1"/>
            <p:nvPr/>
          </p:nvSpPr>
          <p:spPr>
            <a:xfrm>
              <a:off x="3121462" y="1772454"/>
              <a:ext cx="983941" cy="886936"/>
            </a:xfrm>
            <a:prstGeom prst="rect">
              <a:avLst/>
            </a:prstGeom>
            <a:noFill/>
            <a:ln w="12700">
              <a:solidFill>
                <a:schemeClr val="tx1"/>
              </a:solidFill>
            </a:ln>
          </p:spPr>
          <p:txBody>
            <a:bodyPr wrap="none" rtlCol="0" anchor="ctr" anchorCtr="1">
              <a:noAutofit/>
            </a:bodyPr>
            <a:lstStyle/>
            <a:p>
              <a:r>
                <a:rPr lang="en-US" dirty="0"/>
                <a:t>URAM</a:t>
              </a:r>
            </a:p>
          </p:txBody>
        </p:sp>
        <p:cxnSp>
          <p:nvCxnSpPr>
            <p:cNvPr id="48" name="Straight Arrow Connector 47">
              <a:extLst>
                <a:ext uri="{FF2B5EF4-FFF2-40B4-BE49-F238E27FC236}">
                  <a16:creationId xmlns:a16="http://schemas.microsoft.com/office/drawing/2014/main" id="{8427DE40-4A3E-FEDF-8FB1-8A26C362C7F1}"/>
                </a:ext>
              </a:extLst>
            </p:cNvPr>
            <p:cNvCxnSpPr>
              <a:cxnSpLocks/>
            </p:cNvCxnSpPr>
            <p:nvPr/>
          </p:nvCxnSpPr>
          <p:spPr>
            <a:xfrm>
              <a:off x="5082746" y="3439506"/>
              <a:ext cx="3457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79A8597-74F8-B6C8-92C6-1639C02777ED}"/>
                </a:ext>
              </a:extLst>
            </p:cNvPr>
            <p:cNvCxnSpPr>
              <a:cxnSpLocks/>
              <a:stCxn id="47" idx="3"/>
            </p:cNvCxnSpPr>
            <p:nvPr/>
          </p:nvCxnSpPr>
          <p:spPr>
            <a:xfrm>
              <a:off x="4105403" y="2215922"/>
              <a:ext cx="983940" cy="1240941"/>
            </a:xfrm>
            <a:prstGeom prst="bentConnector2">
              <a:avLst/>
            </a:prstGeom>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49DF847B-B997-87A5-8C09-1F79FD99440B}"/>
                </a:ext>
              </a:extLst>
            </p:cNvPr>
            <p:cNvSpPr txBox="1"/>
            <p:nvPr/>
          </p:nvSpPr>
          <p:spPr>
            <a:xfrm>
              <a:off x="4105403" y="1907268"/>
              <a:ext cx="418704" cy="369332"/>
            </a:xfrm>
            <a:prstGeom prst="rect">
              <a:avLst/>
            </a:prstGeom>
            <a:noFill/>
          </p:spPr>
          <p:txBody>
            <a:bodyPr wrap="none" rtlCol="0">
              <a:spAutoFit/>
            </a:bodyPr>
            <a:lstStyle/>
            <a:p>
              <a:r>
                <a:rPr lang="en-US" dirty="0"/>
                <a:t>32</a:t>
              </a:r>
            </a:p>
          </p:txBody>
        </p:sp>
      </p:grpSp>
      <p:cxnSp>
        <p:nvCxnSpPr>
          <p:cNvPr id="69" name="Straight Arrow Connector 68">
            <a:extLst>
              <a:ext uri="{FF2B5EF4-FFF2-40B4-BE49-F238E27FC236}">
                <a16:creationId xmlns:a16="http://schemas.microsoft.com/office/drawing/2014/main" id="{03609C58-B803-00EE-85EC-AAD200D91D65}"/>
              </a:ext>
            </a:extLst>
          </p:cNvPr>
          <p:cNvCxnSpPr>
            <a:cxnSpLocks/>
          </p:cNvCxnSpPr>
          <p:nvPr/>
        </p:nvCxnSpPr>
        <p:spPr>
          <a:xfrm>
            <a:off x="6389142" y="3645516"/>
            <a:ext cx="9178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EF28A31-8F6D-D6E4-373B-6188DB643D86}"/>
              </a:ext>
            </a:extLst>
          </p:cNvPr>
          <p:cNvSpPr txBox="1"/>
          <p:nvPr/>
        </p:nvSpPr>
        <p:spPr>
          <a:xfrm>
            <a:off x="8165777" y="2987693"/>
            <a:ext cx="671979" cy="369332"/>
          </a:xfrm>
          <a:prstGeom prst="rect">
            <a:avLst/>
          </a:prstGeom>
          <a:noFill/>
        </p:spPr>
        <p:txBody>
          <a:bodyPr wrap="none" rtlCol="0">
            <a:spAutoFit/>
          </a:bodyPr>
          <a:lstStyle/>
          <a:p>
            <a:pPr algn="r"/>
            <a:r>
              <a:rPr lang="en-US" dirty="0"/>
              <a:t>AXI-S</a:t>
            </a:r>
          </a:p>
        </p:txBody>
      </p:sp>
      <p:sp>
        <p:nvSpPr>
          <p:cNvPr id="72" name="Rectangle 71">
            <a:extLst>
              <a:ext uri="{FF2B5EF4-FFF2-40B4-BE49-F238E27FC236}">
                <a16:creationId xmlns:a16="http://schemas.microsoft.com/office/drawing/2014/main" id="{DFB4758E-181A-08B3-648F-3FC63494A695}"/>
              </a:ext>
            </a:extLst>
          </p:cNvPr>
          <p:cNvSpPr/>
          <p:nvPr/>
        </p:nvSpPr>
        <p:spPr>
          <a:xfrm>
            <a:off x="1136009" y="1385758"/>
            <a:ext cx="7005197" cy="411767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FDC65A4-6510-A65E-5B29-16E40FCC2BBB}"/>
              </a:ext>
            </a:extLst>
          </p:cNvPr>
          <p:cNvCxnSpPr/>
          <p:nvPr/>
        </p:nvCxnSpPr>
        <p:spPr>
          <a:xfrm flipV="1">
            <a:off x="10679652" y="2025370"/>
            <a:ext cx="0" cy="1353957"/>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186FFA4A-28A3-BB3C-5F3A-75358D489DB5}"/>
              </a:ext>
            </a:extLst>
          </p:cNvPr>
          <p:cNvCxnSpPr>
            <a:cxnSpLocks/>
          </p:cNvCxnSpPr>
          <p:nvPr/>
        </p:nvCxnSpPr>
        <p:spPr>
          <a:xfrm>
            <a:off x="10679652" y="2025370"/>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734EC3B-57DC-1630-449B-EE198BEF46BE}"/>
              </a:ext>
            </a:extLst>
          </p:cNvPr>
          <p:cNvCxnSpPr>
            <a:cxnSpLocks/>
          </p:cNvCxnSpPr>
          <p:nvPr/>
        </p:nvCxnSpPr>
        <p:spPr>
          <a:xfrm>
            <a:off x="10679652" y="221072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A0418CF5-7488-D5CA-32F5-F40CEF6337D1}"/>
              </a:ext>
            </a:extLst>
          </p:cNvPr>
          <p:cNvCxnSpPr>
            <a:cxnSpLocks/>
          </p:cNvCxnSpPr>
          <p:nvPr/>
        </p:nvCxnSpPr>
        <p:spPr>
          <a:xfrm>
            <a:off x="10679652" y="237822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C2A5E6BD-9546-6023-3540-346A84FF700A}"/>
              </a:ext>
            </a:extLst>
          </p:cNvPr>
          <p:cNvSpPr txBox="1"/>
          <p:nvPr/>
        </p:nvSpPr>
        <p:spPr>
          <a:xfrm>
            <a:off x="1125798" y="1354565"/>
            <a:ext cx="1481816" cy="369332"/>
          </a:xfrm>
          <a:prstGeom prst="rect">
            <a:avLst/>
          </a:prstGeom>
          <a:noFill/>
        </p:spPr>
        <p:txBody>
          <a:bodyPr wrap="none" rtlCol="0">
            <a:spAutoFit/>
          </a:bodyPr>
          <a:lstStyle/>
          <a:p>
            <a:r>
              <a:rPr lang="en-US" dirty="0"/>
              <a:t>flowgraph tile</a:t>
            </a:r>
          </a:p>
        </p:txBody>
      </p:sp>
      <p:sp>
        <p:nvSpPr>
          <p:cNvPr id="88" name="TextBox 87">
            <a:extLst>
              <a:ext uri="{FF2B5EF4-FFF2-40B4-BE49-F238E27FC236}">
                <a16:creationId xmlns:a16="http://schemas.microsoft.com/office/drawing/2014/main" id="{E7BF8ED9-863A-B95C-4D3A-3FA2BA70848B}"/>
              </a:ext>
            </a:extLst>
          </p:cNvPr>
          <p:cNvSpPr txBox="1"/>
          <p:nvPr/>
        </p:nvSpPr>
        <p:spPr>
          <a:xfrm>
            <a:off x="1990494" y="4985361"/>
            <a:ext cx="494431" cy="369332"/>
          </a:xfrm>
          <a:prstGeom prst="rect">
            <a:avLst/>
          </a:prstGeom>
          <a:noFill/>
        </p:spPr>
        <p:txBody>
          <a:bodyPr wrap="none" rtlCol="0">
            <a:spAutoFit/>
          </a:bodyPr>
          <a:lstStyle/>
          <a:p>
            <a:pPr algn="r"/>
            <a:r>
              <a:rPr lang="en-US" i="1" dirty="0" err="1"/>
              <a:t>fifo</a:t>
            </a:r>
            <a:endParaRPr lang="en-US" i="1" dirty="0"/>
          </a:p>
        </p:txBody>
      </p:sp>
      <p:sp>
        <p:nvSpPr>
          <p:cNvPr id="90" name="TextBox 89">
            <a:extLst>
              <a:ext uri="{FF2B5EF4-FFF2-40B4-BE49-F238E27FC236}">
                <a16:creationId xmlns:a16="http://schemas.microsoft.com/office/drawing/2014/main" id="{349262E7-1623-65B4-7AF3-10E39A469C98}"/>
              </a:ext>
            </a:extLst>
          </p:cNvPr>
          <p:cNvSpPr txBox="1"/>
          <p:nvPr/>
        </p:nvSpPr>
        <p:spPr>
          <a:xfrm>
            <a:off x="3450802" y="2577963"/>
            <a:ext cx="768160" cy="369332"/>
          </a:xfrm>
          <a:prstGeom prst="rect">
            <a:avLst/>
          </a:prstGeom>
          <a:noFill/>
        </p:spPr>
        <p:txBody>
          <a:bodyPr wrap="none" rtlCol="0">
            <a:spAutoFit/>
          </a:bodyPr>
          <a:lstStyle/>
          <a:p>
            <a:pPr algn="r"/>
            <a:r>
              <a:rPr lang="en-US" i="1" dirty="0"/>
              <a:t>model</a:t>
            </a:r>
          </a:p>
        </p:txBody>
      </p:sp>
      <p:sp>
        <p:nvSpPr>
          <p:cNvPr id="99" name="TextBox 98">
            <a:extLst>
              <a:ext uri="{FF2B5EF4-FFF2-40B4-BE49-F238E27FC236}">
                <a16:creationId xmlns:a16="http://schemas.microsoft.com/office/drawing/2014/main" id="{901E554F-AFEE-6679-8263-0D6E35B09354}"/>
              </a:ext>
            </a:extLst>
          </p:cNvPr>
          <p:cNvSpPr txBox="1"/>
          <p:nvPr/>
        </p:nvSpPr>
        <p:spPr>
          <a:xfrm>
            <a:off x="9481748" y="2936404"/>
            <a:ext cx="924760" cy="886936"/>
          </a:xfrm>
          <a:prstGeom prst="rect">
            <a:avLst/>
          </a:prstGeom>
          <a:noFill/>
          <a:ln w="12700">
            <a:solidFill>
              <a:schemeClr val="tx1"/>
            </a:solidFill>
          </a:ln>
        </p:spPr>
        <p:txBody>
          <a:bodyPr wrap="none" rtlCol="0" anchor="ctr" anchorCtr="1">
            <a:noAutofit/>
          </a:bodyPr>
          <a:lstStyle/>
          <a:p>
            <a:r>
              <a:rPr lang="en-US" dirty="0"/>
              <a:t>CLB</a:t>
            </a:r>
          </a:p>
        </p:txBody>
      </p:sp>
      <p:cxnSp>
        <p:nvCxnSpPr>
          <p:cNvPr id="100" name="Straight Arrow Connector 99">
            <a:extLst>
              <a:ext uri="{FF2B5EF4-FFF2-40B4-BE49-F238E27FC236}">
                <a16:creationId xmlns:a16="http://schemas.microsoft.com/office/drawing/2014/main" id="{73D1C2F1-7F8E-7D5A-27DB-89B729DD7803}"/>
              </a:ext>
            </a:extLst>
          </p:cNvPr>
          <p:cNvCxnSpPr>
            <a:cxnSpLocks/>
          </p:cNvCxnSpPr>
          <p:nvPr/>
        </p:nvCxnSpPr>
        <p:spPr>
          <a:xfrm>
            <a:off x="10406508" y="3386398"/>
            <a:ext cx="13379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4A3DDF50-0F25-E538-6D6C-A0197926353B}"/>
              </a:ext>
            </a:extLst>
          </p:cNvPr>
          <p:cNvSpPr txBox="1"/>
          <p:nvPr/>
        </p:nvSpPr>
        <p:spPr>
          <a:xfrm>
            <a:off x="5281648" y="4086057"/>
            <a:ext cx="1277915" cy="369332"/>
          </a:xfrm>
          <a:prstGeom prst="rect">
            <a:avLst/>
          </a:prstGeom>
          <a:noFill/>
        </p:spPr>
        <p:txBody>
          <a:bodyPr wrap="none" rtlCol="0">
            <a:spAutoFit/>
          </a:bodyPr>
          <a:lstStyle/>
          <a:p>
            <a:pPr algn="r"/>
            <a:r>
              <a:rPr lang="en-US" i="1" dirty="0"/>
              <a:t>dot product</a:t>
            </a:r>
          </a:p>
        </p:txBody>
      </p:sp>
      <p:cxnSp>
        <p:nvCxnSpPr>
          <p:cNvPr id="104" name="Straight Connector 103">
            <a:extLst>
              <a:ext uri="{FF2B5EF4-FFF2-40B4-BE49-F238E27FC236}">
                <a16:creationId xmlns:a16="http://schemas.microsoft.com/office/drawing/2014/main" id="{CCAFB670-EA3F-9904-60A8-1ADAAC830184}"/>
              </a:ext>
            </a:extLst>
          </p:cNvPr>
          <p:cNvCxnSpPr/>
          <p:nvPr/>
        </p:nvCxnSpPr>
        <p:spPr>
          <a:xfrm flipV="1">
            <a:off x="9143295" y="2032441"/>
            <a:ext cx="0" cy="1353957"/>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3B2AE2AC-9009-A3A7-241F-7EA5B318B864}"/>
              </a:ext>
            </a:extLst>
          </p:cNvPr>
          <p:cNvCxnSpPr>
            <a:cxnSpLocks/>
          </p:cNvCxnSpPr>
          <p:nvPr/>
        </p:nvCxnSpPr>
        <p:spPr>
          <a:xfrm>
            <a:off x="9143295" y="2032441"/>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DB2AC0A-3C0A-D954-7144-07038F4A292B}"/>
              </a:ext>
            </a:extLst>
          </p:cNvPr>
          <p:cNvCxnSpPr>
            <a:cxnSpLocks/>
          </p:cNvCxnSpPr>
          <p:nvPr/>
        </p:nvCxnSpPr>
        <p:spPr>
          <a:xfrm>
            <a:off x="9143295" y="2217793"/>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02D8F25A-6C79-6B18-21E9-5C278ABFAD81}"/>
              </a:ext>
            </a:extLst>
          </p:cNvPr>
          <p:cNvCxnSpPr>
            <a:cxnSpLocks/>
          </p:cNvCxnSpPr>
          <p:nvPr/>
        </p:nvCxnSpPr>
        <p:spPr>
          <a:xfrm>
            <a:off x="9143295" y="2385293"/>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9E6B264A-E4E8-C087-B27A-637DB91CCD61}"/>
              </a:ext>
            </a:extLst>
          </p:cNvPr>
          <p:cNvSpPr txBox="1"/>
          <p:nvPr/>
        </p:nvSpPr>
        <p:spPr>
          <a:xfrm>
            <a:off x="6390289" y="3280987"/>
            <a:ext cx="418704" cy="369332"/>
          </a:xfrm>
          <a:prstGeom prst="rect">
            <a:avLst/>
          </a:prstGeom>
          <a:noFill/>
        </p:spPr>
        <p:txBody>
          <a:bodyPr wrap="none" rtlCol="0">
            <a:spAutoFit/>
          </a:bodyPr>
          <a:lstStyle/>
          <a:p>
            <a:r>
              <a:rPr lang="en-US" dirty="0"/>
              <a:t>32</a:t>
            </a:r>
          </a:p>
        </p:txBody>
      </p:sp>
      <p:sp>
        <p:nvSpPr>
          <p:cNvPr id="109" name="TextBox 108">
            <a:extLst>
              <a:ext uri="{FF2B5EF4-FFF2-40B4-BE49-F238E27FC236}">
                <a16:creationId xmlns:a16="http://schemas.microsoft.com/office/drawing/2014/main" id="{2CEA7316-DB26-7149-69E9-8059374C2BDB}"/>
              </a:ext>
            </a:extLst>
          </p:cNvPr>
          <p:cNvSpPr txBox="1"/>
          <p:nvPr/>
        </p:nvSpPr>
        <p:spPr>
          <a:xfrm>
            <a:off x="4420069" y="3522644"/>
            <a:ext cx="418704" cy="369332"/>
          </a:xfrm>
          <a:prstGeom prst="rect">
            <a:avLst/>
          </a:prstGeom>
          <a:noFill/>
        </p:spPr>
        <p:txBody>
          <a:bodyPr wrap="none" rtlCol="0">
            <a:spAutoFit/>
          </a:bodyPr>
          <a:lstStyle/>
          <a:p>
            <a:r>
              <a:rPr lang="en-US" dirty="0"/>
              <a:t>32</a:t>
            </a:r>
          </a:p>
        </p:txBody>
      </p:sp>
      <p:sp>
        <p:nvSpPr>
          <p:cNvPr id="111" name="Trapezoid 110">
            <a:extLst>
              <a:ext uri="{FF2B5EF4-FFF2-40B4-BE49-F238E27FC236}">
                <a16:creationId xmlns:a16="http://schemas.microsoft.com/office/drawing/2014/main" id="{A6E8F5A0-7C53-033D-A90D-CC366E10B39E}"/>
              </a:ext>
            </a:extLst>
          </p:cNvPr>
          <p:cNvSpPr/>
          <p:nvPr/>
        </p:nvSpPr>
        <p:spPr>
          <a:xfrm rot="16200000" flipH="1">
            <a:off x="6986142" y="3495835"/>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2" name="Straight Arrow Connector 111">
            <a:extLst>
              <a:ext uri="{FF2B5EF4-FFF2-40B4-BE49-F238E27FC236}">
                <a16:creationId xmlns:a16="http://schemas.microsoft.com/office/drawing/2014/main" id="{C2CFA925-150F-0B3A-574C-FCC26B5B5C4C}"/>
              </a:ext>
            </a:extLst>
          </p:cNvPr>
          <p:cNvCxnSpPr>
            <a:cxnSpLocks/>
          </p:cNvCxnSpPr>
          <p:nvPr/>
        </p:nvCxnSpPr>
        <p:spPr>
          <a:xfrm>
            <a:off x="7653870" y="3379872"/>
            <a:ext cx="18278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30E2F521-C5B6-742C-C0F3-508983AFDA72}"/>
              </a:ext>
            </a:extLst>
          </p:cNvPr>
          <p:cNvCxnSpPr>
            <a:cxnSpLocks/>
          </p:cNvCxnSpPr>
          <p:nvPr/>
        </p:nvCxnSpPr>
        <p:spPr>
          <a:xfrm>
            <a:off x="7653870" y="368885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6E04B7C-A3D5-85C9-C927-022DA3A84E8F}"/>
              </a:ext>
            </a:extLst>
          </p:cNvPr>
          <p:cNvCxnSpPr>
            <a:cxnSpLocks/>
          </p:cNvCxnSpPr>
          <p:nvPr/>
        </p:nvCxnSpPr>
        <p:spPr>
          <a:xfrm>
            <a:off x="7653870" y="3997831"/>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2238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97FD3F33-B4FE-4AE4-B09C-40D39F5285FE}"/>
              </a:ext>
            </a:extLst>
          </p:cNvPr>
          <p:cNvSpPr/>
          <p:nvPr/>
        </p:nvSpPr>
        <p:spPr>
          <a:xfrm rot="5400000">
            <a:off x="3981303" y="3694193"/>
            <a:ext cx="991203"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586828" y="2649214"/>
            <a:ext cx="788998" cy="369332"/>
          </a:xfrm>
          <a:prstGeom prst="rect">
            <a:avLst/>
          </a:prstGeom>
          <a:noFill/>
        </p:spPr>
        <p:txBody>
          <a:bodyPr wrap="none" rtlCol="0">
            <a:spAutoFit/>
          </a:bodyPr>
          <a:lstStyle/>
          <a:p>
            <a:pPr algn="r"/>
            <a:r>
              <a:rPr lang="en-US" dirty="0"/>
              <a:t>AXI-S0</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4649033" y="3863135"/>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0C76B849-FBFD-0D7F-D9DD-A0D1CD7EB296}"/>
              </a:ext>
            </a:extLst>
          </p:cNvPr>
          <p:cNvCxnSpPr>
            <a:cxnSpLocks/>
          </p:cNvCxnSpPr>
          <p:nvPr/>
        </p:nvCxnSpPr>
        <p:spPr>
          <a:xfrm>
            <a:off x="2976819" y="2990685"/>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1992878" y="4551185"/>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cxnSp>
        <p:nvCxnSpPr>
          <p:cNvPr id="20" name="Connector: Elbow 19">
            <a:extLst>
              <a:ext uri="{FF2B5EF4-FFF2-40B4-BE49-F238E27FC236}">
                <a16:creationId xmlns:a16="http://schemas.microsoft.com/office/drawing/2014/main" id="{9C15F80F-90A0-3638-DF84-DCAAE8533BA3}"/>
              </a:ext>
            </a:extLst>
          </p:cNvPr>
          <p:cNvCxnSpPr>
            <a:cxnSpLocks/>
          </p:cNvCxnSpPr>
          <p:nvPr/>
        </p:nvCxnSpPr>
        <p:spPr>
          <a:xfrm flipV="1">
            <a:off x="2976819" y="4186806"/>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5C9373-BD7E-B160-444C-413E3CBDE07E}"/>
              </a:ext>
            </a:extLst>
          </p:cNvPr>
          <p:cNvCxnSpPr>
            <a:cxnSpLocks/>
          </p:cNvCxnSpPr>
          <p:nvPr/>
        </p:nvCxnSpPr>
        <p:spPr>
          <a:xfrm>
            <a:off x="2976819" y="3887849"/>
            <a:ext cx="13231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F21E6AD-CF61-5B4C-7751-2C7430439CFA}"/>
              </a:ext>
            </a:extLst>
          </p:cNvPr>
          <p:cNvGrpSpPr/>
          <p:nvPr/>
        </p:nvGrpSpPr>
        <p:grpSpPr>
          <a:xfrm>
            <a:off x="1992878" y="2784739"/>
            <a:ext cx="983941" cy="411892"/>
            <a:chOff x="7884602" y="1716093"/>
            <a:chExt cx="983941" cy="411892"/>
          </a:xfrm>
        </p:grpSpPr>
        <p:sp>
          <p:nvSpPr>
            <p:cNvPr id="25" name="TextBox 24">
              <a:extLst>
                <a:ext uri="{FF2B5EF4-FFF2-40B4-BE49-F238E27FC236}">
                  <a16:creationId xmlns:a16="http://schemas.microsoft.com/office/drawing/2014/main" id="{942811A1-6B2A-E3E8-B82E-A8169FC091EE}"/>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27" name="Group 26">
              <a:extLst>
                <a:ext uri="{FF2B5EF4-FFF2-40B4-BE49-F238E27FC236}">
                  <a16:creationId xmlns:a16="http://schemas.microsoft.com/office/drawing/2014/main" id="{CC0A83E4-93D5-F3AD-9CF4-B5979E34BE61}"/>
                </a:ext>
              </a:extLst>
            </p:cNvPr>
            <p:cNvGrpSpPr/>
            <p:nvPr/>
          </p:nvGrpSpPr>
          <p:grpSpPr>
            <a:xfrm>
              <a:off x="8056606" y="1807025"/>
              <a:ext cx="609600" cy="238937"/>
              <a:chOff x="8979243" y="2072745"/>
              <a:chExt cx="609600" cy="238937"/>
            </a:xfrm>
          </p:grpSpPr>
          <p:cxnSp>
            <p:nvCxnSpPr>
              <p:cNvPr id="28" name="Straight Connector 27">
                <a:extLst>
                  <a:ext uri="{FF2B5EF4-FFF2-40B4-BE49-F238E27FC236}">
                    <a16:creationId xmlns:a16="http://schemas.microsoft.com/office/drawing/2014/main" id="{10CA8A14-598F-4926-980D-CA423C7EA12C}"/>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295348A-72D6-39C8-DC63-69A2FD850F0F}"/>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AB5BD54-7E3F-8E27-3DC4-2940060DF67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B119798-C3AD-726A-7B0D-AC7169F34AD5}"/>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01A4911-A89E-DA16-4F2E-2CA71098DD97}"/>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2" name="Group 41">
            <a:extLst>
              <a:ext uri="{FF2B5EF4-FFF2-40B4-BE49-F238E27FC236}">
                <a16:creationId xmlns:a16="http://schemas.microsoft.com/office/drawing/2014/main" id="{845C557D-A411-572F-92ED-12F2C472459F}"/>
              </a:ext>
            </a:extLst>
          </p:cNvPr>
          <p:cNvGrpSpPr/>
          <p:nvPr/>
        </p:nvGrpSpPr>
        <p:grpSpPr>
          <a:xfrm>
            <a:off x="485121" y="2990685"/>
            <a:ext cx="1507757" cy="1766447"/>
            <a:chOff x="1588734" y="1947716"/>
            <a:chExt cx="404145" cy="1766447"/>
          </a:xfrm>
        </p:grpSpPr>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1588734" y="3714162"/>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DD41B9-D5B0-11F9-65FB-EE8264C3BC97}"/>
                </a:ext>
              </a:extLst>
            </p:cNvPr>
            <p:cNvCxnSpPr>
              <a:cxnSpLocks/>
            </p:cNvCxnSpPr>
            <p:nvPr/>
          </p:nvCxnSpPr>
          <p:spPr>
            <a:xfrm flipH="1" flipV="1">
              <a:off x="1588734" y="1947716"/>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F7DD8C-4D81-60BD-9347-F1B3EC4E3B43}"/>
                </a:ext>
              </a:extLst>
            </p:cNvPr>
            <p:cNvCxnSpPr>
              <a:cxnSpLocks/>
            </p:cNvCxnSpPr>
            <p:nvPr/>
          </p:nvCxnSpPr>
          <p:spPr>
            <a:xfrm flipH="1" flipV="1">
              <a:off x="1588734" y="28309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E10F747-18BB-12CB-B3D7-732FD38FDB81}"/>
              </a:ext>
            </a:extLst>
          </p:cNvPr>
          <p:cNvGrpSpPr/>
          <p:nvPr/>
        </p:nvGrpSpPr>
        <p:grpSpPr>
          <a:xfrm>
            <a:off x="1992878" y="3667962"/>
            <a:ext cx="983941" cy="411892"/>
            <a:chOff x="7884602" y="1716093"/>
            <a:chExt cx="983941" cy="411892"/>
          </a:xfrm>
        </p:grpSpPr>
        <p:sp>
          <p:nvSpPr>
            <p:cNvPr id="35" name="TextBox 34">
              <a:extLst>
                <a:ext uri="{FF2B5EF4-FFF2-40B4-BE49-F238E27FC236}">
                  <a16:creationId xmlns:a16="http://schemas.microsoft.com/office/drawing/2014/main" id="{EDAE2540-2CBF-1061-B035-93DA7D9A2BF6}"/>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36" name="Group 35">
              <a:extLst>
                <a:ext uri="{FF2B5EF4-FFF2-40B4-BE49-F238E27FC236}">
                  <a16:creationId xmlns:a16="http://schemas.microsoft.com/office/drawing/2014/main" id="{5ADE14BD-CFEB-2996-17F7-A922F8675277}"/>
                </a:ext>
              </a:extLst>
            </p:cNvPr>
            <p:cNvGrpSpPr/>
            <p:nvPr/>
          </p:nvGrpSpPr>
          <p:grpSpPr>
            <a:xfrm>
              <a:off x="8056606" y="1807025"/>
              <a:ext cx="609600" cy="238937"/>
              <a:chOff x="8979243" y="2072745"/>
              <a:chExt cx="609600" cy="238937"/>
            </a:xfrm>
          </p:grpSpPr>
          <p:cxnSp>
            <p:nvCxnSpPr>
              <p:cNvPr id="37" name="Straight Connector 36">
                <a:extLst>
                  <a:ext uri="{FF2B5EF4-FFF2-40B4-BE49-F238E27FC236}">
                    <a16:creationId xmlns:a16="http://schemas.microsoft.com/office/drawing/2014/main" id="{AFBD80CA-6442-F62F-BCF8-795FB28E5153}"/>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AEA1817-A50C-5D4B-F385-C25FC0DCC6E7}"/>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5C8494C-67FB-F541-2ED5-7F88C4CF1188}"/>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6DFE4C-DFA3-2442-11C8-5E41F5D5DAB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027ADB5-0BED-97C4-7FDC-D2D0530D316F}"/>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extBox 42">
            <a:extLst>
              <a:ext uri="{FF2B5EF4-FFF2-40B4-BE49-F238E27FC236}">
                <a16:creationId xmlns:a16="http://schemas.microsoft.com/office/drawing/2014/main" id="{EFC74A43-578A-6748-E43B-A5C6CD4667B9}"/>
              </a:ext>
            </a:extLst>
          </p:cNvPr>
          <p:cNvSpPr txBox="1"/>
          <p:nvPr/>
        </p:nvSpPr>
        <p:spPr>
          <a:xfrm>
            <a:off x="646138" y="3533331"/>
            <a:ext cx="729688" cy="369332"/>
          </a:xfrm>
          <a:prstGeom prst="rect">
            <a:avLst/>
          </a:prstGeom>
          <a:noFill/>
        </p:spPr>
        <p:txBody>
          <a:bodyPr wrap="none" rtlCol="0">
            <a:spAutoFit/>
          </a:bodyPr>
          <a:lstStyle/>
          <a:p>
            <a:pPr algn="r"/>
            <a:r>
              <a:rPr lang="en-US" dirty="0"/>
              <a:t>AXI-SI</a:t>
            </a:r>
          </a:p>
        </p:txBody>
      </p:sp>
      <p:sp>
        <p:nvSpPr>
          <p:cNvPr id="44" name="TextBox 43">
            <a:extLst>
              <a:ext uri="{FF2B5EF4-FFF2-40B4-BE49-F238E27FC236}">
                <a16:creationId xmlns:a16="http://schemas.microsoft.com/office/drawing/2014/main" id="{60D65A0D-0F06-30D9-4EF4-BF38A2A209D3}"/>
              </a:ext>
            </a:extLst>
          </p:cNvPr>
          <p:cNvSpPr txBox="1"/>
          <p:nvPr/>
        </p:nvSpPr>
        <p:spPr>
          <a:xfrm>
            <a:off x="586827" y="4417447"/>
            <a:ext cx="788999" cy="369332"/>
          </a:xfrm>
          <a:prstGeom prst="rect">
            <a:avLst/>
          </a:prstGeom>
          <a:noFill/>
        </p:spPr>
        <p:txBody>
          <a:bodyPr wrap="none" rtlCol="0">
            <a:spAutoFit/>
          </a:bodyPr>
          <a:lstStyle/>
          <a:p>
            <a:pPr algn="r"/>
            <a:r>
              <a:rPr lang="en-US" dirty="0"/>
              <a:t>AXI-S2</a:t>
            </a:r>
          </a:p>
        </p:txBody>
      </p:sp>
      <p:sp>
        <p:nvSpPr>
          <p:cNvPr id="46" name="TextBox 45">
            <a:extLst>
              <a:ext uri="{FF2B5EF4-FFF2-40B4-BE49-F238E27FC236}">
                <a16:creationId xmlns:a16="http://schemas.microsoft.com/office/drawing/2014/main" id="{13B6131F-14C4-F0F1-802C-B16E38318378}"/>
              </a:ext>
            </a:extLst>
          </p:cNvPr>
          <p:cNvSpPr txBox="1"/>
          <p:nvPr/>
        </p:nvSpPr>
        <p:spPr>
          <a:xfrm>
            <a:off x="5711520" y="3199780"/>
            <a:ext cx="924760" cy="886936"/>
          </a:xfrm>
          <a:prstGeom prst="rect">
            <a:avLst/>
          </a:prstGeom>
          <a:noFill/>
          <a:ln w="12700">
            <a:solidFill>
              <a:schemeClr val="tx1"/>
            </a:solidFill>
          </a:ln>
        </p:spPr>
        <p:txBody>
          <a:bodyPr wrap="none" rtlCol="0" anchor="ctr" anchorCtr="1">
            <a:noAutofit/>
          </a:bodyPr>
          <a:lstStyle/>
          <a:p>
            <a:r>
              <a:rPr lang="en-US" dirty="0"/>
              <a:t>FPU</a:t>
            </a:r>
          </a:p>
        </p:txBody>
      </p:sp>
      <p:sp>
        <p:nvSpPr>
          <p:cNvPr id="58" name="TextBox 57">
            <a:extLst>
              <a:ext uri="{FF2B5EF4-FFF2-40B4-BE49-F238E27FC236}">
                <a16:creationId xmlns:a16="http://schemas.microsoft.com/office/drawing/2014/main" id="{0777388B-1F08-16DE-E252-91D49CF8F908}"/>
              </a:ext>
            </a:extLst>
          </p:cNvPr>
          <p:cNvSpPr txBox="1"/>
          <p:nvPr/>
        </p:nvSpPr>
        <p:spPr>
          <a:xfrm>
            <a:off x="1540371" y="2612645"/>
            <a:ext cx="418704" cy="369332"/>
          </a:xfrm>
          <a:prstGeom prst="rect">
            <a:avLst/>
          </a:prstGeom>
          <a:noFill/>
        </p:spPr>
        <p:txBody>
          <a:bodyPr wrap="none" rtlCol="0">
            <a:spAutoFit/>
          </a:bodyPr>
          <a:lstStyle/>
          <a:p>
            <a:r>
              <a:rPr lang="en-US" dirty="0"/>
              <a:t>32</a:t>
            </a:r>
          </a:p>
        </p:txBody>
      </p:sp>
      <p:sp>
        <p:nvSpPr>
          <p:cNvPr id="61" name="TextBox 60">
            <a:extLst>
              <a:ext uri="{FF2B5EF4-FFF2-40B4-BE49-F238E27FC236}">
                <a16:creationId xmlns:a16="http://schemas.microsoft.com/office/drawing/2014/main" id="{27E9AF6D-2B04-E977-CF35-836E0B617C67}"/>
              </a:ext>
            </a:extLst>
          </p:cNvPr>
          <p:cNvSpPr txBox="1"/>
          <p:nvPr/>
        </p:nvSpPr>
        <p:spPr>
          <a:xfrm>
            <a:off x="1540371" y="3515046"/>
            <a:ext cx="418704" cy="369332"/>
          </a:xfrm>
          <a:prstGeom prst="rect">
            <a:avLst/>
          </a:prstGeom>
          <a:noFill/>
        </p:spPr>
        <p:txBody>
          <a:bodyPr wrap="none" rtlCol="0">
            <a:spAutoFit/>
          </a:bodyPr>
          <a:lstStyle/>
          <a:p>
            <a:r>
              <a:rPr lang="en-US" dirty="0"/>
              <a:t>32</a:t>
            </a:r>
          </a:p>
        </p:txBody>
      </p:sp>
      <p:sp>
        <p:nvSpPr>
          <p:cNvPr id="65" name="TextBox 64">
            <a:extLst>
              <a:ext uri="{FF2B5EF4-FFF2-40B4-BE49-F238E27FC236}">
                <a16:creationId xmlns:a16="http://schemas.microsoft.com/office/drawing/2014/main" id="{F21F190E-BD4F-33E1-5325-5914EB9F7CC2}"/>
              </a:ext>
            </a:extLst>
          </p:cNvPr>
          <p:cNvSpPr txBox="1"/>
          <p:nvPr/>
        </p:nvSpPr>
        <p:spPr>
          <a:xfrm>
            <a:off x="1540371" y="4417447"/>
            <a:ext cx="418704" cy="369332"/>
          </a:xfrm>
          <a:prstGeom prst="rect">
            <a:avLst/>
          </a:prstGeom>
          <a:noFill/>
        </p:spPr>
        <p:txBody>
          <a:bodyPr wrap="none" rtlCol="0">
            <a:spAutoFit/>
          </a:bodyPr>
          <a:lstStyle/>
          <a:p>
            <a:r>
              <a:rPr lang="en-US" dirty="0"/>
              <a:t>32</a:t>
            </a:r>
          </a:p>
        </p:txBody>
      </p:sp>
      <p:grpSp>
        <p:nvGrpSpPr>
          <p:cNvPr id="68" name="Group 67">
            <a:extLst>
              <a:ext uri="{FF2B5EF4-FFF2-40B4-BE49-F238E27FC236}">
                <a16:creationId xmlns:a16="http://schemas.microsoft.com/office/drawing/2014/main" id="{294375DE-793E-A8DF-533E-714615C2063A}"/>
              </a:ext>
            </a:extLst>
          </p:cNvPr>
          <p:cNvGrpSpPr/>
          <p:nvPr/>
        </p:nvGrpSpPr>
        <p:grpSpPr>
          <a:xfrm>
            <a:off x="3666971" y="1718934"/>
            <a:ext cx="2044549" cy="1684409"/>
            <a:chOff x="3121462" y="1772454"/>
            <a:chExt cx="2307078" cy="1684409"/>
          </a:xfrm>
        </p:grpSpPr>
        <p:sp>
          <p:nvSpPr>
            <p:cNvPr id="47" name="TextBox 46">
              <a:extLst>
                <a:ext uri="{FF2B5EF4-FFF2-40B4-BE49-F238E27FC236}">
                  <a16:creationId xmlns:a16="http://schemas.microsoft.com/office/drawing/2014/main" id="{A8244F8E-3A56-CD92-EB39-B29E3CA745D2}"/>
                </a:ext>
              </a:extLst>
            </p:cNvPr>
            <p:cNvSpPr txBox="1"/>
            <p:nvPr/>
          </p:nvSpPr>
          <p:spPr>
            <a:xfrm>
              <a:off x="3121462" y="1772454"/>
              <a:ext cx="983941" cy="886936"/>
            </a:xfrm>
            <a:prstGeom prst="rect">
              <a:avLst/>
            </a:prstGeom>
            <a:noFill/>
            <a:ln w="12700">
              <a:solidFill>
                <a:schemeClr val="tx1"/>
              </a:solidFill>
            </a:ln>
          </p:spPr>
          <p:txBody>
            <a:bodyPr wrap="none" rtlCol="0" anchor="ctr" anchorCtr="1">
              <a:noAutofit/>
            </a:bodyPr>
            <a:lstStyle/>
            <a:p>
              <a:r>
                <a:rPr lang="en-US" dirty="0"/>
                <a:t>URAM</a:t>
              </a:r>
            </a:p>
          </p:txBody>
        </p:sp>
        <p:cxnSp>
          <p:nvCxnSpPr>
            <p:cNvPr id="48" name="Straight Arrow Connector 47">
              <a:extLst>
                <a:ext uri="{FF2B5EF4-FFF2-40B4-BE49-F238E27FC236}">
                  <a16:creationId xmlns:a16="http://schemas.microsoft.com/office/drawing/2014/main" id="{8427DE40-4A3E-FEDF-8FB1-8A26C362C7F1}"/>
                </a:ext>
              </a:extLst>
            </p:cNvPr>
            <p:cNvCxnSpPr>
              <a:cxnSpLocks/>
            </p:cNvCxnSpPr>
            <p:nvPr/>
          </p:nvCxnSpPr>
          <p:spPr>
            <a:xfrm>
              <a:off x="5082746" y="3439506"/>
              <a:ext cx="3457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79A8597-74F8-B6C8-92C6-1639C02777ED}"/>
                </a:ext>
              </a:extLst>
            </p:cNvPr>
            <p:cNvCxnSpPr>
              <a:cxnSpLocks/>
              <a:stCxn id="47" idx="3"/>
            </p:cNvCxnSpPr>
            <p:nvPr/>
          </p:nvCxnSpPr>
          <p:spPr>
            <a:xfrm>
              <a:off x="4105403" y="2215922"/>
              <a:ext cx="983940" cy="1240941"/>
            </a:xfrm>
            <a:prstGeom prst="bentConnector2">
              <a:avLst/>
            </a:prstGeom>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49DF847B-B997-87A5-8C09-1F79FD99440B}"/>
                </a:ext>
              </a:extLst>
            </p:cNvPr>
            <p:cNvSpPr txBox="1"/>
            <p:nvPr/>
          </p:nvSpPr>
          <p:spPr>
            <a:xfrm>
              <a:off x="4105403" y="1907268"/>
              <a:ext cx="418704" cy="369332"/>
            </a:xfrm>
            <a:prstGeom prst="rect">
              <a:avLst/>
            </a:prstGeom>
            <a:noFill/>
          </p:spPr>
          <p:txBody>
            <a:bodyPr wrap="none" rtlCol="0">
              <a:spAutoFit/>
            </a:bodyPr>
            <a:lstStyle/>
            <a:p>
              <a:r>
                <a:rPr lang="en-US" dirty="0"/>
                <a:t>32</a:t>
              </a:r>
            </a:p>
          </p:txBody>
        </p:sp>
      </p:grpSp>
      <p:cxnSp>
        <p:nvCxnSpPr>
          <p:cNvPr id="69" name="Straight Arrow Connector 68">
            <a:extLst>
              <a:ext uri="{FF2B5EF4-FFF2-40B4-BE49-F238E27FC236}">
                <a16:creationId xmlns:a16="http://schemas.microsoft.com/office/drawing/2014/main" id="{03609C58-B803-00EE-85EC-AAD200D91D65}"/>
              </a:ext>
            </a:extLst>
          </p:cNvPr>
          <p:cNvCxnSpPr>
            <a:cxnSpLocks/>
          </p:cNvCxnSpPr>
          <p:nvPr/>
        </p:nvCxnSpPr>
        <p:spPr>
          <a:xfrm>
            <a:off x="6636280" y="3645516"/>
            <a:ext cx="18981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EF28A31-8F6D-D6E4-373B-6188DB643D86}"/>
              </a:ext>
            </a:extLst>
          </p:cNvPr>
          <p:cNvSpPr txBox="1"/>
          <p:nvPr/>
        </p:nvSpPr>
        <p:spPr>
          <a:xfrm>
            <a:off x="7088178" y="3280987"/>
            <a:ext cx="671979" cy="369332"/>
          </a:xfrm>
          <a:prstGeom prst="rect">
            <a:avLst/>
          </a:prstGeom>
          <a:noFill/>
        </p:spPr>
        <p:txBody>
          <a:bodyPr wrap="none" rtlCol="0">
            <a:spAutoFit/>
          </a:bodyPr>
          <a:lstStyle/>
          <a:p>
            <a:pPr algn="r"/>
            <a:r>
              <a:rPr lang="en-US" dirty="0"/>
              <a:t>AXI-S</a:t>
            </a:r>
          </a:p>
        </p:txBody>
      </p:sp>
      <p:sp>
        <p:nvSpPr>
          <p:cNvPr id="72" name="Rectangle 71">
            <a:extLst>
              <a:ext uri="{FF2B5EF4-FFF2-40B4-BE49-F238E27FC236}">
                <a16:creationId xmlns:a16="http://schemas.microsoft.com/office/drawing/2014/main" id="{DFB4758E-181A-08B3-648F-3FC63494A695}"/>
              </a:ext>
            </a:extLst>
          </p:cNvPr>
          <p:cNvSpPr/>
          <p:nvPr/>
        </p:nvSpPr>
        <p:spPr>
          <a:xfrm>
            <a:off x="1387294" y="1370161"/>
            <a:ext cx="5689008" cy="411767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FDC65A4-6510-A65E-5B29-16E40FCC2BBB}"/>
              </a:ext>
            </a:extLst>
          </p:cNvPr>
          <p:cNvCxnSpPr/>
          <p:nvPr/>
        </p:nvCxnSpPr>
        <p:spPr>
          <a:xfrm flipV="1">
            <a:off x="9737124" y="2289291"/>
            <a:ext cx="0" cy="1353957"/>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186FFA4A-28A3-BB3C-5F3A-75358D489DB5}"/>
              </a:ext>
            </a:extLst>
          </p:cNvPr>
          <p:cNvCxnSpPr>
            <a:cxnSpLocks/>
          </p:cNvCxnSpPr>
          <p:nvPr/>
        </p:nvCxnSpPr>
        <p:spPr>
          <a:xfrm>
            <a:off x="9737124" y="2289291"/>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734EC3B-57DC-1630-449B-EE198BEF46BE}"/>
              </a:ext>
            </a:extLst>
          </p:cNvPr>
          <p:cNvCxnSpPr>
            <a:cxnSpLocks/>
          </p:cNvCxnSpPr>
          <p:nvPr/>
        </p:nvCxnSpPr>
        <p:spPr>
          <a:xfrm>
            <a:off x="9737124" y="2474643"/>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A0418CF5-7488-D5CA-32F5-F40CEF6337D1}"/>
              </a:ext>
            </a:extLst>
          </p:cNvPr>
          <p:cNvCxnSpPr>
            <a:cxnSpLocks/>
          </p:cNvCxnSpPr>
          <p:nvPr/>
        </p:nvCxnSpPr>
        <p:spPr>
          <a:xfrm>
            <a:off x="9737124" y="2642143"/>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C2A5E6BD-9546-6023-3540-346A84FF700A}"/>
              </a:ext>
            </a:extLst>
          </p:cNvPr>
          <p:cNvSpPr txBox="1"/>
          <p:nvPr/>
        </p:nvSpPr>
        <p:spPr>
          <a:xfrm>
            <a:off x="1372936" y="1354565"/>
            <a:ext cx="726481" cy="369332"/>
          </a:xfrm>
          <a:prstGeom prst="rect">
            <a:avLst/>
          </a:prstGeom>
          <a:noFill/>
        </p:spPr>
        <p:txBody>
          <a:bodyPr wrap="none" rtlCol="0">
            <a:spAutoFit/>
          </a:bodyPr>
          <a:lstStyle/>
          <a:p>
            <a:r>
              <a:rPr lang="en-US" dirty="0"/>
              <a:t>AI tile</a:t>
            </a:r>
          </a:p>
        </p:txBody>
      </p:sp>
      <p:sp>
        <p:nvSpPr>
          <p:cNvPr id="87" name="TextBox 86">
            <a:extLst>
              <a:ext uri="{FF2B5EF4-FFF2-40B4-BE49-F238E27FC236}">
                <a16:creationId xmlns:a16="http://schemas.microsoft.com/office/drawing/2014/main" id="{A8A7D7C4-FF4D-CD6F-2388-556F16B4A7FE}"/>
              </a:ext>
            </a:extLst>
          </p:cNvPr>
          <p:cNvSpPr txBox="1"/>
          <p:nvPr/>
        </p:nvSpPr>
        <p:spPr>
          <a:xfrm>
            <a:off x="3775321" y="4306107"/>
            <a:ext cx="1342098" cy="369332"/>
          </a:xfrm>
          <a:prstGeom prst="rect">
            <a:avLst/>
          </a:prstGeom>
          <a:noFill/>
        </p:spPr>
        <p:txBody>
          <a:bodyPr wrap="none" rtlCol="0">
            <a:spAutoFit/>
          </a:bodyPr>
          <a:lstStyle/>
          <a:p>
            <a:pPr algn="r"/>
            <a:r>
              <a:rPr lang="en-US" i="1" dirty="0"/>
              <a:t>deinterleave</a:t>
            </a:r>
          </a:p>
        </p:txBody>
      </p:sp>
      <p:sp>
        <p:nvSpPr>
          <p:cNvPr id="88" name="TextBox 87">
            <a:extLst>
              <a:ext uri="{FF2B5EF4-FFF2-40B4-BE49-F238E27FC236}">
                <a16:creationId xmlns:a16="http://schemas.microsoft.com/office/drawing/2014/main" id="{E7BF8ED9-863A-B95C-4D3A-3FA2BA70848B}"/>
              </a:ext>
            </a:extLst>
          </p:cNvPr>
          <p:cNvSpPr txBox="1"/>
          <p:nvPr/>
        </p:nvSpPr>
        <p:spPr>
          <a:xfrm>
            <a:off x="2237632" y="4985361"/>
            <a:ext cx="494431" cy="369332"/>
          </a:xfrm>
          <a:prstGeom prst="rect">
            <a:avLst/>
          </a:prstGeom>
          <a:noFill/>
        </p:spPr>
        <p:txBody>
          <a:bodyPr wrap="none" rtlCol="0">
            <a:spAutoFit/>
          </a:bodyPr>
          <a:lstStyle/>
          <a:p>
            <a:pPr algn="r"/>
            <a:r>
              <a:rPr lang="en-US" i="1" dirty="0" err="1"/>
              <a:t>fifo</a:t>
            </a:r>
            <a:endParaRPr lang="en-US" i="1" dirty="0"/>
          </a:p>
        </p:txBody>
      </p:sp>
      <p:sp>
        <p:nvSpPr>
          <p:cNvPr id="90" name="TextBox 89">
            <a:extLst>
              <a:ext uri="{FF2B5EF4-FFF2-40B4-BE49-F238E27FC236}">
                <a16:creationId xmlns:a16="http://schemas.microsoft.com/office/drawing/2014/main" id="{349262E7-1623-65B4-7AF3-10E39A469C98}"/>
              </a:ext>
            </a:extLst>
          </p:cNvPr>
          <p:cNvSpPr txBox="1"/>
          <p:nvPr/>
        </p:nvSpPr>
        <p:spPr>
          <a:xfrm>
            <a:off x="3697940" y="2577963"/>
            <a:ext cx="768160" cy="369332"/>
          </a:xfrm>
          <a:prstGeom prst="rect">
            <a:avLst/>
          </a:prstGeom>
          <a:noFill/>
        </p:spPr>
        <p:txBody>
          <a:bodyPr wrap="none" rtlCol="0">
            <a:spAutoFit/>
          </a:bodyPr>
          <a:lstStyle/>
          <a:p>
            <a:pPr algn="r"/>
            <a:r>
              <a:rPr lang="en-US" i="1" dirty="0"/>
              <a:t>model</a:t>
            </a:r>
          </a:p>
        </p:txBody>
      </p:sp>
      <p:sp>
        <p:nvSpPr>
          <p:cNvPr id="99" name="TextBox 98">
            <a:extLst>
              <a:ext uri="{FF2B5EF4-FFF2-40B4-BE49-F238E27FC236}">
                <a16:creationId xmlns:a16="http://schemas.microsoft.com/office/drawing/2014/main" id="{901E554F-AFEE-6679-8263-0D6E35B09354}"/>
              </a:ext>
            </a:extLst>
          </p:cNvPr>
          <p:cNvSpPr txBox="1"/>
          <p:nvPr/>
        </p:nvSpPr>
        <p:spPr>
          <a:xfrm>
            <a:off x="8539220" y="3200325"/>
            <a:ext cx="924760" cy="886936"/>
          </a:xfrm>
          <a:prstGeom prst="rect">
            <a:avLst/>
          </a:prstGeom>
          <a:noFill/>
          <a:ln w="12700">
            <a:solidFill>
              <a:schemeClr val="tx1"/>
            </a:solidFill>
          </a:ln>
        </p:spPr>
        <p:txBody>
          <a:bodyPr wrap="none" rtlCol="0" anchor="ctr" anchorCtr="1">
            <a:noAutofit/>
          </a:bodyPr>
          <a:lstStyle/>
          <a:p>
            <a:r>
              <a:rPr lang="en-US" dirty="0"/>
              <a:t>CLB</a:t>
            </a:r>
          </a:p>
        </p:txBody>
      </p:sp>
      <p:cxnSp>
        <p:nvCxnSpPr>
          <p:cNvPr id="100" name="Straight Arrow Connector 99">
            <a:extLst>
              <a:ext uri="{FF2B5EF4-FFF2-40B4-BE49-F238E27FC236}">
                <a16:creationId xmlns:a16="http://schemas.microsoft.com/office/drawing/2014/main" id="{73D1C2F1-7F8E-7D5A-27DB-89B729DD7803}"/>
              </a:ext>
            </a:extLst>
          </p:cNvPr>
          <p:cNvCxnSpPr>
            <a:cxnSpLocks/>
          </p:cNvCxnSpPr>
          <p:nvPr/>
        </p:nvCxnSpPr>
        <p:spPr>
          <a:xfrm>
            <a:off x="9463980" y="3650319"/>
            <a:ext cx="13379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4A3DDF50-0F25-E538-6D6C-A0197926353B}"/>
              </a:ext>
            </a:extLst>
          </p:cNvPr>
          <p:cNvSpPr txBox="1"/>
          <p:nvPr/>
        </p:nvSpPr>
        <p:spPr>
          <a:xfrm>
            <a:off x="5528786" y="4086057"/>
            <a:ext cx="1277915" cy="369332"/>
          </a:xfrm>
          <a:prstGeom prst="rect">
            <a:avLst/>
          </a:prstGeom>
          <a:noFill/>
        </p:spPr>
        <p:txBody>
          <a:bodyPr wrap="none" rtlCol="0">
            <a:spAutoFit/>
          </a:bodyPr>
          <a:lstStyle/>
          <a:p>
            <a:pPr algn="r"/>
            <a:r>
              <a:rPr lang="en-US" i="1" dirty="0"/>
              <a:t>dot product</a:t>
            </a:r>
          </a:p>
        </p:txBody>
      </p:sp>
      <p:cxnSp>
        <p:nvCxnSpPr>
          <p:cNvPr id="104" name="Straight Connector 103">
            <a:extLst>
              <a:ext uri="{FF2B5EF4-FFF2-40B4-BE49-F238E27FC236}">
                <a16:creationId xmlns:a16="http://schemas.microsoft.com/office/drawing/2014/main" id="{CCAFB670-EA3F-9904-60A8-1ADAAC830184}"/>
              </a:ext>
            </a:extLst>
          </p:cNvPr>
          <p:cNvCxnSpPr/>
          <p:nvPr/>
        </p:nvCxnSpPr>
        <p:spPr>
          <a:xfrm flipV="1">
            <a:off x="8200767" y="2296362"/>
            <a:ext cx="0" cy="1353957"/>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3B2AE2AC-9009-A3A7-241F-7EA5B318B864}"/>
              </a:ext>
            </a:extLst>
          </p:cNvPr>
          <p:cNvCxnSpPr>
            <a:cxnSpLocks/>
          </p:cNvCxnSpPr>
          <p:nvPr/>
        </p:nvCxnSpPr>
        <p:spPr>
          <a:xfrm>
            <a:off x="8200767" y="2296362"/>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DB2AC0A-3C0A-D954-7144-07038F4A292B}"/>
              </a:ext>
            </a:extLst>
          </p:cNvPr>
          <p:cNvCxnSpPr>
            <a:cxnSpLocks/>
          </p:cNvCxnSpPr>
          <p:nvPr/>
        </p:nvCxnSpPr>
        <p:spPr>
          <a:xfrm>
            <a:off x="8200767" y="2481714"/>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02D8F25A-6C79-6B18-21E9-5C278ABFAD81}"/>
              </a:ext>
            </a:extLst>
          </p:cNvPr>
          <p:cNvCxnSpPr>
            <a:cxnSpLocks/>
          </p:cNvCxnSpPr>
          <p:nvPr/>
        </p:nvCxnSpPr>
        <p:spPr>
          <a:xfrm>
            <a:off x="8200767" y="2649214"/>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9E6B264A-E4E8-C087-B27A-637DB91CCD61}"/>
              </a:ext>
            </a:extLst>
          </p:cNvPr>
          <p:cNvSpPr txBox="1"/>
          <p:nvPr/>
        </p:nvSpPr>
        <p:spPr>
          <a:xfrm>
            <a:off x="6637427" y="3280987"/>
            <a:ext cx="418704" cy="369332"/>
          </a:xfrm>
          <a:prstGeom prst="rect">
            <a:avLst/>
          </a:prstGeom>
          <a:noFill/>
        </p:spPr>
        <p:txBody>
          <a:bodyPr wrap="none" rtlCol="0">
            <a:spAutoFit/>
          </a:bodyPr>
          <a:lstStyle/>
          <a:p>
            <a:r>
              <a:rPr lang="en-US" dirty="0"/>
              <a:t>32</a:t>
            </a:r>
          </a:p>
        </p:txBody>
      </p:sp>
      <p:sp>
        <p:nvSpPr>
          <p:cNvPr id="109" name="TextBox 108">
            <a:extLst>
              <a:ext uri="{FF2B5EF4-FFF2-40B4-BE49-F238E27FC236}">
                <a16:creationId xmlns:a16="http://schemas.microsoft.com/office/drawing/2014/main" id="{2CEA7316-DB26-7149-69E9-8059374C2BDB}"/>
              </a:ext>
            </a:extLst>
          </p:cNvPr>
          <p:cNvSpPr txBox="1"/>
          <p:nvPr/>
        </p:nvSpPr>
        <p:spPr>
          <a:xfrm>
            <a:off x="4667207" y="3522644"/>
            <a:ext cx="418704" cy="369332"/>
          </a:xfrm>
          <a:prstGeom prst="rect">
            <a:avLst/>
          </a:prstGeom>
          <a:noFill/>
        </p:spPr>
        <p:txBody>
          <a:bodyPr wrap="none" rtlCol="0">
            <a:spAutoFit/>
          </a:bodyPr>
          <a:lstStyle/>
          <a:p>
            <a:r>
              <a:rPr lang="en-US" dirty="0"/>
              <a:t>32</a:t>
            </a:r>
          </a:p>
        </p:txBody>
      </p:sp>
    </p:spTree>
    <p:extLst>
      <p:ext uri="{BB962C8B-B14F-4D97-AF65-F5344CB8AC3E}">
        <p14:creationId xmlns:p14="http://schemas.microsoft.com/office/powerpoint/2010/main" val="296346480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noFill/>
          <a:ln w="12700">
            <a:solidFill>
              <a:schemeClr val="tx1"/>
            </a:solidFill>
          </a:ln>
        </p:spPr>
        <p:txBody>
          <a:bodyPr wrap="none" rtlCol="0" anchor="ctr" anchorCtr="1">
            <a:noAutofit/>
          </a:bodyPr>
          <a:lstStyle/>
          <a:p>
            <a:r>
              <a:rPr lang="en-US" dirty="0"/>
              <a:t> URAM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noFill/>
          <a:ln w="12700">
            <a:solidFill>
              <a:schemeClr val="tx1"/>
            </a:solidFill>
          </a:ln>
        </p:spPr>
        <p:txBody>
          <a:bodyPr wrap="none" rtlCol="0" anchor="ctr" anchorCtr="1">
            <a:noAutofit/>
          </a:bodyPr>
          <a:lstStyle/>
          <a:p>
            <a:r>
              <a:rPr lang="en-US" dirty="0"/>
              <a:t>URAM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noFill/>
          <a:ln w="12700">
            <a:solidFill>
              <a:schemeClr val="tx1"/>
            </a:solidFill>
          </a:ln>
        </p:spPr>
        <p:txBody>
          <a:bodyPr wrap="none" rtlCol="0" anchor="ctr" anchorCtr="1">
            <a:noAutofit/>
          </a:bodyPr>
          <a:lstStyle/>
          <a:p>
            <a:r>
              <a:rPr lang="en-US" dirty="0"/>
              <a:t>URAM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noFill/>
          <a:ln w="12700">
            <a:solidFill>
              <a:schemeClr val="tx1"/>
            </a:solidFill>
          </a:ln>
        </p:spPr>
        <p:txBody>
          <a:bodyPr wrap="none" rtlCol="0" anchor="ctr" anchorCtr="1">
            <a:noAutofit/>
          </a:bodyPr>
          <a:lstStyle/>
          <a:p>
            <a:r>
              <a:rPr lang="en-US" dirty="0"/>
              <a:t>BRAM 1</a:t>
            </a:r>
          </a:p>
        </p:txBody>
      </p: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3857763" y="3788393"/>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287725" cy="369332"/>
          </a:xfrm>
          <a:prstGeom prst="rect">
            <a:avLst/>
          </a:prstGeom>
          <a:noFill/>
        </p:spPr>
        <p:txBody>
          <a:bodyPr wrap="none" rtlCol="0">
            <a:spAutoFit/>
          </a:bodyPr>
          <a:lstStyle/>
          <a:p>
            <a:r>
              <a:rPr lang="en-US" i="1" dirty="0"/>
              <a:t>input buffer</a:t>
            </a:r>
          </a:p>
        </p:txBody>
      </p:sp>
      <p:cxnSp>
        <p:nvCxnSpPr>
          <p:cNvPr id="63" name="Connector: Elbow 62">
            <a:extLst>
              <a:ext uri="{FF2B5EF4-FFF2-40B4-BE49-F238E27FC236}">
                <a16:creationId xmlns:a16="http://schemas.microsoft.com/office/drawing/2014/main" id="{DF08733A-4F51-4EE2-B27E-A17D85996130}"/>
              </a:ext>
            </a:extLst>
          </p:cNvPr>
          <p:cNvCxnSpPr>
            <a:cxnSpLocks/>
            <a:stCxn id="79" idx="3"/>
          </p:cNvCxnSpPr>
          <p:nvPr/>
        </p:nvCxnSpPr>
        <p:spPr>
          <a:xfrm flipV="1">
            <a:off x="5832989" y="4929177"/>
            <a:ext cx="1310502" cy="929348"/>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6847424" y="4491500"/>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7693585" y="4291317"/>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11470"/>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5439150" y="4660649"/>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9" name="Trapezoid 88">
            <a:extLst>
              <a:ext uri="{FF2B5EF4-FFF2-40B4-BE49-F238E27FC236}">
                <a16:creationId xmlns:a16="http://schemas.microsoft.com/office/drawing/2014/main" id="{C2BD70E8-0EB6-2C65-5FD1-A718B03B1CB0}"/>
              </a:ext>
            </a:extLst>
          </p:cNvPr>
          <p:cNvSpPr/>
          <p:nvPr/>
        </p:nvSpPr>
        <p:spPr>
          <a:xfrm rot="5400000">
            <a:off x="2783540" y="1418254"/>
            <a:ext cx="179529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A91F79C0-C0D1-7339-D27E-BCB070E7243D}"/>
              </a:ext>
            </a:extLst>
          </p:cNvPr>
          <p:cNvSpPr txBox="1"/>
          <p:nvPr/>
        </p:nvSpPr>
        <p:spPr>
          <a:xfrm>
            <a:off x="1711210" y="2714922"/>
            <a:ext cx="1900970" cy="369332"/>
          </a:xfrm>
          <a:prstGeom prst="rect">
            <a:avLst/>
          </a:prstGeom>
          <a:noFill/>
          <a:ln w="3175">
            <a:noFill/>
          </a:ln>
        </p:spPr>
        <p:txBody>
          <a:bodyPr wrap="none" rtlCol="0">
            <a:spAutoFit/>
          </a:bodyPr>
          <a:lstStyle/>
          <a:p>
            <a:r>
              <a:rPr lang="en-US" i="1" dirty="0"/>
              <a:t>model parameters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7507564" y="4677567"/>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rapezoid 58">
            <a:extLst>
              <a:ext uri="{FF2B5EF4-FFF2-40B4-BE49-F238E27FC236}">
                <a16:creationId xmlns:a16="http://schemas.microsoft.com/office/drawing/2014/main" id="{5C29FF59-DE91-375A-97D9-02170EB9B2CE}"/>
              </a:ext>
            </a:extLst>
          </p:cNvPr>
          <p:cNvSpPr/>
          <p:nvPr/>
        </p:nvSpPr>
        <p:spPr>
          <a:xfrm rot="5400000">
            <a:off x="2964376" y="3649217"/>
            <a:ext cx="143362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apezoid 59">
            <a:extLst>
              <a:ext uri="{FF2B5EF4-FFF2-40B4-BE49-F238E27FC236}">
                <a16:creationId xmlns:a16="http://schemas.microsoft.com/office/drawing/2014/main" id="{F1CF238F-10B8-9311-FCED-46D8527AFB5D}"/>
              </a:ext>
            </a:extLst>
          </p:cNvPr>
          <p:cNvSpPr/>
          <p:nvPr/>
        </p:nvSpPr>
        <p:spPr>
          <a:xfrm rot="5400000">
            <a:off x="2968646" y="5589109"/>
            <a:ext cx="143362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356F159C-4846-2178-EE44-28C7DEA4DC9B}"/>
              </a:ext>
            </a:extLst>
          </p:cNvPr>
          <p:cNvSpPr txBox="1"/>
          <p:nvPr/>
        </p:nvSpPr>
        <p:spPr>
          <a:xfrm>
            <a:off x="4915867" y="3676825"/>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3855402" y="579296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4621427" y="3935272"/>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4621427" y="5945380"/>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4913506" y="5681392"/>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83" name="Connector: Elbow 82">
            <a:extLst>
              <a:ext uri="{FF2B5EF4-FFF2-40B4-BE49-F238E27FC236}">
                <a16:creationId xmlns:a16="http://schemas.microsoft.com/office/drawing/2014/main" id="{0C76B849-FBFD-0D7F-D9DD-A0D1CD7EB296}"/>
              </a:ext>
            </a:extLst>
          </p:cNvPr>
          <p:cNvCxnSpPr>
            <a:cxnSpLocks/>
            <a:stCxn id="62" idx="3"/>
          </p:cNvCxnSpPr>
          <p:nvPr/>
        </p:nvCxnSpPr>
        <p:spPr>
          <a:xfrm>
            <a:off x="5835350" y="3853958"/>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noFill/>
          <a:ln w="12700">
            <a:solidFill>
              <a:schemeClr val="tx1"/>
            </a:solidFill>
          </a:ln>
        </p:spPr>
        <p:txBody>
          <a:bodyPr wrap="none" rtlCol="0" anchor="ctr" anchorCtr="1">
            <a:noAutofit/>
          </a:bodyPr>
          <a:lstStyle/>
          <a:p>
            <a:r>
              <a:rPr lang="en-US" dirty="0"/>
              <a:t>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noFill/>
          <a:ln w="12700">
            <a:solidFill>
              <a:schemeClr val="tx1"/>
            </a:solidFill>
          </a:ln>
        </p:spPr>
        <p:txBody>
          <a:bodyPr wrap="none" rtlCol="0" anchor="ctr" anchorCtr="1">
            <a:noAutofit/>
          </a:bodyPr>
          <a:lstStyle/>
          <a:p>
            <a:r>
              <a:rPr lang="en-US" dirty="0"/>
              <a:t>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noFill/>
          <a:ln w="12700">
            <a:solidFill>
              <a:schemeClr val="tx1"/>
            </a:solidFill>
          </a:ln>
        </p:spPr>
        <p:txBody>
          <a:bodyPr wrap="none" rtlCol="0" anchor="ctr" anchorCtr="1">
            <a:noAutofit/>
          </a:bodyPr>
          <a:lstStyle/>
          <a:p>
            <a:r>
              <a:rPr lang="en-US" dirty="0"/>
              <a:t>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noFill/>
          <a:ln w="12700">
            <a:solidFill>
              <a:schemeClr val="tx1"/>
            </a:solidFill>
          </a:ln>
        </p:spPr>
        <p:txBody>
          <a:bodyPr wrap="none" rtlCol="0" anchor="ctr" anchorCtr="1">
            <a:noAutofit/>
          </a:bodyPr>
          <a:lstStyle/>
          <a:p>
            <a:r>
              <a:rPr lang="en-US" dirty="0"/>
              <a:t>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cxnSpLocks/>
          </p:cNvCxnSpPr>
          <p:nvPr/>
        </p:nvCxnSpPr>
        <p:spPr>
          <a:xfrm flipH="1" flipV="1">
            <a:off x="7480457" y="19220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1B059F0-9E9A-AF43-3D69-B34BDA84E562}"/>
              </a:ext>
            </a:extLst>
          </p:cNvPr>
          <p:cNvCxnSpPr>
            <a:cxnSpLocks/>
            <a:stCxn id="89" idx="0"/>
          </p:cNvCxnSpPr>
          <p:nvPr/>
        </p:nvCxnSpPr>
        <p:spPr>
          <a:xfrm>
            <a:off x="3853313" y="1590381"/>
            <a:ext cx="768114" cy="435499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478A7F-659E-EADE-1454-71C820E9FB80}"/>
              </a:ext>
            </a:extLst>
          </p:cNvPr>
          <p:cNvCxnSpPr>
            <a:cxnSpLocks/>
          </p:cNvCxnSpPr>
          <p:nvPr/>
        </p:nvCxnSpPr>
        <p:spPr>
          <a:xfrm>
            <a:off x="6843701" y="4506338"/>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AD6D124-05B0-53A5-9B3C-3F6E956BE5CD}"/>
              </a:ext>
            </a:extLst>
          </p:cNvPr>
          <p:cNvGrpSpPr/>
          <p:nvPr/>
        </p:nvGrpSpPr>
        <p:grpSpPr>
          <a:xfrm>
            <a:off x="7884602" y="1716093"/>
            <a:ext cx="983941" cy="411892"/>
            <a:chOff x="7884602" y="1716093"/>
            <a:chExt cx="983941" cy="411892"/>
          </a:xfrm>
        </p:grpSpPr>
        <p:sp>
          <p:nvSpPr>
            <p:cNvPr id="2" name="TextBox 1">
              <a:extLst>
                <a:ext uri="{FF2B5EF4-FFF2-40B4-BE49-F238E27FC236}">
                  <a16:creationId xmlns:a16="http://schemas.microsoft.com/office/drawing/2014/main" id="{38A7ADB9-4671-48D6-9DAE-AE01E99D6208}"/>
                </a:ext>
              </a:extLst>
            </p:cNvPr>
            <p:cNvSpPr txBox="1"/>
            <p:nvPr/>
          </p:nvSpPr>
          <p:spPr>
            <a:xfrm>
              <a:off x="7884602" y="1716093"/>
              <a:ext cx="983941" cy="411892"/>
            </a:xfrm>
            <a:prstGeom prst="rect">
              <a:avLst/>
            </a:prstGeom>
            <a:noFill/>
            <a:ln w="12700">
              <a:solidFill>
                <a:schemeClr val="tx1"/>
              </a:solidFill>
            </a:ln>
          </p:spPr>
          <p:txBody>
            <a:bodyPr wrap="none" rtlCol="0" anchor="ctr" anchorCtr="1">
              <a:noAutofit/>
            </a:bodyPr>
            <a:lstStyle/>
            <a:p>
              <a:endParaRPr lang="en-US" dirty="0"/>
            </a:p>
          </p:txBody>
        </p:sp>
        <p:grpSp>
          <p:nvGrpSpPr>
            <p:cNvPr id="17" name="Group 16">
              <a:extLst>
                <a:ext uri="{FF2B5EF4-FFF2-40B4-BE49-F238E27FC236}">
                  <a16:creationId xmlns:a16="http://schemas.microsoft.com/office/drawing/2014/main" id="{B2DABDF2-2D36-A50B-DCED-E1102D7FC553}"/>
                </a:ext>
              </a:extLst>
            </p:cNvPr>
            <p:cNvGrpSpPr/>
            <p:nvPr/>
          </p:nvGrpSpPr>
          <p:grpSpPr>
            <a:xfrm>
              <a:off x="8056606" y="1807025"/>
              <a:ext cx="609600" cy="238937"/>
              <a:chOff x="8979243" y="2072745"/>
              <a:chExt cx="609600" cy="238937"/>
            </a:xfrm>
          </p:grpSpPr>
          <p:cxnSp>
            <p:nvCxnSpPr>
              <p:cNvPr id="7" name="Straight Connector 6">
                <a:extLst>
                  <a:ext uri="{FF2B5EF4-FFF2-40B4-BE49-F238E27FC236}">
                    <a16:creationId xmlns:a16="http://schemas.microsoft.com/office/drawing/2014/main" id="{F83D76FD-2A97-4119-B102-DC4382372957}"/>
                  </a:ext>
                </a:extLst>
              </p:cNvPr>
              <p:cNvCxnSpPr>
                <a:cxnSpLocks/>
              </p:cNvCxnSpPr>
              <p:nvPr/>
            </p:nvCxnSpPr>
            <p:spPr>
              <a:xfrm>
                <a:off x="89792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AB81C0-5796-C547-DD56-297B5CAA294B}"/>
                  </a:ext>
                </a:extLst>
              </p:cNvPr>
              <p:cNvCxnSpPr>
                <a:cxnSpLocks/>
              </p:cNvCxnSpPr>
              <p:nvPr/>
            </p:nvCxnSpPr>
            <p:spPr>
              <a:xfrm>
                <a:off x="91316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DA9488A-62B7-BA82-CD75-7FF64561DA80}"/>
                  </a:ext>
                </a:extLst>
              </p:cNvPr>
              <p:cNvCxnSpPr>
                <a:cxnSpLocks/>
              </p:cNvCxnSpPr>
              <p:nvPr/>
            </p:nvCxnSpPr>
            <p:spPr>
              <a:xfrm>
                <a:off x="92840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8C9B9E47-AACF-6EE8-D37B-1BED31994799}"/>
                  </a:ext>
                </a:extLst>
              </p:cNvPr>
              <p:cNvCxnSpPr>
                <a:cxnSpLocks/>
              </p:cNvCxnSpPr>
              <p:nvPr/>
            </p:nvCxnSpPr>
            <p:spPr>
              <a:xfrm>
                <a:off x="9436443" y="2072745"/>
                <a:ext cx="0" cy="238937"/>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988ACF2-54DE-17B4-C942-30BECB99C135}"/>
                  </a:ext>
                </a:extLst>
              </p:cNvPr>
              <p:cNvCxnSpPr>
                <a:cxnSpLocks/>
              </p:cNvCxnSpPr>
              <p:nvPr/>
            </p:nvCxnSpPr>
            <p:spPr>
              <a:xfrm>
                <a:off x="9588843" y="2072745"/>
                <a:ext cx="0" cy="238937"/>
              </a:xfrm>
              <a:prstGeom prst="line">
                <a:avLst/>
              </a:prstGeom>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4472722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2C85ECD0-D482-00E0-B980-4DC5D6C096DC}"/>
              </a:ext>
            </a:extLst>
          </p:cNvPr>
          <p:cNvPicPr>
            <a:picLocks noChangeAspect="1"/>
          </p:cNvPicPr>
          <p:nvPr/>
        </p:nvPicPr>
        <p:blipFill>
          <a:blip r:embed="rId2"/>
          <a:stretch>
            <a:fillRect/>
          </a:stretch>
        </p:blipFill>
        <p:spPr>
          <a:xfrm>
            <a:off x="1265642" y="5147485"/>
            <a:ext cx="3964533" cy="1454076"/>
          </a:xfrm>
          <a:prstGeom prst="rect">
            <a:avLst/>
          </a:prstGeom>
        </p:spPr>
      </p:pic>
      <p:sp>
        <p:nvSpPr>
          <p:cNvPr id="30" name="TextBox 29">
            <a:extLst>
              <a:ext uri="{FF2B5EF4-FFF2-40B4-BE49-F238E27FC236}">
                <a16:creationId xmlns:a16="http://schemas.microsoft.com/office/drawing/2014/main" id="{A7FDB5CD-4C03-3BA8-EFF8-87D0ED412458}"/>
              </a:ext>
            </a:extLst>
          </p:cNvPr>
          <p:cNvSpPr txBox="1"/>
          <p:nvPr/>
        </p:nvSpPr>
        <p:spPr>
          <a:xfrm>
            <a:off x="439248" y="3641749"/>
            <a:ext cx="639107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conv2d.v is a </a:t>
            </a:r>
            <a:r>
              <a:rPr lang="en-US" dirty="0" err="1"/>
              <a:t>Tensorflow</a:t>
            </a:r>
            <a:r>
              <a:rPr lang="en-US" dirty="0"/>
              <a:t> compatible CNN layer implementation</a:t>
            </a:r>
          </a:p>
          <a:p>
            <a:pPr marL="285750" indent="-285750">
              <a:buFont typeface="Arial" panose="020B0604020202020204" pitchFamily="34" charset="0"/>
              <a:buChar char="•"/>
            </a:pPr>
            <a:r>
              <a:rPr lang="en-US" dirty="0"/>
              <a:t>Each layer in the model is evaluated in parallel using pipelining</a:t>
            </a:r>
          </a:p>
          <a:p>
            <a:pPr marL="285750" indent="-285750">
              <a:buFont typeface="Arial" panose="020B0604020202020204" pitchFamily="34" charset="0"/>
              <a:buChar char="•"/>
            </a:pPr>
            <a:r>
              <a:rPr lang="en-US" dirty="0"/>
              <a:t>Weights are stored in on-chip BRAM for high performance</a:t>
            </a:r>
          </a:p>
          <a:p>
            <a:pPr marL="285750" indent="-285750">
              <a:buFont typeface="Arial" panose="020B0604020202020204" pitchFamily="34" charset="0"/>
              <a:buChar char="•"/>
            </a:pPr>
            <a:r>
              <a:rPr lang="en-US" dirty="0"/>
              <a:t>Can be used stand alone or as a front end to a larger model</a:t>
            </a:r>
          </a:p>
        </p:txBody>
      </p:sp>
      <p:pic>
        <p:nvPicPr>
          <p:cNvPr id="31" name="Picture 30" descr="Graphical user interface, calendar&#10;&#10;Description automatically generated">
            <a:extLst>
              <a:ext uri="{FF2B5EF4-FFF2-40B4-BE49-F238E27FC236}">
                <a16:creationId xmlns:a16="http://schemas.microsoft.com/office/drawing/2014/main" id="{21006A17-6898-2D54-3991-809B28573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275" y="3641749"/>
            <a:ext cx="1232263" cy="1888835"/>
          </a:xfrm>
          <a:prstGeom prst="rect">
            <a:avLst/>
          </a:prstGeom>
        </p:spPr>
      </p:pic>
      <p:pic>
        <p:nvPicPr>
          <p:cNvPr id="32" name="Picture 31">
            <a:extLst>
              <a:ext uri="{FF2B5EF4-FFF2-40B4-BE49-F238E27FC236}">
                <a16:creationId xmlns:a16="http://schemas.microsoft.com/office/drawing/2014/main" id="{74CD82A9-97D5-A32C-51CF-7181E6026F8A}"/>
              </a:ext>
            </a:extLst>
          </p:cNvPr>
          <p:cNvPicPr>
            <a:picLocks noChangeAspect="1"/>
          </p:cNvPicPr>
          <p:nvPr/>
        </p:nvPicPr>
        <p:blipFill>
          <a:blip r:embed="rId4"/>
          <a:stretch>
            <a:fillRect/>
          </a:stretch>
        </p:blipFill>
        <p:spPr>
          <a:xfrm>
            <a:off x="6830321" y="4465702"/>
            <a:ext cx="1634752" cy="1064882"/>
          </a:xfrm>
          <a:prstGeom prst="rect">
            <a:avLst/>
          </a:prstGeom>
        </p:spPr>
      </p:pic>
      <p:pic>
        <p:nvPicPr>
          <p:cNvPr id="33" name="Picture 32" descr="Graphical user interface, website&#10;&#10;Description automatically generated">
            <a:extLst>
              <a:ext uri="{FF2B5EF4-FFF2-40B4-BE49-F238E27FC236}">
                <a16:creationId xmlns:a16="http://schemas.microsoft.com/office/drawing/2014/main" id="{CA9B9D6D-597F-AFCA-2DE2-38360F6BE58F}"/>
              </a:ext>
            </a:extLst>
          </p:cNvPr>
          <p:cNvPicPr>
            <a:picLocks noChangeAspect="1"/>
          </p:cNvPicPr>
          <p:nvPr/>
        </p:nvPicPr>
        <p:blipFill rotWithShape="1">
          <a:blip r:embed="rId5">
            <a:extLst>
              <a:ext uri="{28A0092B-C50C-407E-A947-70E740481C1C}">
                <a14:useLocalDpi xmlns:a14="http://schemas.microsoft.com/office/drawing/2010/main" val="0"/>
              </a:ext>
            </a:extLst>
          </a:blip>
          <a:srcRect t="18347" b="6972"/>
          <a:stretch/>
        </p:blipFill>
        <p:spPr>
          <a:xfrm>
            <a:off x="10093741" y="4222074"/>
            <a:ext cx="1919546" cy="1308510"/>
          </a:xfrm>
          <a:prstGeom prst="rect">
            <a:avLst/>
          </a:prstGeom>
        </p:spPr>
      </p:pic>
      <p:sp>
        <p:nvSpPr>
          <p:cNvPr id="7" name="TextBox 6">
            <a:extLst>
              <a:ext uri="{FF2B5EF4-FFF2-40B4-BE49-F238E27FC236}">
                <a16:creationId xmlns:a16="http://schemas.microsoft.com/office/drawing/2014/main" id="{10DAFBB9-05D8-4331-896C-FE722C878275}"/>
              </a:ext>
            </a:extLst>
          </p:cNvPr>
          <p:cNvSpPr txBox="1"/>
          <p:nvPr/>
        </p:nvSpPr>
        <p:spPr>
          <a:xfrm>
            <a:off x="6838260" y="5401232"/>
            <a:ext cx="5257407" cy="1200329"/>
          </a:xfrm>
          <a:prstGeom prst="rect">
            <a:avLst/>
          </a:prstGeom>
          <a:noFill/>
        </p:spPr>
        <p:txBody>
          <a:bodyPr wrap="square" rtlCol="0">
            <a:spAutoFit/>
          </a:bodyPr>
          <a:lstStyle/>
          <a:p>
            <a:endParaRPr lang="en-US" dirty="0"/>
          </a:p>
          <a:p>
            <a:r>
              <a:rPr lang="en-US" dirty="0"/>
              <a:t>Real time classification demo for Gemini</a:t>
            </a:r>
          </a:p>
          <a:p>
            <a:r>
              <a:rPr lang="en-US" dirty="0"/>
              <a:t>- Code complete, runs at 200MHz using Artix-7/</a:t>
            </a:r>
            <a:r>
              <a:rPr lang="en-US" dirty="0" err="1"/>
              <a:t>Vivado</a:t>
            </a:r>
            <a:endParaRPr lang="en-US" dirty="0"/>
          </a:p>
          <a:p>
            <a:r>
              <a:rPr lang="en-US" dirty="0"/>
              <a:t>- Next step is functional verification using MNIST</a:t>
            </a:r>
          </a:p>
        </p:txBody>
      </p:sp>
    </p:spTree>
    <p:extLst>
      <p:ext uri="{BB962C8B-B14F-4D97-AF65-F5344CB8AC3E}">
        <p14:creationId xmlns:p14="http://schemas.microsoft.com/office/powerpoint/2010/main" val="9597315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02720-96B1-71E8-1B13-63CC3A709A21}"/>
              </a:ext>
            </a:extLst>
          </p:cNvPr>
          <p:cNvSpPr>
            <a:spLocks noGrp="1"/>
          </p:cNvSpPr>
          <p:nvPr>
            <p:ph type="ctrTitle"/>
          </p:nvPr>
        </p:nvSpPr>
        <p:spPr/>
        <p:txBody>
          <a:bodyPr/>
          <a:lstStyle/>
          <a:p>
            <a:r>
              <a:rPr lang="en-US" dirty="0"/>
              <a:t>conv2d.v</a:t>
            </a:r>
          </a:p>
        </p:txBody>
      </p:sp>
      <p:sp>
        <p:nvSpPr>
          <p:cNvPr id="3" name="Subtitle 2">
            <a:extLst>
              <a:ext uri="{FF2B5EF4-FFF2-40B4-BE49-F238E27FC236}">
                <a16:creationId xmlns:a16="http://schemas.microsoft.com/office/drawing/2014/main" id="{AD650A42-BF89-F671-4F3A-78FA5902F0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7130351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680F-9F70-8CC9-F82E-406878EFD016}"/>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018DAE0B-5B78-373A-B2E0-164347A1F013}"/>
              </a:ext>
            </a:extLst>
          </p:cNvPr>
          <p:cNvSpPr>
            <a:spLocks noGrp="1"/>
          </p:cNvSpPr>
          <p:nvPr>
            <p:ph idx="1"/>
          </p:nvPr>
        </p:nvSpPr>
        <p:spPr/>
        <p:txBody>
          <a:bodyPr/>
          <a:lstStyle/>
          <a:p>
            <a:r>
              <a:rPr lang="en-US" dirty="0"/>
              <a:t>initially target Gemini fabric</a:t>
            </a:r>
          </a:p>
          <a:p>
            <a:r>
              <a:rPr lang="en-US" dirty="0"/>
              <a:t>high throughput, low latency deep model evaluation</a:t>
            </a:r>
          </a:p>
          <a:p>
            <a:r>
              <a:rPr lang="en-US" dirty="0"/>
              <a:t>efficiently utilize FPGA BRAM and DSP resources</a:t>
            </a:r>
          </a:p>
          <a:p>
            <a:r>
              <a:rPr lang="en-US" dirty="0"/>
              <a:t>package as a parameterized, reusable IP</a:t>
            </a:r>
          </a:p>
        </p:txBody>
      </p:sp>
      <p:cxnSp>
        <p:nvCxnSpPr>
          <p:cNvPr id="40" name="Straight Arrow Connector 39">
            <a:extLst>
              <a:ext uri="{FF2B5EF4-FFF2-40B4-BE49-F238E27FC236}">
                <a16:creationId xmlns:a16="http://schemas.microsoft.com/office/drawing/2014/main" id="{F4AACAE5-168E-9D61-5751-3FA9877AC815}"/>
              </a:ext>
            </a:extLst>
          </p:cNvPr>
          <p:cNvCxnSpPr>
            <a:cxnSpLocks/>
            <a:endCxn id="62" idx="1"/>
          </p:cNvCxnSpPr>
          <p:nvPr/>
        </p:nvCxnSpPr>
        <p:spPr>
          <a:xfrm>
            <a:off x="1195291" y="5403273"/>
            <a:ext cx="914169" cy="20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297EFA1-ACEF-632B-88D2-C09D3B242D9B}"/>
              </a:ext>
            </a:extLst>
          </p:cNvPr>
          <p:cNvSpPr txBox="1"/>
          <p:nvPr/>
        </p:nvSpPr>
        <p:spPr>
          <a:xfrm>
            <a:off x="1582445" y="5405332"/>
            <a:ext cx="562975" cy="307777"/>
          </a:xfrm>
          <a:prstGeom prst="rect">
            <a:avLst/>
          </a:prstGeom>
          <a:noFill/>
        </p:spPr>
        <p:txBody>
          <a:bodyPr wrap="none" rtlCol="0">
            <a:spAutoFit/>
          </a:bodyPr>
          <a:lstStyle/>
          <a:p>
            <a:r>
              <a:rPr lang="en-US" sz="1400" dirty="0"/>
              <a:t>AXI-S</a:t>
            </a:r>
          </a:p>
        </p:txBody>
      </p:sp>
      <p:sp>
        <p:nvSpPr>
          <p:cNvPr id="42" name="TextBox 41">
            <a:extLst>
              <a:ext uri="{FF2B5EF4-FFF2-40B4-BE49-F238E27FC236}">
                <a16:creationId xmlns:a16="http://schemas.microsoft.com/office/drawing/2014/main" id="{72E13317-A629-E3AA-AEDA-8BB8BB93EDE4}"/>
              </a:ext>
            </a:extLst>
          </p:cNvPr>
          <p:cNvSpPr txBox="1"/>
          <p:nvPr/>
        </p:nvSpPr>
        <p:spPr>
          <a:xfrm>
            <a:off x="1702641" y="5101633"/>
            <a:ext cx="367408" cy="307777"/>
          </a:xfrm>
          <a:prstGeom prst="rect">
            <a:avLst/>
          </a:prstGeom>
          <a:noFill/>
        </p:spPr>
        <p:txBody>
          <a:bodyPr wrap="none" rtlCol="0">
            <a:spAutoFit/>
          </a:bodyPr>
          <a:lstStyle/>
          <a:p>
            <a:r>
              <a:rPr lang="en-US" sz="1400" dirty="0"/>
              <a:t>18</a:t>
            </a:r>
          </a:p>
        </p:txBody>
      </p:sp>
      <p:grpSp>
        <p:nvGrpSpPr>
          <p:cNvPr id="43" name="Group 42">
            <a:extLst>
              <a:ext uri="{FF2B5EF4-FFF2-40B4-BE49-F238E27FC236}">
                <a16:creationId xmlns:a16="http://schemas.microsoft.com/office/drawing/2014/main" id="{C74F3FED-DCB6-B6F3-17FC-13B72059D3B1}"/>
              </a:ext>
            </a:extLst>
          </p:cNvPr>
          <p:cNvGrpSpPr/>
          <p:nvPr/>
        </p:nvGrpSpPr>
        <p:grpSpPr>
          <a:xfrm>
            <a:off x="2018523" y="4195290"/>
            <a:ext cx="1035840" cy="2116610"/>
            <a:chOff x="3676159" y="2184890"/>
            <a:chExt cx="1318227" cy="2693632"/>
          </a:xfrm>
        </p:grpSpPr>
        <p:sp>
          <p:nvSpPr>
            <p:cNvPr id="62" name="TextBox 61">
              <a:extLst>
                <a:ext uri="{FF2B5EF4-FFF2-40B4-BE49-F238E27FC236}">
                  <a16:creationId xmlns:a16="http://schemas.microsoft.com/office/drawing/2014/main" id="{4BA2951D-5109-FBBF-65E5-A196906587E8}"/>
                </a:ext>
              </a:extLst>
            </p:cNvPr>
            <p:cNvSpPr txBox="1"/>
            <p:nvPr/>
          </p:nvSpPr>
          <p:spPr>
            <a:xfrm>
              <a:off x="3791887" y="2571094"/>
              <a:ext cx="552556" cy="2307428"/>
            </a:xfrm>
            <a:prstGeom prst="rect">
              <a:avLst/>
            </a:prstGeom>
            <a:noFill/>
            <a:ln w="22225">
              <a:solidFill>
                <a:schemeClr val="tx1"/>
              </a:solidFill>
            </a:ln>
          </p:spPr>
          <p:txBody>
            <a:bodyPr wrap="none" rtlCol="0" anchor="t" anchorCtr="1">
              <a:noAutofit/>
            </a:bodyPr>
            <a:lstStyle/>
            <a:p>
              <a:endParaRPr lang="en-US" sz="1400" dirty="0"/>
            </a:p>
            <a:p>
              <a:endParaRPr lang="en-US" sz="1400" dirty="0"/>
            </a:p>
            <a:p>
              <a:endParaRPr lang="en-US" sz="1400" dirty="0"/>
            </a:p>
          </p:txBody>
        </p:sp>
        <p:sp>
          <p:nvSpPr>
            <p:cNvPr id="63" name="Isosceles Triangle 62">
              <a:extLst>
                <a:ext uri="{FF2B5EF4-FFF2-40B4-BE49-F238E27FC236}">
                  <a16:creationId xmlns:a16="http://schemas.microsoft.com/office/drawing/2014/main" id="{75D14B4C-BF1A-6EBD-9A8C-C847168C067B}"/>
                </a:ext>
              </a:extLst>
            </p:cNvPr>
            <p:cNvSpPr/>
            <p:nvPr/>
          </p:nvSpPr>
          <p:spPr>
            <a:xfrm>
              <a:off x="3973657" y="4706996"/>
              <a:ext cx="187683" cy="16179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64" name="Straight Arrow Connector 63">
              <a:extLst>
                <a:ext uri="{FF2B5EF4-FFF2-40B4-BE49-F238E27FC236}">
                  <a16:creationId xmlns:a16="http://schemas.microsoft.com/office/drawing/2014/main" id="{00CBD16A-9A36-01CB-7A5A-DA78986B8348}"/>
                </a:ext>
              </a:extLst>
            </p:cNvPr>
            <p:cNvCxnSpPr>
              <a:cxnSpLocks/>
            </p:cNvCxnSpPr>
            <p:nvPr/>
          </p:nvCxnSpPr>
          <p:spPr>
            <a:xfrm>
              <a:off x="4352363" y="3724808"/>
              <a:ext cx="64202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B870868A-05D3-F486-3983-C1092E985ECF}"/>
                </a:ext>
              </a:extLst>
            </p:cNvPr>
            <p:cNvSpPr txBox="1"/>
            <p:nvPr/>
          </p:nvSpPr>
          <p:spPr>
            <a:xfrm>
              <a:off x="3676159" y="2184890"/>
              <a:ext cx="1046850" cy="391682"/>
            </a:xfrm>
            <a:prstGeom prst="rect">
              <a:avLst/>
            </a:prstGeom>
            <a:noFill/>
          </p:spPr>
          <p:txBody>
            <a:bodyPr wrap="none" rtlCol="0">
              <a:spAutoFit/>
            </a:bodyPr>
            <a:lstStyle/>
            <a:p>
              <a:r>
                <a:rPr lang="en-US" sz="1400" i="1" dirty="0"/>
                <a:t>conv2d.v</a:t>
              </a:r>
            </a:p>
          </p:txBody>
        </p:sp>
      </p:grpSp>
      <p:grpSp>
        <p:nvGrpSpPr>
          <p:cNvPr id="44" name="Group 43">
            <a:extLst>
              <a:ext uri="{FF2B5EF4-FFF2-40B4-BE49-F238E27FC236}">
                <a16:creationId xmlns:a16="http://schemas.microsoft.com/office/drawing/2014/main" id="{8BAAE1C1-14FD-5443-373B-1A50188D0B81}"/>
              </a:ext>
            </a:extLst>
          </p:cNvPr>
          <p:cNvGrpSpPr/>
          <p:nvPr/>
        </p:nvGrpSpPr>
        <p:grpSpPr>
          <a:xfrm>
            <a:off x="2970574" y="4195290"/>
            <a:ext cx="1035840" cy="2116610"/>
            <a:chOff x="3676159" y="2184890"/>
            <a:chExt cx="1318227" cy="2693632"/>
          </a:xfrm>
        </p:grpSpPr>
        <p:sp>
          <p:nvSpPr>
            <p:cNvPr id="58" name="TextBox 57">
              <a:extLst>
                <a:ext uri="{FF2B5EF4-FFF2-40B4-BE49-F238E27FC236}">
                  <a16:creationId xmlns:a16="http://schemas.microsoft.com/office/drawing/2014/main" id="{A8AEE96A-DF3E-DAC5-2F4A-D25659FDB08B}"/>
                </a:ext>
              </a:extLst>
            </p:cNvPr>
            <p:cNvSpPr txBox="1"/>
            <p:nvPr/>
          </p:nvSpPr>
          <p:spPr>
            <a:xfrm>
              <a:off x="3791887" y="2571094"/>
              <a:ext cx="552556" cy="2307428"/>
            </a:xfrm>
            <a:prstGeom prst="rect">
              <a:avLst/>
            </a:prstGeom>
            <a:noFill/>
            <a:ln w="22225">
              <a:solidFill>
                <a:schemeClr val="tx1"/>
              </a:solidFill>
            </a:ln>
          </p:spPr>
          <p:txBody>
            <a:bodyPr wrap="none" rtlCol="0" anchor="t" anchorCtr="1">
              <a:noAutofit/>
            </a:bodyPr>
            <a:lstStyle/>
            <a:p>
              <a:endParaRPr lang="en-US" sz="1400" dirty="0"/>
            </a:p>
            <a:p>
              <a:endParaRPr lang="en-US" sz="1400" dirty="0"/>
            </a:p>
            <a:p>
              <a:endParaRPr lang="en-US" sz="1400" dirty="0"/>
            </a:p>
          </p:txBody>
        </p:sp>
        <p:sp>
          <p:nvSpPr>
            <p:cNvPr id="59" name="Isosceles Triangle 58">
              <a:extLst>
                <a:ext uri="{FF2B5EF4-FFF2-40B4-BE49-F238E27FC236}">
                  <a16:creationId xmlns:a16="http://schemas.microsoft.com/office/drawing/2014/main" id="{1D2DF899-C897-53E1-7779-75459A832CB8}"/>
                </a:ext>
              </a:extLst>
            </p:cNvPr>
            <p:cNvSpPr/>
            <p:nvPr/>
          </p:nvSpPr>
          <p:spPr>
            <a:xfrm>
              <a:off x="3973657" y="4706996"/>
              <a:ext cx="187683" cy="16179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60" name="Straight Arrow Connector 59">
              <a:extLst>
                <a:ext uri="{FF2B5EF4-FFF2-40B4-BE49-F238E27FC236}">
                  <a16:creationId xmlns:a16="http://schemas.microsoft.com/office/drawing/2014/main" id="{C73D8259-38A5-0587-B0D9-1DC38F0D59E0}"/>
                </a:ext>
              </a:extLst>
            </p:cNvPr>
            <p:cNvCxnSpPr>
              <a:cxnSpLocks/>
            </p:cNvCxnSpPr>
            <p:nvPr/>
          </p:nvCxnSpPr>
          <p:spPr>
            <a:xfrm>
              <a:off x="4352363" y="3724808"/>
              <a:ext cx="64202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1923F29-0E51-8C5E-BB66-D40B085793A7}"/>
                </a:ext>
              </a:extLst>
            </p:cNvPr>
            <p:cNvSpPr txBox="1"/>
            <p:nvPr/>
          </p:nvSpPr>
          <p:spPr>
            <a:xfrm>
              <a:off x="3676159" y="2184890"/>
              <a:ext cx="1046850" cy="391682"/>
            </a:xfrm>
            <a:prstGeom prst="rect">
              <a:avLst/>
            </a:prstGeom>
            <a:noFill/>
          </p:spPr>
          <p:txBody>
            <a:bodyPr wrap="none" rtlCol="0">
              <a:spAutoFit/>
            </a:bodyPr>
            <a:lstStyle/>
            <a:p>
              <a:r>
                <a:rPr lang="en-US" sz="1400" i="1" dirty="0"/>
                <a:t>conv2d.v</a:t>
              </a:r>
            </a:p>
          </p:txBody>
        </p:sp>
      </p:grpSp>
      <p:grpSp>
        <p:nvGrpSpPr>
          <p:cNvPr id="45" name="Group 44">
            <a:extLst>
              <a:ext uri="{FF2B5EF4-FFF2-40B4-BE49-F238E27FC236}">
                <a16:creationId xmlns:a16="http://schemas.microsoft.com/office/drawing/2014/main" id="{32ACCD01-4B17-9BF6-6D5E-BDB3B03BD944}"/>
              </a:ext>
            </a:extLst>
          </p:cNvPr>
          <p:cNvGrpSpPr/>
          <p:nvPr/>
        </p:nvGrpSpPr>
        <p:grpSpPr>
          <a:xfrm>
            <a:off x="3932641" y="4195290"/>
            <a:ext cx="911208" cy="2116610"/>
            <a:chOff x="3676159" y="2184890"/>
            <a:chExt cx="1159618" cy="2693632"/>
          </a:xfrm>
        </p:grpSpPr>
        <p:sp>
          <p:nvSpPr>
            <p:cNvPr id="54" name="TextBox 53">
              <a:extLst>
                <a:ext uri="{FF2B5EF4-FFF2-40B4-BE49-F238E27FC236}">
                  <a16:creationId xmlns:a16="http://schemas.microsoft.com/office/drawing/2014/main" id="{BEEB58B9-038F-B5CC-D513-9C919BC811C5}"/>
                </a:ext>
              </a:extLst>
            </p:cNvPr>
            <p:cNvSpPr txBox="1"/>
            <p:nvPr/>
          </p:nvSpPr>
          <p:spPr>
            <a:xfrm>
              <a:off x="3791887" y="2571094"/>
              <a:ext cx="552556" cy="2307428"/>
            </a:xfrm>
            <a:prstGeom prst="rect">
              <a:avLst/>
            </a:prstGeom>
            <a:noFill/>
            <a:ln w="22225">
              <a:solidFill>
                <a:schemeClr val="tx1"/>
              </a:solidFill>
            </a:ln>
          </p:spPr>
          <p:txBody>
            <a:bodyPr wrap="none" rtlCol="0" anchor="t" anchorCtr="1">
              <a:noAutofit/>
            </a:bodyPr>
            <a:lstStyle/>
            <a:p>
              <a:endParaRPr lang="en-US" sz="1400" dirty="0"/>
            </a:p>
            <a:p>
              <a:endParaRPr lang="en-US" sz="1400" dirty="0"/>
            </a:p>
            <a:p>
              <a:endParaRPr lang="en-US" sz="1400" dirty="0"/>
            </a:p>
          </p:txBody>
        </p:sp>
        <p:sp>
          <p:nvSpPr>
            <p:cNvPr id="55" name="Isosceles Triangle 54">
              <a:extLst>
                <a:ext uri="{FF2B5EF4-FFF2-40B4-BE49-F238E27FC236}">
                  <a16:creationId xmlns:a16="http://schemas.microsoft.com/office/drawing/2014/main" id="{F2265D09-4A43-A284-4983-5619AF6713BC}"/>
                </a:ext>
              </a:extLst>
            </p:cNvPr>
            <p:cNvSpPr/>
            <p:nvPr/>
          </p:nvSpPr>
          <p:spPr>
            <a:xfrm>
              <a:off x="3973657" y="4706996"/>
              <a:ext cx="187683" cy="16179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6" name="Straight Arrow Connector 55">
              <a:extLst>
                <a:ext uri="{FF2B5EF4-FFF2-40B4-BE49-F238E27FC236}">
                  <a16:creationId xmlns:a16="http://schemas.microsoft.com/office/drawing/2014/main" id="{AD2F1A77-1ABB-5070-DE14-BC2D192899F3}"/>
                </a:ext>
              </a:extLst>
            </p:cNvPr>
            <p:cNvCxnSpPr>
              <a:cxnSpLocks/>
            </p:cNvCxnSpPr>
            <p:nvPr/>
          </p:nvCxnSpPr>
          <p:spPr>
            <a:xfrm>
              <a:off x="4352362" y="3724808"/>
              <a:ext cx="4834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CA83AEA-0DF5-5A14-82D2-56B47B2DEAEB}"/>
                </a:ext>
              </a:extLst>
            </p:cNvPr>
            <p:cNvSpPr txBox="1"/>
            <p:nvPr/>
          </p:nvSpPr>
          <p:spPr>
            <a:xfrm>
              <a:off x="3676159" y="2184890"/>
              <a:ext cx="1046850" cy="391682"/>
            </a:xfrm>
            <a:prstGeom prst="rect">
              <a:avLst/>
            </a:prstGeom>
            <a:noFill/>
          </p:spPr>
          <p:txBody>
            <a:bodyPr wrap="none" rtlCol="0">
              <a:spAutoFit/>
            </a:bodyPr>
            <a:lstStyle/>
            <a:p>
              <a:r>
                <a:rPr lang="en-US" sz="1400" i="1" dirty="0"/>
                <a:t>conv2d.v</a:t>
              </a:r>
            </a:p>
          </p:txBody>
        </p:sp>
      </p:grpSp>
      <p:sp>
        <p:nvSpPr>
          <p:cNvPr id="46" name="TextBox 45">
            <a:extLst>
              <a:ext uri="{FF2B5EF4-FFF2-40B4-BE49-F238E27FC236}">
                <a16:creationId xmlns:a16="http://schemas.microsoft.com/office/drawing/2014/main" id="{FF93A146-DDBE-8012-A768-5E572B1AC32F}"/>
              </a:ext>
            </a:extLst>
          </p:cNvPr>
          <p:cNvSpPr txBox="1"/>
          <p:nvPr/>
        </p:nvSpPr>
        <p:spPr>
          <a:xfrm>
            <a:off x="5693386" y="4498763"/>
            <a:ext cx="434189" cy="1813137"/>
          </a:xfrm>
          <a:prstGeom prst="rect">
            <a:avLst/>
          </a:prstGeom>
          <a:noFill/>
          <a:ln w="22225">
            <a:solidFill>
              <a:schemeClr val="tx1"/>
            </a:solidFill>
          </a:ln>
        </p:spPr>
        <p:txBody>
          <a:bodyPr wrap="none" rtlCol="0" anchor="t" anchorCtr="1">
            <a:noAutofit/>
          </a:bodyPr>
          <a:lstStyle/>
          <a:p>
            <a:endParaRPr lang="en-US" sz="1400" dirty="0"/>
          </a:p>
          <a:p>
            <a:endParaRPr lang="en-US" sz="1400" dirty="0"/>
          </a:p>
          <a:p>
            <a:endParaRPr lang="en-US" sz="1400" dirty="0"/>
          </a:p>
        </p:txBody>
      </p:sp>
      <p:sp>
        <p:nvSpPr>
          <p:cNvPr id="47" name="Isosceles Triangle 46">
            <a:extLst>
              <a:ext uri="{FF2B5EF4-FFF2-40B4-BE49-F238E27FC236}">
                <a16:creationId xmlns:a16="http://schemas.microsoft.com/office/drawing/2014/main" id="{FD6AC935-5FF9-AC9C-F0B0-217E22A2994B}"/>
              </a:ext>
            </a:extLst>
          </p:cNvPr>
          <p:cNvSpPr/>
          <p:nvPr/>
        </p:nvSpPr>
        <p:spPr>
          <a:xfrm>
            <a:off x="5836218" y="6177118"/>
            <a:ext cx="147478" cy="12713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8" name="Straight Arrow Connector 47">
            <a:extLst>
              <a:ext uri="{FF2B5EF4-FFF2-40B4-BE49-F238E27FC236}">
                <a16:creationId xmlns:a16="http://schemas.microsoft.com/office/drawing/2014/main" id="{F9E75ADA-79F0-95E4-DFDC-C1EB2008FBAC}"/>
              </a:ext>
            </a:extLst>
          </p:cNvPr>
          <p:cNvCxnSpPr>
            <a:cxnSpLocks/>
            <a:stCxn id="46" idx="3"/>
          </p:cNvCxnSpPr>
          <p:nvPr/>
        </p:nvCxnSpPr>
        <p:spPr>
          <a:xfrm>
            <a:off x="6127575" y="5405331"/>
            <a:ext cx="817973" cy="103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AE509C9-7652-4604-95BB-6AB91A17F5FC}"/>
              </a:ext>
            </a:extLst>
          </p:cNvPr>
          <p:cNvSpPr txBox="1"/>
          <p:nvPr/>
        </p:nvSpPr>
        <p:spPr>
          <a:xfrm>
            <a:off x="6129820" y="5405332"/>
            <a:ext cx="562975" cy="307777"/>
          </a:xfrm>
          <a:prstGeom prst="rect">
            <a:avLst/>
          </a:prstGeom>
          <a:noFill/>
        </p:spPr>
        <p:txBody>
          <a:bodyPr wrap="none" rtlCol="0">
            <a:spAutoFit/>
          </a:bodyPr>
          <a:lstStyle/>
          <a:p>
            <a:r>
              <a:rPr lang="en-US" sz="1400" dirty="0"/>
              <a:t>AXI-S</a:t>
            </a:r>
          </a:p>
        </p:txBody>
      </p:sp>
      <p:sp>
        <p:nvSpPr>
          <p:cNvPr id="50" name="TextBox 49">
            <a:extLst>
              <a:ext uri="{FF2B5EF4-FFF2-40B4-BE49-F238E27FC236}">
                <a16:creationId xmlns:a16="http://schemas.microsoft.com/office/drawing/2014/main" id="{E864548A-9E0D-69F2-A4F8-80A228351198}"/>
              </a:ext>
            </a:extLst>
          </p:cNvPr>
          <p:cNvSpPr txBox="1"/>
          <p:nvPr/>
        </p:nvSpPr>
        <p:spPr>
          <a:xfrm>
            <a:off x="6229328" y="5101633"/>
            <a:ext cx="367408" cy="307777"/>
          </a:xfrm>
          <a:prstGeom prst="rect">
            <a:avLst/>
          </a:prstGeom>
          <a:noFill/>
        </p:spPr>
        <p:txBody>
          <a:bodyPr wrap="none" rtlCol="0">
            <a:spAutoFit/>
          </a:bodyPr>
          <a:lstStyle/>
          <a:p>
            <a:r>
              <a:rPr lang="en-US" sz="1400" dirty="0"/>
              <a:t>18</a:t>
            </a:r>
          </a:p>
        </p:txBody>
      </p:sp>
      <p:sp>
        <p:nvSpPr>
          <p:cNvPr id="51" name="TextBox 50">
            <a:extLst>
              <a:ext uri="{FF2B5EF4-FFF2-40B4-BE49-F238E27FC236}">
                <a16:creationId xmlns:a16="http://schemas.microsoft.com/office/drawing/2014/main" id="{5DF1374E-C08E-EFA4-BB43-CC6A1E57E00F}"/>
              </a:ext>
            </a:extLst>
          </p:cNvPr>
          <p:cNvSpPr txBox="1"/>
          <p:nvPr/>
        </p:nvSpPr>
        <p:spPr>
          <a:xfrm>
            <a:off x="5602449" y="4195290"/>
            <a:ext cx="822597" cy="307777"/>
          </a:xfrm>
          <a:prstGeom prst="rect">
            <a:avLst/>
          </a:prstGeom>
          <a:noFill/>
        </p:spPr>
        <p:txBody>
          <a:bodyPr wrap="none" rtlCol="0">
            <a:spAutoFit/>
          </a:bodyPr>
          <a:lstStyle/>
          <a:p>
            <a:r>
              <a:rPr lang="en-US" sz="1400" i="1" dirty="0"/>
              <a:t>conv2d.v</a:t>
            </a:r>
          </a:p>
        </p:txBody>
      </p:sp>
      <p:cxnSp>
        <p:nvCxnSpPr>
          <p:cNvPr id="52" name="Straight Connector 51">
            <a:extLst>
              <a:ext uri="{FF2B5EF4-FFF2-40B4-BE49-F238E27FC236}">
                <a16:creationId xmlns:a16="http://schemas.microsoft.com/office/drawing/2014/main" id="{FFC3C1BB-1261-4AB3-67EA-0849519E1F14}"/>
              </a:ext>
            </a:extLst>
          </p:cNvPr>
          <p:cNvCxnSpPr>
            <a:cxnSpLocks/>
          </p:cNvCxnSpPr>
          <p:nvPr/>
        </p:nvCxnSpPr>
        <p:spPr>
          <a:xfrm flipH="1">
            <a:off x="4935529" y="5422423"/>
            <a:ext cx="300873" cy="0"/>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DBF64B3-3279-0E0A-5C82-7E5461591695}"/>
              </a:ext>
            </a:extLst>
          </p:cNvPr>
          <p:cNvCxnSpPr>
            <a:cxnSpLocks/>
          </p:cNvCxnSpPr>
          <p:nvPr/>
        </p:nvCxnSpPr>
        <p:spPr>
          <a:xfrm>
            <a:off x="5331363" y="5402635"/>
            <a:ext cx="3600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66915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753760" y="3790925"/>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1601360" y="3638525"/>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primitive operation</a:t>
            </a:r>
          </a:p>
        </p:txBody>
      </p:sp>
      <p:sp>
        <p:nvSpPr>
          <p:cNvPr id="3" name="TextBox 2">
            <a:extLst>
              <a:ext uri="{FF2B5EF4-FFF2-40B4-BE49-F238E27FC236}">
                <a16:creationId xmlns:a16="http://schemas.microsoft.com/office/drawing/2014/main" id="{52E943C8-38E3-41CE-994C-6A05DA33D725}"/>
              </a:ext>
            </a:extLst>
          </p:cNvPr>
          <p:cNvSpPr txBox="1"/>
          <p:nvPr/>
        </p:nvSpPr>
        <p:spPr>
          <a:xfrm>
            <a:off x="1344128" y="2778741"/>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1448960" y="3486125"/>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942301" y="2949235"/>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789901" y="2796835"/>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3637501" y="2644435"/>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3534834" y="1984003"/>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944433" y="494989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792033" y="479749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3639633" y="464509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855754" y="3207682"/>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819661" y="4527450"/>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954963" y="3678213"/>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982922" y="4245423"/>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830522" y="4093023"/>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5673857" y="3936362"/>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5341306" y="3105834"/>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971039" y="4417579"/>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4096834" y="4099991"/>
            <a:ext cx="0" cy="375409"/>
          </a:xfrm>
          <a:prstGeom prst="line">
            <a:avLst/>
          </a:prstGeom>
          <a:ln w="63500" cap="rnd">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AFCB326-5655-49E7-BE62-8EAE582D55AD}"/>
              </a:ext>
            </a:extLst>
          </p:cNvPr>
          <p:cNvCxnSpPr>
            <a:cxnSpLocks/>
          </p:cNvCxnSpPr>
          <p:nvPr/>
        </p:nvCxnSpPr>
        <p:spPr>
          <a:xfrm>
            <a:off x="6378730" y="4649745"/>
            <a:ext cx="209417" cy="164552"/>
          </a:xfrm>
          <a:prstGeom prst="line">
            <a:avLst/>
          </a:prstGeom>
          <a:ln w="63500" cap="rnd">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2284069" y="4919509"/>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2586389" y="5080435"/>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937814" y="5369524"/>
            <a:ext cx="1297150" cy="369332"/>
          </a:xfrm>
          <a:prstGeom prst="rect">
            <a:avLst/>
          </a:prstGeom>
          <a:noFill/>
          <a:ln>
            <a:noFill/>
          </a:ln>
        </p:spPr>
        <p:txBody>
          <a:bodyPr wrap="none" rtlCol="0">
            <a:spAutoFit/>
          </a:bodyPr>
          <a:lstStyle/>
          <a:p>
            <a:r>
              <a:rPr lang="en-US" i="1" dirty="0"/>
              <a:t>same shape</a:t>
            </a:r>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5420887" y="4762847"/>
            <a:ext cx="618511"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5078686" y="5554190"/>
            <a:ext cx="1921423" cy="369332"/>
          </a:xfrm>
          <a:prstGeom prst="rect">
            <a:avLst/>
          </a:prstGeom>
          <a:noFill/>
          <a:ln>
            <a:noFill/>
          </a:ln>
        </p:spPr>
        <p:txBody>
          <a:bodyPr wrap="none" rtlCol="0">
            <a:spAutoFit/>
          </a:bodyPr>
          <a:lstStyle/>
          <a:p>
            <a:r>
              <a:rPr lang="en-US" i="1" dirty="0"/>
              <a:t>tensor 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1448960" y="3486125"/>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3637500" y="2648695"/>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3643898" y="464509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4" name="Straight Connector 153">
            <a:extLst>
              <a:ext uri="{FF2B5EF4-FFF2-40B4-BE49-F238E27FC236}">
                <a16:creationId xmlns:a16="http://schemas.microsoft.com/office/drawing/2014/main" id="{2A1BE2B2-AA4B-E01C-7C95-FCC0A778D1C5}"/>
              </a:ext>
            </a:extLst>
          </p:cNvPr>
          <p:cNvCxnSpPr>
            <a:cxnSpLocks/>
          </p:cNvCxnSpPr>
          <p:nvPr/>
        </p:nvCxnSpPr>
        <p:spPr>
          <a:xfrm>
            <a:off x="2786363" y="4811027"/>
            <a:ext cx="209417" cy="164552"/>
          </a:xfrm>
          <a:prstGeom prst="line">
            <a:avLst/>
          </a:prstGeom>
          <a:ln w="63500" cap="rnd">
            <a:solidFill>
              <a:srgbClr val="00B050"/>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CBFEF44-D4B3-C2FD-D7B6-B391147887E6}"/>
              </a:ext>
            </a:extLst>
          </p:cNvPr>
          <p:cNvCxnSpPr>
            <a:cxnSpLocks/>
          </p:cNvCxnSpPr>
          <p:nvPr/>
        </p:nvCxnSpPr>
        <p:spPr>
          <a:xfrm>
            <a:off x="4974538" y="5976665"/>
            <a:ext cx="209417" cy="164552"/>
          </a:xfrm>
          <a:prstGeom prst="line">
            <a:avLst/>
          </a:prstGeom>
          <a:ln w="63500" cap="rnd">
            <a:solidFill>
              <a:srgbClr val="00B05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1352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DB252863-7C31-4F11-9378-0EF94AA521E8}"/>
              </a:ext>
            </a:extLst>
          </p:cNvPr>
          <p:cNvGrpSpPr/>
          <p:nvPr/>
        </p:nvGrpSpPr>
        <p:grpSpPr>
          <a:xfrm>
            <a:off x="1753760" y="3790925"/>
            <a:ext cx="927197" cy="927195"/>
            <a:chOff x="2983322" y="2916054"/>
            <a:chExt cx="503853" cy="503852"/>
          </a:xfrm>
          <a:solidFill>
            <a:schemeClr val="bg1"/>
          </a:solidFill>
        </p:grpSpPr>
        <p:sp>
          <p:nvSpPr>
            <p:cNvPr id="25" name="Rectangle 24">
              <a:extLst>
                <a:ext uri="{FF2B5EF4-FFF2-40B4-BE49-F238E27FC236}">
                  <a16:creationId xmlns:a16="http://schemas.microsoft.com/office/drawing/2014/main" id="{10D209B5-94B3-4933-B45E-7F556D7ED04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598B94-D066-43C7-9CF9-3D13F118ED3F}"/>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BA570-B841-4A69-99A9-D1D1FFD61436}"/>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3160C5-A6E6-4271-9C9A-E0B5D16CFF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B31AD-199C-46A9-898E-A0D3FFBA8CE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63E487-E0AD-4E21-98B2-06F4E0C03EED}"/>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3DE3135-A429-4666-B07C-E14B69B635B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7888CCF-9C5E-4AAA-87D2-A934890121A5}"/>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0376E0E-798D-4359-A9B1-C078581A402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10F4F81-57EB-490A-936B-56FDD0522722}"/>
              </a:ext>
            </a:extLst>
          </p:cNvPr>
          <p:cNvGrpSpPr/>
          <p:nvPr/>
        </p:nvGrpSpPr>
        <p:grpSpPr>
          <a:xfrm>
            <a:off x="1601360" y="3638525"/>
            <a:ext cx="927197" cy="927195"/>
            <a:chOff x="2983322" y="2916054"/>
            <a:chExt cx="503853" cy="503852"/>
          </a:xfrm>
          <a:solidFill>
            <a:schemeClr val="bg1"/>
          </a:solidFill>
        </p:grpSpPr>
        <p:sp>
          <p:nvSpPr>
            <p:cNvPr id="15" name="Rectangle 14">
              <a:extLst>
                <a:ext uri="{FF2B5EF4-FFF2-40B4-BE49-F238E27FC236}">
                  <a16:creationId xmlns:a16="http://schemas.microsoft.com/office/drawing/2014/main" id="{DD2CA6CB-16BD-4590-90F0-1FD5D137AECA}"/>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74B89C-8432-4077-9F33-2EEE712C4322}"/>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6B846BC-A1C2-4265-BB65-BC923045A68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D22E0C-4757-4FA9-95A1-4BE234EFDF1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AD34D2-BE36-41FC-92F7-AC942CCE7129}"/>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BB4E48-DE05-4E11-A7FB-1E1CF464D6E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4859F3-D08F-4711-A557-132F3F6EC49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655E55E-1358-457C-91CF-930EB1651F0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1C0BF4-6E7D-4A23-93F9-8D56B034FE8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primitive operation</a:t>
            </a:r>
          </a:p>
        </p:txBody>
      </p:sp>
      <p:sp>
        <p:nvSpPr>
          <p:cNvPr id="3" name="TextBox 2">
            <a:extLst>
              <a:ext uri="{FF2B5EF4-FFF2-40B4-BE49-F238E27FC236}">
                <a16:creationId xmlns:a16="http://schemas.microsoft.com/office/drawing/2014/main" id="{52E943C8-38E3-41CE-994C-6A05DA33D725}"/>
              </a:ext>
            </a:extLst>
          </p:cNvPr>
          <p:cNvSpPr txBox="1"/>
          <p:nvPr/>
        </p:nvSpPr>
        <p:spPr>
          <a:xfrm>
            <a:off x="1344128" y="2778741"/>
            <a:ext cx="1514543" cy="646331"/>
          </a:xfrm>
          <a:prstGeom prst="rect">
            <a:avLst/>
          </a:prstGeom>
          <a:noFill/>
        </p:spPr>
        <p:txBody>
          <a:bodyPr wrap="square" rtlCol="0">
            <a:spAutoFit/>
          </a:bodyPr>
          <a:lstStyle/>
          <a:p>
            <a:r>
              <a:rPr lang="en-US" dirty="0"/>
              <a:t>feature patch</a:t>
            </a:r>
          </a:p>
          <a:p>
            <a:r>
              <a:rPr lang="en-US" dirty="0"/>
              <a:t>[3,3,ichan]</a:t>
            </a:r>
          </a:p>
        </p:txBody>
      </p:sp>
      <p:grpSp>
        <p:nvGrpSpPr>
          <p:cNvPr id="13" name="Group 12">
            <a:extLst>
              <a:ext uri="{FF2B5EF4-FFF2-40B4-BE49-F238E27FC236}">
                <a16:creationId xmlns:a16="http://schemas.microsoft.com/office/drawing/2014/main" id="{3D676BB6-57A4-48D5-96D8-D96B58EFD81C}"/>
              </a:ext>
            </a:extLst>
          </p:cNvPr>
          <p:cNvGrpSpPr/>
          <p:nvPr/>
        </p:nvGrpSpPr>
        <p:grpSpPr>
          <a:xfrm>
            <a:off x="1448960" y="3486125"/>
            <a:ext cx="927197" cy="927195"/>
            <a:chOff x="2983322" y="2916054"/>
            <a:chExt cx="503853" cy="503852"/>
          </a:xfrm>
          <a:solidFill>
            <a:schemeClr val="bg1"/>
          </a:solidFill>
        </p:grpSpPr>
        <p:sp>
          <p:nvSpPr>
            <p:cNvPr id="4" name="Rectangle 3">
              <a:extLst>
                <a:ext uri="{FF2B5EF4-FFF2-40B4-BE49-F238E27FC236}">
                  <a16:creationId xmlns:a16="http://schemas.microsoft.com/office/drawing/2014/main" id="{B83D16E6-F938-4077-BC43-19C5549070D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364DB3-E4DE-4537-BB5E-00E44EEAA04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29DB9-B503-46A2-83A5-426E58FEA9D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B5FC1-7493-4577-A67E-29BE31A9037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9A126-1DB4-46E9-8566-9DEDBA925AE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0D88B-797F-4A3A-957F-F73960D2E51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E1A370-689E-4A29-AE7B-297D4CFC489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B7EE32-5DCE-4471-8B67-6DF66A8B0B26}"/>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DAB7DD-6E56-4CAE-9995-3F7DF828089C}"/>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B72BC64-3870-4210-BBA2-AF5CD9A7177B}"/>
              </a:ext>
            </a:extLst>
          </p:cNvPr>
          <p:cNvGrpSpPr/>
          <p:nvPr/>
        </p:nvGrpSpPr>
        <p:grpSpPr>
          <a:xfrm>
            <a:off x="3942301" y="2949235"/>
            <a:ext cx="927197" cy="927195"/>
            <a:chOff x="2983322" y="2916054"/>
            <a:chExt cx="503853" cy="503852"/>
          </a:xfrm>
          <a:solidFill>
            <a:schemeClr val="bg1"/>
          </a:solidFill>
        </p:grpSpPr>
        <p:sp>
          <p:nvSpPr>
            <p:cNvPr id="35" name="Rectangle 34">
              <a:extLst>
                <a:ext uri="{FF2B5EF4-FFF2-40B4-BE49-F238E27FC236}">
                  <a16:creationId xmlns:a16="http://schemas.microsoft.com/office/drawing/2014/main" id="{279423D0-4C18-457F-A0CD-6118CF7E7EA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83DFCD8-D4C1-4E4F-899F-C9A618512D9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8A8EE49-E6BD-4918-BD92-4F5AE1B61A7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66974BF-8F91-4349-A0C0-5216C26D0A1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09167AD-E405-405E-9D28-2F60AD9773C7}"/>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F0D9C83-72FA-4237-8658-437E11E8A95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B8620-1237-4412-B8AD-540C1A6A44AB}"/>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BA50A7-C390-48E0-B2B1-DF9167BF9A8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8AD0D0A-80E7-4BA8-861F-F31C6D6F688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6F549CEA-CD72-40FF-B7C9-3BA2112B3AFA}"/>
              </a:ext>
            </a:extLst>
          </p:cNvPr>
          <p:cNvGrpSpPr/>
          <p:nvPr/>
        </p:nvGrpSpPr>
        <p:grpSpPr>
          <a:xfrm>
            <a:off x="3789901" y="2796835"/>
            <a:ext cx="927197" cy="927195"/>
            <a:chOff x="2983322" y="2916054"/>
            <a:chExt cx="503853" cy="503852"/>
          </a:xfrm>
          <a:solidFill>
            <a:schemeClr val="bg1"/>
          </a:solidFill>
        </p:grpSpPr>
        <p:sp>
          <p:nvSpPr>
            <p:cNvPr id="45" name="Rectangle 44">
              <a:extLst>
                <a:ext uri="{FF2B5EF4-FFF2-40B4-BE49-F238E27FC236}">
                  <a16:creationId xmlns:a16="http://schemas.microsoft.com/office/drawing/2014/main" id="{59452844-73DF-4E09-8C1B-FEF29CC26F2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6282C0-7697-4F48-AC68-07EED099C87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8E6B84-C389-4215-8456-E436B1F9D55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F9D5EC-1C09-415A-9FAC-F9F0F7CB3D5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463C63-9B87-4ACA-84D9-4764861B97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0253723-5EB8-4749-AF13-539E13FC3830}"/>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6AAEAED-3B55-4712-860F-D4BAD9D5295C}"/>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6A1C4FA-0D36-4EBD-AFC9-DEFC0D0FD53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0ABE8FD-6F91-41D8-BA4D-E7F10CA9902D}"/>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3EF08BB-2FAB-4410-91DF-4224E4436768}"/>
              </a:ext>
            </a:extLst>
          </p:cNvPr>
          <p:cNvGrpSpPr/>
          <p:nvPr/>
        </p:nvGrpSpPr>
        <p:grpSpPr>
          <a:xfrm>
            <a:off x="3637501" y="2644435"/>
            <a:ext cx="927197" cy="927195"/>
            <a:chOff x="2983322" y="2916054"/>
            <a:chExt cx="503853" cy="503852"/>
          </a:xfrm>
          <a:solidFill>
            <a:schemeClr val="bg1"/>
          </a:solidFill>
        </p:grpSpPr>
        <p:sp>
          <p:nvSpPr>
            <p:cNvPr id="55" name="Rectangle 54">
              <a:extLst>
                <a:ext uri="{FF2B5EF4-FFF2-40B4-BE49-F238E27FC236}">
                  <a16:creationId xmlns:a16="http://schemas.microsoft.com/office/drawing/2014/main" id="{C955B484-CB99-4A09-A637-0CCEF997094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F0E79F2-6325-4950-A6CB-920DFD06D5A3}"/>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3650E8B-9FB6-4773-9536-E0B9E8147AEC}"/>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0416219-95E8-44E7-9BF3-A974C1DCA1C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C4BA2B7-0515-4269-9236-55152D1512F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1A1BBB-5016-403F-955D-DA3E077D02D1}"/>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54E7B37-82A8-4891-AD1F-34564286221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3E7FD66-0EC7-4EBF-A3FB-FABCE69C9C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598A5D6-8CB3-4ECB-8BB1-3D0BC9C0BFA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0544FFE7-1BCD-4645-A587-7E844A3D2735}"/>
              </a:ext>
            </a:extLst>
          </p:cNvPr>
          <p:cNvSpPr txBox="1"/>
          <p:nvPr/>
        </p:nvSpPr>
        <p:spPr>
          <a:xfrm>
            <a:off x="3534834" y="1984003"/>
            <a:ext cx="1811714" cy="646331"/>
          </a:xfrm>
          <a:prstGeom prst="rect">
            <a:avLst/>
          </a:prstGeom>
          <a:noFill/>
        </p:spPr>
        <p:txBody>
          <a:bodyPr wrap="none" rtlCol="0">
            <a:spAutoFit/>
          </a:bodyPr>
          <a:lstStyle/>
          <a:p>
            <a:r>
              <a:rPr lang="en-US" dirty="0"/>
              <a:t>weights</a:t>
            </a:r>
          </a:p>
          <a:p>
            <a:r>
              <a:rPr lang="en-US" dirty="0"/>
              <a:t>[ochan,3,3,ichan]</a:t>
            </a:r>
          </a:p>
        </p:txBody>
      </p:sp>
      <p:grpSp>
        <p:nvGrpSpPr>
          <p:cNvPr id="65" name="Group 64">
            <a:extLst>
              <a:ext uri="{FF2B5EF4-FFF2-40B4-BE49-F238E27FC236}">
                <a16:creationId xmlns:a16="http://schemas.microsoft.com/office/drawing/2014/main" id="{B88638E8-F6FA-4742-965A-08A3008D039A}"/>
              </a:ext>
            </a:extLst>
          </p:cNvPr>
          <p:cNvGrpSpPr/>
          <p:nvPr/>
        </p:nvGrpSpPr>
        <p:grpSpPr>
          <a:xfrm>
            <a:off x="3944433" y="4949898"/>
            <a:ext cx="927197" cy="927195"/>
            <a:chOff x="2983322" y="2916054"/>
            <a:chExt cx="503853" cy="503852"/>
          </a:xfrm>
          <a:solidFill>
            <a:schemeClr val="bg1"/>
          </a:solidFill>
        </p:grpSpPr>
        <p:sp>
          <p:nvSpPr>
            <p:cNvPr id="66" name="Rectangle 65">
              <a:extLst>
                <a:ext uri="{FF2B5EF4-FFF2-40B4-BE49-F238E27FC236}">
                  <a16:creationId xmlns:a16="http://schemas.microsoft.com/office/drawing/2014/main" id="{B0AE3CCE-79BD-4D58-B0E5-9D782FF1FF4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7EE5ED7-EA6F-4FF8-B2B3-8DC49521458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BB48594-9B79-442A-AB8C-E947C7B1BA89}"/>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37C3FD5-EDDF-4B8B-B88C-4314E21FC5D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F512A61-0DDF-476B-BFA9-50E50FEE8360}"/>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70D0A78-007C-44B4-BED3-0506FEDAF40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F9C26B9-D382-4D87-A218-CBCC087C7C36}"/>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7312D8-2B8B-4DEF-A96B-F64F78CE046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C40D6C-C8DE-4A5C-88CE-71E9056688F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05A7A438-6021-48C9-880B-8C162CEFBCE9}"/>
              </a:ext>
            </a:extLst>
          </p:cNvPr>
          <p:cNvGrpSpPr/>
          <p:nvPr/>
        </p:nvGrpSpPr>
        <p:grpSpPr>
          <a:xfrm>
            <a:off x="3792033" y="4797498"/>
            <a:ext cx="927197" cy="927195"/>
            <a:chOff x="2983322" y="2916054"/>
            <a:chExt cx="503853" cy="503852"/>
          </a:xfrm>
          <a:solidFill>
            <a:schemeClr val="bg1"/>
          </a:solidFill>
        </p:grpSpPr>
        <p:sp>
          <p:nvSpPr>
            <p:cNvPr id="76" name="Rectangle 75">
              <a:extLst>
                <a:ext uri="{FF2B5EF4-FFF2-40B4-BE49-F238E27FC236}">
                  <a16:creationId xmlns:a16="http://schemas.microsoft.com/office/drawing/2014/main" id="{0565F0A2-7B6F-440B-A3B1-8FC6484A1BF2}"/>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638FBC7-CBDC-42CE-A443-B315B4ECB2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0E1408B-B02D-4F8D-9EE9-94E8E3F117B1}"/>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637419F-A743-48F9-9384-AF6A5507962A}"/>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92B3E0C-07E8-4A66-B883-4CF9BFB0FDBB}"/>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06ED5B6-9A1E-4C04-9AD2-EDA15C57DCE9}"/>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16F24DE-9090-428D-B3D5-BB6AA02A449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158B646-363D-4DD4-B655-241618739C3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850B23D-B58F-49A3-B1A2-B8FDB805D47A}"/>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55328531-6E23-4B8D-BB01-57AF17673520}"/>
              </a:ext>
            </a:extLst>
          </p:cNvPr>
          <p:cNvGrpSpPr/>
          <p:nvPr/>
        </p:nvGrpSpPr>
        <p:grpSpPr>
          <a:xfrm>
            <a:off x="3639633" y="4645098"/>
            <a:ext cx="927197" cy="927195"/>
            <a:chOff x="2983322" y="2916054"/>
            <a:chExt cx="503853" cy="503852"/>
          </a:xfrm>
          <a:solidFill>
            <a:schemeClr val="bg1"/>
          </a:solidFill>
        </p:grpSpPr>
        <p:sp>
          <p:nvSpPr>
            <p:cNvPr id="86" name="Rectangle 85">
              <a:extLst>
                <a:ext uri="{FF2B5EF4-FFF2-40B4-BE49-F238E27FC236}">
                  <a16:creationId xmlns:a16="http://schemas.microsoft.com/office/drawing/2014/main" id="{F131E4B6-BA9C-4643-B754-8233AC82C539}"/>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D5CC4C8-9854-4557-801C-E9FD288FA1D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1FB2FAE-5CFB-4984-92E6-108B14728792}"/>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A51381E-9C6C-4A93-A1D1-C5219FA00A55}"/>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51BC145-CA28-4915-A2F6-AA94961D229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80F588C-905F-4E8E-8E25-27EBFE296C8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FFD4B2E-9ABE-4696-9A1F-C658E429B7B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60A8F4A-813B-4E39-AC74-3827216F1C2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62964D3-2C34-4204-BA13-47F980064A16}"/>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7" name="Straight Connector 106">
            <a:extLst>
              <a:ext uri="{FF2B5EF4-FFF2-40B4-BE49-F238E27FC236}">
                <a16:creationId xmlns:a16="http://schemas.microsoft.com/office/drawing/2014/main" id="{D4AC6642-806D-4940-A0D5-423E3056E40F}"/>
              </a:ext>
            </a:extLst>
          </p:cNvPr>
          <p:cNvCxnSpPr>
            <a:cxnSpLocks/>
          </p:cNvCxnSpPr>
          <p:nvPr/>
        </p:nvCxnSpPr>
        <p:spPr>
          <a:xfrm flipV="1">
            <a:off x="2855754" y="3207682"/>
            <a:ext cx="664773" cy="583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1F208E9-9DDD-489F-9258-AED7B7813A54}"/>
              </a:ext>
            </a:extLst>
          </p:cNvPr>
          <p:cNvCxnSpPr>
            <a:cxnSpLocks/>
          </p:cNvCxnSpPr>
          <p:nvPr/>
        </p:nvCxnSpPr>
        <p:spPr>
          <a:xfrm>
            <a:off x="2819661" y="4527450"/>
            <a:ext cx="637274" cy="1169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B612FA-45C8-47FB-9F2F-F7C80EA0CA24}"/>
              </a:ext>
            </a:extLst>
          </p:cNvPr>
          <p:cNvCxnSpPr>
            <a:cxnSpLocks/>
          </p:cNvCxnSpPr>
          <p:nvPr/>
        </p:nvCxnSpPr>
        <p:spPr>
          <a:xfrm>
            <a:off x="4954963" y="3678213"/>
            <a:ext cx="619789" cy="28131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13B1BC4B-025E-4169-AB78-6484C8A3BD02}"/>
              </a:ext>
            </a:extLst>
          </p:cNvPr>
          <p:cNvSpPr/>
          <p:nvPr/>
        </p:nvSpPr>
        <p:spPr>
          <a:xfrm>
            <a:off x="5982922" y="4245423"/>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675D6472-F0EA-428F-A88C-2F34C6D87736}"/>
              </a:ext>
            </a:extLst>
          </p:cNvPr>
          <p:cNvSpPr/>
          <p:nvPr/>
        </p:nvSpPr>
        <p:spPr>
          <a:xfrm>
            <a:off x="5830522" y="4093023"/>
            <a:ext cx="309066" cy="3090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6650F8F-BA1F-4897-92EB-3F088B6F73F5}"/>
              </a:ext>
            </a:extLst>
          </p:cNvPr>
          <p:cNvSpPr/>
          <p:nvPr/>
        </p:nvSpPr>
        <p:spPr>
          <a:xfrm>
            <a:off x="5673857" y="3936362"/>
            <a:ext cx="309066" cy="309066"/>
          </a:xfrm>
          <a:prstGeom prst="rect">
            <a:avLst/>
          </a:prstGeom>
          <a:solidFill>
            <a:schemeClr val="bg1"/>
          </a:solidFill>
          <a:ln w="222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F9CD2028-283B-493A-8017-4E0F979DDE95}"/>
              </a:ext>
            </a:extLst>
          </p:cNvPr>
          <p:cNvSpPr txBox="1"/>
          <p:nvPr/>
        </p:nvSpPr>
        <p:spPr>
          <a:xfrm>
            <a:off x="5341306" y="3105834"/>
            <a:ext cx="1509388" cy="646331"/>
          </a:xfrm>
          <a:prstGeom prst="rect">
            <a:avLst/>
          </a:prstGeom>
          <a:noFill/>
        </p:spPr>
        <p:txBody>
          <a:bodyPr wrap="none" rtlCol="0">
            <a:spAutoFit/>
          </a:bodyPr>
          <a:lstStyle/>
          <a:p>
            <a:r>
              <a:rPr lang="en-US" dirty="0"/>
              <a:t>feature vector</a:t>
            </a:r>
          </a:p>
          <a:p>
            <a:r>
              <a:rPr lang="en-US" dirty="0"/>
              <a:t>[1,1,ochan]</a:t>
            </a:r>
          </a:p>
        </p:txBody>
      </p:sp>
      <p:cxnSp>
        <p:nvCxnSpPr>
          <p:cNvPr id="148" name="Straight Connector 147">
            <a:extLst>
              <a:ext uri="{FF2B5EF4-FFF2-40B4-BE49-F238E27FC236}">
                <a16:creationId xmlns:a16="http://schemas.microsoft.com/office/drawing/2014/main" id="{5946FC0F-CD0C-481E-BCB5-956F43346580}"/>
              </a:ext>
            </a:extLst>
          </p:cNvPr>
          <p:cNvCxnSpPr>
            <a:cxnSpLocks/>
          </p:cNvCxnSpPr>
          <p:nvPr/>
        </p:nvCxnSpPr>
        <p:spPr>
          <a:xfrm flipV="1">
            <a:off x="4971039" y="4417579"/>
            <a:ext cx="661303" cy="25019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42445D5-8BA2-4E87-88A0-290ACA78C60D}"/>
              </a:ext>
            </a:extLst>
          </p:cNvPr>
          <p:cNvCxnSpPr>
            <a:cxnSpLocks/>
          </p:cNvCxnSpPr>
          <p:nvPr/>
        </p:nvCxnSpPr>
        <p:spPr>
          <a:xfrm>
            <a:off x="4141961" y="4158024"/>
            <a:ext cx="0" cy="302098"/>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629E8183-6596-4528-9BF3-55943B7077EA}"/>
              </a:ext>
            </a:extLst>
          </p:cNvPr>
          <p:cNvCxnSpPr>
            <a:cxnSpLocks/>
            <a:stCxn id="166" idx="0"/>
          </p:cNvCxnSpPr>
          <p:nvPr/>
        </p:nvCxnSpPr>
        <p:spPr>
          <a:xfrm flipH="1" flipV="1">
            <a:off x="2284069" y="4919509"/>
            <a:ext cx="302320" cy="45001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531E44FF-09EA-4DEE-8DFD-AFDA48C07B01}"/>
              </a:ext>
            </a:extLst>
          </p:cNvPr>
          <p:cNvCxnSpPr>
            <a:cxnSpLocks/>
            <a:stCxn id="166" idx="0"/>
          </p:cNvCxnSpPr>
          <p:nvPr/>
        </p:nvCxnSpPr>
        <p:spPr>
          <a:xfrm flipV="1">
            <a:off x="2586389" y="5080435"/>
            <a:ext cx="907939" cy="2890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76856C98-913B-40B3-920C-07B1AC81D952}"/>
              </a:ext>
            </a:extLst>
          </p:cNvPr>
          <p:cNvSpPr txBox="1"/>
          <p:nvPr/>
        </p:nvSpPr>
        <p:spPr>
          <a:xfrm>
            <a:off x="1937814" y="5369524"/>
            <a:ext cx="1297150" cy="369332"/>
          </a:xfrm>
          <a:prstGeom prst="rect">
            <a:avLst/>
          </a:prstGeom>
          <a:noFill/>
          <a:ln>
            <a:noFill/>
          </a:ln>
        </p:spPr>
        <p:txBody>
          <a:bodyPr wrap="none" rtlCol="0">
            <a:spAutoFit/>
          </a:bodyPr>
          <a:lstStyle/>
          <a:p>
            <a:r>
              <a:rPr lang="en-US" i="1" dirty="0"/>
              <a:t>same shape</a:t>
            </a:r>
          </a:p>
        </p:txBody>
      </p:sp>
      <p:cxnSp>
        <p:nvCxnSpPr>
          <p:cNvPr id="183" name="Straight Arrow Connector 182">
            <a:extLst>
              <a:ext uri="{FF2B5EF4-FFF2-40B4-BE49-F238E27FC236}">
                <a16:creationId xmlns:a16="http://schemas.microsoft.com/office/drawing/2014/main" id="{CB9DEB0A-0D19-4DC2-B667-83CD8D502CE4}"/>
              </a:ext>
            </a:extLst>
          </p:cNvPr>
          <p:cNvCxnSpPr>
            <a:cxnSpLocks/>
            <a:stCxn id="184" idx="0"/>
          </p:cNvCxnSpPr>
          <p:nvPr/>
        </p:nvCxnSpPr>
        <p:spPr>
          <a:xfrm flipH="1" flipV="1">
            <a:off x="5420887" y="4762847"/>
            <a:ext cx="618511" cy="79134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6421675-6EBA-4D21-AF02-1663601E6651}"/>
              </a:ext>
            </a:extLst>
          </p:cNvPr>
          <p:cNvSpPr txBox="1"/>
          <p:nvPr/>
        </p:nvSpPr>
        <p:spPr>
          <a:xfrm>
            <a:off x="5078686" y="5554190"/>
            <a:ext cx="1921423" cy="369332"/>
          </a:xfrm>
          <a:prstGeom prst="rect">
            <a:avLst/>
          </a:prstGeom>
          <a:noFill/>
          <a:ln>
            <a:noFill/>
          </a:ln>
        </p:spPr>
        <p:txBody>
          <a:bodyPr wrap="none" rtlCol="0">
            <a:spAutoFit/>
          </a:bodyPr>
          <a:lstStyle/>
          <a:p>
            <a:r>
              <a:rPr lang="en-US" i="1" dirty="0"/>
              <a:t>tensor dot product</a:t>
            </a:r>
          </a:p>
        </p:txBody>
      </p:sp>
      <p:sp>
        <p:nvSpPr>
          <p:cNvPr id="196" name="Rectangle 195">
            <a:extLst>
              <a:ext uri="{FF2B5EF4-FFF2-40B4-BE49-F238E27FC236}">
                <a16:creationId xmlns:a16="http://schemas.microsoft.com/office/drawing/2014/main" id="{B81BAB52-F307-40BA-A75C-38D1A0486543}"/>
              </a:ext>
            </a:extLst>
          </p:cNvPr>
          <p:cNvSpPr/>
          <p:nvPr/>
        </p:nvSpPr>
        <p:spPr>
          <a:xfrm>
            <a:off x="1448960" y="3486125"/>
            <a:ext cx="927197" cy="931454"/>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FFD1781-3EF4-49BD-B6E2-71B92F1AF3A5}"/>
              </a:ext>
            </a:extLst>
          </p:cNvPr>
          <p:cNvSpPr/>
          <p:nvPr/>
        </p:nvSpPr>
        <p:spPr>
          <a:xfrm>
            <a:off x="3637500" y="2648695"/>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7E17AF61-3BA0-431D-8715-FE056D381E41}"/>
              </a:ext>
            </a:extLst>
          </p:cNvPr>
          <p:cNvSpPr/>
          <p:nvPr/>
        </p:nvSpPr>
        <p:spPr>
          <a:xfrm>
            <a:off x="3643898" y="4645098"/>
            <a:ext cx="927197" cy="931454"/>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12397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CNN dot product using FPGA</a:t>
            </a:r>
          </a:p>
        </p:txBody>
      </p:sp>
      <p:sp>
        <p:nvSpPr>
          <p:cNvPr id="172" name="TextBox 171">
            <a:extLst>
              <a:ext uri="{FF2B5EF4-FFF2-40B4-BE49-F238E27FC236}">
                <a16:creationId xmlns:a16="http://schemas.microsoft.com/office/drawing/2014/main" id="{E4303698-6117-4E21-974C-EE3A489C7814}"/>
              </a:ext>
            </a:extLst>
          </p:cNvPr>
          <p:cNvSpPr txBox="1"/>
          <p:nvPr/>
        </p:nvSpPr>
        <p:spPr>
          <a:xfrm>
            <a:off x="10188622" y="5815159"/>
            <a:ext cx="764953" cy="369332"/>
          </a:xfrm>
          <a:prstGeom prst="rect">
            <a:avLst/>
          </a:prstGeom>
          <a:noFill/>
          <a:ln w="22225">
            <a:solidFill>
              <a:srgbClr val="00B050"/>
            </a:solidFill>
          </a:ln>
        </p:spPr>
        <p:txBody>
          <a:bodyPr wrap="none" rtlCol="0">
            <a:noAutofit/>
          </a:bodyPr>
          <a:lstStyle/>
          <a:p>
            <a:r>
              <a:rPr lang="en-US" dirty="0"/>
              <a:t>BRAM</a:t>
            </a:r>
          </a:p>
        </p:txBody>
      </p:sp>
      <p:sp>
        <p:nvSpPr>
          <p:cNvPr id="173" name="TextBox 172">
            <a:extLst>
              <a:ext uri="{FF2B5EF4-FFF2-40B4-BE49-F238E27FC236}">
                <a16:creationId xmlns:a16="http://schemas.microsoft.com/office/drawing/2014/main" id="{F883DE96-2D45-4134-BEFB-87A596FECB74}"/>
              </a:ext>
            </a:extLst>
          </p:cNvPr>
          <p:cNvSpPr txBox="1"/>
          <p:nvPr/>
        </p:nvSpPr>
        <p:spPr>
          <a:xfrm>
            <a:off x="10188622" y="6292076"/>
            <a:ext cx="764953" cy="353192"/>
          </a:xfrm>
          <a:prstGeom prst="rect">
            <a:avLst/>
          </a:prstGeom>
          <a:noFill/>
          <a:ln w="22225">
            <a:solidFill>
              <a:srgbClr val="FF0000"/>
            </a:solidFill>
          </a:ln>
        </p:spPr>
        <p:txBody>
          <a:bodyPr wrap="none" rtlCol="0">
            <a:noAutofit/>
          </a:bodyPr>
          <a:lstStyle/>
          <a:p>
            <a:r>
              <a:rPr lang="en-US" dirty="0"/>
              <a:t>BRAM</a:t>
            </a:r>
          </a:p>
        </p:txBody>
      </p:sp>
      <p:sp>
        <p:nvSpPr>
          <p:cNvPr id="174" name="TextBox 173">
            <a:extLst>
              <a:ext uri="{FF2B5EF4-FFF2-40B4-BE49-F238E27FC236}">
                <a16:creationId xmlns:a16="http://schemas.microsoft.com/office/drawing/2014/main" id="{52A394BE-4A39-42CF-B8CC-8FE33D1DEBA8}"/>
              </a:ext>
            </a:extLst>
          </p:cNvPr>
          <p:cNvSpPr txBox="1"/>
          <p:nvPr/>
        </p:nvSpPr>
        <p:spPr>
          <a:xfrm>
            <a:off x="10953575" y="5815159"/>
            <a:ext cx="808876" cy="369332"/>
          </a:xfrm>
          <a:prstGeom prst="rect">
            <a:avLst/>
          </a:prstGeom>
          <a:noFill/>
        </p:spPr>
        <p:txBody>
          <a:bodyPr wrap="none" rtlCol="0">
            <a:spAutoFit/>
          </a:bodyPr>
          <a:lstStyle/>
          <a:p>
            <a:r>
              <a:rPr lang="en-US" dirty="0"/>
              <a:t>stripes</a:t>
            </a:r>
          </a:p>
        </p:txBody>
      </p:sp>
      <p:sp>
        <p:nvSpPr>
          <p:cNvPr id="175" name="TextBox 174">
            <a:extLst>
              <a:ext uri="{FF2B5EF4-FFF2-40B4-BE49-F238E27FC236}">
                <a16:creationId xmlns:a16="http://schemas.microsoft.com/office/drawing/2014/main" id="{7ACE607C-1563-419A-85B1-43D0AF292405}"/>
              </a:ext>
            </a:extLst>
          </p:cNvPr>
          <p:cNvSpPr txBox="1"/>
          <p:nvPr/>
        </p:nvSpPr>
        <p:spPr>
          <a:xfrm>
            <a:off x="10965955" y="6292076"/>
            <a:ext cx="911468" cy="369332"/>
          </a:xfrm>
          <a:prstGeom prst="rect">
            <a:avLst/>
          </a:prstGeom>
          <a:noFill/>
        </p:spPr>
        <p:txBody>
          <a:bodyPr wrap="none" rtlCol="0">
            <a:spAutoFit/>
          </a:bodyPr>
          <a:lstStyle/>
          <a:p>
            <a:r>
              <a:rPr lang="en-US" dirty="0"/>
              <a:t>weights</a:t>
            </a:r>
          </a:p>
        </p:txBody>
      </p:sp>
      <p:pic>
        <p:nvPicPr>
          <p:cNvPr id="264" name="Picture 263">
            <a:extLst>
              <a:ext uri="{FF2B5EF4-FFF2-40B4-BE49-F238E27FC236}">
                <a16:creationId xmlns:a16="http://schemas.microsoft.com/office/drawing/2014/main" id="{AB98B5D2-A66F-5FF4-D8CF-60A818B972A2}"/>
              </a:ext>
            </a:extLst>
          </p:cNvPr>
          <p:cNvPicPr>
            <a:picLocks noChangeAspect="1"/>
          </p:cNvPicPr>
          <p:nvPr/>
        </p:nvPicPr>
        <p:blipFill>
          <a:blip r:embed="rId2"/>
          <a:stretch>
            <a:fillRect/>
          </a:stretch>
        </p:blipFill>
        <p:spPr>
          <a:xfrm>
            <a:off x="6593849" y="5803775"/>
            <a:ext cx="3328704" cy="414564"/>
          </a:xfrm>
          <a:prstGeom prst="rect">
            <a:avLst/>
          </a:prstGeom>
        </p:spPr>
      </p:pic>
      <p:pic>
        <p:nvPicPr>
          <p:cNvPr id="265" name="Picture 264">
            <a:extLst>
              <a:ext uri="{FF2B5EF4-FFF2-40B4-BE49-F238E27FC236}">
                <a16:creationId xmlns:a16="http://schemas.microsoft.com/office/drawing/2014/main" id="{9DCD2979-CD3F-2402-4F63-3E8DCB8B893B}"/>
              </a:ext>
            </a:extLst>
          </p:cNvPr>
          <p:cNvPicPr>
            <a:picLocks noChangeAspect="1"/>
          </p:cNvPicPr>
          <p:nvPr/>
        </p:nvPicPr>
        <p:blipFill>
          <a:blip r:embed="rId3"/>
          <a:stretch>
            <a:fillRect/>
          </a:stretch>
        </p:blipFill>
        <p:spPr>
          <a:xfrm>
            <a:off x="7437109" y="6285593"/>
            <a:ext cx="2499577" cy="414564"/>
          </a:xfrm>
          <a:prstGeom prst="rect">
            <a:avLst/>
          </a:prstGeom>
        </p:spPr>
      </p:pic>
      <p:pic>
        <p:nvPicPr>
          <p:cNvPr id="229" name="Picture 228">
            <a:extLst>
              <a:ext uri="{FF2B5EF4-FFF2-40B4-BE49-F238E27FC236}">
                <a16:creationId xmlns:a16="http://schemas.microsoft.com/office/drawing/2014/main" id="{FB325436-0F96-9C11-FB1B-89A8A319B826}"/>
              </a:ext>
            </a:extLst>
          </p:cNvPr>
          <p:cNvPicPr>
            <a:picLocks noChangeAspect="1"/>
          </p:cNvPicPr>
          <p:nvPr/>
        </p:nvPicPr>
        <p:blipFill>
          <a:blip r:embed="rId4"/>
          <a:stretch>
            <a:fillRect/>
          </a:stretch>
        </p:blipFill>
        <p:spPr>
          <a:xfrm>
            <a:off x="336807" y="1999726"/>
            <a:ext cx="5144118" cy="4184765"/>
          </a:xfrm>
          <a:prstGeom prst="rect">
            <a:avLst/>
          </a:prstGeom>
        </p:spPr>
      </p:pic>
      <p:pic>
        <p:nvPicPr>
          <p:cNvPr id="231" name="Picture 230">
            <a:extLst>
              <a:ext uri="{FF2B5EF4-FFF2-40B4-BE49-F238E27FC236}">
                <a16:creationId xmlns:a16="http://schemas.microsoft.com/office/drawing/2014/main" id="{2D4690B6-A848-866C-0CFC-AB17F5954648}"/>
              </a:ext>
            </a:extLst>
          </p:cNvPr>
          <p:cNvPicPr>
            <a:picLocks noChangeAspect="1"/>
          </p:cNvPicPr>
          <p:nvPr/>
        </p:nvPicPr>
        <p:blipFill>
          <a:blip r:embed="rId5"/>
          <a:stretch>
            <a:fillRect/>
          </a:stretch>
        </p:blipFill>
        <p:spPr>
          <a:xfrm>
            <a:off x="5960533" y="1997075"/>
            <a:ext cx="6126662" cy="3419243"/>
          </a:xfrm>
          <a:prstGeom prst="rect">
            <a:avLst/>
          </a:prstGeom>
        </p:spPr>
      </p:pic>
    </p:spTree>
    <p:extLst>
      <p:ext uri="{BB962C8B-B14F-4D97-AF65-F5344CB8AC3E}">
        <p14:creationId xmlns:p14="http://schemas.microsoft.com/office/powerpoint/2010/main" val="29729036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Arrow Connector 41">
            <a:extLst>
              <a:ext uri="{FF2B5EF4-FFF2-40B4-BE49-F238E27FC236}">
                <a16:creationId xmlns:a16="http://schemas.microsoft.com/office/drawing/2014/main" id="{7ABA4675-04CB-492F-B213-DEAC621AC604}"/>
              </a:ext>
            </a:extLst>
          </p:cNvPr>
          <p:cNvCxnSpPr>
            <a:cxnSpLocks/>
            <a:endCxn id="45" idx="1"/>
          </p:cNvCxnSpPr>
          <p:nvPr/>
        </p:nvCxnSpPr>
        <p:spPr>
          <a:xfrm>
            <a:off x="6169430" y="3425594"/>
            <a:ext cx="8618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55399CE7-93A5-4E08-887C-34677961F5D1}"/>
              </a:ext>
            </a:extLst>
          </p:cNvPr>
          <p:cNvGrpSpPr/>
          <p:nvPr/>
        </p:nvGrpSpPr>
        <p:grpSpPr>
          <a:xfrm>
            <a:off x="7031251" y="3250496"/>
            <a:ext cx="350195" cy="350195"/>
            <a:chOff x="3860124" y="2202910"/>
            <a:chExt cx="350195" cy="350195"/>
          </a:xfrm>
        </p:grpSpPr>
        <p:sp>
          <p:nvSpPr>
            <p:cNvPr id="45" name="Rectangle 44">
              <a:extLst>
                <a:ext uri="{FF2B5EF4-FFF2-40B4-BE49-F238E27FC236}">
                  <a16:creationId xmlns:a16="http://schemas.microsoft.com/office/drawing/2014/main" id="{132958A7-5017-4BF8-9D4E-1C7C5BB513EB}"/>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8659107C-C77A-4D5E-BBE3-B8F215EE1246}"/>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7" name="Straight Arrow Connector 46">
            <a:extLst>
              <a:ext uri="{FF2B5EF4-FFF2-40B4-BE49-F238E27FC236}">
                <a16:creationId xmlns:a16="http://schemas.microsoft.com/office/drawing/2014/main" id="{3769BD0D-C56D-4128-A770-F596F07379DB}"/>
              </a:ext>
            </a:extLst>
          </p:cNvPr>
          <p:cNvCxnSpPr>
            <a:cxnSpLocks/>
          </p:cNvCxnSpPr>
          <p:nvPr/>
        </p:nvCxnSpPr>
        <p:spPr>
          <a:xfrm>
            <a:off x="7381446" y="3415825"/>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8D5FAF6-0FB9-49D9-83B2-41040AB3628A}"/>
              </a:ext>
            </a:extLst>
          </p:cNvPr>
          <p:cNvSpPr txBox="1"/>
          <p:nvPr/>
        </p:nvSpPr>
        <p:spPr>
          <a:xfrm>
            <a:off x="7915045" y="2775274"/>
            <a:ext cx="650437" cy="1279941"/>
          </a:xfrm>
          <a:prstGeom prst="rect">
            <a:avLst/>
          </a:prstGeom>
          <a:noFill/>
          <a:ln w="22225">
            <a:solidFill>
              <a:schemeClr val="tx1"/>
            </a:solidFill>
          </a:ln>
        </p:spPr>
        <p:txBody>
          <a:bodyPr wrap="none" rtlCol="0">
            <a:noAutofit/>
          </a:bodyPr>
          <a:lstStyle/>
          <a:p>
            <a:pPr algn="ctr"/>
            <a:r>
              <a:rPr lang="en-US" dirty="0"/>
              <a:t>DSP</a:t>
            </a:r>
          </a:p>
        </p:txBody>
      </p:sp>
      <p:grpSp>
        <p:nvGrpSpPr>
          <p:cNvPr id="49" name="Group 48">
            <a:extLst>
              <a:ext uri="{FF2B5EF4-FFF2-40B4-BE49-F238E27FC236}">
                <a16:creationId xmlns:a16="http://schemas.microsoft.com/office/drawing/2014/main" id="{D1E3D428-9E14-409C-A667-5173798C24C9}"/>
              </a:ext>
            </a:extLst>
          </p:cNvPr>
          <p:cNvGrpSpPr/>
          <p:nvPr/>
        </p:nvGrpSpPr>
        <p:grpSpPr>
          <a:xfrm>
            <a:off x="8790442" y="3296683"/>
            <a:ext cx="350195" cy="350195"/>
            <a:chOff x="3860124" y="2202910"/>
            <a:chExt cx="350195" cy="350195"/>
          </a:xfrm>
        </p:grpSpPr>
        <p:sp>
          <p:nvSpPr>
            <p:cNvPr id="50" name="Rectangle 49">
              <a:extLst>
                <a:ext uri="{FF2B5EF4-FFF2-40B4-BE49-F238E27FC236}">
                  <a16:creationId xmlns:a16="http://schemas.microsoft.com/office/drawing/2014/main" id="{EFD07190-4B43-4523-B9C5-3F5E7CCFAD6B}"/>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27A521E9-E898-4D83-86A1-8C734B7B920C}"/>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BB522AC2-5688-447A-BD25-AF4C09B6E045}"/>
              </a:ext>
            </a:extLst>
          </p:cNvPr>
          <p:cNvCxnSpPr>
            <a:cxnSpLocks/>
          </p:cNvCxnSpPr>
          <p:nvPr/>
        </p:nvCxnSpPr>
        <p:spPr>
          <a:xfrm>
            <a:off x="8549006" y="3471780"/>
            <a:ext cx="2414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C519826-07B4-47DB-B3A3-39DAD6AE2E91}"/>
              </a:ext>
            </a:extLst>
          </p:cNvPr>
          <p:cNvCxnSpPr>
            <a:cxnSpLocks/>
          </p:cNvCxnSpPr>
          <p:nvPr/>
        </p:nvCxnSpPr>
        <p:spPr>
          <a:xfrm>
            <a:off x="9140637" y="3469389"/>
            <a:ext cx="40559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9B4C0DE-2E64-44A8-82FA-42BD4B49900A}"/>
              </a:ext>
            </a:extLst>
          </p:cNvPr>
          <p:cNvCxnSpPr>
            <a:cxnSpLocks/>
          </p:cNvCxnSpPr>
          <p:nvPr/>
        </p:nvCxnSpPr>
        <p:spPr>
          <a:xfrm>
            <a:off x="7598013" y="2980950"/>
            <a:ext cx="3005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E36A4B3-37A7-45D5-9A6A-31C37A8B6F1A}"/>
              </a:ext>
            </a:extLst>
          </p:cNvPr>
          <p:cNvCxnSpPr>
            <a:cxnSpLocks/>
          </p:cNvCxnSpPr>
          <p:nvPr/>
        </p:nvCxnSpPr>
        <p:spPr>
          <a:xfrm flipV="1">
            <a:off x="7598013" y="2478854"/>
            <a:ext cx="0" cy="5020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871A70B-8FF7-4583-BCAC-7A7E54791300}"/>
              </a:ext>
            </a:extLst>
          </p:cNvPr>
          <p:cNvCxnSpPr>
            <a:cxnSpLocks/>
          </p:cNvCxnSpPr>
          <p:nvPr/>
        </p:nvCxnSpPr>
        <p:spPr>
          <a:xfrm>
            <a:off x="7598013" y="2478854"/>
            <a:ext cx="173466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21761FD-A8A3-42BA-9218-56286218A6FB}"/>
              </a:ext>
            </a:extLst>
          </p:cNvPr>
          <p:cNvCxnSpPr>
            <a:cxnSpLocks/>
          </p:cNvCxnSpPr>
          <p:nvPr/>
        </p:nvCxnSpPr>
        <p:spPr>
          <a:xfrm flipV="1">
            <a:off x="9332676" y="2478854"/>
            <a:ext cx="0" cy="9905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rapezoid 57">
            <a:extLst>
              <a:ext uri="{FF2B5EF4-FFF2-40B4-BE49-F238E27FC236}">
                <a16:creationId xmlns:a16="http://schemas.microsoft.com/office/drawing/2014/main" id="{84E9056F-E91E-4AC6-972D-83044D6E8306}"/>
              </a:ext>
            </a:extLst>
          </p:cNvPr>
          <p:cNvSpPr/>
          <p:nvPr/>
        </p:nvSpPr>
        <p:spPr>
          <a:xfrm rot="5400000">
            <a:off x="9355448" y="3299654"/>
            <a:ext cx="725816" cy="344253"/>
          </a:xfrm>
          <a:prstGeom prst="trapezoid">
            <a:avLst>
              <a:gd name="adj" fmla="val 437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2960A8CF-30E5-4368-861A-F252B057E2F6}"/>
              </a:ext>
            </a:extLst>
          </p:cNvPr>
          <p:cNvCxnSpPr>
            <a:cxnSpLocks/>
            <a:stCxn id="66" idx="3"/>
          </p:cNvCxnSpPr>
          <p:nvPr/>
        </p:nvCxnSpPr>
        <p:spPr>
          <a:xfrm>
            <a:off x="10496698" y="3471781"/>
            <a:ext cx="1348972" cy="23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2F4C5CA-D83D-4609-BEA3-AB5B880A7644}"/>
              </a:ext>
            </a:extLst>
          </p:cNvPr>
          <p:cNvCxnSpPr>
            <a:cxnSpLocks/>
            <a:endCxn id="62" idx="1"/>
          </p:cNvCxnSpPr>
          <p:nvPr/>
        </p:nvCxnSpPr>
        <p:spPr>
          <a:xfrm>
            <a:off x="6425766" y="3869109"/>
            <a:ext cx="605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4FC06FCF-5FBC-4195-B611-923EC75F61A6}"/>
              </a:ext>
            </a:extLst>
          </p:cNvPr>
          <p:cNvGrpSpPr/>
          <p:nvPr/>
        </p:nvGrpSpPr>
        <p:grpSpPr>
          <a:xfrm>
            <a:off x="7031251" y="3694011"/>
            <a:ext cx="350195" cy="350195"/>
            <a:chOff x="3860124" y="2202910"/>
            <a:chExt cx="350195" cy="350195"/>
          </a:xfrm>
        </p:grpSpPr>
        <p:sp>
          <p:nvSpPr>
            <p:cNvPr id="62" name="Rectangle 61">
              <a:extLst>
                <a:ext uri="{FF2B5EF4-FFF2-40B4-BE49-F238E27FC236}">
                  <a16:creationId xmlns:a16="http://schemas.microsoft.com/office/drawing/2014/main" id="{936E8817-08B3-4F50-A5C9-FF3F13713C6D}"/>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B6DEFAA5-8EF9-48EB-B5C6-E3D21BF8D13C}"/>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40357F21-EDD4-40D2-ABAC-BEF4BEAB5224}"/>
              </a:ext>
            </a:extLst>
          </p:cNvPr>
          <p:cNvGrpSpPr/>
          <p:nvPr/>
        </p:nvGrpSpPr>
        <p:grpSpPr>
          <a:xfrm>
            <a:off x="10146503" y="3296683"/>
            <a:ext cx="350195" cy="350195"/>
            <a:chOff x="3860124" y="2202910"/>
            <a:chExt cx="350195" cy="350195"/>
          </a:xfrm>
        </p:grpSpPr>
        <p:sp>
          <p:nvSpPr>
            <p:cNvPr id="66" name="Rectangle 65">
              <a:extLst>
                <a:ext uri="{FF2B5EF4-FFF2-40B4-BE49-F238E27FC236}">
                  <a16:creationId xmlns:a16="http://schemas.microsoft.com/office/drawing/2014/main" id="{0F11E03E-3D35-4CA9-8EB1-6BA2D9AF8B55}"/>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Isosceles Triangle 66">
              <a:extLst>
                <a:ext uri="{FF2B5EF4-FFF2-40B4-BE49-F238E27FC236}">
                  <a16:creationId xmlns:a16="http://schemas.microsoft.com/office/drawing/2014/main" id="{FF907043-2640-41F6-95E1-8F4629C947BF}"/>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8" name="Straight Connector 67">
            <a:extLst>
              <a:ext uri="{FF2B5EF4-FFF2-40B4-BE49-F238E27FC236}">
                <a16:creationId xmlns:a16="http://schemas.microsoft.com/office/drawing/2014/main" id="{6EE3693D-8C37-47B3-9225-ACE167165038}"/>
              </a:ext>
            </a:extLst>
          </p:cNvPr>
          <p:cNvCxnSpPr>
            <a:cxnSpLocks/>
            <a:endCxn id="66" idx="1"/>
          </p:cNvCxnSpPr>
          <p:nvPr/>
        </p:nvCxnSpPr>
        <p:spPr>
          <a:xfrm>
            <a:off x="9890483" y="3469389"/>
            <a:ext cx="256020" cy="23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A6A3AD3-AAA8-4152-84C5-00033F520955}"/>
              </a:ext>
            </a:extLst>
          </p:cNvPr>
          <p:cNvSpPr txBox="1"/>
          <p:nvPr/>
        </p:nvSpPr>
        <p:spPr>
          <a:xfrm>
            <a:off x="10872426" y="3081669"/>
            <a:ext cx="778418" cy="369332"/>
          </a:xfrm>
          <a:prstGeom prst="rect">
            <a:avLst/>
          </a:prstGeom>
          <a:noFill/>
        </p:spPr>
        <p:txBody>
          <a:bodyPr wrap="none" rtlCol="0">
            <a:spAutoFit/>
          </a:bodyPr>
          <a:lstStyle/>
          <a:p>
            <a:r>
              <a:rPr lang="en-US" dirty="0"/>
              <a:t>TDATA</a:t>
            </a:r>
          </a:p>
        </p:txBody>
      </p:sp>
      <p:cxnSp>
        <p:nvCxnSpPr>
          <p:cNvPr id="70" name="Straight Arrow Connector 69">
            <a:extLst>
              <a:ext uri="{FF2B5EF4-FFF2-40B4-BE49-F238E27FC236}">
                <a16:creationId xmlns:a16="http://schemas.microsoft.com/office/drawing/2014/main" id="{A22B4CA4-A43E-4123-BF69-8B9BC717BE26}"/>
              </a:ext>
            </a:extLst>
          </p:cNvPr>
          <p:cNvCxnSpPr>
            <a:cxnSpLocks/>
          </p:cNvCxnSpPr>
          <p:nvPr/>
        </p:nvCxnSpPr>
        <p:spPr>
          <a:xfrm>
            <a:off x="7381446" y="3869109"/>
            <a:ext cx="5296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40C27C6-FDF2-4883-8FBF-9EDB6B14FFFE}"/>
              </a:ext>
            </a:extLst>
          </p:cNvPr>
          <p:cNvSpPr txBox="1"/>
          <p:nvPr/>
        </p:nvSpPr>
        <p:spPr>
          <a:xfrm>
            <a:off x="8697801" y="2958933"/>
            <a:ext cx="490840" cy="369332"/>
          </a:xfrm>
          <a:prstGeom prst="rect">
            <a:avLst/>
          </a:prstGeom>
          <a:noFill/>
        </p:spPr>
        <p:txBody>
          <a:bodyPr wrap="none" rtlCol="0">
            <a:spAutoFit/>
          </a:bodyPr>
          <a:lstStyle/>
          <a:p>
            <a:r>
              <a:rPr lang="en-US" i="1" dirty="0"/>
              <a:t>acc</a:t>
            </a:r>
          </a:p>
        </p:txBody>
      </p:sp>
      <p:sp>
        <p:nvSpPr>
          <p:cNvPr id="72" name="TextBox 71">
            <a:extLst>
              <a:ext uri="{FF2B5EF4-FFF2-40B4-BE49-F238E27FC236}">
                <a16:creationId xmlns:a16="http://schemas.microsoft.com/office/drawing/2014/main" id="{AD663524-8518-4E96-A060-8B3A3F5E310D}"/>
              </a:ext>
            </a:extLst>
          </p:cNvPr>
          <p:cNvSpPr txBox="1"/>
          <p:nvPr/>
        </p:nvSpPr>
        <p:spPr>
          <a:xfrm>
            <a:off x="11080250" y="3490008"/>
            <a:ext cx="418704" cy="369332"/>
          </a:xfrm>
          <a:prstGeom prst="rect">
            <a:avLst/>
          </a:prstGeom>
          <a:noFill/>
        </p:spPr>
        <p:txBody>
          <a:bodyPr wrap="none" rtlCol="0">
            <a:spAutoFit/>
          </a:bodyPr>
          <a:lstStyle/>
          <a:p>
            <a:r>
              <a:rPr lang="en-US" dirty="0"/>
              <a:t>18</a:t>
            </a:r>
          </a:p>
        </p:txBody>
      </p:sp>
      <p:sp>
        <p:nvSpPr>
          <p:cNvPr id="73" name="TextBox 72">
            <a:extLst>
              <a:ext uri="{FF2B5EF4-FFF2-40B4-BE49-F238E27FC236}">
                <a16:creationId xmlns:a16="http://schemas.microsoft.com/office/drawing/2014/main" id="{9CA833DE-0264-49B2-BBC0-CB3931309AFD}"/>
              </a:ext>
            </a:extLst>
          </p:cNvPr>
          <p:cNvSpPr txBox="1"/>
          <p:nvPr/>
        </p:nvSpPr>
        <p:spPr>
          <a:xfrm>
            <a:off x="9390628" y="2789455"/>
            <a:ext cx="662233" cy="369332"/>
          </a:xfrm>
          <a:prstGeom prst="rect">
            <a:avLst/>
          </a:prstGeom>
          <a:noFill/>
        </p:spPr>
        <p:txBody>
          <a:bodyPr wrap="none" rtlCol="0">
            <a:spAutoFit/>
          </a:bodyPr>
          <a:lstStyle/>
          <a:p>
            <a:r>
              <a:rPr lang="en-US" i="1" dirty="0"/>
              <a:t>RELU</a:t>
            </a:r>
          </a:p>
        </p:txBody>
      </p:sp>
      <p:cxnSp>
        <p:nvCxnSpPr>
          <p:cNvPr id="82" name="Straight Arrow Connector 81">
            <a:extLst>
              <a:ext uri="{FF2B5EF4-FFF2-40B4-BE49-F238E27FC236}">
                <a16:creationId xmlns:a16="http://schemas.microsoft.com/office/drawing/2014/main" id="{37C426F3-429B-4A2E-A205-07243C2B4FCF}"/>
              </a:ext>
            </a:extLst>
          </p:cNvPr>
          <p:cNvCxnSpPr>
            <a:cxnSpLocks/>
          </p:cNvCxnSpPr>
          <p:nvPr/>
        </p:nvCxnSpPr>
        <p:spPr>
          <a:xfrm>
            <a:off x="403534" y="3370948"/>
            <a:ext cx="1348972" cy="23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BDAA48FC-709A-46E0-9FD5-E7CA274DFA4F}"/>
              </a:ext>
            </a:extLst>
          </p:cNvPr>
          <p:cNvSpPr txBox="1"/>
          <p:nvPr/>
        </p:nvSpPr>
        <p:spPr>
          <a:xfrm>
            <a:off x="779262" y="2980836"/>
            <a:ext cx="778418" cy="369332"/>
          </a:xfrm>
          <a:prstGeom prst="rect">
            <a:avLst/>
          </a:prstGeom>
          <a:noFill/>
        </p:spPr>
        <p:txBody>
          <a:bodyPr wrap="none" rtlCol="0">
            <a:spAutoFit/>
          </a:bodyPr>
          <a:lstStyle/>
          <a:p>
            <a:r>
              <a:rPr lang="en-US" dirty="0"/>
              <a:t>TDATA</a:t>
            </a:r>
          </a:p>
        </p:txBody>
      </p:sp>
      <p:sp>
        <p:nvSpPr>
          <p:cNvPr id="87" name="TextBox 86">
            <a:extLst>
              <a:ext uri="{FF2B5EF4-FFF2-40B4-BE49-F238E27FC236}">
                <a16:creationId xmlns:a16="http://schemas.microsoft.com/office/drawing/2014/main" id="{592D6EE9-7A45-4E1D-9741-B72FD20AA9A0}"/>
              </a:ext>
            </a:extLst>
          </p:cNvPr>
          <p:cNvSpPr txBox="1"/>
          <p:nvPr/>
        </p:nvSpPr>
        <p:spPr>
          <a:xfrm>
            <a:off x="987086" y="3389175"/>
            <a:ext cx="418704" cy="369332"/>
          </a:xfrm>
          <a:prstGeom prst="rect">
            <a:avLst/>
          </a:prstGeom>
          <a:noFill/>
        </p:spPr>
        <p:txBody>
          <a:bodyPr wrap="none" rtlCol="0">
            <a:spAutoFit/>
          </a:bodyPr>
          <a:lstStyle/>
          <a:p>
            <a:r>
              <a:rPr lang="en-US" dirty="0"/>
              <a:t>18</a:t>
            </a:r>
          </a:p>
        </p:txBody>
      </p:sp>
      <p:grpSp>
        <p:nvGrpSpPr>
          <p:cNvPr id="88" name="Group 87">
            <a:extLst>
              <a:ext uri="{FF2B5EF4-FFF2-40B4-BE49-F238E27FC236}">
                <a16:creationId xmlns:a16="http://schemas.microsoft.com/office/drawing/2014/main" id="{24520A3B-BAC6-49CA-8093-0D1E9F27B9F4}"/>
              </a:ext>
            </a:extLst>
          </p:cNvPr>
          <p:cNvGrpSpPr/>
          <p:nvPr/>
        </p:nvGrpSpPr>
        <p:grpSpPr>
          <a:xfrm>
            <a:off x="1760326" y="3195850"/>
            <a:ext cx="350195" cy="350195"/>
            <a:chOff x="3860124" y="2202910"/>
            <a:chExt cx="350195" cy="350195"/>
          </a:xfrm>
        </p:grpSpPr>
        <p:sp>
          <p:nvSpPr>
            <p:cNvPr id="89" name="Rectangle 88">
              <a:extLst>
                <a:ext uri="{FF2B5EF4-FFF2-40B4-BE49-F238E27FC236}">
                  <a16:creationId xmlns:a16="http://schemas.microsoft.com/office/drawing/2014/main" id="{1D3805CF-683B-4014-B234-14839A681E82}"/>
                </a:ext>
              </a:extLst>
            </p:cNvPr>
            <p:cNvSpPr/>
            <p:nvPr/>
          </p:nvSpPr>
          <p:spPr>
            <a:xfrm>
              <a:off x="3860124" y="2202910"/>
              <a:ext cx="350195" cy="350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89">
              <a:extLst>
                <a:ext uri="{FF2B5EF4-FFF2-40B4-BE49-F238E27FC236}">
                  <a16:creationId xmlns:a16="http://schemas.microsoft.com/office/drawing/2014/main" id="{5969044B-F5A2-4ABD-967A-37FD0CE3EA6C}"/>
                </a:ext>
              </a:extLst>
            </p:cNvPr>
            <p:cNvSpPr/>
            <p:nvPr/>
          </p:nvSpPr>
          <p:spPr>
            <a:xfrm>
              <a:off x="3982124" y="2461559"/>
              <a:ext cx="106194" cy="915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1" name="Straight Arrow Connector 90">
            <a:extLst>
              <a:ext uri="{FF2B5EF4-FFF2-40B4-BE49-F238E27FC236}">
                <a16:creationId xmlns:a16="http://schemas.microsoft.com/office/drawing/2014/main" id="{97D9754F-BC54-4B97-93A5-C0CE5B0DD2AE}"/>
              </a:ext>
            </a:extLst>
          </p:cNvPr>
          <p:cNvCxnSpPr>
            <a:cxnSpLocks/>
          </p:cNvCxnSpPr>
          <p:nvPr/>
        </p:nvCxnSpPr>
        <p:spPr>
          <a:xfrm>
            <a:off x="2110191" y="3389175"/>
            <a:ext cx="551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7AD5EB3E-80EA-47B3-9E89-75599EB985D5}"/>
              </a:ext>
            </a:extLst>
          </p:cNvPr>
          <p:cNvSpPr txBox="1"/>
          <p:nvPr/>
        </p:nvSpPr>
        <p:spPr>
          <a:xfrm>
            <a:off x="4254844" y="4790813"/>
            <a:ext cx="764953" cy="369332"/>
          </a:xfrm>
          <a:prstGeom prst="rect">
            <a:avLst/>
          </a:prstGeom>
          <a:noFill/>
        </p:spPr>
        <p:txBody>
          <a:bodyPr wrap="none" rtlCol="0">
            <a:spAutoFit/>
          </a:bodyPr>
          <a:lstStyle/>
          <a:p>
            <a:r>
              <a:rPr lang="en-US" dirty="0"/>
              <a:t>BRAM</a:t>
            </a:r>
          </a:p>
        </p:txBody>
      </p:sp>
      <p:sp>
        <p:nvSpPr>
          <p:cNvPr id="78" name="TextBox 77">
            <a:extLst>
              <a:ext uri="{FF2B5EF4-FFF2-40B4-BE49-F238E27FC236}">
                <a16:creationId xmlns:a16="http://schemas.microsoft.com/office/drawing/2014/main" id="{E2E14EA7-90B5-4565-963E-942D8CB2A149}"/>
              </a:ext>
            </a:extLst>
          </p:cNvPr>
          <p:cNvSpPr txBox="1"/>
          <p:nvPr/>
        </p:nvSpPr>
        <p:spPr>
          <a:xfrm>
            <a:off x="3870868" y="3634897"/>
            <a:ext cx="1172309" cy="369332"/>
          </a:xfrm>
          <a:prstGeom prst="rect">
            <a:avLst/>
          </a:prstGeom>
          <a:noFill/>
        </p:spPr>
        <p:txBody>
          <a:bodyPr wrap="none" rtlCol="0">
            <a:spAutoFit/>
          </a:bodyPr>
          <a:lstStyle/>
          <a:p>
            <a:pPr algn="ctr"/>
            <a:r>
              <a:rPr lang="en-US" dirty="0"/>
              <a:t>row buffer</a:t>
            </a:r>
          </a:p>
        </p:txBody>
      </p:sp>
      <p:sp>
        <p:nvSpPr>
          <p:cNvPr id="573" name="TextBox 572">
            <a:extLst>
              <a:ext uri="{FF2B5EF4-FFF2-40B4-BE49-F238E27FC236}">
                <a16:creationId xmlns:a16="http://schemas.microsoft.com/office/drawing/2014/main" id="{57219563-F902-F4C4-9408-1C0AF1DCE6C9}"/>
              </a:ext>
            </a:extLst>
          </p:cNvPr>
          <p:cNvSpPr txBox="1"/>
          <p:nvPr/>
        </p:nvSpPr>
        <p:spPr>
          <a:xfrm rot="5400000">
            <a:off x="3864872" y="1677394"/>
            <a:ext cx="1109396" cy="3499720"/>
          </a:xfrm>
          <a:prstGeom prst="rect">
            <a:avLst/>
          </a:prstGeom>
          <a:noFill/>
          <a:ln w="22225">
            <a:solidFill>
              <a:schemeClr val="tx1"/>
            </a:solidFill>
          </a:ln>
        </p:spPr>
        <p:txBody>
          <a:bodyPr wrap="none" rtlCol="0">
            <a:noAutofit/>
          </a:bodyPr>
          <a:lstStyle/>
          <a:p>
            <a:pPr algn="ctr"/>
            <a:endParaRPr lang="en-US" dirty="0"/>
          </a:p>
        </p:txBody>
      </p:sp>
      <p:sp>
        <p:nvSpPr>
          <p:cNvPr id="80" name="TextBox 79">
            <a:extLst>
              <a:ext uri="{FF2B5EF4-FFF2-40B4-BE49-F238E27FC236}">
                <a16:creationId xmlns:a16="http://schemas.microsoft.com/office/drawing/2014/main" id="{3AAB90B9-5234-46F2-8172-30F93C75B245}"/>
              </a:ext>
            </a:extLst>
          </p:cNvPr>
          <p:cNvSpPr txBox="1"/>
          <p:nvPr/>
        </p:nvSpPr>
        <p:spPr>
          <a:xfrm>
            <a:off x="4385467" y="5697502"/>
            <a:ext cx="911468" cy="369332"/>
          </a:xfrm>
          <a:prstGeom prst="rect">
            <a:avLst/>
          </a:prstGeom>
          <a:noFill/>
        </p:spPr>
        <p:txBody>
          <a:bodyPr wrap="none" rtlCol="0">
            <a:spAutoFit/>
          </a:bodyPr>
          <a:lstStyle/>
          <a:p>
            <a:pPr algn="ctr"/>
            <a:r>
              <a:rPr lang="en-US" dirty="0"/>
              <a:t>weights</a:t>
            </a:r>
          </a:p>
        </p:txBody>
      </p:sp>
      <p:grpSp>
        <p:nvGrpSpPr>
          <p:cNvPr id="2" name="Group 1">
            <a:extLst>
              <a:ext uri="{FF2B5EF4-FFF2-40B4-BE49-F238E27FC236}">
                <a16:creationId xmlns:a16="http://schemas.microsoft.com/office/drawing/2014/main" id="{2A265CC5-892A-74F4-8A73-AF26F61856F2}"/>
              </a:ext>
            </a:extLst>
          </p:cNvPr>
          <p:cNvGrpSpPr/>
          <p:nvPr/>
        </p:nvGrpSpPr>
        <p:grpSpPr>
          <a:xfrm>
            <a:off x="2745258" y="3245377"/>
            <a:ext cx="3322727" cy="2369192"/>
            <a:chOff x="2745258" y="3245377"/>
            <a:chExt cx="3322727" cy="2369192"/>
          </a:xfrm>
        </p:grpSpPr>
        <p:sp>
          <p:nvSpPr>
            <p:cNvPr id="279" name="Rectangle 278">
              <a:extLst>
                <a:ext uri="{FF2B5EF4-FFF2-40B4-BE49-F238E27FC236}">
                  <a16:creationId xmlns:a16="http://schemas.microsoft.com/office/drawing/2014/main" id="{E209BC39-2581-E729-F647-8342B7428741}"/>
                </a:ext>
              </a:extLst>
            </p:cNvPr>
            <p:cNvSpPr/>
            <p:nvPr/>
          </p:nvSpPr>
          <p:spPr>
            <a:xfrm rot="10800000">
              <a:off x="5557100"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EE82B8BC-0DC4-314C-3F22-A4735FF515A7}"/>
                </a:ext>
              </a:extLst>
            </p:cNvPr>
            <p:cNvSpPr/>
            <p:nvPr/>
          </p:nvSpPr>
          <p:spPr>
            <a:xfrm rot="10800000">
              <a:off x="5456677"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D2351E5E-FE9E-60AF-01E5-9594374D6E11}"/>
                </a:ext>
              </a:extLst>
            </p:cNvPr>
            <p:cNvSpPr/>
            <p:nvPr/>
          </p:nvSpPr>
          <p:spPr>
            <a:xfrm rot="10800000">
              <a:off x="5356254"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EB163966-2EEB-5CFA-4B03-0107E66F835F}"/>
                </a:ext>
              </a:extLst>
            </p:cNvPr>
            <p:cNvSpPr/>
            <p:nvPr/>
          </p:nvSpPr>
          <p:spPr>
            <a:xfrm rot="10800000">
              <a:off x="5255831"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F92630C8-AD94-893E-6A46-A9B742EFCEBB}"/>
                </a:ext>
              </a:extLst>
            </p:cNvPr>
            <p:cNvSpPr/>
            <p:nvPr/>
          </p:nvSpPr>
          <p:spPr>
            <a:xfrm rot="10800000">
              <a:off x="5155408"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474F6FCE-9968-3260-22C9-E3C549CCA127}"/>
                </a:ext>
              </a:extLst>
            </p:cNvPr>
            <p:cNvSpPr/>
            <p:nvPr/>
          </p:nvSpPr>
          <p:spPr>
            <a:xfrm rot="10800000">
              <a:off x="5054985"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EEC8AECD-C106-8537-FF81-280DCDDFD806}"/>
                </a:ext>
              </a:extLst>
            </p:cNvPr>
            <p:cNvSpPr/>
            <p:nvPr/>
          </p:nvSpPr>
          <p:spPr>
            <a:xfrm rot="10800000">
              <a:off x="4954562"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CFBABB58-9EDA-55E3-ACE2-C4A06DDA8677}"/>
                </a:ext>
              </a:extLst>
            </p:cNvPr>
            <p:cNvSpPr/>
            <p:nvPr/>
          </p:nvSpPr>
          <p:spPr>
            <a:xfrm rot="10800000">
              <a:off x="4854140"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A619E5D7-E6CD-D328-9FA5-39AF415EC5F6}"/>
                </a:ext>
              </a:extLst>
            </p:cNvPr>
            <p:cNvSpPr/>
            <p:nvPr/>
          </p:nvSpPr>
          <p:spPr>
            <a:xfrm rot="10800000">
              <a:off x="4753717"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152832EB-888B-F223-FA97-890EB64AF91B}"/>
                </a:ext>
              </a:extLst>
            </p:cNvPr>
            <p:cNvSpPr/>
            <p:nvPr/>
          </p:nvSpPr>
          <p:spPr>
            <a:xfrm rot="10800000">
              <a:off x="4653294"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52421BB7-12FE-FBB5-85B4-F6CDA7DD36C6}"/>
                </a:ext>
              </a:extLst>
            </p:cNvPr>
            <p:cNvSpPr/>
            <p:nvPr/>
          </p:nvSpPr>
          <p:spPr>
            <a:xfrm rot="10800000">
              <a:off x="4552871"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40A74250-A57A-9D56-F362-8742F5197650}"/>
                </a:ext>
              </a:extLst>
            </p:cNvPr>
            <p:cNvSpPr/>
            <p:nvPr/>
          </p:nvSpPr>
          <p:spPr>
            <a:xfrm rot="10800000">
              <a:off x="4452448"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766C3118-31C8-3164-BBD6-049EA688938D}"/>
                </a:ext>
              </a:extLst>
            </p:cNvPr>
            <p:cNvSpPr/>
            <p:nvPr/>
          </p:nvSpPr>
          <p:spPr>
            <a:xfrm rot="10800000">
              <a:off x="4352025"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CAB954F7-46FB-E94D-2937-AF9DA09FF8F7}"/>
                </a:ext>
              </a:extLst>
            </p:cNvPr>
            <p:cNvSpPr/>
            <p:nvPr/>
          </p:nvSpPr>
          <p:spPr>
            <a:xfrm rot="10800000">
              <a:off x="4251602"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ED18F36C-D66C-7BD9-11C8-A5BE23ED54CE}"/>
                </a:ext>
              </a:extLst>
            </p:cNvPr>
            <p:cNvSpPr/>
            <p:nvPr/>
          </p:nvSpPr>
          <p:spPr>
            <a:xfrm rot="10800000">
              <a:off x="4151179"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09D1CFD1-9051-1F10-AC08-17B271947F34}"/>
                </a:ext>
              </a:extLst>
            </p:cNvPr>
            <p:cNvSpPr/>
            <p:nvPr/>
          </p:nvSpPr>
          <p:spPr>
            <a:xfrm rot="10800000">
              <a:off x="4050756"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10A8D81B-2022-D642-194F-509CF9346832}"/>
                </a:ext>
              </a:extLst>
            </p:cNvPr>
            <p:cNvSpPr/>
            <p:nvPr/>
          </p:nvSpPr>
          <p:spPr>
            <a:xfrm rot="10800000">
              <a:off x="3950333"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692253A0-A889-D509-D4B9-2C565CBEAEF8}"/>
                </a:ext>
              </a:extLst>
            </p:cNvPr>
            <p:cNvSpPr/>
            <p:nvPr/>
          </p:nvSpPr>
          <p:spPr>
            <a:xfrm rot="10800000">
              <a:off x="3849910"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7D47E582-37D8-A18C-2A78-7B5BC6599187}"/>
                </a:ext>
              </a:extLst>
            </p:cNvPr>
            <p:cNvSpPr/>
            <p:nvPr/>
          </p:nvSpPr>
          <p:spPr>
            <a:xfrm rot="10800000">
              <a:off x="3749487"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704E862D-281A-E36C-7F0B-F4FF68127610}"/>
                </a:ext>
              </a:extLst>
            </p:cNvPr>
            <p:cNvSpPr/>
            <p:nvPr/>
          </p:nvSpPr>
          <p:spPr>
            <a:xfrm rot="10800000">
              <a:off x="3649064"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7CFB2495-E4ED-0515-85B1-AD9D234C7787}"/>
                </a:ext>
              </a:extLst>
            </p:cNvPr>
            <p:cNvSpPr/>
            <p:nvPr/>
          </p:nvSpPr>
          <p:spPr>
            <a:xfrm rot="10800000">
              <a:off x="3548641"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7AB9AFCD-9884-81EB-B9A5-1F933BB5B805}"/>
                </a:ext>
              </a:extLst>
            </p:cNvPr>
            <p:cNvSpPr/>
            <p:nvPr/>
          </p:nvSpPr>
          <p:spPr>
            <a:xfrm rot="10800000">
              <a:off x="3448219"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FDC52CB-180C-587C-20AE-985017032486}"/>
                </a:ext>
              </a:extLst>
            </p:cNvPr>
            <p:cNvSpPr/>
            <p:nvPr/>
          </p:nvSpPr>
          <p:spPr>
            <a:xfrm rot="10800000">
              <a:off x="3347796"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69190909-58EA-635C-9997-798BB30FB1A3}"/>
                </a:ext>
              </a:extLst>
            </p:cNvPr>
            <p:cNvSpPr/>
            <p:nvPr/>
          </p:nvSpPr>
          <p:spPr>
            <a:xfrm rot="10800000">
              <a:off x="3247373"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A53961D5-945C-59D2-6C0C-FA520EC315C7}"/>
                </a:ext>
              </a:extLst>
            </p:cNvPr>
            <p:cNvSpPr/>
            <p:nvPr/>
          </p:nvSpPr>
          <p:spPr>
            <a:xfrm rot="10800000">
              <a:off x="3146950"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613ECAFD-FBE4-5C5A-659F-F2D2F5415E3B}"/>
                </a:ext>
              </a:extLst>
            </p:cNvPr>
            <p:cNvSpPr/>
            <p:nvPr/>
          </p:nvSpPr>
          <p:spPr>
            <a:xfrm rot="10800000">
              <a:off x="3046527"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A4063ECD-8E21-BCFF-CAB7-467B17F7F836}"/>
                </a:ext>
              </a:extLst>
            </p:cNvPr>
            <p:cNvSpPr/>
            <p:nvPr/>
          </p:nvSpPr>
          <p:spPr>
            <a:xfrm rot="10800000">
              <a:off x="2946104"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ED48AAC0-37EA-EE09-981E-D87CC4CD900A}"/>
                </a:ext>
              </a:extLst>
            </p:cNvPr>
            <p:cNvSpPr/>
            <p:nvPr/>
          </p:nvSpPr>
          <p:spPr>
            <a:xfrm rot="10800000">
              <a:off x="2845681"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6507ADAB-FC5A-5FD4-414A-7A627BFDA2C7}"/>
                </a:ext>
              </a:extLst>
            </p:cNvPr>
            <p:cNvSpPr/>
            <p:nvPr/>
          </p:nvSpPr>
          <p:spPr>
            <a:xfrm rot="10800000">
              <a:off x="2745258" y="354729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 name="Group 307">
              <a:extLst>
                <a:ext uri="{FF2B5EF4-FFF2-40B4-BE49-F238E27FC236}">
                  <a16:creationId xmlns:a16="http://schemas.microsoft.com/office/drawing/2014/main" id="{78C72EFF-A21D-98EF-D2C5-3D20C9068DA8}"/>
                </a:ext>
              </a:extLst>
            </p:cNvPr>
            <p:cNvGrpSpPr/>
            <p:nvPr/>
          </p:nvGrpSpPr>
          <p:grpSpPr>
            <a:xfrm rot="10800000">
              <a:off x="2745258" y="3447001"/>
              <a:ext cx="3213534" cy="100423"/>
              <a:chOff x="1743959" y="2564091"/>
              <a:chExt cx="6334816" cy="197963"/>
            </a:xfrm>
            <a:solidFill>
              <a:schemeClr val="bg1"/>
            </a:solidFill>
          </p:grpSpPr>
          <p:sp>
            <p:nvSpPr>
              <p:cNvPr id="309" name="Rectangle 308">
                <a:extLst>
                  <a:ext uri="{FF2B5EF4-FFF2-40B4-BE49-F238E27FC236}">
                    <a16:creationId xmlns:a16="http://schemas.microsoft.com/office/drawing/2014/main" id="{1D5A02D7-0744-085C-FAED-A052CA5D8A7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E8D68F8-6B55-6E17-FE1C-232F9933AD4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7039199C-EFCA-33C2-12D9-CDCC74CD8309}"/>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A454F002-D62C-6F30-83B5-A69D2749BE2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5E0B9F61-8551-11F4-6F66-873AF35FEF83}"/>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6CE99281-E9A5-589C-30C8-1CC1957C58DE}"/>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1E465050-1EAA-734A-6F82-D13CEEA890C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D4A73399-2064-83DA-191A-0902F14601F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48F4617C-1A0A-C5E3-8BFF-EA7C90CA68A4}"/>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7B3CF07F-B2F0-1FF5-7931-D35C10CC00D5}"/>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C7E74BA4-31C9-075F-7076-A879375980D5}"/>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2E5EFD1C-67BD-FB72-B5A5-AEE1C8C4C3FB}"/>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1C8957BE-33B4-4094-D8F4-007FFD3B87C6}"/>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7611CBC3-F141-34E5-933E-C16C32E05398}"/>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44F42073-0CD2-B305-C4B9-5300F490C41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1868F362-8ADB-587C-9165-681078F28355}"/>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8CF9C270-A40E-2328-836E-EEDEDCCB2A9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3BBF740B-D994-F19A-1172-B9CF112592E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34D7C401-323A-1733-BDAC-E265049AA76A}"/>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435AACF8-B192-0428-BCE2-CD1256F2415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F832F27E-DB78-D27A-0EAC-FD6D09F2666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4C1828AD-21AB-7E2E-0984-343EE489B9D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FBE23DE1-1255-B572-BBEA-95B3CC0AC39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49A8688F-43E9-D09B-6199-2B408802DAA5}"/>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56A6981B-AA87-905F-A7F2-D8D333381D73}"/>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9DAE3B69-4140-EF4A-432D-4E1F63D2D94F}"/>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F610605D-5340-1695-F58C-014F24F447C7}"/>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B7FB4644-84DA-EA97-2E29-8902C45140AA}"/>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1948567D-FBD7-BC26-9CA2-73F114EE3971}"/>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A69502B9-D8EE-8F6A-B896-8EEFCB6C9EF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7186AC6E-72BD-24E0-1BFF-FCDAD25EEAD1}"/>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3C455DCC-6B6D-4089-8A5A-FE25C27E460D}"/>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1" name="Group 340">
              <a:extLst>
                <a:ext uri="{FF2B5EF4-FFF2-40B4-BE49-F238E27FC236}">
                  <a16:creationId xmlns:a16="http://schemas.microsoft.com/office/drawing/2014/main" id="{34A855A4-14FC-0CE5-0661-14242182B0AD}"/>
                </a:ext>
              </a:extLst>
            </p:cNvPr>
            <p:cNvGrpSpPr/>
            <p:nvPr/>
          </p:nvGrpSpPr>
          <p:grpSpPr>
            <a:xfrm rot="10800000">
              <a:off x="2745258" y="3346578"/>
              <a:ext cx="3213534" cy="100423"/>
              <a:chOff x="1743959" y="2564091"/>
              <a:chExt cx="6334816" cy="197963"/>
            </a:xfrm>
            <a:solidFill>
              <a:schemeClr val="bg1"/>
            </a:solidFill>
          </p:grpSpPr>
          <p:sp>
            <p:nvSpPr>
              <p:cNvPr id="342" name="Rectangle 341">
                <a:extLst>
                  <a:ext uri="{FF2B5EF4-FFF2-40B4-BE49-F238E27FC236}">
                    <a16:creationId xmlns:a16="http://schemas.microsoft.com/office/drawing/2014/main" id="{6ED51E74-38E5-9C43-6956-A12C4BA08C2E}"/>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56E0CE4F-4BFA-AEDC-B6E1-6E48BFFA4835}"/>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D13A2D89-B5BB-310D-C870-86BB033A448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2CF363F6-0DF8-2875-2D2B-9FFD327990F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0776F83F-3C73-CABB-D71C-323DBABECD1E}"/>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D48ACA38-DD8F-FA53-E289-E781E4DC70B8}"/>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5A670AB0-1D8E-0D85-F2B6-02CA6A898A70}"/>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52BE89B3-061A-6394-38E5-306C9271C54E}"/>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CBC6EA2F-F1DD-E73A-0E16-B33D1067260A}"/>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AFFBA534-6550-931C-A123-613B7127FB39}"/>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00B6B829-7CF1-F4FC-FF1A-993CB588E8E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5DC2F444-65AB-D1B1-5D72-FF91C36132C7}"/>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416FC68B-2DC2-867D-2235-E1850FBFBECF}"/>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98E0861D-2468-5078-C123-8591BC497BE8}"/>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F66A4398-3B7C-32C5-8E5C-A2DA9DBE21D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07D19247-07A9-6097-CC6C-618726188ADF}"/>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0B49A8B3-8EF0-C49E-54E8-8E3B773CA944}"/>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D4E2990-8B79-3563-CBEA-A409000020F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65AE16DE-052E-0517-282B-87EECF4660A1}"/>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06431675-A71D-50A1-77E8-A13AAE9E197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1C3A63B9-DCE3-FA5C-E965-C2AEE4D29F1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A0E41106-6575-FAE1-2763-D7113184B168}"/>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BF5CDD82-92A2-1AC4-CD32-638176EA360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F1F8258F-84A4-7857-77E9-E0EE6B8F3BB6}"/>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0B63ADDE-0EF8-FA35-7007-5ED03918DCC0}"/>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2730B029-C37B-7550-75B2-0FC860EA8FA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C08080FE-6402-01D4-20A3-62F818D3879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6BC1CE61-91D1-EBDB-A88D-E166EC2D6EDF}"/>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289928E5-17F5-DE8C-A130-BFF8C7FF7BB5}"/>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1539C2EA-E984-D216-1D85-9C7CCBFB79CD}"/>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337E55B9-3F91-4C99-15C1-DC4475962E09}"/>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137CC9FB-3730-0A14-86E6-07AD418EF339}"/>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4" name="Group 373">
              <a:extLst>
                <a:ext uri="{FF2B5EF4-FFF2-40B4-BE49-F238E27FC236}">
                  <a16:creationId xmlns:a16="http://schemas.microsoft.com/office/drawing/2014/main" id="{CD8BDA68-0799-20DE-A9C3-71515939B20E}"/>
                </a:ext>
              </a:extLst>
            </p:cNvPr>
            <p:cNvGrpSpPr/>
            <p:nvPr/>
          </p:nvGrpSpPr>
          <p:grpSpPr>
            <a:xfrm rot="10800000">
              <a:off x="5657523" y="3501705"/>
              <a:ext cx="350300" cy="146008"/>
              <a:chOff x="1150032" y="5207038"/>
              <a:chExt cx="690543" cy="287825"/>
            </a:xfrm>
          </p:grpSpPr>
          <p:sp>
            <p:nvSpPr>
              <p:cNvPr id="375" name="Rectangle 374">
                <a:extLst>
                  <a:ext uri="{FF2B5EF4-FFF2-40B4-BE49-F238E27FC236}">
                    <a16:creationId xmlns:a16="http://schemas.microsoft.com/office/drawing/2014/main" id="{E24A45E7-A6FA-5B0C-E516-39449989E8BC}"/>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D20E33DC-D2D0-E892-3CDA-2A5E6496AF7F}"/>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B674601F-653C-793C-D13A-65A19D82E809}"/>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5B1AABE0-BDC0-B705-BEF3-DF63FB402AD7}"/>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DDD60067-CD78-9B79-5B69-E96B4323BA2D}"/>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709CB404-93A7-FA88-D142-58713124AB43}"/>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1" name="Rectangle 380">
              <a:extLst>
                <a:ext uri="{FF2B5EF4-FFF2-40B4-BE49-F238E27FC236}">
                  <a16:creationId xmlns:a16="http://schemas.microsoft.com/office/drawing/2014/main" id="{5C1320F1-F6AF-8044-2DE2-BD525DADEBF1}"/>
                </a:ext>
              </a:extLst>
            </p:cNvPr>
            <p:cNvSpPr/>
            <p:nvPr/>
          </p:nvSpPr>
          <p:spPr>
            <a:xfrm rot="10800000">
              <a:off x="5606131"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B53EF74F-917F-3EE5-A4BA-99E43AAE2D6B}"/>
                </a:ext>
              </a:extLst>
            </p:cNvPr>
            <p:cNvSpPr/>
            <p:nvPr/>
          </p:nvSpPr>
          <p:spPr>
            <a:xfrm rot="10800000">
              <a:off x="5505708"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E4B474E1-5BE3-AFB4-642D-F87772D7679A}"/>
                </a:ext>
              </a:extLst>
            </p:cNvPr>
            <p:cNvSpPr/>
            <p:nvPr/>
          </p:nvSpPr>
          <p:spPr>
            <a:xfrm rot="10800000">
              <a:off x="5405285"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634CD0EF-5E77-B30B-C465-D05771B3D3E5}"/>
                </a:ext>
              </a:extLst>
            </p:cNvPr>
            <p:cNvSpPr/>
            <p:nvPr/>
          </p:nvSpPr>
          <p:spPr>
            <a:xfrm rot="10800000">
              <a:off x="5304862"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66082837-4132-77B0-6B5C-E5048590F973}"/>
                </a:ext>
              </a:extLst>
            </p:cNvPr>
            <p:cNvSpPr/>
            <p:nvPr/>
          </p:nvSpPr>
          <p:spPr>
            <a:xfrm rot="10800000">
              <a:off x="5204439"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FAE675C2-D26D-E585-08DD-104A335698C2}"/>
                </a:ext>
              </a:extLst>
            </p:cNvPr>
            <p:cNvSpPr/>
            <p:nvPr/>
          </p:nvSpPr>
          <p:spPr>
            <a:xfrm rot="10800000">
              <a:off x="5104016"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AE07FDE4-DC38-7A56-25E3-A189E68D387A}"/>
                </a:ext>
              </a:extLst>
            </p:cNvPr>
            <p:cNvSpPr/>
            <p:nvPr/>
          </p:nvSpPr>
          <p:spPr>
            <a:xfrm rot="10800000">
              <a:off x="5003593"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8FAE4750-45C1-0190-74D1-3294BADA90C9}"/>
                </a:ext>
              </a:extLst>
            </p:cNvPr>
            <p:cNvSpPr/>
            <p:nvPr/>
          </p:nvSpPr>
          <p:spPr>
            <a:xfrm rot="10800000">
              <a:off x="4903170"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E84E8D79-031F-784A-A2BB-B3153312F2D9}"/>
                </a:ext>
              </a:extLst>
            </p:cNvPr>
            <p:cNvSpPr/>
            <p:nvPr/>
          </p:nvSpPr>
          <p:spPr>
            <a:xfrm rot="10800000">
              <a:off x="4802747"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FE57C9E1-C807-07E1-3972-E2A554F35A03}"/>
                </a:ext>
              </a:extLst>
            </p:cNvPr>
            <p:cNvSpPr/>
            <p:nvPr/>
          </p:nvSpPr>
          <p:spPr>
            <a:xfrm rot="10800000">
              <a:off x="4702324"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748CBBE2-21B4-4E77-0DE0-28D1D34D5620}"/>
                </a:ext>
              </a:extLst>
            </p:cNvPr>
            <p:cNvSpPr/>
            <p:nvPr/>
          </p:nvSpPr>
          <p:spPr>
            <a:xfrm rot="10800000">
              <a:off x="4601902"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26AFF170-FA8D-097D-7458-51DF6A9246B1}"/>
                </a:ext>
              </a:extLst>
            </p:cNvPr>
            <p:cNvSpPr/>
            <p:nvPr/>
          </p:nvSpPr>
          <p:spPr>
            <a:xfrm rot="10800000">
              <a:off x="4501479"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792520CC-CBBD-D161-E3CE-4F93E7876D63}"/>
                </a:ext>
              </a:extLst>
            </p:cNvPr>
            <p:cNvSpPr/>
            <p:nvPr/>
          </p:nvSpPr>
          <p:spPr>
            <a:xfrm rot="10800000">
              <a:off x="4401056"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66DCB64A-6265-AB06-DC08-1EE1756C7A0A}"/>
                </a:ext>
              </a:extLst>
            </p:cNvPr>
            <p:cNvSpPr/>
            <p:nvPr/>
          </p:nvSpPr>
          <p:spPr>
            <a:xfrm rot="10800000">
              <a:off x="4300633"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DC263E1C-7B1E-A979-E4FF-7378BEB5CF53}"/>
                </a:ext>
              </a:extLst>
            </p:cNvPr>
            <p:cNvSpPr/>
            <p:nvPr/>
          </p:nvSpPr>
          <p:spPr>
            <a:xfrm rot="10800000">
              <a:off x="4200210"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2567231C-5D6A-FB6A-ABA0-2A221F158050}"/>
                </a:ext>
              </a:extLst>
            </p:cNvPr>
            <p:cNvSpPr/>
            <p:nvPr/>
          </p:nvSpPr>
          <p:spPr>
            <a:xfrm rot="10800000">
              <a:off x="4099787"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0C640151-6555-8950-B3DA-436696FE9AD0}"/>
                </a:ext>
              </a:extLst>
            </p:cNvPr>
            <p:cNvSpPr/>
            <p:nvPr/>
          </p:nvSpPr>
          <p:spPr>
            <a:xfrm rot="10800000">
              <a:off x="3999364"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396A29C1-22AB-622B-135A-5DE132960B30}"/>
                </a:ext>
              </a:extLst>
            </p:cNvPr>
            <p:cNvSpPr/>
            <p:nvPr/>
          </p:nvSpPr>
          <p:spPr>
            <a:xfrm rot="10800000">
              <a:off x="3898941"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DF551367-2221-46DA-69C4-36F25EFA1896}"/>
                </a:ext>
              </a:extLst>
            </p:cNvPr>
            <p:cNvSpPr/>
            <p:nvPr/>
          </p:nvSpPr>
          <p:spPr>
            <a:xfrm rot="10800000">
              <a:off x="3798518"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598C8460-FE2E-0712-B18D-08C7AFC4AF1A}"/>
                </a:ext>
              </a:extLst>
            </p:cNvPr>
            <p:cNvSpPr/>
            <p:nvPr/>
          </p:nvSpPr>
          <p:spPr>
            <a:xfrm rot="10800000">
              <a:off x="3698095"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CC6EFABB-80C4-670C-DDFB-9C202EE14188}"/>
                </a:ext>
              </a:extLst>
            </p:cNvPr>
            <p:cNvSpPr/>
            <p:nvPr/>
          </p:nvSpPr>
          <p:spPr>
            <a:xfrm rot="10800000">
              <a:off x="3597672"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E13DFB8F-3E29-C619-572D-44167FE71647}"/>
                </a:ext>
              </a:extLst>
            </p:cNvPr>
            <p:cNvSpPr/>
            <p:nvPr/>
          </p:nvSpPr>
          <p:spPr>
            <a:xfrm rot="10800000">
              <a:off x="3497249"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8A5EEB12-E794-7453-4149-9F6377CF96A1}"/>
                </a:ext>
              </a:extLst>
            </p:cNvPr>
            <p:cNvSpPr/>
            <p:nvPr/>
          </p:nvSpPr>
          <p:spPr>
            <a:xfrm rot="10800000">
              <a:off x="3396826"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87AC9CF6-49BB-4775-40CE-1BEE2AEC67C3}"/>
                </a:ext>
              </a:extLst>
            </p:cNvPr>
            <p:cNvSpPr/>
            <p:nvPr/>
          </p:nvSpPr>
          <p:spPr>
            <a:xfrm rot="10800000">
              <a:off x="3296403"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D940EBB3-B39F-D052-D46B-AE9C6A362AF4}"/>
                </a:ext>
              </a:extLst>
            </p:cNvPr>
            <p:cNvSpPr/>
            <p:nvPr/>
          </p:nvSpPr>
          <p:spPr>
            <a:xfrm rot="10800000">
              <a:off x="3195980"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0F5C363B-B156-5ACB-C988-F44F1FDF2EA1}"/>
                </a:ext>
              </a:extLst>
            </p:cNvPr>
            <p:cNvSpPr/>
            <p:nvPr/>
          </p:nvSpPr>
          <p:spPr>
            <a:xfrm rot="10800000">
              <a:off x="3095558"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293F9123-2212-162E-537D-DFEB6FB7B73F}"/>
                </a:ext>
              </a:extLst>
            </p:cNvPr>
            <p:cNvSpPr/>
            <p:nvPr/>
          </p:nvSpPr>
          <p:spPr>
            <a:xfrm rot="10800000">
              <a:off x="2995135"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3399DCA5-475D-6729-8B6A-B76E02E1650D}"/>
                </a:ext>
              </a:extLst>
            </p:cNvPr>
            <p:cNvSpPr/>
            <p:nvPr/>
          </p:nvSpPr>
          <p:spPr>
            <a:xfrm rot="10800000">
              <a:off x="2894712"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53210EE2-9856-982C-3BB9-6323EEF67A6A}"/>
                </a:ext>
              </a:extLst>
            </p:cNvPr>
            <p:cNvSpPr/>
            <p:nvPr/>
          </p:nvSpPr>
          <p:spPr>
            <a:xfrm rot="10800000">
              <a:off x="2794289" y="350170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0" name="Group 409">
              <a:extLst>
                <a:ext uri="{FF2B5EF4-FFF2-40B4-BE49-F238E27FC236}">
                  <a16:creationId xmlns:a16="http://schemas.microsoft.com/office/drawing/2014/main" id="{611E34D8-86E3-2FFD-A67B-182E1C9DA60C}"/>
                </a:ext>
              </a:extLst>
            </p:cNvPr>
            <p:cNvGrpSpPr/>
            <p:nvPr/>
          </p:nvGrpSpPr>
          <p:grpSpPr>
            <a:xfrm rot="10800000">
              <a:off x="2794289" y="3401415"/>
              <a:ext cx="3213534" cy="100423"/>
              <a:chOff x="1743959" y="2564091"/>
              <a:chExt cx="6334816" cy="197963"/>
            </a:xfrm>
            <a:solidFill>
              <a:schemeClr val="bg1"/>
            </a:solidFill>
          </p:grpSpPr>
          <p:sp>
            <p:nvSpPr>
              <p:cNvPr id="411" name="Rectangle 410">
                <a:extLst>
                  <a:ext uri="{FF2B5EF4-FFF2-40B4-BE49-F238E27FC236}">
                    <a16:creationId xmlns:a16="http://schemas.microsoft.com/office/drawing/2014/main" id="{F3831727-0CAD-8DF3-85A1-2464E22A89AD}"/>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BD3F93DB-7135-10A1-C4CD-AF694D71D15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76BAB747-0A9E-E2B1-415E-ED49F7C84523}"/>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6DAE4E2B-6B06-8142-3F2E-FBCD0E04C45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81307BA7-2E0C-19CD-83C2-9F16CCABB226}"/>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A43BA7EB-3B60-6334-46D6-204A8DDE5FD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FC74224C-CAB5-882C-8912-477D4AE22234}"/>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5BD7AE7A-CC84-BFA4-45BB-7FFA4FCCCE33}"/>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9B687A04-123A-DF01-CC0C-A5E25F5E46D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F1A41819-6753-3E50-9CEB-B6BA1D56E75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F8A7BFBE-F9C0-F80A-E9D7-3363DD06910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047239FC-AA60-DB99-2AF2-DACBEDA85F6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1AE0B83D-799C-B66E-3A61-BD3388FFA54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B51DEF90-88E9-52D9-7FD2-6EC95A74B2B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90C3C3AA-353F-551A-4774-C00A94D83B5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7574C13C-8547-E236-FD0E-3F256C9A86B4}"/>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7C955D19-CB0F-046A-E3D8-221A63B73AE6}"/>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480424D6-93CB-B565-B50C-BA0899996262}"/>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523A6846-47CA-03BD-CB1A-0D91A96EADF9}"/>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AC2364D6-EA2B-4B06-DC4B-FA852D64F37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F0D9B748-6856-B1E1-791A-E30022071AD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C06B4AA1-0D2F-ACDE-6244-F2C2E0841EA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CB4452B3-E4D8-8DDC-CD86-5CC80899422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2F90AA72-2BE6-E7A4-1DFD-586D1571755E}"/>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DF80E215-0CFF-F0A3-7E51-A1828EDC49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1864F777-79AF-8E3B-F202-173BEDF72B1D}"/>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8CFBE832-DABB-561F-7C75-9915603F7E4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1CFBA0C8-B933-5119-4D2B-374E4FC208C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2665EF1A-4E23-A5A8-8C3D-55934BEC465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A6501854-3F36-63A7-7EBD-B88D107AB0F7}"/>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2E2F9083-CC8D-FA4A-78C2-A84BBE596070}"/>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65732091-E068-92F3-8314-045C2FDC725B}"/>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3" name="Group 442">
              <a:extLst>
                <a:ext uri="{FF2B5EF4-FFF2-40B4-BE49-F238E27FC236}">
                  <a16:creationId xmlns:a16="http://schemas.microsoft.com/office/drawing/2014/main" id="{836E24E6-65A3-C56D-699E-81183A3876B6}"/>
                </a:ext>
              </a:extLst>
            </p:cNvPr>
            <p:cNvGrpSpPr/>
            <p:nvPr/>
          </p:nvGrpSpPr>
          <p:grpSpPr>
            <a:xfrm rot="10800000">
              <a:off x="2794289" y="3300993"/>
              <a:ext cx="3213534" cy="100423"/>
              <a:chOff x="1743959" y="2564091"/>
              <a:chExt cx="6334816" cy="197963"/>
            </a:xfrm>
            <a:solidFill>
              <a:schemeClr val="bg1"/>
            </a:solidFill>
          </p:grpSpPr>
          <p:sp>
            <p:nvSpPr>
              <p:cNvPr id="444" name="Rectangle 443">
                <a:extLst>
                  <a:ext uri="{FF2B5EF4-FFF2-40B4-BE49-F238E27FC236}">
                    <a16:creationId xmlns:a16="http://schemas.microsoft.com/office/drawing/2014/main" id="{39CB9AD8-1F3A-1F15-E49B-9AA81C179CE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DBEB871F-0573-7C93-0D1D-492BF4471D46}"/>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D091B509-4305-2145-F464-EFD7A9F1BFA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B590B8D7-DCF2-DFDE-5CE5-B9D1200F993D}"/>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B77C73FB-02ED-789F-9797-18AAB2D77D10}"/>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C79DEEF7-D2BE-841E-8E8E-0A38472400C7}"/>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77FD4AA8-469A-3D2D-E5ED-EE0E7683B3E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1DC0D081-63C0-698A-410D-12342379E11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09D2EE8B-0C25-65A4-9FB3-9041AA415B5D}"/>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0FC8ABB0-A982-610B-76BB-DBEF9C5C3025}"/>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E3AECA58-F3F9-6884-5C43-A4F4B7D57F5C}"/>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399C0412-DF46-C686-C1C1-08FAC8A49E6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0C3C8B5D-3FF1-9821-3037-8367C5245AA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1242BD2B-D645-F670-4F30-B7872B924E0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16C168A5-49B7-EB9B-3B6C-6B56E007FE7B}"/>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5A6A502E-1DA5-E41C-2202-1B746FBDB8D8}"/>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A596B599-4C91-38CB-77F9-0028AF1E97EC}"/>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135362ED-AEB9-F4C0-F608-32AD6EE373A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FDCB6A23-60F3-D692-C70B-98EB473B7BB8}"/>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0E7251CE-DA15-84FF-59C8-23B7FDC6C6C2}"/>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55759069-963C-D90A-3B76-E42D3BFA1E7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F9B56F9F-F7BB-91C0-388F-83407A18DA41}"/>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C4CBD432-671B-E08F-0293-CC95CDBC16F7}"/>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B68DFB18-0D26-9AAD-343E-75E89F5089F0}"/>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81E900BE-29E9-008B-04BF-B9482926A806}"/>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6960704A-2558-AA0F-1B5C-13DCDEB7C3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64609A58-23F1-3820-9FC8-0EFA7C290AEC}"/>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AAC169FE-984B-366D-4671-362652BB083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A15AADC6-C94F-99DF-9B5D-AE586751A719}"/>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7C39A0D6-4913-1587-3317-DF9E8D2BF89A}"/>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02F71A2D-CFC9-92B7-6C3C-A8A1CF900DBB}"/>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E8F35CE8-BF3C-E695-2881-66EA92F0502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6" name="Rectangle 475">
              <a:extLst>
                <a:ext uri="{FF2B5EF4-FFF2-40B4-BE49-F238E27FC236}">
                  <a16:creationId xmlns:a16="http://schemas.microsoft.com/office/drawing/2014/main" id="{EC08169B-FFF2-B271-5AC4-F5044FD5C0D3}"/>
                </a:ext>
              </a:extLst>
            </p:cNvPr>
            <p:cNvSpPr/>
            <p:nvPr/>
          </p:nvSpPr>
          <p:spPr>
            <a:xfrm rot="10800000">
              <a:off x="5656323"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E8B589C3-B26E-38C4-B5F5-3AB600BF2EF8}"/>
                </a:ext>
              </a:extLst>
            </p:cNvPr>
            <p:cNvSpPr/>
            <p:nvPr/>
          </p:nvSpPr>
          <p:spPr>
            <a:xfrm rot="10800000">
              <a:off x="5555900"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AB7DE302-D896-CD45-BC09-9BA6D3A4E903}"/>
                </a:ext>
              </a:extLst>
            </p:cNvPr>
            <p:cNvSpPr/>
            <p:nvPr/>
          </p:nvSpPr>
          <p:spPr>
            <a:xfrm rot="10800000">
              <a:off x="5455477"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37089646-5743-D43F-2E4E-0FD7BA8A7CA9}"/>
                </a:ext>
              </a:extLst>
            </p:cNvPr>
            <p:cNvSpPr/>
            <p:nvPr/>
          </p:nvSpPr>
          <p:spPr>
            <a:xfrm rot="10800000">
              <a:off x="5355054"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39E41C00-EB23-5E37-267E-98D2D58669A5}"/>
                </a:ext>
              </a:extLst>
            </p:cNvPr>
            <p:cNvSpPr/>
            <p:nvPr/>
          </p:nvSpPr>
          <p:spPr>
            <a:xfrm rot="10800000">
              <a:off x="5254632"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391BF89C-7384-5BF8-1946-C42B38585CCF}"/>
                </a:ext>
              </a:extLst>
            </p:cNvPr>
            <p:cNvSpPr/>
            <p:nvPr/>
          </p:nvSpPr>
          <p:spPr>
            <a:xfrm rot="10800000">
              <a:off x="5154209"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9CCCDFF2-E3E7-A866-9F83-CB8653BACF9F}"/>
                </a:ext>
              </a:extLst>
            </p:cNvPr>
            <p:cNvSpPr/>
            <p:nvPr/>
          </p:nvSpPr>
          <p:spPr>
            <a:xfrm rot="10800000">
              <a:off x="5053786"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35F27ED7-46B5-8FB8-0013-5E38251ACFDC}"/>
                </a:ext>
              </a:extLst>
            </p:cNvPr>
            <p:cNvSpPr/>
            <p:nvPr/>
          </p:nvSpPr>
          <p:spPr>
            <a:xfrm rot="10800000">
              <a:off x="4953363"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60219E8F-A282-51ED-9628-8E0816D28EDB}"/>
                </a:ext>
              </a:extLst>
            </p:cNvPr>
            <p:cNvSpPr/>
            <p:nvPr/>
          </p:nvSpPr>
          <p:spPr>
            <a:xfrm rot="10800000">
              <a:off x="4852940"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CED260B2-5FD9-882B-D8E8-F37474AB30D3}"/>
                </a:ext>
              </a:extLst>
            </p:cNvPr>
            <p:cNvSpPr/>
            <p:nvPr/>
          </p:nvSpPr>
          <p:spPr>
            <a:xfrm rot="10800000">
              <a:off x="4752517"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011E108D-EC71-C05C-BB79-B29B3E99E8B9}"/>
                </a:ext>
              </a:extLst>
            </p:cNvPr>
            <p:cNvSpPr/>
            <p:nvPr/>
          </p:nvSpPr>
          <p:spPr>
            <a:xfrm rot="10800000">
              <a:off x="4652094"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673458C2-4823-F3E2-A48B-F08D7D087D9C}"/>
                </a:ext>
              </a:extLst>
            </p:cNvPr>
            <p:cNvSpPr/>
            <p:nvPr/>
          </p:nvSpPr>
          <p:spPr>
            <a:xfrm rot="10800000">
              <a:off x="4551671"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99894986-AD5A-F968-97CB-9CFA7E50C580}"/>
                </a:ext>
              </a:extLst>
            </p:cNvPr>
            <p:cNvSpPr/>
            <p:nvPr/>
          </p:nvSpPr>
          <p:spPr>
            <a:xfrm rot="10800000">
              <a:off x="4451248"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82B8B2A0-43FC-5F03-F7DA-7CF5EEF12AA1}"/>
                </a:ext>
              </a:extLst>
            </p:cNvPr>
            <p:cNvSpPr/>
            <p:nvPr/>
          </p:nvSpPr>
          <p:spPr>
            <a:xfrm rot="10800000">
              <a:off x="4350825"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46962144-D359-7C4D-1451-61EA753A41B4}"/>
                </a:ext>
              </a:extLst>
            </p:cNvPr>
            <p:cNvSpPr/>
            <p:nvPr/>
          </p:nvSpPr>
          <p:spPr>
            <a:xfrm rot="10800000">
              <a:off x="4250402"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29892512-7FBB-4D07-FD11-B7E7A163B1CE}"/>
                </a:ext>
              </a:extLst>
            </p:cNvPr>
            <p:cNvSpPr/>
            <p:nvPr/>
          </p:nvSpPr>
          <p:spPr>
            <a:xfrm rot="10800000">
              <a:off x="4149979"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02AC0F9B-A746-6319-062E-FC0AE971511D}"/>
                </a:ext>
              </a:extLst>
            </p:cNvPr>
            <p:cNvSpPr/>
            <p:nvPr/>
          </p:nvSpPr>
          <p:spPr>
            <a:xfrm rot="10800000">
              <a:off x="4049556"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C91B5783-ABB5-9FD8-B544-5C9C5172A55A}"/>
                </a:ext>
              </a:extLst>
            </p:cNvPr>
            <p:cNvSpPr/>
            <p:nvPr/>
          </p:nvSpPr>
          <p:spPr>
            <a:xfrm rot="10800000">
              <a:off x="3949133"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CE64F293-7944-EEBA-EDC1-8E78AC83F540}"/>
                </a:ext>
              </a:extLst>
            </p:cNvPr>
            <p:cNvSpPr/>
            <p:nvPr/>
          </p:nvSpPr>
          <p:spPr>
            <a:xfrm rot="10800000">
              <a:off x="3848711"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43AAC92F-80FE-FFBA-8D28-0473BD31D21A}"/>
                </a:ext>
              </a:extLst>
            </p:cNvPr>
            <p:cNvSpPr/>
            <p:nvPr/>
          </p:nvSpPr>
          <p:spPr>
            <a:xfrm rot="10800000">
              <a:off x="3748288"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79218D5E-21E0-5F58-8840-4828E9C653BD}"/>
                </a:ext>
              </a:extLst>
            </p:cNvPr>
            <p:cNvSpPr/>
            <p:nvPr/>
          </p:nvSpPr>
          <p:spPr>
            <a:xfrm rot="10800000">
              <a:off x="3647865"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5CDB8071-CD2F-D5EE-3054-8E1FC8228C3B}"/>
                </a:ext>
              </a:extLst>
            </p:cNvPr>
            <p:cNvSpPr/>
            <p:nvPr/>
          </p:nvSpPr>
          <p:spPr>
            <a:xfrm rot="10800000">
              <a:off x="3547442"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171B5F9A-DB93-7FEA-DACA-F04E24A4306A}"/>
                </a:ext>
              </a:extLst>
            </p:cNvPr>
            <p:cNvSpPr/>
            <p:nvPr/>
          </p:nvSpPr>
          <p:spPr>
            <a:xfrm rot="10800000">
              <a:off x="3447019"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24A8CB90-334C-2746-EB5F-B036B4B6CB53}"/>
                </a:ext>
              </a:extLst>
            </p:cNvPr>
            <p:cNvSpPr/>
            <p:nvPr/>
          </p:nvSpPr>
          <p:spPr>
            <a:xfrm rot="10800000">
              <a:off x="3346596"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187DCE39-BB5F-8946-A038-12640D40A2F9}"/>
                </a:ext>
              </a:extLst>
            </p:cNvPr>
            <p:cNvSpPr/>
            <p:nvPr/>
          </p:nvSpPr>
          <p:spPr>
            <a:xfrm rot="10800000">
              <a:off x="3246173"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C63FB3D7-AF15-2A72-328D-4D653CDB1DEE}"/>
                </a:ext>
              </a:extLst>
            </p:cNvPr>
            <p:cNvSpPr/>
            <p:nvPr/>
          </p:nvSpPr>
          <p:spPr>
            <a:xfrm rot="10800000">
              <a:off x="3145750"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FE29946E-C7A6-079B-8F55-4E64DC3A7261}"/>
                </a:ext>
              </a:extLst>
            </p:cNvPr>
            <p:cNvSpPr/>
            <p:nvPr/>
          </p:nvSpPr>
          <p:spPr>
            <a:xfrm rot="10800000">
              <a:off x="3045327"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3D132803-84BC-330E-D7B4-24C4C066932F}"/>
                </a:ext>
              </a:extLst>
            </p:cNvPr>
            <p:cNvSpPr/>
            <p:nvPr/>
          </p:nvSpPr>
          <p:spPr>
            <a:xfrm rot="10800000">
              <a:off x="2944904"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86187046-6061-FAAD-34B6-D4690249AF24}"/>
                </a:ext>
              </a:extLst>
            </p:cNvPr>
            <p:cNvSpPr/>
            <p:nvPr/>
          </p:nvSpPr>
          <p:spPr>
            <a:xfrm rot="10800000">
              <a:off x="2844481" y="344608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54E11F3F-E923-8013-D402-3C79B52228E2}"/>
                </a:ext>
              </a:extLst>
            </p:cNvPr>
            <p:cNvSpPr/>
            <p:nvPr/>
          </p:nvSpPr>
          <p:spPr>
            <a:xfrm rot="10800000">
              <a:off x="5656323"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2AEADAFD-4934-97EB-D9E2-8991EAF558BC}"/>
                </a:ext>
              </a:extLst>
            </p:cNvPr>
            <p:cNvSpPr/>
            <p:nvPr/>
          </p:nvSpPr>
          <p:spPr>
            <a:xfrm rot="10800000">
              <a:off x="5555900"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1CA71BE6-C64D-4614-5C17-B4B863488D75}"/>
                </a:ext>
              </a:extLst>
            </p:cNvPr>
            <p:cNvSpPr/>
            <p:nvPr/>
          </p:nvSpPr>
          <p:spPr>
            <a:xfrm rot="10800000">
              <a:off x="5455477"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F20D56F7-6043-DD26-8A98-6D431400BD47}"/>
                </a:ext>
              </a:extLst>
            </p:cNvPr>
            <p:cNvSpPr/>
            <p:nvPr/>
          </p:nvSpPr>
          <p:spPr>
            <a:xfrm rot="10800000">
              <a:off x="5355054"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465BE795-1392-E464-1A26-9F6838F8F328}"/>
                </a:ext>
              </a:extLst>
            </p:cNvPr>
            <p:cNvSpPr/>
            <p:nvPr/>
          </p:nvSpPr>
          <p:spPr>
            <a:xfrm rot="10800000">
              <a:off x="5254632"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BCD2A541-9565-C5CD-D4C1-C878D4EC3D13}"/>
                </a:ext>
              </a:extLst>
            </p:cNvPr>
            <p:cNvSpPr/>
            <p:nvPr/>
          </p:nvSpPr>
          <p:spPr>
            <a:xfrm rot="10800000">
              <a:off x="5154209"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8DF93B94-4DFA-5FAB-0929-172737CC7491}"/>
                </a:ext>
              </a:extLst>
            </p:cNvPr>
            <p:cNvSpPr/>
            <p:nvPr/>
          </p:nvSpPr>
          <p:spPr>
            <a:xfrm rot="10800000">
              <a:off x="5053786"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393F823C-B7BD-4E4B-E3FE-81C862CFC096}"/>
                </a:ext>
              </a:extLst>
            </p:cNvPr>
            <p:cNvSpPr/>
            <p:nvPr/>
          </p:nvSpPr>
          <p:spPr>
            <a:xfrm rot="10800000">
              <a:off x="4953363"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C8A6B017-3FBE-EAFA-D307-5D5C10B760F7}"/>
                </a:ext>
              </a:extLst>
            </p:cNvPr>
            <p:cNvSpPr/>
            <p:nvPr/>
          </p:nvSpPr>
          <p:spPr>
            <a:xfrm rot="10800000">
              <a:off x="4852940"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1B8D7E1E-E52D-1F10-7E3A-1CF552C1AA8A}"/>
                </a:ext>
              </a:extLst>
            </p:cNvPr>
            <p:cNvSpPr/>
            <p:nvPr/>
          </p:nvSpPr>
          <p:spPr>
            <a:xfrm rot="10800000">
              <a:off x="4752517"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BF966FB8-0282-6C7F-B813-62EAE9B63D79}"/>
                </a:ext>
              </a:extLst>
            </p:cNvPr>
            <p:cNvSpPr/>
            <p:nvPr/>
          </p:nvSpPr>
          <p:spPr>
            <a:xfrm rot="10800000">
              <a:off x="4652094"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D426272E-C581-C297-C648-7C43FEA1BC79}"/>
                </a:ext>
              </a:extLst>
            </p:cNvPr>
            <p:cNvSpPr/>
            <p:nvPr/>
          </p:nvSpPr>
          <p:spPr>
            <a:xfrm rot="10800000">
              <a:off x="4551671"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3548F2E3-E1BB-98D8-E70D-26256246BB75}"/>
                </a:ext>
              </a:extLst>
            </p:cNvPr>
            <p:cNvSpPr/>
            <p:nvPr/>
          </p:nvSpPr>
          <p:spPr>
            <a:xfrm rot="10800000">
              <a:off x="4451248"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53412337-7307-FF42-45AA-F6DA0DB968E0}"/>
                </a:ext>
              </a:extLst>
            </p:cNvPr>
            <p:cNvSpPr/>
            <p:nvPr/>
          </p:nvSpPr>
          <p:spPr>
            <a:xfrm rot="10800000">
              <a:off x="4350825"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0C04DC4A-E4F7-DDE8-44CD-A3BED5F5DE36}"/>
                </a:ext>
              </a:extLst>
            </p:cNvPr>
            <p:cNvSpPr/>
            <p:nvPr/>
          </p:nvSpPr>
          <p:spPr>
            <a:xfrm rot="10800000">
              <a:off x="4250402"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71C0D5A1-1FD3-FF45-E9B3-B726ED1FC9AD}"/>
                </a:ext>
              </a:extLst>
            </p:cNvPr>
            <p:cNvSpPr/>
            <p:nvPr/>
          </p:nvSpPr>
          <p:spPr>
            <a:xfrm rot="10800000">
              <a:off x="4149979"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52B306FD-577F-8F15-60CA-4B0A6932461D}"/>
                </a:ext>
              </a:extLst>
            </p:cNvPr>
            <p:cNvSpPr/>
            <p:nvPr/>
          </p:nvSpPr>
          <p:spPr>
            <a:xfrm rot="10800000">
              <a:off x="4049556"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CB8312B0-929B-9B99-C017-40F5E60D5674}"/>
                </a:ext>
              </a:extLst>
            </p:cNvPr>
            <p:cNvSpPr/>
            <p:nvPr/>
          </p:nvSpPr>
          <p:spPr>
            <a:xfrm rot="10800000">
              <a:off x="3949133"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E001921B-BE38-C01E-28C3-0AA9C1B9182D}"/>
                </a:ext>
              </a:extLst>
            </p:cNvPr>
            <p:cNvSpPr/>
            <p:nvPr/>
          </p:nvSpPr>
          <p:spPr>
            <a:xfrm rot="10800000">
              <a:off x="3848711"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B4D8741F-3BD6-6837-CBC8-EE4F799B9089}"/>
                </a:ext>
              </a:extLst>
            </p:cNvPr>
            <p:cNvSpPr/>
            <p:nvPr/>
          </p:nvSpPr>
          <p:spPr>
            <a:xfrm rot="10800000">
              <a:off x="3748288"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514CA8C6-960E-AD7B-AB72-4D35E353E693}"/>
                </a:ext>
              </a:extLst>
            </p:cNvPr>
            <p:cNvSpPr/>
            <p:nvPr/>
          </p:nvSpPr>
          <p:spPr>
            <a:xfrm rot="10800000">
              <a:off x="3647865"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D6BF7FF2-DECA-61AC-DA5F-85246209738B}"/>
                </a:ext>
              </a:extLst>
            </p:cNvPr>
            <p:cNvSpPr/>
            <p:nvPr/>
          </p:nvSpPr>
          <p:spPr>
            <a:xfrm rot="10800000">
              <a:off x="3547442"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2D2AB478-7F7C-E6EB-A8AB-317BD2607245}"/>
                </a:ext>
              </a:extLst>
            </p:cNvPr>
            <p:cNvSpPr/>
            <p:nvPr/>
          </p:nvSpPr>
          <p:spPr>
            <a:xfrm rot="10800000">
              <a:off x="3447019"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DF7EF9CC-CFA0-1407-6ABA-7193AF16D20B}"/>
                </a:ext>
              </a:extLst>
            </p:cNvPr>
            <p:cNvSpPr/>
            <p:nvPr/>
          </p:nvSpPr>
          <p:spPr>
            <a:xfrm rot="10800000">
              <a:off x="3346596"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4662129E-F847-E74F-AC48-29FE13F7C6B2}"/>
                </a:ext>
              </a:extLst>
            </p:cNvPr>
            <p:cNvSpPr/>
            <p:nvPr/>
          </p:nvSpPr>
          <p:spPr>
            <a:xfrm rot="10800000">
              <a:off x="3246173"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DE8D8CA5-94FD-7F71-4F96-E758593F55D0}"/>
                </a:ext>
              </a:extLst>
            </p:cNvPr>
            <p:cNvSpPr/>
            <p:nvPr/>
          </p:nvSpPr>
          <p:spPr>
            <a:xfrm rot="10800000">
              <a:off x="3145750"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9653C0BA-5B96-92C0-853A-D059D68FF0EE}"/>
                </a:ext>
              </a:extLst>
            </p:cNvPr>
            <p:cNvSpPr/>
            <p:nvPr/>
          </p:nvSpPr>
          <p:spPr>
            <a:xfrm rot="10800000">
              <a:off x="3045327"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1815A57F-9F64-0909-90E7-153EAE9E47A5}"/>
                </a:ext>
              </a:extLst>
            </p:cNvPr>
            <p:cNvSpPr/>
            <p:nvPr/>
          </p:nvSpPr>
          <p:spPr>
            <a:xfrm rot="10800000">
              <a:off x="2944904"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78A8BE98-0B1E-F7B4-2AE8-94205CAA838F}"/>
                </a:ext>
              </a:extLst>
            </p:cNvPr>
            <p:cNvSpPr/>
            <p:nvPr/>
          </p:nvSpPr>
          <p:spPr>
            <a:xfrm rot="10800000">
              <a:off x="2844481" y="334579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4" name="Group 533">
              <a:extLst>
                <a:ext uri="{FF2B5EF4-FFF2-40B4-BE49-F238E27FC236}">
                  <a16:creationId xmlns:a16="http://schemas.microsoft.com/office/drawing/2014/main" id="{E89A647D-9F16-02E8-9222-35EB9121749E}"/>
                </a:ext>
              </a:extLst>
            </p:cNvPr>
            <p:cNvGrpSpPr/>
            <p:nvPr/>
          </p:nvGrpSpPr>
          <p:grpSpPr>
            <a:xfrm rot="10800000">
              <a:off x="5756746" y="3245377"/>
              <a:ext cx="301269" cy="301135"/>
              <a:chOff x="1051088" y="5406535"/>
              <a:chExt cx="593889" cy="593625"/>
            </a:xfrm>
          </p:grpSpPr>
          <p:sp>
            <p:nvSpPr>
              <p:cNvPr id="535" name="Rectangle 534">
                <a:extLst>
                  <a:ext uri="{FF2B5EF4-FFF2-40B4-BE49-F238E27FC236}">
                    <a16:creationId xmlns:a16="http://schemas.microsoft.com/office/drawing/2014/main" id="{989292F1-2AAE-AA3E-28BF-83A5D3B2C667}"/>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95946B61-38DE-14E9-C0AD-C92C5E957207}"/>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9712486F-DCAA-8267-D4A7-F63947A80A6D}"/>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28357556-78D3-2E21-7302-A63323B26092}"/>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C2062E46-9B5D-C551-50D3-512B2272669F}"/>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FD9D5201-5BC1-D0F7-99BA-66526372ABE0}"/>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3042B5EE-179B-1523-FC59-49005BE707B9}"/>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F8C2175F-78BA-5CD1-CEBB-6097E325B8E2}"/>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F7B791E4-A17F-EA65-CD7D-F09D07ACA5EB}"/>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4" name="Rectangle 543">
              <a:extLst>
                <a:ext uri="{FF2B5EF4-FFF2-40B4-BE49-F238E27FC236}">
                  <a16:creationId xmlns:a16="http://schemas.microsoft.com/office/drawing/2014/main" id="{B5948FB5-6493-00C7-AD3D-FEA0CC08ABD8}"/>
                </a:ext>
              </a:extLst>
            </p:cNvPr>
            <p:cNvSpPr/>
            <p:nvPr/>
          </p:nvSpPr>
          <p:spPr>
            <a:xfrm rot="10800000">
              <a:off x="5656323"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C0FB7C64-3A5C-261F-36B7-315AD826ABC4}"/>
                </a:ext>
              </a:extLst>
            </p:cNvPr>
            <p:cNvSpPr/>
            <p:nvPr/>
          </p:nvSpPr>
          <p:spPr>
            <a:xfrm rot="10800000">
              <a:off x="5555900"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D3DC2471-5F94-ED65-0D40-73F9AEEACFB4}"/>
                </a:ext>
              </a:extLst>
            </p:cNvPr>
            <p:cNvSpPr/>
            <p:nvPr/>
          </p:nvSpPr>
          <p:spPr>
            <a:xfrm rot="10800000">
              <a:off x="5455477"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7DF9F0AA-F50D-20ED-E8AF-833A1B2CC04B}"/>
                </a:ext>
              </a:extLst>
            </p:cNvPr>
            <p:cNvSpPr/>
            <p:nvPr/>
          </p:nvSpPr>
          <p:spPr>
            <a:xfrm rot="10800000">
              <a:off x="5355054"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311E4E53-C3BE-4B1B-4EBB-D295EF2FF433}"/>
                </a:ext>
              </a:extLst>
            </p:cNvPr>
            <p:cNvSpPr/>
            <p:nvPr/>
          </p:nvSpPr>
          <p:spPr>
            <a:xfrm rot="10800000">
              <a:off x="5254632"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05158430-E8F3-2851-7472-D81D1777785E}"/>
                </a:ext>
              </a:extLst>
            </p:cNvPr>
            <p:cNvSpPr/>
            <p:nvPr/>
          </p:nvSpPr>
          <p:spPr>
            <a:xfrm rot="10800000">
              <a:off x="5154209"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C714A178-A295-55C8-7499-161DE0D63117}"/>
                </a:ext>
              </a:extLst>
            </p:cNvPr>
            <p:cNvSpPr/>
            <p:nvPr/>
          </p:nvSpPr>
          <p:spPr>
            <a:xfrm rot="10800000">
              <a:off x="5053786"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374A12B7-73BD-A9E9-E5F5-C7F00FD8C6A1}"/>
                </a:ext>
              </a:extLst>
            </p:cNvPr>
            <p:cNvSpPr/>
            <p:nvPr/>
          </p:nvSpPr>
          <p:spPr>
            <a:xfrm rot="10800000">
              <a:off x="4953363"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800E740A-720B-E237-7BA3-2D698723C48F}"/>
                </a:ext>
              </a:extLst>
            </p:cNvPr>
            <p:cNvSpPr/>
            <p:nvPr/>
          </p:nvSpPr>
          <p:spPr>
            <a:xfrm rot="10800000">
              <a:off x="4852940"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FAA1F0B3-8FF3-EBEC-05D9-2419712F2136}"/>
                </a:ext>
              </a:extLst>
            </p:cNvPr>
            <p:cNvSpPr/>
            <p:nvPr/>
          </p:nvSpPr>
          <p:spPr>
            <a:xfrm rot="10800000">
              <a:off x="4752517"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B49C236F-9CB7-95E9-199A-9EDC81E9A4C4}"/>
                </a:ext>
              </a:extLst>
            </p:cNvPr>
            <p:cNvSpPr/>
            <p:nvPr/>
          </p:nvSpPr>
          <p:spPr>
            <a:xfrm rot="10800000">
              <a:off x="4652094"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35519EF6-C575-D9E7-B490-96A1F9C705D0}"/>
                </a:ext>
              </a:extLst>
            </p:cNvPr>
            <p:cNvSpPr/>
            <p:nvPr/>
          </p:nvSpPr>
          <p:spPr>
            <a:xfrm rot="10800000">
              <a:off x="4551671"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78526299-1021-4375-4A29-8F35D0FA271A}"/>
                </a:ext>
              </a:extLst>
            </p:cNvPr>
            <p:cNvSpPr/>
            <p:nvPr/>
          </p:nvSpPr>
          <p:spPr>
            <a:xfrm rot="10800000">
              <a:off x="4451248"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1409CFB6-27D3-053E-6914-3B0A794AF262}"/>
                </a:ext>
              </a:extLst>
            </p:cNvPr>
            <p:cNvSpPr/>
            <p:nvPr/>
          </p:nvSpPr>
          <p:spPr>
            <a:xfrm rot="10800000">
              <a:off x="4350825"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05E09336-7D6F-2CA4-F280-0E2815D983BC}"/>
                </a:ext>
              </a:extLst>
            </p:cNvPr>
            <p:cNvSpPr/>
            <p:nvPr/>
          </p:nvSpPr>
          <p:spPr>
            <a:xfrm rot="10800000">
              <a:off x="4250402"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3E105A1E-1425-830E-6B5B-DCE9CFB20700}"/>
                </a:ext>
              </a:extLst>
            </p:cNvPr>
            <p:cNvSpPr/>
            <p:nvPr/>
          </p:nvSpPr>
          <p:spPr>
            <a:xfrm rot="10800000">
              <a:off x="4149979"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EA3E1F19-5CC8-CEC2-9AF1-81AAC7F322B6}"/>
                </a:ext>
              </a:extLst>
            </p:cNvPr>
            <p:cNvSpPr/>
            <p:nvPr/>
          </p:nvSpPr>
          <p:spPr>
            <a:xfrm rot="10800000">
              <a:off x="4049556"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DAD044EE-1B66-E522-4396-AEF8E34CA49B}"/>
                </a:ext>
              </a:extLst>
            </p:cNvPr>
            <p:cNvSpPr/>
            <p:nvPr/>
          </p:nvSpPr>
          <p:spPr>
            <a:xfrm rot="10800000">
              <a:off x="3949133"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1BE167CE-0F9F-0186-DA03-FFAF9B252EDA}"/>
                </a:ext>
              </a:extLst>
            </p:cNvPr>
            <p:cNvSpPr/>
            <p:nvPr/>
          </p:nvSpPr>
          <p:spPr>
            <a:xfrm rot="10800000">
              <a:off x="3848711"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73A0AB45-10C1-B95C-1EAA-3F48874C5B26}"/>
                </a:ext>
              </a:extLst>
            </p:cNvPr>
            <p:cNvSpPr/>
            <p:nvPr/>
          </p:nvSpPr>
          <p:spPr>
            <a:xfrm rot="10800000">
              <a:off x="3748288"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C0CC854C-8FA7-2F8E-B9E3-47BFCBE4C637}"/>
                </a:ext>
              </a:extLst>
            </p:cNvPr>
            <p:cNvSpPr/>
            <p:nvPr/>
          </p:nvSpPr>
          <p:spPr>
            <a:xfrm rot="10800000">
              <a:off x="3647865"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DD02B99E-5C48-8ACD-86FB-45193F5E144A}"/>
                </a:ext>
              </a:extLst>
            </p:cNvPr>
            <p:cNvSpPr/>
            <p:nvPr/>
          </p:nvSpPr>
          <p:spPr>
            <a:xfrm rot="10800000">
              <a:off x="3547442"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F665BF61-A48A-9E3B-ADEC-5AB4283D157A}"/>
                </a:ext>
              </a:extLst>
            </p:cNvPr>
            <p:cNvSpPr/>
            <p:nvPr/>
          </p:nvSpPr>
          <p:spPr>
            <a:xfrm rot="10800000">
              <a:off x="3447019"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4348606C-85EE-A288-46DB-A7A5EC50F4E5}"/>
                </a:ext>
              </a:extLst>
            </p:cNvPr>
            <p:cNvSpPr/>
            <p:nvPr/>
          </p:nvSpPr>
          <p:spPr>
            <a:xfrm rot="10800000">
              <a:off x="3346596"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419ED93B-7AB7-D0DA-324D-D038FF27F5DA}"/>
                </a:ext>
              </a:extLst>
            </p:cNvPr>
            <p:cNvSpPr/>
            <p:nvPr/>
          </p:nvSpPr>
          <p:spPr>
            <a:xfrm rot="10800000">
              <a:off x="3246173"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8ADC1817-E84F-1213-12A8-3BC1064A0579}"/>
                </a:ext>
              </a:extLst>
            </p:cNvPr>
            <p:cNvSpPr/>
            <p:nvPr/>
          </p:nvSpPr>
          <p:spPr>
            <a:xfrm rot="10800000">
              <a:off x="3145750"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DCC21036-FDD4-DAAB-9673-8F65CE93E4D6}"/>
                </a:ext>
              </a:extLst>
            </p:cNvPr>
            <p:cNvSpPr/>
            <p:nvPr/>
          </p:nvSpPr>
          <p:spPr>
            <a:xfrm rot="10800000">
              <a:off x="3045327"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46B01D9B-8B5D-762D-F26A-FC1FFA3E8741}"/>
                </a:ext>
              </a:extLst>
            </p:cNvPr>
            <p:cNvSpPr/>
            <p:nvPr/>
          </p:nvSpPr>
          <p:spPr>
            <a:xfrm rot="10800000">
              <a:off x="2944904"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2B32383F-9D60-2989-0A5E-341FA121808F}"/>
                </a:ext>
              </a:extLst>
            </p:cNvPr>
            <p:cNvSpPr/>
            <p:nvPr/>
          </p:nvSpPr>
          <p:spPr>
            <a:xfrm rot="10800000">
              <a:off x="2844481" y="3245377"/>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a:extLst>
                <a:ext uri="{FF2B5EF4-FFF2-40B4-BE49-F238E27FC236}">
                  <a16:creationId xmlns:a16="http://schemas.microsoft.com/office/drawing/2014/main" id="{12C73CE4-EF8B-4886-087A-F565AFCADDAD}"/>
                </a:ext>
              </a:extLst>
            </p:cNvPr>
            <p:cNvGrpSpPr/>
            <p:nvPr/>
          </p:nvGrpSpPr>
          <p:grpSpPr>
            <a:xfrm rot="10800000">
              <a:off x="5670366" y="5213011"/>
              <a:ext cx="397619" cy="396106"/>
              <a:chOff x="7383761" y="5206905"/>
              <a:chExt cx="796285" cy="793255"/>
            </a:xfrm>
          </p:grpSpPr>
          <p:grpSp>
            <p:nvGrpSpPr>
              <p:cNvPr id="85" name="Group 84">
                <a:extLst>
                  <a:ext uri="{FF2B5EF4-FFF2-40B4-BE49-F238E27FC236}">
                    <a16:creationId xmlns:a16="http://schemas.microsoft.com/office/drawing/2014/main" id="{8D62BE78-78B5-505E-011A-9553C64EF6EC}"/>
                  </a:ext>
                </a:extLst>
              </p:cNvPr>
              <p:cNvGrpSpPr/>
              <p:nvPr/>
            </p:nvGrpSpPr>
            <p:grpSpPr>
              <a:xfrm>
                <a:off x="7586157" y="5206905"/>
                <a:ext cx="593889" cy="593625"/>
                <a:chOff x="1910636" y="2494271"/>
                <a:chExt cx="593889" cy="593625"/>
              </a:xfrm>
            </p:grpSpPr>
            <p:sp>
              <p:nvSpPr>
                <p:cNvPr id="114" name="Rectangle 113">
                  <a:extLst>
                    <a:ext uri="{FF2B5EF4-FFF2-40B4-BE49-F238E27FC236}">
                      <a16:creationId xmlns:a16="http://schemas.microsoft.com/office/drawing/2014/main" id="{1516F6B5-0641-5434-B524-8EB03B4FFE5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8CCEE4CA-29FB-F93F-8D1E-6FA1419948F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B94A0902-3A73-8A76-C5EA-F9A6BD4116D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6A157234-DA4B-B067-8402-66356B57F60E}"/>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5CE21699-9C33-9D3A-D552-C5593B4505A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5FE85EFA-AF81-2289-0188-6BC226F53CF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5BB54FF3-B4AD-7F55-A13D-0AB3252BC46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1FB22DB4-6FEA-6C5F-677E-7270E2E8BCD0}"/>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0CAB0C92-DD5D-9E35-0E56-EAF3DB16BA70}"/>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2" name="Group 91">
                <a:extLst>
                  <a:ext uri="{FF2B5EF4-FFF2-40B4-BE49-F238E27FC236}">
                    <a16:creationId xmlns:a16="http://schemas.microsoft.com/office/drawing/2014/main" id="{0B01A26B-A8BA-73F3-6A8B-D51C2C89C770}"/>
                  </a:ext>
                </a:extLst>
              </p:cNvPr>
              <p:cNvGrpSpPr/>
              <p:nvPr/>
            </p:nvGrpSpPr>
            <p:grpSpPr>
              <a:xfrm>
                <a:off x="7487213" y="5307553"/>
                <a:ext cx="593889" cy="593625"/>
                <a:chOff x="1910636" y="2494271"/>
                <a:chExt cx="593889" cy="593625"/>
              </a:xfrm>
            </p:grpSpPr>
            <p:sp>
              <p:nvSpPr>
                <p:cNvPr id="105" name="Rectangle 104">
                  <a:extLst>
                    <a:ext uri="{FF2B5EF4-FFF2-40B4-BE49-F238E27FC236}">
                      <a16:creationId xmlns:a16="http://schemas.microsoft.com/office/drawing/2014/main" id="{37EA015F-77CE-C9EA-AEDD-FFB647F7A88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25F18B8-8468-DD8E-2A66-32890B5FA0C3}"/>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6197C6C4-BBF8-8F0F-95F6-0D7D8C612D54}"/>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82CE09F1-1022-5F45-A9AA-AFACF8E1EF4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2B0F98E-FCC5-8606-BB3E-2BE3BC47183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E16E990-E903-F521-DBEF-E98141F3AD4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7BC95CF-5485-7750-1C89-DCA28482FC00}"/>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A3EEB27B-5AB5-7219-3D67-750FAF52123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47B78EFA-A5DD-BD5E-DB62-4B3444A35E6C}"/>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a:extLst>
                  <a:ext uri="{FF2B5EF4-FFF2-40B4-BE49-F238E27FC236}">
                    <a16:creationId xmlns:a16="http://schemas.microsoft.com/office/drawing/2014/main" id="{E7612BA9-9F77-A56E-9415-83246ADCD79A}"/>
                  </a:ext>
                </a:extLst>
              </p:cNvPr>
              <p:cNvGrpSpPr/>
              <p:nvPr/>
            </p:nvGrpSpPr>
            <p:grpSpPr>
              <a:xfrm>
                <a:off x="7383761" y="5406535"/>
                <a:ext cx="593889" cy="593625"/>
                <a:chOff x="1910636" y="2494271"/>
                <a:chExt cx="593889" cy="593625"/>
              </a:xfrm>
            </p:grpSpPr>
            <p:sp>
              <p:nvSpPr>
                <p:cNvPr id="94" name="Rectangle 93">
                  <a:extLst>
                    <a:ext uri="{FF2B5EF4-FFF2-40B4-BE49-F238E27FC236}">
                      <a16:creationId xmlns:a16="http://schemas.microsoft.com/office/drawing/2014/main" id="{4808E92C-7EF4-0F17-50D6-A93E51EB13F5}"/>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A6321E41-B4D9-9389-EFA1-F8290B1FB3C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4D879B22-FC53-D297-1D88-2FB76E3E8D9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A6FA10CD-F826-58F4-0201-4EC8514FA0A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634312DF-16D2-24E9-645A-B1BACCC64B6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7D1DB373-00AC-9B70-0C3D-0B04C0F67E5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566DE864-DC73-50F8-AF42-539ECACF6D90}"/>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09528FDC-0B22-5489-26C4-44490526C3C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9B155CF6-304B-F3C8-885A-6B89CFEABF0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7F9702F2-CFD5-733F-EED5-31DB23873A83}"/>
                </a:ext>
              </a:extLst>
            </p:cNvPr>
            <p:cNvGrpSpPr/>
            <p:nvPr/>
          </p:nvGrpSpPr>
          <p:grpSpPr>
            <a:xfrm rot="10800000">
              <a:off x="5336790" y="5213011"/>
              <a:ext cx="397619" cy="396106"/>
              <a:chOff x="9651794" y="5208440"/>
              <a:chExt cx="796285" cy="793255"/>
            </a:xfrm>
          </p:grpSpPr>
          <p:grpSp>
            <p:nvGrpSpPr>
              <p:cNvPr id="124" name="Group 123">
                <a:extLst>
                  <a:ext uri="{FF2B5EF4-FFF2-40B4-BE49-F238E27FC236}">
                    <a16:creationId xmlns:a16="http://schemas.microsoft.com/office/drawing/2014/main" id="{5DFD6B55-F453-03AF-D169-DA4DD4E8BE05}"/>
                  </a:ext>
                </a:extLst>
              </p:cNvPr>
              <p:cNvGrpSpPr/>
              <p:nvPr/>
            </p:nvGrpSpPr>
            <p:grpSpPr>
              <a:xfrm>
                <a:off x="9854190" y="5208440"/>
                <a:ext cx="593889" cy="593625"/>
                <a:chOff x="1910636" y="2494271"/>
                <a:chExt cx="593889" cy="593625"/>
              </a:xfrm>
            </p:grpSpPr>
            <p:sp>
              <p:nvSpPr>
                <p:cNvPr id="145" name="Rectangle 144">
                  <a:extLst>
                    <a:ext uri="{FF2B5EF4-FFF2-40B4-BE49-F238E27FC236}">
                      <a16:creationId xmlns:a16="http://schemas.microsoft.com/office/drawing/2014/main" id="{C5EC766D-4794-4A2F-462F-CDFE7E904A93}"/>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AEE2BC9A-C90A-A899-F019-0B81FEE96949}"/>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02A0CA7A-2B76-70A9-18A5-FACC3D704B9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D2E3B9FD-9A09-8D71-9709-9271D331D272}"/>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98849FBB-241A-0640-7728-811CFC8604B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276B53A-8069-765F-EC86-BBE2C24B951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1036F710-B16C-F090-21BA-5DC883941BE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B3F58771-616B-1AE6-518B-7AEDB247A33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B4F1FD96-4837-6221-6844-A69BFEBB529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A34B609B-65AB-A23A-2A0F-E1830AE1A6AC}"/>
                  </a:ext>
                </a:extLst>
              </p:cNvPr>
              <p:cNvGrpSpPr/>
              <p:nvPr/>
            </p:nvGrpSpPr>
            <p:grpSpPr>
              <a:xfrm>
                <a:off x="9755246" y="5309088"/>
                <a:ext cx="593889" cy="593625"/>
                <a:chOff x="1910636" y="2494271"/>
                <a:chExt cx="593889" cy="593625"/>
              </a:xfrm>
            </p:grpSpPr>
            <p:sp>
              <p:nvSpPr>
                <p:cNvPr id="136" name="Rectangle 135">
                  <a:extLst>
                    <a:ext uri="{FF2B5EF4-FFF2-40B4-BE49-F238E27FC236}">
                      <a16:creationId xmlns:a16="http://schemas.microsoft.com/office/drawing/2014/main" id="{43B492FC-133F-D3BD-2D33-F518E1259CE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3015C331-1B53-29F6-0A72-9DA92B93F4C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D800C404-F207-AE2E-4E43-EA3D38A7557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C3C8A41A-86A8-171D-0EEB-D876DD016C5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17C65BC2-725C-FDE2-6ABB-47EA871C01D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0F0D4B15-3AFD-D506-CD94-A88220F59C47}"/>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03A5EB85-20DB-94B2-A11C-EBCC2880BE2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D2052F09-2F81-57B9-132A-215632034740}"/>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6834364D-0B8C-85A4-1286-209EDA4237B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2AC9D686-FF08-6EE7-18A9-0E4DCCF4004E}"/>
                  </a:ext>
                </a:extLst>
              </p:cNvPr>
              <p:cNvGrpSpPr/>
              <p:nvPr/>
            </p:nvGrpSpPr>
            <p:grpSpPr>
              <a:xfrm>
                <a:off x="9651794" y="5408070"/>
                <a:ext cx="593889" cy="593625"/>
                <a:chOff x="1910636" y="2494271"/>
                <a:chExt cx="593889" cy="593625"/>
              </a:xfrm>
            </p:grpSpPr>
            <p:sp>
              <p:nvSpPr>
                <p:cNvPr id="127" name="Rectangle 126">
                  <a:extLst>
                    <a:ext uri="{FF2B5EF4-FFF2-40B4-BE49-F238E27FC236}">
                      <a16:creationId xmlns:a16="http://schemas.microsoft.com/office/drawing/2014/main" id="{43C6A3D6-CF97-6098-7527-CC180980DA42}"/>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D384788E-28FB-71F5-7D54-BF94C35C2BA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1F53442C-9A09-7961-8A76-87D2EC70E054}"/>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767EE29C-5669-10A6-AF3C-EBEEA9C4C8D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A5F5FFBA-4A37-C32C-B9AC-66ACFFD5D69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9973ECCF-34F5-B4DD-0198-8C84602AE5D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64077E2E-9943-A5E9-92F5-E0765936DC8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22DBE593-6FE4-AF0B-C237-2420534E16A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CB92FE56-DE87-D234-6423-221B1788A5E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4" name="Group 153">
              <a:extLst>
                <a:ext uri="{FF2B5EF4-FFF2-40B4-BE49-F238E27FC236}">
                  <a16:creationId xmlns:a16="http://schemas.microsoft.com/office/drawing/2014/main" id="{A8D36427-2917-ABB2-C467-990C81F49B8E}"/>
                </a:ext>
              </a:extLst>
            </p:cNvPr>
            <p:cNvGrpSpPr/>
            <p:nvPr/>
          </p:nvGrpSpPr>
          <p:grpSpPr>
            <a:xfrm rot="10800000">
              <a:off x="5003213" y="5213011"/>
              <a:ext cx="397619" cy="396106"/>
              <a:chOff x="9651794" y="5208440"/>
              <a:chExt cx="796285" cy="793255"/>
            </a:xfrm>
          </p:grpSpPr>
          <p:grpSp>
            <p:nvGrpSpPr>
              <p:cNvPr id="155" name="Group 154">
                <a:extLst>
                  <a:ext uri="{FF2B5EF4-FFF2-40B4-BE49-F238E27FC236}">
                    <a16:creationId xmlns:a16="http://schemas.microsoft.com/office/drawing/2014/main" id="{75B1ADEB-B3BE-8FB3-84F9-172F747EB7C7}"/>
                  </a:ext>
                </a:extLst>
              </p:cNvPr>
              <p:cNvGrpSpPr/>
              <p:nvPr/>
            </p:nvGrpSpPr>
            <p:grpSpPr>
              <a:xfrm>
                <a:off x="9854190" y="5208440"/>
                <a:ext cx="593889" cy="593625"/>
                <a:chOff x="1910636" y="2494271"/>
                <a:chExt cx="593889" cy="593625"/>
              </a:xfrm>
            </p:grpSpPr>
            <p:sp>
              <p:nvSpPr>
                <p:cNvPr id="176" name="Rectangle 175">
                  <a:extLst>
                    <a:ext uri="{FF2B5EF4-FFF2-40B4-BE49-F238E27FC236}">
                      <a16:creationId xmlns:a16="http://schemas.microsoft.com/office/drawing/2014/main" id="{F0236A67-C1A1-BBBB-5766-E0958C2F66A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3FC3ADE-CF13-4BD7-0441-DC0E0C98503E}"/>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2B31CE5B-5B08-E35C-373A-1CE86CBDA47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225B242A-27F7-CC0D-B205-FF1BCAE57F4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25EC5ADA-50E2-32E0-1C39-AB729CF3C73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8B323A5-9B1D-22E0-4D5E-D2AE1946CE7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356E6A6-2DC2-A246-161C-792EF826181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655A0345-FAC4-FFAC-E9EF-A17E49C13EE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9F6C88B5-A80F-4859-6322-FA13F2AD507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6" name="Group 155">
                <a:extLst>
                  <a:ext uri="{FF2B5EF4-FFF2-40B4-BE49-F238E27FC236}">
                    <a16:creationId xmlns:a16="http://schemas.microsoft.com/office/drawing/2014/main" id="{A2554CC4-65A0-0A48-9144-CABA883EC957}"/>
                  </a:ext>
                </a:extLst>
              </p:cNvPr>
              <p:cNvGrpSpPr/>
              <p:nvPr/>
            </p:nvGrpSpPr>
            <p:grpSpPr>
              <a:xfrm>
                <a:off x="9755246" y="5309088"/>
                <a:ext cx="593889" cy="593625"/>
                <a:chOff x="1910636" y="2494271"/>
                <a:chExt cx="593889" cy="593625"/>
              </a:xfrm>
            </p:grpSpPr>
            <p:sp>
              <p:nvSpPr>
                <p:cNvPr id="167" name="Rectangle 166">
                  <a:extLst>
                    <a:ext uri="{FF2B5EF4-FFF2-40B4-BE49-F238E27FC236}">
                      <a16:creationId xmlns:a16="http://schemas.microsoft.com/office/drawing/2014/main" id="{C4E29FD2-8819-6451-1D00-4EEF6B477A8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A07D386-C87D-68AD-625B-0548F4D4EA6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0F0E95FF-B786-5ED8-A640-AF8A28FDEEA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29F8FF58-7CD5-1D39-42B9-FF1EFBA8957E}"/>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8F37C044-6BDB-DEF5-D0D3-D32437F81AAA}"/>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A00D7622-0990-2F3C-2A32-737B976414E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1CFE1C98-8C8F-4DC8-425E-D81F4981A9C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7F13B288-81D8-BE0F-57CB-B18953DE48F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6B1007A4-66CB-4E70-AD74-92844A1AEC90}"/>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a:extLst>
                  <a:ext uri="{FF2B5EF4-FFF2-40B4-BE49-F238E27FC236}">
                    <a16:creationId xmlns:a16="http://schemas.microsoft.com/office/drawing/2014/main" id="{84F34448-EB09-B1D8-5A71-C712E3979073}"/>
                  </a:ext>
                </a:extLst>
              </p:cNvPr>
              <p:cNvGrpSpPr/>
              <p:nvPr/>
            </p:nvGrpSpPr>
            <p:grpSpPr>
              <a:xfrm>
                <a:off x="9651794" y="5408070"/>
                <a:ext cx="593889" cy="593625"/>
                <a:chOff x="1910636" y="2494271"/>
                <a:chExt cx="593889" cy="593625"/>
              </a:xfrm>
            </p:grpSpPr>
            <p:sp>
              <p:nvSpPr>
                <p:cNvPr id="158" name="Rectangle 157">
                  <a:extLst>
                    <a:ext uri="{FF2B5EF4-FFF2-40B4-BE49-F238E27FC236}">
                      <a16:creationId xmlns:a16="http://schemas.microsoft.com/office/drawing/2014/main" id="{58C5C786-0990-F5C3-2D9E-27847C814F2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71C387F-A7DF-C411-D14F-917C8079588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CA7B50EA-3613-C5E7-A3BB-49B2E93CC15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8F57B38-D768-6D67-9029-96EFBB4DD8C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3437BE94-18D1-29A5-C358-71C73E0EF2A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4F848A89-D459-F886-497C-32D54AEB560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F78D99EE-3919-1CA7-837F-0EFD0CA56BC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14C90632-6968-092F-38E6-63FD1C28090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67447EAC-2CD5-DFEB-223D-66F6B83B841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5" name="Group 184">
              <a:extLst>
                <a:ext uri="{FF2B5EF4-FFF2-40B4-BE49-F238E27FC236}">
                  <a16:creationId xmlns:a16="http://schemas.microsoft.com/office/drawing/2014/main" id="{358C8A7B-34D3-C99F-D856-6B6685F41358}"/>
                </a:ext>
              </a:extLst>
            </p:cNvPr>
            <p:cNvGrpSpPr/>
            <p:nvPr/>
          </p:nvGrpSpPr>
          <p:grpSpPr>
            <a:xfrm rot="10800000">
              <a:off x="4669637" y="5213011"/>
              <a:ext cx="397619" cy="396106"/>
              <a:chOff x="9651794" y="5208440"/>
              <a:chExt cx="796285" cy="793255"/>
            </a:xfrm>
          </p:grpSpPr>
          <p:grpSp>
            <p:nvGrpSpPr>
              <p:cNvPr id="186" name="Group 185">
                <a:extLst>
                  <a:ext uri="{FF2B5EF4-FFF2-40B4-BE49-F238E27FC236}">
                    <a16:creationId xmlns:a16="http://schemas.microsoft.com/office/drawing/2014/main" id="{52CD6605-69C8-CB4A-1810-87585F4A3D86}"/>
                  </a:ext>
                </a:extLst>
              </p:cNvPr>
              <p:cNvGrpSpPr/>
              <p:nvPr/>
            </p:nvGrpSpPr>
            <p:grpSpPr>
              <a:xfrm>
                <a:off x="9854190" y="5208440"/>
                <a:ext cx="593889" cy="593625"/>
                <a:chOff x="1910636" y="2494271"/>
                <a:chExt cx="593889" cy="593625"/>
              </a:xfrm>
            </p:grpSpPr>
            <p:sp>
              <p:nvSpPr>
                <p:cNvPr id="207" name="Rectangle 206">
                  <a:extLst>
                    <a:ext uri="{FF2B5EF4-FFF2-40B4-BE49-F238E27FC236}">
                      <a16:creationId xmlns:a16="http://schemas.microsoft.com/office/drawing/2014/main" id="{F1F85581-3FD5-10C1-952D-314DA7592EA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7FDE1FF8-F57C-6D0B-A6F2-FB29F941E81E}"/>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ADCCC588-E309-D714-73EC-94096160797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2A259595-43F0-684C-BC1D-1299F9882AEE}"/>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A4B335C-68AC-D3B0-16BE-7C42B8F5C3DF}"/>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ECC58856-32CA-926A-3D16-114DA358575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D3E53E2C-95F0-1D4D-A566-DBF603A4F72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17666862-26AD-CCFE-03A1-B1DE16A0403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B485D3CA-8DF1-E5D2-9E1E-DEEF333E9222}"/>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7" name="Group 186">
                <a:extLst>
                  <a:ext uri="{FF2B5EF4-FFF2-40B4-BE49-F238E27FC236}">
                    <a16:creationId xmlns:a16="http://schemas.microsoft.com/office/drawing/2014/main" id="{ED6F6F3E-37C4-A449-C56D-B06CD5026CC9}"/>
                  </a:ext>
                </a:extLst>
              </p:cNvPr>
              <p:cNvGrpSpPr/>
              <p:nvPr/>
            </p:nvGrpSpPr>
            <p:grpSpPr>
              <a:xfrm>
                <a:off x="9755246" y="5309088"/>
                <a:ext cx="593889" cy="593625"/>
                <a:chOff x="1910636" y="2494271"/>
                <a:chExt cx="593889" cy="593625"/>
              </a:xfrm>
            </p:grpSpPr>
            <p:sp>
              <p:nvSpPr>
                <p:cNvPr id="198" name="Rectangle 197">
                  <a:extLst>
                    <a:ext uri="{FF2B5EF4-FFF2-40B4-BE49-F238E27FC236}">
                      <a16:creationId xmlns:a16="http://schemas.microsoft.com/office/drawing/2014/main" id="{0B0BF512-3176-1E49-96E6-43DB372BE3B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464C7454-2641-FCC6-9C58-49EBB2A6CA8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2EED190-E859-0268-AC47-3F054050CB86}"/>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93A024FF-96D6-BCB0-EEB0-4EB9FB04C5A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7410FBB-F5BC-829F-9895-CB0762AF137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A0BD68E8-4656-0AC4-169B-4EAED65ABB4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6C5FA024-BB9F-DA92-E464-C100B5D5C891}"/>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CE33459-A713-76D6-2DE1-4C617E4EAC2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AA94696E-4CEB-5604-3C5A-AD6E9AD17FE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8" name="Group 187">
                <a:extLst>
                  <a:ext uri="{FF2B5EF4-FFF2-40B4-BE49-F238E27FC236}">
                    <a16:creationId xmlns:a16="http://schemas.microsoft.com/office/drawing/2014/main" id="{DD7F4058-23F0-18A8-AB63-EBE8D4EF1199}"/>
                  </a:ext>
                </a:extLst>
              </p:cNvPr>
              <p:cNvGrpSpPr/>
              <p:nvPr/>
            </p:nvGrpSpPr>
            <p:grpSpPr>
              <a:xfrm>
                <a:off x="9651794" y="5408070"/>
                <a:ext cx="593889" cy="593625"/>
                <a:chOff x="1910636" y="2494271"/>
                <a:chExt cx="593889" cy="593625"/>
              </a:xfrm>
            </p:grpSpPr>
            <p:sp>
              <p:nvSpPr>
                <p:cNvPr id="189" name="Rectangle 188">
                  <a:extLst>
                    <a:ext uri="{FF2B5EF4-FFF2-40B4-BE49-F238E27FC236}">
                      <a16:creationId xmlns:a16="http://schemas.microsoft.com/office/drawing/2014/main" id="{D29B6B52-8573-D736-B0CF-D028F9466325}"/>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6401B6C5-C1A8-140E-AC70-6AD987C0AE4B}"/>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AF8B553F-E1C2-4CCC-1202-77E1A06B90A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96893901-0A12-6E94-375A-7A1FF477D2A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662D519E-B97D-BCEC-B5ED-40881CD251D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E64A94FE-0A3E-4281-D068-9E6721A6B61B}"/>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0729A30-9B6D-0B84-2426-398E375516E4}"/>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9BC00CEB-2575-AF04-2B84-610DB5F03DC9}"/>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21E9D6EE-50E1-D015-B879-A695C233B05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6" name="Group 215">
              <a:extLst>
                <a:ext uri="{FF2B5EF4-FFF2-40B4-BE49-F238E27FC236}">
                  <a16:creationId xmlns:a16="http://schemas.microsoft.com/office/drawing/2014/main" id="{D69D55BB-95F0-91BE-B4AE-6E2EFB6CA1A5}"/>
                </a:ext>
              </a:extLst>
            </p:cNvPr>
            <p:cNvGrpSpPr/>
            <p:nvPr/>
          </p:nvGrpSpPr>
          <p:grpSpPr>
            <a:xfrm rot="10800000">
              <a:off x="4336061" y="5217980"/>
              <a:ext cx="397619" cy="396106"/>
              <a:chOff x="9651794" y="5208440"/>
              <a:chExt cx="796285" cy="793255"/>
            </a:xfrm>
          </p:grpSpPr>
          <p:grpSp>
            <p:nvGrpSpPr>
              <p:cNvPr id="217" name="Group 216">
                <a:extLst>
                  <a:ext uri="{FF2B5EF4-FFF2-40B4-BE49-F238E27FC236}">
                    <a16:creationId xmlns:a16="http://schemas.microsoft.com/office/drawing/2014/main" id="{CF043C19-30EC-3473-3E11-7CAC0E75E6A1}"/>
                  </a:ext>
                </a:extLst>
              </p:cNvPr>
              <p:cNvGrpSpPr/>
              <p:nvPr/>
            </p:nvGrpSpPr>
            <p:grpSpPr>
              <a:xfrm>
                <a:off x="9854190" y="5208440"/>
                <a:ext cx="593889" cy="593625"/>
                <a:chOff x="1910636" y="2494271"/>
                <a:chExt cx="593889" cy="593625"/>
              </a:xfrm>
            </p:grpSpPr>
            <p:sp>
              <p:nvSpPr>
                <p:cNvPr id="238" name="Rectangle 237">
                  <a:extLst>
                    <a:ext uri="{FF2B5EF4-FFF2-40B4-BE49-F238E27FC236}">
                      <a16:creationId xmlns:a16="http://schemas.microsoft.com/office/drawing/2014/main" id="{FA3E2FF4-2DB9-BE9E-6657-08708F9BDCA7}"/>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B73FD3D5-23E9-72EE-5C69-CC0CB84F493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AF1B989-9F68-B0F7-39A5-BE887168ACF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F4E246D6-47DA-0760-6F8B-20E50AEAB0C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A284899E-A098-1269-4FF3-166CB73ABD6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B02F705E-D2E6-7458-ED57-B152C884F51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8E1FD4BC-91B3-4391-6C8C-0AE8C504FBC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66742946-AE80-9462-2259-124830F4406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ED64A1BC-61D1-6522-C4EA-FC83D9E3A08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8" name="Group 217">
                <a:extLst>
                  <a:ext uri="{FF2B5EF4-FFF2-40B4-BE49-F238E27FC236}">
                    <a16:creationId xmlns:a16="http://schemas.microsoft.com/office/drawing/2014/main" id="{F3EAB57B-4828-E099-BBA7-BBB02EFDE65D}"/>
                  </a:ext>
                </a:extLst>
              </p:cNvPr>
              <p:cNvGrpSpPr/>
              <p:nvPr/>
            </p:nvGrpSpPr>
            <p:grpSpPr>
              <a:xfrm>
                <a:off x="9755246" y="5309088"/>
                <a:ext cx="593889" cy="593625"/>
                <a:chOff x="1910636" y="2494271"/>
                <a:chExt cx="593889" cy="593625"/>
              </a:xfrm>
            </p:grpSpPr>
            <p:sp>
              <p:nvSpPr>
                <p:cNvPr id="229" name="Rectangle 228">
                  <a:extLst>
                    <a:ext uri="{FF2B5EF4-FFF2-40B4-BE49-F238E27FC236}">
                      <a16:creationId xmlns:a16="http://schemas.microsoft.com/office/drawing/2014/main" id="{8C604460-E791-3902-1E30-F7117271FB7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F4AAE911-F7D6-FDA3-C043-4E6E0D01E48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1240C48C-C255-9A4A-1665-7D9FCC584C9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1F81C92D-61E4-B036-EE55-1A3B653CBC7D}"/>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CF7811ED-6281-A1C3-D428-35603618150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5E7A7274-9698-5773-AD3C-CFA60BD16BC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D32E5767-0751-EACD-8E70-BC8372CBDDE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0DBC95CB-B27B-DD29-3FB5-61D3FE721C9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B85C7533-FE16-ED73-20A2-4CF02E6094D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7136F85D-2FFC-E761-9259-D1DBA6BB4263}"/>
                  </a:ext>
                </a:extLst>
              </p:cNvPr>
              <p:cNvGrpSpPr/>
              <p:nvPr/>
            </p:nvGrpSpPr>
            <p:grpSpPr>
              <a:xfrm>
                <a:off x="9651794" y="5408070"/>
                <a:ext cx="593889" cy="593625"/>
                <a:chOff x="1910636" y="2494271"/>
                <a:chExt cx="593889" cy="593625"/>
              </a:xfrm>
            </p:grpSpPr>
            <p:sp>
              <p:nvSpPr>
                <p:cNvPr id="220" name="Rectangle 219">
                  <a:extLst>
                    <a:ext uri="{FF2B5EF4-FFF2-40B4-BE49-F238E27FC236}">
                      <a16:creationId xmlns:a16="http://schemas.microsoft.com/office/drawing/2014/main" id="{A15474CE-B547-4828-4EE5-0390D0755C0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1C299787-FEB2-BF78-A079-A16F41A5192C}"/>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543A403A-C5A6-035E-4492-F097C13ACD6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75D5CB7-7722-B662-DEE5-8DEED8FEFE2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B03DD34B-9405-48CD-1B9B-96B727D7E02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39A633AF-98E2-1D22-C13E-DBD5B82DB28F}"/>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1E4F1084-3386-B7AE-D49E-F09187519EF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B38DC5F4-2ECA-9285-EE63-FF592D80198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E0B944A2-5F45-5B33-BB18-4F794A93D83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247" name="Straight Connector 246">
              <a:extLst>
                <a:ext uri="{FF2B5EF4-FFF2-40B4-BE49-F238E27FC236}">
                  <a16:creationId xmlns:a16="http://schemas.microsoft.com/office/drawing/2014/main" id="{E9FCDFBD-0C1C-4C8F-6985-6B057F39AAB7}"/>
                </a:ext>
              </a:extLst>
            </p:cNvPr>
            <p:cNvCxnSpPr>
              <a:cxnSpLocks/>
            </p:cNvCxnSpPr>
            <p:nvPr/>
          </p:nvCxnSpPr>
          <p:spPr>
            <a:xfrm rot="10800000" flipH="1">
              <a:off x="4087537" y="5465459"/>
              <a:ext cx="183699" cy="0"/>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a16="http://schemas.microsoft.com/office/drawing/2014/main" id="{198C3927-BA90-F73C-4473-0F7EC61DEF3B}"/>
                </a:ext>
              </a:extLst>
            </p:cNvPr>
            <p:cNvGrpSpPr/>
            <p:nvPr/>
          </p:nvGrpSpPr>
          <p:grpSpPr>
            <a:xfrm rot="10800000">
              <a:off x="3581336" y="5218463"/>
              <a:ext cx="397619" cy="396106"/>
              <a:chOff x="9651794" y="5208440"/>
              <a:chExt cx="796285" cy="793255"/>
            </a:xfrm>
          </p:grpSpPr>
          <p:grpSp>
            <p:nvGrpSpPr>
              <p:cNvPr id="249" name="Group 248">
                <a:extLst>
                  <a:ext uri="{FF2B5EF4-FFF2-40B4-BE49-F238E27FC236}">
                    <a16:creationId xmlns:a16="http://schemas.microsoft.com/office/drawing/2014/main" id="{26BF0871-676C-E2C2-9FDC-B7C20FD0C3A6}"/>
                  </a:ext>
                </a:extLst>
              </p:cNvPr>
              <p:cNvGrpSpPr/>
              <p:nvPr/>
            </p:nvGrpSpPr>
            <p:grpSpPr>
              <a:xfrm>
                <a:off x="9854190" y="5208440"/>
                <a:ext cx="593889" cy="593625"/>
                <a:chOff x="1910636" y="2494271"/>
                <a:chExt cx="593889" cy="593625"/>
              </a:xfrm>
            </p:grpSpPr>
            <p:sp>
              <p:nvSpPr>
                <p:cNvPr id="270" name="Rectangle 269">
                  <a:extLst>
                    <a:ext uri="{FF2B5EF4-FFF2-40B4-BE49-F238E27FC236}">
                      <a16:creationId xmlns:a16="http://schemas.microsoft.com/office/drawing/2014/main" id="{88166F2D-5450-A7A5-AB7F-194CE7AAC90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5AAD727A-D0AD-F5A9-1EE3-05A7C68F36C6}"/>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BD2C8702-AF77-78FA-8B6C-92679DBE930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3B802C1-6559-192F-7212-266CDD213654}"/>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49ECCE55-66BD-C634-D93A-41932DFC37D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925DBB4E-D404-98A3-34DD-C8D7E77B8DE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9848FCFB-A96E-BE35-6A5D-8DFE3B236AE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CF6A5B72-E19A-B59A-7E79-18CED0418C3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FF3042ED-4F82-2815-EE77-C0BE0A03B5F4}"/>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0" name="Group 249">
                <a:extLst>
                  <a:ext uri="{FF2B5EF4-FFF2-40B4-BE49-F238E27FC236}">
                    <a16:creationId xmlns:a16="http://schemas.microsoft.com/office/drawing/2014/main" id="{1B3A75B8-5245-E306-927B-A631C71C14BD}"/>
                  </a:ext>
                </a:extLst>
              </p:cNvPr>
              <p:cNvGrpSpPr/>
              <p:nvPr/>
            </p:nvGrpSpPr>
            <p:grpSpPr>
              <a:xfrm>
                <a:off x="9755246" y="5309088"/>
                <a:ext cx="593889" cy="593625"/>
                <a:chOff x="1910636" y="2494271"/>
                <a:chExt cx="593889" cy="593625"/>
              </a:xfrm>
            </p:grpSpPr>
            <p:sp>
              <p:nvSpPr>
                <p:cNvPr id="261" name="Rectangle 260">
                  <a:extLst>
                    <a:ext uri="{FF2B5EF4-FFF2-40B4-BE49-F238E27FC236}">
                      <a16:creationId xmlns:a16="http://schemas.microsoft.com/office/drawing/2014/main" id="{BAF6F711-E2EA-A7B8-6E4A-200FB08C7FD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647EE4FD-E776-2C20-9F24-9C9CF8AFB05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7AFC4C29-044A-EAFD-60A7-8B2641BD65F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4A6979F3-95FE-E295-E928-162C67131EA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E22829F2-5A7F-D854-AF45-FCCDA7F6235A}"/>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1D636639-B5C4-0FAE-C52A-87367CF37D4B}"/>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411CCF93-79ED-3308-99C7-64101E47A62A}"/>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022CFA4A-63CF-12D2-051D-A9370D667C4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90DE7A9D-751F-DA6E-CDF5-EA3816AC957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1" name="Group 250">
                <a:extLst>
                  <a:ext uri="{FF2B5EF4-FFF2-40B4-BE49-F238E27FC236}">
                    <a16:creationId xmlns:a16="http://schemas.microsoft.com/office/drawing/2014/main" id="{7E749AD5-9401-C194-45CE-8A7F21F54BFE}"/>
                  </a:ext>
                </a:extLst>
              </p:cNvPr>
              <p:cNvGrpSpPr/>
              <p:nvPr/>
            </p:nvGrpSpPr>
            <p:grpSpPr>
              <a:xfrm>
                <a:off x="9651794" y="5408070"/>
                <a:ext cx="593889" cy="593625"/>
                <a:chOff x="1910636" y="2494271"/>
                <a:chExt cx="593889" cy="593625"/>
              </a:xfrm>
            </p:grpSpPr>
            <p:sp>
              <p:nvSpPr>
                <p:cNvPr id="252" name="Rectangle 251">
                  <a:extLst>
                    <a:ext uri="{FF2B5EF4-FFF2-40B4-BE49-F238E27FC236}">
                      <a16:creationId xmlns:a16="http://schemas.microsoft.com/office/drawing/2014/main" id="{D7D7FE72-75C0-6583-83DE-AB2027251087}"/>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25C1F39A-ECFC-6953-8B62-54DDA29D44CC}"/>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066FCF04-C9D2-9CAB-E081-D7B7D123E156}"/>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132045AB-9DBA-6AF5-6213-C5BC2C752E4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8DF53A64-7E03-A777-D9F8-C14CC350CDB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F77A3B0-FD94-D1A1-583B-FFB8CFD2D02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925BF0F2-0C87-C2E3-E0DE-B9E4675A40C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F228A26C-120C-2981-D046-CFD107E5C2C7}"/>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636F97F4-4B25-2059-A965-4DE6715547B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574" name="TextBox 573">
            <a:extLst>
              <a:ext uri="{FF2B5EF4-FFF2-40B4-BE49-F238E27FC236}">
                <a16:creationId xmlns:a16="http://schemas.microsoft.com/office/drawing/2014/main" id="{DD111D24-1EA1-6E0B-CDD6-3657CD2A98EC}"/>
              </a:ext>
            </a:extLst>
          </p:cNvPr>
          <p:cNvSpPr txBox="1"/>
          <p:nvPr/>
        </p:nvSpPr>
        <p:spPr>
          <a:xfrm rot="5400000">
            <a:off x="4213794" y="4075039"/>
            <a:ext cx="1243099" cy="2675074"/>
          </a:xfrm>
          <a:prstGeom prst="rect">
            <a:avLst/>
          </a:prstGeom>
          <a:noFill/>
          <a:ln w="22225">
            <a:solidFill>
              <a:schemeClr val="tx1"/>
            </a:solidFill>
          </a:ln>
        </p:spPr>
        <p:txBody>
          <a:bodyPr wrap="none" rtlCol="0">
            <a:noAutofit/>
          </a:bodyPr>
          <a:lstStyle/>
          <a:p>
            <a:pPr algn="ctr"/>
            <a:endParaRPr lang="en-US" dirty="0"/>
          </a:p>
        </p:txBody>
      </p:sp>
      <p:sp>
        <p:nvSpPr>
          <p:cNvPr id="576" name="TextBox 575">
            <a:extLst>
              <a:ext uri="{FF2B5EF4-FFF2-40B4-BE49-F238E27FC236}">
                <a16:creationId xmlns:a16="http://schemas.microsoft.com/office/drawing/2014/main" id="{A8E4B8CB-4DC2-5934-05CB-B9A7DFE9BE16}"/>
              </a:ext>
            </a:extLst>
          </p:cNvPr>
          <p:cNvSpPr txBox="1"/>
          <p:nvPr/>
        </p:nvSpPr>
        <p:spPr>
          <a:xfrm>
            <a:off x="3978370" y="2860751"/>
            <a:ext cx="764953" cy="369332"/>
          </a:xfrm>
          <a:prstGeom prst="rect">
            <a:avLst/>
          </a:prstGeom>
          <a:noFill/>
        </p:spPr>
        <p:txBody>
          <a:bodyPr wrap="none" rtlCol="0">
            <a:spAutoFit/>
          </a:bodyPr>
          <a:lstStyle/>
          <a:p>
            <a:r>
              <a:rPr lang="en-US" dirty="0"/>
              <a:t>BRAM</a:t>
            </a:r>
          </a:p>
        </p:txBody>
      </p:sp>
      <p:cxnSp>
        <p:nvCxnSpPr>
          <p:cNvPr id="17" name="Connector: Elbow 16">
            <a:extLst>
              <a:ext uri="{FF2B5EF4-FFF2-40B4-BE49-F238E27FC236}">
                <a16:creationId xmlns:a16="http://schemas.microsoft.com/office/drawing/2014/main" id="{4D9EA76E-7798-E985-B811-0CA8F7F87413}"/>
              </a:ext>
            </a:extLst>
          </p:cNvPr>
          <p:cNvCxnSpPr>
            <a:cxnSpLocks/>
            <a:stCxn id="574" idx="0"/>
          </p:cNvCxnSpPr>
          <p:nvPr/>
        </p:nvCxnSpPr>
        <p:spPr>
          <a:xfrm flipV="1">
            <a:off x="6172881" y="3876246"/>
            <a:ext cx="250105" cy="1536331"/>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8" name="Title 1">
            <a:extLst>
              <a:ext uri="{FF2B5EF4-FFF2-40B4-BE49-F238E27FC236}">
                <a16:creationId xmlns:a16="http://schemas.microsoft.com/office/drawing/2014/main" id="{E74FC67E-0F76-17E6-CAAB-C1E74EA11335}"/>
              </a:ext>
            </a:extLst>
          </p:cNvPr>
          <p:cNvSpPr txBox="1">
            <a:spLocks/>
          </p:cNvSpPr>
          <p:nvPr/>
        </p:nvSpPr>
        <p:spPr>
          <a:xfrm>
            <a:off x="5356254" y="373203"/>
            <a:ext cx="631504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Sequential implementation</a:t>
            </a:r>
          </a:p>
        </p:txBody>
      </p:sp>
    </p:spTree>
    <p:extLst>
      <p:ext uri="{BB962C8B-B14F-4D97-AF65-F5344CB8AC3E}">
        <p14:creationId xmlns:p14="http://schemas.microsoft.com/office/powerpoint/2010/main" val="27698308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1671836" y="3104532"/>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1</a:t>
            </a:r>
          </a:p>
        </p:txBody>
      </p: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3857763" y="3788393"/>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163139" cy="369332"/>
          </a:xfrm>
          <a:prstGeom prst="rect">
            <a:avLst/>
          </a:prstGeom>
          <a:noFill/>
        </p:spPr>
        <p:txBody>
          <a:bodyPr wrap="none" rtlCol="0">
            <a:spAutoFit/>
          </a:bodyPr>
          <a:lstStyle/>
          <a:p>
            <a:r>
              <a:rPr lang="en-US" i="1" dirty="0"/>
              <a:t>row buffer</a:t>
            </a:r>
          </a:p>
        </p:txBody>
      </p:sp>
      <p:cxnSp>
        <p:nvCxnSpPr>
          <p:cNvPr id="63" name="Connector: Elbow 62">
            <a:extLst>
              <a:ext uri="{FF2B5EF4-FFF2-40B4-BE49-F238E27FC236}">
                <a16:creationId xmlns:a16="http://schemas.microsoft.com/office/drawing/2014/main" id="{DF08733A-4F51-4EE2-B27E-A17D85996130}"/>
              </a:ext>
            </a:extLst>
          </p:cNvPr>
          <p:cNvCxnSpPr>
            <a:cxnSpLocks/>
            <a:stCxn id="79" idx="3"/>
          </p:cNvCxnSpPr>
          <p:nvPr/>
        </p:nvCxnSpPr>
        <p:spPr>
          <a:xfrm flipV="1">
            <a:off x="5832989" y="4929177"/>
            <a:ext cx="1310502" cy="92934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6847424" y="4491500"/>
            <a:ext cx="976026"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7693585" y="4291317"/>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60897"/>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5373247" y="4741472"/>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290FA0E-B459-14E6-D847-34B907772D4F}"/>
              </a:ext>
            </a:extLst>
          </p:cNvPr>
          <p:cNvSpPr txBox="1"/>
          <p:nvPr/>
        </p:nvSpPr>
        <p:spPr>
          <a:xfrm>
            <a:off x="7169815" y="1311906"/>
            <a:ext cx="4490332" cy="1754326"/>
          </a:xfrm>
          <a:prstGeom prst="rect">
            <a:avLst/>
          </a:prstGeom>
          <a:noFill/>
        </p:spPr>
        <p:txBody>
          <a:bodyPr wrap="none" rtlCol="0">
            <a:spAutoFit/>
          </a:bodyPr>
          <a:lstStyle/>
          <a:p>
            <a:r>
              <a:rPr lang="en-US" dirty="0">
                <a:latin typeface="Consolas" panose="020B0609020204030204" pitchFamily="49" charset="0"/>
              </a:rPr>
              <a:t>n=(</a:t>
            </a:r>
            <a:r>
              <a:rPr lang="en-US" dirty="0" err="1">
                <a:latin typeface="Consolas" panose="020B0609020204030204" pitchFamily="49" charset="0"/>
              </a:rPr>
              <a:t>iwidth</a:t>
            </a:r>
            <a:r>
              <a:rPr lang="en-US" dirty="0">
                <a:latin typeface="Consolas" panose="020B0609020204030204" pitchFamily="49" charset="0"/>
              </a:rPr>
              <a:t>*3*</a:t>
            </a:r>
            <a:r>
              <a:rPr lang="en-US" dirty="0" err="1">
                <a:latin typeface="Consolas" panose="020B0609020204030204" pitchFamily="49" charset="0"/>
              </a:rPr>
              <a:t>ichan</a:t>
            </a:r>
            <a:r>
              <a:rPr lang="en-US" dirty="0">
                <a:latin typeface="Consolas" panose="020B0609020204030204" pitchFamily="49" charset="0"/>
              </a:rPr>
              <a:t>)/1K</a:t>
            </a:r>
          </a:p>
          <a:p>
            <a:r>
              <a:rPr lang="en-US" dirty="0">
                <a:latin typeface="Consolas" panose="020B0609020204030204" pitchFamily="49" charset="0"/>
              </a:rPr>
              <a:t>m=(3*3*</a:t>
            </a:r>
            <a:r>
              <a:rPr lang="en-US" dirty="0" err="1">
                <a:latin typeface="Consolas" panose="020B0609020204030204" pitchFamily="49" charset="0"/>
              </a:rPr>
              <a:t>ichan</a:t>
            </a:r>
            <a:r>
              <a:rPr lang="en-US" dirty="0">
                <a:latin typeface="Consolas" panose="020B0609020204030204" pitchFamily="49" charset="0"/>
              </a:rPr>
              <a:t>)/1K</a:t>
            </a:r>
          </a:p>
          <a:p>
            <a:r>
              <a:rPr lang="en-US" dirty="0" err="1">
                <a:latin typeface="Consolas" panose="020B0609020204030204" pitchFamily="49" charset="0"/>
              </a:rPr>
              <a:t>ndsp</a:t>
            </a:r>
            <a:r>
              <a:rPr lang="en-US" dirty="0">
                <a:latin typeface="Consolas" panose="020B0609020204030204" pitchFamily="49" charset="0"/>
              </a:rPr>
              <a:t>=</a:t>
            </a:r>
            <a:r>
              <a:rPr lang="en-US" dirty="0" err="1">
                <a:latin typeface="Consolas" panose="020B0609020204030204" pitchFamily="49" charset="0"/>
              </a:rPr>
              <a:t>ochan</a:t>
            </a:r>
            <a:endParaRPr lang="en-US" dirty="0">
              <a:latin typeface="Consolas" panose="020B0609020204030204" pitchFamily="49" charset="0"/>
            </a:endParaRP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=3,ochan=16,iwidth=768</a:t>
            </a: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=256,ochan=256,iwidth=192</a:t>
            </a:r>
          </a:p>
          <a:p>
            <a:endParaRPr lang="en-US" dirty="0"/>
          </a:p>
        </p:txBody>
      </p:sp>
      <p:sp>
        <p:nvSpPr>
          <p:cNvPr id="86" name="TextBox 85">
            <a:extLst>
              <a:ext uri="{FF2B5EF4-FFF2-40B4-BE49-F238E27FC236}">
                <a16:creationId xmlns:a16="http://schemas.microsoft.com/office/drawing/2014/main" id="{677941B5-7BE1-EE4D-4BC0-E8434DF3C623}"/>
              </a:ext>
            </a:extLst>
          </p:cNvPr>
          <p:cNvSpPr txBox="1"/>
          <p:nvPr/>
        </p:nvSpPr>
        <p:spPr>
          <a:xfrm>
            <a:off x="6342615" y="4485296"/>
            <a:ext cx="813865" cy="369332"/>
          </a:xfrm>
          <a:prstGeom prst="rect">
            <a:avLst/>
          </a:prstGeom>
          <a:noFill/>
        </p:spPr>
        <p:txBody>
          <a:bodyPr wrap="square" rtlCol="0">
            <a:spAutoFit/>
          </a:bodyPr>
          <a:lstStyle/>
          <a:p>
            <a:r>
              <a:rPr lang="en-US" dirty="0" err="1"/>
              <a:t>ochan</a:t>
            </a:r>
            <a:endParaRPr lang="en-US" dirty="0"/>
          </a:p>
        </p:txBody>
      </p:sp>
      <p:sp>
        <p:nvSpPr>
          <p:cNvPr id="88" name="Title 1">
            <a:extLst>
              <a:ext uri="{FF2B5EF4-FFF2-40B4-BE49-F238E27FC236}">
                <a16:creationId xmlns:a16="http://schemas.microsoft.com/office/drawing/2014/main" id="{D54E05CE-A3E8-A6F9-9106-4C4D009E4A9C}"/>
              </a:ext>
            </a:extLst>
          </p:cNvPr>
          <p:cNvSpPr txBox="1">
            <a:spLocks/>
          </p:cNvSpPr>
          <p:nvPr/>
        </p:nvSpPr>
        <p:spPr>
          <a:xfrm>
            <a:off x="5794044" y="373203"/>
            <a:ext cx="587725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Parallel implementation</a:t>
            </a:r>
          </a:p>
        </p:txBody>
      </p:sp>
      <p:sp>
        <p:nvSpPr>
          <p:cNvPr id="89" name="Trapezoid 88">
            <a:extLst>
              <a:ext uri="{FF2B5EF4-FFF2-40B4-BE49-F238E27FC236}">
                <a16:creationId xmlns:a16="http://schemas.microsoft.com/office/drawing/2014/main" id="{C2BD70E8-0EB6-2C65-5FD1-A718B03B1CB0}"/>
              </a:ext>
            </a:extLst>
          </p:cNvPr>
          <p:cNvSpPr/>
          <p:nvPr/>
        </p:nvSpPr>
        <p:spPr>
          <a:xfrm rot="5400000">
            <a:off x="2783540" y="1418254"/>
            <a:ext cx="179529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A91F79C0-C0D1-7339-D27E-BCB070E7243D}"/>
              </a:ext>
            </a:extLst>
          </p:cNvPr>
          <p:cNvSpPr txBox="1"/>
          <p:nvPr/>
        </p:nvSpPr>
        <p:spPr>
          <a:xfrm>
            <a:off x="2134308" y="2726962"/>
            <a:ext cx="914994" cy="369332"/>
          </a:xfrm>
          <a:prstGeom prst="rect">
            <a:avLst/>
          </a:prstGeom>
          <a:noFill/>
        </p:spPr>
        <p:txBody>
          <a:bodyPr wrap="none" rtlCol="0">
            <a:spAutoFit/>
          </a:bodyPr>
          <a:lstStyle/>
          <a:p>
            <a:r>
              <a:rPr lang="en-US" i="1" dirty="0"/>
              <a:t>weights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7507564" y="4677567"/>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rapezoid 58">
            <a:extLst>
              <a:ext uri="{FF2B5EF4-FFF2-40B4-BE49-F238E27FC236}">
                <a16:creationId xmlns:a16="http://schemas.microsoft.com/office/drawing/2014/main" id="{5C29FF59-DE91-375A-97D9-02170EB9B2CE}"/>
              </a:ext>
            </a:extLst>
          </p:cNvPr>
          <p:cNvSpPr/>
          <p:nvPr/>
        </p:nvSpPr>
        <p:spPr>
          <a:xfrm rot="5400000">
            <a:off x="2964376" y="3649217"/>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apezoid 59">
            <a:extLst>
              <a:ext uri="{FF2B5EF4-FFF2-40B4-BE49-F238E27FC236}">
                <a16:creationId xmlns:a16="http://schemas.microsoft.com/office/drawing/2014/main" id="{F1CF238F-10B8-9311-FCED-46D8527AFB5D}"/>
              </a:ext>
            </a:extLst>
          </p:cNvPr>
          <p:cNvSpPr/>
          <p:nvPr/>
        </p:nvSpPr>
        <p:spPr>
          <a:xfrm rot="5400000">
            <a:off x="2968646" y="5589109"/>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356F159C-4846-2178-EE44-28C7DEA4DC9B}"/>
              </a:ext>
            </a:extLst>
          </p:cNvPr>
          <p:cNvSpPr txBox="1"/>
          <p:nvPr/>
        </p:nvSpPr>
        <p:spPr>
          <a:xfrm>
            <a:off x="4915867" y="3676825"/>
            <a:ext cx="919483" cy="354265"/>
          </a:xfrm>
          <a:prstGeom prst="rect">
            <a:avLst/>
          </a:prstGeom>
          <a:noFill/>
          <a:ln w="22225">
            <a:solidFill>
              <a:schemeClr val="tx1"/>
            </a:solidFill>
          </a:ln>
        </p:spPr>
        <p:txBody>
          <a:bodyPr wrap="none" rtlCol="0" anchor="ctr" anchorCtr="1">
            <a:noAutofit/>
          </a:bodyPr>
          <a:lstStyle/>
          <a:p>
            <a:r>
              <a:rPr lang="en-US" dirty="0"/>
              <a:t>DSP</a:t>
            </a:r>
          </a:p>
        </p:txBody>
      </p: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3855402" y="579296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4621427" y="3935272"/>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4621427" y="5945380"/>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4913506" y="5681392"/>
            <a:ext cx="919483" cy="354265"/>
          </a:xfrm>
          <a:prstGeom prst="rect">
            <a:avLst/>
          </a:prstGeom>
          <a:noFill/>
          <a:ln w="22225">
            <a:solidFill>
              <a:schemeClr val="tx1"/>
            </a:solidFill>
          </a:ln>
        </p:spPr>
        <p:txBody>
          <a:bodyPr wrap="none" rtlCol="0" anchor="ctr" anchorCtr="1">
            <a:noAutofit/>
          </a:bodyPr>
          <a:lstStyle/>
          <a:p>
            <a:r>
              <a:rPr lang="en-US" dirty="0"/>
              <a:t>DSP</a:t>
            </a:r>
          </a:p>
        </p:txBody>
      </p:sp>
      <p:cxnSp>
        <p:nvCxnSpPr>
          <p:cNvPr id="83" name="Connector: Elbow 82">
            <a:extLst>
              <a:ext uri="{FF2B5EF4-FFF2-40B4-BE49-F238E27FC236}">
                <a16:creationId xmlns:a16="http://schemas.microsoft.com/office/drawing/2014/main" id="{0C76B849-FBFD-0D7F-D9DD-A0D1CD7EB296}"/>
              </a:ext>
            </a:extLst>
          </p:cNvPr>
          <p:cNvCxnSpPr>
            <a:cxnSpLocks/>
            <a:stCxn id="62" idx="3"/>
          </p:cNvCxnSpPr>
          <p:nvPr/>
        </p:nvCxnSpPr>
        <p:spPr>
          <a:xfrm>
            <a:off x="5835350" y="3853958"/>
            <a:ext cx="1328664" cy="57032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stCxn id="93" idx="1"/>
          </p:cNvCxnSpPr>
          <p:nvPr/>
        </p:nvCxnSpPr>
        <p:spPr>
          <a:xfrm flipH="1" flipV="1">
            <a:off x="1267689" y="12303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1B059F0-9E9A-AF43-3D69-B34BDA84E562}"/>
              </a:ext>
            </a:extLst>
          </p:cNvPr>
          <p:cNvCxnSpPr>
            <a:cxnSpLocks/>
            <a:stCxn id="89" idx="0"/>
          </p:cNvCxnSpPr>
          <p:nvPr/>
        </p:nvCxnSpPr>
        <p:spPr>
          <a:xfrm>
            <a:off x="3853313" y="1590381"/>
            <a:ext cx="768114" cy="435499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6752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1671836" y="3104532"/>
            <a:ext cx="1839942" cy="477874"/>
          </a:xfrm>
          <a:prstGeom prst="rect">
            <a:avLst/>
          </a:prstGeom>
          <a:noFill/>
          <a:ln w="12700">
            <a:solidFill>
              <a:schemeClr val="tx1"/>
            </a:solidFill>
          </a:ln>
        </p:spPr>
        <p:txBody>
          <a:bodyPr wrap="none" rtlCol="0" anchor="ctr" anchorCtr="1">
            <a:noAutofit/>
          </a:bodyPr>
          <a:lstStyle/>
          <a:p>
            <a:r>
              <a:rPr lang="en-US" dirty="0"/>
              <a:t>URAM 1</a:t>
            </a:r>
          </a:p>
        </p:txBody>
      </p:sp>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noFill/>
          <a:ln w="12700">
            <a:solidFill>
              <a:schemeClr val="tx1"/>
            </a:solidFill>
          </a:ln>
        </p:spPr>
        <p:txBody>
          <a:bodyPr wrap="none" rtlCol="0" anchor="ctr" anchorCtr="1">
            <a:noAutofit/>
          </a:bodyPr>
          <a:lstStyle/>
          <a:p>
            <a:r>
              <a:rPr lang="en-US" dirty="0"/>
              <a:t> URAM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noFill/>
          <a:ln w="12700">
            <a:solidFill>
              <a:schemeClr val="tx1"/>
            </a:solidFill>
          </a:ln>
        </p:spPr>
        <p:txBody>
          <a:bodyPr wrap="none" rtlCol="0" anchor="ctr" anchorCtr="1">
            <a:noAutofit/>
          </a:bodyPr>
          <a:lstStyle/>
          <a:p>
            <a:r>
              <a:rPr lang="en-US" dirty="0"/>
              <a:t>URAM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noFill/>
          <a:ln w="12700">
            <a:solidFill>
              <a:schemeClr val="tx1"/>
            </a:solidFill>
          </a:ln>
        </p:spPr>
        <p:txBody>
          <a:bodyPr wrap="none" rtlCol="0" anchor="ctr" anchorCtr="1">
            <a:noAutofit/>
          </a:bodyPr>
          <a:lstStyle/>
          <a:p>
            <a:r>
              <a:rPr lang="en-US" dirty="0"/>
              <a:t>URAM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noFill/>
          <a:ln w="12700">
            <a:solidFill>
              <a:schemeClr val="tx1"/>
            </a:solidFill>
          </a:ln>
        </p:spPr>
        <p:txBody>
          <a:bodyPr wrap="none" rtlCol="0" anchor="ctr" anchorCtr="1">
            <a:noAutofit/>
          </a:bodyPr>
          <a:lstStyle/>
          <a:p>
            <a:r>
              <a:rPr lang="en-US" dirty="0"/>
              <a:t>URAM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noFill/>
          <a:ln w="12700">
            <a:solidFill>
              <a:schemeClr val="tx1"/>
            </a:solidFill>
          </a:ln>
        </p:spPr>
        <p:txBody>
          <a:bodyPr wrap="none" rtlCol="0" anchor="ctr" anchorCtr="1">
            <a:noAutofit/>
          </a:bodyPr>
          <a:lstStyle/>
          <a:p>
            <a:r>
              <a:rPr lang="en-US" dirty="0"/>
              <a:t>BRAM 1</a:t>
            </a:r>
          </a:p>
        </p:txBody>
      </p: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3857763" y="3788393"/>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287725" cy="369332"/>
          </a:xfrm>
          <a:prstGeom prst="rect">
            <a:avLst/>
          </a:prstGeom>
          <a:noFill/>
        </p:spPr>
        <p:txBody>
          <a:bodyPr wrap="none" rtlCol="0">
            <a:spAutoFit/>
          </a:bodyPr>
          <a:lstStyle/>
          <a:p>
            <a:r>
              <a:rPr lang="en-US" i="1" dirty="0"/>
              <a:t>input buffer</a:t>
            </a:r>
          </a:p>
        </p:txBody>
      </p:sp>
      <p:cxnSp>
        <p:nvCxnSpPr>
          <p:cNvPr id="63" name="Connector: Elbow 62">
            <a:extLst>
              <a:ext uri="{FF2B5EF4-FFF2-40B4-BE49-F238E27FC236}">
                <a16:creationId xmlns:a16="http://schemas.microsoft.com/office/drawing/2014/main" id="{DF08733A-4F51-4EE2-B27E-A17D85996130}"/>
              </a:ext>
            </a:extLst>
          </p:cNvPr>
          <p:cNvCxnSpPr>
            <a:cxnSpLocks/>
            <a:stCxn id="79" idx="3"/>
          </p:cNvCxnSpPr>
          <p:nvPr/>
        </p:nvCxnSpPr>
        <p:spPr>
          <a:xfrm flipV="1">
            <a:off x="5832989" y="4929177"/>
            <a:ext cx="1310502" cy="929348"/>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6847424" y="4491500"/>
            <a:ext cx="976026"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7693585" y="4291317"/>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11470"/>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5439150" y="4660649"/>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9" name="Trapezoid 88">
            <a:extLst>
              <a:ext uri="{FF2B5EF4-FFF2-40B4-BE49-F238E27FC236}">
                <a16:creationId xmlns:a16="http://schemas.microsoft.com/office/drawing/2014/main" id="{C2BD70E8-0EB6-2C65-5FD1-A718B03B1CB0}"/>
              </a:ext>
            </a:extLst>
          </p:cNvPr>
          <p:cNvSpPr/>
          <p:nvPr/>
        </p:nvSpPr>
        <p:spPr>
          <a:xfrm rot="5400000">
            <a:off x="2783540" y="1418254"/>
            <a:ext cx="179529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A91F79C0-C0D1-7339-D27E-BCB070E7243D}"/>
              </a:ext>
            </a:extLst>
          </p:cNvPr>
          <p:cNvSpPr txBox="1"/>
          <p:nvPr/>
        </p:nvSpPr>
        <p:spPr>
          <a:xfrm>
            <a:off x="1711210" y="2714922"/>
            <a:ext cx="1900970" cy="369332"/>
          </a:xfrm>
          <a:prstGeom prst="rect">
            <a:avLst/>
          </a:prstGeom>
          <a:noFill/>
          <a:ln w="3175">
            <a:noFill/>
          </a:ln>
        </p:spPr>
        <p:txBody>
          <a:bodyPr wrap="none" rtlCol="0">
            <a:spAutoFit/>
          </a:bodyPr>
          <a:lstStyle/>
          <a:p>
            <a:r>
              <a:rPr lang="en-US" i="1" dirty="0"/>
              <a:t>model parameters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7507564" y="4677567"/>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rapezoid 58">
            <a:extLst>
              <a:ext uri="{FF2B5EF4-FFF2-40B4-BE49-F238E27FC236}">
                <a16:creationId xmlns:a16="http://schemas.microsoft.com/office/drawing/2014/main" id="{5C29FF59-DE91-375A-97D9-02170EB9B2CE}"/>
              </a:ext>
            </a:extLst>
          </p:cNvPr>
          <p:cNvSpPr/>
          <p:nvPr/>
        </p:nvSpPr>
        <p:spPr>
          <a:xfrm rot="5400000">
            <a:off x="2964376" y="3649217"/>
            <a:ext cx="143362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apezoid 59">
            <a:extLst>
              <a:ext uri="{FF2B5EF4-FFF2-40B4-BE49-F238E27FC236}">
                <a16:creationId xmlns:a16="http://schemas.microsoft.com/office/drawing/2014/main" id="{F1CF238F-10B8-9311-FCED-46D8527AFB5D}"/>
              </a:ext>
            </a:extLst>
          </p:cNvPr>
          <p:cNvSpPr/>
          <p:nvPr/>
        </p:nvSpPr>
        <p:spPr>
          <a:xfrm rot="5400000">
            <a:off x="2968646" y="5589109"/>
            <a:ext cx="1433622"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356F159C-4846-2178-EE44-28C7DEA4DC9B}"/>
              </a:ext>
            </a:extLst>
          </p:cNvPr>
          <p:cNvSpPr txBox="1"/>
          <p:nvPr/>
        </p:nvSpPr>
        <p:spPr>
          <a:xfrm>
            <a:off x="4915867" y="3676825"/>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3855402" y="579296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4621427" y="3935272"/>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4621427" y="5945380"/>
            <a:ext cx="2944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4913506" y="5681392"/>
            <a:ext cx="919483" cy="354265"/>
          </a:xfrm>
          <a:prstGeom prst="rect">
            <a:avLst/>
          </a:prstGeom>
          <a:noFill/>
          <a:ln w="12700">
            <a:solidFill>
              <a:schemeClr val="tx1"/>
            </a:solidFill>
          </a:ln>
        </p:spPr>
        <p:txBody>
          <a:bodyPr wrap="none" rtlCol="0" anchor="ctr" anchorCtr="1">
            <a:noAutofit/>
          </a:bodyPr>
          <a:lstStyle/>
          <a:p>
            <a:r>
              <a:rPr lang="en-US" dirty="0"/>
              <a:t>FPU</a:t>
            </a:r>
          </a:p>
        </p:txBody>
      </p:sp>
      <p:cxnSp>
        <p:nvCxnSpPr>
          <p:cNvPr id="83" name="Connector: Elbow 82">
            <a:extLst>
              <a:ext uri="{FF2B5EF4-FFF2-40B4-BE49-F238E27FC236}">
                <a16:creationId xmlns:a16="http://schemas.microsoft.com/office/drawing/2014/main" id="{0C76B849-FBFD-0D7F-D9DD-A0D1CD7EB296}"/>
              </a:ext>
            </a:extLst>
          </p:cNvPr>
          <p:cNvCxnSpPr>
            <a:cxnSpLocks/>
            <a:stCxn id="62" idx="3"/>
          </p:cNvCxnSpPr>
          <p:nvPr/>
        </p:nvCxnSpPr>
        <p:spPr>
          <a:xfrm>
            <a:off x="5835350" y="3853958"/>
            <a:ext cx="1328664" cy="570326"/>
          </a:xfrm>
          <a:prstGeom prst="bentConnector3">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noFill/>
          <a:ln w="12700">
            <a:solidFill>
              <a:schemeClr val="tx1"/>
            </a:solidFill>
          </a:ln>
        </p:spPr>
        <p:txBody>
          <a:bodyPr wrap="none" rtlCol="0" anchor="ctr" anchorCtr="1">
            <a:noAutofit/>
          </a:bodyPr>
          <a:lstStyle/>
          <a:p>
            <a:r>
              <a:rPr lang="en-US" dirty="0"/>
              <a:t>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noFill/>
          <a:ln w="12700">
            <a:solidFill>
              <a:schemeClr val="tx1"/>
            </a:solidFill>
          </a:ln>
        </p:spPr>
        <p:txBody>
          <a:bodyPr wrap="none" rtlCol="0" anchor="ctr" anchorCtr="1">
            <a:noAutofit/>
          </a:bodyPr>
          <a:lstStyle/>
          <a:p>
            <a:r>
              <a:rPr lang="en-US" dirty="0"/>
              <a:t>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noFill/>
          <a:ln w="12700">
            <a:solidFill>
              <a:schemeClr val="tx1"/>
            </a:solidFill>
          </a:ln>
        </p:spPr>
        <p:txBody>
          <a:bodyPr wrap="none" rtlCol="0" anchor="ctr" anchorCtr="1">
            <a:noAutofit/>
          </a:bodyPr>
          <a:lstStyle/>
          <a:p>
            <a:r>
              <a:rPr lang="en-US" dirty="0"/>
              <a:t>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noFill/>
          <a:ln w="12700">
            <a:solidFill>
              <a:schemeClr val="tx1"/>
            </a:solidFill>
          </a:ln>
        </p:spPr>
        <p:txBody>
          <a:bodyPr wrap="none" rtlCol="0" anchor="ctr" anchorCtr="1">
            <a:noAutofit/>
          </a:bodyPr>
          <a:lstStyle/>
          <a:p>
            <a:r>
              <a:rPr lang="en-US" dirty="0"/>
              <a:t>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stCxn id="93" idx="1"/>
          </p:cNvCxnSpPr>
          <p:nvPr/>
        </p:nvCxnSpPr>
        <p:spPr>
          <a:xfrm flipH="1" flipV="1">
            <a:off x="1267689" y="12303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1B059F0-9E9A-AF43-3D69-B34BDA84E562}"/>
              </a:ext>
            </a:extLst>
          </p:cNvPr>
          <p:cNvCxnSpPr>
            <a:cxnSpLocks/>
            <a:stCxn id="89" idx="0"/>
          </p:cNvCxnSpPr>
          <p:nvPr/>
        </p:nvCxnSpPr>
        <p:spPr>
          <a:xfrm>
            <a:off x="3853313" y="1590381"/>
            <a:ext cx="768114" cy="435499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478A7F-659E-EADE-1454-71C820E9FB80}"/>
              </a:ext>
            </a:extLst>
          </p:cNvPr>
          <p:cNvCxnSpPr>
            <a:cxnSpLocks/>
          </p:cNvCxnSpPr>
          <p:nvPr/>
        </p:nvCxnSpPr>
        <p:spPr>
          <a:xfrm>
            <a:off x="6843701" y="4506338"/>
            <a:ext cx="0" cy="375409"/>
          </a:xfrm>
          <a:prstGeom prst="line">
            <a:avLst/>
          </a:prstGeom>
          <a:ln w="762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5726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1671836" y="3104532"/>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5" name="TextBox 4">
            <a:extLst>
              <a:ext uri="{FF2B5EF4-FFF2-40B4-BE49-F238E27FC236}">
                <a16:creationId xmlns:a16="http://schemas.microsoft.com/office/drawing/2014/main" id="{D6639D58-3E44-432B-A16F-E1761FAECF3B}"/>
              </a:ext>
            </a:extLst>
          </p:cNvPr>
          <p:cNvSpPr txBox="1"/>
          <p:nvPr/>
        </p:nvSpPr>
        <p:spPr>
          <a:xfrm>
            <a:off x="4915867" y="3322858"/>
            <a:ext cx="919483" cy="354265"/>
          </a:xfrm>
          <a:prstGeom prst="rect">
            <a:avLst/>
          </a:prstGeom>
          <a:noFill/>
          <a:ln w="22225">
            <a:solidFill>
              <a:schemeClr val="tx1"/>
            </a:solidFill>
          </a:ln>
        </p:spPr>
        <p:txBody>
          <a:bodyPr wrap="none" rtlCol="0" anchor="ctr" anchorCtr="1">
            <a:noAutofit/>
          </a:bodyPr>
          <a:lstStyle/>
          <a:p>
            <a:r>
              <a:rPr lang="en-US" dirty="0"/>
              <a:t>DSP 1</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1</a:t>
            </a:r>
          </a:p>
        </p:txBody>
      </p:sp>
      <p:cxnSp>
        <p:nvCxnSpPr>
          <p:cNvPr id="25" name="Straight Arrow Connector 24">
            <a:extLst>
              <a:ext uri="{FF2B5EF4-FFF2-40B4-BE49-F238E27FC236}">
                <a16:creationId xmlns:a16="http://schemas.microsoft.com/office/drawing/2014/main" id="{F5411744-2B7F-4E14-8DE1-3AC7715DCF1C}"/>
              </a:ext>
            </a:extLst>
          </p:cNvPr>
          <p:cNvCxnSpPr/>
          <p:nvPr/>
        </p:nvCxnSpPr>
        <p:spPr>
          <a:xfrm>
            <a:off x="3857763" y="3425851"/>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3857763" y="3788393"/>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8F7F48-CC25-47BA-AD20-02ADA2967AF1}"/>
              </a:ext>
            </a:extLst>
          </p:cNvPr>
          <p:cNvCxnSpPr>
            <a:cxnSpLocks/>
          </p:cNvCxnSpPr>
          <p:nvPr/>
        </p:nvCxnSpPr>
        <p:spPr>
          <a:xfrm>
            <a:off x="3857763" y="4126221"/>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6ED90B-FE8D-4DDB-B5BF-31E0BBC3E26E}"/>
              </a:ext>
            </a:extLst>
          </p:cNvPr>
          <p:cNvCxnSpPr>
            <a:cxnSpLocks/>
          </p:cNvCxnSpPr>
          <p:nvPr/>
        </p:nvCxnSpPr>
        <p:spPr>
          <a:xfrm>
            <a:off x="4552468" y="3586509"/>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84054C-4736-4805-94ED-67B4443A4EA5}"/>
              </a:ext>
            </a:extLst>
          </p:cNvPr>
          <p:cNvCxnSpPr>
            <a:cxnSpLocks/>
          </p:cNvCxnSpPr>
          <p:nvPr/>
        </p:nvCxnSpPr>
        <p:spPr>
          <a:xfrm>
            <a:off x="4552468" y="3940813"/>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D57E09-E336-41BB-9498-B3BF2A1C2268}"/>
              </a:ext>
            </a:extLst>
          </p:cNvPr>
          <p:cNvCxnSpPr>
            <a:cxnSpLocks/>
          </p:cNvCxnSpPr>
          <p:nvPr/>
        </p:nvCxnSpPr>
        <p:spPr>
          <a:xfrm>
            <a:off x="4552468" y="4278641"/>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2017833" y="306122"/>
            <a:ext cx="1163139" cy="369332"/>
          </a:xfrm>
          <a:prstGeom prst="rect">
            <a:avLst/>
          </a:prstGeom>
          <a:noFill/>
        </p:spPr>
        <p:txBody>
          <a:bodyPr wrap="none" rtlCol="0">
            <a:spAutoFit/>
          </a:bodyPr>
          <a:lstStyle/>
          <a:p>
            <a:r>
              <a:rPr lang="en-US" i="1" dirty="0"/>
              <a:t>row buffer</a:t>
            </a:r>
          </a:p>
        </p:txBody>
      </p:sp>
      <p:sp>
        <p:nvSpPr>
          <p:cNvPr id="58" name="TextBox 57">
            <a:extLst>
              <a:ext uri="{FF2B5EF4-FFF2-40B4-BE49-F238E27FC236}">
                <a16:creationId xmlns:a16="http://schemas.microsoft.com/office/drawing/2014/main" id="{38181E5B-DCF5-4212-808E-DEF956BED99D}"/>
              </a:ext>
            </a:extLst>
          </p:cNvPr>
          <p:cNvSpPr txBox="1"/>
          <p:nvPr/>
        </p:nvSpPr>
        <p:spPr>
          <a:xfrm>
            <a:off x="4697411" y="2581771"/>
            <a:ext cx="1356397" cy="646331"/>
          </a:xfrm>
          <a:prstGeom prst="rect">
            <a:avLst/>
          </a:prstGeom>
          <a:noFill/>
        </p:spPr>
        <p:txBody>
          <a:bodyPr wrap="none" rtlCol="0">
            <a:spAutoFit/>
          </a:bodyPr>
          <a:lstStyle/>
          <a:p>
            <a:pPr algn="ctr"/>
            <a:r>
              <a:rPr lang="en-US" i="1" dirty="0"/>
              <a:t>chained</a:t>
            </a:r>
          </a:p>
          <a:p>
            <a:pPr algn="ctr"/>
            <a:r>
              <a:rPr lang="en-US" i="1" dirty="0"/>
              <a:t>accumulator</a:t>
            </a:r>
          </a:p>
        </p:txBody>
      </p:sp>
      <p:cxnSp>
        <p:nvCxnSpPr>
          <p:cNvPr id="63" name="Connector: Elbow 62">
            <a:extLst>
              <a:ext uri="{FF2B5EF4-FFF2-40B4-BE49-F238E27FC236}">
                <a16:creationId xmlns:a16="http://schemas.microsoft.com/office/drawing/2014/main" id="{DF08733A-4F51-4EE2-B27E-A17D85996130}"/>
              </a:ext>
            </a:extLst>
          </p:cNvPr>
          <p:cNvCxnSpPr>
            <a:cxnSpLocks/>
            <a:stCxn id="82" idx="3"/>
          </p:cNvCxnSpPr>
          <p:nvPr/>
        </p:nvCxnSpPr>
        <p:spPr>
          <a:xfrm flipV="1">
            <a:off x="5832989" y="4929177"/>
            <a:ext cx="1310502" cy="128331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6847424" y="4491500"/>
            <a:ext cx="976026"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7693585" y="4291317"/>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60897"/>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5373247" y="4741472"/>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B1F9AC6-347B-014A-5BA7-AB2B0D6D5E2E}"/>
              </a:ext>
            </a:extLst>
          </p:cNvPr>
          <p:cNvCxnSpPr>
            <a:cxnSpLocks/>
          </p:cNvCxnSpPr>
          <p:nvPr/>
        </p:nvCxnSpPr>
        <p:spPr>
          <a:xfrm flipV="1">
            <a:off x="4544314" y="1042626"/>
            <a:ext cx="0" cy="5557434"/>
          </a:xfrm>
          <a:prstGeom prst="line">
            <a:avLst/>
          </a:prstGeom>
          <a:ln w="19050"/>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1290FA0E-B459-14E6-D847-34B907772D4F}"/>
              </a:ext>
            </a:extLst>
          </p:cNvPr>
          <p:cNvSpPr txBox="1"/>
          <p:nvPr/>
        </p:nvSpPr>
        <p:spPr>
          <a:xfrm>
            <a:off x="7169815" y="1311906"/>
            <a:ext cx="4490332" cy="2031325"/>
          </a:xfrm>
          <a:prstGeom prst="rect">
            <a:avLst/>
          </a:prstGeom>
          <a:noFill/>
        </p:spPr>
        <p:txBody>
          <a:bodyPr wrap="none" rtlCol="0">
            <a:spAutoFit/>
          </a:bodyPr>
          <a:lstStyle/>
          <a:p>
            <a:r>
              <a:rPr lang="en-US" dirty="0">
                <a:latin typeface="Consolas" panose="020B0609020204030204" pitchFamily="49" charset="0"/>
              </a:rPr>
              <a:t>n=(</a:t>
            </a:r>
            <a:r>
              <a:rPr lang="en-US" dirty="0" err="1">
                <a:latin typeface="Consolas" panose="020B0609020204030204" pitchFamily="49" charset="0"/>
              </a:rPr>
              <a:t>iwidth</a:t>
            </a:r>
            <a:r>
              <a:rPr lang="en-US" dirty="0">
                <a:latin typeface="Consolas" panose="020B0609020204030204" pitchFamily="49" charset="0"/>
              </a:rPr>
              <a:t>*3*</a:t>
            </a:r>
            <a:r>
              <a:rPr lang="en-US" dirty="0" err="1">
                <a:latin typeface="Consolas" panose="020B0609020204030204" pitchFamily="49" charset="0"/>
              </a:rPr>
              <a:t>ichan</a:t>
            </a:r>
            <a:r>
              <a:rPr lang="en-US" dirty="0">
                <a:latin typeface="Consolas" panose="020B0609020204030204" pitchFamily="49" charset="0"/>
              </a:rPr>
              <a:t>)/1K</a:t>
            </a:r>
          </a:p>
          <a:p>
            <a:r>
              <a:rPr lang="en-US" dirty="0">
                <a:latin typeface="Consolas" panose="020B0609020204030204" pitchFamily="49" charset="0"/>
              </a:rPr>
              <a:t>m=(3*3*</a:t>
            </a:r>
            <a:r>
              <a:rPr lang="en-US" dirty="0" err="1">
                <a:latin typeface="Consolas" panose="020B0609020204030204" pitchFamily="49" charset="0"/>
              </a:rPr>
              <a:t>ichan</a:t>
            </a:r>
            <a:r>
              <a:rPr lang="en-US" dirty="0">
                <a:latin typeface="Consolas" panose="020B0609020204030204" pitchFamily="49" charset="0"/>
              </a:rPr>
              <a:t>)/1K</a:t>
            </a:r>
          </a:p>
          <a:p>
            <a:r>
              <a:rPr lang="en-US" dirty="0">
                <a:latin typeface="Consolas" panose="020B0609020204030204" pitchFamily="49" charset="0"/>
              </a:rPr>
              <a:t>p=min(</a:t>
            </a:r>
            <a:r>
              <a:rPr lang="en-US" dirty="0" err="1">
                <a:latin typeface="Consolas" panose="020B0609020204030204" pitchFamily="49" charset="0"/>
              </a:rPr>
              <a:t>n,m</a:t>
            </a:r>
            <a:r>
              <a:rPr lang="en-US" dirty="0">
                <a:latin typeface="Consolas" panose="020B0609020204030204" pitchFamily="49" charset="0"/>
              </a:rPr>
              <a:t>)</a:t>
            </a:r>
          </a:p>
          <a:p>
            <a:r>
              <a:rPr lang="en-US" dirty="0" err="1">
                <a:latin typeface="Consolas" panose="020B0609020204030204" pitchFamily="49" charset="0"/>
              </a:rPr>
              <a:t>ndsp</a:t>
            </a:r>
            <a:r>
              <a:rPr lang="en-US" dirty="0">
                <a:latin typeface="Consolas" panose="020B0609020204030204" pitchFamily="49" charset="0"/>
              </a:rPr>
              <a:t>=p*</a:t>
            </a:r>
            <a:r>
              <a:rPr lang="en-US" dirty="0" err="1">
                <a:latin typeface="Consolas" panose="020B0609020204030204" pitchFamily="49" charset="0"/>
              </a:rPr>
              <a:t>ochan</a:t>
            </a:r>
            <a:endParaRPr lang="en-US" dirty="0">
              <a:latin typeface="Consolas" panose="020B0609020204030204" pitchFamily="49" charset="0"/>
            </a:endParaRP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=3,ochan=16,iwidth=768</a:t>
            </a: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=256,ochan=256,iwidth=192</a:t>
            </a:r>
          </a:p>
          <a:p>
            <a:endParaRPr lang="en-US" dirty="0"/>
          </a:p>
        </p:txBody>
      </p:sp>
      <p:sp>
        <p:nvSpPr>
          <p:cNvPr id="86" name="TextBox 85">
            <a:extLst>
              <a:ext uri="{FF2B5EF4-FFF2-40B4-BE49-F238E27FC236}">
                <a16:creationId xmlns:a16="http://schemas.microsoft.com/office/drawing/2014/main" id="{677941B5-7BE1-EE4D-4BC0-E8434DF3C623}"/>
              </a:ext>
            </a:extLst>
          </p:cNvPr>
          <p:cNvSpPr txBox="1"/>
          <p:nvPr/>
        </p:nvSpPr>
        <p:spPr>
          <a:xfrm>
            <a:off x="6342615" y="4485296"/>
            <a:ext cx="813865" cy="369332"/>
          </a:xfrm>
          <a:prstGeom prst="rect">
            <a:avLst/>
          </a:prstGeom>
          <a:noFill/>
        </p:spPr>
        <p:txBody>
          <a:bodyPr wrap="square" rtlCol="0">
            <a:spAutoFit/>
          </a:bodyPr>
          <a:lstStyle/>
          <a:p>
            <a:r>
              <a:rPr lang="en-US" dirty="0" err="1"/>
              <a:t>ochan</a:t>
            </a:r>
            <a:endParaRPr lang="en-US" dirty="0"/>
          </a:p>
        </p:txBody>
      </p:sp>
      <p:sp>
        <p:nvSpPr>
          <p:cNvPr id="88" name="Title 1">
            <a:extLst>
              <a:ext uri="{FF2B5EF4-FFF2-40B4-BE49-F238E27FC236}">
                <a16:creationId xmlns:a16="http://schemas.microsoft.com/office/drawing/2014/main" id="{D54E05CE-A3E8-A6F9-9106-4C4D009E4A9C}"/>
              </a:ext>
            </a:extLst>
          </p:cNvPr>
          <p:cNvSpPr txBox="1">
            <a:spLocks/>
          </p:cNvSpPr>
          <p:nvPr/>
        </p:nvSpPr>
        <p:spPr>
          <a:xfrm>
            <a:off x="5794044" y="373203"/>
            <a:ext cx="587725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Parallel implementation</a:t>
            </a:r>
          </a:p>
        </p:txBody>
      </p:sp>
      <p:sp>
        <p:nvSpPr>
          <p:cNvPr id="89" name="Trapezoid 88">
            <a:extLst>
              <a:ext uri="{FF2B5EF4-FFF2-40B4-BE49-F238E27FC236}">
                <a16:creationId xmlns:a16="http://schemas.microsoft.com/office/drawing/2014/main" id="{C2BD70E8-0EB6-2C65-5FD1-A718B03B1CB0}"/>
              </a:ext>
            </a:extLst>
          </p:cNvPr>
          <p:cNvSpPr/>
          <p:nvPr/>
        </p:nvSpPr>
        <p:spPr>
          <a:xfrm rot="5400000">
            <a:off x="2783540" y="1418254"/>
            <a:ext cx="179529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Arrow Connector 89">
            <a:extLst>
              <a:ext uri="{FF2B5EF4-FFF2-40B4-BE49-F238E27FC236}">
                <a16:creationId xmlns:a16="http://schemas.microsoft.com/office/drawing/2014/main" id="{6722C25F-5B12-CDDA-7D2B-18DC251BF6AF}"/>
              </a:ext>
            </a:extLst>
          </p:cNvPr>
          <p:cNvCxnSpPr>
            <a:cxnSpLocks/>
          </p:cNvCxnSpPr>
          <p:nvPr/>
        </p:nvCxnSpPr>
        <p:spPr>
          <a:xfrm>
            <a:off x="3853314" y="1347919"/>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2134308" y="2726962"/>
            <a:ext cx="914994" cy="369332"/>
          </a:xfrm>
          <a:prstGeom prst="rect">
            <a:avLst/>
          </a:prstGeom>
          <a:noFill/>
        </p:spPr>
        <p:txBody>
          <a:bodyPr wrap="none" rtlCol="0">
            <a:spAutoFit/>
          </a:bodyPr>
          <a:lstStyle/>
          <a:p>
            <a:r>
              <a:rPr lang="en-US" i="1" dirty="0"/>
              <a:t>weights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7507564" y="4677567"/>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rapezoid 58">
            <a:extLst>
              <a:ext uri="{FF2B5EF4-FFF2-40B4-BE49-F238E27FC236}">
                <a16:creationId xmlns:a16="http://schemas.microsoft.com/office/drawing/2014/main" id="{5C29FF59-DE91-375A-97D9-02170EB9B2CE}"/>
              </a:ext>
            </a:extLst>
          </p:cNvPr>
          <p:cNvSpPr/>
          <p:nvPr/>
        </p:nvSpPr>
        <p:spPr>
          <a:xfrm rot="5400000">
            <a:off x="2964376" y="3649217"/>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apezoid 59">
            <a:extLst>
              <a:ext uri="{FF2B5EF4-FFF2-40B4-BE49-F238E27FC236}">
                <a16:creationId xmlns:a16="http://schemas.microsoft.com/office/drawing/2014/main" id="{F1CF238F-10B8-9311-FCED-46D8527AFB5D}"/>
              </a:ext>
            </a:extLst>
          </p:cNvPr>
          <p:cNvSpPr/>
          <p:nvPr/>
        </p:nvSpPr>
        <p:spPr>
          <a:xfrm rot="5400000">
            <a:off x="2968646" y="5589109"/>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356F159C-4846-2178-EE44-28C7DEA4DC9B}"/>
              </a:ext>
            </a:extLst>
          </p:cNvPr>
          <p:cNvSpPr txBox="1"/>
          <p:nvPr/>
        </p:nvSpPr>
        <p:spPr>
          <a:xfrm>
            <a:off x="4915867" y="3676825"/>
            <a:ext cx="919483" cy="354265"/>
          </a:xfrm>
          <a:prstGeom prst="rect">
            <a:avLst/>
          </a:prstGeom>
          <a:noFill/>
          <a:ln w="22225">
            <a:solidFill>
              <a:schemeClr val="tx1"/>
            </a:solidFill>
          </a:ln>
        </p:spPr>
        <p:txBody>
          <a:bodyPr wrap="none" rtlCol="0" anchor="ctr" anchorCtr="1">
            <a:noAutofit/>
          </a:bodyPr>
          <a:lstStyle/>
          <a:p>
            <a:r>
              <a:rPr lang="en-US" dirty="0"/>
              <a:t>DSP 2</a:t>
            </a:r>
          </a:p>
        </p:txBody>
      </p:sp>
      <p:sp>
        <p:nvSpPr>
          <p:cNvPr id="65" name="TextBox 64">
            <a:extLst>
              <a:ext uri="{FF2B5EF4-FFF2-40B4-BE49-F238E27FC236}">
                <a16:creationId xmlns:a16="http://schemas.microsoft.com/office/drawing/2014/main" id="{73058B32-2C90-A9F7-A974-2E4467782E2C}"/>
              </a:ext>
            </a:extLst>
          </p:cNvPr>
          <p:cNvSpPr txBox="1"/>
          <p:nvPr/>
        </p:nvSpPr>
        <p:spPr>
          <a:xfrm>
            <a:off x="4915867" y="4030791"/>
            <a:ext cx="919483" cy="354265"/>
          </a:xfrm>
          <a:prstGeom prst="rect">
            <a:avLst/>
          </a:prstGeom>
          <a:noFill/>
          <a:ln w="22225">
            <a:solidFill>
              <a:schemeClr val="tx1"/>
            </a:solidFill>
          </a:ln>
        </p:spPr>
        <p:txBody>
          <a:bodyPr wrap="none" rtlCol="0" anchor="ctr" anchorCtr="1">
            <a:noAutofit/>
          </a:bodyPr>
          <a:lstStyle/>
          <a:p>
            <a:r>
              <a:rPr lang="en-US" dirty="0"/>
              <a:t>DSP </a:t>
            </a:r>
            <a:r>
              <a:rPr lang="en-US" b="1" dirty="0"/>
              <a:t>p</a:t>
            </a:r>
          </a:p>
        </p:txBody>
      </p:sp>
      <p:sp>
        <p:nvSpPr>
          <p:cNvPr id="68" name="TextBox 67">
            <a:extLst>
              <a:ext uri="{FF2B5EF4-FFF2-40B4-BE49-F238E27FC236}">
                <a16:creationId xmlns:a16="http://schemas.microsoft.com/office/drawing/2014/main" id="{E3732B99-4837-EA4C-68A7-6EA9EBBB116C}"/>
              </a:ext>
            </a:extLst>
          </p:cNvPr>
          <p:cNvSpPr txBox="1"/>
          <p:nvPr/>
        </p:nvSpPr>
        <p:spPr>
          <a:xfrm>
            <a:off x="4913506" y="5327425"/>
            <a:ext cx="919483" cy="354265"/>
          </a:xfrm>
          <a:prstGeom prst="rect">
            <a:avLst/>
          </a:prstGeom>
          <a:noFill/>
          <a:ln w="22225">
            <a:solidFill>
              <a:schemeClr val="tx1"/>
            </a:solidFill>
          </a:ln>
        </p:spPr>
        <p:txBody>
          <a:bodyPr wrap="none" rtlCol="0" anchor="ctr" anchorCtr="1">
            <a:noAutofit/>
          </a:bodyPr>
          <a:lstStyle/>
          <a:p>
            <a:r>
              <a:rPr lang="en-US" dirty="0"/>
              <a:t>DSP 1</a:t>
            </a:r>
          </a:p>
        </p:txBody>
      </p:sp>
      <p:cxnSp>
        <p:nvCxnSpPr>
          <p:cNvPr id="71" name="Straight Arrow Connector 70">
            <a:extLst>
              <a:ext uri="{FF2B5EF4-FFF2-40B4-BE49-F238E27FC236}">
                <a16:creationId xmlns:a16="http://schemas.microsoft.com/office/drawing/2014/main" id="{5C03111E-22CA-C5B5-A3AC-4585A007619B}"/>
              </a:ext>
            </a:extLst>
          </p:cNvPr>
          <p:cNvCxnSpPr/>
          <p:nvPr/>
        </p:nvCxnSpPr>
        <p:spPr>
          <a:xfrm>
            <a:off x="3855402" y="5430418"/>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3855402" y="579296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545E524-C55C-8BD1-3345-82AB5FF19DEA}"/>
              </a:ext>
            </a:extLst>
          </p:cNvPr>
          <p:cNvCxnSpPr>
            <a:cxnSpLocks/>
          </p:cNvCxnSpPr>
          <p:nvPr/>
        </p:nvCxnSpPr>
        <p:spPr>
          <a:xfrm>
            <a:off x="3855402" y="6130788"/>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4550107" y="5591076"/>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4550107" y="5945380"/>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EF359DA-59C9-144C-7A6A-0CF077531A53}"/>
              </a:ext>
            </a:extLst>
          </p:cNvPr>
          <p:cNvCxnSpPr>
            <a:cxnSpLocks/>
          </p:cNvCxnSpPr>
          <p:nvPr/>
        </p:nvCxnSpPr>
        <p:spPr>
          <a:xfrm>
            <a:off x="4550107" y="6283208"/>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4913506" y="5681392"/>
            <a:ext cx="919483" cy="354265"/>
          </a:xfrm>
          <a:prstGeom prst="rect">
            <a:avLst/>
          </a:prstGeom>
          <a:noFill/>
          <a:ln w="22225">
            <a:solidFill>
              <a:schemeClr val="tx1"/>
            </a:solidFill>
          </a:ln>
        </p:spPr>
        <p:txBody>
          <a:bodyPr wrap="none" rtlCol="0" anchor="ctr" anchorCtr="1">
            <a:noAutofit/>
          </a:bodyPr>
          <a:lstStyle/>
          <a:p>
            <a:r>
              <a:rPr lang="en-US" dirty="0"/>
              <a:t>DSP 2</a:t>
            </a:r>
          </a:p>
        </p:txBody>
      </p:sp>
      <p:sp>
        <p:nvSpPr>
          <p:cNvPr id="82" name="TextBox 81">
            <a:extLst>
              <a:ext uri="{FF2B5EF4-FFF2-40B4-BE49-F238E27FC236}">
                <a16:creationId xmlns:a16="http://schemas.microsoft.com/office/drawing/2014/main" id="{5881BD69-65D2-957E-17D9-A7958C49B6F4}"/>
              </a:ext>
            </a:extLst>
          </p:cNvPr>
          <p:cNvSpPr txBox="1"/>
          <p:nvPr/>
        </p:nvSpPr>
        <p:spPr>
          <a:xfrm>
            <a:off x="4913506" y="6035358"/>
            <a:ext cx="919483" cy="354265"/>
          </a:xfrm>
          <a:prstGeom prst="rect">
            <a:avLst/>
          </a:prstGeom>
          <a:noFill/>
          <a:ln w="22225">
            <a:solidFill>
              <a:schemeClr val="tx1"/>
            </a:solidFill>
          </a:ln>
        </p:spPr>
        <p:txBody>
          <a:bodyPr wrap="none" rtlCol="0" anchor="ctr" anchorCtr="1">
            <a:noAutofit/>
          </a:bodyPr>
          <a:lstStyle/>
          <a:p>
            <a:r>
              <a:rPr lang="en-US" dirty="0"/>
              <a:t>DSP </a:t>
            </a:r>
            <a:r>
              <a:rPr lang="en-US" b="1" dirty="0"/>
              <a:t>p</a:t>
            </a:r>
          </a:p>
        </p:txBody>
      </p:sp>
      <p:cxnSp>
        <p:nvCxnSpPr>
          <p:cNvPr id="83" name="Connector: Elbow 82">
            <a:extLst>
              <a:ext uri="{FF2B5EF4-FFF2-40B4-BE49-F238E27FC236}">
                <a16:creationId xmlns:a16="http://schemas.microsoft.com/office/drawing/2014/main" id="{0C76B849-FBFD-0D7F-D9DD-A0D1CD7EB296}"/>
              </a:ext>
            </a:extLst>
          </p:cNvPr>
          <p:cNvCxnSpPr>
            <a:cxnSpLocks/>
            <a:stCxn id="65" idx="3"/>
          </p:cNvCxnSpPr>
          <p:nvPr/>
        </p:nvCxnSpPr>
        <p:spPr>
          <a:xfrm>
            <a:off x="5835350" y="4207924"/>
            <a:ext cx="1328664" cy="21636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ECCACD1-277D-06AF-E21C-E0E26F72C55C}"/>
              </a:ext>
            </a:extLst>
          </p:cNvPr>
          <p:cNvSpPr txBox="1"/>
          <p:nvPr/>
        </p:nvSpPr>
        <p:spPr>
          <a:xfrm>
            <a:off x="4274047" y="661682"/>
            <a:ext cx="540533" cy="369332"/>
          </a:xfrm>
          <a:prstGeom prst="rect">
            <a:avLst/>
          </a:prstGeom>
          <a:noFill/>
        </p:spPr>
        <p:txBody>
          <a:bodyPr wrap="none" rtlCol="0">
            <a:spAutoFit/>
          </a:bodyPr>
          <a:lstStyle/>
          <a:p>
            <a:r>
              <a:rPr lang="en-US" b="1" dirty="0"/>
              <a:t>p=3</a:t>
            </a:r>
          </a:p>
        </p:txBody>
      </p:sp>
      <p:cxnSp>
        <p:nvCxnSpPr>
          <p:cNvPr id="84" name="Straight Arrow Connector 83">
            <a:extLst>
              <a:ext uri="{FF2B5EF4-FFF2-40B4-BE49-F238E27FC236}">
                <a16:creationId xmlns:a16="http://schemas.microsoft.com/office/drawing/2014/main" id="{5AB57062-2BA2-109A-0C73-23D4C75464D5}"/>
              </a:ext>
            </a:extLst>
          </p:cNvPr>
          <p:cNvCxnSpPr>
            <a:cxnSpLocks/>
          </p:cNvCxnSpPr>
          <p:nvPr/>
        </p:nvCxnSpPr>
        <p:spPr>
          <a:xfrm>
            <a:off x="3850953" y="1591672"/>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48DD80C-A112-E5EA-D55E-A3B306F3A577}"/>
              </a:ext>
            </a:extLst>
          </p:cNvPr>
          <p:cNvCxnSpPr>
            <a:cxnSpLocks/>
          </p:cNvCxnSpPr>
          <p:nvPr/>
        </p:nvCxnSpPr>
        <p:spPr>
          <a:xfrm>
            <a:off x="3845160" y="1829833"/>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stCxn id="93" idx="1"/>
          </p:cNvCxnSpPr>
          <p:nvPr/>
        </p:nvCxnSpPr>
        <p:spPr>
          <a:xfrm flipH="1" flipV="1">
            <a:off x="1267689" y="12303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3784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1671836" y="3104532"/>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3" name="TextBox 2">
            <a:extLst>
              <a:ext uri="{FF2B5EF4-FFF2-40B4-BE49-F238E27FC236}">
                <a16:creationId xmlns:a16="http://schemas.microsoft.com/office/drawing/2014/main" id="{1BB7E7F6-0DB7-4DB8-A782-DF3082E4A9B8}"/>
              </a:ext>
            </a:extLst>
          </p:cNvPr>
          <p:cNvSpPr txBox="1"/>
          <p:nvPr/>
        </p:nvSpPr>
        <p:spPr>
          <a:xfrm>
            <a:off x="1671836" y="35824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1671836" y="40602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5" name="TextBox 4">
            <a:extLst>
              <a:ext uri="{FF2B5EF4-FFF2-40B4-BE49-F238E27FC236}">
                <a16:creationId xmlns:a16="http://schemas.microsoft.com/office/drawing/2014/main" id="{D6639D58-3E44-432B-A16F-E1761FAECF3B}"/>
              </a:ext>
            </a:extLst>
          </p:cNvPr>
          <p:cNvSpPr txBox="1"/>
          <p:nvPr/>
        </p:nvSpPr>
        <p:spPr>
          <a:xfrm>
            <a:off x="4915867" y="3322858"/>
            <a:ext cx="919483" cy="354265"/>
          </a:xfrm>
          <a:prstGeom prst="rect">
            <a:avLst/>
          </a:prstGeom>
          <a:noFill/>
          <a:ln w="22225">
            <a:solidFill>
              <a:schemeClr val="tx1"/>
            </a:solidFill>
          </a:ln>
        </p:spPr>
        <p:txBody>
          <a:bodyPr wrap="none" rtlCol="0" anchor="ctr" anchorCtr="1">
            <a:noAutofit/>
          </a:bodyPr>
          <a:lstStyle/>
          <a:p>
            <a:r>
              <a:rPr lang="en-US" dirty="0"/>
              <a:t>DSP 1</a:t>
            </a:r>
          </a:p>
        </p:txBody>
      </p:sp>
      <p:sp>
        <p:nvSpPr>
          <p:cNvPr id="8" name="TextBox 7">
            <a:extLst>
              <a:ext uri="{FF2B5EF4-FFF2-40B4-BE49-F238E27FC236}">
                <a16:creationId xmlns:a16="http://schemas.microsoft.com/office/drawing/2014/main" id="{2BBAAE20-7511-406A-A9EA-F8EAD4ADEBEF}"/>
              </a:ext>
            </a:extLst>
          </p:cNvPr>
          <p:cNvSpPr txBox="1"/>
          <p:nvPr/>
        </p:nvSpPr>
        <p:spPr>
          <a:xfrm>
            <a:off x="1671834" y="5036306"/>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1671834" y="5514180"/>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1671834" y="5992054"/>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a:t>
            </a:r>
            <a:r>
              <a:rPr lang="en-US" b="1" dirty="0"/>
              <a:t>m</a:t>
            </a:r>
          </a:p>
        </p:txBody>
      </p:sp>
      <p:sp>
        <p:nvSpPr>
          <p:cNvPr id="14" name="TextBox 13">
            <a:extLst>
              <a:ext uri="{FF2B5EF4-FFF2-40B4-BE49-F238E27FC236}">
                <a16:creationId xmlns:a16="http://schemas.microsoft.com/office/drawing/2014/main" id="{D2047774-788A-4298-97FE-F5A190A9DFDA}"/>
              </a:ext>
            </a:extLst>
          </p:cNvPr>
          <p:cNvSpPr txBox="1"/>
          <p:nvPr/>
        </p:nvSpPr>
        <p:spPr>
          <a:xfrm>
            <a:off x="1671834" y="69273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1</a:t>
            </a:r>
          </a:p>
        </p:txBody>
      </p:sp>
      <p:cxnSp>
        <p:nvCxnSpPr>
          <p:cNvPr id="25" name="Straight Arrow Connector 24">
            <a:extLst>
              <a:ext uri="{FF2B5EF4-FFF2-40B4-BE49-F238E27FC236}">
                <a16:creationId xmlns:a16="http://schemas.microsoft.com/office/drawing/2014/main" id="{F5411744-2B7F-4E14-8DE1-3AC7715DCF1C}"/>
              </a:ext>
            </a:extLst>
          </p:cNvPr>
          <p:cNvCxnSpPr/>
          <p:nvPr/>
        </p:nvCxnSpPr>
        <p:spPr>
          <a:xfrm>
            <a:off x="3857763" y="3425851"/>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3857763" y="3788393"/>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8F7F48-CC25-47BA-AD20-02ADA2967AF1}"/>
              </a:ext>
            </a:extLst>
          </p:cNvPr>
          <p:cNvCxnSpPr>
            <a:cxnSpLocks/>
          </p:cNvCxnSpPr>
          <p:nvPr/>
        </p:nvCxnSpPr>
        <p:spPr>
          <a:xfrm>
            <a:off x="3857763" y="4126221"/>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6ED90B-FE8D-4DDB-B5BF-31E0BBC3E26E}"/>
              </a:ext>
            </a:extLst>
          </p:cNvPr>
          <p:cNvCxnSpPr>
            <a:cxnSpLocks/>
          </p:cNvCxnSpPr>
          <p:nvPr/>
        </p:nvCxnSpPr>
        <p:spPr>
          <a:xfrm>
            <a:off x="4552468" y="3586509"/>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84054C-4736-4805-94ED-67B4443A4EA5}"/>
              </a:ext>
            </a:extLst>
          </p:cNvPr>
          <p:cNvCxnSpPr>
            <a:cxnSpLocks/>
          </p:cNvCxnSpPr>
          <p:nvPr/>
        </p:nvCxnSpPr>
        <p:spPr>
          <a:xfrm>
            <a:off x="4552468" y="3940813"/>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D57E09-E336-41BB-9498-B3BF2A1C2268}"/>
              </a:ext>
            </a:extLst>
          </p:cNvPr>
          <p:cNvCxnSpPr>
            <a:cxnSpLocks/>
          </p:cNvCxnSpPr>
          <p:nvPr/>
        </p:nvCxnSpPr>
        <p:spPr>
          <a:xfrm>
            <a:off x="4552468" y="4278641"/>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1821703" y="292350"/>
            <a:ext cx="1859483" cy="369332"/>
          </a:xfrm>
          <a:prstGeom prst="rect">
            <a:avLst/>
          </a:prstGeom>
          <a:noFill/>
        </p:spPr>
        <p:txBody>
          <a:bodyPr wrap="none" rtlCol="0">
            <a:spAutoFit/>
          </a:bodyPr>
          <a:lstStyle/>
          <a:p>
            <a:r>
              <a:rPr lang="en-US" i="1" dirty="0"/>
              <a:t>striped row buffer</a:t>
            </a:r>
          </a:p>
        </p:txBody>
      </p:sp>
      <p:sp>
        <p:nvSpPr>
          <p:cNvPr id="58" name="TextBox 57">
            <a:extLst>
              <a:ext uri="{FF2B5EF4-FFF2-40B4-BE49-F238E27FC236}">
                <a16:creationId xmlns:a16="http://schemas.microsoft.com/office/drawing/2014/main" id="{38181E5B-DCF5-4212-808E-DEF956BED99D}"/>
              </a:ext>
            </a:extLst>
          </p:cNvPr>
          <p:cNvSpPr txBox="1"/>
          <p:nvPr/>
        </p:nvSpPr>
        <p:spPr>
          <a:xfrm>
            <a:off x="4697411" y="2581771"/>
            <a:ext cx="1356397" cy="646331"/>
          </a:xfrm>
          <a:prstGeom prst="rect">
            <a:avLst/>
          </a:prstGeom>
          <a:noFill/>
        </p:spPr>
        <p:txBody>
          <a:bodyPr wrap="none" rtlCol="0">
            <a:spAutoFit/>
          </a:bodyPr>
          <a:lstStyle/>
          <a:p>
            <a:pPr algn="ctr"/>
            <a:r>
              <a:rPr lang="en-US" i="1" dirty="0"/>
              <a:t>chained</a:t>
            </a:r>
          </a:p>
          <a:p>
            <a:pPr algn="ctr"/>
            <a:r>
              <a:rPr lang="en-US" i="1" dirty="0"/>
              <a:t>accumulator</a:t>
            </a:r>
          </a:p>
        </p:txBody>
      </p:sp>
      <p:cxnSp>
        <p:nvCxnSpPr>
          <p:cNvPr id="63" name="Connector: Elbow 62">
            <a:extLst>
              <a:ext uri="{FF2B5EF4-FFF2-40B4-BE49-F238E27FC236}">
                <a16:creationId xmlns:a16="http://schemas.microsoft.com/office/drawing/2014/main" id="{DF08733A-4F51-4EE2-B27E-A17D85996130}"/>
              </a:ext>
            </a:extLst>
          </p:cNvPr>
          <p:cNvCxnSpPr>
            <a:cxnSpLocks/>
            <a:stCxn id="82" idx="3"/>
          </p:cNvCxnSpPr>
          <p:nvPr/>
        </p:nvCxnSpPr>
        <p:spPr>
          <a:xfrm flipV="1">
            <a:off x="5832989" y="4929177"/>
            <a:ext cx="1310502" cy="128331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6847424" y="4491500"/>
            <a:ext cx="976026"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C060724B-1307-47D9-9711-A6CD03F05F13}"/>
              </a:ext>
            </a:extLst>
          </p:cNvPr>
          <p:cNvSpPr txBox="1"/>
          <p:nvPr/>
        </p:nvSpPr>
        <p:spPr>
          <a:xfrm>
            <a:off x="7693585" y="4291317"/>
            <a:ext cx="778418" cy="369332"/>
          </a:xfrm>
          <a:prstGeom prst="rect">
            <a:avLst/>
          </a:prstGeom>
          <a:noFill/>
        </p:spPr>
        <p:txBody>
          <a:bodyPr wrap="none" rtlCol="0">
            <a:spAutoFit/>
          </a:bodyPr>
          <a:lstStyle/>
          <a:p>
            <a:r>
              <a:rPr lang="en-US" dirty="0"/>
              <a:t>TDATA</a:t>
            </a:r>
          </a:p>
        </p:txBody>
      </p:sp>
      <p:sp>
        <p:nvSpPr>
          <p:cNvPr id="70" name="TextBox 69">
            <a:extLst>
              <a:ext uri="{FF2B5EF4-FFF2-40B4-BE49-F238E27FC236}">
                <a16:creationId xmlns:a16="http://schemas.microsoft.com/office/drawing/2014/main" id="{97745FAC-E6C7-423D-AD26-6C32D80D835D}"/>
              </a:ext>
            </a:extLst>
          </p:cNvPr>
          <p:cNvSpPr txBox="1"/>
          <p:nvPr/>
        </p:nvSpPr>
        <p:spPr>
          <a:xfrm>
            <a:off x="295960" y="566498"/>
            <a:ext cx="778418" cy="369332"/>
          </a:xfrm>
          <a:prstGeom prst="rect">
            <a:avLst/>
          </a:prstGeom>
          <a:noFill/>
        </p:spPr>
        <p:txBody>
          <a:bodyPr wrap="none" rtlCol="0">
            <a:spAutoFit/>
          </a:bodyPr>
          <a:lstStyle/>
          <a:p>
            <a:r>
              <a:rPr lang="en-US" dirty="0"/>
              <a:t>TDATA</a:t>
            </a:r>
          </a:p>
        </p:txBody>
      </p:sp>
      <p:cxnSp>
        <p:nvCxnSpPr>
          <p:cNvPr id="74" name="Connector: Elbow 73">
            <a:extLst>
              <a:ext uri="{FF2B5EF4-FFF2-40B4-BE49-F238E27FC236}">
                <a16:creationId xmlns:a16="http://schemas.microsoft.com/office/drawing/2014/main" id="{63EB20DA-A5FC-4128-A637-89F466066AC2}"/>
              </a:ext>
            </a:extLst>
          </p:cNvPr>
          <p:cNvCxnSpPr>
            <a:cxnSpLocks/>
            <a:endCxn id="95" idx="1"/>
          </p:cNvCxnSpPr>
          <p:nvPr/>
        </p:nvCxnSpPr>
        <p:spPr>
          <a:xfrm rot="16200000" flipH="1">
            <a:off x="780367" y="1418993"/>
            <a:ext cx="1378790" cy="4041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2618912" y="4660897"/>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5373247" y="4741472"/>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B1F9AC6-347B-014A-5BA7-AB2B0D6D5E2E}"/>
              </a:ext>
            </a:extLst>
          </p:cNvPr>
          <p:cNvCxnSpPr>
            <a:cxnSpLocks/>
          </p:cNvCxnSpPr>
          <p:nvPr/>
        </p:nvCxnSpPr>
        <p:spPr>
          <a:xfrm flipV="1">
            <a:off x="4544314" y="1042626"/>
            <a:ext cx="0" cy="5557434"/>
          </a:xfrm>
          <a:prstGeom prst="line">
            <a:avLst/>
          </a:prstGeom>
          <a:ln w="19050"/>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1290FA0E-B459-14E6-D847-34B907772D4F}"/>
              </a:ext>
            </a:extLst>
          </p:cNvPr>
          <p:cNvSpPr txBox="1"/>
          <p:nvPr/>
        </p:nvSpPr>
        <p:spPr>
          <a:xfrm>
            <a:off x="7169815" y="1311906"/>
            <a:ext cx="4490332" cy="2031325"/>
          </a:xfrm>
          <a:prstGeom prst="rect">
            <a:avLst/>
          </a:prstGeom>
          <a:noFill/>
        </p:spPr>
        <p:txBody>
          <a:bodyPr wrap="none" rtlCol="0">
            <a:spAutoFit/>
          </a:bodyPr>
          <a:lstStyle/>
          <a:p>
            <a:r>
              <a:rPr lang="en-US" dirty="0">
                <a:latin typeface="Consolas" panose="020B0609020204030204" pitchFamily="49" charset="0"/>
              </a:rPr>
              <a:t>n=(</a:t>
            </a:r>
            <a:r>
              <a:rPr lang="en-US" dirty="0" err="1">
                <a:latin typeface="Consolas" panose="020B0609020204030204" pitchFamily="49" charset="0"/>
              </a:rPr>
              <a:t>iwidth</a:t>
            </a:r>
            <a:r>
              <a:rPr lang="en-US" dirty="0">
                <a:latin typeface="Consolas" panose="020B0609020204030204" pitchFamily="49" charset="0"/>
              </a:rPr>
              <a:t>*3*</a:t>
            </a:r>
            <a:r>
              <a:rPr lang="en-US" dirty="0" err="1">
                <a:latin typeface="Consolas" panose="020B0609020204030204" pitchFamily="49" charset="0"/>
              </a:rPr>
              <a:t>ichan</a:t>
            </a:r>
            <a:r>
              <a:rPr lang="en-US" dirty="0">
                <a:latin typeface="Consolas" panose="020B0609020204030204" pitchFamily="49" charset="0"/>
              </a:rPr>
              <a:t>)/1K</a:t>
            </a:r>
          </a:p>
          <a:p>
            <a:r>
              <a:rPr lang="en-US" dirty="0">
                <a:latin typeface="Consolas" panose="020B0609020204030204" pitchFamily="49" charset="0"/>
              </a:rPr>
              <a:t>m=(3*3*</a:t>
            </a:r>
            <a:r>
              <a:rPr lang="en-US" dirty="0" err="1">
                <a:latin typeface="Consolas" panose="020B0609020204030204" pitchFamily="49" charset="0"/>
              </a:rPr>
              <a:t>ichan</a:t>
            </a:r>
            <a:r>
              <a:rPr lang="en-US" dirty="0">
                <a:latin typeface="Consolas" panose="020B0609020204030204" pitchFamily="49" charset="0"/>
              </a:rPr>
              <a:t>)/1K</a:t>
            </a:r>
          </a:p>
          <a:p>
            <a:r>
              <a:rPr lang="en-US" dirty="0">
                <a:latin typeface="Consolas" panose="020B0609020204030204" pitchFamily="49" charset="0"/>
              </a:rPr>
              <a:t>p=min(</a:t>
            </a:r>
            <a:r>
              <a:rPr lang="en-US" dirty="0" err="1">
                <a:latin typeface="Consolas" panose="020B0609020204030204" pitchFamily="49" charset="0"/>
              </a:rPr>
              <a:t>n,m</a:t>
            </a:r>
            <a:r>
              <a:rPr lang="en-US" dirty="0">
                <a:latin typeface="Consolas" panose="020B0609020204030204" pitchFamily="49" charset="0"/>
              </a:rPr>
              <a:t>)</a:t>
            </a:r>
          </a:p>
          <a:p>
            <a:r>
              <a:rPr lang="en-US" dirty="0" err="1">
                <a:latin typeface="Consolas" panose="020B0609020204030204" pitchFamily="49" charset="0"/>
              </a:rPr>
              <a:t>ndsp</a:t>
            </a:r>
            <a:r>
              <a:rPr lang="en-US" dirty="0">
                <a:latin typeface="Consolas" panose="020B0609020204030204" pitchFamily="49" charset="0"/>
              </a:rPr>
              <a:t>=p*</a:t>
            </a:r>
            <a:r>
              <a:rPr lang="en-US" dirty="0" err="1">
                <a:latin typeface="Consolas" panose="020B0609020204030204" pitchFamily="49" charset="0"/>
              </a:rPr>
              <a:t>ochan</a:t>
            </a:r>
            <a:endParaRPr lang="en-US" dirty="0">
              <a:latin typeface="Consolas" panose="020B0609020204030204" pitchFamily="49" charset="0"/>
            </a:endParaRP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=3,ochan=16,iwidth=768</a:t>
            </a:r>
          </a:p>
          <a:p>
            <a:r>
              <a:rPr lang="en-US" dirty="0">
                <a:latin typeface="Consolas" panose="020B0609020204030204" pitchFamily="49" charset="0"/>
              </a:rPr>
              <a:t>ex: </a:t>
            </a:r>
            <a:r>
              <a:rPr lang="en-US" dirty="0" err="1">
                <a:latin typeface="Consolas" panose="020B0609020204030204" pitchFamily="49" charset="0"/>
              </a:rPr>
              <a:t>ichan</a:t>
            </a:r>
            <a:r>
              <a:rPr lang="en-US" dirty="0">
                <a:latin typeface="Consolas" panose="020B0609020204030204" pitchFamily="49" charset="0"/>
              </a:rPr>
              <a:t>=256,ochan=256,iwidth=192</a:t>
            </a:r>
          </a:p>
          <a:p>
            <a:endParaRPr lang="en-US" dirty="0"/>
          </a:p>
        </p:txBody>
      </p:sp>
      <p:sp>
        <p:nvSpPr>
          <p:cNvPr id="86" name="TextBox 85">
            <a:extLst>
              <a:ext uri="{FF2B5EF4-FFF2-40B4-BE49-F238E27FC236}">
                <a16:creationId xmlns:a16="http://schemas.microsoft.com/office/drawing/2014/main" id="{677941B5-7BE1-EE4D-4BC0-E8434DF3C623}"/>
              </a:ext>
            </a:extLst>
          </p:cNvPr>
          <p:cNvSpPr txBox="1"/>
          <p:nvPr/>
        </p:nvSpPr>
        <p:spPr>
          <a:xfrm>
            <a:off x="6342615" y="4485296"/>
            <a:ext cx="813865" cy="369332"/>
          </a:xfrm>
          <a:prstGeom prst="rect">
            <a:avLst/>
          </a:prstGeom>
          <a:noFill/>
        </p:spPr>
        <p:txBody>
          <a:bodyPr wrap="square" rtlCol="0">
            <a:spAutoFit/>
          </a:bodyPr>
          <a:lstStyle/>
          <a:p>
            <a:r>
              <a:rPr lang="en-US" dirty="0" err="1"/>
              <a:t>ochan</a:t>
            </a:r>
            <a:endParaRPr lang="en-US" dirty="0"/>
          </a:p>
        </p:txBody>
      </p:sp>
      <p:sp>
        <p:nvSpPr>
          <p:cNvPr id="88" name="Title 1">
            <a:extLst>
              <a:ext uri="{FF2B5EF4-FFF2-40B4-BE49-F238E27FC236}">
                <a16:creationId xmlns:a16="http://schemas.microsoft.com/office/drawing/2014/main" id="{D54E05CE-A3E8-A6F9-9106-4C4D009E4A9C}"/>
              </a:ext>
            </a:extLst>
          </p:cNvPr>
          <p:cNvSpPr txBox="1">
            <a:spLocks/>
          </p:cNvSpPr>
          <p:nvPr/>
        </p:nvSpPr>
        <p:spPr>
          <a:xfrm>
            <a:off x="5794044" y="373203"/>
            <a:ext cx="587725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Parallel implementation</a:t>
            </a:r>
          </a:p>
        </p:txBody>
      </p:sp>
      <p:cxnSp>
        <p:nvCxnSpPr>
          <p:cNvPr id="90" name="Straight Arrow Connector 89">
            <a:extLst>
              <a:ext uri="{FF2B5EF4-FFF2-40B4-BE49-F238E27FC236}">
                <a16:creationId xmlns:a16="http://schemas.microsoft.com/office/drawing/2014/main" id="{6722C25F-5B12-CDDA-7D2B-18DC251BF6AF}"/>
              </a:ext>
            </a:extLst>
          </p:cNvPr>
          <p:cNvCxnSpPr>
            <a:cxnSpLocks/>
          </p:cNvCxnSpPr>
          <p:nvPr/>
        </p:nvCxnSpPr>
        <p:spPr>
          <a:xfrm>
            <a:off x="3853314" y="1347919"/>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91F79C0-C0D1-7339-D27E-BCB070E7243D}"/>
              </a:ext>
            </a:extLst>
          </p:cNvPr>
          <p:cNvSpPr txBox="1"/>
          <p:nvPr/>
        </p:nvSpPr>
        <p:spPr>
          <a:xfrm>
            <a:off x="2134308" y="2726962"/>
            <a:ext cx="914994" cy="369332"/>
          </a:xfrm>
          <a:prstGeom prst="rect">
            <a:avLst/>
          </a:prstGeom>
          <a:noFill/>
        </p:spPr>
        <p:txBody>
          <a:bodyPr wrap="none" rtlCol="0">
            <a:spAutoFit/>
          </a:bodyPr>
          <a:lstStyle/>
          <a:p>
            <a:r>
              <a:rPr lang="en-US" i="1" dirty="0"/>
              <a:t>weights</a:t>
            </a:r>
          </a:p>
        </p:txBody>
      </p:sp>
      <p:cxnSp>
        <p:nvCxnSpPr>
          <p:cNvPr id="56" name="Straight Arrow Connector 55">
            <a:extLst>
              <a:ext uri="{FF2B5EF4-FFF2-40B4-BE49-F238E27FC236}">
                <a16:creationId xmlns:a16="http://schemas.microsoft.com/office/drawing/2014/main" id="{4918A8C5-3C00-9384-E458-BBC5B4ED3AEA}"/>
              </a:ext>
            </a:extLst>
          </p:cNvPr>
          <p:cNvCxnSpPr>
            <a:cxnSpLocks/>
          </p:cNvCxnSpPr>
          <p:nvPr/>
        </p:nvCxnSpPr>
        <p:spPr>
          <a:xfrm>
            <a:off x="7507564" y="4677567"/>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rapezoid 58">
            <a:extLst>
              <a:ext uri="{FF2B5EF4-FFF2-40B4-BE49-F238E27FC236}">
                <a16:creationId xmlns:a16="http://schemas.microsoft.com/office/drawing/2014/main" id="{5C29FF59-DE91-375A-97D9-02170EB9B2CE}"/>
              </a:ext>
            </a:extLst>
          </p:cNvPr>
          <p:cNvSpPr/>
          <p:nvPr/>
        </p:nvSpPr>
        <p:spPr>
          <a:xfrm rot="5400000">
            <a:off x="2964376" y="3649217"/>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apezoid 59">
            <a:extLst>
              <a:ext uri="{FF2B5EF4-FFF2-40B4-BE49-F238E27FC236}">
                <a16:creationId xmlns:a16="http://schemas.microsoft.com/office/drawing/2014/main" id="{F1CF238F-10B8-9311-FCED-46D8527AFB5D}"/>
              </a:ext>
            </a:extLst>
          </p:cNvPr>
          <p:cNvSpPr/>
          <p:nvPr/>
        </p:nvSpPr>
        <p:spPr>
          <a:xfrm rot="5400000">
            <a:off x="2968646" y="5589109"/>
            <a:ext cx="1433622" cy="344253"/>
          </a:xfrm>
          <a:prstGeom prst="trapezoid">
            <a:avLst>
              <a:gd name="adj" fmla="val 53607"/>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356F159C-4846-2178-EE44-28C7DEA4DC9B}"/>
              </a:ext>
            </a:extLst>
          </p:cNvPr>
          <p:cNvSpPr txBox="1"/>
          <p:nvPr/>
        </p:nvSpPr>
        <p:spPr>
          <a:xfrm>
            <a:off x="4915867" y="3676825"/>
            <a:ext cx="919483" cy="354265"/>
          </a:xfrm>
          <a:prstGeom prst="rect">
            <a:avLst/>
          </a:prstGeom>
          <a:noFill/>
          <a:ln w="22225">
            <a:solidFill>
              <a:schemeClr val="tx1"/>
            </a:solidFill>
          </a:ln>
        </p:spPr>
        <p:txBody>
          <a:bodyPr wrap="none" rtlCol="0" anchor="ctr" anchorCtr="1">
            <a:noAutofit/>
          </a:bodyPr>
          <a:lstStyle/>
          <a:p>
            <a:r>
              <a:rPr lang="en-US" dirty="0"/>
              <a:t>DSP 2</a:t>
            </a:r>
          </a:p>
        </p:txBody>
      </p:sp>
      <p:sp>
        <p:nvSpPr>
          <p:cNvPr id="65" name="TextBox 64">
            <a:extLst>
              <a:ext uri="{FF2B5EF4-FFF2-40B4-BE49-F238E27FC236}">
                <a16:creationId xmlns:a16="http://schemas.microsoft.com/office/drawing/2014/main" id="{73058B32-2C90-A9F7-A974-2E4467782E2C}"/>
              </a:ext>
            </a:extLst>
          </p:cNvPr>
          <p:cNvSpPr txBox="1"/>
          <p:nvPr/>
        </p:nvSpPr>
        <p:spPr>
          <a:xfrm>
            <a:off x="4915867" y="4030791"/>
            <a:ext cx="919483" cy="354265"/>
          </a:xfrm>
          <a:prstGeom prst="rect">
            <a:avLst/>
          </a:prstGeom>
          <a:noFill/>
          <a:ln w="22225">
            <a:solidFill>
              <a:schemeClr val="tx1"/>
            </a:solidFill>
          </a:ln>
        </p:spPr>
        <p:txBody>
          <a:bodyPr wrap="none" rtlCol="0" anchor="ctr" anchorCtr="1">
            <a:noAutofit/>
          </a:bodyPr>
          <a:lstStyle/>
          <a:p>
            <a:r>
              <a:rPr lang="en-US" dirty="0"/>
              <a:t>DSP </a:t>
            </a:r>
            <a:r>
              <a:rPr lang="en-US" b="1" dirty="0"/>
              <a:t>p</a:t>
            </a:r>
          </a:p>
        </p:txBody>
      </p:sp>
      <p:sp>
        <p:nvSpPr>
          <p:cNvPr id="68" name="TextBox 67">
            <a:extLst>
              <a:ext uri="{FF2B5EF4-FFF2-40B4-BE49-F238E27FC236}">
                <a16:creationId xmlns:a16="http://schemas.microsoft.com/office/drawing/2014/main" id="{E3732B99-4837-EA4C-68A7-6EA9EBBB116C}"/>
              </a:ext>
            </a:extLst>
          </p:cNvPr>
          <p:cNvSpPr txBox="1"/>
          <p:nvPr/>
        </p:nvSpPr>
        <p:spPr>
          <a:xfrm>
            <a:off x="4913506" y="5327425"/>
            <a:ext cx="919483" cy="354265"/>
          </a:xfrm>
          <a:prstGeom prst="rect">
            <a:avLst/>
          </a:prstGeom>
          <a:noFill/>
          <a:ln w="22225">
            <a:solidFill>
              <a:schemeClr val="tx1"/>
            </a:solidFill>
          </a:ln>
        </p:spPr>
        <p:txBody>
          <a:bodyPr wrap="none" rtlCol="0" anchor="ctr" anchorCtr="1">
            <a:noAutofit/>
          </a:bodyPr>
          <a:lstStyle/>
          <a:p>
            <a:r>
              <a:rPr lang="en-US" dirty="0"/>
              <a:t>DSP 1</a:t>
            </a:r>
          </a:p>
        </p:txBody>
      </p:sp>
      <p:cxnSp>
        <p:nvCxnSpPr>
          <p:cNvPr id="71" name="Straight Arrow Connector 70">
            <a:extLst>
              <a:ext uri="{FF2B5EF4-FFF2-40B4-BE49-F238E27FC236}">
                <a16:creationId xmlns:a16="http://schemas.microsoft.com/office/drawing/2014/main" id="{5C03111E-22CA-C5B5-A3AC-4585A007619B}"/>
              </a:ext>
            </a:extLst>
          </p:cNvPr>
          <p:cNvCxnSpPr/>
          <p:nvPr/>
        </p:nvCxnSpPr>
        <p:spPr>
          <a:xfrm>
            <a:off x="3855402" y="5430418"/>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B6C29DE-E185-8942-4977-A17DDA578322}"/>
              </a:ext>
            </a:extLst>
          </p:cNvPr>
          <p:cNvCxnSpPr>
            <a:cxnSpLocks/>
          </p:cNvCxnSpPr>
          <p:nvPr/>
        </p:nvCxnSpPr>
        <p:spPr>
          <a:xfrm>
            <a:off x="3855402" y="5792960"/>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545E524-C55C-8BD1-3345-82AB5FF19DEA}"/>
              </a:ext>
            </a:extLst>
          </p:cNvPr>
          <p:cNvCxnSpPr>
            <a:cxnSpLocks/>
          </p:cNvCxnSpPr>
          <p:nvPr/>
        </p:nvCxnSpPr>
        <p:spPr>
          <a:xfrm>
            <a:off x="3855402" y="6130788"/>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5E7BDA2-3EEA-F663-8F45-00CB90EA124B}"/>
              </a:ext>
            </a:extLst>
          </p:cNvPr>
          <p:cNvCxnSpPr>
            <a:cxnSpLocks/>
          </p:cNvCxnSpPr>
          <p:nvPr/>
        </p:nvCxnSpPr>
        <p:spPr>
          <a:xfrm>
            <a:off x="4550107" y="5591076"/>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E57425F-C6DE-5BE5-92E6-D383548ABBD9}"/>
              </a:ext>
            </a:extLst>
          </p:cNvPr>
          <p:cNvCxnSpPr>
            <a:cxnSpLocks/>
          </p:cNvCxnSpPr>
          <p:nvPr/>
        </p:nvCxnSpPr>
        <p:spPr>
          <a:xfrm>
            <a:off x="4550107" y="5945380"/>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EF359DA-59C9-144C-7A6A-0CF077531A53}"/>
              </a:ext>
            </a:extLst>
          </p:cNvPr>
          <p:cNvCxnSpPr>
            <a:cxnSpLocks/>
          </p:cNvCxnSpPr>
          <p:nvPr/>
        </p:nvCxnSpPr>
        <p:spPr>
          <a:xfrm>
            <a:off x="4550107" y="6283208"/>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CCB87BF-ED0E-021B-BE12-719BDF937650}"/>
              </a:ext>
            </a:extLst>
          </p:cNvPr>
          <p:cNvSpPr txBox="1"/>
          <p:nvPr/>
        </p:nvSpPr>
        <p:spPr>
          <a:xfrm>
            <a:off x="4913506" y="5681392"/>
            <a:ext cx="919483" cy="354265"/>
          </a:xfrm>
          <a:prstGeom prst="rect">
            <a:avLst/>
          </a:prstGeom>
          <a:noFill/>
          <a:ln w="22225">
            <a:solidFill>
              <a:schemeClr val="tx1"/>
            </a:solidFill>
          </a:ln>
        </p:spPr>
        <p:txBody>
          <a:bodyPr wrap="none" rtlCol="0" anchor="ctr" anchorCtr="1">
            <a:noAutofit/>
          </a:bodyPr>
          <a:lstStyle/>
          <a:p>
            <a:r>
              <a:rPr lang="en-US" dirty="0"/>
              <a:t>DSP 2</a:t>
            </a:r>
          </a:p>
        </p:txBody>
      </p:sp>
      <p:sp>
        <p:nvSpPr>
          <p:cNvPr id="82" name="TextBox 81">
            <a:extLst>
              <a:ext uri="{FF2B5EF4-FFF2-40B4-BE49-F238E27FC236}">
                <a16:creationId xmlns:a16="http://schemas.microsoft.com/office/drawing/2014/main" id="{5881BD69-65D2-957E-17D9-A7958C49B6F4}"/>
              </a:ext>
            </a:extLst>
          </p:cNvPr>
          <p:cNvSpPr txBox="1"/>
          <p:nvPr/>
        </p:nvSpPr>
        <p:spPr>
          <a:xfrm>
            <a:off x="4913506" y="6035358"/>
            <a:ext cx="919483" cy="354265"/>
          </a:xfrm>
          <a:prstGeom prst="rect">
            <a:avLst/>
          </a:prstGeom>
          <a:noFill/>
          <a:ln w="22225">
            <a:solidFill>
              <a:schemeClr val="tx1"/>
            </a:solidFill>
          </a:ln>
        </p:spPr>
        <p:txBody>
          <a:bodyPr wrap="none" rtlCol="0" anchor="ctr" anchorCtr="1">
            <a:noAutofit/>
          </a:bodyPr>
          <a:lstStyle/>
          <a:p>
            <a:r>
              <a:rPr lang="en-US" dirty="0"/>
              <a:t>DSP </a:t>
            </a:r>
            <a:r>
              <a:rPr lang="en-US" b="1" dirty="0"/>
              <a:t>p</a:t>
            </a:r>
          </a:p>
        </p:txBody>
      </p:sp>
      <p:cxnSp>
        <p:nvCxnSpPr>
          <p:cNvPr id="83" name="Connector: Elbow 82">
            <a:extLst>
              <a:ext uri="{FF2B5EF4-FFF2-40B4-BE49-F238E27FC236}">
                <a16:creationId xmlns:a16="http://schemas.microsoft.com/office/drawing/2014/main" id="{0C76B849-FBFD-0D7F-D9DD-A0D1CD7EB296}"/>
              </a:ext>
            </a:extLst>
          </p:cNvPr>
          <p:cNvCxnSpPr>
            <a:cxnSpLocks/>
            <a:stCxn id="65" idx="3"/>
          </p:cNvCxnSpPr>
          <p:nvPr/>
        </p:nvCxnSpPr>
        <p:spPr>
          <a:xfrm>
            <a:off x="5835350" y="4207924"/>
            <a:ext cx="1328664" cy="21636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ECCACD1-277D-06AF-E21C-E0E26F72C55C}"/>
              </a:ext>
            </a:extLst>
          </p:cNvPr>
          <p:cNvSpPr txBox="1"/>
          <p:nvPr/>
        </p:nvSpPr>
        <p:spPr>
          <a:xfrm>
            <a:off x="4274047" y="661682"/>
            <a:ext cx="540533" cy="369332"/>
          </a:xfrm>
          <a:prstGeom prst="rect">
            <a:avLst/>
          </a:prstGeom>
          <a:noFill/>
        </p:spPr>
        <p:txBody>
          <a:bodyPr wrap="none" rtlCol="0">
            <a:spAutoFit/>
          </a:bodyPr>
          <a:lstStyle/>
          <a:p>
            <a:r>
              <a:rPr lang="en-US" b="1" dirty="0"/>
              <a:t>p=3</a:t>
            </a:r>
          </a:p>
        </p:txBody>
      </p:sp>
      <p:cxnSp>
        <p:nvCxnSpPr>
          <p:cNvPr id="84" name="Straight Arrow Connector 83">
            <a:extLst>
              <a:ext uri="{FF2B5EF4-FFF2-40B4-BE49-F238E27FC236}">
                <a16:creationId xmlns:a16="http://schemas.microsoft.com/office/drawing/2014/main" id="{5AB57062-2BA2-109A-0C73-23D4C75464D5}"/>
              </a:ext>
            </a:extLst>
          </p:cNvPr>
          <p:cNvCxnSpPr>
            <a:cxnSpLocks/>
          </p:cNvCxnSpPr>
          <p:nvPr/>
        </p:nvCxnSpPr>
        <p:spPr>
          <a:xfrm>
            <a:off x="3850953" y="1591672"/>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48DD80C-A112-E5EA-D55E-A3B306F3A577}"/>
              </a:ext>
            </a:extLst>
          </p:cNvPr>
          <p:cNvCxnSpPr>
            <a:cxnSpLocks/>
          </p:cNvCxnSpPr>
          <p:nvPr/>
        </p:nvCxnSpPr>
        <p:spPr>
          <a:xfrm>
            <a:off x="3845160" y="1829833"/>
            <a:ext cx="6991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CAAF403-940C-8036-69A4-7D5E8A2520E4}"/>
              </a:ext>
            </a:extLst>
          </p:cNvPr>
          <p:cNvCxnSpPr/>
          <p:nvPr/>
        </p:nvCxnSpPr>
        <p:spPr>
          <a:xfrm flipV="1">
            <a:off x="387698" y="931671"/>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F0CE1C9-8749-4B87-CE18-38A698D93658}"/>
              </a:ext>
            </a:extLst>
          </p:cNvPr>
          <p:cNvSpPr txBox="1"/>
          <p:nvPr/>
        </p:nvSpPr>
        <p:spPr>
          <a:xfrm>
            <a:off x="1671834" y="105277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2</a:t>
            </a:r>
          </a:p>
        </p:txBody>
      </p:sp>
      <p:sp>
        <p:nvSpPr>
          <p:cNvPr id="94" name="TextBox 93">
            <a:extLst>
              <a:ext uri="{FF2B5EF4-FFF2-40B4-BE49-F238E27FC236}">
                <a16:creationId xmlns:a16="http://schemas.microsoft.com/office/drawing/2014/main" id="{4749CC54-C202-AD00-A8C3-4341CE113808}"/>
              </a:ext>
            </a:extLst>
          </p:cNvPr>
          <p:cNvSpPr txBox="1"/>
          <p:nvPr/>
        </p:nvSpPr>
        <p:spPr>
          <a:xfrm>
            <a:off x="1671834" y="141281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3</a:t>
            </a:r>
            <a:endParaRPr lang="en-US" b="1" dirty="0"/>
          </a:p>
        </p:txBody>
      </p:sp>
      <p:sp>
        <p:nvSpPr>
          <p:cNvPr id="95" name="TextBox 94">
            <a:extLst>
              <a:ext uri="{FF2B5EF4-FFF2-40B4-BE49-F238E27FC236}">
                <a16:creationId xmlns:a16="http://schemas.microsoft.com/office/drawing/2014/main" id="{B17DFACA-E9B1-5F61-4E2F-CC99B2C15896}"/>
              </a:ext>
            </a:extLst>
          </p:cNvPr>
          <p:cNvSpPr txBox="1"/>
          <p:nvPr/>
        </p:nvSpPr>
        <p:spPr>
          <a:xfrm>
            <a:off x="1671834" y="213289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a:t>
            </a:r>
            <a:r>
              <a:rPr lang="en-US" b="1" dirty="0"/>
              <a:t>n</a:t>
            </a:r>
          </a:p>
        </p:txBody>
      </p:sp>
      <p:sp>
        <p:nvSpPr>
          <p:cNvPr id="96" name="TextBox 95">
            <a:extLst>
              <a:ext uri="{FF2B5EF4-FFF2-40B4-BE49-F238E27FC236}">
                <a16:creationId xmlns:a16="http://schemas.microsoft.com/office/drawing/2014/main" id="{D20C1213-8A72-9079-88F9-4A814AD0E437}"/>
              </a:ext>
            </a:extLst>
          </p:cNvPr>
          <p:cNvSpPr txBox="1"/>
          <p:nvPr/>
        </p:nvSpPr>
        <p:spPr>
          <a:xfrm>
            <a:off x="1671834" y="1772854"/>
            <a:ext cx="1839942" cy="355131"/>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4</a:t>
            </a:r>
            <a:endParaRPr lang="en-US" b="1" dirty="0"/>
          </a:p>
        </p:txBody>
      </p:sp>
      <p:cxnSp>
        <p:nvCxnSpPr>
          <p:cNvPr id="45" name="Straight Connector 44">
            <a:extLst>
              <a:ext uri="{FF2B5EF4-FFF2-40B4-BE49-F238E27FC236}">
                <a16:creationId xmlns:a16="http://schemas.microsoft.com/office/drawing/2014/main" id="{EFC68CE3-0323-B03F-9B5A-3282F8128D01}"/>
              </a:ext>
            </a:extLst>
          </p:cNvPr>
          <p:cNvCxnSpPr>
            <a:stCxn id="93" idx="1"/>
          </p:cNvCxnSpPr>
          <p:nvPr/>
        </p:nvCxnSpPr>
        <p:spPr>
          <a:xfrm flipH="1" flipV="1">
            <a:off x="1267689" y="1230339"/>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3AE8AD1-6A9B-D508-83DC-BBF3F3E2D0B2}"/>
              </a:ext>
            </a:extLst>
          </p:cNvPr>
          <p:cNvCxnSpPr/>
          <p:nvPr/>
        </p:nvCxnSpPr>
        <p:spPr>
          <a:xfrm flipH="1" flipV="1">
            <a:off x="1266462" y="1621063"/>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469AFAB-91CF-C302-F360-4FA5EDC28B3C}"/>
              </a:ext>
            </a:extLst>
          </p:cNvPr>
          <p:cNvCxnSpPr/>
          <p:nvPr/>
        </p:nvCxnSpPr>
        <p:spPr>
          <a:xfrm flipH="1" flipV="1">
            <a:off x="1263586" y="1968540"/>
            <a:ext cx="404145" cy="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7576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3750144" y="3085077"/>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3" name="TextBox 2">
            <a:extLst>
              <a:ext uri="{FF2B5EF4-FFF2-40B4-BE49-F238E27FC236}">
                <a16:creationId xmlns:a16="http://schemas.microsoft.com/office/drawing/2014/main" id="{1BB7E7F6-0DB7-4DB8-A782-DF3082E4A9B8}"/>
              </a:ext>
            </a:extLst>
          </p:cNvPr>
          <p:cNvSpPr txBox="1"/>
          <p:nvPr/>
        </p:nvSpPr>
        <p:spPr>
          <a:xfrm>
            <a:off x="3750144" y="3562951"/>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4" name="TextBox 3">
            <a:extLst>
              <a:ext uri="{FF2B5EF4-FFF2-40B4-BE49-F238E27FC236}">
                <a16:creationId xmlns:a16="http://schemas.microsoft.com/office/drawing/2014/main" id="{19157FF1-6B11-492F-B4C3-DB90CA1BCFE8}"/>
              </a:ext>
            </a:extLst>
          </p:cNvPr>
          <p:cNvSpPr txBox="1"/>
          <p:nvPr/>
        </p:nvSpPr>
        <p:spPr>
          <a:xfrm>
            <a:off x="3750144" y="4040825"/>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n</a:t>
            </a:r>
          </a:p>
        </p:txBody>
      </p:sp>
      <p:sp>
        <p:nvSpPr>
          <p:cNvPr id="5" name="TextBox 4">
            <a:extLst>
              <a:ext uri="{FF2B5EF4-FFF2-40B4-BE49-F238E27FC236}">
                <a16:creationId xmlns:a16="http://schemas.microsoft.com/office/drawing/2014/main" id="{D6639D58-3E44-432B-A16F-E1761FAECF3B}"/>
              </a:ext>
            </a:extLst>
          </p:cNvPr>
          <p:cNvSpPr txBox="1"/>
          <p:nvPr/>
        </p:nvSpPr>
        <p:spPr>
          <a:xfrm>
            <a:off x="6653985" y="3085077"/>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6" name="TextBox 5">
            <a:extLst>
              <a:ext uri="{FF2B5EF4-FFF2-40B4-BE49-F238E27FC236}">
                <a16:creationId xmlns:a16="http://schemas.microsoft.com/office/drawing/2014/main" id="{713986E5-432D-476D-93E6-C0F56901E046}"/>
              </a:ext>
            </a:extLst>
          </p:cNvPr>
          <p:cNvSpPr txBox="1"/>
          <p:nvPr/>
        </p:nvSpPr>
        <p:spPr>
          <a:xfrm>
            <a:off x="6653984" y="3562951"/>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7" name="TextBox 6">
            <a:extLst>
              <a:ext uri="{FF2B5EF4-FFF2-40B4-BE49-F238E27FC236}">
                <a16:creationId xmlns:a16="http://schemas.microsoft.com/office/drawing/2014/main" id="{47336A67-17B3-4DE1-84F9-559C6DDDA197}"/>
              </a:ext>
            </a:extLst>
          </p:cNvPr>
          <p:cNvSpPr txBox="1"/>
          <p:nvPr/>
        </p:nvSpPr>
        <p:spPr>
          <a:xfrm>
            <a:off x="6653983" y="404082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8" name="TextBox 7">
            <a:extLst>
              <a:ext uri="{FF2B5EF4-FFF2-40B4-BE49-F238E27FC236}">
                <a16:creationId xmlns:a16="http://schemas.microsoft.com/office/drawing/2014/main" id="{2BBAAE20-7511-406A-A9EA-F8EAD4ADEBEF}"/>
              </a:ext>
            </a:extLst>
          </p:cNvPr>
          <p:cNvSpPr txBox="1"/>
          <p:nvPr/>
        </p:nvSpPr>
        <p:spPr>
          <a:xfrm>
            <a:off x="3750142" y="5016851"/>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9" name="TextBox 8">
            <a:extLst>
              <a:ext uri="{FF2B5EF4-FFF2-40B4-BE49-F238E27FC236}">
                <a16:creationId xmlns:a16="http://schemas.microsoft.com/office/drawing/2014/main" id="{A9D34B04-7F17-4FD9-9058-CEFFFB85EB10}"/>
              </a:ext>
            </a:extLst>
          </p:cNvPr>
          <p:cNvSpPr txBox="1"/>
          <p:nvPr/>
        </p:nvSpPr>
        <p:spPr>
          <a:xfrm>
            <a:off x="3750142" y="5494725"/>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2</a:t>
            </a:r>
          </a:p>
        </p:txBody>
      </p:sp>
      <p:sp>
        <p:nvSpPr>
          <p:cNvPr id="10" name="TextBox 9">
            <a:extLst>
              <a:ext uri="{FF2B5EF4-FFF2-40B4-BE49-F238E27FC236}">
                <a16:creationId xmlns:a16="http://schemas.microsoft.com/office/drawing/2014/main" id="{9C93DDAD-0F73-4A06-B274-75C39E4C8945}"/>
              </a:ext>
            </a:extLst>
          </p:cNvPr>
          <p:cNvSpPr txBox="1"/>
          <p:nvPr/>
        </p:nvSpPr>
        <p:spPr>
          <a:xfrm>
            <a:off x="3750142" y="5972599"/>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n</a:t>
            </a:r>
          </a:p>
        </p:txBody>
      </p:sp>
      <p:sp>
        <p:nvSpPr>
          <p:cNvPr id="11" name="TextBox 10">
            <a:extLst>
              <a:ext uri="{FF2B5EF4-FFF2-40B4-BE49-F238E27FC236}">
                <a16:creationId xmlns:a16="http://schemas.microsoft.com/office/drawing/2014/main" id="{A8B880CF-FE4C-4965-8890-06D6B323E4A1}"/>
              </a:ext>
            </a:extLst>
          </p:cNvPr>
          <p:cNvSpPr txBox="1"/>
          <p:nvPr/>
        </p:nvSpPr>
        <p:spPr>
          <a:xfrm>
            <a:off x="6653983" y="5016851"/>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2" name="TextBox 11">
            <a:extLst>
              <a:ext uri="{FF2B5EF4-FFF2-40B4-BE49-F238E27FC236}">
                <a16:creationId xmlns:a16="http://schemas.microsoft.com/office/drawing/2014/main" id="{9A6F3914-3481-4587-86BB-C559B7C0DD2F}"/>
              </a:ext>
            </a:extLst>
          </p:cNvPr>
          <p:cNvSpPr txBox="1"/>
          <p:nvPr/>
        </p:nvSpPr>
        <p:spPr>
          <a:xfrm>
            <a:off x="6653982" y="549472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3" name="TextBox 12">
            <a:extLst>
              <a:ext uri="{FF2B5EF4-FFF2-40B4-BE49-F238E27FC236}">
                <a16:creationId xmlns:a16="http://schemas.microsoft.com/office/drawing/2014/main" id="{5368A5A9-D108-4F06-A1E2-0A9DC708B723}"/>
              </a:ext>
            </a:extLst>
          </p:cNvPr>
          <p:cNvSpPr txBox="1"/>
          <p:nvPr/>
        </p:nvSpPr>
        <p:spPr>
          <a:xfrm>
            <a:off x="6653981" y="5972599"/>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4" name="TextBox 13">
            <a:extLst>
              <a:ext uri="{FF2B5EF4-FFF2-40B4-BE49-F238E27FC236}">
                <a16:creationId xmlns:a16="http://schemas.microsoft.com/office/drawing/2014/main" id="{D2047774-788A-4298-97FE-F5A190A9DFDA}"/>
              </a:ext>
            </a:extLst>
          </p:cNvPr>
          <p:cNvSpPr txBox="1"/>
          <p:nvPr/>
        </p:nvSpPr>
        <p:spPr>
          <a:xfrm>
            <a:off x="3750142" y="714469"/>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1</a:t>
            </a:r>
          </a:p>
        </p:txBody>
      </p:sp>
      <p:sp>
        <p:nvSpPr>
          <p:cNvPr id="15" name="TextBox 14">
            <a:extLst>
              <a:ext uri="{FF2B5EF4-FFF2-40B4-BE49-F238E27FC236}">
                <a16:creationId xmlns:a16="http://schemas.microsoft.com/office/drawing/2014/main" id="{F4E8D886-E768-40D9-8E7C-D5795BE78A07}"/>
              </a:ext>
            </a:extLst>
          </p:cNvPr>
          <p:cNvSpPr txBox="1"/>
          <p:nvPr/>
        </p:nvSpPr>
        <p:spPr>
          <a:xfrm>
            <a:off x="3750142" y="1192343"/>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2</a:t>
            </a:r>
          </a:p>
        </p:txBody>
      </p:sp>
      <p:sp>
        <p:nvSpPr>
          <p:cNvPr id="16" name="TextBox 15">
            <a:extLst>
              <a:ext uri="{FF2B5EF4-FFF2-40B4-BE49-F238E27FC236}">
                <a16:creationId xmlns:a16="http://schemas.microsoft.com/office/drawing/2014/main" id="{05EA820C-0A32-4542-8573-121458B748B7}"/>
              </a:ext>
            </a:extLst>
          </p:cNvPr>
          <p:cNvSpPr txBox="1"/>
          <p:nvPr/>
        </p:nvSpPr>
        <p:spPr>
          <a:xfrm>
            <a:off x="3750142" y="1670217"/>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n</a:t>
            </a:r>
          </a:p>
        </p:txBody>
      </p:sp>
      <p:cxnSp>
        <p:nvCxnSpPr>
          <p:cNvPr id="25" name="Straight Arrow Connector 24">
            <a:extLst>
              <a:ext uri="{FF2B5EF4-FFF2-40B4-BE49-F238E27FC236}">
                <a16:creationId xmlns:a16="http://schemas.microsoft.com/office/drawing/2014/main" id="{F5411744-2B7F-4E14-8DE1-3AC7715DCF1C}"/>
              </a:ext>
            </a:extLst>
          </p:cNvPr>
          <p:cNvCxnSpPr/>
          <p:nvPr/>
        </p:nvCxnSpPr>
        <p:spPr>
          <a:xfrm>
            <a:off x="5590084" y="3274588"/>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5590084" y="3744224"/>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8F7F48-CC25-47BA-AD20-02ADA2967AF1}"/>
              </a:ext>
            </a:extLst>
          </p:cNvPr>
          <p:cNvCxnSpPr>
            <a:cxnSpLocks/>
          </p:cNvCxnSpPr>
          <p:nvPr/>
        </p:nvCxnSpPr>
        <p:spPr>
          <a:xfrm>
            <a:off x="5590084" y="4222098"/>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066BB2-86A8-42D5-8712-82D1C5AE89E2}"/>
              </a:ext>
            </a:extLst>
          </p:cNvPr>
          <p:cNvCxnSpPr/>
          <p:nvPr/>
        </p:nvCxnSpPr>
        <p:spPr>
          <a:xfrm>
            <a:off x="5590084" y="5140459"/>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FF4C83C-1DF4-4187-A9F4-EEA2CD47E7E5}"/>
              </a:ext>
            </a:extLst>
          </p:cNvPr>
          <p:cNvCxnSpPr>
            <a:cxnSpLocks/>
          </p:cNvCxnSpPr>
          <p:nvPr/>
        </p:nvCxnSpPr>
        <p:spPr>
          <a:xfrm>
            <a:off x="5590084" y="5626571"/>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A498129-F613-4C3E-BA47-818A00F3B586}"/>
              </a:ext>
            </a:extLst>
          </p:cNvPr>
          <p:cNvCxnSpPr>
            <a:cxnSpLocks/>
          </p:cNvCxnSpPr>
          <p:nvPr/>
        </p:nvCxnSpPr>
        <p:spPr>
          <a:xfrm>
            <a:off x="5590084" y="6112683"/>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6ED90B-FE8D-4DDB-B5BF-31E0BBC3E26E}"/>
              </a:ext>
            </a:extLst>
          </p:cNvPr>
          <p:cNvCxnSpPr>
            <a:cxnSpLocks/>
          </p:cNvCxnSpPr>
          <p:nvPr/>
        </p:nvCxnSpPr>
        <p:spPr>
          <a:xfrm>
            <a:off x="6380117" y="343524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84054C-4736-4805-94ED-67B4443A4EA5}"/>
              </a:ext>
            </a:extLst>
          </p:cNvPr>
          <p:cNvCxnSpPr>
            <a:cxnSpLocks/>
          </p:cNvCxnSpPr>
          <p:nvPr/>
        </p:nvCxnSpPr>
        <p:spPr>
          <a:xfrm>
            <a:off x="6288677" y="3896644"/>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D57E09-E336-41BB-9498-B3BF2A1C2268}"/>
              </a:ext>
            </a:extLst>
          </p:cNvPr>
          <p:cNvCxnSpPr>
            <a:cxnSpLocks/>
          </p:cNvCxnSpPr>
          <p:nvPr/>
        </p:nvCxnSpPr>
        <p:spPr>
          <a:xfrm>
            <a:off x="6197237" y="4374518"/>
            <a:ext cx="457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03D56C9-5F35-413C-BA26-C90EA7271616}"/>
              </a:ext>
            </a:extLst>
          </p:cNvPr>
          <p:cNvCxnSpPr>
            <a:cxnSpLocks/>
          </p:cNvCxnSpPr>
          <p:nvPr/>
        </p:nvCxnSpPr>
        <p:spPr>
          <a:xfrm>
            <a:off x="6380117" y="5301117"/>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39F78C5-41EE-4780-8F53-C008EB3B055C}"/>
              </a:ext>
            </a:extLst>
          </p:cNvPr>
          <p:cNvCxnSpPr>
            <a:cxnSpLocks/>
          </p:cNvCxnSpPr>
          <p:nvPr/>
        </p:nvCxnSpPr>
        <p:spPr>
          <a:xfrm>
            <a:off x="6288677" y="5778991"/>
            <a:ext cx="365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3575D20-50AB-454C-8B1B-6B73ECAA84E5}"/>
              </a:ext>
            </a:extLst>
          </p:cNvPr>
          <p:cNvCxnSpPr>
            <a:cxnSpLocks/>
          </p:cNvCxnSpPr>
          <p:nvPr/>
        </p:nvCxnSpPr>
        <p:spPr>
          <a:xfrm>
            <a:off x="6197237" y="6248627"/>
            <a:ext cx="457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4096141" y="327857"/>
            <a:ext cx="1287725" cy="369332"/>
          </a:xfrm>
          <a:prstGeom prst="rect">
            <a:avLst/>
          </a:prstGeom>
          <a:noFill/>
        </p:spPr>
        <p:txBody>
          <a:bodyPr wrap="none" rtlCol="0">
            <a:spAutoFit/>
          </a:bodyPr>
          <a:lstStyle/>
          <a:p>
            <a:r>
              <a:rPr lang="en-US" i="1" dirty="0"/>
              <a:t>input buffer</a:t>
            </a:r>
          </a:p>
        </p:txBody>
      </p:sp>
      <p:sp>
        <p:nvSpPr>
          <p:cNvPr id="58" name="TextBox 57">
            <a:extLst>
              <a:ext uri="{FF2B5EF4-FFF2-40B4-BE49-F238E27FC236}">
                <a16:creationId xmlns:a16="http://schemas.microsoft.com/office/drawing/2014/main" id="{38181E5B-DCF5-4212-808E-DEF956BED99D}"/>
              </a:ext>
            </a:extLst>
          </p:cNvPr>
          <p:cNvSpPr txBox="1"/>
          <p:nvPr/>
        </p:nvSpPr>
        <p:spPr>
          <a:xfrm>
            <a:off x="4212616" y="2703865"/>
            <a:ext cx="914994" cy="369332"/>
          </a:xfrm>
          <a:prstGeom prst="rect">
            <a:avLst/>
          </a:prstGeom>
          <a:noFill/>
        </p:spPr>
        <p:txBody>
          <a:bodyPr wrap="none" rtlCol="0">
            <a:spAutoFit/>
          </a:bodyPr>
          <a:lstStyle/>
          <a:p>
            <a:r>
              <a:rPr lang="en-US" i="1" dirty="0"/>
              <a:t>weights</a:t>
            </a:r>
          </a:p>
        </p:txBody>
      </p:sp>
      <p:cxnSp>
        <p:nvCxnSpPr>
          <p:cNvPr id="61" name="Straight Arrow Connector 60">
            <a:extLst>
              <a:ext uri="{FF2B5EF4-FFF2-40B4-BE49-F238E27FC236}">
                <a16:creationId xmlns:a16="http://schemas.microsoft.com/office/drawing/2014/main" id="{3F276726-634D-4280-AFF3-E2F885F4F871}"/>
              </a:ext>
            </a:extLst>
          </p:cNvPr>
          <p:cNvCxnSpPr>
            <a:stCxn id="7" idx="3"/>
          </p:cNvCxnSpPr>
          <p:nvPr/>
        </p:nvCxnSpPr>
        <p:spPr>
          <a:xfrm>
            <a:off x="7573466" y="4279762"/>
            <a:ext cx="7175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F08733A-4F51-4EE2-B27E-A17D85996130}"/>
              </a:ext>
            </a:extLst>
          </p:cNvPr>
          <p:cNvCxnSpPr>
            <a:cxnSpLocks/>
            <a:stCxn id="13" idx="3"/>
          </p:cNvCxnSpPr>
          <p:nvPr/>
        </p:nvCxnSpPr>
        <p:spPr>
          <a:xfrm flipV="1">
            <a:off x="7573464" y="4777914"/>
            <a:ext cx="717561" cy="14336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7746340" y="4399837"/>
            <a:ext cx="1433623" cy="344253"/>
          </a:xfrm>
          <a:prstGeom prst="trapezoid">
            <a:avLst>
              <a:gd name="adj" fmla="val 5360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64E6BF5C-F80D-4944-AF31-1268CDC40683}"/>
              </a:ext>
            </a:extLst>
          </p:cNvPr>
          <p:cNvCxnSpPr>
            <a:cxnSpLocks/>
            <a:stCxn id="64" idx="0"/>
          </p:cNvCxnSpPr>
          <p:nvPr/>
        </p:nvCxnSpPr>
        <p:spPr>
          <a:xfrm>
            <a:off x="8635278" y="4571964"/>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060724B-1307-47D9-9711-A6CD03F05F13}"/>
              </a:ext>
            </a:extLst>
          </p:cNvPr>
          <p:cNvSpPr txBox="1"/>
          <p:nvPr/>
        </p:nvSpPr>
        <p:spPr>
          <a:xfrm>
            <a:off x="8821299" y="4185714"/>
            <a:ext cx="778418" cy="369332"/>
          </a:xfrm>
          <a:prstGeom prst="rect">
            <a:avLst/>
          </a:prstGeom>
          <a:noFill/>
        </p:spPr>
        <p:txBody>
          <a:bodyPr wrap="none" rtlCol="0">
            <a:spAutoFit/>
          </a:bodyPr>
          <a:lstStyle/>
          <a:p>
            <a:r>
              <a:rPr lang="en-US" dirty="0"/>
              <a:t>TDATA</a:t>
            </a:r>
          </a:p>
        </p:txBody>
      </p:sp>
      <p:cxnSp>
        <p:nvCxnSpPr>
          <p:cNvPr id="69" name="Straight Arrow Connector 68">
            <a:extLst>
              <a:ext uri="{FF2B5EF4-FFF2-40B4-BE49-F238E27FC236}">
                <a16:creationId xmlns:a16="http://schemas.microsoft.com/office/drawing/2014/main" id="{FF5B244D-009A-48C4-B22D-66665F70230C}"/>
              </a:ext>
            </a:extLst>
          </p:cNvPr>
          <p:cNvCxnSpPr>
            <a:endCxn id="14" idx="1"/>
          </p:cNvCxnSpPr>
          <p:nvPr/>
        </p:nvCxnSpPr>
        <p:spPr>
          <a:xfrm flipV="1">
            <a:off x="2466006" y="953406"/>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97745FAC-E6C7-423D-AD26-6C32D80D835D}"/>
              </a:ext>
            </a:extLst>
          </p:cNvPr>
          <p:cNvSpPr txBox="1"/>
          <p:nvPr/>
        </p:nvSpPr>
        <p:spPr>
          <a:xfrm>
            <a:off x="2374268" y="588233"/>
            <a:ext cx="778418" cy="369332"/>
          </a:xfrm>
          <a:prstGeom prst="rect">
            <a:avLst/>
          </a:prstGeom>
          <a:noFill/>
        </p:spPr>
        <p:txBody>
          <a:bodyPr wrap="none" rtlCol="0">
            <a:spAutoFit/>
          </a:bodyPr>
          <a:lstStyle/>
          <a:p>
            <a:r>
              <a:rPr lang="en-US" dirty="0"/>
              <a:t>TDATA</a:t>
            </a:r>
          </a:p>
        </p:txBody>
      </p:sp>
      <p:cxnSp>
        <p:nvCxnSpPr>
          <p:cNvPr id="72" name="Connector: Elbow 71">
            <a:extLst>
              <a:ext uri="{FF2B5EF4-FFF2-40B4-BE49-F238E27FC236}">
                <a16:creationId xmlns:a16="http://schemas.microsoft.com/office/drawing/2014/main" id="{732FA2DE-DF12-46DC-A51A-11611121FB67}"/>
              </a:ext>
            </a:extLst>
          </p:cNvPr>
          <p:cNvCxnSpPr>
            <a:endCxn id="15" idx="1"/>
          </p:cNvCxnSpPr>
          <p:nvPr/>
        </p:nvCxnSpPr>
        <p:spPr>
          <a:xfrm rot="16200000" flipH="1">
            <a:off x="3309861" y="990999"/>
            <a:ext cx="477874" cy="40268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63EB20DA-A5FC-4128-A637-89F466066AC2}"/>
              </a:ext>
            </a:extLst>
          </p:cNvPr>
          <p:cNvCxnSpPr>
            <a:endCxn id="16" idx="1"/>
          </p:cNvCxnSpPr>
          <p:nvPr/>
        </p:nvCxnSpPr>
        <p:spPr>
          <a:xfrm rot="16200000" flipH="1">
            <a:off x="3070196" y="1229208"/>
            <a:ext cx="955748" cy="40414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4697220" y="4641442"/>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7113722" y="464956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37BC901-0376-52CB-E30C-37BEED73C554}"/>
              </a:ext>
            </a:extLst>
          </p:cNvPr>
          <p:cNvCxnSpPr>
            <a:cxnSpLocks/>
          </p:cNvCxnSpPr>
          <p:nvPr/>
        </p:nvCxnSpPr>
        <p:spPr>
          <a:xfrm flipV="1">
            <a:off x="6380117" y="953405"/>
            <a:ext cx="0" cy="4347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C5F31AE-69B2-B5E0-370F-8C6110DB4E26}"/>
              </a:ext>
            </a:extLst>
          </p:cNvPr>
          <p:cNvCxnSpPr>
            <a:cxnSpLocks/>
          </p:cNvCxnSpPr>
          <p:nvPr/>
        </p:nvCxnSpPr>
        <p:spPr>
          <a:xfrm flipV="1">
            <a:off x="6279088" y="1431280"/>
            <a:ext cx="0" cy="4339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EED61C8-D747-2DB7-5624-31D4FC4FD2EB}"/>
              </a:ext>
            </a:extLst>
          </p:cNvPr>
          <p:cNvCxnSpPr>
            <a:cxnSpLocks/>
          </p:cNvCxnSpPr>
          <p:nvPr/>
        </p:nvCxnSpPr>
        <p:spPr>
          <a:xfrm flipV="1">
            <a:off x="6198742" y="1909154"/>
            <a:ext cx="0" cy="43394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831F7BC-F156-5039-83F2-8005A4FE4C54}"/>
              </a:ext>
            </a:extLst>
          </p:cNvPr>
          <p:cNvCxnSpPr>
            <a:stCxn id="16" idx="3"/>
          </p:cNvCxnSpPr>
          <p:nvPr/>
        </p:nvCxnSpPr>
        <p:spPr>
          <a:xfrm>
            <a:off x="5590084" y="1909154"/>
            <a:ext cx="6071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D66358-2E12-8F77-A9A4-2803B0490D08}"/>
              </a:ext>
            </a:extLst>
          </p:cNvPr>
          <p:cNvCxnSpPr>
            <a:stCxn id="15" idx="3"/>
          </p:cNvCxnSpPr>
          <p:nvPr/>
        </p:nvCxnSpPr>
        <p:spPr>
          <a:xfrm>
            <a:off x="5590084" y="1431280"/>
            <a:ext cx="6890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7A6F2E7-F542-E612-4242-30C4D4C0FEAE}"/>
              </a:ext>
            </a:extLst>
          </p:cNvPr>
          <p:cNvCxnSpPr>
            <a:stCxn id="14" idx="3"/>
          </p:cNvCxnSpPr>
          <p:nvPr/>
        </p:nvCxnSpPr>
        <p:spPr>
          <a:xfrm flipV="1">
            <a:off x="5590084" y="953405"/>
            <a:ext cx="79003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530C24DF-A1D2-BE09-FD03-9F2429E0E8C4}"/>
              </a:ext>
            </a:extLst>
          </p:cNvPr>
          <p:cNvCxnSpPr>
            <a:cxnSpLocks/>
          </p:cNvCxnSpPr>
          <p:nvPr/>
        </p:nvCxnSpPr>
        <p:spPr>
          <a:xfrm>
            <a:off x="8092973" y="4402505"/>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64591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3750144" y="3085077"/>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0</a:t>
            </a:r>
          </a:p>
        </p:txBody>
      </p:sp>
      <p:sp>
        <p:nvSpPr>
          <p:cNvPr id="3" name="TextBox 2">
            <a:extLst>
              <a:ext uri="{FF2B5EF4-FFF2-40B4-BE49-F238E27FC236}">
                <a16:creationId xmlns:a16="http://schemas.microsoft.com/office/drawing/2014/main" id="{1BB7E7F6-0DB7-4DB8-A782-DF3082E4A9B8}"/>
              </a:ext>
            </a:extLst>
          </p:cNvPr>
          <p:cNvSpPr txBox="1"/>
          <p:nvPr/>
        </p:nvSpPr>
        <p:spPr>
          <a:xfrm>
            <a:off x="3750144" y="3562951"/>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4" name="TextBox 3">
            <a:extLst>
              <a:ext uri="{FF2B5EF4-FFF2-40B4-BE49-F238E27FC236}">
                <a16:creationId xmlns:a16="http://schemas.microsoft.com/office/drawing/2014/main" id="{19157FF1-6B11-492F-B4C3-DB90CA1BCFE8}"/>
              </a:ext>
            </a:extLst>
          </p:cNvPr>
          <p:cNvSpPr txBox="1"/>
          <p:nvPr/>
        </p:nvSpPr>
        <p:spPr>
          <a:xfrm>
            <a:off x="3750144" y="4040825"/>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n</a:t>
            </a:r>
          </a:p>
        </p:txBody>
      </p:sp>
      <p:sp>
        <p:nvSpPr>
          <p:cNvPr id="5" name="TextBox 4">
            <a:extLst>
              <a:ext uri="{FF2B5EF4-FFF2-40B4-BE49-F238E27FC236}">
                <a16:creationId xmlns:a16="http://schemas.microsoft.com/office/drawing/2014/main" id="{D6639D58-3E44-432B-A16F-E1761FAECF3B}"/>
              </a:ext>
            </a:extLst>
          </p:cNvPr>
          <p:cNvSpPr txBox="1"/>
          <p:nvPr/>
        </p:nvSpPr>
        <p:spPr>
          <a:xfrm>
            <a:off x="6653985" y="3085077"/>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6" name="TextBox 5">
            <a:extLst>
              <a:ext uri="{FF2B5EF4-FFF2-40B4-BE49-F238E27FC236}">
                <a16:creationId xmlns:a16="http://schemas.microsoft.com/office/drawing/2014/main" id="{713986E5-432D-476D-93E6-C0F56901E046}"/>
              </a:ext>
            </a:extLst>
          </p:cNvPr>
          <p:cNvSpPr txBox="1"/>
          <p:nvPr/>
        </p:nvSpPr>
        <p:spPr>
          <a:xfrm>
            <a:off x="6653984" y="3562951"/>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7" name="TextBox 6">
            <a:extLst>
              <a:ext uri="{FF2B5EF4-FFF2-40B4-BE49-F238E27FC236}">
                <a16:creationId xmlns:a16="http://schemas.microsoft.com/office/drawing/2014/main" id="{47336A67-17B3-4DE1-84F9-559C6DDDA197}"/>
              </a:ext>
            </a:extLst>
          </p:cNvPr>
          <p:cNvSpPr txBox="1"/>
          <p:nvPr/>
        </p:nvSpPr>
        <p:spPr>
          <a:xfrm>
            <a:off x="6653983" y="404082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8" name="TextBox 7">
            <a:extLst>
              <a:ext uri="{FF2B5EF4-FFF2-40B4-BE49-F238E27FC236}">
                <a16:creationId xmlns:a16="http://schemas.microsoft.com/office/drawing/2014/main" id="{2BBAAE20-7511-406A-A9EA-F8EAD4ADEBEF}"/>
              </a:ext>
            </a:extLst>
          </p:cNvPr>
          <p:cNvSpPr txBox="1"/>
          <p:nvPr/>
        </p:nvSpPr>
        <p:spPr>
          <a:xfrm>
            <a:off x="3750142" y="5016851"/>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0</a:t>
            </a:r>
          </a:p>
        </p:txBody>
      </p:sp>
      <p:sp>
        <p:nvSpPr>
          <p:cNvPr id="9" name="TextBox 8">
            <a:extLst>
              <a:ext uri="{FF2B5EF4-FFF2-40B4-BE49-F238E27FC236}">
                <a16:creationId xmlns:a16="http://schemas.microsoft.com/office/drawing/2014/main" id="{A9D34B04-7F17-4FD9-9058-CEFFFB85EB10}"/>
              </a:ext>
            </a:extLst>
          </p:cNvPr>
          <p:cNvSpPr txBox="1"/>
          <p:nvPr/>
        </p:nvSpPr>
        <p:spPr>
          <a:xfrm>
            <a:off x="3750142" y="5494725"/>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1</a:t>
            </a:r>
          </a:p>
        </p:txBody>
      </p:sp>
      <p:sp>
        <p:nvSpPr>
          <p:cNvPr id="10" name="TextBox 9">
            <a:extLst>
              <a:ext uri="{FF2B5EF4-FFF2-40B4-BE49-F238E27FC236}">
                <a16:creationId xmlns:a16="http://schemas.microsoft.com/office/drawing/2014/main" id="{9C93DDAD-0F73-4A06-B274-75C39E4C8945}"/>
              </a:ext>
            </a:extLst>
          </p:cNvPr>
          <p:cNvSpPr txBox="1"/>
          <p:nvPr/>
        </p:nvSpPr>
        <p:spPr>
          <a:xfrm>
            <a:off x="3750142" y="5972599"/>
            <a:ext cx="1839942" cy="477874"/>
          </a:xfrm>
          <a:prstGeom prst="rect">
            <a:avLst/>
          </a:prstGeom>
          <a:solidFill>
            <a:srgbClr val="FF0000">
              <a:alpha val="50196"/>
            </a:srgbClr>
          </a:solidFill>
          <a:ln w="22225">
            <a:solidFill>
              <a:schemeClr val="tx1"/>
            </a:solidFill>
          </a:ln>
        </p:spPr>
        <p:txBody>
          <a:bodyPr wrap="none" rtlCol="0" anchor="ctr" anchorCtr="1">
            <a:noAutofit/>
          </a:bodyPr>
          <a:lstStyle/>
          <a:p>
            <a:r>
              <a:rPr lang="en-US" dirty="0"/>
              <a:t>18x1K BRAM n</a:t>
            </a:r>
          </a:p>
        </p:txBody>
      </p:sp>
      <p:sp>
        <p:nvSpPr>
          <p:cNvPr id="11" name="TextBox 10">
            <a:extLst>
              <a:ext uri="{FF2B5EF4-FFF2-40B4-BE49-F238E27FC236}">
                <a16:creationId xmlns:a16="http://schemas.microsoft.com/office/drawing/2014/main" id="{A8B880CF-FE4C-4965-8890-06D6B323E4A1}"/>
              </a:ext>
            </a:extLst>
          </p:cNvPr>
          <p:cNvSpPr txBox="1"/>
          <p:nvPr/>
        </p:nvSpPr>
        <p:spPr>
          <a:xfrm>
            <a:off x="6653983" y="5016851"/>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2" name="TextBox 11">
            <a:extLst>
              <a:ext uri="{FF2B5EF4-FFF2-40B4-BE49-F238E27FC236}">
                <a16:creationId xmlns:a16="http://schemas.microsoft.com/office/drawing/2014/main" id="{9A6F3914-3481-4587-86BB-C559B7C0DD2F}"/>
              </a:ext>
            </a:extLst>
          </p:cNvPr>
          <p:cNvSpPr txBox="1"/>
          <p:nvPr/>
        </p:nvSpPr>
        <p:spPr>
          <a:xfrm>
            <a:off x="6653982" y="549472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3" name="TextBox 12">
            <a:extLst>
              <a:ext uri="{FF2B5EF4-FFF2-40B4-BE49-F238E27FC236}">
                <a16:creationId xmlns:a16="http://schemas.microsoft.com/office/drawing/2014/main" id="{5368A5A9-D108-4F06-A1E2-0A9DC708B723}"/>
              </a:ext>
            </a:extLst>
          </p:cNvPr>
          <p:cNvSpPr txBox="1"/>
          <p:nvPr/>
        </p:nvSpPr>
        <p:spPr>
          <a:xfrm>
            <a:off x="6653981" y="5972599"/>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4" name="TextBox 13">
            <a:extLst>
              <a:ext uri="{FF2B5EF4-FFF2-40B4-BE49-F238E27FC236}">
                <a16:creationId xmlns:a16="http://schemas.microsoft.com/office/drawing/2014/main" id="{D2047774-788A-4298-97FE-F5A190A9DFDA}"/>
              </a:ext>
            </a:extLst>
          </p:cNvPr>
          <p:cNvSpPr txBox="1"/>
          <p:nvPr/>
        </p:nvSpPr>
        <p:spPr>
          <a:xfrm>
            <a:off x="3750142" y="714469"/>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0</a:t>
            </a:r>
          </a:p>
        </p:txBody>
      </p:sp>
      <p:sp>
        <p:nvSpPr>
          <p:cNvPr id="15" name="TextBox 14">
            <a:extLst>
              <a:ext uri="{FF2B5EF4-FFF2-40B4-BE49-F238E27FC236}">
                <a16:creationId xmlns:a16="http://schemas.microsoft.com/office/drawing/2014/main" id="{F4E8D886-E768-40D9-8E7C-D5795BE78A07}"/>
              </a:ext>
            </a:extLst>
          </p:cNvPr>
          <p:cNvSpPr txBox="1"/>
          <p:nvPr/>
        </p:nvSpPr>
        <p:spPr>
          <a:xfrm>
            <a:off x="3750142" y="1192343"/>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1</a:t>
            </a:r>
          </a:p>
        </p:txBody>
      </p:sp>
      <p:sp>
        <p:nvSpPr>
          <p:cNvPr id="16" name="TextBox 15">
            <a:extLst>
              <a:ext uri="{FF2B5EF4-FFF2-40B4-BE49-F238E27FC236}">
                <a16:creationId xmlns:a16="http://schemas.microsoft.com/office/drawing/2014/main" id="{05EA820C-0A32-4542-8573-121458B748B7}"/>
              </a:ext>
            </a:extLst>
          </p:cNvPr>
          <p:cNvSpPr txBox="1"/>
          <p:nvPr/>
        </p:nvSpPr>
        <p:spPr>
          <a:xfrm>
            <a:off x="3750142" y="1670217"/>
            <a:ext cx="1839942" cy="477874"/>
          </a:xfrm>
          <a:prstGeom prst="rect">
            <a:avLst/>
          </a:prstGeom>
          <a:solidFill>
            <a:srgbClr val="00B050">
              <a:alpha val="50196"/>
            </a:srgbClr>
          </a:solidFill>
          <a:ln w="22225">
            <a:solidFill>
              <a:schemeClr val="tx1"/>
            </a:solidFill>
          </a:ln>
        </p:spPr>
        <p:txBody>
          <a:bodyPr wrap="none" rtlCol="0" anchor="ctr" anchorCtr="1">
            <a:noAutofit/>
          </a:bodyPr>
          <a:lstStyle/>
          <a:p>
            <a:r>
              <a:rPr lang="en-US" dirty="0"/>
              <a:t>18x1K BRAM m</a:t>
            </a:r>
          </a:p>
        </p:txBody>
      </p:sp>
      <p:cxnSp>
        <p:nvCxnSpPr>
          <p:cNvPr id="25" name="Straight Arrow Connector 24">
            <a:extLst>
              <a:ext uri="{FF2B5EF4-FFF2-40B4-BE49-F238E27FC236}">
                <a16:creationId xmlns:a16="http://schemas.microsoft.com/office/drawing/2014/main" id="{F5411744-2B7F-4E14-8DE1-3AC7715DCF1C}"/>
              </a:ext>
            </a:extLst>
          </p:cNvPr>
          <p:cNvCxnSpPr/>
          <p:nvPr/>
        </p:nvCxnSpPr>
        <p:spPr>
          <a:xfrm>
            <a:off x="5590084" y="3274588"/>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5590084" y="3744224"/>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8F7F48-CC25-47BA-AD20-02ADA2967AF1}"/>
              </a:ext>
            </a:extLst>
          </p:cNvPr>
          <p:cNvCxnSpPr>
            <a:cxnSpLocks/>
          </p:cNvCxnSpPr>
          <p:nvPr/>
        </p:nvCxnSpPr>
        <p:spPr>
          <a:xfrm>
            <a:off x="5590084" y="4222098"/>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066BB2-86A8-42D5-8712-82D1C5AE89E2}"/>
              </a:ext>
            </a:extLst>
          </p:cNvPr>
          <p:cNvCxnSpPr/>
          <p:nvPr/>
        </p:nvCxnSpPr>
        <p:spPr>
          <a:xfrm>
            <a:off x="5590084" y="5140459"/>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FF4C83C-1DF4-4187-A9F4-EEA2CD47E7E5}"/>
              </a:ext>
            </a:extLst>
          </p:cNvPr>
          <p:cNvCxnSpPr>
            <a:cxnSpLocks/>
          </p:cNvCxnSpPr>
          <p:nvPr/>
        </p:nvCxnSpPr>
        <p:spPr>
          <a:xfrm>
            <a:off x="5590084" y="5626571"/>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A498129-F613-4C3E-BA47-818A00F3B586}"/>
              </a:ext>
            </a:extLst>
          </p:cNvPr>
          <p:cNvCxnSpPr>
            <a:cxnSpLocks/>
          </p:cNvCxnSpPr>
          <p:nvPr/>
        </p:nvCxnSpPr>
        <p:spPr>
          <a:xfrm>
            <a:off x="5590084" y="6112683"/>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rapezoid 30">
            <a:extLst>
              <a:ext uri="{FF2B5EF4-FFF2-40B4-BE49-F238E27FC236}">
                <a16:creationId xmlns:a16="http://schemas.microsoft.com/office/drawing/2014/main" id="{0F58A9B4-D7F0-4051-B769-47F8D76D31C5}"/>
              </a:ext>
            </a:extLst>
          </p:cNvPr>
          <p:cNvSpPr/>
          <p:nvPr/>
        </p:nvSpPr>
        <p:spPr>
          <a:xfrm rot="5400000">
            <a:off x="5254293" y="1259154"/>
            <a:ext cx="1433623" cy="344253"/>
          </a:xfrm>
          <a:prstGeom prst="trapezoid">
            <a:avLst>
              <a:gd name="adj" fmla="val 5360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01B3796F-B2F1-4FA0-AF30-E8007241020D}"/>
              </a:ext>
            </a:extLst>
          </p:cNvPr>
          <p:cNvCxnSpPr>
            <a:cxnSpLocks/>
          </p:cNvCxnSpPr>
          <p:nvPr/>
        </p:nvCxnSpPr>
        <p:spPr>
          <a:xfrm>
            <a:off x="5590080" y="957565"/>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1C3B02-BCA5-48ED-BB72-E9076C3BA424}"/>
              </a:ext>
            </a:extLst>
          </p:cNvPr>
          <p:cNvCxnSpPr>
            <a:cxnSpLocks/>
          </p:cNvCxnSpPr>
          <p:nvPr/>
        </p:nvCxnSpPr>
        <p:spPr>
          <a:xfrm>
            <a:off x="5590080" y="1398289"/>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E2EBD5-5726-414B-A152-D7462A5665D1}"/>
              </a:ext>
            </a:extLst>
          </p:cNvPr>
          <p:cNvCxnSpPr>
            <a:cxnSpLocks/>
          </p:cNvCxnSpPr>
          <p:nvPr/>
        </p:nvCxnSpPr>
        <p:spPr>
          <a:xfrm>
            <a:off x="5590080" y="1871965"/>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6ED90B-FE8D-4DDB-B5BF-31E0BBC3E26E}"/>
              </a:ext>
            </a:extLst>
          </p:cNvPr>
          <p:cNvCxnSpPr/>
          <p:nvPr/>
        </p:nvCxnSpPr>
        <p:spPr>
          <a:xfrm>
            <a:off x="6255606" y="3435246"/>
            <a:ext cx="4026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84054C-4736-4805-94ED-67B4443A4EA5}"/>
              </a:ext>
            </a:extLst>
          </p:cNvPr>
          <p:cNvCxnSpPr>
            <a:cxnSpLocks/>
          </p:cNvCxnSpPr>
          <p:nvPr/>
        </p:nvCxnSpPr>
        <p:spPr>
          <a:xfrm>
            <a:off x="6255606" y="3896644"/>
            <a:ext cx="4026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D57E09-E336-41BB-9498-B3BF2A1C2268}"/>
              </a:ext>
            </a:extLst>
          </p:cNvPr>
          <p:cNvCxnSpPr>
            <a:cxnSpLocks/>
          </p:cNvCxnSpPr>
          <p:nvPr/>
        </p:nvCxnSpPr>
        <p:spPr>
          <a:xfrm>
            <a:off x="6255606" y="4374518"/>
            <a:ext cx="4026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03D56C9-5F35-413C-BA26-C90EA7271616}"/>
              </a:ext>
            </a:extLst>
          </p:cNvPr>
          <p:cNvCxnSpPr/>
          <p:nvPr/>
        </p:nvCxnSpPr>
        <p:spPr>
          <a:xfrm>
            <a:off x="6255606" y="5301117"/>
            <a:ext cx="4026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39F78C5-41EE-4780-8F53-C008EB3B055C}"/>
              </a:ext>
            </a:extLst>
          </p:cNvPr>
          <p:cNvCxnSpPr>
            <a:cxnSpLocks/>
          </p:cNvCxnSpPr>
          <p:nvPr/>
        </p:nvCxnSpPr>
        <p:spPr>
          <a:xfrm>
            <a:off x="6255606" y="5778991"/>
            <a:ext cx="4026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3575D20-50AB-454C-8B1B-6B73ECAA84E5}"/>
              </a:ext>
            </a:extLst>
          </p:cNvPr>
          <p:cNvCxnSpPr>
            <a:cxnSpLocks/>
          </p:cNvCxnSpPr>
          <p:nvPr/>
        </p:nvCxnSpPr>
        <p:spPr>
          <a:xfrm>
            <a:off x="6255606" y="6248627"/>
            <a:ext cx="4026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F6B6054-4B41-4A26-B345-AA663673458E}"/>
              </a:ext>
            </a:extLst>
          </p:cNvPr>
          <p:cNvCxnSpPr>
            <a:cxnSpLocks/>
          </p:cNvCxnSpPr>
          <p:nvPr/>
        </p:nvCxnSpPr>
        <p:spPr>
          <a:xfrm flipH="1">
            <a:off x="6143231" y="1431280"/>
            <a:ext cx="1080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4096141" y="327857"/>
            <a:ext cx="1287725" cy="369332"/>
          </a:xfrm>
          <a:prstGeom prst="rect">
            <a:avLst/>
          </a:prstGeom>
          <a:noFill/>
        </p:spPr>
        <p:txBody>
          <a:bodyPr wrap="none" rtlCol="0">
            <a:spAutoFit/>
          </a:bodyPr>
          <a:lstStyle/>
          <a:p>
            <a:r>
              <a:rPr lang="en-US" i="1" dirty="0"/>
              <a:t>input buffer</a:t>
            </a:r>
          </a:p>
        </p:txBody>
      </p:sp>
      <p:sp>
        <p:nvSpPr>
          <p:cNvPr id="58" name="TextBox 57">
            <a:extLst>
              <a:ext uri="{FF2B5EF4-FFF2-40B4-BE49-F238E27FC236}">
                <a16:creationId xmlns:a16="http://schemas.microsoft.com/office/drawing/2014/main" id="{38181E5B-DCF5-4212-808E-DEF956BED99D}"/>
              </a:ext>
            </a:extLst>
          </p:cNvPr>
          <p:cNvSpPr txBox="1"/>
          <p:nvPr/>
        </p:nvSpPr>
        <p:spPr>
          <a:xfrm>
            <a:off x="4212616" y="2703865"/>
            <a:ext cx="914994" cy="369332"/>
          </a:xfrm>
          <a:prstGeom prst="rect">
            <a:avLst/>
          </a:prstGeom>
          <a:noFill/>
        </p:spPr>
        <p:txBody>
          <a:bodyPr wrap="none" rtlCol="0">
            <a:spAutoFit/>
          </a:bodyPr>
          <a:lstStyle/>
          <a:p>
            <a:r>
              <a:rPr lang="en-US" i="1" dirty="0"/>
              <a:t>weights</a:t>
            </a:r>
          </a:p>
        </p:txBody>
      </p:sp>
      <p:cxnSp>
        <p:nvCxnSpPr>
          <p:cNvPr id="61" name="Straight Arrow Connector 60">
            <a:extLst>
              <a:ext uri="{FF2B5EF4-FFF2-40B4-BE49-F238E27FC236}">
                <a16:creationId xmlns:a16="http://schemas.microsoft.com/office/drawing/2014/main" id="{3F276726-634D-4280-AFF3-E2F885F4F871}"/>
              </a:ext>
            </a:extLst>
          </p:cNvPr>
          <p:cNvCxnSpPr>
            <a:stCxn id="7" idx="3"/>
          </p:cNvCxnSpPr>
          <p:nvPr/>
        </p:nvCxnSpPr>
        <p:spPr>
          <a:xfrm>
            <a:off x="7573466" y="4279762"/>
            <a:ext cx="7175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F08733A-4F51-4EE2-B27E-A17D85996130}"/>
              </a:ext>
            </a:extLst>
          </p:cNvPr>
          <p:cNvCxnSpPr>
            <a:cxnSpLocks/>
            <a:stCxn id="13" idx="3"/>
          </p:cNvCxnSpPr>
          <p:nvPr/>
        </p:nvCxnSpPr>
        <p:spPr>
          <a:xfrm flipV="1">
            <a:off x="7573464" y="4777914"/>
            <a:ext cx="717561" cy="14336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7746340" y="4399837"/>
            <a:ext cx="1433623" cy="344253"/>
          </a:xfrm>
          <a:prstGeom prst="trapezoid">
            <a:avLst>
              <a:gd name="adj" fmla="val 5360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64E6BF5C-F80D-4944-AF31-1268CDC40683}"/>
              </a:ext>
            </a:extLst>
          </p:cNvPr>
          <p:cNvCxnSpPr>
            <a:cxnSpLocks/>
            <a:stCxn id="64" idx="0"/>
          </p:cNvCxnSpPr>
          <p:nvPr/>
        </p:nvCxnSpPr>
        <p:spPr>
          <a:xfrm>
            <a:off x="8635278" y="4571964"/>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060724B-1307-47D9-9711-A6CD03F05F13}"/>
              </a:ext>
            </a:extLst>
          </p:cNvPr>
          <p:cNvSpPr txBox="1"/>
          <p:nvPr/>
        </p:nvSpPr>
        <p:spPr>
          <a:xfrm>
            <a:off x="8821299" y="4185714"/>
            <a:ext cx="778418" cy="369332"/>
          </a:xfrm>
          <a:prstGeom prst="rect">
            <a:avLst/>
          </a:prstGeom>
          <a:noFill/>
        </p:spPr>
        <p:txBody>
          <a:bodyPr wrap="none" rtlCol="0">
            <a:spAutoFit/>
          </a:bodyPr>
          <a:lstStyle/>
          <a:p>
            <a:r>
              <a:rPr lang="en-US" dirty="0"/>
              <a:t>TDATA</a:t>
            </a:r>
          </a:p>
        </p:txBody>
      </p:sp>
      <p:cxnSp>
        <p:nvCxnSpPr>
          <p:cNvPr id="69" name="Straight Arrow Connector 68">
            <a:extLst>
              <a:ext uri="{FF2B5EF4-FFF2-40B4-BE49-F238E27FC236}">
                <a16:creationId xmlns:a16="http://schemas.microsoft.com/office/drawing/2014/main" id="{FF5B244D-009A-48C4-B22D-66665F70230C}"/>
              </a:ext>
            </a:extLst>
          </p:cNvPr>
          <p:cNvCxnSpPr>
            <a:endCxn id="14" idx="1"/>
          </p:cNvCxnSpPr>
          <p:nvPr/>
        </p:nvCxnSpPr>
        <p:spPr>
          <a:xfrm flipV="1">
            <a:off x="2466006" y="953406"/>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97745FAC-E6C7-423D-AD26-6C32D80D835D}"/>
              </a:ext>
            </a:extLst>
          </p:cNvPr>
          <p:cNvSpPr txBox="1"/>
          <p:nvPr/>
        </p:nvSpPr>
        <p:spPr>
          <a:xfrm>
            <a:off x="2374268" y="588233"/>
            <a:ext cx="778418" cy="369332"/>
          </a:xfrm>
          <a:prstGeom prst="rect">
            <a:avLst/>
          </a:prstGeom>
          <a:noFill/>
        </p:spPr>
        <p:txBody>
          <a:bodyPr wrap="none" rtlCol="0">
            <a:spAutoFit/>
          </a:bodyPr>
          <a:lstStyle/>
          <a:p>
            <a:r>
              <a:rPr lang="en-US" dirty="0"/>
              <a:t>TDATA</a:t>
            </a:r>
          </a:p>
        </p:txBody>
      </p:sp>
      <p:cxnSp>
        <p:nvCxnSpPr>
          <p:cNvPr id="72" name="Connector: Elbow 71">
            <a:extLst>
              <a:ext uri="{FF2B5EF4-FFF2-40B4-BE49-F238E27FC236}">
                <a16:creationId xmlns:a16="http://schemas.microsoft.com/office/drawing/2014/main" id="{732FA2DE-DF12-46DC-A51A-11611121FB67}"/>
              </a:ext>
            </a:extLst>
          </p:cNvPr>
          <p:cNvCxnSpPr>
            <a:endCxn id="15" idx="1"/>
          </p:cNvCxnSpPr>
          <p:nvPr/>
        </p:nvCxnSpPr>
        <p:spPr>
          <a:xfrm rot="16200000" flipH="1">
            <a:off x="3309861" y="990999"/>
            <a:ext cx="477874" cy="40268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63EB20DA-A5FC-4128-A637-89F466066AC2}"/>
              </a:ext>
            </a:extLst>
          </p:cNvPr>
          <p:cNvCxnSpPr>
            <a:endCxn id="16" idx="1"/>
          </p:cNvCxnSpPr>
          <p:nvPr/>
        </p:nvCxnSpPr>
        <p:spPr>
          <a:xfrm rot="16200000" flipH="1">
            <a:off x="3070196" y="1229208"/>
            <a:ext cx="955748" cy="40414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4697220" y="4641442"/>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7113722" y="4649560"/>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37BC901-0376-52CB-E30C-37BEED73C554}"/>
              </a:ext>
            </a:extLst>
          </p:cNvPr>
          <p:cNvCxnSpPr>
            <a:cxnSpLocks/>
          </p:cNvCxnSpPr>
          <p:nvPr/>
        </p:nvCxnSpPr>
        <p:spPr>
          <a:xfrm flipV="1">
            <a:off x="6251289" y="1431280"/>
            <a:ext cx="0" cy="48173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1474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7ADB9-4671-48D6-9DAE-AE01E99D6208}"/>
              </a:ext>
            </a:extLst>
          </p:cNvPr>
          <p:cNvSpPr txBox="1"/>
          <p:nvPr/>
        </p:nvSpPr>
        <p:spPr>
          <a:xfrm>
            <a:off x="3623684" y="906081"/>
            <a:ext cx="1839942" cy="477874"/>
          </a:xfrm>
          <a:prstGeom prst="rect">
            <a:avLst/>
          </a:prstGeom>
          <a:noFill/>
          <a:ln w="22225">
            <a:solidFill>
              <a:schemeClr val="tx1"/>
            </a:solidFill>
          </a:ln>
        </p:spPr>
        <p:txBody>
          <a:bodyPr wrap="none" rtlCol="0" anchor="ctr" anchorCtr="1">
            <a:noAutofit/>
          </a:bodyPr>
          <a:lstStyle/>
          <a:p>
            <a:r>
              <a:rPr lang="en-US" dirty="0"/>
              <a:t>18x1K BRAM 0</a:t>
            </a:r>
          </a:p>
        </p:txBody>
      </p:sp>
      <p:sp>
        <p:nvSpPr>
          <p:cNvPr id="3" name="TextBox 2">
            <a:extLst>
              <a:ext uri="{FF2B5EF4-FFF2-40B4-BE49-F238E27FC236}">
                <a16:creationId xmlns:a16="http://schemas.microsoft.com/office/drawing/2014/main" id="{1BB7E7F6-0DB7-4DB8-A782-DF3082E4A9B8}"/>
              </a:ext>
            </a:extLst>
          </p:cNvPr>
          <p:cNvSpPr txBox="1"/>
          <p:nvPr/>
        </p:nvSpPr>
        <p:spPr>
          <a:xfrm>
            <a:off x="3623684" y="1383955"/>
            <a:ext cx="1839942" cy="477874"/>
          </a:xfrm>
          <a:prstGeom prst="rect">
            <a:avLst/>
          </a:prstGeom>
          <a:noFill/>
          <a:ln w="22225">
            <a:solidFill>
              <a:schemeClr val="tx1"/>
            </a:solidFill>
          </a:ln>
        </p:spPr>
        <p:txBody>
          <a:bodyPr wrap="none" rtlCol="0" anchor="ctr" anchorCtr="1">
            <a:noAutofit/>
          </a:bodyPr>
          <a:lstStyle/>
          <a:p>
            <a:r>
              <a:rPr lang="en-US" dirty="0"/>
              <a:t>18x1K BRAM 1</a:t>
            </a:r>
          </a:p>
        </p:txBody>
      </p:sp>
      <p:sp>
        <p:nvSpPr>
          <p:cNvPr id="4" name="TextBox 3">
            <a:extLst>
              <a:ext uri="{FF2B5EF4-FFF2-40B4-BE49-F238E27FC236}">
                <a16:creationId xmlns:a16="http://schemas.microsoft.com/office/drawing/2014/main" id="{19157FF1-6B11-492F-B4C3-DB90CA1BCFE8}"/>
              </a:ext>
            </a:extLst>
          </p:cNvPr>
          <p:cNvSpPr txBox="1"/>
          <p:nvPr/>
        </p:nvSpPr>
        <p:spPr>
          <a:xfrm>
            <a:off x="3623684" y="1861829"/>
            <a:ext cx="1839942" cy="477874"/>
          </a:xfrm>
          <a:prstGeom prst="rect">
            <a:avLst/>
          </a:prstGeom>
          <a:noFill/>
          <a:ln w="22225">
            <a:solidFill>
              <a:schemeClr val="tx1"/>
            </a:solidFill>
          </a:ln>
        </p:spPr>
        <p:txBody>
          <a:bodyPr wrap="none" rtlCol="0" anchor="ctr" anchorCtr="1">
            <a:noAutofit/>
          </a:bodyPr>
          <a:lstStyle/>
          <a:p>
            <a:r>
              <a:rPr lang="en-US" dirty="0"/>
              <a:t>18x1K BRAM n</a:t>
            </a:r>
          </a:p>
        </p:txBody>
      </p:sp>
      <p:sp>
        <p:nvSpPr>
          <p:cNvPr id="5" name="TextBox 4">
            <a:extLst>
              <a:ext uri="{FF2B5EF4-FFF2-40B4-BE49-F238E27FC236}">
                <a16:creationId xmlns:a16="http://schemas.microsoft.com/office/drawing/2014/main" id="{D6639D58-3E44-432B-A16F-E1761FAECF3B}"/>
              </a:ext>
            </a:extLst>
          </p:cNvPr>
          <p:cNvSpPr txBox="1"/>
          <p:nvPr/>
        </p:nvSpPr>
        <p:spPr>
          <a:xfrm>
            <a:off x="6527525" y="906081"/>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6" name="TextBox 5">
            <a:extLst>
              <a:ext uri="{FF2B5EF4-FFF2-40B4-BE49-F238E27FC236}">
                <a16:creationId xmlns:a16="http://schemas.microsoft.com/office/drawing/2014/main" id="{713986E5-432D-476D-93E6-C0F56901E046}"/>
              </a:ext>
            </a:extLst>
          </p:cNvPr>
          <p:cNvSpPr txBox="1"/>
          <p:nvPr/>
        </p:nvSpPr>
        <p:spPr>
          <a:xfrm>
            <a:off x="6527524" y="138395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7" name="TextBox 6">
            <a:extLst>
              <a:ext uri="{FF2B5EF4-FFF2-40B4-BE49-F238E27FC236}">
                <a16:creationId xmlns:a16="http://schemas.microsoft.com/office/drawing/2014/main" id="{47336A67-17B3-4DE1-84F9-559C6DDDA197}"/>
              </a:ext>
            </a:extLst>
          </p:cNvPr>
          <p:cNvSpPr txBox="1"/>
          <p:nvPr/>
        </p:nvSpPr>
        <p:spPr>
          <a:xfrm>
            <a:off x="6527523" y="1861829"/>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8" name="TextBox 7">
            <a:extLst>
              <a:ext uri="{FF2B5EF4-FFF2-40B4-BE49-F238E27FC236}">
                <a16:creationId xmlns:a16="http://schemas.microsoft.com/office/drawing/2014/main" id="{2BBAAE20-7511-406A-A9EA-F8EAD4ADEBEF}"/>
              </a:ext>
            </a:extLst>
          </p:cNvPr>
          <p:cNvSpPr txBox="1"/>
          <p:nvPr/>
        </p:nvSpPr>
        <p:spPr>
          <a:xfrm>
            <a:off x="3623682" y="2837855"/>
            <a:ext cx="1839942" cy="477874"/>
          </a:xfrm>
          <a:prstGeom prst="rect">
            <a:avLst/>
          </a:prstGeom>
          <a:noFill/>
          <a:ln w="22225">
            <a:solidFill>
              <a:schemeClr val="tx1"/>
            </a:solidFill>
          </a:ln>
        </p:spPr>
        <p:txBody>
          <a:bodyPr wrap="none" rtlCol="0" anchor="ctr" anchorCtr="1">
            <a:noAutofit/>
          </a:bodyPr>
          <a:lstStyle/>
          <a:p>
            <a:r>
              <a:rPr lang="en-US" dirty="0"/>
              <a:t>18x1K BRAM 0</a:t>
            </a:r>
          </a:p>
        </p:txBody>
      </p:sp>
      <p:sp>
        <p:nvSpPr>
          <p:cNvPr id="9" name="TextBox 8">
            <a:extLst>
              <a:ext uri="{FF2B5EF4-FFF2-40B4-BE49-F238E27FC236}">
                <a16:creationId xmlns:a16="http://schemas.microsoft.com/office/drawing/2014/main" id="{A9D34B04-7F17-4FD9-9058-CEFFFB85EB10}"/>
              </a:ext>
            </a:extLst>
          </p:cNvPr>
          <p:cNvSpPr txBox="1"/>
          <p:nvPr/>
        </p:nvSpPr>
        <p:spPr>
          <a:xfrm>
            <a:off x="3623682" y="3315729"/>
            <a:ext cx="1839942" cy="477874"/>
          </a:xfrm>
          <a:prstGeom prst="rect">
            <a:avLst/>
          </a:prstGeom>
          <a:noFill/>
          <a:ln w="22225">
            <a:solidFill>
              <a:schemeClr val="tx1"/>
            </a:solidFill>
          </a:ln>
        </p:spPr>
        <p:txBody>
          <a:bodyPr wrap="none" rtlCol="0" anchor="ctr" anchorCtr="1">
            <a:noAutofit/>
          </a:bodyPr>
          <a:lstStyle/>
          <a:p>
            <a:r>
              <a:rPr lang="en-US" dirty="0"/>
              <a:t>18x1K BRAM 1</a:t>
            </a:r>
          </a:p>
        </p:txBody>
      </p:sp>
      <p:sp>
        <p:nvSpPr>
          <p:cNvPr id="10" name="TextBox 9">
            <a:extLst>
              <a:ext uri="{FF2B5EF4-FFF2-40B4-BE49-F238E27FC236}">
                <a16:creationId xmlns:a16="http://schemas.microsoft.com/office/drawing/2014/main" id="{9C93DDAD-0F73-4A06-B274-75C39E4C8945}"/>
              </a:ext>
            </a:extLst>
          </p:cNvPr>
          <p:cNvSpPr txBox="1"/>
          <p:nvPr/>
        </p:nvSpPr>
        <p:spPr>
          <a:xfrm>
            <a:off x="3623682" y="3793603"/>
            <a:ext cx="1839942" cy="477874"/>
          </a:xfrm>
          <a:prstGeom prst="rect">
            <a:avLst/>
          </a:prstGeom>
          <a:noFill/>
          <a:ln w="22225">
            <a:solidFill>
              <a:schemeClr val="tx1"/>
            </a:solidFill>
          </a:ln>
        </p:spPr>
        <p:txBody>
          <a:bodyPr wrap="none" rtlCol="0" anchor="ctr" anchorCtr="1">
            <a:noAutofit/>
          </a:bodyPr>
          <a:lstStyle/>
          <a:p>
            <a:r>
              <a:rPr lang="en-US" dirty="0"/>
              <a:t>18x1K BRAM n</a:t>
            </a:r>
          </a:p>
        </p:txBody>
      </p:sp>
      <p:sp>
        <p:nvSpPr>
          <p:cNvPr id="11" name="TextBox 10">
            <a:extLst>
              <a:ext uri="{FF2B5EF4-FFF2-40B4-BE49-F238E27FC236}">
                <a16:creationId xmlns:a16="http://schemas.microsoft.com/office/drawing/2014/main" id="{A8B880CF-FE4C-4965-8890-06D6B323E4A1}"/>
              </a:ext>
            </a:extLst>
          </p:cNvPr>
          <p:cNvSpPr txBox="1"/>
          <p:nvPr/>
        </p:nvSpPr>
        <p:spPr>
          <a:xfrm>
            <a:off x="6527523" y="2837855"/>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2" name="TextBox 11">
            <a:extLst>
              <a:ext uri="{FF2B5EF4-FFF2-40B4-BE49-F238E27FC236}">
                <a16:creationId xmlns:a16="http://schemas.microsoft.com/office/drawing/2014/main" id="{9A6F3914-3481-4587-86BB-C559B7C0DD2F}"/>
              </a:ext>
            </a:extLst>
          </p:cNvPr>
          <p:cNvSpPr txBox="1"/>
          <p:nvPr/>
        </p:nvSpPr>
        <p:spPr>
          <a:xfrm>
            <a:off x="6527522" y="3315729"/>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3" name="TextBox 12">
            <a:extLst>
              <a:ext uri="{FF2B5EF4-FFF2-40B4-BE49-F238E27FC236}">
                <a16:creationId xmlns:a16="http://schemas.microsoft.com/office/drawing/2014/main" id="{5368A5A9-D108-4F06-A1E2-0A9DC708B723}"/>
              </a:ext>
            </a:extLst>
          </p:cNvPr>
          <p:cNvSpPr txBox="1"/>
          <p:nvPr/>
        </p:nvSpPr>
        <p:spPr>
          <a:xfrm>
            <a:off x="6527521" y="3793603"/>
            <a:ext cx="919483" cy="477874"/>
          </a:xfrm>
          <a:prstGeom prst="rect">
            <a:avLst/>
          </a:prstGeom>
          <a:noFill/>
          <a:ln w="22225">
            <a:solidFill>
              <a:schemeClr val="tx1"/>
            </a:solidFill>
          </a:ln>
        </p:spPr>
        <p:txBody>
          <a:bodyPr wrap="none" rtlCol="0" anchor="ctr" anchorCtr="1">
            <a:noAutofit/>
          </a:bodyPr>
          <a:lstStyle/>
          <a:p>
            <a:r>
              <a:rPr lang="en-US" dirty="0"/>
              <a:t>DSP</a:t>
            </a:r>
          </a:p>
        </p:txBody>
      </p:sp>
      <p:sp>
        <p:nvSpPr>
          <p:cNvPr id="14" name="TextBox 13">
            <a:extLst>
              <a:ext uri="{FF2B5EF4-FFF2-40B4-BE49-F238E27FC236}">
                <a16:creationId xmlns:a16="http://schemas.microsoft.com/office/drawing/2014/main" id="{D2047774-788A-4298-97FE-F5A190A9DFDA}"/>
              </a:ext>
            </a:extLst>
          </p:cNvPr>
          <p:cNvSpPr txBox="1"/>
          <p:nvPr/>
        </p:nvSpPr>
        <p:spPr>
          <a:xfrm>
            <a:off x="3623682" y="4814896"/>
            <a:ext cx="1839942" cy="477874"/>
          </a:xfrm>
          <a:prstGeom prst="rect">
            <a:avLst/>
          </a:prstGeom>
          <a:noFill/>
          <a:ln w="22225">
            <a:solidFill>
              <a:schemeClr val="tx1"/>
            </a:solidFill>
          </a:ln>
        </p:spPr>
        <p:txBody>
          <a:bodyPr wrap="none" rtlCol="0" anchor="ctr" anchorCtr="1">
            <a:noAutofit/>
          </a:bodyPr>
          <a:lstStyle/>
          <a:p>
            <a:r>
              <a:rPr lang="en-US" dirty="0"/>
              <a:t>18x1K BRAM 0</a:t>
            </a:r>
          </a:p>
        </p:txBody>
      </p:sp>
      <p:sp>
        <p:nvSpPr>
          <p:cNvPr id="15" name="TextBox 14">
            <a:extLst>
              <a:ext uri="{FF2B5EF4-FFF2-40B4-BE49-F238E27FC236}">
                <a16:creationId xmlns:a16="http://schemas.microsoft.com/office/drawing/2014/main" id="{F4E8D886-E768-40D9-8E7C-D5795BE78A07}"/>
              </a:ext>
            </a:extLst>
          </p:cNvPr>
          <p:cNvSpPr txBox="1"/>
          <p:nvPr/>
        </p:nvSpPr>
        <p:spPr>
          <a:xfrm>
            <a:off x="3623682" y="5292770"/>
            <a:ext cx="1839942" cy="477874"/>
          </a:xfrm>
          <a:prstGeom prst="rect">
            <a:avLst/>
          </a:prstGeom>
          <a:noFill/>
          <a:ln w="22225">
            <a:solidFill>
              <a:schemeClr val="tx1"/>
            </a:solidFill>
          </a:ln>
        </p:spPr>
        <p:txBody>
          <a:bodyPr wrap="none" rtlCol="0" anchor="ctr" anchorCtr="1">
            <a:noAutofit/>
          </a:bodyPr>
          <a:lstStyle/>
          <a:p>
            <a:r>
              <a:rPr lang="en-US" dirty="0"/>
              <a:t>18x1K BRAM 1</a:t>
            </a:r>
          </a:p>
        </p:txBody>
      </p:sp>
      <p:sp>
        <p:nvSpPr>
          <p:cNvPr id="16" name="TextBox 15">
            <a:extLst>
              <a:ext uri="{FF2B5EF4-FFF2-40B4-BE49-F238E27FC236}">
                <a16:creationId xmlns:a16="http://schemas.microsoft.com/office/drawing/2014/main" id="{05EA820C-0A32-4542-8573-121458B748B7}"/>
              </a:ext>
            </a:extLst>
          </p:cNvPr>
          <p:cNvSpPr txBox="1"/>
          <p:nvPr/>
        </p:nvSpPr>
        <p:spPr>
          <a:xfrm>
            <a:off x="3623682" y="5770644"/>
            <a:ext cx="1839942" cy="477874"/>
          </a:xfrm>
          <a:prstGeom prst="rect">
            <a:avLst/>
          </a:prstGeom>
          <a:noFill/>
          <a:ln w="22225">
            <a:solidFill>
              <a:schemeClr val="tx1"/>
            </a:solidFill>
          </a:ln>
        </p:spPr>
        <p:txBody>
          <a:bodyPr wrap="none" rtlCol="0" anchor="ctr" anchorCtr="1">
            <a:noAutofit/>
          </a:bodyPr>
          <a:lstStyle/>
          <a:p>
            <a:r>
              <a:rPr lang="en-US" dirty="0"/>
              <a:t>18x1K BRAM m</a:t>
            </a:r>
          </a:p>
        </p:txBody>
      </p:sp>
      <p:cxnSp>
        <p:nvCxnSpPr>
          <p:cNvPr id="25" name="Straight Arrow Connector 24">
            <a:extLst>
              <a:ext uri="{FF2B5EF4-FFF2-40B4-BE49-F238E27FC236}">
                <a16:creationId xmlns:a16="http://schemas.microsoft.com/office/drawing/2014/main" id="{F5411744-2B7F-4E14-8DE1-3AC7715DCF1C}"/>
              </a:ext>
            </a:extLst>
          </p:cNvPr>
          <p:cNvCxnSpPr/>
          <p:nvPr/>
        </p:nvCxnSpPr>
        <p:spPr>
          <a:xfrm>
            <a:off x="5463624" y="1095592"/>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B3F647-5426-46C9-A19D-53545DF7F8F5}"/>
              </a:ext>
            </a:extLst>
          </p:cNvPr>
          <p:cNvCxnSpPr>
            <a:cxnSpLocks/>
          </p:cNvCxnSpPr>
          <p:nvPr/>
        </p:nvCxnSpPr>
        <p:spPr>
          <a:xfrm>
            <a:off x="5463624" y="1565228"/>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48F7F48-CC25-47BA-AD20-02ADA2967AF1}"/>
              </a:ext>
            </a:extLst>
          </p:cNvPr>
          <p:cNvCxnSpPr>
            <a:cxnSpLocks/>
          </p:cNvCxnSpPr>
          <p:nvPr/>
        </p:nvCxnSpPr>
        <p:spPr>
          <a:xfrm>
            <a:off x="5463624" y="2043102"/>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066BB2-86A8-42D5-8712-82D1C5AE89E2}"/>
              </a:ext>
            </a:extLst>
          </p:cNvPr>
          <p:cNvCxnSpPr/>
          <p:nvPr/>
        </p:nvCxnSpPr>
        <p:spPr>
          <a:xfrm>
            <a:off x="5463624" y="2961463"/>
            <a:ext cx="1063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FF4C83C-1DF4-4187-A9F4-EEA2CD47E7E5}"/>
              </a:ext>
            </a:extLst>
          </p:cNvPr>
          <p:cNvCxnSpPr>
            <a:cxnSpLocks/>
          </p:cNvCxnSpPr>
          <p:nvPr/>
        </p:nvCxnSpPr>
        <p:spPr>
          <a:xfrm>
            <a:off x="5463624" y="3447575"/>
            <a:ext cx="1063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A498129-F613-4C3E-BA47-818A00F3B586}"/>
              </a:ext>
            </a:extLst>
          </p:cNvPr>
          <p:cNvCxnSpPr>
            <a:cxnSpLocks/>
          </p:cNvCxnSpPr>
          <p:nvPr/>
        </p:nvCxnSpPr>
        <p:spPr>
          <a:xfrm>
            <a:off x="5463624" y="3933687"/>
            <a:ext cx="1063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rapezoid 30">
            <a:extLst>
              <a:ext uri="{FF2B5EF4-FFF2-40B4-BE49-F238E27FC236}">
                <a16:creationId xmlns:a16="http://schemas.microsoft.com/office/drawing/2014/main" id="{0F58A9B4-D7F0-4051-B769-47F8D76D31C5}"/>
              </a:ext>
            </a:extLst>
          </p:cNvPr>
          <p:cNvSpPr/>
          <p:nvPr/>
        </p:nvSpPr>
        <p:spPr>
          <a:xfrm rot="5400000">
            <a:off x="5127833" y="5359581"/>
            <a:ext cx="1433623" cy="344253"/>
          </a:xfrm>
          <a:prstGeom prst="trapezoid">
            <a:avLst>
              <a:gd name="adj" fmla="val 5360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01B3796F-B2F1-4FA0-AF30-E8007241020D}"/>
              </a:ext>
            </a:extLst>
          </p:cNvPr>
          <p:cNvCxnSpPr>
            <a:cxnSpLocks/>
          </p:cNvCxnSpPr>
          <p:nvPr/>
        </p:nvCxnSpPr>
        <p:spPr>
          <a:xfrm>
            <a:off x="5463620" y="5057992"/>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1C3B02-BCA5-48ED-BB72-E9076C3BA424}"/>
              </a:ext>
            </a:extLst>
          </p:cNvPr>
          <p:cNvCxnSpPr>
            <a:cxnSpLocks/>
          </p:cNvCxnSpPr>
          <p:nvPr/>
        </p:nvCxnSpPr>
        <p:spPr>
          <a:xfrm>
            <a:off x="5463620" y="5498716"/>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E2EBD5-5726-414B-A152-D7462A5665D1}"/>
              </a:ext>
            </a:extLst>
          </p:cNvPr>
          <p:cNvCxnSpPr>
            <a:cxnSpLocks/>
          </p:cNvCxnSpPr>
          <p:nvPr/>
        </p:nvCxnSpPr>
        <p:spPr>
          <a:xfrm>
            <a:off x="5463620" y="5972392"/>
            <a:ext cx="2088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6ED90B-FE8D-4DDB-B5BF-31E0BBC3E26E}"/>
              </a:ext>
            </a:extLst>
          </p:cNvPr>
          <p:cNvCxnSpPr/>
          <p:nvPr/>
        </p:nvCxnSpPr>
        <p:spPr>
          <a:xfrm>
            <a:off x="6129146" y="1256250"/>
            <a:ext cx="4026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84054C-4736-4805-94ED-67B4443A4EA5}"/>
              </a:ext>
            </a:extLst>
          </p:cNvPr>
          <p:cNvCxnSpPr>
            <a:cxnSpLocks/>
          </p:cNvCxnSpPr>
          <p:nvPr/>
        </p:nvCxnSpPr>
        <p:spPr>
          <a:xfrm>
            <a:off x="6129146" y="1717648"/>
            <a:ext cx="4026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D57E09-E336-41BB-9498-B3BF2A1C2268}"/>
              </a:ext>
            </a:extLst>
          </p:cNvPr>
          <p:cNvCxnSpPr>
            <a:cxnSpLocks/>
          </p:cNvCxnSpPr>
          <p:nvPr/>
        </p:nvCxnSpPr>
        <p:spPr>
          <a:xfrm>
            <a:off x="6129146" y="2195522"/>
            <a:ext cx="4026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03D56C9-5F35-413C-BA26-C90EA7271616}"/>
              </a:ext>
            </a:extLst>
          </p:cNvPr>
          <p:cNvCxnSpPr/>
          <p:nvPr/>
        </p:nvCxnSpPr>
        <p:spPr>
          <a:xfrm>
            <a:off x="6129146" y="3122121"/>
            <a:ext cx="4026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39F78C5-41EE-4780-8F53-C008EB3B055C}"/>
              </a:ext>
            </a:extLst>
          </p:cNvPr>
          <p:cNvCxnSpPr>
            <a:cxnSpLocks/>
          </p:cNvCxnSpPr>
          <p:nvPr/>
        </p:nvCxnSpPr>
        <p:spPr>
          <a:xfrm>
            <a:off x="6129146" y="3599995"/>
            <a:ext cx="4026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3575D20-50AB-454C-8B1B-6B73ECAA84E5}"/>
              </a:ext>
            </a:extLst>
          </p:cNvPr>
          <p:cNvCxnSpPr>
            <a:cxnSpLocks/>
          </p:cNvCxnSpPr>
          <p:nvPr/>
        </p:nvCxnSpPr>
        <p:spPr>
          <a:xfrm>
            <a:off x="6129146" y="4069631"/>
            <a:ext cx="4026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0BE9AB1-A732-4A05-A563-C20494CECDEB}"/>
              </a:ext>
            </a:extLst>
          </p:cNvPr>
          <p:cNvCxnSpPr>
            <a:cxnSpLocks/>
          </p:cNvCxnSpPr>
          <p:nvPr/>
        </p:nvCxnSpPr>
        <p:spPr>
          <a:xfrm flipH="1">
            <a:off x="6122762" y="1256330"/>
            <a:ext cx="2067" cy="4242425"/>
          </a:xfrm>
          <a:prstGeom prst="line">
            <a:avLst/>
          </a:prstGeom>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9F6B6054-4B41-4A26-B345-AA663673458E}"/>
              </a:ext>
            </a:extLst>
          </p:cNvPr>
          <p:cNvCxnSpPr>
            <a:cxnSpLocks/>
          </p:cNvCxnSpPr>
          <p:nvPr/>
        </p:nvCxnSpPr>
        <p:spPr>
          <a:xfrm flipH="1">
            <a:off x="6016771" y="5531707"/>
            <a:ext cx="1080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6EA0BEC-7238-4456-98AC-351BA8DCF7FE}"/>
              </a:ext>
            </a:extLst>
          </p:cNvPr>
          <p:cNvSpPr txBox="1"/>
          <p:nvPr/>
        </p:nvSpPr>
        <p:spPr>
          <a:xfrm>
            <a:off x="3969681" y="4428284"/>
            <a:ext cx="1287725" cy="369332"/>
          </a:xfrm>
          <a:prstGeom prst="rect">
            <a:avLst/>
          </a:prstGeom>
          <a:noFill/>
        </p:spPr>
        <p:txBody>
          <a:bodyPr wrap="none" rtlCol="0">
            <a:spAutoFit/>
          </a:bodyPr>
          <a:lstStyle/>
          <a:p>
            <a:r>
              <a:rPr lang="en-US" i="1" dirty="0"/>
              <a:t>input buffer</a:t>
            </a:r>
          </a:p>
        </p:txBody>
      </p:sp>
      <p:sp>
        <p:nvSpPr>
          <p:cNvPr id="58" name="TextBox 57">
            <a:extLst>
              <a:ext uri="{FF2B5EF4-FFF2-40B4-BE49-F238E27FC236}">
                <a16:creationId xmlns:a16="http://schemas.microsoft.com/office/drawing/2014/main" id="{38181E5B-DCF5-4212-808E-DEF956BED99D}"/>
              </a:ext>
            </a:extLst>
          </p:cNvPr>
          <p:cNvSpPr txBox="1"/>
          <p:nvPr/>
        </p:nvSpPr>
        <p:spPr>
          <a:xfrm>
            <a:off x="4086156" y="524869"/>
            <a:ext cx="914994" cy="369332"/>
          </a:xfrm>
          <a:prstGeom prst="rect">
            <a:avLst/>
          </a:prstGeom>
          <a:noFill/>
        </p:spPr>
        <p:txBody>
          <a:bodyPr wrap="none" rtlCol="0">
            <a:spAutoFit/>
          </a:bodyPr>
          <a:lstStyle/>
          <a:p>
            <a:r>
              <a:rPr lang="en-US" i="1" dirty="0"/>
              <a:t>weights</a:t>
            </a:r>
          </a:p>
        </p:txBody>
      </p:sp>
      <p:cxnSp>
        <p:nvCxnSpPr>
          <p:cNvPr id="61" name="Straight Arrow Connector 60">
            <a:extLst>
              <a:ext uri="{FF2B5EF4-FFF2-40B4-BE49-F238E27FC236}">
                <a16:creationId xmlns:a16="http://schemas.microsoft.com/office/drawing/2014/main" id="{3F276726-634D-4280-AFF3-E2F885F4F871}"/>
              </a:ext>
            </a:extLst>
          </p:cNvPr>
          <p:cNvCxnSpPr>
            <a:stCxn id="7" idx="3"/>
          </p:cNvCxnSpPr>
          <p:nvPr/>
        </p:nvCxnSpPr>
        <p:spPr>
          <a:xfrm>
            <a:off x="7447006" y="2100766"/>
            <a:ext cx="7175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F08733A-4F51-4EE2-B27E-A17D85996130}"/>
              </a:ext>
            </a:extLst>
          </p:cNvPr>
          <p:cNvCxnSpPr>
            <a:cxnSpLocks/>
            <a:stCxn id="13" idx="3"/>
          </p:cNvCxnSpPr>
          <p:nvPr/>
        </p:nvCxnSpPr>
        <p:spPr>
          <a:xfrm flipV="1">
            <a:off x="7447004" y="2598918"/>
            <a:ext cx="717561" cy="14336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rapezoid 63">
            <a:extLst>
              <a:ext uri="{FF2B5EF4-FFF2-40B4-BE49-F238E27FC236}">
                <a16:creationId xmlns:a16="http://schemas.microsoft.com/office/drawing/2014/main" id="{97FD3F33-B4FE-4AE4-B09C-40D39F5285FE}"/>
              </a:ext>
            </a:extLst>
          </p:cNvPr>
          <p:cNvSpPr/>
          <p:nvPr/>
        </p:nvSpPr>
        <p:spPr>
          <a:xfrm rot="5400000">
            <a:off x="7619880" y="2220841"/>
            <a:ext cx="1433623" cy="344253"/>
          </a:xfrm>
          <a:prstGeom prst="trapezoid">
            <a:avLst>
              <a:gd name="adj" fmla="val 5360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64E6BF5C-F80D-4944-AF31-1268CDC40683}"/>
              </a:ext>
            </a:extLst>
          </p:cNvPr>
          <p:cNvCxnSpPr>
            <a:cxnSpLocks/>
            <a:stCxn id="64" idx="0"/>
          </p:cNvCxnSpPr>
          <p:nvPr/>
        </p:nvCxnSpPr>
        <p:spPr>
          <a:xfrm>
            <a:off x="8508818" y="2392968"/>
            <a:ext cx="10624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060724B-1307-47D9-9711-A6CD03F05F13}"/>
              </a:ext>
            </a:extLst>
          </p:cNvPr>
          <p:cNvSpPr txBox="1"/>
          <p:nvPr/>
        </p:nvSpPr>
        <p:spPr>
          <a:xfrm>
            <a:off x="8694839" y="2006718"/>
            <a:ext cx="778418" cy="369332"/>
          </a:xfrm>
          <a:prstGeom prst="rect">
            <a:avLst/>
          </a:prstGeom>
          <a:noFill/>
        </p:spPr>
        <p:txBody>
          <a:bodyPr wrap="none" rtlCol="0">
            <a:spAutoFit/>
          </a:bodyPr>
          <a:lstStyle/>
          <a:p>
            <a:r>
              <a:rPr lang="en-US" dirty="0"/>
              <a:t>TDATA</a:t>
            </a:r>
          </a:p>
        </p:txBody>
      </p:sp>
      <p:cxnSp>
        <p:nvCxnSpPr>
          <p:cNvPr id="69" name="Straight Arrow Connector 68">
            <a:extLst>
              <a:ext uri="{FF2B5EF4-FFF2-40B4-BE49-F238E27FC236}">
                <a16:creationId xmlns:a16="http://schemas.microsoft.com/office/drawing/2014/main" id="{FF5B244D-009A-48C4-B22D-66665F70230C}"/>
              </a:ext>
            </a:extLst>
          </p:cNvPr>
          <p:cNvCxnSpPr>
            <a:endCxn id="14" idx="1"/>
          </p:cNvCxnSpPr>
          <p:nvPr/>
        </p:nvCxnSpPr>
        <p:spPr>
          <a:xfrm flipV="1">
            <a:off x="2339546" y="5053833"/>
            <a:ext cx="1284136" cy="4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97745FAC-E6C7-423D-AD26-6C32D80D835D}"/>
              </a:ext>
            </a:extLst>
          </p:cNvPr>
          <p:cNvSpPr txBox="1"/>
          <p:nvPr/>
        </p:nvSpPr>
        <p:spPr>
          <a:xfrm>
            <a:off x="2247808" y="4688660"/>
            <a:ext cx="778418" cy="369332"/>
          </a:xfrm>
          <a:prstGeom prst="rect">
            <a:avLst/>
          </a:prstGeom>
          <a:noFill/>
        </p:spPr>
        <p:txBody>
          <a:bodyPr wrap="none" rtlCol="0">
            <a:spAutoFit/>
          </a:bodyPr>
          <a:lstStyle/>
          <a:p>
            <a:r>
              <a:rPr lang="en-US" dirty="0"/>
              <a:t>TDATA</a:t>
            </a:r>
          </a:p>
        </p:txBody>
      </p:sp>
      <p:cxnSp>
        <p:nvCxnSpPr>
          <p:cNvPr id="72" name="Connector: Elbow 71">
            <a:extLst>
              <a:ext uri="{FF2B5EF4-FFF2-40B4-BE49-F238E27FC236}">
                <a16:creationId xmlns:a16="http://schemas.microsoft.com/office/drawing/2014/main" id="{732FA2DE-DF12-46DC-A51A-11611121FB67}"/>
              </a:ext>
            </a:extLst>
          </p:cNvPr>
          <p:cNvCxnSpPr>
            <a:endCxn id="15" idx="1"/>
          </p:cNvCxnSpPr>
          <p:nvPr/>
        </p:nvCxnSpPr>
        <p:spPr>
          <a:xfrm rot="16200000" flipH="1">
            <a:off x="3183401" y="5091426"/>
            <a:ext cx="477874" cy="40268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63EB20DA-A5FC-4128-A637-89F466066AC2}"/>
              </a:ext>
            </a:extLst>
          </p:cNvPr>
          <p:cNvCxnSpPr>
            <a:endCxn id="16" idx="1"/>
          </p:cNvCxnSpPr>
          <p:nvPr/>
        </p:nvCxnSpPr>
        <p:spPr>
          <a:xfrm rot="16200000" flipH="1">
            <a:off x="2943736" y="5329635"/>
            <a:ext cx="955748" cy="40414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5811449C-71BF-404D-8C11-B61E4845B946}"/>
              </a:ext>
            </a:extLst>
          </p:cNvPr>
          <p:cNvSpPr/>
          <p:nvPr/>
        </p:nvSpPr>
        <p:spPr>
          <a:xfrm>
            <a:off x="7661501" y="516700"/>
            <a:ext cx="980185" cy="5884100"/>
          </a:xfrm>
          <a:prstGeom prst="rect">
            <a:avLst/>
          </a:prstGeom>
          <a:solidFill>
            <a:srgbClr val="70AD4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2E050FA8-9555-44D3-853E-D7CFED5D7325}"/>
              </a:ext>
            </a:extLst>
          </p:cNvPr>
          <p:cNvSpPr/>
          <p:nvPr/>
        </p:nvSpPr>
        <p:spPr>
          <a:xfrm>
            <a:off x="3079379" y="516700"/>
            <a:ext cx="2478883" cy="5884099"/>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22B78BF-18F6-4157-83AC-7CE266CFCC63}"/>
              </a:ext>
            </a:extLst>
          </p:cNvPr>
          <p:cNvSpPr/>
          <p:nvPr/>
        </p:nvSpPr>
        <p:spPr>
          <a:xfrm>
            <a:off x="6298094" y="524869"/>
            <a:ext cx="1363407" cy="5824597"/>
          </a:xfrm>
          <a:prstGeom prst="rect">
            <a:avLst/>
          </a:prstGeom>
          <a:solidFill>
            <a:schemeClr val="accent2">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547CDED9-86CB-4666-AB33-CCBDFA4FCD16}"/>
              </a:ext>
            </a:extLst>
          </p:cNvPr>
          <p:cNvSpPr/>
          <p:nvPr/>
        </p:nvSpPr>
        <p:spPr>
          <a:xfrm>
            <a:off x="5564235" y="524869"/>
            <a:ext cx="733848" cy="5884100"/>
          </a:xfrm>
          <a:prstGeom prst="rect">
            <a:avLst/>
          </a:prstGeom>
          <a:solidFill>
            <a:srgbClr val="70AD4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0" name="Straight Connector 79">
            <a:extLst>
              <a:ext uri="{FF2B5EF4-FFF2-40B4-BE49-F238E27FC236}">
                <a16:creationId xmlns:a16="http://schemas.microsoft.com/office/drawing/2014/main" id="{E853782D-31D8-4132-89DD-805BE037FDF2}"/>
              </a:ext>
            </a:extLst>
          </p:cNvPr>
          <p:cNvCxnSpPr>
            <a:cxnSpLocks/>
          </p:cNvCxnSpPr>
          <p:nvPr/>
        </p:nvCxnSpPr>
        <p:spPr>
          <a:xfrm>
            <a:off x="4570760" y="2462446"/>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462A18B-4220-4A23-A69D-97CFB7EF9231}"/>
              </a:ext>
            </a:extLst>
          </p:cNvPr>
          <p:cNvCxnSpPr>
            <a:cxnSpLocks/>
          </p:cNvCxnSpPr>
          <p:nvPr/>
        </p:nvCxnSpPr>
        <p:spPr>
          <a:xfrm>
            <a:off x="6987262" y="2470564"/>
            <a:ext cx="0" cy="375409"/>
          </a:xfrm>
          <a:prstGeom prst="line">
            <a:avLst/>
          </a:prstGeom>
          <a:ln w="635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1051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8FDE-9CAE-46CB-9D80-654DB9BA06F6}"/>
              </a:ext>
            </a:extLst>
          </p:cNvPr>
          <p:cNvSpPr>
            <a:spLocks noGrp="1"/>
          </p:cNvSpPr>
          <p:nvPr>
            <p:ph type="title"/>
          </p:nvPr>
        </p:nvSpPr>
        <p:spPr/>
        <p:txBody>
          <a:bodyPr/>
          <a:lstStyle/>
          <a:p>
            <a:r>
              <a:rPr lang="en-US" dirty="0"/>
              <a:t>AI application concept – thermal imaging CNN</a:t>
            </a:r>
          </a:p>
        </p:txBody>
      </p:sp>
      <p:pic>
        <p:nvPicPr>
          <p:cNvPr id="4" name="Picture 3" descr="A picture containing connector&#10;&#10;Description automatically generated">
            <a:extLst>
              <a:ext uri="{FF2B5EF4-FFF2-40B4-BE49-F238E27FC236}">
                <a16:creationId xmlns:a16="http://schemas.microsoft.com/office/drawing/2014/main" id="{C6A31DA4-228C-4254-A684-252708860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92343"/>
            <a:ext cx="3024636" cy="1813768"/>
          </a:xfrm>
          <a:prstGeom prst="rect">
            <a:avLst/>
          </a:prstGeom>
        </p:spPr>
      </p:pic>
      <p:sp>
        <p:nvSpPr>
          <p:cNvPr id="6" name="TextBox 5">
            <a:extLst>
              <a:ext uri="{FF2B5EF4-FFF2-40B4-BE49-F238E27FC236}">
                <a16:creationId xmlns:a16="http://schemas.microsoft.com/office/drawing/2014/main" id="{F35C2899-DA75-46B1-BECA-5D70FC7421BE}"/>
              </a:ext>
            </a:extLst>
          </p:cNvPr>
          <p:cNvSpPr txBox="1"/>
          <p:nvPr/>
        </p:nvSpPr>
        <p:spPr>
          <a:xfrm>
            <a:off x="3857159" y="1690688"/>
            <a:ext cx="4746440" cy="923330"/>
          </a:xfrm>
          <a:prstGeom prst="rect">
            <a:avLst/>
          </a:prstGeom>
          <a:noFill/>
        </p:spPr>
        <p:txBody>
          <a:bodyPr wrap="square">
            <a:spAutoFit/>
          </a:bodyPr>
          <a:lstStyle/>
          <a:p>
            <a:r>
              <a:rPr lang="en-US" dirty="0"/>
              <a:t>MLX90640 IR Array Thermal Imaging Camera Module 32×24 Pixels 55° Field of View Camera with I2C Interface for Raspberry Pi/Arduino</a:t>
            </a:r>
          </a:p>
        </p:txBody>
      </p:sp>
      <p:pic>
        <p:nvPicPr>
          <p:cNvPr id="10" name="Picture 9" descr="A picture containing background pattern&#10;&#10;Description automatically generated">
            <a:extLst>
              <a:ext uri="{FF2B5EF4-FFF2-40B4-BE49-F238E27FC236}">
                <a16:creationId xmlns:a16="http://schemas.microsoft.com/office/drawing/2014/main" id="{89AA1E75-6EEE-40D5-8ECA-83E533922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39" y="3907767"/>
            <a:ext cx="4124804" cy="2689372"/>
          </a:xfrm>
          <a:prstGeom prst="rect">
            <a:avLst/>
          </a:prstGeom>
        </p:spPr>
      </p:pic>
      <p:sp>
        <p:nvSpPr>
          <p:cNvPr id="11" name="TextBox 10">
            <a:extLst>
              <a:ext uri="{FF2B5EF4-FFF2-40B4-BE49-F238E27FC236}">
                <a16:creationId xmlns:a16="http://schemas.microsoft.com/office/drawing/2014/main" id="{002AFBC8-D014-4680-9AEA-00B0B8510586}"/>
              </a:ext>
            </a:extLst>
          </p:cNvPr>
          <p:cNvSpPr txBox="1"/>
          <p:nvPr/>
        </p:nvSpPr>
        <p:spPr>
          <a:xfrm>
            <a:off x="4808546" y="3907767"/>
            <a:ext cx="7101015" cy="2585323"/>
          </a:xfrm>
          <a:prstGeom prst="rect">
            <a:avLst/>
          </a:prstGeom>
          <a:noFill/>
        </p:spPr>
        <p:txBody>
          <a:bodyPr wrap="square">
            <a:spAutoFit/>
          </a:bodyPr>
          <a:lstStyle/>
          <a:p>
            <a:r>
              <a:rPr lang="en-US" b="1" dirty="0"/>
              <a:t>32x24 calibrated FIR pixels, 14 bit precision, 32 fps</a:t>
            </a:r>
          </a:p>
          <a:p>
            <a:r>
              <a:rPr lang="en-US" dirty="0"/>
              <a:t>High precision non-contact temperature measurements</a:t>
            </a:r>
          </a:p>
          <a:p>
            <a:r>
              <a:rPr lang="en-US" dirty="0"/>
              <a:t>Intrusion / Movement detection</a:t>
            </a:r>
          </a:p>
          <a:p>
            <a:r>
              <a:rPr lang="en-US" dirty="0"/>
              <a:t>Presence detection / Person localization</a:t>
            </a:r>
          </a:p>
          <a:p>
            <a:r>
              <a:rPr lang="en-US" dirty="0"/>
              <a:t>Temperature sensing element for intelligent HVAC</a:t>
            </a:r>
          </a:p>
          <a:p>
            <a:r>
              <a:rPr lang="en-US" dirty="0"/>
              <a:t>Thermal Comfort sensor in automotive air conditioning control systems</a:t>
            </a:r>
          </a:p>
          <a:p>
            <a:r>
              <a:rPr lang="en-US" dirty="0"/>
              <a:t>Microwave ovens</a:t>
            </a:r>
          </a:p>
          <a:p>
            <a:r>
              <a:rPr lang="en-US" dirty="0"/>
              <a:t>Industrial temperature control of moving parts</a:t>
            </a:r>
          </a:p>
          <a:p>
            <a:r>
              <a:rPr lang="en-US" dirty="0"/>
              <a:t>Visual IR thermometers</a:t>
            </a:r>
          </a:p>
        </p:txBody>
      </p:sp>
    </p:spTree>
    <p:extLst>
      <p:ext uri="{BB962C8B-B14F-4D97-AF65-F5344CB8AC3E}">
        <p14:creationId xmlns:p14="http://schemas.microsoft.com/office/powerpoint/2010/main" val="31445969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083AA-8E7A-484D-818C-4053DA702B31}"/>
              </a:ext>
            </a:extLst>
          </p:cNvPr>
          <p:cNvSpPr>
            <a:spLocks noGrp="1"/>
          </p:cNvSpPr>
          <p:nvPr>
            <p:ph type="title"/>
          </p:nvPr>
        </p:nvSpPr>
        <p:spPr/>
        <p:txBody>
          <a:bodyPr/>
          <a:lstStyle/>
          <a:p>
            <a:r>
              <a:rPr lang="en-US" dirty="0"/>
              <a:t>Example CNN tasks and training data</a:t>
            </a:r>
          </a:p>
        </p:txBody>
      </p:sp>
      <p:pic>
        <p:nvPicPr>
          <p:cNvPr id="4" name="Picture 3" descr="Graphical user interface, calendar&#10;&#10;Description automatically generated">
            <a:extLst>
              <a:ext uri="{FF2B5EF4-FFF2-40B4-BE49-F238E27FC236}">
                <a16:creationId xmlns:a16="http://schemas.microsoft.com/office/drawing/2014/main" id="{99E054CF-43C8-4E33-8B3C-81C3DC223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404" y="3309014"/>
            <a:ext cx="1420978" cy="2178101"/>
          </a:xfrm>
          <a:prstGeom prst="rect">
            <a:avLst/>
          </a:prstGeom>
        </p:spPr>
      </p:pic>
      <p:sp>
        <p:nvSpPr>
          <p:cNvPr id="7" name="TextBox 6">
            <a:extLst>
              <a:ext uri="{FF2B5EF4-FFF2-40B4-BE49-F238E27FC236}">
                <a16:creationId xmlns:a16="http://schemas.microsoft.com/office/drawing/2014/main" id="{7CE3CC39-455C-42BE-AE78-88718E93157A}"/>
              </a:ext>
            </a:extLst>
          </p:cNvPr>
          <p:cNvSpPr txBox="1"/>
          <p:nvPr/>
        </p:nvSpPr>
        <p:spPr>
          <a:xfrm>
            <a:off x="542884" y="2114631"/>
            <a:ext cx="2088713" cy="646331"/>
          </a:xfrm>
          <a:prstGeom prst="rect">
            <a:avLst/>
          </a:prstGeom>
          <a:noFill/>
        </p:spPr>
        <p:txBody>
          <a:bodyPr wrap="none" rtlCol="0">
            <a:spAutoFit/>
          </a:bodyPr>
          <a:lstStyle/>
          <a:p>
            <a:r>
              <a:rPr lang="en-US" dirty="0"/>
              <a:t>Gesture Recognition</a:t>
            </a:r>
          </a:p>
          <a:p>
            <a:r>
              <a:rPr lang="en-US" i="1" dirty="0"/>
              <a:t>Sign language</a:t>
            </a:r>
          </a:p>
        </p:txBody>
      </p:sp>
      <p:sp>
        <p:nvSpPr>
          <p:cNvPr id="8" name="TextBox 7">
            <a:extLst>
              <a:ext uri="{FF2B5EF4-FFF2-40B4-BE49-F238E27FC236}">
                <a16:creationId xmlns:a16="http://schemas.microsoft.com/office/drawing/2014/main" id="{772B028D-77EA-452E-A0CC-8C36C87B91A3}"/>
              </a:ext>
            </a:extLst>
          </p:cNvPr>
          <p:cNvSpPr txBox="1"/>
          <p:nvPr/>
        </p:nvSpPr>
        <p:spPr>
          <a:xfrm>
            <a:off x="3098057" y="1845831"/>
            <a:ext cx="2110962" cy="1200329"/>
          </a:xfrm>
          <a:prstGeom prst="rect">
            <a:avLst/>
          </a:prstGeom>
          <a:noFill/>
        </p:spPr>
        <p:txBody>
          <a:bodyPr wrap="none" rtlCol="0">
            <a:spAutoFit/>
          </a:bodyPr>
          <a:lstStyle/>
          <a:p>
            <a:r>
              <a:rPr lang="en-US" dirty="0"/>
              <a:t>Occupancy Counting</a:t>
            </a:r>
          </a:p>
          <a:p>
            <a:r>
              <a:rPr lang="en-US" i="1" dirty="0"/>
              <a:t>Privacy preserving</a:t>
            </a:r>
          </a:p>
          <a:p>
            <a:r>
              <a:rPr lang="en-US" i="1" dirty="0"/>
              <a:t>Pose detection</a:t>
            </a:r>
          </a:p>
          <a:p>
            <a:endParaRPr lang="en-US" i="1" dirty="0"/>
          </a:p>
        </p:txBody>
      </p:sp>
      <p:pic>
        <p:nvPicPr>
          <p:cNvPr id="10" name="Picture 9" descr="A screenshot of a video game&#10;&#10;Description automatically generated with medium confidence">
            <a:extLst>
              <a:ext uri="{FF2B5EF4-FFF2-40B4-BE49-F238E27FC236}">
                <a16:creationId xmlns:a16="http://schemas.microsoft.com/office/drawing/2014/main" id="{70FDB354-EE85-4CDF-ADC6-E871DF55F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8655" y="3309014"/>
            <a:ext cx="2968302" cy="2644314"/>
          </a:xfrm>
          <a:prstGeom prst="rect">
            <a:avLst/>
          </a:prstGeom>
        </p:spPr>
      </p:pic>
      <p:sp>
        <p:nvSpPr>
          <p:cNvPr id="11" name="TextBox 10">
            <a:extLst>
              <a:ext uri="{FF2B5EF4-FFF2-40B4-BE49-F238E27FC236}">
                <a16:creationId xmlns:a16="http://schemas.microsoft.com/office/drawing/2014/main" id="{76532AD2-107B-4C34-B3A2-C7B8AAA40A38}"/>
              </a:ext>
            </a:extLst>
          </p:cNvPr>
          <p:cNvSpPr txBox="1"/>
          <p:nvPr/>
        </p:nvSpPr>
        <p:spPr>
          <a:xfrm>
            <a:off x="5981327" y="1568832"/>
            <a:ext cx="2440092" cy="1200329"/>
          </a:xfrm>
          <a:prstGeom prst="rect">
            <a:avLst/>
          </a:prstGeom>
          <a:noFill/>
        </p:spPr>
        <p:txBody>
          <a:bodyPr wrap="none" rtlCol="0">
            <a:spAutoFit/>
          </a:bodyPr>
          <a:lstStyle/>
          <a:p>
            <a:r>
              <a:rPr lang="en-US" dirty="0"/>
              <a:t>Industrial Inspection</a:t>
            </a:r>
          </a:p>
          <a:p>
            <a:r>
              <a:rPr lang="en-US" dirty="0"/>
              <a:t>Anomaly Detection</a:t>
            </a:r>
          </a:p>
          <a:p>
            <a:r>
              <a:rPr lang="en-US" i="1" dirty="0"/>
              <a:t>PCB hot spot analysis</a:t>
            </a:r>
          </a:p>
          <a:p>
            <a:r>
              <a:rPr lang="en-US" i="1" dirty="0"/>
              <a:t>Animal health screening</a:t>
            </a:r>
          </a:p>
        </p:txBody>
      </p:sp>
      <p:pic>
        <p:nvPicPr>
          <p:cNvPr id="12" name="Picture 11" descr="Graphical user interface, website&#10;&#10;Description automatically generated">
            <a:extLst>
              <a:ext uri="{FF2B5EF4-FFF2-40B4-BE49-F238E27FC236}">
                <a16:creationId xmlns:a16="http://schemas.microsoft.com/office/drawing/2014/main" id="{ACE3CA78-4854-41F1-A205-31B0DCBB7EB1}"/>
              </a:ext>
            </a:extLst>
          </p:cNvPr>
          <p:cNvPicPr>
            <a:picLocks noChangeAspect="1"/>
          </p:cNvPicPr>
          <p:nvPr/>
        </p:nvPicPr>
        <p:blipFill rotWithShape="1">
          <a:blip r:embed="rId4">
            <a:extLst>
              <a:ext uri="{28A0092B-C50C-407E-A947-70E740481C1C}">
                <a14:useLocalDpi xmlns:a14="http://schemas.microsoft.com/office/drawing/2010/main" val="0"/>
              </a:ext>
            </a:extLst>
          </a:blip>
          <a:srcRect t="18347" b="6972"/>
          <a:stretch/>
        </p:blipFill>
        <p:spPr>
          <a:xfrm>
            <a:off x="5786543" y="2886824"/>
            <a:ext cx="2493437" cy="1699718"/>
          </a:xfrm>
          <a:prstGeom prst="rect">
            <a:avLst/>
          </a:prstGeom>
        </p:spPr>
      </p:pic>
      <p:sp>
        <p:nvSpPr>
          <p:cNvPr id="13" name="TextBox 12">
            <a:extLst>
              <a:ext uri="{FF2B5EF4-FFF2-40B4-BE49-F238E27FC236}">
                <a16:creationId xmlns:a16="http://schemas.microsoft.com/office/drawing/2014/main" id="{ADDFB4E0-09E9-45A8-B71D-2714989C30B2}"/>
              </a:ext>
            </a:extLst>
          </p:cNvPr>
          <p:cNvSpPr txBox="1"/>
          <p:nvPr/>
        </p:nvSpPr>
        <p:spPr>
          <a:xfrm>
            <a:off x="9336775" y="2070345"/>
            <a:ext cx="2141805" cy="646331"/>
          </a:xfrm>
          <a:prstGeom prst="rect">
            <a:avLst/>
          </a:prstGeom>
          <a:noFill/>
        </p:spPr>
        <p:txBody>
          <a:bodyPr wrap="none" rtlCol="0">
            <a:spAutoFit/>
          </a:bodyPr>
          <a:lstStyle/>
          <a:p>
            <a:r>
              <a:rPr lang="en-US" dirty="0"/>
              <a:t>Action Recognition</a:t>
            </a:r>
          </a:p>
          <a:p>
            <a:r>
              <a:rPr lang="en-US" i="1" dirty="0"/>
              <a:t>Human fall detection</a:t>
            </a:r>
          </a:p>
        </p:txBody>
      </p:sp>
      <p:pic>
        <p:nvPicPr>
          <p:cNvPr id="16" name="Picture 15" descr="A picture containing text&#10;&#10;Description automatically generated">
            <a:extLst>
              <a:ext uri="{FF2B5EF4-FFF2-40B4-BE49-F238E27FC236}">
                <a16:creationId xmlns:a16="http://schemas.microsoft.com/office/drawing/2014/main" id="{893152B3-CA63-4ED9-8BFB-A3714899F9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9208" y="3172827"/>
            <a:ext cx="1828660" cy="2406132"/>
          </a:xfrm>
          <a:prstGeom prst="rect">
            <a:avLst/>
          </a:prstGeom>
        </p:spPr>
      </p:pic>
      <p:pic>
        <p:nvPicPr>
          <p:cNvPr id="14" name="Picture 13" descr="Rectangle&#10;&#10;Description automatically generated with medium confidence">
            <a:extLst>
              <a:ext uri="{FF2B5EF4-FFF2-40B4-BE49-F238E27FC236}">
                <a16:creationId xmlns:a16="http://schemas.microsoft.com/office/drawing/2014/main" id="{D115C294-43FF-4578-8DEB-F3CC8F428EA7}"/>
              </a:ext>
            </a:extLst>
          </p:cNvPr>
          <p:cNvPicPr>
            <a:picLocks noChangeAspect="1"/>
          </p:cNvPicPr>
          <p:nvPr/>
        </p:nvPicPr>
        <p:blipFill rotWithShape="1">
          <a:blip r:embed="rId6">
            <a:extLst>
              <a:ext uri="{28A0092B-C50C-407E-A947-70E740481C1C}">
                <a14:useLocalDpi xmlns:a14="http://schemas.microsoft.com/office/drawing/2010/main" val="0"/>
              </a:ext>
            </a:extLst>
          </a:blip>
          <a:srcRect l="58047" t="72832" r="6590"/>
          <a:stretch/>
        </p:blipFill>
        <p:spPr>
          <a:xfrm>
            <a:off x="3778018" y="5782677"/>
            <a:ext cx="740756" cy="633506"/>
          </a:xfrm>
          <a:prstGeom prst="rect">
            <a:avLst/>
          </a:prstGeom>
        </p:spPr>
      </p:pic>
      <p:pic>
        <p:nvPicPr>
          <p:cNvPr id="5" name="Picture 4" descr="Graphical user interface&#10;&#10;Description automatically generated">
            <a:extLst>
              <a:ext uri="{FF2B5EF4-FFF2-40B4-BE49-F238E27FC236}">
                <a16:creationId xmlns:a16="http://schemas.microsoft.com/office/drawing/2014/main" id="{6E1D3CB8-85C8-4C78-905F-5B9B6F3F97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1179" y="4821867"/>
            <a:ext cx="1765909" cy="1921621"/>
          </a:xfrm>
          <a:prstGeom prst="rect">
            <a:avLst/>
          </a:prstGeom>
        </p:spPr>
      </p:pic>
    </p:spTree>
    <p:extLst>
      <p:ext uri="{BB962C8B-B14F-4D97-AF65-F5344CB8AC3E}">
        <p14:creationId xmlns:p14="http://schemas.microsoft.com/office/powerpoint/2010/main" val="166780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68CAE-9263-437E-A0A6-21A582335B05}"/>
              </a:ext>
            </a:extLst>
          </p:cNvPr>
          <p:cNvSpPr>
            <a:spLocks noGrp="1"/>
          </p:cNvSpPr>
          <p:nvPr>
            <p:ph type="title"/>
          </p:nvPr>
        </p:nvSpPr>
        <p:spPr/>
        <p:txBody>
          <a:bodyPr/>
          <a:lstStyle/>
          <a:p>
            <a:r>
              <a:rPr lang="en-US" dirty="0"/>
              <a:t>AI application prototype</a:t>
            </a:r>
          </a:p>
        </p:txBody>
      </p:sp>
      <p:sp>
        <p:nvSpPr>
          <p:cNvPr id="3" name="Rectangle 2">
            <a:extLst>
              <a:ext uri="{FF2B5EF4-FFF2-40B4-BE49-F238E27FC236}">
                <a16:creationId xmlns:a16="http://schemas.microsoft.com/office/drawing/2014/main" id="{37D2DA30-3BC6-4889-9D66-7CC8CA97D264}"/>
              </a:ext>
            </a:extLst>
          </p:cNvPr>
          <p:cNvSpPr/>
          <p:nvPr/>
        </p:nvSpPr>
        <p:spPr>
          <a:xfrm>
            <a:off x="3804920" y="2139269"/>
            <a:ext cx="1995579" cy="1099226"/>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Arty A7-100T</a:t>
            </a:r>
          </a:p>
          <a:p>
            <a:pPr algn="ctr"/>
            <a:r>
              <a:rPr lang="en-US" dirty="0">
                <a:solidFill>
                  <a:schemeClr val="tx1"/>
                </a:solidFill>
              </a:rPr>
              <a:t>Artix-7</a:t>
            </a:r>
          </a:p>
        </p:txBody>
      </p:sp>
      <p:cxnSp>
        <p:nvCxnSpPr>
          <p:cNvPr id="4" name="Straight Connector 3">
            <a:extLst>
              <a:ext uri="{FF2B5EF4-FFF2-40B4-BE49-F238E27FC236}">
                <a16:creationId xmlns:a16="http://schemas.microsoft.com/office/drawing/2014/main" id="{40D0D4F1-A094-4379-8CDF-CB0A667E7186}"/>
              </a:ext>
            </a:extLst>
          </p:cNvPr>
          <p:cNvCxnSpPr>
            <a:cxnSpLocks/>
            <a:stCxn id="3" idx="1"/>
            <a:endCxn id="15" idx="3"/>
          </p:cNvCxnSpPr>
          <p:nvPr/>
        </p:nvCxnSpPr>
        <p:spPr>
          <a:xfrm flipH="1">
            <a:off x="2406940" y="2688882"/>
            <a:ext cx="1397980" cy="0"/>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0AE76BC-A5F7-44B3-AF1E-C61E54DCB150}"/>
              </a:ext>
            </a:extLst>
          </p:cNvPr>
          <p:cNvCxnSpPr>
            <a:cxnSpLocks/>
            <a:stCxn id="3" idx="3"/>
          </p:cNvCxnSpPr>
          <p:nvPr/>
        </p:nvCxnSpPr>
        <p:spPr>
          <a:xfrm>
            <a:off x="5800499" y="2688882"/>
            <a:ext cx="20077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641B08C-7587-4883-9328-C433F6C97211}"/>
              </a:ext>
            </a:extLst>
          </p:cNvPr>
          <p:cNvSpPr txBox="1"/>
          <p:nvPr/>
        </p:nvSpPr>
        <p:spPr>
          <a:xfrm>
            <a:off x="2431275" y="2737561"/>
            <a:ext cx="1292341" cy="369332"/>
          </a:xfrm>
          <a:prstGeom prst="rect">
            <a:avLst/>
          </a:prstGeom>
          <a:noFill/>
        </p:spPr>
        <p:txBody>
          <a:bodyPr wrap="none" rtlCol="0">
            <a:spAutoFit/>
          </a:bodyPr>
          <a:lstStyle/>
          <a:p>
            <a:r>
              <a:rPr lang="en-US" dirty="0"/>
              <a:t>I2C @1MHz</a:t>
            </a:r>
          </a:p>
        </p:txBody>
      </p:sp>
      <p:sp>
        <p:nvSpPr>
          <p:cNvPr id="8" name="TextBox 7">
            <a:extLst>
              <a:ext uri="{FF2B5EF4-FFF2-40B4-BE49-F238E27FC236}">
                <a16:creationId xmlns:a16="http://schemas.microsoft.com/office/drawing/2014/main" id="{647DF3DB-0D1B-4E07-8A4F-23BC562C636F}"/>
              </a:ext>
            </a:extLst>
          </p:cNvPr>
          <p:cNvSpPr txBox="1"/>
          <p:nvPr/>
        </p:nvSpPr>
        <p:spPr>
          <a:xfrm>
            <a:off x="5873478" y="2737561"/>
            <a:ext cx="1605262" cy="646331"/>
          </a:xfrm>
          <a:prstGeom prst="rect">
            <a:avLst/>
          </a:prstGeom>
          <a:noFill/>
        </p:spPr>
        <p:txBody>
          <a:bodyPr wrap="square" rtlCol="0">
            <a:spAutoFit/>
          </a:bodyPr>
          <a:lstStyle/>
          <a:p>
            <a:r>
              <a:rPr lang="en-US" dirty="0"/>
              <a:t>10/100/1000 ethernet</a:t>
            </a:r>
          </a:p>
        </p:txBody>
      </p:sp>
      <p:sp>
        <p:nvSpPr>
          <p:cNvPr id="11" name="TextBox 10">
            <a:extLst>
              <a:ext uri="{FF2B5EF4-FFF2-40B4-BE49-F238E27FC236}">
                <a16:creationId xmlns:a16="http://schemas.microsoft.com/office/drawing/2014/main" id="{5DF48904-2399-4848-A093-646118B12BD6}"/>
              </a:ext>
            </a:extLst>
          </p:cNvPr>
          <p:cNvSpPr txBox="1"/>
          <p:nvPr/>
        </p:nvSpPr>
        <p:spPr>
          <a:xfrm>
            <a:off x="2729641" y="2299137"/>
            <a:ext cx="752578" cy="369332"/>
          </a:xfrm>
          <a:prstGeom prst="rect">
            <a:avLst/>
          </a:prstGeom>
          <a:noFill/>
          <a:ln w="22225">
            <a:noFill/>
          </a:ln>
        </p:spPr>
        <p:txBody>
          <a:bodyPr wrap="none" rtlCol="0">
            <a:spAutoFit/>
          </a:bodyPr>
          <a:lstStyle/>
          <a:p>
            <a:pPr algn="ctr"/>
            <a:r>
              <a:rPr lang="en-US" dirty="0"/>
              <a:t>32 fps</a:t>
            </a:r>
          </a:p>
        </p:txBody>
      </p:sp>
      <p:sp>
        <p:nvSpPr>
          <p:cNvPr id="15" name="Rectangle 14">
            <a:extLst>
              <a:ext uri="{FF2B5EF4-FFF2-40B4-BE49-F238E27FC236}">
                <a16:creationId xmlns:a16="http://schemas.microsoft.com/office/drawing/2014/main" id="{15ED4B6C-2032-4E43-96EF-FAEBC3D9F489}"/>
              </a:ext>
            </a:extLst>
          </p:cNvPr>
          <p:cNvSpPr/>
          <p:nvPr/>
        </p:nvSpPr>
        <p:spPr>
          <a:xfrm>
            <a:off x="1025612" y="2139269"/>
            <a:ext cx="1381328" cy="1099226"/>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MLX90640</a:t>
            </a:r>
          </a:p>
          <a:p>
            <a:pPr algn="ctr"/>
            <a:r>
              <a:rPr lang="en-US" dirty="0">
                <a:solidFill>
                  <a:schemeClr val="tx1"/>
                </a:solidFill>
              </a:rPr>
              <a:t>32x24 IR</a:t>
            </a:r>
          </a:p>
        </p:txBody>
      </p:sp>
      <p:sp>
        <p:nvSpPr>
          <p:cNvPr id="21" name="TextBox 20">
            <a:extLst>
              <a:ext uri="{FF2B5EF4-FFF2-40B4-BE49-F238E27FC236}">
                <a16:creationId xmlns:a16="http://schemas.microsoft.com/office/drawing/2014/main" id="{BDBB17C6-C866-47AC-B0B7-F028BB9D7D29}"/>
              </a:ext>
            </a:extLst>
          </p:cNvPr>
          <p:cNvSpPr txBox="1"/>
          <p:nvPr/>
        </p:nvSpPr>
        <p:spPr>
          <a:xfrm>
            <a:off x="5800499" y="2299137"/>
            <a:ext cx="1875947" cy="369332"/>
          </a:xfrm>
          <a:prstGeom prst="rect">
            <a:avLst/>
          </a:prstGeom>
          <a:noFill/>
        </p:spPr>
        <p:txBody>
          <a:bodyPr wrap="square" rtlCol="0">
            <a:spAutoFit/>
          </a:bodyPr>
          <a:lstStyle/>
          <a:p>
            <a:r>
              <a:rPr lang="en-US" dirty="0"/>
              <a:t>prediction stream</a:t>
            </a:r>
          </a:p>
        </p:txBody>
      </p:sp>
      <p:pic>
        <p:nvPicPr>
          <p:cNvPr id="25" name="Picture 24" descr="A close-up of a computer&#10;&#10;Description automatically generated with low confidence">
            <a:extLst>
              <a:ext uri="{FF2B5EF4-FFF2-40B4-BE49-F238E27FC236}">
                <a16:creationId xmlns:a16="http://schemas.microsoft.com/office/drawing/2014/main" id="{AD403B39-1077-417F-B6F2-C118A1C1F8A0}"/>
              </a:ext>
            </a:extLst>
          </p:cNvPr>
          <p:cNvPicPr>
            <a:picLocks noChangeAspect="1"/>
          </p:cNvPicPr>
          <p:nvPr/>
        </p:nvPicPr>
        <p:blipFill rotWithShape="1">
          <a:blip r:embed="rId2">
            <a:extLst>
              <a:ext uri="{28A0092B-C50C-407E-A947-70E740481C1C}">
                <a14:useLocalDpi xmlns:a14="http://schemas.microsoft.com/office/drawing/2010/main" val="0"/>
              </a:ext>
            </a:extLst>
          </a:blip>
          <a:srcRect t="10770" b="15607"/>
          <a:stretch/>
        </p:blipFill>
        <p:spPr>
          <a:xfrm>
            <a:off x="3804921" y="3483258"/>
            <a:ext cx="2068558" cy="1522918"/>
          </a:xfrm>
          <a:prstGeom prst="rect">
            <a:avLst/>
          </a:prstGeom>
        </p:spPr>
      </p:pic>
      <p:pic>
        <p:nvPicPr>
          <p:cNvPr id="26" name="Picture 25" descr="A picture containing connector&#10;&#10;Description automatically generated">
            <a:extLst>
              <a:ext uri="{FF2B5EF4-FFF2-40B4-BE49-F238E27FC236}">
                <a16:creationId xmlns:a16="http://schemas.microsoft.com/office/drawing/2014/main" id="{1194DE89-17F7-4C3A-BE02-E15B6911C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612" y="3651701"/>
            <a:ext cx="1517820" cy="910184"/>
          </a:xfrm>
          <a:prstGeom prst="rect">
            <a:avLst/>
          </a:prstGeom>
        </p:spPr>
      </p:pic>
      <p:sp>
        <p:nvSpPr>
          <p:cNvPr id="16" name="Rectangle 15">
            <a:extLst>
              <a:ext uri="{FF2B5EF4-FFF2-40B4-BE49-F238E27FC236}">
                <a16:creationId xmlns:a16="http://schemas.microsoft.com/office/drawing/2014/main" id="{B48FFFAE-2C4A-4D7B-AD49-BA7F5383A613}"/>
              </a:ext>
            </a:extLst>
          </p:cNvPr>
          <p:cNvSpPr/>
          <p:nvPr/>
        </p:nvSpPr>
        <p:spPr>
          <a:xfrm>
            <a:off x="10310577" y="1979903"/>
            <a:ext cx="836059" cy="1325563"/>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p:txBody>
      </p:sp>
      <p:sp>
        <p:nvSpPr>
          <p:cNvPr id="10" name="Cloud 9">
            <a:extLst>
              <a:ext uri="{FF2B5EF4-FFF2-40B4-BE49-F238E27FC236}">
                <a16:creationId xmlns:a16="http://schemas.microsoft.com/office/drawing/2014/main" id="{1F593E18-B574-42DE-873A-58B3FD88BE58}"/>
              </a:ext>
            </a:extLst>
          </p:cNvPr>
          <p:cNvSpPr/>
          <p:nvPr/>
        </p:nvSpPr>
        <p:spPr>
          <a:xfrm>
            <a:off x="7841577" y="2188378"/>
            <a:ext cx="1352481" cy="908615"/>
          </a:xfrm>
          <a:prstGeom prst="cloud">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002AD807-97EE-485A-80E1-D7229FF62260}"/>
              </a:ext>
            </a:extLst>
          </p:cNvPr>
          <p:cNvCxnSpPr>
            <a:cxnSpLocks/>
            <a:stCxn id="16" idx="1"/>
            <a:endCxn id="10" idx="0"/>
          </p:cNvCxnSpPr>
          <p:nvPr/>
        </p:nvCxnSpPr>
        <p:spPr>
          <a:xfrm flipH="1">
            <a:off x="9192931" y="2642685"/>
            <a:ext cx="1117646" cy="1"/>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030FE28-F7ED-4616-AA35-DF70CE02B64D}"/>
              </a:ext>
            </a:extLst>
          </p:cNvPr>
          <p:cNvSpPr txBox="1"/>
          <p:nvPr/>
        </p:nvSpPr>
        <p:spPr>
          <a:xfrm>
            <a:off x="9519818" y="2668469"/>
            <a:ext cx="790760" cy="369332"/>
          </a:xfrm>
          <a:prstGeom prst="rect">
            <a:avLst/>
          </a:prstGeom>
          <a:noFill/>
        </p:spPr>
        <p:txBody>
          <a:bodyPr wrap="square" rtlCol="0">
            <a:spAutoFit/>
          </a:bodyPr>
          <a:lstStyle/>
          <a:p>
            <a:r>
              <a:rPr lang="en-US" dirty="0"/>
              <a:t>MQTT</a:t>
            </a:r>
          </a:p>
        </p:txBody>
      </p:sp>
      <p:sp>
        <p:nvSpPr>
          <p:cNvPr id="20" name="TextBox 19">
            <a:extLst>
              <a:ext uri="{FF2B5EF4-FFF2-40B4-BE49-F238E27FC236}">
                <a16:creationId xmlns:a16="http://schemas.microsoft.com/office/drawing/2014/main" id="{3B5B0F0A-FB36-4737-8972-E1EC9B5BA783}"/>
              </a:ext>
            </a:extLst>
          </p:cNvPr>
          <p:cNvSpPr txBox="1"/>
          <p:nvPr/>
        </p:nvSpPr>
        <p:spPr>
          <a:xfrm>
            <a:off x="9359190" y="2299137"/>
            <a:ext cx="951388" cy="369332"/>
          </a:xfrm>
          <a:prstGeom prst="rect">
            <a:avLst/>
          </a:prstGeom>
          <a:noFill/>
        </p:spPr>
        <p:txBody>
          <a:bodyPr wrap="square" rtlCol="0">
            <a:spAutoFit/>
          </a:bodyPr>
          <a:lstStyle/>
          <a:p>
            <a:r>
              <a:rPr lang="en-US" dirty="0"/>
              <a:t>32 pkt/s</a:t>
            </a:r>
          </a:p>
        </p:txBody>
      </p:sp>
      <p:pic>
        <p:nvPicPr>
          <p:cNvPr id="18" name="Picture 17" descr="Graphical user interface, calendar&#10;&#10;Description automatically generated">
            <a:extLst>
              <a:ext uri="{FF2B5EF4-FFF2-40B4-BE49-F238E27FC236}">
                <a16:creationId xmlns:a16="http://schemas.microsoft.com/office/drawing/2014/main" id="{4711F41D-5827-494D-993A-B3E2C5E8DB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21394" y="3594681"/>
            <a:ext cx="725242" cy="1111664"/>
          </a:xfrm>
          <a:prstGeom prst="rect">
            <a:avLst/>
          </a:prstGeom>
        </p:spPr>
      </p:pic>
      <p:sp>
        <p:nvSpPr>
          <p:cNvPr id="9" name="TextBox 8">
            <a:extLst>
              <a:ext uri="{FF2B5EF4-FFF2-40B4-BE49-F238E27FC236}">
                <a16:creationId xmlns:a16="http://schemas.microsoft.com/office/drawing/2014/main" id="{587F8196-32B5-4C4B-9681-BBF26E858A8A}"/>
              </a:ext>
            </a:extLst>
          </p:cNvPr>
          <p:cNvSpPr txBox="1"/>
          <p:nvPr/>
        </p:nvSpPr>
        <p:spPr>
          <a:xfrm>
            <a:off x="1493750" y="5130864"/>
            <a:ext cx="4016677" cy="1200329"/>
          </a:xfrm>
          <a:prstGeom prst="rect">
            <a:avLst/>
          </a:prstGeom>
          <a:noFill/>
        </p:spPr>
        <p:txBody>
          <a:bodyPr wrap="none" rtlCol="0">
            <a:spAutoFit/>
          </a:bodyPr>
          <a:lstStyle/>
          <a:p>
            <a:r>
              <a:rPr lang="en-US" dirty="0"/>
              <a:t>"accelerator" vs. hard real time</a:t>
            </a:r>
          </a:p>
          <a:p>
            <a:r>
              <a:rPr lang="en-US" dirty="0"/>
              <a:t>All parameters on chip using BRAM</a:t>
            </a:r>
          </a:p>
          <a:p>
            <a:r>
              <a:rPr lang="en-US" dirty="0"/>
              <a:t>Model evaluated entirely in FPGA fabric</a:t>
            </a:r>
          </a:p>
          <a:p>
            <a:r>
              <a:rPr lang="en-US" dirty="0"/>
              <a:t>Real time streaming pipeline</a:t>
            </a:r>
          </a:p>
        </p:txBody>
      </p:sp>
      <p:pic>
        <p:nvPicPr>
          <p:cNvPr id="12" name="Picture 11">
            <a:extLst>
              <a:ext uri="{FF2B5EF4-FFF2-40B4-BE49-F238E27FC236}">
                <a16:creationId xmlns:a16="http://schemas.microsoft.com/office/drawing/2014/main" id="{4C240631-31F5-420D-9DAC-18B685253161}"/>
              </a:ext>
            </a:extLst>
          </p:cNvPr>
          <p:cNvPicPr>
            <a:picLocks noChangeAspect="1"/>
          </p:cNvPicPr>
          <p:nvPr/>
        </p:nvPicPr>
        <p:blipFill>
          <a:blip r:embed="rId5"/>
          <a:stretch>
            <a:fillRect/>
          </a:stretch>
        </p:blipFill>
        <p:spPr>
          <a:xfrm>
            <a:off x="5451342" y="5006177"/>
            <a:ext cx="4655642" cy="1731748"/>
          </a:xfrm>
          <a:prstGeom prst="rect">
            <a:avLst/>
          </a:prstGeom>
        </p:spPr>
      </p:pic>
    </p:spTree>
    <p:extLst>
      <p:ext uri="{BB962C8B-B14F-4D97-AF65-F5344CB8AC3E}">
        <p14:creationId xmlns:p14="http://schemas.microsoft.com/office/powerpoint/2010/main" val="109353722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BFF22F0-F7FD-8CA5-3176-F8C7C3ADB69F}"/>
              </a:ext>
            </a:extLst>
          </p:cNvPr>
          <p:cNvCxnSpPr/>
          <p:nvPr/>
        </p:nvCxnSpPr>
        <p:spPr>
          <a:xfrm>
            <a:off x="2028305" y="5453149"/>
            <a:ext cx="8412480" cy="0"/>
          </a:xfrm>
          <a:prstGeom prst="line">
            <a:avLst/>
          </a:prstGeom>
        </p:spPr>
        <p:style>
          <a:lnRef idx="1">
            <a:schemeClr val="dk1"/>
          </a:lnRef>
          <a:fillRef idx="0">
            <a:schemeClr val="dk1"/>
          </a:fillRef>
          <a:effectRef idx="0">
            <a:schemeClr val="dk1"/>
          </a:effectRef>
          <a:fontRef idx="minor">
            <a:schemeClr val="tx1"/>
          </a:fontRef>
        </p:style>
      </p:cxnSp>
      <p:sp>
        <p:nvSpPr>
          <p:cNvPr id="5" name="Cylinder 4">
            <a:extLst>
              <a:ext uri="{FF2B5EF4-FFF2-40B4-BE49-F238E27FC236}">
                <a16:creationId xmlns:a16="http://schemas.microsoft.com/office/drawing/2014/main" id="{EA7E8122-5EE5-9252-BD69-29050FF2DA03}"/>
              </a:ext>
            </a:extLst>
          </p:cNvPr>
          <p:cNvSpPr/>
          <p:nvPr/>
        </p:nvSpPr>
        <p:spPr>
          <a:xfrm>
            <a:off x="5636029" y="2693323"/>
            <a:ext cx="157942" cy="108065"/>
          </a:xfrm>
          <a:prstGeom prst="ca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DDFADBE-7D1E-B11E-E3A2-9D4F802CE658}"/>
              </a:ext>
            </a:extLst>
          </p:cNvPr>
          <p:cNvSpPr txBox="1"/>
          <p:nvPr/>
        </p:nvSpPr>
        <p:spPr>
          <a:xfrm>
            <a:off x="5714999" y="4387334"/>
            <a:ext cx="386234" cy="369332"/>
          </a:xfrm>
          <a:prstGeom prst="rect">
            <a:avLst/>
          </a:prstGeom>
          <a:noFill/>
        </p:spPr>
        <p:txBody>
          <a:bodyPr wrap="square" rtlCol="0">
            <a:spAutoFit/>
          </a:bodyPr>
          <a:lstStyle/>
          <a:p>
            <a:r>
              <a:rPr lang="en-US" dirty="0"/>
              <a:t>9'</a:t>
            </a:r>
          </a:p>
        </p:txBody>
      </p:sp>
      <p:cxnSp>
        <p:nvCxnSpPr>
          <p:cNvPr id="9" name="Straight Connector 8">
            <a:extLst>
              <a:ext uri="{FF2B5EF4-FFF2-40B4-BE49-F238E27FC236}">
                <a16:creationId xmlns:a16="http://schemas.microsoft.com/office/drawing/2014/main" id="{3FF9BA05-D430-F266-323F-0573EF5ACFE4}"/>
              </a:ext>
            </a:extLst>
          </p:cNvPr>
          <p:cNvCxnSpPr>
            <a:stCxn id="5" idx="3"/>
          </p:cNvCxnSpPr>
          <p:nvPr/>
        </p:nvCxnSpPr>
        <p:spPr>
          <a:xfrm flipH="1">
            <a:off x="3632662" y="2801388"/>
            <a:ext cx="2082338" cy="2651761"/>
          </a:xfrm>
          <a:prstGeom prst="line">
            <a:avLst/>
          </a:prstGeom>
          <a:ln>
            <a:prstDash val="dashDot"/>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0E848233-6288-CC23-28EA-1D632CBC3320}"/>
              </a:ext>
            </a:extLst>
          </p:cNvPr>
          <p:cNvCxnSpPr>
            <a:cxnSpLocks/>
            <a:stCxn id="5" idx="3"/>
          </p:cNvCxnSpPr>
          <p:nvPr/>
        </p:nvCxnSpPr>
        <p:spPr>
          <a:xfrm>
            <a:off x="5715000" y="2801388"/>
            <a:ext cx="2082338" cy="2651761"/>
          </a:xfrm>
          <a:prstGeom prst="line">
            <a:avLst/>
          </a:prstGeom>
          <a:ln>
            <a:prstDash val="dashDot"/>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EB8ECDE7-69B1-4D34-47C0-8CE4A7306952}"/>
              </a:ext>
            </a:extLst>
          </p:cNvPr>
          <p:cNvSpPr txBox="1"/>
          <p:nvPr/>
        </p:nvSpPr>
        <p:spPr>
          <a:xfrm>
            <a:off x="4381115" y="5763675"/>
            <a:ext cx="3216718" cy="646331"/>
          </a:xfrm>
          <a:prstGeom prst="rect">
            <a:avLst/>
          </a:prstGeom>
          <a:noFill/>
        </p:spPr>
        <p:txBody>
          <a:bodyPr wrap="square" rtlCol="0">
            <a:spAutoFit/>
          </a:bodyPr>
          <a:lstStyle/>
          <a:p>
            <a:r>
              <a:rPr lang="en-US" dirty="0"/>
              <a:t>110 deg : 24' diameter</a:t>
            </a:r>
          </a:p>
          <a:p>
            <a:r>
              <a:rPr lang="en-US" dirty="0"/>
              <a:t>55 deg : 10' diameter </a:t>
            </a:r>
          </a:p>
        </p:txBody>
      </p:sp>
      <p:cxnSp>
        <p:nvCxnSpPr>
          <p:cNvPr id="16" name="Straight Connector 15">
            <a:extLst>
              <a:ext uri="{FF2B5EF4-FFF2-40B4-BE49-F238E27FC236}">
                <a16:creationId xmlns:a16="http://schemas.microsoft.com/office/drawing/2014/main" id="{59AF548E-9975-F8BB-81A8-E67DD287162F}"/>
              </a:ext>
            </a:extLst>
          </p:cNvPr>
          <p:cNvCxnSpPr>
            <a:stCxn id="5" idx="3"/>
          </p:cNvCxnSpPr>
          <p:nvPr/>
        </p:nvCxnSpPr>
        <p:spPr>
          <a:xfrm>
            <a:off x="5715000" y="2801388"/>
            <a:ext cx="0" cy="2651761"/>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19088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109041</TotalTime>
  <Words>12359</Words>
  <Application>Microsoft Office PowerPoint</Application>
  <PresentationFormat>Widescreen</PresentationFormat>
  <Paragraphs>3387</Paragraphs>
  <Slides>134</Slides>
  <Notes>35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134</vt:i4>
      </vt:variant>
    </vt:vector>
  </HeadingPairs>
  <TitlesOfParts>
    <vt:vector size="140" baseType="lpstr">
      <vt:lpstr>Arial</vt:lpstr>
      <vt:lpstr>Calibri</vt:lpstr>
      <vt:lpstr>Calibri Light</vt:lpstr>
      <vt:lpstr>Consolas</vt:lpstr>
      <vt:lpstr>Office Theme</vt:lpstr>
      <vt:lpstr>Worksheet</vt:lpstr>
      <vt:lpstr>TFLite to Verilog streaming CNN compiler for embedded AI applications  andromeda.py + conv2d.v + concatenate.v + replicate.v</vt:lpstr>
      <vt:lpstr>Replicate(), Concatenate(), Add()</vt:lpstr>
      <vt:lpstr>Applications</vt:lpstr>
      <vt:lpstr>Target applications</vt:lpstr>
      <vt:lpstr>Streaming CNN compiler</vt:lpstr>
      <vt:lpstr>Generated Verilog</vt:lpstr>
      <vt:lpstr>Parallel computation of CNN dot products</vt:lpstr>
      <vt:lpstr>PowerPoint Presentation</vt:lpstr>
      <vt:lpstr>PowerPoint Presentation</vt:lpstr>
      <vt:lpstr>CNN striped parallel execution</vt:lpstr>
      <vt:lpstr>PowerPoint Presentation</vt:lpstr>
      <vt:lpstr>Demo</vt:lpstr>
      <vt:lpstr>Demo</vt:lpstr>
      <vt:lpstr>PowerPoint Presentation</vt:lpstr>
      <vt:lpstr>PowerPoint Presentation</vt:lpstr>
      <vt:lpstr>High performance demo</vt:lpstr>
      <vt:lpstr>PowerPoint Presentation</vt:lpstr>
      <vt:lpstr>PowerPoint Presentation</vt:lpstr>
      <vt:lpstr>References</vt:lpstr>
      <vt:lpstr>Image Encoder Concept</vt:lpstr>
      <vt:lpstr>PowerPoint Presentation</vt:lpstr>
      <vt:lpstr>PowerPoint Presentation</vt:lpstr>
      <vt:lpstr>Technology Strategy</vt:lpstr>
      <vt:lpstr>PowerPoint Presentation</vt:lpstr>
      <vt:lpstr>Image Encoder Concept</vt:lpstr>
      <vt:lpstr>Reference Board Concept</vt:lpstr>
      <vt:lpstr>Execution Plan</vt:lpstr>
      <vt:lpstr>PowerPoint Presentation</vt:lpstr>
      <vt:lpstr>PowerPoint Presentation</vt:lpstr>
      <vt:lpstr>Product Planning</vt:lpstr>
      <vt:lpstr>PowerPoint Presentation</vt:lpstr>
      <vt:lpstr>Execution Planning</vt:lpstr>
      <vt:lpstr>Roadmap</vt:lpstr>
      <vt:lpstr>NeuVision Robotics Demo Application</vt:lpstr>
      <vt:lpstr>APPENDIX</vt:lpstr>
      <vt:lpstr>Risks</vt:lpstr>
      <vt:lpstr>MIPI SoC platforms exceed the cost of the image sensor</vt:lpstr>
      <vt:lpstr>Image Encoder Product Options</vt:lpstr>
      <vt:lpstr>PowerPoint Presentation</vt:lpstr>
      <vt:lpstr>Proposed Image Encoder</vt:lpstr>
      <vt:lpstr>Smart Sensor Silicon Segmentation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time vision IP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Sensing platform</vt:lpstr>
      <vt:lpstr>PowerPoint Presentation</vt:lpstr>
      <vt:lpstr>PowerPoint Presentation</vt:lpstr>
      <vt:lpstr>PowerPoint Presentation</vt:lpstr>
      <vt:lpstr>PowerPoint Presentation</vt:lpstr>
      <vt:lpstr>FPGA Compute Platform</vt:lpstr>
      <vt:lpstr>Parallel computation of CNN dot products</vt:lpstr>
      <vt:lpstr>Backup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Target applications</vt:lpstr>
      <vt:lpstr>PowerPoint Presentation</vt:lpstr>
      <vt:lpstr>PowerPoint Presentation</vt:lpstr>
      <vt:lpstr>PowerPoint Presentation</vt:lpstr>
      <vt:lpstr>PowerPoint Presentation</vt:lpstr>
      <vt:lpstr>PowerPoint Presentation</vt:lpstr>
      <vt:lpstr>PowerPoint Presentation</vt:lpstr>
      <vt:lpstr>andromeda.py streaming CNN compiler</vt:lpstr>
      <vt:lpstr>Streaming CNN Verilog Hierarchy</vt:lpstr>
      <vt:lpstr>Streaming CNN Verilog Hierarchy</vt:lpstr>
      <vt:lpstr>PowerPoint Presentation</vt:lpstr>
      <vt:lpstr>CNN dot product using FPGA</vt:lpstr>
      <vt:lpstr>CNN dot product using FPGA</vt:lpstr>
      <vt:lpstr>PowerPoint Presentation</vt:lpstr>
      <vt:lpstr>PowerPoint Presentation</vt:lpstr>
      <vt:lpstr>PowerPoint Presentation</vt:lpstr>
      <vt:lpstr>PowerPoint Presentation</vt:lpstr>
      <vt:lpstr>CNN dot product using FPGA</vt:lpstr>
      <vt:lpstr>PowerPoint Presentation</vt:lpstr>
      <vt:lpstr>PowerPoint Presentation</vt:lpstr>
      <vt:lpstr>PowerPoint Presentation</vt:lpstr>
      <vt:lpstr>PowerPoint Presentation</vt:lpstr>
      <vt:lpstr>PowerPoint Presentation</vt:lpstr>
      <vt:lpstr>CNN dot product using FPGA</vt:lpstr>
      <vt:lpstr>PowerPoint Presentation</vt:lpstr>
      <vt:lpstr>PowerPoint Presentation</vt:lpstr>
      <vt:lpstr>CNN dot product using FPGA</vt:lpstr>
      <vt:lpstr>PowerPoint Presentation</vt:lpstr>
      <vt:lpstr>PowerPoint Presentation</vt:lpstr>
      <vt:lpstr>CNN dot product using FPGA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conv2d.v</vt:lpstr>
      <vt:lpstr>Objectives</vt:lpstr>
      <vt:lpstr>CNN primitive operation</vt:lpstr>
      <vt:lpstr>CNN primitive operation</vt:lpstr>
      <vt:lpstr>CNN dot product using FPGA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application concept – thermal imaging CNN</vt:lpstr>
      <vt:lpstr>Example CNN tasks and training data</vt:lpstr>
      <vt:lpstr>AI application prototype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conv2d.v</dc:title>
  <dc:creator>Rob Liston</dc:creator>
  <cp:lastModifiedBy>Rob Liston</cp:lastModifiedBy>
  <cp:revision>762</cp:revision>
  <dcterms:created xsi:type="dcterms:W3CDTF">2022-05-24T17:49:11Z</dcterms:created>
  <dcterms:modified xsi:type="dcterms:W3CDTF">2023-12-18T23:00:33Z</dcterms:modified>
</cp:coreProperties>
</file>